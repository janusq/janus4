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4762" r:id="rId2"/>
    <p:sldId id="5226" r:id="rId3"/>
    <p:sldId id="4760" r:id="rId4"/>
    <p:sldId id="5245" r:id="rId5"/>
    <p:sldId id="4965" r:id="rId6"/>
    <p:sldId id="4765" r:id="rId7"/>
    <p:sldId id="4764" r:id="rId8"/>
    <p:sldId id="5229" r:id="rId9"/>
    <p:sldId id="5247" r:id="rId10"/>
    <p:sldId id="5208" r:id="rId11"/>
    <p:sldId id="5246" r:id="rId12"/>
    <p:sldId id="5209" r:id="rId13"/>
    <p:sldId id="5228" r:id="rId14"/>
    <p:sldId id="5236" r:id="rId15"/>
    <p:sldId id="5205" r:id="rId16"/>
    <p:sldId id="5237" r:id="rId17"/>
    <p:sldId id="5248" r:id="rId18"/>
    <p:sldId id="5250" r:id="rId19"/>
    <p:sldId id="5251" r:id="rId20"/>
    <p:sldId id="5225" r:id="rId21"/>
    <p:sldId id="5216" r:id="rId22"/>
    <p:sldId id="5221" r:id="rId23"/>
    <p:sldId id="5222" r:id="rId24"/>
    <p:sldId id="5233" r:id="rId25"/>
    <p:sldId id="5235" r:id="rId26"/>
    <p:sldId id="5252" r:id="rId27"/>
    <p:sldId id="5253" r:id="rId28"/>
    <p:sldId id="5243" r:id="rId29"/>
    <p:sldId id="5244" r:id="rId30"/>
    <p:sldId id="391"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61" userDrawn="1">
          <p15:clr>
            <a:srgbClr val="A4A3A4"/>
          </p15:clr>
        </p15:guide>
        <p15:guide id="2" pos="7265" userDrawn="1">
          <p15:clr>
            <a:srgbClr val="A4A3A4"/>
          </p15:clr>
        </p15:guide>
        <p15:guide id="3"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6F9"/>
    <a:srgbClr val="05428A"/>
    <a:srgbClr val="4472C4"/>
    <a:srgbClr val="1E77B4"/>
    <a:srgbClr val="4F91C0"/>
    <a:srgbClr val="00061F"/>
    <a:srgbClr val="767171"/>
    <a:srgbClr val="FD201F"/>
    <a:srgbClr val="EF88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64781"/>
  </p:normalViewPr>
  <p:slideViewPr>
    <p:cSldViewPr snapToGrid="0" snapToObjects="1">
      <p:cViewPr varScale="1">
        <p:scale>
          <a:sx n="77" d="100"/>
          <a:sy n="77" d="100"/>
        </p:scale>
        <p:origin x="2760" y="184"/>
      </p:cViewPr>
      <p:guideLst>
        <p:guide pos="461"/>
        <p:guide pos="7265"/>
        <p:guide orient="horz" pos="2160"/>
      </p:guideLst>
    </p:cSldViewPr>
  </p:slideViewPr>
  <p:notesTextViewPr>
    <p:cViewPr>
      <p:scale>
        <a:sx n="180" d="100"/>
        <a:sy n="18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7676A-CDBA-A14B-A0E9-578F24BBF46E}" type="datetimeFigureOut">
              <a:rPr kumimoji="1" lang="zh-CN" altLang="en-US" smtClean="0"/>
              <a:t>2026/6/26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18D34-B274-1948-8431-CAA3B27C12DF}" type="slidenum">
              <a:rPr kumimoji="1" lang="zh-CN" altLang="en-US" smtClean="0"/>
              <a:t>‹#›</a:t>
            </a:fld>
            <a:endParaRPr kumimoji="1" lang="zh-CN" altLang="en-US"/>
          </a:p>
        </p:txBody>
      </p:sp>
    </p:spTree>
    <p:extLst>
      <p:ext uri="{BB962C8B-B14F-4D97-AF65-F5344CB8AC3E}">
        <p14:creationId xmlns:p14="http://schemas.microsoft.com/office/powerpoint/2010/main" val="2236668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Good morning, everyone. I am Liqiang Lu from Zhejiang University.</a:t>
            </a:r>
            <a:r>
              <a:rPr lang="zh-CN" altLang="en-US" dirty="0"/>
              <a:t> </a:t>
            </a:r>
            <a:r>
              <a:rPr lang="en-US" dirty="0"/>
              <a:t>Today I will present AdaptDQC, our TC 2025 work on adaptive distributed quantum computing. The main question is simple. How can we run a circuit when one quantum chip is too small or too noisy? </a:t>
            </a:r>
          </a:p>
        </p:txBody>
      </p:sp>
      <p:sp>
        <p:nvSpPr>
          <p:cNvPr id="4" name="灯片编号占位符 3"/>
          <p:cNvSpPr>
            <a:spLocks noGrp="1"/>
          </p:cNvSpPr>
          <p:nvPr>
            <p:ph type="sldNum" sz="quarter" idx="5"/>
          </p:nvPr>
        </p:nvSpPr>
        <p:spPr/>
        <p:txBody>
          <a:bodyPr/>
          <a:lstStyle/>
          <a:p>
            <a:r>
              <a:rPr lang="en-US" dirty="0"/>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Here is the route for the talk. The outline begins with background and challenges, then moves to the overview of AdaptDQC.</a:t>
            </a:r>
          </a:p>
          <a:p>
            <a:r>
              <a:rPr lang="en-US" dirty="0"/>
              <a:t>Then I introduce the </a:t>
            </a:r>
            <a:r>
              <a:rPr lang="en-US" dirty="0" err="1"/>
              <a:t>AdaptDQC</a:t>
            </a:r>
            <a:r>
              <a:rPr lang="en-US" dirty="0"/>
              <a:t> overview. The key idea is to describe different communication choices using graph-based models.</a:t>
            </a:r>
          </a:p>
          <a:p>
            <a:r>
              <a:rPr lang="en-US" dirty="0"/>
              <a:t>After that, I explain the adaptive compiler. It simplifies, clusters, and then tunes the graph according to the target metric.</a:t>
            </a:r>
          </a:p>
          <a:p>
            <a:r>
              <a:rPr lang="en-US" dirty="0"/>
              <a:t>Finally, I show the experimental evaluation and the AdaptDQC API. </a:t>
            </a:r>
            <a:r>
              <a:rPr lang="zh-CN" altLang="en-US" dirty="0"/>
              <a:t> </a:t>
            </a:r>
            <a:r>
              <a:rPr lang="en-US" altLang="zh-CN" dirty="0"/>
              <a:t>I</a:t>
            </a:r>
            <a:r>
              <a:rPr lang="zh-CN" altLang="en-US" dirty="0"/>
              <a:t> </a:t>
            </a:r>
            <a:r>
              <a:rPr lang="en-US" altLang="zh-CN" dirty="0"/>
              <a:t>will</a:t>
            </a:r>
            <a:r>
              <a:rPr lang="zh-CN" altLang="en-US" dirty="0"/>
              <a:t> </a:t>
            </a:r>
            <a:r>
              <a:rPr lang="en-US" altLang="zh-CN" dirty="0"/>
              <a:t>show</a:t>
            </a:r>
            <a:r>
              <a:rPr lang="zh-CN" altLang="en-US" dirty="0"/>
              <a:t> </a:t>
            </a:r>
            <a:r>
              <a:rPr lang="en-US" altLang="zh-CN" dirty="0"/>
              <a:t>how</a:t>
            </a:r>
            <a:r>
              <a:rPr lang="zh-CN" altLang="en-US" dirty="0"/>
              <a:t> </a:t>
            </a:r>
            <a:r>
              <a:rPr lang="en-US" dirty="0"/>
              <a:t>to connect the paper ideas to concrete workflows.</a:t>
            </a:r>
          </a:p>
        </p:txBody>
      </p:sp>
      <p:sp>
        <p:nvSpPr>
          <p:cNvPr id="4" name="灯片编号占位符 3"/>
          <p:cNvSpPr>
            <a:spLocks noGrp="1"/>
          </p:cNvSpPr>
          <p:nvPr>
            <p:ph type="sldNum" sz="quarter" idx="5"/>
          </p:nvPr>
        </p:nvSpPr>
        <p:spPr/>
        <p:txBody>
          <a:bodyPr/>
          <a:lstStyle/>
          <a:p>
            <a:r>
              <a:rPr lang="en-US" dirty="0"/>
              <a:t>2</a:t>
            </a:r>
          </a:p>
        </p:txBody>
      </p:sp>
    </p:spTree>
    <p:extLst>
      <p:ext uri="{BB962C8B-B14F-4D97-AF65-F5344CB8AC3E}">
        <p14:creationId xmlns:p14="http://schemas.microsoft.com/office/powerpoint/2010/main" val="2905624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motivation starts from a single-chip bottleneck. A larger circuit may exceed the width, depth, or noise budget of one QPU.</a:t>
            </a:r>
          </a:p>
          <a:p>
            <a:r>
              <a:rPr lang="en-US" dirty="0"/>
              <a:t>Distributed quantum computing splits the task across several smaller QPUs. In the diagram, one circuit becomes work for QPU A, QPU B, and QPU C.</a:t>
            </a:r>
          </a:p>
          <a:p>
            <a:r>
              <a:rPr lang="en-US" dirty="0"/>
              <a:t>The system then executes these pieces and reconstructs the global result. That makes the compiler central to the whole pipeline.</a:t>
            </a:r>
          </a:p>
          <a:p>
            <a:r>
              <a:rPr lang="en-US" dirty="0"/>
              <a:t>A poor split can create too much communication. A good split keeps the subcircuits feasible and preserves the useful computation.</a:t>
            </a:r>
          </a:p>
        </p:txBody>
      </p:sp>
      <p:sp>
        <p:nvSpPr>
          <p:cNvPr id="4" name="灯片编号占位符 3"/>
          <p:cNvSpPr>
            <a:spLocks noGrp="1"/>
          </p:cNvSpPr>
          <p:nvPr>
            <p:ph type="sldNum" sz="quarter" idx="5"/>
          </p:nvPr>
        </p:nvSpPr>
        <p:spPr/>
        <p:txBody>
          <a:bodyPr/>
          <a:lstStyle/>
          <a:p>
            <a:r>
              <a:rPr lang="en-US" dirty="0"/>
              <a:t>3</a:t>
            </a:r>
          </a:p>
        </p:txBody>
      </p:sp>
    </p:spTree>
    <p:extLst>
      <p:ext uri="{BB962C8B-B14F-4D97-AF65-F5344CB8AC3E}">
        <p14:creationId xmlns:p14="http://schemas.microsoft.com/office/powerpoint/2010/main" val="2801620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separates two axes of </a:t>
            </a:r>
            <a:r>
              <a:rPr kumimoji="1" lang="en-US" altLang="zh-CN" dirty="0">
                <a:solidFill>
                  <a:schemeClr val="tx1"/>
                </a:solidFill>
              </a:rPr>
              <a:t>Inter-chip </a:t>
            </a:r>
            <a:r>
              <a:rPr lang="en-US" dirty="0"/>
              <a:t>communication. The rows show </a:t>
            </a:r>
            <a:r>
              <a:rPr kumimoji="1" lang="en-US" altLang="zh-CN" dirty="0">
                <a:solidFill>
                  <a:schemeClr val="tx1"/>
                </a:solidFill>
              </a:rPr>
              <a:t>communication architecture, including</a:t>
            </a:r>
            <a:r>
              <a:rPr lang="en-US" dirty="0"/>
              <a:t> Qubit Comm and Gate Comm. The columns show </a:t>
            </a:r>
            <a:r>
              <a:rPr kumimoji="1" lang="en-US" altLang="zh-CN" dirty="0">
                <a:solidFill>
                  <a:schemeClr val="tx1"/>
                </a:solidFill>
              </a:rPr>
              <a:t>Implementation of Communication, including </a:t>
            </a:r>
            <a:r>
              <a:rPr lang="en-US" dirty="0"/>
              <a:t>classical communication and quantum links.</a:t>
            </a:r>
          </a:p>
          <a:p>
            <a:r>
              <a:rPr lang="en-US" dirty="0"/>
              <a:t>In QubitComm with classical communication, we cut wires and use tensor computation to reconstruct the result. With a quantum link, the same qubit movement can be implemented through quantum teleportation.</a:t>
            </a:r>
          </a:p>
          <a:p>
            <a:r>
              <a:rPr lang="en-US" dirty="0"/>
              <a:t>GateComm is different. It keeps local qubits on chips and implements remote gates through tensor computation or a quantum network.</a:t>
            </a:r>
          </a:p>
          <a:p>
            <a:r>
              <a:rPr lang="en-US" dirty="0"/>
              <a:t>Thus, the same circuit can be compiled through several communication architectures. </a:t>
            </a:r>
          </a:p>
        </p:txBody>
      </p:sp>
      <p:sp>
        <p:nvSpPr>
          <p:cNvPr id="4" name="灯片编号占位符 3"/>
          <p:cNvSpPr>
            <a:spLocks noGrp="1"/>
          </p:cNvSpPr>
          <p:nvPr>
            <p:ph type="sldNum" sz="quarter" idx="5"/>
          </p:nvPr>
        </p:nvSpPr>
        <p:spPr/>
        <p:txBody>
          <a:bodyPr/>
          <a:lstStyle/>
          <a:p>
            <a:r>
              <a:rPr lang="en-US" dirty="0"/>
              <a:t>4</a:t>
            </a:r>
          </a:p>
        </p:txBody>
      </p:sp>
    </p:spTree>
    <p:extLst>
      <p:ext uri="{BB962C8B-B14F-4D97-AF65-F5344CB8AC3E}">
        <p14:creationId xmlns:p14="http://schemas.microsoft.com/office/powerpoint/2010/main" val="865809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example shows why the Communication Architectures matter. We distribute the same circuit onto two-qubit chips, but the cuts are different.</a:t>
            </a:r>
          </a:p>
          <a:p>
            <a:r>
              <a:rPr lang="en-US" dirty="0"/>
              <a:t>QubitComm uses wire partition. Here it creates five partitions, because cutting a wire separates a qubit timeline.</a:t>
            </a:r>
          </a:p>
          <a:p>
            <a:r>
              <a:rPr lang="en-US" dirty="0"/>
              <a:t>GateComm uses gate partition. It creates four partitions, because the remote two-qubit gate is handled as communication.</a:t>
            </a:r>
          </a:p>
          <a:p>
            <a:r>
              <a:rPr lang="en-US" dirty="0"/>
              <a:t>HybridComm can use both wire and gate partition. In this example it needs only two partitions.</a:t>
            </a:r>
          </a:p>
          <a:p>
            <a:r>
              <a:rPr lang="en-US" dirty="0"/>
              <a:t>The message is that the a</a:t>
            </a:r>
            <a:r>
              <a:rPr lang="en-US" altLang="zh-CN" dirty="0"/>
              <a:t>rchitectures</a:t>
            </a:r>
            <a:r>
              <a:rPr lang="en-US" dirty="0"/>
              <a:t> choice changes the size of the distributed workload. It also changes reconstruction cost and latency.</a:t>
            </a:r>
          </a:p>
        </p:txBody>
      </p:sp>
      <p:sp>
        <p:nvSpPr>
          <p:cNvPr id="4" name="灯片编号占位符 3"/>
          <p:cNvSpPr>
            <a:spLocks noGrp="1"/>
          </p:cNvSpPr>
          <p:nvPr>
            <p:ph type="sldNum" sz="quarter" idx="5"/>
          </p:nvPr>
        </p:nvSpPr>
        <p:spPr/>
        <p:txBody>
          <a:bodyPr/>
          <a:lstStyle/>
          <a:p>
            <a:r>
              <a:rPr lang="en-US" dirty="0"/>
              <a:t>5</a:t>
            </a:r>
          </a:p>
        </p:txBody>
      </p:sp>
    </p:spTree>
    <p:extLst>
      <p:ext uri="{BB962C8B-B14F-4D97-AF65-F5344CB8AC3E}">
        <p14:creationId xmlns:p14="http://schemas.microsoft.com/office/powerpoint/2010/main" val="3578160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Now we can frame the compiler problem. The DQC pipeline starts with a circuit, partitions it into subcircuits, maps them to QPU layouts, runs them, and reconstructs results.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each step, the compiler must answer a different question. Where should we cut? How should subcircuits be mapped? Which communication should be used?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i="0" dirty="0">
                <a:solidFill>
                  <a:srgbClr val="000000"/>
                </a:solidFill>
                <a:latin typeface="Times New Roman"/>
              </a:rPr>
              <a:t>These decisions are coupled</a:t>
            </a:r>
            <a:r>
              <a:rPr lang="en-US" dirty="0"/>
              <a:t>. </a:t>
            </a:r>
          </a:p>
        </p:txBody>
      </p:sp>
      <p:sp>
        <p:nvSpPr>
          <p:cNvPr id="4" name="灯片编号占位符 3"/>
          <p:cNvSpPr>
            <a:spLocks noGrp="1"/>
          </p:cNvSpPr>
          <p:nvPr>
            <p:ph type="sldNum" sz="quarter" idx="5"/>
          </p:nvPr>
        </p:nvSpPr>
        <p:spPr/>
        <p:txBody>
          <a:bodyPr/>
          <a:lstStyle/>
          <a:p>
            <a:r>
              <a:rPr lang="en-US" dirty="0"/>
              <a:t>6</a:t>
            </a:r>
          </a:p>
        </p:txBody>
      </p:sp>
    </p:spTree>
    <p:extLst>
      <p:ext uri="{BB962C8B-B14F-4D97-AF65-F5344CB8AC3E}">
        <p14:creationId xmlns:p14="http://schemas.microsoft.com/office/powerpoint/2010/main" val="630080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Existing compilers cover important parts of DQC, but they do not cover the full combination.</a:t>
            </a:r>
          </a:p>
          <a:p>
            <a:r>
              <a:rPr lang="en-US" dirty="0"/>
              <a:t>CutQC supports QubitComm and gives communication metrics. QMPI focuses on </a:t>
            </a:r>
            <a:r>
              <a:rPr lang="en-US" dirty="0" err="1"/>
              <a:t>QubitComm</a:t>
            </a:r>
            <a:r>
              <a:rPr lang="en-US" dirty="0"/>
              <a:t> latency. </a:t>
            </a:r>
            <a:r>
              <a:rPr lang="en-US" dirty="0" err="1"/>
              <a:t>AutoComm</a:t>
            </a:r>
            <a:r>
              <a:rPr lang="en-US" dirty="0"/>
              <a:t> targets </a:t>
            </a:r>
            <a:r>
              <a:rPr lang="en-US" dirty="0" err="1"/>
              <a:t>GateComm</a:t>
            </a:r>
            <a:r>
              <a:rPr lang="en-US" dirty="0"/>
              <a:t> communication and latency.</a:t>
            </a:r>
          </a:p>
          <a:p>
            <a:r>
              <a:rPr lang="en-US" dirty="0"/>
              <a:t>Hypergraph and ZX-calculus methods add useful structure. They still leave gaps in supported metrics and topology.</a:t>
            </a:r>
          </a:p>
          <a:p>
            <a:r>
              <a:rPr lang="en-US" dirty="0"/>
              <a:t>AdaptDQC is designed to cover QubitComm, GateComm, and performance metrics in one framework.</a:t>
            </a:r>
          </a:p>
          <a:p>
            <a:r>
              <a:rPr lang="en-US" dirty="0"/>
              <a:t>The requirements at the bottom summarize the goal. We need a unified description, quantitative performance evaluation, and an adaptive optimization strategy.</a:t>
            </a:r>
          </a:p>
        </p:txBody>
      </p:sp>
      <p:sp>
        <p:nvSpPr>
          <p:cNvPr id="4" name="灯片编号占位符 3"/>
          <p:cNvSpPr>
            <a:spLocks noGrp="1"/>
          </p:cNvSpPr>
          <p:nvPr>
            <p:ph type="sldNum" sz="quarter" idx="5"/>
          </p:nvPr>
        </p:nvSpPr>
        <p:spPr/>
        <p:txBody>
          <a:bodyPr/>
          <a:lstStyle/>
          <a:p>
            <a:r>
              <a:rPr lang="en-US" dirty="0"/>
              <a:t>7</a:t>
            </a:r>
          </a:p>
        </p:txBody>
      </p:sp>
    </p:spTree>
    <p:extLst>
      <p:ext uri="{BB962C8B-B14F-4D97-AF65-F5344CB8AC3E}">
        <p14:creationId xmlns:p14="http://schemas.microsoft.com/office/powerpoint/2010/main" val="1434216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first part established the background and challenges. The next part explains the overview of AdaptDQC.</a:t>
            </a:r>
          </a:p>
          <a:p>
            <a:r>
              <a:rPr lang="en-US" dirty="0"/>
              <a:t>The goal here is to give every compilation decision a clear representation. Once the decision is represented, we can attach a cost model to it.</a:t>
            </a:r>
          </a:p>
          <a:p>
            <a:r>
              <a:rPr lang="en-US" dirty="0"/>
              <a:t>This overview also prepares the later compiler slides. The compiler becomes effective when the graph model exposes topology, latency, and communication signals.</a:t>
            </a:r>
          </a:p>
        </p:txBody>
      </p:sp>
      <p:sp>
        <p:nvSpPr>
          <p:cNvPr id="4" name="灯片编号占位符 3"/>
          <p:cNvSpPr>
            <a:spLocks noGrp="1"/>
          </p:cNvSpPr>
          <p:nvPr>
            <p:ph type="sldNum" sz="quarter" idx="5"/>
          </p:nvPr>
        </p:nvSpPr>
        <p:spPr/>
        <p:txBody>
          <a:bodyPr/>
          <a:lstStyle/>
          <a:p>
            <a:r>
              <a:rPr lang="en-US" dirty="0"/>
              <a:t>8</a:t>
            </a:r>
          </a:p>
        </p:txBody>
      </p:sp>
    </p:spTree>
    <p:extLst>
      <p:ext uri="{BB962C8B-B14F-4D97-AF65-F5344CB8AC3E}">
        <p14:creationId xmlns:p14="http://schemas.microsoft.com/office/powerpoint/2010/main" val="1536470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r>
              <a:rPr lang="en-US" dirty="0"/>
              <a:t>AdaptDQC takes a circuit and first converts it into a graph model.</a:t>
            </a:r>
          </a:p>
          <a:p>
            <a:r>
              <a:rPr lang="en-US" dirty="0"/>
              <a:t>The performance analysis</a:t>
            </a:r>
            <a:r>
              <a:rPr lang="zh-CN" altLang="en-US" dirty="0"/>
              <a:t> </a:t>
            </a:r>
            <a:r>
              <a:rPr lang="en-US" altLang="zh-CN" dirty="0"/>
              <a:t>engine</a:t>
            </a:r>
            <a:r>
              <a:rPr lang="en-US" dirty="0"/>
              <a:t> reads that model and estimates topology cost, communication cost, latency, and related metrics.</a:t>
            </a:r>
          </a:p>
          <a:p>
            <a:r>
              <a:rPr lang="en-US" dirty="0"/>
              <a:t>Those scores are then passed to the optimizer. The optimizer searches for a better partitioning and mapping choice.</a:t>
            </a:r>
          </a:p>
          <a:p>
            <a:r>
              <a:rPr lang="en-US" dirty="0"/>
              <a:t>The final solution is sent to the distributed quantum hardware.</a:t>
            </a:r>
          </a:p>
        </p:txBody>
      </p:sp>
      <p:sp>
        <p:nvSpPr>
          <p:cNvPr id="4" name="灯片编号占位符 3"/>
          <p:cNvSpPr>
            <a:spLocks noGrp="1"/>
          </p:cNvSpPr>
          <p:nvPr>
            <p:ph type="sldNum" sz="quarter" idx="5"/>
          </p:nvPr>
        </p:nvSpPr>
        <p:spPr/>
        <p:txBody>
          <a:bodyPr/>
          <a:lstStyle/>
          <a:p>
            <a:r>
              <a:rPr lang="en-US" dirty="0"/>
              <a:t>9</a:t>
            </a:r>
          </a:p>
        </p:txBody>
      </p:sp>
    </p:spTree>
    <p:extLst>
      <p:ext uri="{BB962C8B-B14F-4D97-AF65-F5344CB8AC3E}">
        <p14:creationId xmlns:p14="http://schemas.microsoft.com/office/powerpoint/2010/main" val="2905624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graph formulation assigns each decision to a different view.</a:t>
            </a:r>
          </a:p>
          <a:p>
            <a:r>
              <a:rPr lang="en-US" dirty="0"/>
              <a:t>The left panel starts from a circuit partition. Wire cuts and gate cuts both appear in the same distributed setting.</a:t>
            </a:r>
          </a:p>
          <a:p>
            <a:r>
              <a:rPr lang="en-US" dirty="0"/>
              <a:t>The SDHG captures qubit-space relations. It marks qubit nodes, EPR qubits, tensorization, and teleportation.</a:t>
            </a:r>
          </a:p>
          <a:p>
            <a:r>
              <a:rPr lang="en-US" dirty="0"/>
              <a:t>The TDAG captures gate-time dependencies. It shows which operations must wait for earlier operations.</a:t>
            </a:r>
          </a:p>
          <a:p>
            <a:r>
              <a:rPr lang="en-US" dirty="0"/>
              <a:t>The CG captures chip-level communication. It distinguishes QubitComm and GateComm across chip connections.</a:t>
            </a:r>
          </a:p>
          <a:p>
            <a:r>
              <a:rPr lang="en-US" dirty="0"/>
              <a:t>Together, these views connect topology, latency, and communication. This is why the latter optimizer can compare different ICC choices.</a:t>
            </a:r>
          </a:p>
        </p:txBody>
      </p:sp>
      <p:sp>
        <p:nvSpPr>
          <p:cNvPr id="4" name="灯片编号占位符 3"/>
          <p:cNvSpPr>
            <a:spLocks noGrp="1"/>
          </p:cNvSpPr>
          <p:nvPr>
            <p:ph type="sldNum" sz="quarter" idx="5"/>
          </p:nvPr>
        </p:nvSpPr>
        <p:spPr/>
        <p:txBody>
          <a:bodyPr/>
          <a:lstStyle/>
          <a:p>
            <a:r>
              <a:rPr lang="en-US" dirty="0"/>
              <a:t>10</a:t>
            </a:r>
          </a:p>
        </p:txBody>
      </p:sp>
    </p:spTree>
    <p:extLst>
      <p:ext uri="{BB962C8B-B14F-4D97-AF65-F5344CB8AC3E}">
        <p14:creationId xmlns:p14="http://schemas.microsoft.com/office/powerpoint/2010/main" val="364930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87CA5-FD38-91D1-8B67-A808B98478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103C8E-6835-0FE2-EB0C-EBFEFC4CFD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AF03B1-FCF5-79C8-E054-21300F8074E9}"/>
              </a:ext>
            </a:extLst>
          </p:cNvPr>
          <p:cNvSpPr>
            <a:spLocks noGrp="1"/>
          </p:cNvSpPr>
          <p:nvPr>
            <p:ph type="body" idx="1"/>
          </p:nvPr>
        </p:nvSpPr>
        <p:spPr/>
        <p:txBody>
          <a:bodyPr/>
          <a:lstStyle/>
          <a:p>
            <a:r>
              <a:rPr lang="en-US" dirty="0"/>
              <a:t>The SDHG is the spatial view of qubit relations.</a:t>
            </a:r>
          </a:p>
          <a:p>
            <a:r>
              <a:rPr lang="en-US" dirty="0"/>
              <a:t>For </a:t>
            </a:r>
            <a:r>
              <a:rPr lang="en-US" dirty="0" err="1"/>
              <a:t>QubitComm</a:t>
            </a:r>
            <a:r>
              <a:rPr lang="en-US" dirty="0"/>
              <a:t>, a wire cut duplicates a qubit state across subcircuits. Thus, the . A remote gate introduces EPR resources or an equivalent communication workload.</a:t>
            </a:r>
          </a:p>
          <a:p>
            <a:r>
              <a:rPr lang="en-US" dirty="0"/>
              <a:t>Because of this structure, the topology cost becomes measurable.</a:t>
            </a:r>
          </a:p>
          <a:p>
            <a:r>
              <a:rPr lang="en-US" dirty="0"/>
              <a:t>The objective compares the subcircuit graph with the chip graph. A better match reduces routing overhead.</a:t>
            </a:r>
          </a:p>
          <a:p>
            <a:r>
              <a:rPr lang="en-US" dirty="0"/>
              <a:t>The small diagrams at the bottom show why layout matters. If interacting qubits are far apart on hardware, extra SWAP gates appear.</a:t>
            </a:r>
          </a:p>
          <a:p>
            <a:r>
              <a:rPr lang="en-US" dirty="0"/>
              <a:t>Those SWAP gates increase depth and error.</a:t>
            </a:r>
          </a:p>
        </p:txBody>
      </p:sp>
      <p:sp>
        <p:nvSpPr>
          <p:cNvPr id="4" name="灯片编号占位符 3">
            <a:extLst>
              <a:ext uri="{FF2B5EF4-FFF2-40B4-BE49-F238E27FC236}">
                <a16:creationId xmlns:a16="http://schemas.microsoft.com/office/drawing/2014/main" id="{1DFC14ED-A421-9344-6CFF-217FE011DFEE}"/>
              </a:ext>
            </a:extLst>
          </p:cNvPr>
          <p:cNvSpPr>
            <a:spLocks noGrp="1"/>
          </p:cNvSpPr>
          <p:nvPr>
            <p:ph type="sldNum" sz="quarter" idx="5"/>
          </p:nvPr>
        </p:nvSpPr>
        <p:spPr/>
        <p:txBody>
          <a:bodyPr/>
          <a:lstStyle/>
          <a:p>
            <a:r>
              <a:rPr lang="en-US" dirty="0"/>
              <a:t>11</a:t>
            </a:r>
          </a:p>
        </p:txBody>
      </p:sp>
    </p:spTree>
    <p:extLst>
      <p:ext uri="{BB962C8B-B14F-4D97-AF65-F5344CB8AC3E}">
        <p14:creationId xmlns:p14="http://schemas.microsoft.com/office/powerpoint/2010/main" val="798258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TDAG is the temporal view. It records gate dependencies and shows which operations can run in parallel.</a:t>
            </a:r>
          </a:p>
          <a:p>
            <a:r>
              <a:rPr lang="en-US" dirty="0"/>
              <a:t>For GateComm, latency is computed along the longest dependency path. Remote gates add communication delay on that path.</a:t>
            </a:r>
          </a:p>
          <a:p>
            <a:r>
              <a:rPr lang="en-US" dirty="0"/>
              <a:t>For QubitComm, the latency is the maximum latency among the generated subcircuits.</a:t>
            </a:r>
          </a:p>
          <a:p>
            <a:r>
              <a:rPr lang="en-US" dirty="0"/>
              <a:t>This difference matters because two partitions can have similar communication counts but very different critical paths.</a:t>
            </a:r>
          </a:p>
          <a:p>
            <a:r>
              <a:rPr lang="en-US" dirty="0"/>
              <a:t>TDAG gives the compiler a direct way to score that timing effect.</a:t>
            </a:r>
          </a:p>
        </p:txBody>
      </p:sp>
      <p:sp>
        <p:nvSpPr>
          <p:cNvPr id="4" name="灯片编号占位符 3"/>
          <p:cNvSpPr>
            <a:spLocks noGrp="1"/>
          </p:cNvSpPr>
          <p:nvPr>
            <p:ph type="sldNum" sz="quarter" idx="5"/>
          </p:nvPr>
        </p:nvSpPr>
        <p:spPr/>
        <p:txBody>
          <a:bodyPr/>
          <a:lstStyle/>
          <a:p>
            <a:r>
              <a:rPr lang="en-US" dirty="0"/>
              <a:t>12</a:t>
            </a:r>
          </a:p>
        </p:txBody>
      </p:sp>
    </p:spTree>
    <p:extLst>
      <p:ext uri="{BB962C8B-B14F-4D97-AF65-F5344CB8AC3E}">
        <p14:creationId xmlns:p14="http://schemas.microsoft.com/office/powerpoint/2010/main" val="2669445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CG is the chip-level communication graph. It can be used to calculate communication cost. For example, there are three QPUs connected by QubitComm arrows and GateComm links.</a:t>
            </a:r>
          </a:p>
          <a:p>
            <a:r>
              <a:rPr lang="en-US" dirty="0"/>
              <a:t>The communication counts two different costs. Wire cuts create a factor of four to the power of K. Gate communication adds EPR-pair demand.</a:t>
            </a:r>
          </a:p>
          <a:p>
            <a:r>
              <a:rPr lang="en-US" dirty="0"/>
              <a:t>In the example, K(g1) and K(g2) are both two, and the total communication cost becomes 608.</a:t>
            </a:r>
          </a:p>
          <a:p>
            <a:r>
              <a:rPr lang="en-US" dirty="0"/>
              <a:t>The compiler uses CG to count EPR resources, cut-wire workloads, select a hybrid architecture, and balance global metrics.</a:t>
            </a:r>
          </a:p>
          <a:p>
            <a:r>
              <a:rPr lang="en-US" dirty="0"/>
              <a:t>This graph is the bridge from local cuts to hardware-level communication.</a:t>
            </a:r>
          </a:p>
        </p:txBody>
      </p:sp>
      <p:sp>
        <p:nvSpPr>
          <p:cNvPr id="4" name="灯片编号占位符 3"/>
          <p:cNvSpPr>
            <a:spLocks noGrp="1"/>
          </p:cNvSpPr>
          <p:nvPr>
            <p:ph type="sldNum" sz="quarter" idx="5"/>
          </p:nvPr>
        </p:nvSpPr>
        <p:spPr/>
        <p:txBody>
          <a:bodyPr/>
          <a:lstStyle/>
          <a:p>
            <a:r>
              <a:rPr lang="en-US" dirty="0"/>
              <a:t>13</a:t>
            </a:r>
          </a:p>
        </p:txBody>
      </p:sp>
    </p:spTree>
    <p:extLst>
      <p:ext uri="{BB962C8B-B14F-4D97-AF65-F5344CB8AC3E}">
        <p14:creationId xmlns:p14="http://schemas.microsoft.com/office/powerpoint/2010/main" val="2861330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performance engine turns the three graphs into optimization signals.</a:t>
            </a:r>
          </a:p>
          <a:p>
            <a:r>
              <a:rPr lang="en-US" dirty="0"/>
              <a:t>Topology comes from the SDHG. Latency comes from the TDAG. Communication comes from the CG.</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Performance Analysis Engine combines these metrics before the circuit is executed.</a:t>
            </a:r>
          </a:p>
          <a:p>
            <a:r>
              <a:rPr lang="en-US" dirty="0"/>
              <a:t>This is useful because the compiler can compare candidate partitions without running every candidate on hardware.</a:t>
            </a:r>
          </a:p>
          <a:p>
            <a:r>
              <a:rPr lang="en-US" dirty="0"/>
              <a:t>That lets the optimizer adapt to the user goal, such as communication, latency, or topology.</a:t>
            </a:r>
          </a:p>
        </p:txBody>
      </p:sp>
      <p:sp>
        <p:nvSpPr>
          <p:cNvPr id="4" name="灯片编号占位符 3"/>
          <p:cNvSpPr>
            <a:spLocks noGrp="1"/>
          </p:cNvSpPr>
          <p:nvPr>
            <p:ph type="sldNum" sz="quarter" idx="5"/>
          </p:nvPr>
        </p:nvSpPr>
        <p:spPr/>
        <p:txBody>
          <a:bodyPr/>
          <a:lstStyle/>
          <a:p>
            <a:r>
              <a:rPr lang="en-US" dirty="0"/>
              <a:t>14</a:t>
            </a:r>
          </a:p>
        </p:txBody>
      </p:sp>
    </p:spTree>
    <p:extLst>
      <p:ext uri="{BB962C8B-B14F-4D97-AF65-F5344CB8AC3E}">
        <p14:creationId xmlns:p14="http://schemas.microsoft.com/office/powerpoint/2010/main" val="772103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We now move from the model to the compiler.</a:t>
            </a:r>
          </a:p>
          <a:p>
            <a:r>
              <a:rPr lang="en-US" dirty="0"/>
              <a:t>The overview showed how AdaptDQC represents and scores a distributed circuit. The next question is how to find a good solution efficiently.</a:t>
            </a:r>
          </a:p>
          <a:p>
            <a:r>
              <a:rPr lang="en-US" dirty="0"/>
              <a:t>The adaptive compiler answers this with a multi-stage pipeline.</a:t>
            </a:r>
          </a:p>
          <a:p>
            <a:r>
              <a:rPr lang="en-US" dirty="0"/>
              <a:t>It first simplifies the graph, then clusters it, then uses reverse tuning to refine the result.</a:t>
            </a:r>
          </a:p>
          <a:p>
            <a:r>
              <a:rPr lang="en-US" dirty="0"/>
              <a:t>The final output is a set of executable subcircuits and communication decisions.</a:t>
            </a:r>
          </a:p>
        </p:txBody>
      </p:sp>
      <p:sp>
        <p:nvSpPr>
          <p:cNvPr id="4" name="灯片编号占位符 3"/>
          <p:cNvSpPr>
            <a:spLocks noGrp="1"/>
          </p:cNvSpPr>
          <p:nvPr>
            <p:ph type="sldNum" sz="quarter" idx="5"/>
          </p:nvPr>
        </p:nvSpPr>
        <p:spPr/>
        <p:txBody>
          <a:bodyPr/>
          <a:lstStyle/>
          <a:p>
            <a:r>
              <a:rPr lang="en-US" dirty="0"/>
              <a:t>15</a:t>
            </a:r>
          </a:p>
        </p:txBody>
      </p:sp>
    </p:spTree>
    <p:extLst>
      <p:ext uri="{BB962C8B-B14F-4D97-AF65-F5344CB8AC3E}">
        <p14:creationId xmlns:p14="http://schemas.microsoft.com/office/powerpoint/2010/main" val="1942067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This slide gives the full compiler loop. The left side shows the algorithmic stages, and the right side summarizes the flow.</a:t>
            </a:r>
          </a:p>
          <a:p>
            <a:r>
              <a:rPr lang="en-US" dirty="0"/>
              <a:t>In graph simplification, AdaptDQC compresses the TDAG. This reduces the search space before clustering starts.</a:t>
            </a:r>
          </a:p>
          <a:p>
            <a:r>
              <a:rPr lang="en-US" dirty="0"/>
              <a:t>In graph clustering, it creates an initial solution. The clusters decide which gates and qubits stay together.</a:t>
            </a:r>
          </a:p>
          <a:p>
            <a:r>
              <a:rPr lang="en-US" dirty="0"/>
              <a:t>Reverse tuning then moves nodes when the performance engine predicts an improvement.</a:t>
            </a:r>
          </a:p>
          <a:p>
            <a:r>
              <a:rPr lang="en-US" dirty="0"/>
              <a:t>Finally, solution generation produces the subcircuits and the communication plan.</a:t>
            </a:r>
          </a:p>
          <a:p>
            <a:r>
              <a:rPr lang="en-US" dirty="0"/>
              <a:t>The key idea is feedback. The metric signal guides every refinement, so the compiler is aligned with the selected objective.</a:t>
            </a:r>
          </a:p>
        </p:txBody>
      </p:sp>
      <p:sp>
        <p:nvSpPr>
          <p:cNvPr id="4" name="灯片编号占位符 3"/>
          <p:cNvSpPr>
            <a:spLocks noGrp="1"/>
          </p:cNvSpPr>
          <p:nvPr>
            <p:ph type="sldNum" sz="quarter" idx="5"/>
          </p:nvPr>
        </p:nvSpPr>
        <p:spPr/>
        <p:txBody>
          <a:bodyPr/>
          <a:lstStyle/>
          <a:p>
            <a:r>
              <a:rPr lang="en-US" dirty="0"/>
              <a:t>16</a:t>
            </a:r>
          </a:p>
        </p:txBody>
      </p:sp>
    </p:spTree>
    <p:extLst>
      <p:ext uri="{BB962C8B-B14F-4D97-AF65-F5344CB8AC3E}">
        <p14:creationId xmlns:p14="http://schemas.microsoft.com/office/powerpoint/2010/main" val="1358725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6B30C-31DB-46B4-CA4F-6B1DB24E53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C48824-8F91-1A39-F8A9-75BAA71EA0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88A845-4819-1F7F-456D-438A2359C9D5}"/>
              </a:ext>
            </a:extLst>
          </p:cNvPr>
          <p:cNvSpPr>
            <a:spLocks noGrp="1"/>
          </p:cNvSpPr>
          <p:nvPr>
            <p:ph type="body" idx="1"/>
          </p:nvPr>
        </p:nvSpPr>
        <p:spPr/>
        <p:txBody>
          <a:bodyPr/>
          <a:lstStyle/>
          <a:p>
            <a:r>
              <a:rPr lang="en-US" dirty="0"/>
              <a:t>Graph simplification removes unnecessary detail while preserving dependencies.</a:t>
            </a:r>
          </a:p>
          <a:p>
            <a:r>
              <a:rPr lang="en-US" dirty="0"/>
              <a:t>The rule in the middle identifies a node with only one forward ancestor. Such nodes can be merged into the ancestor without changing the reachable order.</a:t>
            </a:r>
          </a:p>
          <a:p>
            <a:r>
              <a:rPr lang="en-US" dirty="0"/>
              <a:t>The same rule is applied to the following node when the condition holds.</a:t>
            </a:r>
          </a:p>
          <a:p>
            <a:r>
              <a:rPr lang="en-US" dirty="0"/>
              <a:t>The bottom example shows the effect. The original quantum circuit has many fine-grained gates.</a:t>
            </a:r>
          </a:p>
          <a:p>
            <a:r>
              <a:rPr lang="en-US" dirty="0"/>
              <a:t>After simplification, the TDAG G0 has fewer nodes and cleaner dependency structure.</a:t>
            </a:r>
          </a:p>
          <a:p>
            <a:r>
              <a:rPr lang="en-US" dirty="0"/>
              <a:t>This makes the next clustering step faster and less noisy.</a:t>
            </a:r>
          </a:p>
        </p:txBody>
      </p:sp>
      <p:sp>
        <p:nvSpPr>
          <p:cNvPr id="4" name="灯片编号占位符 3">
            <a:extLst>
              <a:ext uri="{FF2B5EF4-FFF2-40B4-BE49-F238E27FC236}">
                <a16:creationId xmlns:a16="http://schemas.microsoft.com/office/drawing/2014/main" id="{BE378B61-0593-0A16-90AB-232EA297FE61}"/>
              </a:ext>
            </a:extLst>
          </p:cNvPr>
          <p:cNvSpPr>
            <a:spLocks noGrp="1"/>
          </p:cNvSpPr>
          <p:nvPr>
            <p:ph type="sldNum" sz="quarter" idx="5"/>
          </p:nvPr>
        </p:nvSpPr>
        <p:spPr/>
        <p:txBody>
          <a:bodyPr/>
          <a:lstStyle/>
          <a:p>
            <a:r>
              <a:rPr lang="en-US" dirty="0"/>
              <a:t>17</a:t>
            </a:r>
          </a:p>
        </p:txBody>
      </p:sp>
    </p:spTree>
    <p:extLst>
      <p:ext uri="{BB962C8B-B14F-4D97-AF65-F5344CB8AC3E}">
        <p14:creationId xmlns:p14="http://schemas.microsoft.com/office/powerpoint/2010/main" val="9825356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B1EF5-0F47-DB8C-7168-B293938AF3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BCC492-5572-B41C-1A44-605C2F0CD0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59F00F-560A-6F1F-E1E4-D48AE996142A}"/>
              </a:ext>
            </a:extLst>
          </p:cNvPr>
          <p:cNvSpPr>
            <a:spLocks noGrp="1"/>
          </p:cNvSpPr>
          <p:nvPr>
            <p:ph type="body" idx="1"/>
          </p:nvPr>
        </p:nvSpPr>
        <p:spPr/>
        <p:txBody>
          <a:bodyPr/>
          <a:lstStyle/>
          <a:p>
            <a:r>
              <a:rPr lang="en-US" dirty="0"/>
              <a:t>Graph clustering builds the initial distributed solution.</a:t>
            </a:r>
          </a:p>
          <a:p>
            <a:r>
              <a:rPr lang="en-US" dirty="0"/>
              <a:t>It starts with temporal clustering on the TDAG. Connected nodes are merged, so each cluster contains more gates and a clearer execution block.</a:t>
            </a:r>
          </a:p>
          <a:p>
            <a:r>
              <a:rPr lang="en-US" dirty="0"/>
              <a:t>Then AdaptDQC moves to spatial clustering through the SDHG. The goal is to group qubits that fit within available chip capacity.</a:t>
            </a:r>
          </a:p>
          <a:p>
            <a:r>
              <a:rPr lang="en-US" dirty="0"/>
              <a:t>The CG stage maps each node to a chip. If a node has too many qubits, it is clustered further.</a:t>
            </a:r>
          </a:p>
          <a:p>
            <a:r>
              <a:rPr lang="en-US" dirty="0"/>
              <a:t>The decision box checks whether the qubits in each node fit the chip sizes.</a:t>
            </a:r>
          </a:p>
          <a:p>
            <a:r>
              <a:rPr lang="en-US" dirty="0"/>
              <a:t>This connects graph structure to real hardware limits.</a:t>
            </a:r>
          </a:p>
        </p:txBody>
      </p:sp>
      <p:sp>
        <p:nvSpPr>
          <p:cNvPr id="4" name="灯片编号占位符 3">
            <a:extLst>
              <a:ext uri="{FF2B5EF4-FFF2-40B4-BE49-F238E27FC236}">
                <a16:creationId xmlns:a16="http://schemas.microsoft.com/office/drawing/2014/main" id="{28DE933A-FA54-E07C-0E64-C633631B35DA}"/>
              </a:ext>
            </a:extLst>
          </p:cNvPr>
          <p:cNvSpPr>
            <a:spLocks noGrp="1"/>
          </p:cNvSpPr>
          <p:nvPr>
            <p:ph type="sldNum" sz="quarter" idx="5"/>
          </p:nvPr>
        </p:nvSpPr>
        <p:spPr/>
        <p:txBody>
          <a:bodyPr/>
          <a:lstStyle/>
          <a:p>
            <a:r>
              <a:rPr lang="en-US" dirty="0"/>
              <a:t>18</a:t>
            </a:r>
          </a:p>
        </p:txBody>
      </p:sp>
    </p:spTree>
    <p:extLst>
      <p:ext uri="{BB962C8B-B14F-4D97-AF65-F5344CB8AC3E}">
        <p14:creationId xmlns:p14="http://schemas.microsoft.com/office/powerpoint/2010/main" val="4170786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DEB3B-3D0D-CEE8-6D6A-BF1D213AD7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68B0AD-4995-B654-4CB2-83CF643AE2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8FC39B-3C48-3BEF-1554-B181513D0AAF}"/>
              </a:ext>
            </a:extLst>
          </p:cNvPr>
          <p:cNvSpPr>
            <a:spLocks noGrp="1"/>
          </p:cNvSpPr>
          <p:nvPr>
            <p:ph type="body" idx="1"/>
          </p:nvPr>
        </p:nvSpPr>
        <p:spPr/>
        <p:txBody>
          <a:bodyPr/>
          <a:lstStyle/>
          <a:p>
            <a:r>
              <a:rPr lang="en-US" dirty="0"/>
              <a:t>Reverse tuning refines the initial clustering.</a:t>
            </a:r>
          </a:p>
          <a:p>
            <a:r>
              <a:rPr lang="en-US" dirty="0"/>
              <a:t>The process starts from the last graph and maps changes back to the previous graph.</a:t>
            </a:r>
          </a:p>
          <a:p>
            <a:r>
              <a:rPr lang="en-US" dirty="0"/>
              <a:t>For each candidate move, the compiler asks whether the metric improves. If it improves, the node is moved.</a:t>
            </a:r>
          </a:p>
          <a:p>
            <a:r>
              <a:rPr lang="en-US" dirty="0"/>
              <a:t>Then the algorithm repeats the process on the earlier graph.</a:t>
            </a:r>
          </a:p>
          <a:p>
            <a:r>
              <a:rPr lang="en-US" dirty="0"/>
              <a:t>This reverse direction is useful because later graphs already contain hardware and communication information.</a:t>
            </a:r>
          </a:p>
          <a:p>
            <a:r>
              <a:rPr lang="en-US" dirty="0"/>
              <a:t>The loop continues until it reaches the original graph and no useful move remains.</a:t>
            </a:r>
          </a:p>
        </p:txBody>
      </p:sp>
      <p:sp>
        <p:nvSpPr>
          <p:cNvPr id="4" name="灯片编号占位符 3">
            <a:extLst>
              <a:ext uri="{FF2B5EF4-FFF2-40B4-BE49-F238E27FC236}">
                <a16:creationId xmlns:a16="http://schemas.microsoft.com/office/drawing/2014/main" id="{DDC91937-F8BC-36B1-51AD-BE9E60B1533A}"/>
              </a:ext>
            </a:extLst>
          </p:cNvPr>
          <p:cNvSpPr>
            <a:spLocks noGrp="1"/>
          </p:cNvSpPr>
          <p:nvPr>
            <p:ph type="sldNum" sz="quarter" idx="5"/>
          </p:nvPr>
        </p:nvSpPr>
        <p:spPr/>
        <p:txBody>
          <a:bodyPr/>
          <a:lstStyle/>
          <a:p>
            <a:r>
              <a:rPr lang="en-US" dirty="0"/>
              <a:t>19</a:t>
            </a:r>
          </a:p>
        </p:txBody>
      </p:sp>
    </p:spTree>
    <p:extLst>
      <p:ext uri="{BB962C8B-B14F-4D97-AF65-F5344CB8AC3E}">
        <p14:creationId xmlns:p14="http://schemas.microsoft.com/office/powerpoint/2010/main" val="2860743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next section evaluates whether these modeling and compiler choices help in practice.</a:t>
            </a:r>
          </a:p>
          <a:p>
            <a:r>
              <a:rPr lang="en-US" dirty="0"/>
              <a:t>I will cover the benchmark design, the baselines, and the metrics.</a:t>
            </a:r>
          </a:p>
        </p:txBody>
      </p:sp>
      <p:sp>
        <p:nvSpPr>
          <p:cNvPr id="4" name="灯片编号占位符 3"/>
          <p:cNvSpPr>
            <a:spLocks noGrp="1"/>
          </p:cNvSpPr>
          <p:nvPr>
            <p:ph type="sldNum" sz="quarter" idx="5"/>
          </p:nvPr>
        </p:nvSpPr>
        <p:spPr/>
        <p:txBody>
          <a:bodyPr/>
          <a:lstStyle/>
          <a:p>
            <a:r>
              <a:rPr lang="en-US" dirty="0"/>
              <a:t>20</a:t>
            </a:r>
          </a:p>
        </p:txBody>
      </p:sp>
    </p:spTree>
    <p:extLst>
      <p:ext uri="{BB962C8B-B14F-4D97-AF65-F5344CB8AC3E}">
        <p14:creationId xmlns:p14="http://schemas.microsoft.com/office/powerpoint/2010/main" val="41202771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evaluation uses a broad benchmark set of quantum algorithms. The table covers circuits from small examples to more than one hundred qubits. It also varies the number of two-qubit gates. The baselines are CutQC from ASPLOS 2022, HyperGraph from PRL, and AutoComm from MICRO 2023.</a:t>
            </a:r>
          </a:p>
          <a:p>
            <a:r>
              <a:rPr lang="en-US" dirty="0"/>
              <a:t>The metrics cover communication, latency, topology, compile time, and real-machine behaviors.</a:t>
            </a:r>
          </a:p>
        </p:txBody>
      </p:sp>
      <p:sp>
        <p:nvSpPr>
          <p:cNvPr id="4" name="灯片编号占位符 3"/>
          <p:cNvSpPr>
            <a:spLocks noGrp="1"/>
          </p:cNvSpPr>
          <p:nvPr>
            <p:ph type="sldNum" sz="quarter" idx="5"/>
          </p:nvPr>
        </p:nvSpPr>
        <p:spPr/>
        <p:txBody>
          <a:bodyPr/>
          <a:lstStyle/>
          <a:p>
            <a:r>
              <a:rPr lang="en-US" dirty="0"/>
              <a:t>21</a:t>
            </a:r>
          </a:p>
        </p:txBody>
      </p:sp>
    </p:spTree>
    <p:extLst>
      <p:ext uri="{BB962C8B-B14F-4D97-AF65-F5344CB8AC3E}">
        <p14:creationId xmlns:p14="http://schemas.microsoft.com/office/powerpoint/2010/main" val="16580572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single-architecture results compare AdaptDQC with the best-matching baseline for each </a:t>
            </a:r>
            <a:r>
              <a:rPr lang="en-US" altLang="zh-CN" b="1" dirty="0">
                <a:solidFill>
                  <a:srgbClr val="000000"/>
                </a:solidFill>
              </a:rPr>
              <a:t>communication architecture.</a:t>
            </a:r>
            <a:endParaRPr lang="en-US" dirty="0"/>
          </a:p>
          <a:p>
            <a:r>
              <a:rPr lang="en-US" dirty="0"/>
              <a:t>For QubitComm, AdaptDQC reduces latency by 42.5 percent compared with CutQC. It also reduces communication by 15.4 times.</a:t>
            </a:r>
          </a:p>
          <a:p>
            <a:r>
              <a:rPr lang="en-US" dirty="0"/>
              <a:t>For GateComm, AdaptDQC reduces communication by 26.3 percent compared with HG plus AutoComm.</a:t>
            </a:r>
          </a:p>
          <a:p>
            <a:r>
              <a:rPr lang="en-US" dirty="0"/>
              <a:t>It also reduces latency by 18.2 percent.</a:t>
            </a:r>
          </a:p>
          <a:p>
            <a:r>
              <a:rPr lang="en-US" dirty="0"/>
              <a:t>These results show that the graph model helps even when the compiler is restricted to one communication architecture.</a:t>
            </a:r>
          </a:p>
        </p:txBody>
      </p:sp>
      <p:sp>
        <p:nvSpPr>
          <p:cNvPr id="4" name="灯片编号占位符 3"/>
          <p:cNvSpPr>
            <a:spLocks noGrp="1"/>
          </p:cNvSpPr>
          <p:nvPr>
            <p:ph type="sldNum" sz="quarter" idx="5"/>
          </p:nvPr>
        </p:nvSpPr>
        <p:spPr/>
        <p:txBody>
          <a:bodyPr/>
          <a:lstStyle/>
          <a:p>
            <a:r>
              <a:rPr lang="en-US" dirty="0"/>
              <a:t>22</a:t>
            </a:r>
          </a:p>
        </p:txBody>
      </p:sp>
    </p:spTree>
    <p:extLst>
      <p:ext uri="{BB962C8B-B14F-4D97-AF65-F5344CB8AC3E}">
        <p14:creationId xmlns:p14="http://schemas.microsoft.com/office/powerpoint/2010/main" val="22214476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HybridComm gives the largest end-to-end gains.</a:t>
            </a:r>
          </a:p>
          <a:p>
            <a:r>
              <a:rPr lang="en-US" dirty="0"/>
              <a:t>The comparison is now against single-communication architectures. The hybrid option can choose wire cuts, gate cuts, or a combination.</a:t>
            </a:r>
          </a:p>
          <a:p>
            <a:r>
              <a:rPr lang="en-US" dirty="0"/>
              <a:t>This larger design space leads to a 35.4 percent average communication reduction.</a:t>
            </a:r>
          </a:p>
          <a:p>
            <a:r>
              <a:rPr lang="en-US" dirty="0"/>
              <a:t>It also gives a 38.4 percent average latency reduction.</a:t>
            </a:r>
            <a:r>
              <a:rPr lang="zh-CN" altLang="en-US" dirty="0"/>
              <a:t> </a:t>
            </a:r>
            <a:r>
              <a:rPr lang="en-US" altLang="zh-CN" dirty="0"/>
              <a:t>This</a:t>
            </a:r>
            <a:r>
              <a:rPr lang="zh-CN" altLang="en-US" dirty="0"/>
              <a:t> </a:t>
            </a:r>
            <a:r>
              <a:rPr lang="en-US" altLang="zh-CN" dirty="0"/>
              <a:t>is</a:t>
            </a:r>
            <a:r>
              <a:rPr lang="zh-CN" altLang="en-US" dirty="0"/>
              <a:t> </a:t>
            </a:r>
            <a:r>
              <a:rPr lang="en-US" altLang="zh-CN" dirty="0"/>
              <a:t>because</a:t>
            </a:r>
            <a:r>
              <a:rPr lang="zh-CN" altLang="en-US" dirty="0"/>
              <a:t> </a:t>
            </a:r>
            <a:r>
              <a:rPr lang="en-US" altLang="zh-CN" dirty="0" err="1"/>
              <a:t>HybridComm</a:t>
            </a:r>
            <a:r>
              <a:rPr lang="en-US" dirty="0"/>
              <a:t> can avoid the weaknesses of a single ICC mechanism.</a:t>
            </a:r>
          </a:p>
          <a:p>
            <a:r>
              <a:rPr lang="en-US" dirty="0"/>
              <a:t>It gives the optimizer more valid choices before the final partition is fixed.</a:t>
            </a:r>
          </a:p>
        </p:txBody>
      </p:sp>
      <p:sp>
        <p:nvSpPr>
          <p:cNvPr id="4" name="灯片编号占位符 3"/>
          <p:cNvSpPr>
            <a:spLocks noGrp="1"/>
          </p:cNvSpPr>
          <p:nvPr>
            <p:ph type="sldNum" sz="quarter" idx="5"/>
          </p:nvPr>
        </p:nvSpPr>
        <p:spPr/>
        <p:txBody>
          <a:bodyPr/>
          <a:lstStyle/>
          <a:p>
            <a:r>
              <a:rPr lang="en-US" dirty="0"/>
              <a:t>23</a:t>
            </a:r>
          </a:p>
        </p:txBody>
      </p:sp>
    </p:spTree>
    <p:extLst>
      <p:ext uri="{BB962C8B-B14F-4D97-AF65-F5344CB8AC3E}">
        <p14:creationId xmlns:p14="http://schemas.microsoft.com/office/powerpoint/2010/main" val="18407494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real-world experiment checks whether the reconstruction path works outside pure simulation.</a:t>
            </a:r>
          </a:p>
          <a:p>
            <a:r>
              <a:rPr lang="en-US" dirty="0"/>
              <a:t>We use IBM Cloud and run subcircuits on a 5-qubit device.</a:t>
            </a:r>
          </a:p>
          <a:p>
            <a:r>
              <a:rPr lang="en-US" dirty="0"/>
              <a:t>The metric is chi-square distance from the noiseless ground truth.</a:t>
            </a:r>
          </a:p>
          <a:p>
            <a:r>
              <a:rPr lang="en-US" dirty="0"/>
              <a:t>The important observation is that reconstruction works, but the dominant error comes from hardware execution noise.</a:t>
            </a:r>
          </a:p>
          <a:p>
            <a:r>
              <a:rPr lang="en-US" dirty="0"/>
              <a:t>This is expected for current devices. It also explains why the compiler needs topology and latency awareness, along with communication counting.</a:t>
            </a:r>
          </a:p>
        </p:txBody>
      </p:sp>
      <p:sp>
        <p:nvSpPr>
          <p:cNvPr id="4" name="灯片编号占位符 3"/>
          <p:cNvSpPr>
            <a:spLocks noGrp="1"/>
          </p:cNvSpPr>
          <p:nvPr>
            <p:ph type="sldNum" sz="quarter" idx="5"/>
          </p:nvPr>
        </p:nvSpPr>
        <p:spPr/>
        <p:txBody>
          <a:bodyPr/>
          <a:lstStyle/>
          <a:p>
            <a:r>
              <a:rPr lang="en-US" dirty="0"/>
              <a:t>24</a:t>
            </a:r>
          </a:p>
        </p:txBody>
      </p:sp>
    </p:spTree>
    <p:extLst>
      <p:ext uri="{BB962C8B-B14F-4D97-AF65-F5344CB8AC3E}">
        <p14:creationId xmlns:p14="http://schemas.microsoft.com/office/powerpoint/2010/main" val="2336099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We</a:t>
            </a:r>
            <a:r>
              <a:rPr lang="zh-CN" altLang="en-US" dirty="0"/>
              <a:t> </a:t>
            </a:r>
            <a:r>
              <a:rPr lang="en-US" altLang="zh-CN" dirty="0"/>
              <a:t>also</a:t>
            </a:r>
            <a:r>
              <a:rPr lang="zh-CN" altLang="en-US" dirty="0"/>
              <a:t> </a:t>
            </a:r>
            <a:r>
              <a:rPr lang="en-US" altLang="zh-CN" dirty="0"/>
              <a:t>compare</a:t>
            </a:r>
            <a:r>
              <a:rPr lang="zh-CN" altLang="en-US" dirty="0"/>
              <a:t> </a:t>
            </a:r>
            <a:r>
              <a:rPr lang="en-US" dirty="0"/>
              <a:t>overheads and make</a:t>
            </a:r>
            <a:r>
              <a:rPr lang="zh-CN" altLang="en-US" dirty="0"/>
              <a:t> </a:t>
            </a:r>
            <a:r>
              <a:rPr lang="en-US" dirty="0"/>
              <a:t>an ablation</a:t>
            </a:r>
            <a:r>
              <a:rPr lang="zh-CN" altLang="en-US" dirty="0"/>
              <a:t> </a:t>
            </a:r>
            <a:r>
              <a:rPr lang="en-US" altLang="zh-CN" dirty="0"/>
              <a:t>study</a:t>
            </a:r>
            <a:r>
              <a:rPr lang="zh-CN" altLang="en-US" dirty="0"/>
              <a:t> </a:t>
            </a:r>
            <a:r>
              <a:rPr lang="en-US" altLang="zh-CN" dirty="0"/>
              <a:t>of</a:t>
            </a:r>
            <a:r>
              <a:rPr lang="zh-CN" altLang="en-US" dirty="0"/>
              <a:t> </a:t>
            </a:r>
            <a:r>
              <a:rPr lang="en-US" altLang="zh-CN" dirty="0"/>
              <a:t>the reverse</a:t>
            </a:r>
            <a:r>
              <a:rPr lang="zh-CN" altLang="en-US" dirty="0"/>
              <a:t> </a:t>
            </a:r>
            <a:r>
              <a:rPr lang="en-US" altLang="zh-CN" dirty="0"/>
              <a:t>tuning</a:t>
            </a:r>
            <a:r>
              <a:rPr lang="zh-CN" altLang="en-US" dirty="0"/>
              <a:t> </a:t>
            </a:r>
            <a:r>
              <a:rPr lang="en-US" altLang="zh-CN" dirty="0"/>
              <a:t>algorithm</a:t>
            </a:r>
            <a:r>
              <a:rPr lang="en-US" dirty="0"/>
              <a:t>.</a:t>
            </a:r>
          </a:p>
          <a:p>
            <a:r>
              <a:rPr lang="en-US" dirty="0"/>
              <a:t>For</a:t>
            </a:r>
            <a:r>
              <a:rPr lang="zh-CN" altLang="en-US" dirty="0"/>
              <a:t> </a:t>
            </a:r>
            <a:r>
              <a:rPr lang="en-US" dirty="0"/>
              <a:t>compilation time, </a:t>
            </a:r>
            <a:r>
              <a:rPr lang="en-US" dirty="0" err="1"/>
              <a:t>AdaptDQC</a:t>
            </a:r>
            <a:r>
              <a:rPr lang="en-US" dirty="0"/>
              <a:t> scales more smoothly than CutQC as the problem size grows.</a:t>
            </a:r>
          </a:p>
          <a:p>
            <a:r>
              <a:rPr lang="en-US" dirty="0"/>
              <a:t>For post-processing, the tensor cost is comparable, so the main gains do not come from hiding reconstruction cost.</a:t>
            </a:r>
          </a:p>
          <a:p>
            <a:r>
              <a:rPr lang="en-US" dirty="0"/>
              <a:t>In </a:t>
            </a:r>
            <a:r>
              <a:rPr lang="en-US" altLang="zh-CN" dirty="0"/>
              <a:t>the ablation</a:t>
            </a:r>
            <a:r>
              <a:rPr lang="zh-CN" altLang="en-US" dirty="0"/>
              <a:t> </a:t>
            </a:r>
            <a:r>
              <a:rPr lang="en-US" altLang="zh-CN" dirty="0"/>
              <a:t>study</a:t>
            </a:r>
            <a:r>
              <a:rPr lang="zh-CN" altLang="en-US" dirty="0"/>
              <a:t> </a:t>
            </a:r>
            <a:r>
              <a:rPr lang="en-US" altLang="zh-CN" dirty="0"/>
              <a:t>of</a:t>
            </a:r>
            <a:r>
              <a:rPr lang="zh-CN" altLang="en-US" dirty="0"/>
              <a:t> </a:t>
            </a:r>
            <a:r>
              <a:rPr lang="en-US" dirty="0"/>
              <a:t>reverse tuning, it can reduce 98.5 percent for communication and 56.4 percent for latency.</a:t>
            </a:r>
          </a:p>
        </p:txBody>
      </p:sp>
      <p:sp>
        <p:nvSpPr>
          <p:cNvPr id="4" name="灯片编号占位符 3"/>
          <p:cNvSpPr>
            <a:spLocks noGrp="1"/>
          </p:cNvSpPr>
          <p:nvPr>
            <p:ph type="sldNum" sz="quarter" idx="5"/>
          </p:nvPr>
        </p:nvSpPr>
        <p:spPr/>
        <p:txBody>
          <a:bodyPr/>
          <a:lstStyle/>
          <a:p>
            <a:r>
              <a:rPr lang="en-US" dirty="0"/>
              <a:t>25</a:t>
            </a:r>
          </a:p>
        </p:txBody>
      </p:sp>
    </p:spTree>
    <p:extLst>
      <p:ext uri="{BB962C8B-B14F-4D97-AF65-F5344CB8AC3E}">
        <p14:creationId xmlns:p14="http://schemas.microsoft.com/office/powerpoint/2010/main" val="2918227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3F15C-BD19-47D4-EF17-3F236C8CBB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154801-72F4-39F7-EC8E-254EEE3619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667D46-E58B-5FE1-7616-7DA31B39BA02}"/>
              </a:ext>
            </a:extLst>
          </p:cNvPr>
          <p:cNvSpPr>
            <a:spLocks noGrp="1"/>
          </p:cNvSpPr>
          <p:nvPr>
            <p:ph type="body" idx="1"/>
          </p:nvPr>
        </p:nvSpPr>
        <p:spPr/>
        <p:txBody>
          <a:bodyPr/>
          <a:lstStyle/>
          <a:p>
            <a:r>
              <a:rPr lang="en-US" dirty="0"/>
              <a:t>We now move from experimental evaluation to the AdaptDQC API section. The goal is to connect the paper mechanisms to the repository.</a:t>
            </a:r>
          </a:p>
          <a:p>
            <a:r>
              <a:rPr lang="en-US" dirty="0"/>
              <a:t>First, I will show the project structure and explain where QubitComm, GateComm, metrics, and runtime code live. Then I will map the main API calls to the compiler workflow. The following code slides give concrete examples for QubitComm, GateComm, and HybridComm.</a:t>
            </a:r>
          </a:p>
        </p:txBody>
      </p:sp>
      <p:sp>
        <p:nvSpPr>
          <p:cNvPr id="4" name="灯片编号占位符 3">
            <a:extLst>
              <a:ext uri="{FF2B5EF4-FFF2-40B4-BE49-F238E27FC236}">
                <a16:creationId xmlns:a16="http://schemas.microsoft.com/office/drawing/2014/main" id="{E507C136-B693-8421-75CB-12229D0D5D4A}"/>
              </a:ext>
            </a:extLst>
          </p:cNvPr>
          <p:cNvSpPr>
            <a:spLocks noGrp="1"/>
          </p:cNvSpPr>
          <p:nvPr>
            <p:ph type="sldNum" sz="quarter" idx="5"/>
          </p:nvPr>
        </p:nvSpPr>
        <p:spPr/>
        <p:txBody>
          <a:bodyPr/>
          <a:lstStyle/>
          <a:p>
            <a:r>
              <a:rPr lang="en-US" dirty="0"/>
              <a:t>26</a:t>
            </a:r>
          </a:p>
        </p:txBody>
      </p:sp>
    </p:spTree>
    <p:extLst>
      <p:ext uri="{BB962C8B-B14F-4D97-AF65-F5344CB8AC3E}">
        <p14:creationId xmlns:p14="http://schemas.microsoft.com/office/powerpoint/2010/main" val="3472763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This slide replaces the placeholder AdaptDQC repo page with a source map. The assessment package provides the QPU model, topology information, latency, and error metrics.</a:t>
            </a:r>
          </a:p>
          <a:p>
            <a:r>
              <a:rPr lang="en-US" dirty="0"/>
              <a:t>The QubitComm implementation is under hypridDQC slash wireCut. That path includes CutWire, cut solutions, clustering, MIP support, and post-processing. The GateComm implementation is under assignQubit. Partcompile counts EPR pairs and builds teleportation-style circuits. The tutorial notebook is the recommended executable entry point for this section.</a:t>
            </a:r>
          </a:p>
        </p:txBody>
      </p:sp>
      <p:sp>
        <p:nvSpPr>
          <p:cNvPr id="4" name="灯片编号占位符 3"/>
          <p:cNvSpPr>
            <a:spLocks noGrp="1"/>
          </p:cNvSpPr>
          <p:nvPr>
            <p:ph type="sldNum" sz="quarter" idx="5"/>
          </p:nvPr>
        </p:nvSpPr>
        <p:spPr/>
        <p:txBody>
          <a:bodyPr/>
          <a:lstStyle/>
          <a:p>
            <a:r>
              <a:rPr lang="en-US" dirty="0"/>
              <a:t>27</a:t>
            </a:r>
          </a:p>
        </p:txBody>
      </p:sp>
    </p:spTree>
    <p:extLst>
      <p:ext uri="{BB962C8B-B14F-4D97-AF65-F5344CB8AC3E}">
        <p14:creationId xmlns:p14="http://schemas.microsoft.com/office/powerpoint/2010/main" val="24470569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first block builds a small circuit and a two-qubit QPU model. This sets the hardware capacity for the cutter.</a:t>
            </a:r>
          </a:p>
          <a:p>
            <a:r>
              <a:rPr lang="en-US" dirty="0"/>
              <a:t>The second block calls CutWire and then cluster_cut. That step finds a wire-cut solution sized for the QPU.</a:t>
            </a:r>
          </a:p>
          <a:p>
            <a:r>
              <a:rPr lang="en-US" dirty="0"/>
              <a:t>The third block builds the compute graph, runs the cut circuit in state-vector mode, and compares the reconstructed distribution with the reference result.</a:t>
            </a:r>
          </a:p>
          <a:p>
            <a:r>
              <a:rPr lang="en-US" dirty="0"/>
              <a:t>The helper generate_compute_graph stores the workload. run_cut_circuit uses eval_mode set to sv for state-vector execution.</a:t>
            </a:r>
          </a:p>
          <a:p>
            <a:r>
              <a:rPr lang="en-US" dirty="0"/>
              <a:t>The L1 error is the quick correctness check. The code maps directly to the QubitComm pipeline.</a:t>
            </a:r>
          </a:p>
        </p:txBody>
      </p:sp>
      <p:sp>
        <p:nvSpPr>
          <p:cNvPr id="4" name="灯片编号占位符 3"/>
          <p:cNvSpPr>
            <a:spLocks noGrp="1"/>
          </p:cNvSpPr>
          <p:nvPr>
            <p:ph type="sldNum" sz="quarter" idx="5"/>
          </p:nvPr>
        </p:nvSpPr>
        <p:spPr/>
        <p:txBody>
          <a:bodyPr/>
          <a:lstStyle/>
          <a:p>
            <a:r>
              <a:rPr lang="en-US" dirty="0"/>
              <a:t>26</a:t>
            </a:r>
          </a:p>
        </p:txBody>
      </p:sp>
    </p:spTree>
    <p:extLst>
      <p:ext uri="{BB962C8B-B14F-4D97-AF65-F5344CB8AC3E}">
        <p14:creationId xmlns:p14="http://schemas.microsoft.com/office/powerpoint/2010/main" val="181423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second code snippet shows GateComm and HybridComm.</a:t>
            </a:r>
          </a:p>
          <a:p>
            <a:r>
              <a:rPr lang="en-US" dirty="0"/>
              <a:t>The GateComm block creates a Partcompile object from the circuit and allocation. It then counts EPR pairs with get_epr_circuit.</a:t>
            </a:r>
          </a:p>
          <a:p>
            <a:r>
              <a:rPr lang="en-US" dirty="0"/>
              <a:t>The next call, </a:t>
            </a:r>
            <a:r>
              <a:rPr lang="en-US" dirty="0" err="1"/>
              <a:t>compile_with_teleportion</a:t>
            </a:r>
            <a:r>
              <a:rPr lang="en-US" dirty="0"/>
              <a:t>, builds the teleportation circuit used by the API.</a:t>
            </a:r>
          </a:p>
          <a:p>
            <a:r>
              <a:rPr lang="en-US" dirty="0"/>
              <a:t>The adaptive block shows how to choose an objective. One choice minimizes epr_pairs for communication. Another minimizes compiled_depth for latency.</a:t>
            </a:r>
          </a:p>
          <a:p>
            <a:r>
              <a:rPr lang="en-US" dirty="0"/>
              <a:t>The HybridComm block first applies CutWire. Then it compiles each wide subcircuit with Partcompile.</a:t>
            </a:r>
          </a:p>
          <a:p>
            <a:r>
              <a:rPr lang="en-US" dirty="0"/>
              <a:t>This matches the paper's idea: wire cuts and remote-gate compilation can be composed under a single objective.</a:t>
            </a:r>
          </a:p>
        </p:txBody>
      </p:sp>
      <p:sp>
        <p:nvSpPr>
          <p:cNvPr id="4" name="灯片编号占位符 3"/>
          <p:cNvSpPr>
            <a:spLocks noGrp="1"/>
          </p:cNvSpPr>
          <p:nvPr>
            <p:ph type="sldNum" sz="quarter" idx="5"/>
          </p:nvPr>
        </p:nvSpPr>
        <p:spPr/>
        <p:txBody>
          <a:bodyPr/>
          <a:lstStyle/>
          <a:p>
            <a:r>
              <a:rPr lang="en-US" dirty="0"/>
              <a:t>27</a:t>
            </a:r>
          </a:p>
        </p:txBody>
      </p:sp>
    </p:spTree>
    <p:extLst>
      <p:ext uri="{BB962C8B-B14F-4D97-AF65-F5344CB8AC3E}">
        <p14:creationId xmlns:p14="http://schemas.microsoft.com/office/powerpoint/2010/main" val="36129092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Thanks for listening. The main message is that AdaptDQC turns distributed quantum compilation into a quantitative optimization problem.</a:t>
            </a:r>
          </a:p>
          <a:p>
            <a:r>
              <a:rPr lang="en-US" dirty="0"/>
              <a:t>The repository exposes this idea through QPU metrics, QubitComm wire cutting, GateComm EPR compilation, and HybridComm composition. These APIs make it possible to test different objectives and connect the paper's graph model to executable tutorial code.</a:t>
            </a:r>
          </a:p>
        </p:txBody>
      </p:sp>
      <p:sp>
        <p:nvSpPr>
          <p:cNvPr id="4" name="灯片编号占位符 3"/>
          <p:cNvSpPr>
            <a:spLocks noGrp="1"/>
          </p:cNvSpPr>
          <p:nvPr>
            <p:ph type="sldNum" sz="quarter" idx="5"/>
          </p:nvPr>
        </p:nvSpPr>
        <p:spPr/>
        <p:txBody>
          <a:bodyPr/>
          <a:lstStyle/>
          <a:p>
            <a:r>
              <a:rPr lang="en-US" dirty="0"/>
              <a:t>32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0C7F13-F4A9-DA3B-F0C4-0197239F69AA}"/>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A63948BA-D01A-974F-ACEE-85AC37E66E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8AB67EC-B8C4-6C0B-F887-E9F58A8A6ECA}"/>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5" name="页脚占位符 4">
            <a:extLst>
              <a:ext uri="{FF2B5EF4-FFF2-40B4-BE49-F238E27FC236}">
                <a16:creationId xmlns:a16="http://schemas.microsoft.com/office/drawing/2014/main" id="{844B40ED-2631-744D-8F16-C4A83CE4F34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6040C2E-BEF5-5C44-F759-C634B3DF8318}"/>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7373857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85DBF-D2A6-6099-42E5-CB8FE552F07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240022F-70D6-7919-586A-54F5E94178C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5E4EC51-A02B-B8E9-9605-961148D44E8D}"/>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5" name="页脚占位符 4">
            <a:extLst>
              <a:ext uri="{FF2B5EF4-FFF2-40B4-BE49-F238E27FC236}">
                <a16:creationId xmlns:a16="http://schemas.microsoft.com/office/drawing/2014/main" id="{695CDFAE-63D8-B8C0-998B-4F2348C41C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BD87E89-575F-A4C3-C926-92614C61F88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618979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F1E832-78F7-45BB-AC78-6622FF6E2C0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1506475-37D4-249C-8FEA-02BB476F2F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158423D6-CD18-189D-9CD4-5D673CCC2DDE}"/>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5" name="页脚占位符 4">
            <a:extLst>
              <a:ext uri="{FF2B5EF4-FFF2-40B4-BE49-F238E27FC236}">
                <a16:creationId xmlns:a16="http://schemas.microsoft.com/office/drawing/2014/main" id="{C5DDA7BA-A5DD-4E47-6987-95C6B9C14BD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3EC3E3E-A121-5506-3E7D-5D07E540A5C6}"/>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4050923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98CB1D-BECA-F3CD-4C1D-267C9158BD6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667E95-14FC-F433-83BA-EB30AA01BF82}"/>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73DA1266-A6F7-49CD-38AC-F3436F3A128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85961CB5-FE36-0336-DA0F-4A73184EB87F}"/>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6" name="页脚占位符 5">
            <a:extLst>
              <a:ext uri="{FF2B5EF4-FFF2-40B4-BE49-F238E27FC236}">
                <a16:creationId xmlns:a16="http://schemas.microsoft.com/office/drawing/2014/main" id="{CE9B6F3E-509C-08A3-FA5E-99371CA4157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9230F4E-5D8A-0AF0-B3DF-8F311B7677E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45598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74FA8E-7207-FE9F-F23E-040AE7D8849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D691EC1-001A-BC3C-C1D7-9B6EF15500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F71DE8F-ACB3-6885-BBF1-7EF42A045ED9}"/>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57919BE-CFF7-F037-A8A1-26BB26B9AA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E1D0885-2414-F7ED-F33E-1ECCD84991E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4A86B55-07E2-C130-A091-AB4036958CEF}"/>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8" name="页脚占位符 7">
            <a:extLst>
              <a:ext uri="{FF2B5EF4-FFF2-40B4-BE49-F238E27FC236}">
                <a16:creationId xmlns:a16="http://schemas.microsoft.com/office/drawing/2014/main" id="{D559EF2A-B2DE-714A-279B-6B77900238A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48CBA43D-F588-8FBC-1A09-2B6F93EF4856}"/>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300188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776A38-DB20-9DFD-78C4-2A7ABBA8D27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CB02DEB-3B50-94BD-5013-2B910E881306}"/>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4" name="页脚占位符 3">
            <a:extLst>
              <a:ext uri="{FF2B5EF4-FFF2-40B4-BE49-F238E27FC236}">
                <a16:creationId xmlns:a16="http://schemas.microsoft.com/office/drawing/2014/main" id="{61A3A61A-C9DB-A85D-B583-AC69C600478B}"/>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CB364398-4A6F-6132-53B1-3C3E679A9BA7}"/>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355133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3B5100-AD00-A635-BB8C-6CB22EA290F4}"/>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3" name="页脚占位符 2">
            <a:extLst>
              <a:ext uri="{FF2B5EF4-FFF2-40B4-BE49-F238E27FC236}">
                <a16:creationId xmlns:a16="http://schemas.microsoft.com/office/drawing/2014/main" id="{CE350792-F453-F548-14C9-D4824B804A0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1CEB3FE-D5F7-6670-2DBA-4BDC103BBE3E}"/>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552487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150C9-4743-AFAD-0904-96EE0B44DFD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67DE599B-CDD3-1F23-1BA0-36A14C1BE5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6342F32-67EF-1753-61B8-72A769A53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717B7E1-62BD-CB08-7E4B-D5D80B53DF80}"/>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6" name="页脚占位符 5">
            <a:extLst>
              <a:ext uri="{FF2B5EF4-FFF2-40B4-BE49-F238E27FC236}">
                <a16:creationId xmlns:a16="http://schemas.microsoft.com/office/drawing/2014/main" id="{4178673A-158F-FD82-33DD-08AD368A7E7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07FCDF5-A7EA-7529-4555-46F8452D385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688232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145AA-8C51-D4E7-6068-D040F10506B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661B120D-D17F-3198-D9C4-429F353EB2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310A1AC-8C17-5428-1DDD-622E31A2F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AAC5B39-017F-90A0-ACB2-EE11AF21766B}"/>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6" name="页脚占位符 5">
            <a:extLst>
              <a:ext uri="{FF2B5EF4-FFF2-40B4-BE49-F238E27FC236}">
                <a16:creationId xmlns:a16="http://schemas.microsoft.com/office/drawing/2014/main" id="{9D827743-EEC4-67CA-18AD-A987F9DAFC9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991EC72-21F7-D6EA-742A-5BBC2A8498BD}"/>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285081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A76C6-8F2B-9453-83B8-2D8C553D196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E4489FC-6932-8C41-F3ED-B822761C8D4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293763D-0BEF-5770-4E1D-BA8FC395D09A}"/>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5" name="页脚占位符 4">
            <a:extLst>
              <a:ext uri="{FF2B5EF4-FFF2-40B4-BE49-F238E27FC236}">
                <a16:creationId xmlns:a16="http://schemas.microsoft.com/office/drawing/2014/main" id="{6083EAF2-0002-1960-604D-5BEB5D35D5E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12A961-10DD-0C5A-B045-F6BCF4B48CE0}"/>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44649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6058DD-5D4E-11F2-282D-F6717206DE9C}"/>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5FE864F-06CF-835F-F326-77BCD828EAE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FB2676C-2AD7-F3C3-26A4-FD437BFB3F11}"/>
              </a:ext>
            </a:extLst>
          </p:cNvPr>
          <p:cNvSpPr>
            <a:spLocks noGrp="1"/>
          </p:cNvSpPr>
          <p:nvPr>
            <p:ph type="dt" sz="half" idx="10"/>
          </p:nvPr>
        </p:nvSpPr>
        <p:spPr/>
        <p:txBody>
          <a:bodyPr/>
          <a:lstStyle/>
          <a:p>
            <a:fld id="{07DFF6D9-E824-1143-9169-42F75C7B5F18}" type="datetimeFigureOut">
              <a:rPr kumimoji="1" lang="zh-CN" altLang="en-US" smtClean="0"/>
              <a:t>2026/6/26</a:t>
            </a:fld>
            <a:endParaRPr kumimoji="1" lang="zh-CN" altLang="en-US"/>
          </a:p>
        </p:txBody>
      </p:sp>
      <p:sp>
        <p:nvSpPr>
          <p:cNvPr id="5" name="页脚占位符 4">
            <a:extLst>
              <a:ext uri="{FF2B5EF4-FFF2-40B4-BE49-F238E27FC236}">
                <a16:creationId xmlns:a16="http://schemas.microsoft.com/office/drawing/2014/main" id="{0CC3A8BB-BAC4-332A-9952-32A2255AD89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D9A177D-5EE0-0DFD-BE88-56669768A429}"/>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828771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8218" y="124618"/>
            <a:ext cx="8821198" cy="678468"/>
          </a:xfrm>
          <a:prstGeom prst="rect">
            <a:avLst/>
          </a:prstGeom>
        </p:spPr>
        <p:txBody>
          <a:bodyPr lIns="0" rIns="0" anchor="ctr">
            <a:normAutofit/>
          </a:bodyPr>
          <a:lstStyle>
            <a:lvl1pPr>
              <a:defRPr sz="3600" b="1">
                <a:latin typeface="Arial" panose="020B0604020202020204" pitchFamily="34" charset="0"/>
                <a:ea typeface="微软雅黑" panose="020B0503020204020204" pitchFamily="34" charset="-122"/>
                <a:cs typeface="Arial" panose="020B0604020202020204" pitchFamily="34" charset="0"/>
              </a:defRPr>
            </a:lvl1pPr>
          </a:lstStyle>
          <a:p>
            <a:r>
              <a:rPr lang="en-US" altLang="zh-CN" dirty="0"/>
              <a:t>Title</a:t>
            </a:r>
            <a:endParaRPr lang="zh-CN" altLang="en-US" dirty="0"/>
          </a:p>
        </p:txBody>
      </p:sp>
      <p:cxnSp>
        <p:nvCxnSpPr>
          <p:cNvPr id="76" name="直接连接符 75"/>
          <p:cNvCxnSpPr/>
          <p:nvPr userDrawn="1"/>
        </p:nvCxnSpPr>
        <p:spPr>
          <a:xfrm>
            <a:off x="719833" y="803088"/>
            <a:ext cx="10790378"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304647" y="-519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0DE3C065-E686-0CF9-7EAB-02D14C43B11E}"/>
              </a:ext>
            </a:extLst>
          </p:cNvPr>
          <p:cNvSpPr txBox="1"/>
          <p:nvPr userDrawn="1"/>
        </p:nvSpPr>
        <p:spPr>
          <a:xfrm>
            <a:off x="3437681" y="1481559"/>
            <a:ext cx="184731" cy="369332"/>
          </a:xfrm>
          <a:prstGeom prst="rect">
            <a:avLst/>
          </a:prstGeom>
          <a:noFill/>
        </p:spPr>
        <p:txBody>
          <a:bodyPr wrap="none" rtlCol="0">
            <a:spAutoFit/>
          </a:bodyPr>
          <a:lstStyle/>
          <a:p>
            <a:endParaRPr kumimoji="1" lang="zh-CN" altLang="en-US"/>
          </a:p>
        </p:txBody>
      </p:sp>
      <p:pic>
        <p:nvPicPr>
          <p:cNvPr id="4" name="图片 3">
            <a:extLst>
              <a:ext uri="{FF2B5EF4-FFF2-40B4-BE49-F238E27FC236}">
                <a16:creationId xmlns:a16="http://schemas.microsoft.com/office/drawing/2014/main" id="{AB5BFCB5-4693-A970-6EBA-7A46AEAC7CDB}"/>
              </a:ext>
            </a:extLst>
          </p:cNvPr>
          <p:cNvPicPr>
            <a:picLocks noChangeAspect="1"/>
          </p:cNvPicPr>
          <p:nvPr userDrawn="1"/>
        </p:nvPicPr>
        <p:blipFill>
          <a:blip r:embed="rId2"/>
          <a:stretch>
            <a:fillRect/>
          </a:stretch>
        </p:blipFill>
        <p:spPr>
          <a:xfrm>
            <a:off x="9398605" y="70093"/>
            <a:ext cx="2693189" cy="787517"/>
          </a:xfrm>
          <a:prstGeom prst="rect">
            <a:avLst/>
          </a:prstGeom>
        </p:spPr>
      </p:pic>
      <p:sp>
        <p:nvSpPr>
          <p:cNvPr id="8" name="灯片编号占位符 13">
            <a:extLst>
              <a:ext uri="{FF2B5EF4-FFF2-40B4-BE49-F238E27FC236}">
                <a16:creationId xmlns:a16="http://schemas.microsoft.com/office/drawing/2014/main" id="{D3908038-96DA-BBF9-3FAC-37E238D1CB7A}"/>
              </a:ext>
            </a:extLst>
          </p:cNvPr>
          <p:cNvSpPr txBox="1">
            <a:spLocks/>
          </p:cNvSpPr>
          <p:nvPr userDrawn="1"/>
        </p:nvSpPr>
        <p:spPr>
          <a:xfrm>
            <a:off x="11414249" y="6317272"/>
            <a:ext cx="548591" cy="404203"/>
          </a:xfrm>
          <a:prstGeom prst="rect">
            <a:avLst/>
          </a:prstGeom>
          <a:solidFill>
            <a:srgbClr val="03428A"/>
          </a:solid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E190E77-D57C-49F8-ADC2-FB99C50EBC2E}" type="slidenum">
              <a:rPr lang="zh-CN" altLang="en-US" sz="1600" b="1" smtClean="0">
                <a:solidFill>
                  <a:schemeClr val="bg1"/>
                </a:solidFill>
                <a:latin typeface="STKaiti" panose="02010600040101010101" pitchFamily="2" charset="-122"/>
                <a:ea typeface="STKaiti" panose="02010600040101010101" pitchFamily="2" charset="-122"/>
              </a:rPr>
              <a:pPr algn="ctr"/>
              <a:t>‹#›</a:t>
            </a:fld>
            <a:endParaRPr lang="zh-CN" altLang="en-US" sz="1600" b="1" dirty="0">
              <a:solidFill>
                <a:schemeClr val="bg1"/>
              </a:solidFill>
              <a:latin typeface="STKaiti" panose="02010600040101010101" pitchFamily="2" charset="-122"/>
              <a:ea typeface="STKaiti" panose="02010600040101010101" pitchFamily="2" charset="-122"/>
            </a:endParaRPr>
          </a:p>
        </p:txBody>
      </p:sp>
      <p:sp>
        <p:nvSpPr>
          <p:cNvPr id="11" name="文本框 10">
            <a:extLst>
              <a:ext uri="{FF2B5EF4-FFF2-40B4-BE49-F238E27FC236}">
                <a16:creationId xmlns:a16="http://schemas.microsoft.com/office/drawing/2014/main" id="{317A96BB-AD0E-942E-30DB-A1348E475D45}"/>
              </a:ext>
            </a:extLst>
          </p:cNvPr>
          <p:cNvSpPr txBox="1"/>
          <p:nvPr userDrawn="1"/>
        </p:nvSpPr>
        <p:spPr>
          <a:xfrm>
            <a:off x="304647" y="6533560"/>
            <a:ext cx="871905" cy="276999"/>
          </a:xfrm>
          <a:prstGeom prst="rect">
            <a:avLst/>
          </a:prstGeom>
          <a:noFill/>
        </p:spPr>
        <p:txBody>
          <a:bodyPr wrap="none" rtlCol="0">
            <a:spAutoFit/>
          </a:bodyPr>
          <a:lstStyle/>
          <a:p>
            <a:r>
              <a:rPr kumimoji="1" lang="en-US" altLang="zh-CN" sz="1200" dirty="0">
                <a:solidFill>
                  <a:schemeClr val="accent3"/>
                </a:solidFill>
              </a:rPr>
              <a:t>ISCA 2026</a:t>
            </a:r>
            <a:endParaRPr kumimoji="1" lang="zh-CN" altLang="en-US" sz="1200" dirty="0">
              <a:solidFill>
                <a:schemeClr val="accent3"/>
              </a:solidFill>
            </a:endParaRPr>
          </a:p>
        </p:txBody>
      </p:sp>
    </p:spTree>
    <p:extLst>
      <p:ext uri="{BB962C8B-B14F-4D97-AF65-F5344CB8AC3E}">
        <p14:creationId xmlns:p14="http://schemas.microsoft.com/office/powerpoint/2010/main" val="1249319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30C1008-89A6-A095-2611-34ACDB27F9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C5C6341-2A8A-4B83-5D98-6541DDA630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61D99AE-FE4D-318F-592B-7CB84482EC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DFF6D9-E824-1143-9169-42F75C7B5F18}" type="datetimeFigureOut">
              <a:rPr kumimoji="1" lang="zh-CN" altLang="en-US" smtClean="0"/>
              <a:t>2026/6/26</a:t>
            </a:fld>
            <a:endParaRPr kumimoji="1" lang="zh-CN" altLang="en-US"/>
          </a:p>
        </p:txBody>
      </p:sp>
      <p:sp>
        <p:nvSpPr>
          <p:cNvPr id="5" name="页脚占位符 4">
            <a:extLst>
              <a:ext uri="{FF2B5EF4-FFF2-40B4-BE49-F238E27FC236}">
                <a16:creationId xmlns:a16="http://schemas.microsoft.com/office/drawing/2014/main" id="{FC72E9E8-EAC4-DA8F-3DEF-C19DFFCD1C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C6320359-5CF0-B9DB-F751-17615E666A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09718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9.emf"/></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2.png"/><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40.emf"/><Relationship Id="rId4" Type="http://schemas.openxmlformats.org/officeDocument/2006/relationships/image" Target="../media/image39.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9289" y="540730"/>
            <a:ext cx="4063613" cy="765274"/>
          </a:xfrm>
          <a:prstGeom prst="rect">
            <a:avLst/>
          </a:prstGeom>
          <a:noFill/>
        </p:spPr>
        <p:txBody>
          <a:bodyPr wrap="none" lIns="18288" tIns="18288" rIns="18288" bIns="18288">
            <a:spAutoFit/>
          </a:bodyPr>
          <a:lstStyle/>
          <a:p>
            <a:pPr lvl="0">
              <a:lnSpc>
                <a:spcPct val="150000"/>
              </a:lnSpc>
              <a:spcBef>
                <a:spcPct val="20000"/>
              </a:spcBef>
              <a:buSzPct val="120000"/>
              <a:defRPr/>
            </a:pPr>
            <a:r>
              <a:rPr lang="en-US" altLang="zh-CN" sz="3600" b="1" dirty="0">
                <a:solidFill>
                  <a:srgbClr val="000000"/>
                </a:solidFill>
                <a:latin typeface="Arial" panose="020B0604020202090204" pitchFamily="34" charset="0"/>
                <a:cs typeface="Arial" panose="020B0604020202090204" pitchFamily="34" charset="0"/>
              </a:rPr>
              <a:t>ISCA 2026</a:t>
            </a:r>
            <a:r>
              <a:rPr lang="zh-CN" altLang="en-US" sz="3600" b="1" dirty="0">
                <a:solidFill>
                  <a:srgbClr val="000000"/>
                </a:solidFill>
                <a:latin typeface="Arial" panose="020B0604020202090204" pitchFamily="34" charset="0"/>
                <a:cs typeface="Arial" panose="020B0604020202090204" pitchFamily="34" charset="0"/>
              </a:rPr>
              <a:t> </a:t>
            </a:r>
            <a:r>
              <a:rPr lang="en-US" altLang="zh-CN" sz="3600" b="1" dirty="0">
                <a:solidFill>
                  <a:srgbClr val="000000"/>
                </a:solidFill>
                <a:latin typeface="Arial" panose="020B0604020202090204" pitchFamily="34" charset="0"/>
                <a:cs typeface="Arial" panose="020B0604020202090204" pitchFamily="34" charset="0"/>
              </a:rPr>
              <a:t>Tutorial</a:t>
            </a:r>
            <a:endParaRPr lang="en-US" altLang="en-US" sz="7200" kern="0" dirty="0">
              <a:solidFill>
                <a:srgbClr val="000000"/>
              </a:solidFill>
              <a:latin typeface="Arial" panose="020B0604020202090204" pitchFamily="34" charset="0"/>
              <a:ea typeface="STKaiti" panose="02010600040101010101" pitchFamily="2" charset="-122"/>
              <a:cs typeface="Arial" panose="020B0604020202090204" pitchFamily="34" charset="0"/>
            </a:endParaRPr>
          </a:p>
        </p:txBody>
      </p:sp>
      <p:sp>
        <p:nvSpPr>
          <p:cNvPr id="5" name="TextBox 4"/>
          <p:cNvSpPr txBox="1"/>
          <p:nvPr/>
        </p:nvSpPr>
        <p:spPr>
          <a:xfrm>
            <a:off x="1130078" y="1261872"/>
            <a:ext cx="9901365" cy="467820"/>
          </a:xfrm>
          <a:prstGeom prst="rect">
            <a:avLst/>
          </a:prstGeom>
          <a:noFill/>
        </p:spPr>
        <p:txBody>
          <a:bodyPr wrap="none" lIns="18288" tIns="18288" rIns="18288" bIns="18288">
            <a:spAutoFit/>
          </a:bodyPr>
          <a:lstStyle/>
          <a:p>
            <a:pPr algn="ctr"/>
            <a:r>
              <a:rPr lang="en-US" sz="2800" b="1" i="0" dirty="0">
                <a:solidFill>
                  <a:srgbClr val="000000"/>
                </a:solidFill>
                <a:latin typeface="Times New Roman"/>
              </a:rPr>
              <a:t>Topic 4. </a:t>
            </a:r>
            <a:r>
              <a:rPr sz="2800" b="1" i="0" dirty="0" err="1">
                <a:solidFill>
                  <a:srgbClr val="000000"/>
                </a:solidFill>
                <a:latin typeface="Times New Roman"/>
              </a:rPr>
              <a:t>AdaptDQC</a:t>
            </a:r>
            <a:r>
              <a:rPr sz="2800" b="1" i="0" dirty="0">
                <a:solidFill>
                  <a:srgbClr val="000000"/>
                </a:solidFill>
                <a:latin typeface="Times New Roman"/>
              </a:rPr>
              <a:t>: Adaptive Distributed Quantum Computing</a:t>
            </a:r>
          </a:p>
        </p:txBody>
      </p:sp>
      <p:sp>
        <p:nvSpPr>
          <p:cNvPr id="6" name="TextBox 5"/>
          <p:cNvSpPr txBox="1"/>
          <p:nvPr/>
        </p:nvSpPr>
        <p:spPr>
          <a:xfrm>
            <a:off x="2120030" y="1691640"/>
            <a:ext cx="7921464" cy="467820"/>
          </a:xfrm>
          <a:prstGeom prst="rect">
            <a:avLst/>
          </a:prstGeom>
          <a:noFill/>
        </p:spPr>
        <p:txBody>
          <a:bodyPr wrap="none" lIns="18288" tIns="18288" rIns="18288" bIns="18288">
            <a:spAutoFit/>
          </a:bodyPr>
          <a:lstStyle/>
          <a:p>
            <a:pPr algn="ctr"/>
            <a:r>
              <a:rPr sz="2800" b="1" i="0" dirty="0">
                <a:solidFill>
                  <a:srgbClr val="000000"/>
                </a:solidFill>
                <a:latin typeface="Times New Roman"/>
              </a:rPr>
              <a:t>With Quantitative Performance Analysis</a:t>
            </a:r>
            <a:r>
              <a:rPr lang="en-US" sz="2800" b="1" i="0" dirty="0">
                <a:solidFill>
                  <a:srgbClr val="000000"/>
                </a:solidFill>
                <a:latin typeface="Times New Roman"/>
              </a:rPr>
              <a:t> (TC 2025)</a:t>
            </a:r>
            <a:endParaRPr sz="2800" b="1" i="0" dirty="0">
              <a:solidFill>
                <a:srgbClr val="000000"/>
              </a:solidFill>
              <a:latin typeface="Times New Roman"/>
            </a:endParaRPr>
          </a:p>
        </p:txBody>
      </p:sp>
      <p:grpSp>
        <p:nvGrpSpPr>
          <p:cNvPr id="17" name="组合 16">
            <a:extLst>
              <a:ext uri="{FF2B5EF4-FFF2-40B4-BE49-F238E27FC236}">
                <a16:creationId xmlns:a16="http://schemas.microsoft.com/office/drawing/2014/main" id="{2BED1173-A6F2-8CCA-E3FA-9BD24C20D5CA}"/>
              </a:ext>
            </a:extLst>
          </p:cNvPr>
          <p:cNvGrpSpPr/>
          <p:nvPr/>
        </p:nvGrpSpPr>
        <p:grpSpPr>
          <a:xfrm>
            <a:off x="985187" y="2745261"/>
            <a:ext cx="10221626" cy="1408226"/>
            <a:chOff x="966137" y="2794981"/>
            <a:chExt cx="10221626" cy="1408226"/>
          </a:xfrm>
        </p:grpSpPr>
        <p:grpSp>
          <p:nvGrpSpPr>
            <p:cNvPr id="18" name="组合 17">
              <a:extLst>
                <a:ext uri="{FF2B5EF4-FFF2-40B4-BE49-F238E27FC236}">
                  <a16:creationId xmlns:a16="http://schemas.microsoft.com/office/drawing/2014/main" id="{40D7E7AC-9C8A-29D9-A885-49DDFD19781E}"/>
                </a:ext>
              </a:extLst>
            </p:cNvPr>
            <p:cNvGrpSpPr/>
            <p:nvPr/>
          </p:nvGrpSpPr>
          <p:grpSpPr>
            <a:xfrm>
              <a:off x="4947109" y="3097551"/>
              <a:ext cx="3133984" cy="803086"/>
              <a:chOff x="781718" y="1247492"/>
              <a:chExt cx="3133984" cy="803086"/>
            </a:xfrm>
          </p:grpSpPr>
          <p:pic>
            <p:nvPicPr>
              <p:cNvPr id="25" name="图片 24">
                <a:extLst>
                  <a:ext uri="{FF2B5EF4-FFF2-40B4-BE49-F238E27FC236}">
                    <a16:creationId xmlns:a16="http://schemas.microsoft.com/office/drawing/2014/main" id="{53AF4264-9D34-9ECE-BC97-E6BB7B927AD2}"/>
                  </a:ext>
                </a:extLst>
              </p:cNvPr>
              <p:cNvPicPr>
                <a:picLocks noChangeAspect="1"/>
              </p:cNvPicPr>
              <p:nvPr/>
            </p:nvPicPr>
            <p:blipFill rotWithShape="1">
              <a:blip r:embed="rId3"/>
              <a:srcRect t="30839" b="28332"/>
              <a:stretch>
                <a:fillRect/>
              </a:stretch>
            </p:blipFill>
            <p:spPr>
              <a:xfrm>
                <a:off x="781718" y="1247492"/>
                <a:ext cx="1966932" cy="803086"/>
              </a:xfrm>
              <a:prstGeom prst="rect">
                <a:avLst/>
              </a:prstGeom>
            </p:spPr>
          </p:pic>
          <p:sp>
            <p:nvSpPr>
              <p:cNvPr id="26" name="标题 1">
                <a:extLst>
                  <a:ext uri="{FF2B5EF4-FFF2-40B4-BE49-F238E27FC236}">
                    <a16:creationId xmlns:a16="http://schemas.microsoft.com/office/drawing/2014/main" id="{B5F3B2F1-739D-8C7E-2258-299D555FBF7A}"/>
                  </a:ext>
                </a:extLst>
              </p:cNvPr>
              <p:cNvSpPr txBox="1"/>
              <p:nvPr/>
            </p:nvSpPr>
            <p:spPr>
              <a:xfrm>
                <a:off x="2808983" y="1272892"/>
                <a:ext cx="1106719" cy="58322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600" b="1" kern="1200">
                    <a:solidFill>
                      <a:schemeClr val="tx1"/>
                    </a:solidFill>
                    <a:latin typeface="Arial" panose="020B0604020202090204" pitchFamily="34" charset="0"/>
                    <a:ea typeface="微软雅黑" panose="020B0503020204020204" pitchFamily="34" charset="-122"/>
                    <a:cs typeface="Arial" panose="020B0604020202090204" pitchFamily="34" charset="0"/>
                  </a:defRPr>
                </a:lvl1pPr>
              </a:lstStyle>
              <a:p>
                <a:pPr algn="ctr" hangingPunct="0">
                  <a:lnSpc>
                    <a:spcPct val="100000"/>
                  </a:lnSpc>
                </a:pPr>
                <a:r>
                  <a:rPr lang="en-US" altLang="zh-CN" sz="4800" dirty="0">
                    <a:solidFill>
                      <a:srgbClr val="221715"/>
                    </a:solidFill>
                    <a:ea typeface="STKaiti" panose="02010600040101010101" pitchFamily="2" charset="-122"/>
                    <a:sym typeface="+mn-lt"/>
                  </a:rPr>
                  <a:t>Lab</a:t>
                </a:r>
                <a:endParaRPr lang="zh-CN" altLang="en-US" sz="4800" dirty="0">
                  <a:solidFill>
                    <a:srgbClr val="221715"/>
                  </a:solidFill>
                  <a:ea typeface="STKaiti" panose="02010600040101010101" pitchFamily="2" charset="-122"/>
                  <a:sym typeface="+mn-lt"/>
                </a:endParaRPr>
              </a:p>
            </p:txBody>
          </p:sp>
        </p:grpSp>
        <p:grpSp>
          <p:nvGrpSpPr>
            <p:cNvPr id="19" name="组合 18">
              <a:extLst>
                <a:ext uri="{FF2B5EF4-FFF2-40B4-BE49-F238E27FC236}">
                  <a16:creationId xmlns:a16="http://schemas.microsoft.com/office/drawing/2014/main" id="{01A72C67-BC8D-020E-C320-10A84060474A}"/>
                </a:ext>
              </a:extLst>
            </p:cNvPr>
            <p:cNvGrpSpPr/>
            <p:nvPr/>
          </p:nvGrpSpPr>
          <p:grpSpPr>
            <a:xfrm>
              <a:off x="8559841" y="2794981"/>
              <a:ext cx="2627922" cy="1408226"/>
              <a:chOff x="4762155" y="2766163"/>
              <a:chExt cx="2627922" cy="1408226"/>
            </a:xfrm>
          </p:grpSpPr>
          <p:pic>
            <p:nvPicPr>
              <p:cNvPr id="23" name="图片 22">
                <a:extLst>
                  <a:ext uri="{FF2B5EF4-FFF2-40B4-BE49-F238E27FC236}">
                    <a16:creationId xmlns:a16="http://schemas.microsoft.com/office/drawing/2014/main" id="{E3FE412A-55E9-07C4-8BB6-0C7677C2DF04}"/>
                  </a:ext>
                </a:extLst>
              </p:cNvPr>
              <p:cNvPicPr>
                <a:picLocks noChangeAspect="1"/>
              </p:cNvPicPr>
              <p:nvPr/>
            </p:nvPicPr>
            <p:blipFill>
              <a:blip r:embed="rId4"/>
              <a:stretch>
                <a:fillRect/>
              </a:stretch>
            </p:blipFill>
            <p:spPr>
              <a:xfrm>
                <a:off x="4762155" y="2766163"/>
                <a:ext cx="1501363" cy="1408226"/>
              </a:xfrm>
              <a:prstGeom prst="rect">
                <a:avLst/>
              </a:prstGeom>
            </p:spPr>
          </p:pic>
          <p:sp>
            <p:nvSpPr>
              <p:cNvPr id="24" name="文本框 23">
                <a:extLst>
                  <a:ext uri="{FF2B5EF4-FFF2-40B4-BE49-F238E27FC236}">
                    <a16:creationId xmlns:a16="http://schemas.microsoft.com/office/drawing/2014/main" id="{9CC1D849-CC46-0E47-03FE-67EE85FE213E}"/>
                  </a:ext>
                </a:extLst>
              </p:cNvPr>
              <p:cNvSpPr txBox="1"/>
              <p:nvPr/>
            </p:nvSpPr>
            <p:spPr>
              <a:xfrm>
                <a:off x="6190626" y="3116333"/>
                <a:ext cx="1199451" cy="707886"/>
              </a:xfrm>
              <a:prstGeom prst="rect">
                <a:avLst/>
              </a:prstGeom>
              <a:noFill/>
            </p:spPr>
            <p:txBody>
              <a:bodyPr wrap="square">
                <a:spAutoFit/>
              </a:bodyPr>
              <a:lstStyle/>
              <a:p>
                <a:pPr algn="ctr"/>
                <a:r>
                  <a:rPr lang="en-GB" altLang="zh-CN" sz="2000" b="1" dirty="0" err="1">
                    <a:solidFill>
                      <a:srgbClr val="3D77D7"/>
                    </a:solidFill>
                    <a:latin typeface="Arial" panose="020B0604020202090204" pitchFamily="34" charset="0"/>
                    <a:ea typeface="STKaiti" panose="02010600040101010101" pitchFamily="2" charset="-122"/>
                    <a:cs typeface="Arial" panose="020B0604020202090204" pitchFamily="34" charset="0"/>
                  </a:rPr>
                  <a:t>JanusQ</a:t>
                </a:r>
                <a:endParaRPr lang="en-US" altLang="zh-CN" sz="2000" b="1" dirty="0">
                  <a:solidFill>
                    <a:srgbClr val="3D77D7"/>
                  </a:solidFill>
                  <a:latin typeface="Arial" panose="020B0604020202090204" pitchFamily="34" charset="0"/>
                  <a:ea typeface="STKaiti" panose="02010600040101010101" pitchFamily="2" charset="-122"/>
                  <a:cs typeface="Arial" panose="020B0604020202090204" pitchFamily="34" charset="0"/>
                </a:endParaRPr>
              </a:p>
              <a:p>
                <a:pPr algn="ctr"/>
                <a:r>
                  <a:rPr lang="en-US" altLang="zh-CN" sz="2000" b="1" dirty="0">
                    <a:solidFill>
                      <a:srgbClr val="3D77D7"/>
                    </a:solidFill>
                    <a:latin typeface="Arial" panose="020B0604020202090204" pitchFamily="34" charset="0"/>
                    <a:ea typeface="STKaiti" panose="02010600040101010101" pitchFamily="2" charset="-122"/>
                    <a:cs typeface="Arial" panose="020B0604020202090204" pitchFamily="34" charset="0"/>
                  </a:rPr>
                  <a:t>Cloud</a:t>
                </a:r>
                <a:endParaRPr lang="zh-CN" altLang="en-US" sz="2000" dirty="0">
                  <a:solidFill>
                    <a:srgbClr val="3D77D7"/>
                  </a:solidFill>
                  <a:latin typeface="Arial" panose="020B0604020202090204" pitchFamily="34" charset="0"/>
                  <a:cs typeface="Arial" panose="020B0604020202090204" pitchFamily="34" charset="0"/>
                </a:endParaRPr>
              </a:p>
            </p:txBody>
          </p:sp>
        </p:grpSp>
        <p:grpSp>
          <p:nvGrpSpPr>
            <p:cNvPr id="20" name="组合 19">
              <a:extLst>
                <a:ext uri="{FF2B5EF4-FFF2-40B4-BE49-F238E27FC236}">
                  <a16:creationId xmlns:a16="http://schemas.microsoft.com/office/drawing/2014/main" id="{C3C314E0-0C9C-A101-9E09-F249FE3013F3}"/>
                </a:ext>
              </a:extLst>
            </p:cNvPr>
            <p:cNvGrpSpPr/>
            <p:nvPr/>
          </p:nvGrpSpPr>
          <p:grpSpPr>
            <a:xfrm>
              <a:off x="966137" y="3044944"/>
              <a:ext cx="3502225" cy="908300"/>
              <a:chOff x="8080175" y="3500683"/>
              <a:chExt cx="3502225" cy="908300"/>
            </a:xfrm>
          </p:grpSpPr>
          <p:sp>
            <p:nvSpPr>
              <p:cNvPr id="21" name="矩形 20">
                <a:extLst>
                  <a:ext uri="{FF2B5EF4-FFF2-40B4-BE49-F238E27FC236}">
                    <a16:creationId xmlns:a16="http://schemas.microsoft.com/office/drawing/2014/main" id="{179BF2FF-E2FD-4DB1-CA3B-441CA7DBEE7A}"/>
                  </a:ext>
                </a:extLst>
              </p:cNvPr>
              <p:cNvSpPr/>
              <p:nvPr/>
            </p:nvSpPr>
            <p:spPr>
              <a:xfrm>
                <a:off x="8080175" y="3500683"/>
                <a:ext cx="3502225" cy="908300"/>
              </a:xfrm>
              <a:prstGeom prst="rect">
                <a:avLst/>
              </a:prstGeom>
              <a:solidFill>
                <a:srgbClr val="05428A"/>
              </a:solidFill>
              <a:ln>
                <a:solidFill>
                  <a:srgbClr val="0542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cs typeface="Arial" panose="020B0604020202090204" pitchFamily="34" charset="0"/>
                </a:endParaRPr>
              </a:p>
            </p:txBody>
          </p:sp>
          <p:pic>
            <p:nvPicPr>
              <p:cNvPr id="22" name="Picture 2">
                <a:extLst>
                  <a:ext uri="{FF2B5EF4-FFF2-40B4-BE49-F238E27FC236}">
                    <a16:creationId xmlns:a16="http://schemas.microsoft.com/office/drawing/2014/main" id="{0A88F071-10B8-18D3-7243-39D95874B2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8365" y="3676016"/>
                <a:ext cx="3285844" cy="55763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7" name="组合 26">
            <a:extLst>
              <a:ext uri="{FF2B5EF4-FFF2-40B4-BE49-F238E27FC236}">
                <a16:creationId xmlns:a16="http://schemas.microsoft.com/office/drawing/2014/main" id="{18837F7C-2812-1519-06B0-4D83586E5752}"/>
              </a:ext>
            </a:extLst>
          </p:cNvPr>
          <p:cNvGrpSpPr/>
          <p:nvPr/>
        </p:nvGrpSpPr>
        <p:grpSpPr>
          <a:xfrm>
            <a:off x="2032947" y="4222128"/>
            <a:ext cx="8222347" cy="1994027"/>
            <a:chOff x="2032946" y="4222128"/>
            <a:chExt cx="8222347" cy="1994027"/>
          </a:xfrm>
        </p:grpSpPr>
        <p:sp>
          <p:nvSpPr>
            <p:cNvPr id="28" name="文本框 27">
              <a:extLst>
                <a:ext uri="{FF2B5EF4-FFF2-40B4-BE49-F238E27FC236}">
                  <a16:creationId xmlns:a16="http://schemas.microsoft.com/office/drawing/2014/main" id="{827E2E28-5CA8-AF1B-C140-77C3C643DFD5}"/>
                </a:ext>
              </a:extLst>
            </p:cNvPr>
            <p:cNvSpPr txBox="1"/>
            <p:nvPr/>
          </p:nvSpPr>
          <p:spPr>
            <a:xfrm>
              <a:off x="2032946" y="4860540"/>
              <a:ext cx="8222347" cy="830997"/>
            </a:xfrm>
            <a:prstGeom prst="rect">
              <a:avLst/>
            </a:prstGeom>
            <a:noFill/>
          </p:spPr>
          <p:txBody>
            <a:bodyPr wrap="square" rtlCol="0">
              <a:spAutoFit/>
            </a:bodyPr>
            <a:lstStyle/>
            <a:p>
              <a:pPr algn="ctr"/>
              <a:r>
                <a:rPr lang="en-GB" altLang="zh-CN" sz="2400" dirty="0">
                  <a:ea typeface="STKaiti" panose="02010600040101010101" pitchFamily="2" charset="-122"/>
                  <a:cs typeface="Arial" panose="020B0604020202090204" pitchFamily="34" charset="0"/>
                </a:rPr>
                <a:t>College of Computer Science and Technology</a:t>
              </a:r>
              <a:endParaRPr lang="en-US" altLang="zh-CN" sz="2400" dirty="0">
                <a:ea typeface="STKaiti" panose="02010600040101010101" pitchFamily="2" charset="-122"/>
                <a:cs typeface="Arial" panose="020B0604020202090204" pitchFamily="34" charset="0"/>
                <a:sym typeface="+mn-lt"/>
              </a:endParaRPr>
            </a:p>
            <a:p>
              <a:pPr algn="ctr"/>
              <a:r>
                <a:rPr lang="en-US" altLang="zh-CN" sz="2400" dirty="0">
                  <a:ea typeface="STKaiti" panose="02010600040101010101" pitchFamily="2" charset="-122"/>
                  <a:cs typeface="Arial" panose="020B0604020202090204" pitchFamily="34" charset="0"/>
                  <a:sym typeface="+mn-lt"/>
                </a:rPr>
                <a:t>Zhejiang</a:t>
              </a:r>
              <a:r>
                <a:rPr lang="zh-CN" altLang="en-US" sz="2400" dirty="0">
                  <a:ea typeface="STKaiti" panose="02010600040101010101" pitchFamily="2" charset="-122"/>
                  <a:cs typeface="Arial" panose="020B0604020202090204" pitchFamily="34" charset="0"/>
                  <a:sym typeface="+mn-lt"/>
                </a:rPr>
                <a:t> </a:t>
              </a:r>
              <a:r>
                <a:rPr lang="en-US" altLang="zh-CN" sz="2400" dirty="0">
                  <a:ea typeface="STKaiti" panose="02010600040101010101" pitchFamily="2" charset="-122"/>
                  <a:cs typeface="Arial" panose="020B0604020202090204" pitchFamily="34" charset="0"/>
                  <a:sym typeface="+mn-lt"/>
                </a:rPr>
                <a:t>University</a:t>
              </a:r>
              <a:r>
                <a:rPr lang="zh-CN" altLang="en-US" sz="2400" dirty="0">
                  <a:ea typeface="STKaiti" panose="02010600040101010101" pitchFamily="2" charset="-122"/>
                  <a:cs typeface="Arial" panose="020B0604020202090204" pitchFamily="34" charset="0"/>
                  <a:sym typeface="+mn-lt"/>
                </a:rPr>
                <a:t> </a:t>
              </a:r>
              <a:r>
                <a:rPr lang="en-US" altLang="zh-CN" sz="2400" dirty="0">
                  <a:ea typeface="STKaiti" panose="02010600040101010101" pitchFamily="2" charset="-122"/>
                  <a:cs typeface="Arial" panose="020B0604020202090204" pitchFamily="34" charset="0"/>
                  <a:sym typeface="+mn-lt"/>
                </a:rPr>
                <a:t>(ZJU)</a:t>
              </a:r>
              <a:endParaRPr lang="zh-CN" altLang="en-US" sz="2400" dirty="0">
                <a:ea typeface="STKaiti" panose="02010600040101010101" pitchFamily="2" charset="-122"/>
                <a:cs typeface="Arial" panose="020B0604020202090204" pitchFamily="34" charset="0"/>
                <a:sym typeface="+mn-lt"/>
              </a:endParaRPr>
            </a:p>
          </p:txBody>
        </p:sp>
        <p:sp>
          <p:nvSpPr>
            <p:cNvPr id="29" name="文本框 28">
              <a:extLst>
                <a:ext uri="{FF2B5EF4-FFF2-40B4-BE49-F238E27FC236}">
                  <a16:creationId xmlns:a16="http://schemas.microsoft.com/office/drawing/2014/main" id="{2973A484-E0D9-4A99-FD71-82107E1CD676}"/>
                </a:ext>
              </a:extLst>
            </p:cNvPr>
            <p:cNvSpPr txBox="1"/>
            <p:nvPr/>
          </p:nvSpPr>
          <p:spPr>
            <a:xfrm>
              <a:off x="2800814" y="5754490"/>
              <a:ext cx="6590370" cy="461665"/>
            </a:xfrm>
            <a:prstGeom prst="rect">
              <a:avLst/>
            </a:prstGeom>
            <a:noFill/>
          </p:spPr>
          <p:txBody>
            <a:bodyPr wrap="square">
              <a:spAutoFit/>
            </a:bodyPr>
            <a:lstStyle/>
            <a:p>
              <a:pPr algn="ctr"/>
              <a:r>
                <a:rPr lang="en-US" altLang="zh-CN" sz="2400" dirty="0">
                  <a:solidFill>
                    <a:schemeClr val="accent1"/>
                  </a:solidFill>
                  <a:cs typeface="Arial" panose="020B0604020202090204" pitchFamily="34" charset="0"/>
                </a:rPr>
                <a:t>https://</a:t>
              </a:r>
              <a:r>
                <a:rPr lang="en-US" altLang="zh-CN" sz="2400" dirty="0" err="1">
                  <a:solidFill>
                    <a:schemeClr val="accent1"/>
                  </a:solidFill>
                  <a:cs typeface="Arial" panose="020B0604020202090204" pitchFamily="34" charset="0"/>
                </a:rPr>
                <a:t>janusq.github.io</a:t>
              </a:r>
              <a:r>
                <a:rPr lang="en-US" altLang="zh-CN" sz="2400" dirty="0">
                  <a:solidFill>
                    <a:schemeClr val="accent1"/>
                  </a:solidFill>
                  <a:cs typeface="Arial" panose="020B0604020202090204" pitchFamily="34" charset="0"/>
                </a:rPr>
                <a:t>/ISCA_2026_Tutorial/home</a:t>
              </a:r>
              <a:endParaRPr lang="zh-CN" altLang="en-US" sz="2400" dirty="0">
                <a:solidFill>
                  <a:schemeClr val="accent1"/>
                </a:solidFill>
                <a:cs typeface="Arial" panose="020B0604020202090204" pitchFamily="34" charset="0"/>
              </a:endParaRPr>
            </a:p>
          </p:txBody>
        </p:sp>
        <p:sp>
          <p:nvSpPr>
            <p:cNvPr id="30" name="文本框 29">
              <a:extLst>
                <a:ext uri="{FF2B5EF4-FFF2-40B4-BE49-F238E27FC236}">
                  <a16:creationId xmlns:a16="http://schemas.microsoft.com/office/drawing/2014/main" id="{E9FFE434-BDE1-5443-94B1-902DF1C649F9}"/>
                </a:ext>
              </a:extLst>
            </p:cNvPr>
            <p:cNvSpPr txBox="1"/>
            <p:nvPr/>
          </p:nvSpPr>
          <p:spPr>
            <a:xfrm>
              <a:off x="3266505" y="4222128"/>
              <a:ext cx="5755227" cy="461665"/>
            </a:xfrm>
            <a:prstGeom prst="rect">
              <a:avLst/>
            </a:prstGeom>
            <a:noFill/>
          </p:spPr>
          <p:txBody>
            <a:bodyPr wrap="square" rtlCol="0">
              <a:spAutoFit/>
            </a:bodyPr>
            <a:lstStyle/>
            <a:p>
              <a:pPr algn="ctr">
                <a:lnSpc>
                  <a:spcPct val="100000"/>
                </a:lnSpc>
              </a:pPr>
              <a:r>
                <a:rPr lang="en-US" altLang="zh-CN" sz="2400" dirty="0">
                  <a:cs typeface="Arial" panose="020B0604020202020204" pitchFamily="34" charset="0"/>
                </a:rPr>
                <a:t>Speaker: </a:t>
              </a:r>
              <a:r>
                <a:rPr lang="en-US" altLang="zh-CN" sz="2400" dirty="0">
                  <a:cs typeface="Arial" panose="020B0604020202090204" pitchFamily="34" charset="0"/>
                </a:rPr>
                <a:t>Debin</a:t>
              </a:r>
              <a:r>
                <a:rPr lang="zh-CN" altLang="en-US" sz="2400" dirty="0">
                  <a:cs typeface="Arial" panose="020B0604020202090204" pitchFamily="34" charset="0"/>
                </a:rPr>
                <a:t> </a:t>
              </a:r>
              <a:r>
                <a:rPr lang="en-US" altLang="zh-CN" sz="2400" dirty="0">
                  <a:cs typeface="Arial" panose="020B0604020202090204" pitchFamily="34" charset="0"/>
                </a:rPr>
                <a:t>Xiang</a:t>
              </a:r>
              <a:endParaRPr lang="zh-CN" altLang="en-US" sz="2400" dirty="0">
                <a:cs typeface="Arial" panose="020B0604020202020204" pitchFamily="34" charset="0"/>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9633"/>
    </mc:Choice>
    <mc:Fallback xmlns="">
      <p:transition spd="slow" advTm="396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1" i="0" dirty="0">
                <a:solidFill>
                  <a:srgbClr val="000000"/>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0" i="0" dirty="0">
                <a:solidFill>
                  <a:srgbClr val="AAAAAA"/>
                </a:solidFill>
                <a:latin typeface="Times New Roman"/>
              </a:rPr>
              <a:t>-  Overview of </a:t>
            </a:r>
            <a:r>
              <a:rPr sz="2400" b="0" i="0" dirty="0" err="1">
                <a:solidFill>
                  <a:srgbClr val="AAAAAA"/>
                </a:solidFill>
                <a:latin typeface="Times New Roman"/>
              </a:rPr>
              <a:t>AdaptDQC</a:t>
            </a:r>
            <a:endParaRPr sz="2400" b="0" i="0" dirty="0">
              <a:solidFill>
                <a:srgbClr val="AAAAAA"/>
              </a:solidFill>
              <a:latin typeface="Times New Roman"/>
            </a:endParaRPr>
          </a:p>
        </p:txBody>
      </p:sp>
      <p:sp>
        <p:nvSpPr>
          <p:cNvPr id="10" name="TextBox 9"/>
          <p:cNvSpPr txBox="1"/>
          <p:nvPr/>
        </p:nvSpPr>
        <p:spPr>
          <a:xfrm>
            <a:off x="777240" y="2221992"/>
            <a:ext cx="2711383" cy="406265"/>
          </a:xfrm>
          <a:prstGeom prst="rect">
            <a:avLst/>
          </a:prstGeom>
          <a:noFill/>
        </p:spPr>
        <p:txBody>
          <a:bodyPr wrap="none" lIns="18288" tIns="18288" rIns="18288" bIns="18288">
            <a:spAutoFit/>
          </a:bodyPr>
          <a:lstStyle>
            <a:defPPr>
              <a:defRPr lang="zh-CN"/>
            </a:defPPr>
            <a:lvl1pPr>
              <a:defRPr sz="2400" b="0" i="0">
                <a:solidFill>
                  <a:srgbClr val="AAAAAA"/>
                </a:solidFill>
                <a:latin typeface="Times New Roman"/>
              </a:defRPr>
            </a:lvl1pPr>
          </a:lstStyle>
          <a:p>
            <a:r>
              <a:rPr lang="en-US" altLang="zh-CN" dirty="0"/>
              <a:t>-  </a:t>
            </a:r>
            <a:r>
              <a:rPr lang="en-US" altLang="zh-CN"/>
              <a:t>Adaptive compiler</a:t>
            </a:r>
            <a:endParaRPr lang="en-US" altLang="zh-CN" dirty="0"/>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0" i="0" dirty="0">
                <a:solidFill>
                  <a:srgbClr val="AAAAAA"/>
                </a:solidFill>
                <a:latin typeface="Times New Roman"/>
              </a:rPr>
              <a:t>-  Experimental evaluation</a:t>
            </a:r>
          </a:p>
        </p:txBody>
      </p:sp>
      <p:sp>
        <p:nvSpPr>
          <p:cNvPr id="12" name="TextBox 11"/>
          <p:cNvSpPr txBox="1"/>
          <p:nvPr/>
        </p:nvSpPr>
        <p:spPr>
          <a:xfrm>
            <a:off x="777240" y="3209544"/>
            <a:ext cx="2235933" cy="406265"/>
          </a:xfrm>
          <a:prstGeom prst="rect">
            <a:avLst/>
          </a:prstGeom>
          <a:noFill/>
        </p:spPr>
        <p:txBody>
          <a:bodyPr wrap="none" lIns="18288" tIns="18288" rIns="18288" bIns="18288">
            <a:spAutoFit/>
          </a:bodyPr>
          <a:lstStyle/>
          <a:p>
            <a:r>
              <a:rPr sz="2400" b="0" i="0" dirty="0">
                <a:solidFill>
                  <a:srgbClr val="AAAAAA"/>
                </a:solidFill>
                <a:latin typeface="Times New Roman"/>
              </a:rPr>
              <a:t>- </a:t>
            </a:r>
            <a:r>
              <a:rPr lang="en-US" sz="2400" b="0" i="0" dirty="0">
                <a:solidFill>
                  <a:srgbClr val="AAAAAA"/>
                </a:solidFill>
                <a:latin typeface="Times New Roman"/>
              </a:rPr>
              <a:t> </a:t>
            </a:r>
            <a:r>
              <a:rPr lang="en-US" altLang="zh-CN" sz="2400" dirty="0" err="1">
                <a:solidFill>
                  <a:srgbClr val="AAAAAA"/>
                </a:solidFill>
              </a:rPr>
              <a:t>AdaptDQC</a:t>
            </a:r>
            <a:r>
              <a:rPr lang="en-US" altLang="zh-CN" sz="2400" dirty="0">
                <a:solidFill>
                  <a:srgbClr val="AAAAAA"/>
                </a:solidFill>
              </a:rPr>
              <a:t> API</a:t>
            </a:r>
            <a:endParaRPr sz="2400" b="0" i="0" dirty="0">
              <a:solidFill>
                <a:srgbClr val="AAAAAA"/>
              </a:solidFill>
              <a:latin typeface="Times New Roman"/>
            </a:endParaRPr>
          </a:p>
        </p:txBody>
      </p:sp>
    </p:spTree>
    <p:extLst>
      <p:ext uri="{BB962C8B-B14F-4D97-AF65-F5344CB8AC3E}">
        <p14:creationId xmlns:p14="http://schemas.microsoft.com/office/powerpoint/2010/main" val="1708856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dirty="0">
                <a:solidFill>
                  <a:srgbClr val="000000"/>
                </a:solidFill>
                <a:latin typeface="Times New Roman"/>
              </a:rPr>
              <a:t>Why Distributed Quantum Computing?</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 y="1870179"/>
            <a:ext cx="4892040" cy="4306455"/>
          </a:xfrm>
          <a:prstGeom prst="roundRect">
            <a:avLst>
              <a:gd name="adj" fmla="val 4359"/>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57145" y="1208746"/>
            <a:ext cx="46725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DQC Motivation</a:t>
            </a:r>
          </a:p>
        </p:txBody>
      </p:sp>
      <p:sp>
        <p:nvSpPr>
          <p:cNvPr id="11" name="Rounded Rectangle 10"/>
          <p:cNvSpPr/>
          <p:nvPr/>
        </p:nvSpPr>
        <p:spPr>
          <a:xfrm>
            <a:off x="1437130" y="3255742"/>
            <a:ext cx="96012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Width</a:t>
            </a:r>
          </a:p>
        </p:txBody>
      </p:sp>
      <p:sp>
        <p:nvSpPr>
          <p:cNvPr id="12" name="Rounded Rectangle 11"/>
          <p:cNvSpPr/>
          <p:nvPr/>
        </p:nvSpPr>
        <p:spPr>
          <a:xfrm>
            <a:off x="2594093" y="2528445"/>
            <a:ext cx="960120" cy="43891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Depth</a:t>
            </a:r>
          </a:p>
        </p:txBody>
      </p:sp>
      <p:sp>
        <p:nvSpPr>
          <p:cNvPr id="13" name="Rounded Rectangle 12"/>
          <p:cNvSpPr/>
          <p:nvPr/>
        </p:nvSpPr>
        <p:spPr>
          <a:xfrm>
            <a:off x="3773422" y="3258345"/>
            <a:ext cx="96012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Noise</a:t>
            </a:r>
          </a:p>
        </p:txBody>
      </p:sp>
      <p:cxnSp>
        <p:nvCxnSpPr>
          <p:cNvPr id="14" name="Connector 13"/>
          <p:cNvCxnSpPr>
            <a:cxnSpLocks/>
            <a:stCxn id="11" idx="3"/>
            <a:endCxn id="12" idx="2"/>
          </p:cNvCxnSpPr>
          <p:nvPr/>
        </p:nvCxnSpPr>
        <p:spPr>
          <a:xfrm flipV="1">
            <a:off x="2397250" y="2967357"/>
            <a:ext cx="676903" cy="507841"/>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a:stCxn id="12" idx="2"/>
            <a:endCxn id="13" idx="1"/>
          </p:cNvCxnSpPr>
          <p:nvPr/>
        </p:nvCxnSpPr>
        <p:spPr>
          <a:xfrm>
            <a:off x="3074153" y="2967357"/>
            <a:ext cx="699269" cy="510444"/>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a:cxnSpLocks/>
            <a:stCxn id="13" idx="1"/>
            <a:endCxn id="11" idx="3"/>
          </p:cNvCxnSpPr>
          <p:nvPr/>
        </p:nvCxnSpPr>
        <p:spPr>
          <a:xfrm flipH="1" flipV="1">
            <a:off x="2397250" y="3475198"/>
            <a:ext cx="1376172" cy="2603"/>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31186" y="2004496"/>
            <a:ext cx="3495047" cy="421433"/>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Single-chip</a:t>
            </a:r>
            <a:r>
              <a:rPr lang="zh-CN" altLang="en-US" b="1" i="0" dirty="0">
                <a:solidFill>
                  <a:srgbClr val="000000"/>
                </a:solidFill>
                <a:latin typeface="Times New Roman"/>
              </a:rPr>
              <a:t> </a:t>
            </a:r>
            <a:r>
              <a:rPr b="1" i="0" dirty="0">
                <a:solidFill>
                  <a:srgbClr val="000000"/>
                </a:solidFill>
                <a:latin typeface="Times New Roman"/>
              </a:rPr>
              <a:t>bottleneck</a:t>
            </a:r>
          </a:p>
        </p:txBody>
      </p:sp>
      <p:cxnSp>
        <p:nvCxnSpPr>
          <p:cNvPr id="18" name="Connector 17"/>
          <p:cNvCxnSpPr/>
          <p:nvPr/>
        </p:nvCxnSpPr>
        <p:spPr>
          <a:xfrm>
            <a:off x="1083564" y="5011625"/>
            <a:ext cx="1508760"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83564" y="5258513"/>
            <a:ext cx="1508760"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83564" y="5505401"/>
            <a:ext cx="1508760"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248385" y="4874464"/>
            <a:ext cx="959889" cy="758945"/>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circuit</a:t>
            </a:r>
          </a:p>
        </p:txBody>
      </p:sp>
      <p:cxnSp>
        <p:nvCxnSpPr>
          <p:cNvPr id="22" name="Connector 21"/>
          <p:cNvCxnSpPr>
            <a:cxnSpLocks/>
          </p:cNvCxnSpPr>
          <p:nvPr/>
        </p:nvCxnSpPr>
        <p:spPr>
          <a:xfrm>
            <a:off x="2610841" y="5253937"/>
            <a:ext cx="163168" cy="0"/>
          </a:xfrm>
          <a:prstGeom prst="line">
            <a:avLst/>
          </a:prstGeom>
          <a:ln w="25400">
            <a:solidFill>
              <a:srgbClr val="EE8436"/>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859022" y="4760161"/>
            <a:ext cx="914400" cy="25603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QPU A</a:t>
            </a:r>
          </a:p>
        </p:txBody>
      </p:sp>
      <p:sp>
        <p:nvSpPr>
          <p:cNvPr id="24" name="Rounded Rectangle 23"/>
          <p:cNvSpPr/>
          <p:nvPr/>
        </p:nvSpPr>
        <p:spPr>
          <a:xfrm>
            <a:off x="2859022" y="5162497"/>
            <a:ext cx="914400" cy="25603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QPU B</a:t>
            </a:r>
          </a:p>
        </p:txBody>
      </p:sp>
      <p:sp>
        <p:nvSpPr>
          <p:cNvPr id="25" name="Rounded Rectangle 24"/>
          <p:cNvSpPr/>
          <p:nvPr/>
        </p:nvSpPr>
        <p:spPr>
          <a:xfrm>
            <a:off x="2859022" y="5564833"/>
            <a:ext cx="914400" cy="25603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QPU C</a:t>
            </a:r>
          </a:p>
        </p:txBody>
      </p:sp>
      <p:cxnSp>
        <p:nvCxnSpPr>
          <p:cNvPr id="26" name="Connector 25"/>
          <p:cNvCxnSpPr>
            <a:cxnSpLocks/>
          </p:cNvCxnSpPr>
          <p:nvPr/>
        </p:nvCxnSpPr>
        <p:spPr>
          <a:xfrm>
            <a:off x="3883151" y="5253937"/>
            <a:ext cx="149815" cy="0"/>
          </a:xfrm>
          <a:prstGeom prst="line">
            <a:avLst/>
          </a:prstGeom>
          <a:ln w="25400">
            <a:solidFill>
              <a:srgbClr val="EE8436"/>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099226" y="4941242"/>
            <a:ext cx="1043358" cy="619665"/>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global
result</a:t>
            </a:r>
          </a:p>
        </p:txBody>
      </p:sp>
      <p:sp>
        <p:nvSpPr>
          <p:cNvPr id="28" name="TextBox 27"/>
          <p:cNvSpPr txBox="1"/>
          <p:nvPr/>
        </p:nvSpPr>
        <p:spPr>
          <a:xfrm>
            <a:off x="5897879" y="1078992"/>
            <a:ext cx="5578503" cy="313932"/>
          </a:xfrm>
          <a:prstGeom prst="rect">
            <a:avLst/>
          </a:prstGeom>
          <a:noFill/>
        </p:spPr>
        <p:txBody>
          <a:bodyPr wrap="square" lIns="18288" tIns="18288" rIns="18288" bIns="18288">
            <a:spAutoFit/>
          </a:bodyPr>
          <a:lstStyle/>
          <a:p>
            <a:pPr algn="l"/>
            <a:r>
              <a:rPr b="1" i="0" dirty="0">
                <a:solidFill>
                  <a:srgbClr val="000000"/>
                </a:solidFill>
                <a:latin typeface="Times New Roman"/>
              </a:rPr>
              <a:t>DQC targets coupled width-depth-noise limits</a:t>
            </a:r>
          </a:p>
        </p:txBody>
      </p:sp>
      <p:sp>
        <p:nvSpPr>
          <p:cNvPr id="29" name="Rounded Rectangle 28"/>
          <p:cNvSpPr/>
          <p:nvPr/>
        </p:nvSpPr>
        <p:spPr>
          <a:xfrm>
            <a:off x="6912864" y="1758443"/>
            <a:ext cx="201168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A. Single chip</a:t>
            </a:r>
          </a:p>
        </p:txBody>
      </p:sp>
      <p:sp>
        <p:nvSpPr>
          <p:cNvPr id="30" name="TextBox 29"/>
          <p:cNvSpPr txBox="1"/>
          <p:nvPr/>
        </p:nvSpPr>
        <p:spPr>
          <a:xfrm>
            <a:off x="9049022" y="1825784"/>
            <a:ext cx="2236253" cy="313932"/>
          </a:xfrm>
          <a:prstGeom prst="rect">
            <a:avLst/>
          </a:prstGeom>
          <a:noFill/>
        </p:spPr>
        <p:txBody>
          <a:bodyPr wrap="none" lIns="18288" tIns="18288" rIns="18288" bIns="18288">
            <a:spAutoFit/>
          </a:bodyPr>
          <a:lstStyle/>
          <a:p>
            <a:pPr algn="ctr"/>
            <a:r>
              <a:rPr b="0" i="0" dirty="0">
                <a:solidFill>
                  <a:srgbClr val="585858"/>
                </a:solidFill>
                <a:latin typeface="Times New Roman"/>
              </a:rPr>
              <a:t>limited width and depth</a:t>
            </a:r>
          </a:p>
        </p:txBody>
      </p:sp>
      <p:sp>
        <p:nvSpPr>
          <p:cNvPr id="31" name="Rounded Rectangle 30"/>
          <p:cNvSpPr/>
          <p:nvPr/>
        </p:nvSpPr>
        <p:spPr>
          <a:xfrm>
            <a:off x="6912864" y="2764284"/>
            <a:ext cx="2011680" cy="50292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B. Partition</a:t>
            </a:r>
          </a:p>
        </p:txBody>
      </p:sp>
      <p:sp>
        <p:nvSpPr>
          <p:cNvPr id="32" name="TextBox 31"/>
          <p:cNvSpPr txBox="1"/>
          <p:nvPr/>
        </p:nvSpPr>
        <p:spPr>
          <a:xfrm>
            <a:off x="9044673" y="2846287"/>
            <a:ext cx="2646622" cy="313932"/>
          </a:xfrm>
          <a:prstGeom prst="rect">
            <a:avLst/>
          </a:prstGeom>
          <a:noFill/>
        </p:spPr>
        <p:txBody>
          <a:bodyPr wrap="none" lIns="18288" tIns="18288" rIns="18288" bIns="18288">
            <a:spAutoFit/>
          </a:bodyPr>
          <a:lstStyle/>
          <a:p>
            <a:pPr algn="ctr"/>
            <a:r>
              <a:rPr b="0" i="0" dirty="0">
                <a:solidFill>
                  <a:srgbClr val="585858"/>
                </a:solidFill>
                <a:latin typeface="Times New Roman"/>
              </a:rPr>
              <a:t>subcircuits fit smaller QPUs</a:t>
            </a:r>
          </a:p>
        </p:txBody>
      </p:sp>
      <p:cxnSp>
        <p:nvCxnSpPr>
          <p:cNvPr id="33" name="Connector 32"/>
          <p:cNvCxnSpPr>
            <a:cxnSpLocks/>
          </p:cNvCxnSpPr>
          <p:nvPr/>
        </p:nvCxnSpPr>
        <p:spPr>
          <a:xfrm>
            <a:off x="7918704" y="2261363"/>
            <a:ext cx="0" cy="502921"/>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912864" y="3628392"/>
            <a:ext cx="201168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C. Execute</a:t>
            </a:r>
          </a:p>
        </p:txBody>
      </p:sp>
      <p:sp>
        <p:nvSpPr>
          <p:cNvPr id="35" name="TextBox 34"/>
          <p:cNvSpPr txBox="1"/>
          <p:nvPr/>
        </p:nvSpPr>
        <p:spPr>
          <a:xfrm>
            <a:off x="9086967" y="3747264"/>
            <a:ext cx="1857945" cy="313932"/>
          </a:xfrm>
          <a:prstGeom prst="rect">
            <a:avLst/>
          </a:prstGeom>
          <a:noFill/>
        </p:spPr>
        <p:txBody>
          <a:bodyPr wrap="none" lIns="18288" tIns="18288" rIns="18288" bIns="18288">
            <a:spAutoFit/>
          </a:bodyPr>
          <a:lstStyle/>
          <a:p>
            <a:pPr algn="ctr"/>
            <a:r>
              <a:rPr b="0" i="0" dirty="0">
                <a:solidFill>
                  <a:srgbClr val="585858"/>
                </a:solidFill>
                <a:latin typeface="Times New Roman"/>
              </a:rPr>
              <a:t>higher local fidelity</a:t>
            </a:r>
          </a:p>
        </p:txBody>
      </p:sp>
      <p:sp>
        <p:nvSpPr>
          <p:cNvPr id="36" name="Rounded Rectangle 35"/>
          <p:cNvSpPr/>
          <p:nvPr/>
        </p:nvSpPr>
        <p:spPr>
          <a:xfrm>
            <a:off x="6912864" y="4611371"/>
            <a:ext cx="201168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D. Reconstruct</a:t>
            </a:r>
          </a:p>
        </p:txBody>
      </p:sp>
      <p:sp>
        <p:nvSpPr>
          <p:cNvPr id="37" name="TextBox 36"/>
          <p:cNvSpPr txBox="1"/>
          <p:nvPr/>
        </p:nvSpPr>
        <p:spPr>
          <a:xfrm>
            <a:off x="9103360" y="4730243"/>
            <a:ext cx="1934889" cy="313932"/>
          </a:xfrm>
          <a:prstGeom prst="rect">
            <a:avLst/>
          </a:prstGeom>
          <a:noFill/>
        </p:spPr>
        <p:txBody>
          <a:bodyPr wrap="none" lIns="18288" tIns="18288" rIns="18288" bIns="18288">
            <a:spAutoFit/>
          </a:bodyPr>
          <a:lstStyle/>
          <a:p>
            <a:pPr algn="ctr"/>
            <a:r>
              <a:rPr b="0" i="0" dirty="0">
                <a:solidFill>
                  <a:srgbClr val="585858"/>
                </a:solidFill>
                <a:latin typeface="Times New Roman"/>
              </a:rPr>
              <a:t>recover global result</a:t>
            </a:r>
          </a:p>
        </p:txBody>
      </p:sp>
      <p:cxnSp>
        <p:nvCxnSpPr>
          <p:cNvPr id="38" name="Connector 37"/>
          <p:cNvCxnSpPr>
            <a:cxnSpLocks/>
          </p:cNvCxnSpPr>
          <p:nvPr/>
        </p:nvCxnSpPr>
        <p:spPr>
          <a:xfrm>
            <a:off x="7918704" y="4131312"/>
            <a:ext cx="0" cy="480059"/>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55130" y="5444844"/>
            <a:ext cx="5866748" cy="735296"/>
          </a:xfrm>
          <a:prstGeom prst="roundRect">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wrap="square" tIns="54864" bIns="36576" rtlCol="0" anchor="ctr"/>
          <a:lstStyle/>
          <a:p>
            <a:pPr algn="ctr"/>
            <a:r>
              <a:rPr b="1" i="0" dirty="0">
                <a:solidFill>
                  <a:schemeClr val="accent2"/>
                </a:solidFill>
                <a:latin typeface="Times New Roman"/>
              </a:rPr>
              <a:t>Compiler quality decides </a:t>
            </a:r>
            <a:r>
              <a:rPr lang="en-US" b="1" i="0" dirty="0">
                <a:solidFill>
                  <a:schemeClr val="accent2"/>
                </a:solidFill>
                <a:latin typeface="Times New Roman"/>
              </a:rPr>
              <a:t>whether</a:t>
            </a:r>
            <a:r>
              <a:rPr b="1" i="0" dirty="0">
                <a:solidFill>
                  <a:schemeClr val="accent2"/>
                </a:solidFill>
                <a:latin typeface="Times New Roman"/>
              </a:rPr>
              <a:t> DQC reduces the bottleneck.</a:t>
            </a:r>
          </a:p>
        </p:txBody>
      </p:sp>
      <p:cxnSp>
        <p:nvCxnSpPr>
          <p:cNvPr id="66" name="Connector 32">
            <a:extLst>
              <a:ext uri="{FF2B5EF4-FFF2-40B4-BE49-F238E27FC236}">
                <a16:creationId xmlns:a16="http://schemas.microsoft.com/office/drawing/2014/main" id="{5A85B146-C264-BB93-05E9-F40602CA631F}"/>
              </a:ext>
            </a:extLst>
          </p:cNvPr>
          <p:cNvCxnSpPr>
            <a:cxnSpLocks/>
          </p:cNvCxnSpPr>
          <p:nvPr/>
        </p:nvCxnSpPr>
        <p:spPr>
          <a:xfrm>
            <a:off x="7918704" y="3267204"/>
            <a:ext cx="0" cy="361188"/>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69" name="Rounded Rectangle 16">
            <a:extLst>
              <a:ext uri="{FF2B5EF4-FFF2-40B4-BE49-F238E27FC236}">
                <a16:creationId xmlns:a16="http://schemas.microsoft.com/office/drawing/2014/main" id="{1982A330-E504-7E22-D8AD-7A5B2006B53D}"/>
              </a:ext>
            </a:extLst>
          </p:cNvPr>
          <p:cNvSpPr/>
          <p:nvPr/>
        </p:nvSpPr>
        <p:spPr>
          <a:xfrm>
            <a:off x="1331186" y="4088929"/>
            <a:ext cx="3495047" cy="421433"/>
          </a:xfrm>
          <a:prstGeom prst="roundRect">
            <a:avLst/>
          </a:prstGeom>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tIns="54864" bIns="36576" rtlCol="0" anchor="ctr"/>
          <a:lstStyle/>
          <a:p>
            <a:pPr algn="ctr"/>
            <a:r>
              <a:rPr lang="en-US" altLang="zh-CN" b="1" i="0" dirty="0">
                <a:solidFill>
                  <a:srgbClr val="000000"/>
                </a:solidFill>
                <a:latin typeface="Times New Roman"/>
              </a:rPr>
              <a:t>Large</a:t>
            </a:r>
            <a:r>
              <a:rPr lang="zh-CN" altLang="en-US" b="1" i="0" dirty="0">
                <a:solidFill>
                  <a:srgbClr val="000000"/>
                </a:solidFill>
                <a:latin typeface="Times New Roman"/>
              </a:rPr>
              <a:t> </a:t>
            </a:r>
            <a:r>
              <a:rPr lang="en-US" altLang="zh-CN" b="1" i="0" dirty="0">
                <a:solidFill>
                  <a:srgbClr val="000000"/>
                </a:solidFill>
                <a:latin typeface="Times New Roman"/>
              </a:rPr>
              <a:t>task</a:t>
            </a:r>
            <a:r>
              <a:rPr lang="zh-CN" altLang="en-US" b="1" i="0" dirty="0">
                <a:solidFill>
                  <a:srgbClr val="000000"/>
                </a:solidFill>
                <a:latin typeface="Times New Roman"/>
              </a:rPr>
              <a:t> </a:t>
            </a:r>
            <a:r>
              <a:rPr lang="en-US" altLang="zh-CN" b="1" i="0" dirty="0">
                <a:solidFill>
                  <a:srgbClr val="000000"/>
                </a:solidFill>
                <a:latin typeface="Times New Roman"/>
              </a:rPr>
              <a:t>must</a:t>
            </a:r>
            <a:r>
              <a:rPr lang="zh-CN" altLang="en-US" b="1" i="0" dirty="0">
                <a:solidFill>
                  <a:srgbClr val="000000"/>
                </a:solidFill>
                <a:latin typeface="Times New Roman"/>
              </a:rPr>
              <a:t> </a:t>
            </a:r>
            <a:r>
              <a:rPr lang="en-US" altLang="zh-CN" b="1" i="0" dirty="0">
                <a:solidFill>
                  <a:srgbClr val="000000"/>
                </a:solidFill>
                <a:latin typeface="Times New Roman"/>
              </a:rPr>
              <a:t>be</a:t>
            </a:r>
            <a:r>
              <a:rPr lang="zh-CN" altLang="en-US" b="1" i="0" dirty="0">
                <a:solidFill>
                  <a:srgbClr val="000000"/>
                </a:solidFill>
                <a:latin typeface="Times New Roman"/>
              </a:rPr>
              <a:t> </a:t>
            </a:r>
            <a:r>
              <a:rPr lang="en-US" altLang="zh-CN" b="1" i="0" dirty="0">
                <a:solidFill>
                  <a:srgbClr val="000000"/>
                </a:solidFill>
                <a:latin typeface="Times New Roman"/>
              </a:rPr>
              <a:t>partitioned</a:t>
            </a:r>
            <a:endParaRPr b="1" i="0" dirty="0">
              <a:solidFill>
                <a:srgbClr val="000000"/>
              </a:solidFill>
              <a:latin typeface="Times New Roman"/>
            </a:endParaRPr>
          </a:p>
        </p:txBody>
      </p:sp>
      <p:sp>
        <p:nvSpPr>
          <p:cNvPr id="70" name="矩形 69">
            <a:extLst>
              <a:ext uri="{FF2B5EF4-FFF2-40B4-BE49-F238E27FC236}">
                <a16:creationId xmlns:a16="http://schemas.microsoft.com/office/drawing/2014/main" id="{1FB320C8-4E08-E98B-73A6-68A954288ACB}"/>
              </a:ext>
            </a:extLst>
          </p:cNvPr>
          <p:cNvSpPr/>
          <p:nvPr/>
        </p:nvSpPr>
        <p:spPr>
          <a:xfrm>
            <a:off x="6641593" y="2548828"/>
            <a:ext cx="5180285" cy="91935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71" name="圆角右箭头 70">
            <a:extLst>
              <a:ext uri="{FF2B5EF4-FFF2-40B4-BE49-F238E27FC236}">
                <a16:creationId xmlns:a16="http://schemas.microsoft.com/office/drawing/2014/main" id="{397A06D4-16B7-F4B9-C71F-345043BD1F15}"/>
              </a:ext>
            </a:extLst>
          </p:cNvPr>
          <p:cNvSpPr/>
          <p:nvPr/>
        </p:nvSpPr>
        <p:spPr>
          <a:xfrm>
            <a:off x="6095998" y="2890477"/>
            <a:ext cx="545596" cy="2554367"/>
          </a:xfrm>
          <a:prstGeom prst="bentArrow">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653586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2CEF1-553D-3D2A-F1D9-34EE979F03D8}"/>
              </a:ext>
            </a:extLst>
          </p:cNvPr>
          <p:cNvSpPr>
            <a:spLocks noGrp="1"/>
          </p:cNvSpPr>
          <p:nvPr>
            <p:ph type="title"/>
          </p:nvPr>
        </p:nvSpPr>
        <p:spPr>
          <a:xfrm>
            <a:off x="718218" y="251486"/>
            <a:ext cx="7500195" cy="424732"/>
          </a:xfrm>
          <a:noFill/>
        </p:spPr>
        <p:txBody>
          <a:bodyPr wrap="none" lIns="18288" tIns="18288" rIns="18288" bIns="18288">
            <a:spAutoFit/>
          </a:bodyPr>
          <a:lstStyle/>
          <a:p>
            <a:r>
              <a:rPr lang="en-US" altLang="zh-CN" sz="2800" dirty="0">
                <a:solidFill>
                  <a:srgbClr val="000000"/>
                </a:solidFill>
                <a:latin typeface="Times New Roman"/>
                <a:ea typeface="+mn-ea"/>
                <a:cs typeface="+mn-cs"/>
              </a:rPr>
              <a:t>There</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are</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different</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communication</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architectures</a:t>
            </a:r>
            <a:endParaRPr lang="zh-CN" altLang="en-US" sz="2800" dirty="0">
              <a:solidFill>
                <a:srgbClr val="000000"/>
              </a:solidFill>
              <a:latin typeface="Times New Roman"/>
              <a:ea typeface="+mn-ea"/>
              <a:cs typeface="+mn-cs"/>
            </a:endParaRPr>
          </a:p>
        </p:txBody>
      </p:sp>
      <p:sp>
        <p:nvSpPr>
          <p:cNvPr id="3" name="矩形: 圆角 4">
            <a:extLst>
              <a:ext uri="{FF2B5EF4-FFF2-40B4-BE49-F238E27FC236}">
                <a16:creationId xmlns:a16="http://schemas.microsoft.com/office/drawing/2014/main" id="{9DC5C7FA-EB2B-0C88-DA07-2AC0CD3F9613}"/>
              </a:ext>
            </a:extLst>
          </p:cNvPr>
          <p:cNvSpPr/>
          <p:nvPr/>
        </p:nvSpPr>
        <p:spPr>
          <a:xfrm>
            <a:off x="2223399" y="1546391"/>
            <a:ext cx="3740066" cy="526868"/>
          </a:xfrm>
          <a:prstGeom prst="roundRect">
            <a:avLst>
              <a:gd name="adj" fmla="val 50000"/>
            </a:avLst>
          </a:prstGeom>
          <a:solidFill>
            <a:schemeClr val="accent6">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文本框 3">
            <a:extLst>
              <a:ext uri="{FF2B5EF4-FFF2-40B4-BE49-F238E27FC236}">
                <a16:creationId xmlns:a16="http://schemas.microsoft.com/office/drawing/2014/main" id="{1643C90D-362B-F4A7-ECAF-34452BCB366F}"/>
              </a:ext>
            </a:extLst>
          </p:cNvPr>
          <p:cNvSpPr txBox="1"/>
          <p:nvPr/>
        </p:nvSpPr>
        <p:spPr>
          <a:xfrm>
            <a:off x="2779212" y="1625159"/>
            <a:ext cx="2684100" cy="369332"/>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Classical</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communication</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sp>
        <p:nvSpPr>
          <p:cNvPr id="5" name="矩形: 圆角 11">
            <a:extLst>
              <a:ext uri="{FF2B5EF4-FFF2-40B4-BE49-F238E27FC236}">
                <a16:creationId xmlns:a16="http://schemas.microsoft.com/office/drawing/2014/main" id="{B1CA7DE2-747E-DAC5-399C-B189B048EEA8}"/>
              </a:ext>
            </a:extLst>
          </p:cNvPr>
          <p:cNvSpPr/>
          <p:nvPr/>
        </p:nvSpPr>
        <p:spPr>
          <a:xfrm>
            <a:off x="7685864" y="1546391"/>
            <a:ext cx="3740066" cy="526868"/>
          </a:xfrm>
          <a:prstGeom prst="roundRect">
            <a:avLst>
              <a:gd name="adj" fmla="val 50000"/>
            </a:avLst>
          </a:prstGeom>
          <a:solidFill>
            <a:schemeClr val="accent6">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文本框 5">
            <a:extLst>
              <a:ext uri="{FF2B5EF4-FFF2-40B4-BE49-F238E27FC236}">
                <a16:creationId xmlns:a16="http://schemas.microsoft.com/office/drawing/2014/main" id="{7DCD8DB2-E168-725E-E3DF-8768C094997E}"/>
              </a:ext>
            </a:extLst>
          </p:cNvPr>
          <p:cNvSpPr txBox="1"/>
          <p:nvPr/>
        </p:nvSpPr>
        <p:spPr>
          <a:xfrm>
            <a:off x="7966126" y="1625159"/>
            <a:ext cx="2812972" cy="369332"/>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Quantum</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Link</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cxnSp>
        <p:nvCxnSpPr>
          <p:cNvPr id="7" name="直线连接符 6">
            <a:extLst>
              <a:ext uri="{FF2B5EF4-FFF2-40B4-BE49-F238E27FC236}">
                <a16:creationId xmlns:a16="http://schemas.microsoft.com/office/drawing/2014/main" id="{25379B6D-A4A1-95EB-58AF-BACCB181CBB1}"/>
              </a:ext>
            </a:extLst>
          </p:cNvPr>
          <p:cNvCxnSpPr>
            <a:cxnSpLocks/>
          </p:cNvCxnSpPr>
          <p:nvPr/>
        </p:nvCxnSpPr>
        <p:spPr>
          <a:xfrm>
            <a:off x="6824771" y="2049310"/>
            <a:ext cx="0" cy="4327268"/>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0A3DCE29-17BD-66F4-9181-9D7AC90F40BD}"/>
              </a:ext>
            </a:extLst>
          </p:cNvPr>
          <p:cNvCxnSpPr>
            <a:cxnSpLocks/>
          </p:cNvCxnSpPr>
          <p:nvPr/>
        </p:nvCxnSpPr>
        <p:spPr>
          <a:xfrm>
            <a:off x="1999945" y="3978752"/>
            <a:ext cx="9785714"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 name="矩形: 圆角 4">
            <a:extLst>
              <a:ext uri="{FF2B5EF4-FFF2-40B4-BE49-F238E27FC236}">
                <a16:creationId xmlns:a16="http://schemas.microsoft.com/office/drawing/2014/main" id="{15170F54-5331-7A0F-4DEC-58C789744116}"/>
              </a:ext>
            </a:extLst>
          </p:cNvPr>
          <p:cNvSpPr/>
          <p:nvPr/>
        </p:nvSpPr>
        <p:spPr>
          <a:xfrm rot="16200000">
            <a:off x="707008" y="2678579"/>
            <a:ext cx="1737483" cy="478946"/>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文本框 9">
            <a:extLst>
              <a:ext uri="{FF2B5EF4-FFF2-40B4-BE49-F238E27FC236}">
                <a16:creationId xmlns:a16="http://schemas.microsoft.com/office/drawing/2014/main" id="{48AA01B0-1B48-42DA-D893-2ACEEB40EC31}"/>
              </a:ext>
            </a:extLst>
          </p:cNvPr>
          <p:cNvSpPr txBox="1"/>
          <p:nvPr/>
        </p:nvSpPr>
        <p:spPr>
          <a:xfrm rot="16200000">
            <a:off x="791970" y="2667336"/>
            <a:ext cx="1473509" cy="369332"/>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Qubit</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Comm</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sp>
        <p:nvSpPr>
          <p:cNvPr id="11" name="矩形: 圆角 4">
            <a:extLst>
              <a:ext uri="{FF2B5EF4-FFF2-40B4-BE49-F238E27FC236}">
                <a16:creationId xmlns:a16="http://schemas.microsoft.com/office/drawing/2014/main" id="{355A893B-17CB-3983-526F-8E5AAFF3B328}"/>
              </a:ext>
            </a:extLst>
          </p:cNvPr>
          <p:cNvSpPr/>
          <p:nvPr/>
        </p:nvSpPr>
        <p:spPr>
          <a:xfrm rot="16200000">
            <a:off x="707008" y="4751680"/>
            <a:ext cx="1737483" cy="478946"/>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文本框 11">
            <a:extLst>
              <a:ext uri="{FF2B5EF4-FFF2-40B4-BE49-F238E27FC236}">
                <a16:creationId xmlns:a16="http://schemas.microsoft.com/office/drawing/2014/main" id="{7CC5354B-A608-A3C7-CBE8-9359B5E6C6BA}"/>
              </a:ext>
            </a:extLst>
          </p:cNvPr>
          <p:cNvSpPr txBox="1"/>
          <p:nvPr/>
        </p:nvSpPr>
        <p:spPr>
          <a:xfrm rot="16200000">
            <a:off x="851619" y="4835845"/>
            <a:ext cx="1373449" cy="369315"/>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Gate</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Comm</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cxnSp>
        <p:nvCxnSpPr>
          <p:cNvPr id="13" name="直线箭头连接符 12">
            <a:extLst>
              <a:ext uri="{FF2B5EF4-FFF2-40B4-BE49-F238E27FC236}">
                <a16:creationId xmlns:a16="http://schemas.microsoft.com/office/drawing/2014/main" id="{F84CFB97-3E7C-51C1-AAEB-D5F3C23BFAEB}"/>
              </a:ext>
            </a:extLst>
          </p:cNvPr>
          <p:cNvCxnSpPr>
            <a:cxnSpLocks/>
          </p:cNvCxnSpPr>
          <p:nvPr/>
        </p:nvCxnSpPr>
        <p:spPr>
          <a:xfrm>
            <a:off x="5945934" y="2405024"/>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95E64BCD-E82D-6EE4-6FAB-65B58AE8F618}"/>
              </a:ext>
            </a:extLst>
          </p:cNvPr>
          <p:cNvCxnSpPr>
            <a:cxnSpLocks/>
          </p:cNvCxnSpPr>
          <p:nvPr/>
        </p:nvCxnSpPr>
        <p:spPr>
          <a:xfrm>
            <a:off x="5600811" y="3062423"/>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5A9241A8-206E-F3A3-3CB9-EE46F13BF39B}"/>
              </a:ext>
            </a:extLst>
          </p:cNvPr>
          <p:cNvCxnSpPr>
            <a:cxnSpLocks/>
          </p:cNvCxnSpPr>
          <p:nvPr/>
        </p:nvCxnSpPr>
        <p:spPr>
          <a:xfrm>
            <a:off x="5600811" y="3166420"/>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048F5002-862F-2B09-A71B-E245280C1CCB}"/>
              </a:ext>
            </a:extLst>
          </p:cNvPr>
          <p:cNvCxnSpPr>
            <a:cxnSpLocks/>
          </p:cNvCxnSpPr>
          <p:nvPr/>
        </p:nvCxnSpPr>
        <p:spPr>
          <a:xfrm>
            <a:off x="5600811" y="3270417"/>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776C901B-8DA2-8A69-8B2D-092566001E0F}"/>
              </a:ext>
            </a:extLst>
          </p:cNvPr>
          <p:cNvCxnSpPr>
            <a:cxnSpLocks/>
          </p:cNvCxnSpPr>
          <p:nvPr/>
        </p:nvCxnSpPr>
        <p:spPr>
          <a:xfrm>
            <a:off x="5600811" y="3374414"/>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5145156E-C1EC-9B02-A61F-231FD19836BD}"/>
              </a:ext>
            </a:extLst>
          </p:cNvPr>
          <p:cNvCxnSpPr>
            <a:cxnSpLocks/>
          </p:cNvCxnSpPr>
          <p:nvPr/>
        </p:nvCxnSpPr>
        <p:spPr>
          <a:xfrm>
            <a:off x="4321114" y="3224648"/>
            <a:ext cx="127375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365EA040-E999-13EA-CD87-566D69CE8016}"/>
              </a:ext>
            </a:extLst>
          </p:cNvPr>
          <p:cNvCxnSpPr>
            <a:cxnSpLocks/>
          </p:cNvCxnSpPr>
          <p:nvPr/>
        </p:nvCxnSpPr>
        <p:spPr>
          <a:xfrm>
            <a:off x="2675630" y="2811269"/>
            <a:ext cx="3118675" cy="47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a:extLst>
              <a:ext uri="{FF2B5EF4-FFF2-40B4-BE49-F238E27FC236}">
                <a16:creationId xmlns:a16="http://schemas.microsoft.com/office/drawing/2014/main" id="{69BA377A-E08C-90E9-A424-D4E7895832DD}"/>
              </a:ext>
            </a:extLst>
          </p:cNvPr>
          <p:cNvCxnSpPr>
            <a:cxnSpLocks/>
          </p:cNvCxnSpPr>
          <p:nvPr/>
        </p:nvCxnSpPr>
        <p:spPr>
          <a:xfrm>
            <a:off x="2675630" y="2405024"/>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B32B4E85-425E-AFCA-F5AA-2AF6C8703896}"/>
              </a:ext>
            </a:extLst>
          </p:cNvPr>
          <p:cNvSpPr/>
          <p:nvPr/>
        </p:nvSpPr>
        <p:spPr>
          <a:xfrm>
            <a:off x="2955382" y="228261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22" name="矩形 21">
            <a:extLst>
              <a:ext uri="{FF2B5EF4-FFF2-40B4-BE49-F238E27FC236}">
                <a16:creationId xmlns:a16="http://schemas.microsoft.com/office/drawing/2014/main" id="{EF67D07D-598D-04C1-F3B3-82064FB452A8}"/>
              </a:ext>
            </a:extLst>
          </p:cNvPr>
          <p:cNvSpPr>
            <a:spLocks/>
          </p:cNvSpPr>
          <p:nvPr/>
        </p:nvSpPr>
        <p:spPr>
          <a:xfrm>
            <a:off x="2955381" y="2700566"/>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pic>
        <p:nvPicPr>
          <p:cNvPr id="23" name="图片 22">
            <a:extLst>
              <a:ext uri="{FF2B5EF4-FFF2-40B4-BE49-F238E27FC236}">
                <a16:creationId xmlns:a16="http://schemas.microsoft.com/office/drawing/2014/main" id="{FE2B3089-51BC-950A-C489-D1FC29116726}"/>
              </a:ext>
            </a:extLst>
          </p:cNvPr>
          <p:cNvPicPr>
            <a:picLocks noChangeAspect="1"/>
          </p:cNvPicPr>
          <p:nvPr/>
        </p:nvPicPr>
        <p:blipFill>
          <a:blip r:embed="rId3"/>
          <a:stretch>
            <a:fillRect/>
          </a:stretch>
        </p:blipFill>
        <p:spPr>
          <a:xfrm>
            <a:off x="2460435" y="2370036"/>
            <a:ext cx="117978" cy="101518"/>
          </a:xfrm>
          <a:prstGeom prst="rect">
            <a:avLst/>
          </a:prstGeom>
        </p:spPr>
      </p:pic>
      <p:pic>
        <p:nvPicPr>
          <p:cNvPr id="24" name="图片 23">
            <a:extLst>
              <a:ext uri="{FF2B5EF4-FFF2-40B4-BE49-F238E27FC236}">
                <a16:creationId xmlns:a16="http://schemas.microsoft.com/office/drawing/2014/main" id="{F65DC44C-1F70-AA2A-CFAA-51504937470E}"/>
              </a:ext>
            </a:extLst>
          </p:cNvPr>
          <p:cNvPicPr>
            <a:picLocks noChangeAspect="1"/>
          </p:cNvPicPr>
          <p:nvPr/>
        </p:nvPicPr>
        <p:blipFill>
          <a:blip r:embed="rId4"/>
          <a:stretch>
            <a:fillRect/>
          </a:stretch>
        </p:blipFill>
        <p:spPr>
          <a:xfrm>
            <a:off x="2458985" y="2778335"/>
            <a:ext cx="119428" cy="100695"/>
          </a:xfrm>
          <a:prstGeom prst="rect">
            <a:avLst/>
          </a:prstGeom>
        </p:spPr>
      </p:pic>
      <p:sp>
        <p:nvSpPr>
          <p:cNvPr id="25" name="矩形 24">
            <a:extLst>
              <a:ext uri="{FF2B5EF4-FFF2-40B4-BE49-F238E27FC236}">
                <a16:creationId xmlns:a16="http://schemas.microsoft.com/office/drawing/2014/main" id="{DCDA4C9E-42AE-0085-2D81-9DE79F687353}"/>
              </a:ext>
            </a:extLst>
          </p:cNvPr>
          <p:cNvSpPr>
            <a:spLocks/>
          </p:cNvSpPr>
          <p:nvPr/>
        </p:nvSpPr>
        <p:spPr>
          <a:xfrm>
            <a:off x="4061330" y="229362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26" name="矩形 25">
            <a:extLst>
              <a:ext uri="{FF2B5EF4-FFF2-40B4-BE49-F238E27FC236}">
                <a16:creationId xmlns:a16="http://schemas.microsoft.com/office/drawing/2014/main" id="{D6A2CD85-1DB2-74CF-F29A-E856B65B1CB8}"/>
              </a:ext>
            </a:extLst>
          </p:cNvPr>
          <p:cNvSpPr>
            <a:spLocks/>
          </p:cNvSpPr>
          <p:nvPr/>
        </p:nvSpPr>
        <p:spPr>
          <a:xfrm>
            <a:off x="4065725" y="26984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cxnSp>
        <p:nvCxnSpPr>
          <p:cNvPr id="27" name="直线连接符 26">
            <a:extLst>
              <a:ext uri="{FF2B5EF4-FFF2-40B4-BE49-F238E27FC236}">
                <a16:creationId xmlns:a16="http://schemas.microsoft.com/office/drawing/2014/main" id="{C3C2D544-552A-7B86-11C9-34BB1E62DEA0}"/>
              </a:ext>
            </a:extLst>
          </p:cNvPr>
          <p:cNvCxnSpPr>
            <a:cxnSpLocks/>
          </p:cNvCxnSpPr>
          <p:nvPr/>
        </p:nvCxnSpPr>
        <p:spPr>
          <a:xfrm>
            <a:off x="4746445" y="3218440"/>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43D73B11-6641-F559-C0C5-E0459E47AB2E}"/>
              </a:ext>
            </a:extLst>
          </p:cNvPr>
          <p:cNvCxnSpPr>
            <a:cxnSpLocks/>
          </p:cNvCxnSpPr>
          <p:nvPr/>
        </p:nvCxnSpPr>
        <p:spPr>
          <a:xfrm>
            <a:off x="2676832" y="3634039"/>
            <a:ext cx="3117473"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9522889B-8C91-9B89-538E-BE6BE24A1EF0}"/>
              </a:ext>
            </a:extLst>
          </p:cNvPr>
          <p:cNvSpPr>
            <a:spLocks/>
          </p:cNvSpPr>
          <p:nvPr/>
        </p:nvSpPr>
        <p:spPr>
          <a:xfrm>
            <a:off x="2956582" y="352819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pic>
        <p:nvPicPr>
          <p:cNvPr id="30" name="图片 29">
            <a:extLst>
              <a:ext uri="{FF2B5EF4-FFF2-40B4-BE49-F238E27FC236}">
                <a16:creationId xmlns:a16="http://schemas.microsoft.com/office/drawing/2014/main" id="{84E93D45-A481-D3C5-F068-33B9735AFDF6}"/>
              </a:ext>
            </a:extLst>
          </p:cNvPr>
          <p:cNvPicPr>
            <a:picLocks noChangeAspect="1"/>
          </p:cNvPicPr>
          <p:nvPr/>
        </p:nvPicPr>
        <p:blipFill>
          <a:blip r:embed="rId5"/>
          <a:stretch>
            <a:fillRect/>
          </a:stretch>
        </p:blipFill>
        <p:spPr>
          <a:xfrm>
            <a:off x="2460187" y="3583627"/>
            <a:ext cx="119428" cy="99920"/>
          </a:xfrm>
          <a:prstGeom prst="rect">
            <a:avLst/>
          </a:prstGeom>
        </p:spPr>
      </p:pic>
      <p:sp>
        <p:nvSpPr>
          <p:cNvPr id="31" name="矩形 30">
            <a:extLst>
              <a:ext uri="{FF2B5EF4-FFF2-40B4-BE49-F238E27FC236}">
                <a16:creationId xmlns:a16="http://schemas.microsoft.com/office/drawing/2014/main" id="{86BE44B7-3805-4FD3-76C9-60082BA54539}"/>
              </a:ext>
            </a:extLst>
          </p:cNvPr>
          <p:cNvSpPr>
            <a:spLocks/>
          </p:cNvSpPr>
          <p:nvPr/>
        </p:nvSpPr>
        <p:spPr>
          <a:xfrm>
            <a:off x="3508732" y="352819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32" name="矩形 31">
            <a:extLst>
              <a:ext uri="{FF2B5EF4-FFF2-40B4-BE49-F238E27FC236}">
                <a16:creationId xmlns:a16="http://schemas.microsoft.com/office/drawing/2014/main" id="{EE2934F4-B590-DAE7-1CF5-0E8B0BF0E9B9}"/>
              </a:ext>
            </a:extLst>
          </p:cNvPr>
          <p:cNvSpPr>
            <a:spLocks/>
          </p:cNvSpPr>
          <p:nvPr/>
        </p:nvSpPr>
        <p:spPr>
          <a:xfrm>
            <a:off x="4060882" y="352819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cxnSp>
        <p:nvCxnSpPr>
          <p:cNvPr id="33" name="直线连接符 32">
            <a:extLst>
              <a:ext uri="{FF2B5EF4-FFF2-40B4-BE49-F238E27FC236}">
                <a16:creationId xmlns:a16="http://schemas.microsoft.com/office/drawing/2014/main" id="{411AF6A1-4EC4-6170-348C-189E234CE59D}"/>
              </a:ext>
            </a:extLst>
          </p:cNvPr>
          <p:cNvCxnSpPr>
            <a:cxnSpLocks/>
          </p:cNvCxnSpPr>
          <p:nvPr/>
        </p:nvCxnSpPr>
        <p:spPr>
          <a:xfrm>
            <a:off x="3637647" y="2405024"/>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pic>
        <p:nvPicPr>
          <p:cNvPr id="34" name="图片 33">
            <a:extLst>
              <a:ext uri="{FF2B5EF4-FFF2-40B4-BE49-F238E27FC236}">
                <a16:creationId xmlns:a16="http://schemas.microsoft.com/office/drawing/2014/main" id="{47494421-2192-0494-8DB9-27BB6903DA9E}"/>
              </a:ext>
            </a:extLst>
          </p:cNvPr>
          <p:cNvPicPr>
            <a:picLocks/>
          </p:cNvPicPr>
          <p:nvPr/>
        </p:nvPicPr>
        <p:blipFill>
          <a:blip r:embed="rId6"/>
          <a:stretch>
            <a:fillRect/>
          </a:stretch>
        </p:blipFill>
        <p:spPr>
          <a:xfrm>
            <a:off x="2452170" y="3108809"/>
            <a:ext cx="119428" cy="170533"/>
          </a:xfrm>
          <a:prstGeom prst="rect">
            <a:avLst/>
          </a:prstGeom>
        </p:spPr>
      </p:pic>
      <p:pic>
        <p:nvPicPr>
          <p:cNvPr id="35" name="图片 34">
            <a:extLst>
              <a:ext uri="{FF2B5EF4-FFF2-40B4-BE49-F238E27FC236}">
                <a16:creationId xmlns:a16="http://schemas.microsoft.com/office/drawing/2014/main" id="{6F923190-A2BB-36CD-3539-2418D0BE2385}"/>
              </a:ext>
            </a:extLst>
          </p:cNvPr>
          <p:cNvPicPr>
            <a:picLocks/>
          </p:cNvPicPr>
          <p:nvPr/>
        </p:nvPicPr>
        <p:blipFill>
          <a:blip r:embed="rId7"/>
          <a:stretch>
            <a:fillRect/>
          </a:stretch>
        </p:blipFill>
        <p:spPr>
          <a:xfrm>
            <a:off x="4062727" y="3314867"/>
            <a:ext cx="119428" cy="100695"/>
          </a:xfrm>
          <a:prstGeom prst="rect">
            <a:avLst/>
          </a:prstGeom>
        </p:spPr>
      </p:pic>
      <p:pic>
        <p:nvPicPr>
          <p:cNvPr id="36" name="图片 35">
            <a:extLst>
              <a:ext uri="{FF2B5EF4-FFF2-40B4-BE49-F238E27FC236}">
                <a16:creationId xmlns:a16="http://schemas.microsoft.com/office/drawing/2014/main" id="{CECD4453-5FC3-6BF2-F891-AF49E99582FC}"/>
              </a:ext>
            </a:extLst>
          </p:cNvPr>
          <p:cNvPicPr>
            <a:picLocks/>
          </p:cNvPicPr>
          <p:nvPr/>
        </p:nvPicPr>
        <p:blipFill>
          <a:blip r:embed="rId8"/>
          <a:stretch>
            <a:fillRect/>
          </a:stretch>
        </p:blipFill>
        <p:spPr>
          <a:xfrm>
            <a:off x="4062727" y="3211412"/>
            <a:ext cx="119428" cy="100695"/>
          </a:xfrm>
          <a:prstGeom prst="rect">
            <a:avLst/>
          </a:prstGeom>
        </p:spPr>
      </p:pic>
      <p:pic>
        <p:nvPicPr>
          <p:cNvPr id="37" name="图片 36">
            <a:extLst>
              <a:ext uri="{FF2B5EF4-FFF2-40B4-BE49-F238E27FC236}">
                <a16:creationId xmlns:a16="http://schemas.microsoft.com/office/drawing/2014/main" id="{0738C484-8264-B2E5-BC4D-82750EFDDCC5}"/>
              </a:ext>
            </a:extLst>
          </p:cNvPr>
          <p:cNvPicPr>
            <a:picLocks/>
          </p:cNvPicPr>
          <p:nvPr/>
        </p:nvPicPr>
        <p:blipFill>
          <a:blip r:embed="rId9"/>
          <a:stretch>
            <a:fillRect/>
          </a:stretch>
        </p:blipFill>
        <p:spPr>
          <a:xfrm>
            <a:off x="4056881" y="3107087"/>
            <a:ext cx="119428" cy="100695"/>
          </a:xfrm>
          <a:prstGeom prst="rect">
            <a:avLst/>
          </a:prstGeom>
        </p:spPr>
      </p:pic>
      <p:pic>
        <p:nvPicPr>
          <p:cNvPr id="38" name="图片 37">
            <a:extLst>
              <a:ext uri="{FF2B5EF4-FFF2-40B4-BE49-F238E27FC236}">
                <a16:creationId xmlns:a16="http://schemas.microsoft.com/office/drawing/2014/main" id="{C5CF036F-2D2B-F4CC-2059-0B5A3BE45A3A}"/>
              </a:ext>
            </a:extLst>
          </p:cNvPr>
          <p:cNvPicPr>
            <a:picLocks/>
          </p:cNvPicPr>
          <p:nvPr/>
        </p:nvPicPr>
        <p:blipFill>
          <a:blip r:embed="rId10"/>
          <a:stretch>
            <a:fillRect/>
          </a:stretch>
        </p:blipFill>
        <p:spPr>
          <a:xfrm>
            <a:off x="4056881" y="3002799"/>
            <a:ext cx="119428" cy="100695"/>
          </a:xfrm>
          <a:prstGeom prst="rect">
            <a:avLst/>
          </a:prstGeom>
        </p:spPr>
      </p:pic>
      <p:cxnSp>
        <p:nvCxnSpPr>
          <p:cNvPr id="39" name="直线连接符 38">
            <a:extLst>
              <a:ext uri="{FF2B5EF4-FFF2-40B4-BE49-F238E27FC236}">
                <a16:creationId xmlns:a16="http://schemas.microsoft.com/office/drawing/2014/main" id="{9676C8DA-D317-09F6-D57C-C2A385E35CC0}"/>
              </a:ext>
            </a:extLst>
          </p:cNvPr>
          <p:cNvCxnSpPr>
            <a:cxnSpLocks/>
            <a:stCxn id="38" idx="3"/>
          </p:cNvCxnSpPr>
          <p:nvPr/>
        </p:nvCxnSpPr>
        <p:spPr>
          <a:xfrm>
            <a:off x="4176309" y="3053147"/>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ADC2601-0248-8F58-7983-DF5C8283B623}"/>
              </a:ext>
            </a:extLst>
          </p:cNvPr>
          <p:cNvCxnSpPr>
            <a:cxnSpLocks/>
          </p:cNvCxnSpPr>
          <p:nvPr/>
        </p:nvCxnSpPr>
        <p:spPr>
          <a:xfrm>
            <a:off x="4176309" y="3157144"/>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A3A06B72-C92A-0A5D-97C5-AC0965061BC8}"/>
              </a:ext>
            </a:extLst>
          </p:cNvPr>
          <p:cNvCxnSpPr>
            <a:cxnSpLocks/>
          </p:cNvCxnSpPr>
          <p:nvPr/>
        </p:nvCxnSpPr>
        <p:spPr>
          <a:xfrm>
            <a:off x="4176309" y="3261140"/>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线连接符 41">
            <a:extLst>
              <a:ext uri="{FF2B5EF4-FFF2-40B4-BE49-F238E27FC236}">
                <a16:creationId xmlns:a16="http://schemas.microsoft.com/office/drawing/2014/main" id="{921C7F3C-06EA-7061-0A2E-BAD8A0BF55C8}"/>
              </a:ext>
            </a:extLst>
          </p:cNvPr>
          <p:cNvCxnSpPr>
            <a:cxnSpLocks/>
          </p:cNvCxnSpPr>
          <p:nvPr/>
        </p:nvCxnSpPr>
        <p:spPr>
          <a:xfrm>
            <a:off x="4176309" y="3365137"/>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7B5306CA-DA20-32B0-A9BE-24C453C6EB20}"/>
              </a:ext>
            </a:extLst>
          </p:cNvPr>
          <p:cNvCxnSpPr>
            <a:cxnSpLocks/>
          </p:cNvCxnSpPr>
          <p:nvPr/>
        </p:nvCxnSpPr>
        <p:spPr>
          <a:xfrm>
            <a:off x="4321114" y="3053147"/>
            <a:ext cx="0" cy="3181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43">
            <a:extLst>
              <a:ext uri="{FF2B5EF4-FFF2-40B4-BE49-F238E27FC236}">
                <a16:creationId xmlns:a16="http://schemas.microsoft.com/office/drawing/2014/main" id="{898A4EE4-8536-B2C5-A908-A0839E86611A}"/>
              </a:ext>
            </a:extLst>
          </p:cNvPr>
          <p:cNvPicPr>
            <a:picLocks/>
          </p:cNvPicPr>
          <p:nvPr/>
        </p:nvPicPr>
        <p:blipFill>
          <a:blip r:embed="rId11"/>
          <a:stretch>
            <a:fillRect/>
          </a:stretch>
        </p:blipFill>
        <p:spPr>
          <a:xfrm>
            <a:off x="5718942" y="2692008"/>
            <a:ext cx="260233" cy="244810"/>
          </a:xfrm>
          <a:prstGeom prst="rect">
            <a:avLst/>
          </a:prstGeom>
        </p:spPr>
      </p:pic>
      <p:sp>
        <p:nvSpPr>
          <p:cNvPr id="45" name="文本框 44">
            <a:extLst>
              <a:ext uri="{FF2B5EF4-FFF2-40B4-BE49-F238E27FC236}">
                <a16:creationId xmlns:a16="http://schemas.microsoft.com/office/drawing/2014/main" id="{94229FF1-6DE0-309C-447D-EC63B46E757A}"/>
              </a:ext>
            </a:extLst>
          </p:cNvPr>
          <p:cNvSpPr txBox="1"/>
          <p:nvPr/>
        </p:nvSpPr>
        <p:spPr>
          <a:xfrm>
            <a:off x="5600357" y="2532509"/>
            <a:ext cx="625290" cy="248658"/>
          </a:xfrm>
          <a:prstGeom prst="rect">
            <a:avLst/>
          </a:prstGeom>
          <a:noFill/>
        </p:spPr>
        <p:txBody>
          <a:bodyPr wrap="square" rtlCol="0">
            <a:spAutoFit/>
          </a:bodyPr>
          <a:lstStyle/>
          <a:p>
            <a:r>
              <a:rPr kumimoji="1" lang="en-US" altLang="zh-CN" sz="1016" b="1" dirty="0"/>
              <a:t>X,Y,Z,I</a:t>
            </a:r>
            <a:endParaRPr kumimoji="1" lang="zh-CN" altLang="en-US" sz="1016" b="1" dirty="0"/>
          </a:p>
        </p:txBody>
      </p:sp>
      <p:cxnSp>
        <p:nvCxnSpPr>
          <p:cNvPr id="46" name="直线箭头连接符 45">
            <a:extLst>
              <a:ext uri="{FF2B5EF4-FFF2-40B4-BE49-F238E27FC236}">
                <a16:creationId xmlns:a16="http://schemas.microsoft.com/office/drawing/2014/main" id="{4A53743D-093C-D168-52D6-86F0F6F71AA0}"/>
              </a:ext>
            </a:extLst>
          </p:cNvPr>
          <p:cNvCxnSpPr>
            <a:cxnSpLocks/>
          </p:cNvCxnSpPr>
          <p:nvPr/>
        </p:nvCxnSpPr>
        <p:spPr>
          <a:xfrm>
            <a:off x="5979175" y="2727073"/>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AED379C7-BA4D-128D-DD4A-CF217F8FA466}"/>
              </a:ext>
            </a:extLst>
          </p:cNvPr>
          <p:cNvCxnSpPr>
            <a:cxnSpLocks/>
          </p:cNvCxnSpPr>
          <p:nvPr/>
        </p:nvCxnSpPr>
        <p:spPr>
          <a:xfrm>
            <a:off x="5979175" y="2786135"/>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线箭头连接符 47">
            <a:extLst>
              <a:ext uri="{FF2B5EF4-FFF2-40B4-BE49-F238E27FC236}">
                <a16:creationId xmlns:a16="http://schemas.microsoft.com/office/drawing/2014/main" id="{A744EF47-DB54-62EF-EB7B-5C8D4661031B}"/>
              </a:ext>
            </a:extLst>
          </p:cNvPr>
          <p:cNvCxnSpPr>
            <a:cxnSpLocks/>
          </p:cNvCxnSpPr>
          <p:nvPr/>
        </p:nvCxnSpPr>
        <p:spPr>
          <a:xfrm>
            <a:off x="5979175" y="2845196"/>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68A03D1F-9688-DA98-2E37-E1F98B0DEF22}"/>
              </a:ext>
            </a:extLst>
          </p:cNvPr>
          <p:cNvCxnSpPr>
            <a:cxnSpLocks/>
          </p:cNvCxnSpPr>
          <p:nvPr/>
        </p:nvCxnSpPr>
        <p:spPr>
          <a:xfrm>
            <a:off x="5979175" y="2904258"/>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图片 49">
            <a:extLst>
              <a:ext uri="{FF2B5EF4-FFF2-40B4-BE49-F238E27FC236}">
                <a16:creationId xmlns:a16="http://schemas.microsoft.com/office/drawing/2014/main" id="{5ED1A8B5-E6A7-16DC-2367-185FA848F532}"/>
              </a:ext>
            </a:extLst>
          </p:cNvPr>
          <p:cNvPicPr>
            <a:picLocks/>
          </p:cNvPicPr>
          <p:nvPr/>
        </p:nvPicPr>
        <p:blipFill>
          <a:blip r:embed="rId11"/>
          <a:stretch>
            <a:fillRect/>
          </a:stretch>
        </p:blipFill>
        <p:spPr>
          <a:xfrm>
            <a:off x="5718942" y="2276462"/>
            <a:ext cx="260233" cy="244810"/>
          </a:xfrm>
          <a:prstGeom prst="rect">
            <a:avLst/>
          </a:prstGeom>
        </p:spPr>
      </p:pic>
      <p:pic>
        <p:nvPicPr>
          <p:cNvPr id="51" name="图片 50">
            <a:extLst>
              <a:ext uri="{FF2B5EF4-FFF2-40B4-BE49-F238E27FC236}">
                <a16:creationId xmlns:a16="http://schemas.microsoft.com/office/drawing/2014/main" id="{E06FA445-4F3E-B8E8-EC1B-555359DFB812}"/>
              </a:ext>
            </a:extLst>
          </p:cNvPr>
          <p:cNvPicPr>
            <a:picLocks/>
          </p:cNvPicPr>
          <p:nvPr/>
        </p:nvPicPr>
        <p:blipFill>
          <a:blip r:embed="rId11"/>
          <a:stretch>
            <a:fillRect/>
          </a:stretch>
        </p:blipFill>
        <p:spPr>
          <a:xfrm>
            <a:off x="5730873" y="3002800"/>
            <a:ext cx="215060" cy="94729"/>
          </a:xfrm>
          <a:prstGeom prst="rect">
            <a:avLst/>
          </a:prstGeom>
        </p:spPr>
      </p:pic>
      <p:cxnSp>
        <p:nvCxnSpPr>
          <p:cNvPr id="52" name="直线连接符 51">
            <a:extLst>
              <a:ext uri="{FF2B5EF4-FFF2-40B4-BE49-F238E27FC236}">
                <a16:creationId xmlns:a16="http://schemas.microsoft.com/office/drawing/2014/main" id="{3CA9D8C4-D026-2D65-9B50-0E61A85754DE}"/>
              </a:ext>
            </a:extLst>
          </p:cNvPr>
          <p:cNvCxnSpPr>
            <a:cxnSpLocks/>
          </p:cNvCxnSpPr>
          <p:nvPr/>
        </p:nvCxnSpPr>
        <p:spPr>
          <a:xfrm>
            <a:off x="5600811" y="3059349"/>
            <a:ext cx="0" cy="3181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图片 52">
            <a:extLst>
              <a:ext uri="{FF2B5EF4-FFF2-40B4-BE49-F238E27FC236}">
                <a16:creationId xmlns:a16="http://schemas.microsoft.com/office/drawing/2014/main" id="{F5F06C81-AC65-5BE8-26B3-741A73422C3A}"/>
              </a:ext>
            </a:extLst>
          </p:cNvPr>
          <p:cNvPicPr>
            <a:picLocks/>
          </p:cNvPicPr>
          <p:nvPr/>
        </p:nvPicPr>
        <p:blipFill>
          <a:blip r:embed="rId11"/>
          <a:stretch>
            <a:fillRect/>
          </a:stretch>
        </p:blipFill>
        <p:spPr>
          <a:xfrm>
            <a:off x="5730873" y="3114969"/>
            <a:ext cx="215060" cy="94729"/>
          </a:xfrm>
          <a:prstGeom prst="rect">
            <a:avLst/>
          </a:prstGeom>
        </p:spPr>
      </p:pic>
      <p:pic>
        <p:nvPicPr>
          <p:cNvPr id="54" name="图片 53">
            <a:extLst>
              <a:ext uri="{FF2B5EF4-FFF2-40B4-BE49-F238E27FC236}">
                <a16:creationId xmlns:a16="http://schemas.microsoft.com/office/drawing/2014/main" id="{6116DAB4-11F9-E50D-CA61-F0F932BDB761}"/>
              </a:ext>
            </a:extLst>
          </p:cNvPr>
          <p:cNvPicPr>
            <a:picLocks/>
          </p:cNvPicPr>
          <p:nvPr/>
        </p:nvPicPr>
        <p:blipFill>
          <a:blip r:embed="rId11"/>
          <a:stretch>
            <a:fillRect/>
          </a:stretch>
        </p:blipFill>
        <p:spPr>
          <a:xfrm>
            <a:off x="5730873" y="3227138"/>
            <a:ext cx="215060" cy="94729"/>
          </a:xfrm>
          <a:prstGeom prst="rect">
            <a:avLst/>
          </a:prstGeom>
        </p:spPr>
      </p:pic>
      <p:pic>
        <p:nvPicPr>
          <p:cNvPr id="55" name="图片 54">
            <a:extLst>
              <a:ext uri="{FF2B5EF4-FFF2-40B4-BE49-F238E27FC236}">
                <a16:creationId xmlns:a16="http://schemas.microsoft.com/office/drawing/2014/main" id="{1516568C-3CA1-66EF-1D79-0AB23C1F6E3D}"/>
              </a:ext>
            </a:extLst>
          </p:cNvPr>
          <p:cNvPicPr>
            <a:picLocks/>
          </p:cNvPicPr>
          <p:nvPr/>
        </p:nvPicPr>
        <p:blipFill>
          <a:blip r:embed="rId11"/>
          <a:stretch>
            <a:fillRect/>
          </a:stretch>
        </p:blipFill>
        <p:spPr>
          <a:xfrm>
            <a:off x="5730873" y="3339306"/>
            <a:ext cx="215060" cy="94729"/>
          </a:xfrm>
          <a:prstGeom prst="rect">
            <a:avLst/>
          </a:prstGeom>
        </p:spPr>
      </p:pic>
      <p:cxnSp>
        <p:nvCxnSpPr>
          <p:cNvPr id="56" name="直线箭头连接符 55">
            <a:extLst>
              <a:ext uri="{FF2B5EF4-FFF2-40B4-BE49-F238E27FC236}">
                <a16:creationId xmlns:a16="http://schemas.microsoft.com/office/drawing/2014/main" id="{34112503-1CFC-8229-1DF9-0E05D62F2A7A}"/>
              </a:ext>
            </a:extLst>
          </p:cNvPr>
          <p:cNvCxnSpPr>
            <a:cxnSpLocks/>
          </p:cNvCxnSpPr>
          <p:nvPr/>
        </p:nvCxnSpPr>
        <p:spPr>
          <a:xfrm>
            <a:off x="5945934" y="3059349"/>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56">
            <a:extLst>
              <a:ext uri="{FF2B5EF4-FFF2-40B4-BE49-F238E27FC236}">
                <a16:creationId xmlns:a16="http://schemas.microsoft.com/office/drawing/2014/main" id="{6AAA98A7-BA2C-107D-307C-6C493A236C0E}"/>
              </a:ext>
            </a:extLst>
          </p:cNvPr>
          <p:cNvCxnSpPr>
            <a:cxnSpLocks/>
          </p:cNvCxnSpPr>
          <p:nvPr/>
        </p:nvCxnSpPr>
        <p:spPr>
          <a:xfrm>
            <a:off x="5945934" y="3166420"/>
            <a:ext cx="388126" cy="4033"/>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线箭头连接符 57">
            <a:extLst>
              <a:ext uri="{FF2B5EF4-FFF2-40B4-BE49-F238E27FC236}">
                <a16:creationId xmlns:a16="http://schemas.microsoft.com/office/drawing/2014/main" id="{BEA8C14F-0952-5C29-E967-04B316FD9A9A}"/>
              </a:ext>
            </a:extLst>
          </p:cNvPr>
          <p:cNvCxnSpPr>
            <a:cxnSpLocks/>
          </p:cNvCxnSpPr>
          <p:nvPr/>
        </p:nvCxnSpPr>
        <p:spPr>
          <a:xfrm>
            <a:off x="5945934" y="3270417"/>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线箭头连接符 58">
            <a:extLst>
              <a:ext uri="{FF2B5EF4-FFF2-40B4-BE49-F238E27FC236}">
                <a16:creationId xmlns:a16="http://schemas.microsoft.com/office/drawing/2014/main" id="{E97A1E54-509B-B702-2366-1CF853F5A9E5}"/>
              </a:ext>
            </a:extLst>
          </p:cNvPr>
          <p:cNvCxnSpPr>
            <a:cxnSpLocks/>
          </p:cNvCxnSpPr>
          <p:nvPr/>
        </p:nvCxnSpPr>
        <p:spPr>
          <a:xfrm>
            <a:off x="5945934" y="3377529"/>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70A3AAA1-2517-7DFF-1EDC-0A637695557B}"/>
              </a:ext>
            </a:extLst>
          </p:cNvPr>
          <p:cNvCxnSpPr>
            <a:cxnSpLocks/>
          </p:cNvCxnSpPr>
          <p:nvPr/>
        </p:nvCxnSpPr>
        <p:spPr>
          <a:xfrm>
            <a:off x="5751870" y="3643124"/>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1" name="图片 60">
            <a:extLst>
              <a:ext uri="{FF2B5EF4-FFF2-40B4-BE49-F238E27FC236}">
                <a16:creationId xmlns:a16="http://schemas.microsoft.com/office/drawing/2014/main" id="{5B28F682-78BE-9E08-C593-9936C7D1EFD1}"/>
              </a:ext>
            </a:extLst>
          </p:cNvPr>
          <p:cNvPicPr>
            <a:picLocks/>
          </p:cNvPicPr>
          <p:nvPr/>
        </p:nvPicPr>
        <p:blipFill>
          <a:blip r:embed="rId11"/>
          <a:stretch>
            <a:fillRect/>
          </a:stretch>
        </p:blipFill>
        <p:spPr>
          <a:xfrm>
            <a:off x="5716360" y="3522297"/>
            <a:ext cx="260233" cy="244810"/>
          </a:xfrm>
          <a:prstGeom prst="rect">
            <a:avLst/>
          </a:prstGeom>
        </p:spPr>
      </p:pic>
      <p:sp>
        <p:nvSpPr>
          <p:cNvPr id="62" name="圆角矩形 61">
            <a:extLst>
              <a:ext uri="{FF2B5EF4-FFF2-40B4-BE49-F238E27FC236}">
                <a16:creationId xmlns:a16="http://schemas.microsoft.com/office/drawing/2014/main" id="{07887D43-4366-4B3F-FADD-F2CC12B3E6B1}"/>
              </a:ext>
            </a:extLst>
          </p:cNvPr>
          <p:cNvSpPr/>
          <p:nvPr/>
        </p:nvSpPr>
        <p:spPr>
          <a:xfrm>
            <a:off x="6334060" y="2119214"/>
            <a:ext cx="395983" cy="177077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6" dirty="0"/>
          </a:p>
        </p:txBody>
      </p:sp>
      <p:sp>
        <p:nvSpPr>
          <p:cNvPr id="63" name="文本框 62">
            <a:extLst>
              <a:ext uri="{FF2B5EF4-FFF2-40B4-BE49-F238E27FC236}">
                <a16:creationId xmlns:a16="http://schemas.microsoft.com/office/drawing/2014/main" id="{74EEB875-9462-59E0-3187-6F90DEF2113C}"/>
              </a:ext>
            </a:extLst>
          </p:cNvPr>
          <p:cNvSpPr txBox="1"/>
          <p:nvPr/>
        </p:nvSpPr>
        <p:spPr>
          <a:xfrm>
            <a:off x="6339893" y="2213895"/>
            <a:ext cx="461665" cy="1617042"/>
          </a:xfrm>
          <a:prstGeom prst="rect">
            <a:avLst/>
          </a:prstGeom>
          <a:noFill/>
        </p:spPr>
        <p:txBody>
          <a:bodyPr vert="eaVert" wrap="square" rtlCol="0">
            <a:spAutoFit/>
          </a:bodyPr>
          <a:lstStyle/>
          <a:p>
            <a:r>
              <a:rPr kumimoji="1" lang="en-US" altLang="zh-CN" dirty="0">
                <a:solidFill>
                  <a:schemeClr val="bg1"/>
                </a:solidFill>
              </a:rPr>
              <a:t>Tensor</a:t>
            </a:r>
            <a:r>
              <a:rPr kumimoji="1" lang="zh-CN" altLang="en-US" dirty="0">
                <a:solidFill>
                  <a:schemeClr val="bg1"/>
                </a:solidFill>
              </a:rPr>
              <a:t> </a:t>
            </a:r>
            <a:r>
              <a:rPr kumimoji="1" lang="en-US" altLang="zh-CN" dirty="0">
                <a:solidFill>
                  <a:schemeClr val="bg1"/>
                </a:solidFill>
              </a:rPr>
              <a:t>compute</a:t>
            </a:r>
            <a:endParaRPr kumimoji="1" lang="zh-CN" altLang="en-US" dirty="0">
              <a:solidFill>
                <a:schemeClr val="bg1"/>
              </a:solidFill>
            </a:endParaRPr>
          </a:p>
        </p:txBody>
      </p:sp>
      <p:sp>
        <p:nvSpPr>
          <p:cNvPr id="64" name="圆角矩形 63">
            <a:extLst>
              <a:ext uri="{FF2B5EF4-FFF2-40B4-BE49-F238E27FC236}">
                <a16:creationId xmlns:a16="http://schemas.microsoft.com/office/drawing/2014/main" id="{1E2C308F-BD24-7763-AA22-23602A9A7448}"/>
              </a:ext>
            </a:extLst>
          </p:cNvPr>
          <p:cNvSpPr/>
          <p:nvPr/>
        </p:nvSpPr>
        <p:spPr>
          <a:xfrm>
            <a:off x="2014568" y="2212144"/>
            <a:ext cx="608562"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65" name="圆角矩形 64">
            <a:extLst>
              <a:ext uri="{FF2B5EF4-FFF2-40B4-BE49-F238E27FC236}">
                <a16:creationId xmlns:a16="http://schemas.microsoft.com/office/drawing/2014/main" id="{ECBC6666-0214-179F-48B1-66AF097752CC}"/>
              </a:ext>
            </a:extLst>
          </p:cNvPr>
          <p:cNvSpPr/>
          <p:nvPr/>
        </p:nvSpPr>
        <p:spPr>
          <a:xfrm>
            <a:off x="2009292" y="3022416"/>
            <a:ext cx="608562"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66" name="文本框 65">
            <a:extLst>
              <a:ext uri="{FF2B5EF4-FFF2-40B4-BE49-F238E27FC236}">
                <a16:creationId xmlns:a16="http://schemas.microsoft.com/office/drawing/2014/main" id="{83DD8FF7-D78D-373D-DB2E-A113A85A8948}"/>
              </a:ext>
            </a:extLst>
          </p:cNvPr>
          <p:cNvSpPr txBox="1"/>
          <p:nvPr/>
        </p:nvSpPr>
        <p:spPr>
          <a:xfrm>
            <a:off x="2048236" y="2534088"/>
            <a:ext cx="597980"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67" name="文本框 66">
            <a:extLst>
              <a:ext uri="{FF2B5EF4-FFF2-40B4-BE49-F238E27FC236}">
                <a16:creationId xmlns:a16="http://schemas.microsoft.com/office/drawing/2014/main" id="{3A905A82-B5D1-E911-CB7A-E75180CE52DA}"/>
              </a:ext>
            </a:extLst>
          </p:cNvPr>
          <p:cNvSpPr txBox="1"/>
          <p:nvPr/>
        </p:nvSpPr>
        <p:spPr>
          <a:xfrm>
            <a:off x="2054989" y="3281900"/>
            <a:ext cx="597980"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68" name="直线箭头连接符 67">
            <a:extLst>
              <a:ext uri="{FF2B5EF4-FFF2-40B4-BE49-F238E27FC236}">
                <a16:creationId xmlns:a16="http://schemas.microsoft.com/office/drawing/2014/main" id="{0D966369-D760-FD5F-EA35-961484D6692A}"/>
              </a:ext>
            </a:extLst>
          </p:cNvPr>
          <p:cNvCxnSpPr>
            <a:cxnSpLocks/>
            <a:endCxn id="87" idx="3"/>
          </p:cNvCxnSpPr>
          <p:nvPr/>
        </p:nvCxnSpPr>
        <p:spPr>
          <a:xfrm>
            <a:off x="9490699" y="3217929"/>
            <a:ext cx="1418515" cy="62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线箭头连接符 68">
            <a:extLst>
              <a:ext uri="{FF2B5EF4-FFF2-40B4-BE49-F238E27FC236}">
                <a16:creationId xmlns:a16="http://schemas.microsoft.com/office/drawing/2014/main" id="{B99381DA-418F-D357-CA46-4BC70828C62D}"/>
              </a:ext>
            </a:extLst>
          </p:cNvPr>
          <p:cNvCxnSpPr>
            <a:cxnSpLocks/>
          </p:cNvCxnSpPr>
          <p:nvPr/>
        </p:nvCxnSpPr>
        <p:spPr>
          <a:xfrm>
            <a:off x="7608253" y="2813106"/>
            <a:ext cx="1732624" cy="9353"/>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直线箭头连接符 69">
            <a:extLst>
              <a:ext uri="{FF2B5EF4-FFF2-40B4-BE49-F238E27FC236}">
                <a16:creationId xmlns:a16="http://schemas.microsoft.com/office/drawing/2014/main" id="{7235096A-1AA4-8D7F-C67C-A0B77FB5C8A7}"/>
              </a:ext>
            </a:extLst>
          </p:cNvPr>
          <p:cNvCxnSpPr>
            <a:cxnSpLocks/>
          </p:cNvCxnSpPr>
          <p:nvPr/>
        </p:nvCxnSpPr>
        <p:spPr>
          <a:xfrm>
            <a:off x="7608253" y="2406861"/>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线连接符 70">
            <a:extLst>
              <a:ext uri="{FF2B5EF4-FFF2-40B4-BE49-F238E27FC236}">
                <a16:creationId xmlns:a16="http://schemas.microsoft.com/office/drawing/2014/main" id="{C45C21A7-60A1-AAFD-BC29-F72CBF422B67}"/>
              </a:ext>
            </a:extLst>
          </p:cNvPr>
          <p:cNvCxnSpPr>
            <a:cxnSpLocks/>
          </p:cNvCxnSpPr>
          <p:nvPr/>
        </p:nvCxnSpPr>
        <p:spPr>
          <a:xfrm>
            <a:off x="9679067" y="3220277"/>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cxnSp>
        <p:nvCxnSpPr>
          <p:cNvPr id="72" name="直线箭头连接符 71">
            <a:extLst>
              <a:ext uri="{FF2B5EF4-FFF2-40B4-BE49-F238E27FC236}">
                <a16:creationId xmlns:a16="http://schemas.microsoft.com/office/drawing/2014/main" id="{FB3CC12C-2B3F-C0E5-F211-2749AB205C02}"/>
              </a:ext>
            </a:extLst>
          </p:cNvPr>
          <p:cNvCxnSpPr>
            <a:cxnSpLocks/>
          </p:cNvCxnSpPr>
          <p:nvPr/>
        </p:nvCxnSpPr>
        <p:spPr>
          <a:xfrm>
            <a:off x="7609454" y="3635876"/>
            <a:ext cx="3117474"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线连接符 72">
            <a:extLst>
              <a:ext uri="{FF2B5EF4-FFF2-40B4-BE49-F238E27FC236}">
                <a16:creationId xmlns:a16="http://schemas.microsoft.com/office/drawing/2014/main" id="{936E1555-88C1-3912-0E25-75A3CFCBAA59}"/>
              </a:ext>
            </a:extLst>
          </p:cNvPr>
          <p:cNvCxnSpPr>
            <a:cxnSpLocks/>
          </p:cNvCxnSpPr>
          <p:nvPr/>
        </p:nvCxnSpPr>
        <p:spPr>
          <a:xfrm>
            <a:off x="8570269" y="2406861"/>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pic>
        <p:nvPicPr>
          <p:cNvPr id="74" name="图片 73">
            <a:extLst>
              <a:ext uri="{FF2B5EF4-FFF2-40B4-BE49-F238E27FC236}">
                <a16:creationId xmlns:a16="http://schemas.microsoft.com/office/drawing/2014/main" id="{9043424A-7216-E530-374E-EA31AACDE4AA}"/>
              </a:ext>
            </a:extLst>
          </p:cNvPr>
          <p:cNvPicPr>
            <a:picLocks/>
          </p:cNvPicPr>
          <p:nvPr/>
        </p:nvPicPr>
        <p:blipFill>
          <a:blip r:embed="rId11"/>
          <a:stretch>
            <a:fillRect/>
          </a:stretch>
        </p:blipFill>
        <p:spPr>
          <a:xfrm>
            <a:off x="10651565" y="2278300"/>
            <a:ext cx="260233" cy="244810"/>
          </a:xfrm>
          <a:prstGeom prst="rect">
            <a:avLst/>
          </a:prstGeom>
        </p:spPr>
      </p:pic>
      <p:pic>
        <p:nvPicPr>
          <p:cNvPr id="75" name="图片 74">
            <a:extLst>
              <a:ext uri="{FF2B5EF4-FFF2-40B4-BE49-F238E27FC236}">
                <a16:creationId xmlns:a16="http://schemas.microsoft.com/office/drawing/2014/main" id="{C1EC16F7-1CF7-65C5-DC5E-3B6949F06A5E}"/>
              </a:ext>
            </a:extLst>
          </p:cNvPr>
          <p:cNvPicPr>
            <a:picLocks/>
          </p:cNvPicPr>
          <p:nvPr/>
        </p:nvPicPr>
        <p:blipFill>
          <a:blip r:embed="rId11"/>
          <a:stretch>
            <a:fillRect/>
          </a:stretch>
        </p:blipFill>
        <p:spPr>
          <a:xfrm>
            <a:off x="10648982" y="3524134"/>
            <a:ext cx="260233" cy="244810"/>
          </a:xfrm>
          <a:prstGeom prst="rect">
            <a:avLst/>
          </a:prstGeom>
        </p:spPr>
      </p:pic>
      <p:pic>
        <p:nvPicPr>
          <p:cNvPr id="76" name="图片 75">
            <a:extLst>
              <a:ext uri="{FF2B5EF4-FFF2-40B4-BE49-F238E27FC236}">
                <a16:creationId xmlns:a16="http://schemas.microsoft.com/office/drawing/2014/main" id="{E076F983-EDFB-4F89-EE63-9FD9904BF95B}"/>
              </a:ext>
            </a:extLst>
          </p:cNvPr>
          <p:cNvPicPr>
            <a:picLocks noChangeAspect="1"/>
          </p:cNvPicPr>
          <p:nvPr/>
        </p:nvPicPr>
        <p:blipFill>
          <a:blip r:embed="rId3"/>
          <a:stretch>
            <a:fillRect/>
          </a:stretch>
        </p:blipFill>
        <p:spPr>
          <a:xfrm>
            <a:off x="7394795" y="2354460"/>
            <a:ext cx="117978" cy="101518"/>
          </a:xfrm>
          <a:prstGeom prst="rect">
            <a:avLst/>
          </a:prstGeom>
        </p:spPr>
      </p:pic>
      <p:pic>
        <p:nvPicPr>
          <p:cNvPr id="77" name="图片 76">
            <a:extLst>
              <a:ext uri="{FF2B5EF4-FFF2-40B4-BE49-F238E27FC236}">
                <a16:creationId xmlns:a16="http://schemas.microsoft.com/office/drawing/2014/main" id="{D9CC2D8B-EB29-0B88-28EB-4084B5423FD1}"/>
              </a:ext>
            </a:extLst>
          </p:cNvPr>
          <p:cNvPicPr>
            <a:picLocks noChangeAspect="1"/>
          </p:cNvPicPr>
          <p:nvPr/>
        </p:nvPicPr>
        <p:blipFill>
          <a:blip r:embed="rId4"/>
          <a:stretch>
            <a:fillRect/>
          </a:stretch>
        </p:blipFill>
        <p:spPr>
          <a:xfrm>
            <a:off x="7393345" y="2762759"/>
            <a:ext cx="119428" cy="100695"/>
          </a:xfrm>
          <a:prstGeom prst="rect">
            <a:avLst/>
          </a:prstGeom>
        </p:spPr>
      </p:pic>
      <p:pic>
        <p:nvPicPr>
          <p:cNvPr id="78" name="图片 77">
            <a:extLst>
              <a:ext uri="{FF2B5EF4-FFF2-40B4-BE49-F238E27FC236}">
                <a16:creationId xmlns:a16="http://schemas.microsoft.com/office/drawing/2014/main" id="{9E14DA11-FE1C-44C2-FBD4-53D6977D024D}"/>
              </a:ext>
            </a:extLst>
          </p:cNvPr>
          <p:cNvPicPr>
            <a:picLocks noChangeAspect="1"/>
          </p:cNvPicPr>
          <p:nvPr/>
        </p:nvPicPr>
        <p:blipFill>
          <a:blip r:embed="rId5"/>
          <a:stretch>
            <a:fillRect/>
          </a:stretch>
        </p:blipFill>
        <p:spPr>
          <a:xfrm>
            <a:off x="7394546" y="3568051"/>
            <a:ext cx="119428" cy="99920"/>
          </a:xfrm>
          <a:prstGeom prst="rect">
            <a:avLst/>
          </a:prstGeom>
        </p:spPr>
      </p:pic>
      <p:pic>
        <p:nvPicPr>
          <p:cNvPr id="79" name="图片 78">
            <a:extLst>
              <a:ext uri="{FF2B5EF4-FFF2-40B4-BE49-F238E27FC236}">
                <a16:creationId xmlns:a16="http://schemas.microsoft.com/office/drawing/2014/main" id="{6BF86964-E3E4-B940-FE73-44EEF45C27F7}"/>
              </a:ext>
            </a:extLst>
          </p:cNvPr>
          <p:cNvPicPr>
            <a:picLocks/>
          </p:cNvPicPr>
          <p:nvPr/>
        </p:nvPicPr>
        <p:blipFill>
          <a:blip r:embed="rId6"/>
          <a:stretch>
            <a:fillRect/>
          </a:stretch>
        </p:blipFill>
        <p:spPr>
          <a:xfrm>
            <a:off x="7386530" y="3093233"/>
            <a:ext cx="119428" cy="170533"/>
          </a:xfrm>
          <a:prstGeom prst="rect">
            <a:avLst/>
          </a:prstGeom>
        </p:spPr>
      </p:pic>
      <p:sp>
        <p:nvSpPr>
          <p:cNvPr id="80" name="圆角矩形 79">
            <a:extLst>
              <a:ext uri="{FF2B5EF4-FFF2-40B4-BE49-F238E27FC236}">
                <a16:creationId xmlns:a16="http://schemas.microsoft.com/office/drawing/2014/main" id="{715042C6-0B39-1171-DF84-95E48BD0F774}"/>
              </a:ext>
            </a:extLst>
          </p:cNvPr>
          <p:cNvSpPr/>
          <p:nvPr/>
        </p:nvSpPr>
        <p:spPr>
          <a:xfrm>
            <a:off x="6944355" y="2233188"/>
            <a:ext cx="608562"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81" name="圆角矩形 80">
            <a:extLst>
              <a:ext uri="{FF2B5EF4-FFF2-40B4-BE49-F238E27FC236}">
                <a16:creationId xmlns:a16="http://schemas.microsoft.com/office/drawing/2014/main" id="{DC2A9447-CFF1-EDAD-776E-5C8875857069}"/>
              </a:ext>
            </a:extLst>
          </p:cNvPr>
          <p:cNvSpPr/>
          <p:nvPr/>
        </p:nvSpPr>
        <p:spPr>
          <a:xfrm>
            <a:off x="6935443" y="3080221"/>
            <a:ext cx="622890"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82" name="文本框 81">
            <a:extLst>
              <a:ext uri="{FF2B5EF4-FFF2-40B4-BE49-F238E27FC236}">
                <a16:creationId xmlns:a16="http://schemas.microsoft.com/office/drawing/2014/main" id="{CBBE389B-4126-1E7A-91AC-093BE4B7CA1C}"/>
              </a:ext>
            </a:extLst>
          </p:cNvPr>
          <p:cNvSpPr txBox="1"/>
          <p:nvPr/>
        </p:nvSpPr>
        <p:spPr>
          <a:xfrm>
            <a:off x="6960045" y="2493607"/>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83" name="文本框 82">
            <a:extLst>
              <a:ext uri="{FF2B5EF4-FFF2-40B4-BE49-F238E27FC236}">
                <a16:creationId xmlns:a16="http://schemas.microsoft.com/office/drawing/2014/main" id="{221F7A5B-2484-F79B-99F9-888193537F64}"/>
              </a:ext>
            </a:extLst>
          </p:cNvPr>
          <p:cNvSpPr txBox="1"/>
          <p:nvPr/>
        </p:nvSpPr>
        <p:spPr>
          <a:xfrm>
            <a:off x="6997901" y="3318259"/>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84" name="曲线连接符 83">
            <a:extLst>
              <a:ext uri="{FF2B5EF4-FFF2-40B4-BE49-F238E27FC236}">
                <a16:creationId xmlns:a16="http://schemas.microsoft.com/office/drawing/2014/main" id="{6EE97A9C-FEE9-CFD5-FC24-65773C0EB034}"/>
              </a:ext>
            </a:extLst>
          </p:cNvPr>
          <p:cNvCxnSpPr>
            <a:cxnSpLocks/>
          </p:cNvCxnSpPr>
          <p:nvPr/>
        </p:nvCxnSpPr>
        <p:spPr>
          <a:xfrm rot="16200000" flipH="1">
            <a:off x="9216122" y="2945573"/>
            <a:ext cx="399331" cy="149823"/>
          </a:xfrm>
          <a:prstGeom prst="curvedConnector3">
            <a:avLst/>
          </a:prstGeom>
          <a:ln w="38100" cmpd="thickThi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50B69F2D-DB3E-3C8B-D878-9772E8AB67ED}"/>
              </a:ext>
            </a:extLst>
          </p:cNvPr>
          <p:cNvSpPr txBox="1"/>
          <p:nvPr/>
        </p:nvSpPr>
        <p:spPr>
          <a:xfrm>
            <a:off x="9372612" y="2752510"/>
            <a:ext cx="1781891" cy="268215"/>
          </a:xfrm>
          <a:prstGeom prst="rect">
            <a:avLst/>
          </a:prstGeom>
          <a:noFill/>
        </p:spPr>
        <p:txBody>
          <a:bodyPr wrap="square" rtlCol="0">
            <a:spAutoFit/>
          </a:bodyPr>
          <a:lstStyle/>
          <a:p>
            <a:r>
              <a:rPr kumimoji="1" lang="en-US" altLang="zh-CN" sz="1143" dirty="0">
                <a:cs typeface="Times New Roman" panose="02020603050405020304" pitchFamily="18" charset="0"/>
              </a:rPr>
              <a:t>Quantum</a:t>
            </a:r>
            <a:r>
              <a:rPr kumimoji="1" lang="zh-CN" altLang="en-US" sz="1143" dirty="0">
                <a:cs typeface="Times New Roman" panose="02020603050405020304" pitchFamily="18" charset="0"/>
              </a:rPr>
              <a:t> </a:t>
            </a:r>
            <a:r>
              <a:rPr kumimoji="1" lang="en-US" altLang="zh-CN" sz="1143" dirty="0">
                <a:cs typeface="Times New Roman" panose="02020603050405020304" pitchFamily="18" charset="0"/>
              </a:rPr>
              <a:t>teleportation</a:t>
            </a:r>
            <a:endParaRPr kumimoji="1" lang="zh-CN" altLang="en-US" sz="1143" dirty="0">
              <a:cs typeface="Times New Roman" panose="02020603050405020304" pitchFamily="18" charset="0"/>
            </a:endParaRPr>
          </a:p>
        </p:txBody>
      </p:sp>
      <p:cxnSp>
        <p:nvCxnSpPr>
          <p:cNvPr id="86" name="直线箭头连接符 85">
            <a:extLst>
              <a:ext uri="{FF2B5EF4-FFF2-40B4-BE49-F238E27FC236}">
                <a16:creationId xmlns:a16="http://schemas.microsoft.com/office/drawing/2014/main" id="{7BFCD245-F91F-3B1C-8CDA-88BD5A68009C}"/>
              </a:ext>
            </a:extLst>
          </p:cNvPr>
          <p:cNvCxnSpPr>
            <a:cxnSpLocks/>
          </p:cNvCxnSpPr>
          <p:nvPr/>
        </p:nvCxnSpPr>
        <p:spPr>
          <a:xfrm>
            <a:off x="10909215" y="2406861"/>
            <a:ext cx="364161"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7" name="图片 86">
            <a:extLst>
              <a:ext uri="{FF2B5EF4-FFF2-40B4-BE49-F238E27FC236}">
                <a16:creationId xmlns:a16="http://schemas.microsoft.com/office/drawing/2014/main" id="{D4B779DE-452C-9E59-6798-5860471B129D}"/>
              </a:ext>
            </a:extLst>
          </p:cNvPr>
          <p:cNvPicPr>
            <a:picLocks/>
          </p:cNvPicPr>
          <p:nvPr/>
        </p:nvPicPr>
        <p:blipFill>
          <a:blip r:embed="rId11"/>
          <a:stretch>
            <a:fillRect/>
          </a:stretch>
        </p:blipFill>
        <p:spPr>
          <a:xfrm>
            <a:off x="10648982" y="3101820"/>
            <a:ext cx="260233" cy="244810"/>
          </a:xfrm>
          <a:prstGeom prst="rect">
            <a:avLst/>
          </a:prstGeom>
        </p:spPr>
      </p:pic>
      <p:cxnSp>
        <p:nvCxnSpPr>
          <p:cNvPr id="88" name="直线箭头连接符 87">
            <a:extLst>
              <a:ext uri="{FF2B5EF4-FFF2-40B4-BE49-F238E27FC236}">
                <a16:creationId xmlns:a16="http://schemas.microsoft.com/office/drawing/2014/main" id="{57ACFE74-687C-EEF9-E322-34C6B27CEC4B}"/>
              </a:ext>
            </a:extLst>
          </p:cNvPr>
          <p:cNvCxnSpPr>
            <a:cxnSpLocks/>
          </p:cNvCxnSpPr>
          <p:nvPr/>
        </p:nvCxnSpPr>
        <p:spPr>
          <a:xfrm>
            <a:off x="10906632" y="3230381"/>
            <a:ext cx="366744"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线箭头连接符 88">
            <a:extLst>
              <a:ext uri="{FF2B5EF4-FFF2-40B4-BE49-F238E27FC236}">
                <a16:creationId xmlns:a16="http://schemas.microsoft.com/office/drawing/2014/main" id="{448E850A-DC3D-821E-D55E-7A7EFC4711BA}"/>
              </a:ext>
            </a:extLst>
          </p:cNvPr>
          <p:cNvCxnSpPr>
            <a:cxnSpLocks/>
          </p:cNvCxnSpPr>
          <p:nvPr/>
        </p:nvCxnSpPr>
        <p:spPr>
          <a:xfrm>
            <a:off x="10911797" y="3644837"/>
            <a:ext cx="361579"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5" name="矩形 114">
            <a:extLst>
              <a:ext uri="{FF2B5EF4-FFF2-40B4-BE49-F238E27FC236}">
                <a16:creationId xmlns:a16="http://schemas.microsoft.com/office/drawing/2014/main" id="{30DF8868-1DF8-3A51-30C9-AF7EFE4C6C66}"/>
              </a:ext>
            </a:extLst>
          </p:cNvPr>
          <p:cNvSpPr>
            <a:spLocks/>
          </p:cNvSpPr>
          <p:nvPr/>
        </p:nvSpPr>
        <p:spPr>
          <a:xfrm>
            <a:off x="3475621" y="2700566"/>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16" name="矩形 115">
            <a:extLst>
              <a:ext uri="{FF2B5EF4-FFF2-40B4-BE49-F238E27FC236}">
                <a16:creationId xmlns:a16="http://schemas.microsoft.com/office/drawing/2014/main" id="{6335DFC3-6C4A-D74C-EE23-EA23B6663691}"/>
              </a:ext>
            </a:extLst>
          </p:cNvPr>
          <p:cNvSpPr>
            <a:spLocks/>
          </p:cNvSpPr>
          <p:nvPr/>
        </p:nvSpPr>
        <p:spPr>
          <a:xfrm>
            <a:off x="4584730" y="352819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17" name="矩形 116">
            <a:extLst>
              <a:ext uri="{FF2B5EF4-FFF2-40B4-BE49-F238E27FC236}">
                <a16:creationId xmlns:a16="http://schemas.microsoft.com/office/drawing/2014/main" id="{375F6590-E92D-2162-19D0-136C208F24FA}"/>
              </a:ext>
            </a:extLst>
          </p:cNvPr>
          <p:cNvSpPr>
            <a:spLocks/>
          </p:cNvSpPr>
          <p:nvPr/>
        </p:nvSpPr>
        <p:spPr>
          <a:xfrm>
            <a:off x="4599182" y="228543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18" name="矩形 117">
            <a:extLst>
              <a:ext uri="{FF2B5EF4-FFF2-40B4-BE49-F238E27FC236}">
                <a16:creationId xmlns:a16="http://schemas.microsoft.com/office/drawing/2014/main" id="{365FD0E7-FE0F-7095-BA43-7C7816C086C7}"/>
              </a:ext>
            </a:extLst>
          </p:cNvPr>
          <p:cNvSpPr>
            <a:spLocks/>
          </p:cNvSpPr>
          <p:nvPr/>
        </p:nvSpPr>
        <p:spPr>
          <a:xfrm>
            <a:off x="5104563" y="352819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19" name="矩形 118">
            <a:extLst>
              <a:ext uri="{FF2B5EF4-FFF2-40B4-BE49-F238E27FC236}">
                <a16:creationId xmlns:a16="http://schemas.microsoft.com/office/drawing/2014/main" id="{3149D9BB-5D8C-50E5-EC57-65EA61D358F9}"/>
              </a:ext>
            </a:extLst>
          </p:cNvPr>
          <p:cNvSpPr/>
          <p:nvPr/>
        </p:nvSpPr>
        <p:spPr>
          <a:xfrm>
            <a:off x="7862738" y="2272876"/>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120" name="矩形 119">
            <a:extLst>
              <a:ext uri="{FF2B5EF4-FFF2-40B4-BE49-F238E27FC236}">
                <a16:creationId xmlns:a16="http://schemas.microsoft.com/office/drawing/2014/main" id="{75A0285D-0DDF-616E-D63F-19CE650D4F27}"/>
              </a:ext>
            </a:extLst>
          </p:cNvPr>
          <p:cNvSpPr>
            <a:spLocks/>
          </p:cNvSpPr>
          <p:nvPr/>
        </p:nvSpPr>
        <p:spPr>
          <a:xfrm>
            <a:off x="7862737" y="269082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21" name="矩形 120">
            <a:extLst>
              <a:ext uri="{FF2B5EF4-FFF2-40B4-BE49-F238E27FC236}">
                <a16:creationId xmlns:a16="http://schemas.microsoft.com/office/drawing/2014/main" id="{8F5074BF-63C1-BC07-4E65-E94E775A2E45}"/>
              </a:ext>
            </a:extLst>
          </p:cNvPr>
          <p:cNvSpPr>
            <a:spLocks/>
          </p:cNvSpPr>
          <p:nvPr/>
        </p:nvSpPr>
        <p:spPr>
          <a:xfrm>
            <a:off x="7863938" y="351874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22" name="矩形 121">
            <a:extLst>
              <a:ext uri="{FF2B5EF4-FFF2-40B4-BE49-F238E27FC236}">
                <a16:creationId xmlns:a16="http://schemas.microsoft.com/office/drawing/2014/main" id="{43921096-C6E4-F845-8F7B-D3612BD89F3D}"/>
              </a:ext>
            </a:extLst>
          </p:cNvPr>
          <p:cNvSpPr>
            <a:spLocks/>
          </p:cNvSpPr>
          <p:nvPr/>
        </p:nvSpPr>
        <p:spPr>
          <a:xfrm>
            <a:off x="8414905" y="351874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123" name="矩形 122">
            <a:extLst>
              <a:ext uri="{FF2B5EF4-FFF2-40B4-BE49-F238E27FC236}">
                <a16:creationId xmlns:a16="http://schemas.microsoft.com/office/drawing/2014/main" id="{778139FF-BC9F-16D9-C855-B3660AC0CF7F}"/>
              </a:ext>
            </a:extLst>
          </p:cNvPr>
          <p:cNvSpPr>
            <a:spLocks/>
          </p:cNvSpPr>
          <p:nvPr/>
        </p:nvSpPr>
        <p:spPr>
          <a:xfrm>
            <a:off x="8965872" y="351874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24" name="矩形 123">
            <a:extLst>
              <a:ext uri="{FF2B5EF4-FFF2-40B4-BE49-F238E27FC236}">
                <a16:creationId xmlns:a16="http://schemas.microsoft.com/office/drawing/2014/main" id="{BA081CE8-2530-44CC-20AC-BDD4839731DB}"/>
              </a:ext>
            </a:extLst>
          </p:cNvPr>
          <p:cNvSpPr>
            <a:spLocks/>
          </p:cNvSpPr>
          <p:nvPr/>
        </p:nvSpPr>
        <p:spPr>
          <a:xfrm>
            <a:off x="9516839" y="351874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25" name="矩形 124">
            <a:extLst>
              <a:ext uri="{FF2B5EF4-FFF2-40B4-BE49-F238E27FC236}">
                <a16:creationId xmlns:a16="http://schemas.microsoft.com/office/drawing/2014/main" id="{579A9EDB-4C7B-765E-6CA7-C083DF1142FD}"/>
              </a:ext>
            </a:extLst>
          </p:cNvPr>
          <p:cNvSpPr>
            <a:spLocks/>
          </p:cNvSpPr>
          <p:nvPr/>
        </p:nvSpPr>
        <p:spPr>
          <a:xfrm>
            <a:off x="10067807" y="351956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26" name="矩形 125">
            <a:extLst>
              <a:ext uri="{FF2B5EF4-FFF2-40B4-BE49-F238E27FC236}">
                <a16:creationId xmlns:a16="http://schemas.microsoft.com/office/drawing/2014/main" id="{CC2CE918-03C4-8423-93DD-1D19E8CA9904}"/>
              </a:ext>
            </a:extLst>
          </p:cNvPr>
          <p:cNvSpPr>
            <a:spLocks/>
          </p:cNvSpPr>
          <p:nvPr/>
        </p:nvSpPr>
        <p:spPr>
          <a:xfrm>
            <a:off x="8408707" y="2682836"/>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27" name="矩形 126">
            <a:extLst>
              <a:ext uri="{FF2B5EF4-FFF2-40B4-BE49-F238E27FC236}">
                <a16:creationId xmlns:a16="http://schemas.microsoft.com/office/drawing/2014/main" id="{4A1C3AB3-BA4C-204F-9243-34C9DD05A7FD}"/>
              </a:ext>
            </a:extLst>
          </p:cNvPr>
          <p:cNvSpPr>
            <a:spLocks/>
          </p:cNvSpPr>
          <p:nvPr/>
        </p:nvSpPr>
        <p:spPr>
          <a:xfrm>
            <a:off x="8962129" y="227472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128" name="矩形 127">
            <a:extLst>
              <a:ext uri="{FF2B5EF4-FFF2-40B4-BE49-F238E27FC236}">
                <a16:creationId xmlns:a16="http://schemas.microsoft.com/office/drawing/2014/main" id="{4B125EB1-A8BA-2964-DD5C-6B3F3D40A23D}"/>
              </a:ext>
            </a:extLst>
          </p:cNvPr>
          <p:cNvSpPr>
            <a:spLocks/>
          </p:cNvSpPr>
          <p:nvPr/>
        </p:nvSpPr>
        <p:spPr>
          <a:xfrm>
            <a:off x="8966524" y="267949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29" name="矩形 128">
            <a:extLst>
              <a:ext uri="{FF2B5EF4-FFF2-40B4-BE49-F238E27FC236}">
                <a16:creationId xmlns:a16="http://schemas.microsoft.com/office/drawing/2014/main" id="{74A6086A-907A-DD90-D222-7D3708224891}"/>
              </a:ext>
            </a:extLst>
          </p:cNvPr>
          <p:cNvSpPr>
            <a:spLocks/>
          </p:cNvSpPr>
          <p:nvPr/>
        </p:nvSpPr>
        <p:spPr>
          <a:xfrm>
            <a:off x="9518749" y="2278802"/>
            <a:ext cx="320635" cy="248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cxnSp>
        <p:nvCxnSpPr>
          <p:cNvPr id="142" name="直线箭头连接符 141">
            <a:extLst>
              <a:ext uri="{FF2B5EF4-FFF2-40B4-BE49-F238E27FC236}">
                <a16:creationId xmlns:a16="http://schemas.microsoft.com/office/drawing/2014/main" id="{8694F9FE-B97A-68FF-FE5B-FBA64CA7D490}"/>
              </a:ext>
            </a:extLst>
          </p:cNvPr>
          <p:cNvCxnSpPr>
            <a:cxnSpLocks/>
          </p:cNvCxnSpPr>
          <p:nvPr/>
        </p:nvCxnSpPr>
        <p:spPr>
          <a:xfrm>
            <a:off x="5977214" y="4344938"/>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线箭头连接符 142">
            <a:extLst>
              <a:ext uri="{FF2B5EF4-FFF2-40B4-BE49-F238E27FC236}">
                <a16:creationId xmlns:a16="http://schemas.microsoft.com/office/drawing/2014/main" id="{6D6884A8-CDA0-665B-E30B-BAE0953A947A}"/>
              </a:ext>
            </a:extLst>
          </p:cNvPr>
          <p:cNvCxnSpPr>
            <a:cxnSpLocks/>
          </p:cNvCxnSpPr>
          <p:nvPr/>
        </p:nvCxnSpPr>
        <p:spPr>
          <a:xfrm>
            <a:off x="2719460" y="5255365"/>
            <a:ext cx="311894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线箭头连接符 143">
            <a:extLst>
              <a:ext uri="{FF2B5EF4-FFF2-40B4-BE49-F238E27FC236}">
                <a16:creationId xmlns:a16="http://schemas.microsoft.com/office/drawing/2014/main" id="{FF2D3EE5-9D68-3A50-8A72-AEA6AA66CB60}"/>
              </a:ext>
            </a:extLst>
          </p:cNvPr>
          <p:cNvCxnSpPr>
            <a:cxnSpLocks/>
          </p:cNvCxnSpPr>
          <p:nvPr/>
        </p:nvCxnSpPr>
        <p:spPr>
          <a:xfrm>
            <a:off x="2706910" y="4751184"/>
            <a:ext cx="3118675" cy="47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线箭头连接符 144">
            <a:extLst>
              <a:ext uri="{FF2B5EF4-FFF2-40B4-BE49-F238E27FC236}">
                <a16:creationId xmlns:a16="http://schemas.microsoft.com/office/drawing/2014/main" id="{7A56E29C-92EA-FFDE-2E25-6E126C334448}"/>
              </a:ext>
            </a:extLst>
          </p:cNvPr>
          <p:cNvCxnSpPr>
            <a:cxnSpLocks/>
          </p:cNvCxnSpPr>
          <p:nvPr/>
        </p:nvCxnSpPr>
        <p:spPr>
          <a:xfrm>
            <a:off x="2706910" y="4344938"/>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6" name="图片 145">
            <a:extLst>
              <a:ext uri="{FF2B5EF4-FFF2-40B4-BE49-F238E27FC236}">
                <a16:creationId xmlns:a16="http://schemas.microsoft.com/office/drawing/2014/main" id="{3EF6CECA-1FFF-EF9C-8329-E65E592BA2F2}"/>
              </a:ext>
            </a:extLst>
          </p:cNvPr>
          <p:cNvPicPr>
            <a:picLocks noChangeAspect="1"/>
          </p:cNvPicPr>
          <p:nvPr/>
        </p:nvPicPr>
        <p:blipFill>
          <a:blip r:embed="rId3"/>
          <a:stretch>
            <a:fillRect/>
          </a:stretch>
        </p:blipFill>
        <p:spPr>
          <a:xfrm>
            <a:off x="2515772" y="4291720"/>
            <a:ext cx="117978" cy="101518"/>
          </a:xfrm>
          <a:prstGeom prst="rect">
            <a:avLst/>
          </a:prstGeom>
        </p:spPr>
      </p:pic>
      <p:pic>
        <p:nvPicPr>
          <p:cNvPr id="147" name="图片 146">
            <a:extLst>
              <a:ext uri="{FF2B5EF4-FFF2-40B4-BE49-F238E27FC236}">
                <a16:creationId xmlns:a16="http://schemas.microsoft.com/office/drawing/2014/main" id="{72CC62EE-2E1A-C986-70AB-F0948A0A9C68}"/>
              </a:ext>
            </a:extLst>
          </p:cNvPr>
          <p:cNvPicPr>
            <a:picLocks noChangeAspect="1"/>
          </p:cNvPicPr>
          <p:nvPr/>
        </p:nvPicPr>
        <p:blipFill>
          <a:blip r:embed="rId4"/>
          <a:stretch>
            <a:fillRect/>
          </a:stretch>
        </p:blipFill>
        <p:spPr>
          <a:xfrm>
            <a:off x="2514322" y="4700019"/>
            <a:ext cx="119428" cy="100695"/>
          </a:xfrm>
          <a:prstGeom prst="rect">
            <a:avLst/>
          </a:prstGeom>
        </p:spPr>
      </p:pic>
      <p:cxnSp>
        <p:nvCxnSpPr>
          <p:cNvPr id="148" name="直线箭头连接符 147">
            <a:extLst>
              <a:ext uri="{FF2B5EF4-FFF2-40B4-BE49-F238E27FC236}">
                <a16:creationId xmlns:a16="http://schemas.microsoft.com/office/drawing/2014/main" id="{D39E4CC7-C877-8D8B-4998-CE10AEE6110D}"/>
              </a:ext>
            </a:extLst>
          </p:cNvPr>
          <p:cNvCxnSpPr>
            <a:cxnSpLocks/>
          </p:cNvCxnSpPr>
          <p:nvPr/>
        </p:nvCxnSpPr>
        <p:spPr>
          <a:xfrm>
            <a:off x="2719460" y="5671084"/>
            <a:ext cx="3117474"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9" name="图片 148">
            <a:extLst>
              <a:ext uri="{FF2B5EF4-FFF2-40B4-BE49-F238E27FC236}">
                <a16:creationId xmlns:a16="http://schemas.microsoft.com/office/drawing/2014/main" id="{4042D41E-1527-68D7-4456-B5CCEF95773D}"/>
              </a:ext>
            </a:extLst>
          </p:cNvPr>
          <p:cNvPicPr>
            <a:picLocks noChangeAspect="1"/>
          </p:cNvPicPr>
          <p:nvPr/>
        </p:nvPicPr>
        <p:blipFill>
          <a:blip r:embed="rId5"/>
          <a:stretch>
            <a:fillRect/>
          </a:stretch>
        </p:blipFill>
        <p:spPr>
          <a:xfrm>
            <a:off x="2526873" y="5602441"/>
            <a:ext cx="119428" cy="99920"/>
          </a:xfrm>
          <a:prstGeom prst="rect">
            <a:avLst/>
          </a:prstGeom>
        </p:spPr>
      </p:pic>
      <p:pic>
        <p:nvPicPr>
          <p:cNvPr id="150" name="图片 149">
            <a:extLst>
              <a:ext uri="{FF2B5EF4-FFF2-40B4-BE49-F238E27FC236}">
                <a16:creationId xmlns:a16="http://schemas.microsoft.com/office/drawing/2014/main" id="{4DB2F5FA-9866-2C37-D7FD-77A0981550C3}"/>
              </a:ext>
            </a:extLst>
          </p:cNvPr>
          <p:cNvPicPr>
            <a:picLocks/>
          </p:cNvPicPr>
          <p:nvPr/>
        </p:nvPicPr>
        <p:blipFill>
          <a:blip r:embed="rId6"/>
          <a:stretch>
            <a:fillRect/>
          </a:stretch>
        </p:blipFill>
        <p:spPr>
          <a:xfrm>
            <a:off x="2518857" y="5127624"/>
            <a:ext cx="119428" cy="170533"/>
          </a:xfrm>
          <a:prstGeom prst="rect">
            <a:avLst/>
          </a:prstGeom>
        </p:spPr>
      </p:pic>
      <p:pic>
        <p:nvPicPr>
          <p:cNvPr id="151" name="图片 150">
            <a:extLst>
              <a:ext uri="{FF2B5EF4-FFF2-40B4-BE49-F238E27FC236}">
                <a16:creationId xmlns:a16="http://schemas.microsoft.com/office/drawing/2014/main" id="{E9686E45-75DB-0D9D-96B4-A55E4C8AFC17}"/>
              </a:ext>
            </a:extLst>
          </p:cNvPr>
          <p:cNvPicPr>
            <a:picLocks/>
          </p:cNvPicPr>
          <p:nvPr/>
        </p:nvPicPr>
        <p:blipFill>
          <a:blip r:embed="rId11"/>
          <a:stretch>
            <a:fillRect/>
          </a:stretch>
        </p:blipFill>
        <p:spPr>
          <a:xfrm>
            <a:off x="5750222" y="4631923"/>
            <a:ext cx="260233" cy="244810"/>
          </a:xfrm>
          <a:prstGeom prst="rect">
            <a:avLst/>
          </a:prstGeom>
        </p:spPr>
      </p:pic>
      <p:cxnSp>
        <p:nvCxnSpPr>
          <p:cNvPr id="152" name="直线箭头连接符 151">
            <a:extLst>
              <a:ext uri="{FF2B5EF4-FFF2-40B4-BE49-F238E27FC236}">
                <a16:creationId xmlns:a16="http://schemas.microsoft.com/office/drawing/2014/main" id="{EF226433-4D4A-BA15-4010-94925555C2F3}"/>
              </a:ext>
            </a:extLst>
          </p:cNvPr>
          <p:cNvCxnSpPr>
            <a:cxnSpLocks/>
          </p:cNvCxnSpPr>
          <p:nvPr/>
        </p:nvCxnSpPr>
        <p:spPr>
          <a:xfrm>
            <a:off x="6003680" y="4755912"/>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3" name="图片 152">
            <a:extLst>
              <a:ext uri="{FF2B5EF4-FFF2-40B4-BE49-F238E27FC236}">
                <a16:creationId xmlns:a16="http://schemas.microsoft.com/office/drawing/2014/main" id="{E2982A3C-B5F4-60D1-3C36-98E24E5BB183}"/>
              </a:ext>
            </a:extLst>
          </p:cNvPr>
          <p:cNvPicPr>
            <a:picLocks/>
          </p:cNvPicPr>
          <p:nvPr/>
        </p:nvPicPr>
        <p:blipFill>
          <a:blip r:embed="rId11"/>
          <a:stretch>
            <a:fillRect/>
          </a:stretch>
        </p:blipFill>
        <p:spPr>
          <a:xfrm>
            <a:off x="5750222" y="4216377"/>
            <a:ext cx="260233" cy="244810"/>
          </a:xfrm>
          <a:prstGeom prst="rect">
            <a:avLst/>
          </a:prstGeom>
        </p:spPr>
      </p:pic>
      <p:cxnSp>
        <p:nvCxnSpPr>
          <p:cNvPr id="154" name="直线箭头连接符 153">
            <a:extLst>
              <a:ext uri="{FF2B5EF4-FFF2-40B4-BE49-F238E27FC236}">
                <a16:creationId xmlns:a16="http://schemas.microsoft.com/office/drawing/2014/main" id="{2BF90C46-17FA-7BD9-A958-9F5BEE19052C}"/>
              </a:ext>
            </a:extLst>
          </p:cNvPr>
          <p:cNvCxnSpPr>
            <a:cxnSpLocks/>
          </p:cNvCxnSpPr>
          <p:nvPr/>
        </p:nvCxnSpPr>
        <p:spPr>
          <a:xfrm>
            <a:off x="5794499" y="5680169"/>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5" name="图片 154">
            <a:extLst>
              <a:ext uri="{FF2B5EF4-FFF2-40B4-BE49-F238E27FC236}">
                <a16:creationId xmlns:a16="http://schemas.microsoft.com/office/drawing/2014/main" id="{C2F1E240-4F9B-4D17-1C6D-815304FD99E2}"/>
              </a:ext>
            </a:extLst>
          </p:cNvPr>
          <p:cNvPicPr>
            <a:picLocks/>
          </p:cNvPicPr>
          <p:nvPr/>
        </p:nvPicPr>
        <p:blipFill>
          <a:blip r:embed="rId11"/>
          <a:stretch>
            <a:fillRect/>
          </a:stretch>
        </p:blipFill>
        <p:spPr>
          <a:xfrm>
            <a:off x="5758989" y="5559342"/>
            <a:ext cx="260233" cy="244810"/>
          </a:xfrm>
          <a:prstGeom prst="rect">
            <a:avLst/>
          </a:prstGeom>
        </p:spPr>
      </p:pic>
      <p:sp>
        <p:nvSpPr>
          <p:cNvPr id="156" name="圆角矩形 155">
            <a:extLst>
              <a:ext uri="{FF2B5EF4-FFF2-40B4-BE49-F238E27FC236}">
                <a16:creationId xmlns:a16="http://schemas.microsoft.com/office/drawing/2014/main" id="{62DB5FD2-DE26-1A67-791E-3D5F2117521C}"/>
              </a:ext>
            </a:extLst>
          </p:cNvPr>
          <p:cNvSpPr/>
          <p:nvPr/>
        </p:nvSpPr>
        <p:spPr>
          <a:xfrm>
            <a:off x="2025505" y="4144587"/>
            <a:ext cx="612079" cy="800682"/>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157" name="圆角矩形 156">
            <a:extLst>
              <a:ext uri="{FF2B5EF4-FFF2-40B4-BE49-F238E27FC236}">
                <a16:creationId xmlns:a16="http://schemas.microsoft.com/office/drawing/2014/main" id="{75E77482-642C-FEAD-6FAF-6ABD710AB865}"/>
              </a:ext>
            </a:extLst>
          </p:cNvPr>
          <p:cNvSpPr/>
          <p:nvPr/>
        </p:nvSpPr>
        <p:spPr>
          <a:xfrm>
            <a:off x="2038756" y="5122014"/>
            <a:ext cx="599528" cy="718220"/>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dirty="0"/>
          </a:p>
        </p:txBody>
      </p:sp>
      <p:sp>
        <p:nvSpPr>
          <p:cNvPr id="158" name="文本框 157">
            <a:extLst>
              <a:ext uri="{FF2B5EF4-FFF2-40B4-BE49-F238E27FC236}">
                <a16:creationId xmlns:a16="http://schemas.microsoft.com/office/drawing/2014/main" id="{4DCC92FA-4AD7-1D81-8B7B-3B903921D47D}"/>
              </a:ext>
            </a:extLst>
          </p:cNvPr>
          <p:cNvSpPr txBox="1"/>
          <p:nvPr/>
        </p:nvSpPr>
        <p:spPr>
          <a:xfrm>
            <a:off x="2014000" y="4408628"/>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159" name="文本框 158">
            <a:extLst>
              <a:ext uri="{FF2B5EF4-FFF2-40B4-BE49-F238E27FC236}">
                <a16:creationId xmlns:a16="http://schemas.microsoft.com/office/drawing/2014/main" id="{C168BAAE-C44B-85DB-BACC-9AFAC92496C6}"/>
              </a:ext>
            </a:extLst>
          </p:cNvPr>
          <p:cNvSpPr txBox="1"/>
          <p:nvPr/>
        </p:nvSpPr>
        <p:spPr>
          <a:xfrm>
            <a:off x="2048833" y="5337765"/>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160" name="直线连接符 159">
            <a:extLst>
              <a:ext uri="{FF2B5EF4-FFF2-40B4-BE49-F238E27FC236}">
                <a16:creationId xmlns:a16="http://schemas.microsoft.com/office/drawing/2014/main" id="{A576603E-4F4E-E102-19CE-6D2E346C034E}"/>
              </a:ext>
            </a:extLst>
          </p:cNvPr>
          <p:cNvCxnSpPr>
            <a:cxnSpLocks/>
          </p:cNvCxnSpPr>
          <p:nvPr/>
        </p:nvCxnSpPr>
        <p:spPr>
          <a:xfrm>
            <a:off x="3669022" y="4335428"/>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sp>
        <p:nvSpPr>
          <p:cNvPr id="161" name="矩形 160">
            <a:extLst>
              <a:ext uri="{FF2B5EF4-FFF2-40B4-BE49-F238E27FC236}">
                <a16:creationId xmlns:a16="http://schemas.microsoft.com/office/drawing/2014/main" id="{2DC6CACD-616C-F021-6D55-0A91FD4D4D0E}"/>
              </a:ext>
            </a:extLst>
          </p:cNvPr>
          <p:cNvSpPr/>
          <p:nvPr/>
        </p:nvSpPr>
        <p:spPr>
          <a:xfrm>
            <a:off x="2961491" y="420144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162" name="矩形 161">
            <a:extLst>
              <a:ext uri="{FF2B5EF4-FFF2-40B4-BE49-F238E27FC236}">
                <a16:creationId xmlns:a16="http://schemas.microsoft.com/office/drawing/2014/main" id="{1778ACF9-1A1B-9140-B7E3-F10534579F6C}"/>
              </a:ext>
            </a:extLst>
          </p:cNvPr>
          <p:cNvSpPr>
            <a:spLocks/>
          </p:cNvSpPr>
          <p:nvPr/>
        </p:nvSpPr>
        <p:spPr>
          <a:xfrm>
            <a:off x="2961490" y="4619390"/>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63" name="矩形 162">
            <a:extLst>
              <a:ext uri="{FF2B5EF4-FFF2-40B4-BE49-F238E27FC236}">
                <a16:creationId xmlns:a16="http://schemas.microsoft.com/office/drawing/2014/main" id="{1D95FC05-B329-DEA5-40A9-96F8D99544F5}"/>
              </a:ext>
            </a:extLst>
          </p:cNvPr>
          <p:cNvSpPr>
            <a:spLocks/>
          </p:cNvSpPr>
          <p:nvPr/>
        </p:nvSpPr>
        <p:spPr>
          <a:xfrm>
            <a:off x="3507460" y="46114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64" name="矩形 163">
            <a:extLst>
              <a:ext uri="{FF2B5EF4-FFF2-40B4-BE49-F238E27FC236}">
                <a16:creationId xmlns:a16="http://schemas.microsoft.com/office/drawing/2014/main" id="{B10E7CAB-0D00-CED7-D1D1-0773B0CD48E2}"/>
              </a:ext>
            </a:extLst>
          </p:cNvPr>
          <p:cNvSpPr>
            <a:spLocks/>
          </p:cNvSpPr>
          <p:nvPr/>
        </p:nvSpPr>
        <p:spPr>
          <a:xfrm>
            <a:off x="4060882" y="4203288"/>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165" name="矩形 164">
            <a:extLst>
              <a:ext uri="{FF2B5EF4-FFF2-40B4-BE49-F238E27FC236}">
                <a16:creationId xmlns:a16="http://schemas.microsoft.com/office/drawing/2014/main" id="{A82F65E9-EEE6-C87D-A0A9-5176DD50CE4D}"/>
              </a:ext>
            </a:extLst>
          </p:cNvPr>
          <p:cNvSpPr>
            <a:spLocks/>
          </p:cNvSpPr>
          <p:nvPr/>
        </p:nvSpPr>
        <p:spPr>
          <a:xfrm>
            <a:off x="4065277" y="4608062"/>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66" name="矩形 165">
            <a:extLst>
              <a:ext uri="{FF2B5EF4-FFF2-40B4-BE49-F238E27FC236}">
                <a16:creationId xmlns:a16="http://schemas.microsoft.com/office/drawing/2014/main" id="{C99938C4-6C0C-A560-79F7-DBB6B2CA15C8}"/>
              </a:ext>
            </a:extLst>
          </p:cNvPr>
          <p:cNvSpPr>
            <a:spLocks/>
          </p:cNvSpPr>
          <p:nvPr/>
        </p:nvSpPr>
        <p:spPr>
          <a:xfrm>
            <a:off x="5104563" y="4228153"/>
            <a:ext cx="320635" cy="248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67" name="矩形 166">
            <a:extLst>
              <a:ext uri="{FF2B5EF4-FFF2-40B4-BE49-F238E27FC236}">
                <a16:creationId xmlns:a16="http://schemas.microsoft.com/office/drawing/2014/main" id="{ED1E39A3-F77A-4E2B-3CE2-78B0B6952019}"/>
              </a:ext>
            </a:extLst>
          </p:cNvPr>
          <p:cNvSpPr>
            <a:spLocks/>
          </p:cNvSpPr>
          <p:nvPr/>
        </p:nvSpPr>
        <p:spPr>
          <a:xfrm>
            <a:off x="3010611" y="5528366"/>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68" name="矩形 167">
            <a:extLst>
              <a:ext uri="{FF2B5EF4-FFF2-40B4-BE49-F238E27FC236}">
                <a16:creationId xmlns:a16="http://schemas.microsoft.com/office/drawing/2014/main" id="{36E8EE8B-EE60-97CC-AF1D-B0B8EFD2826A}"/>
              </a:ext>
            </a:extLst>
          </p:cNvPr>
          <p:cNvSpPr>
            <a:spLocks/>
          </p:cNvSpPr>
          <p:nvPr/>
        </p:nvSpPr>
        <p:spPr>
          <a:xfrm>
            <a:off x="3562761" y="5528366"/>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169" name="矩形 168">
            <a:extLst>
              <a:ext uri="{FF2B5EF4-FFF2-40B4-BE49-F238E27FC236}">
                <a16:creationId xmlns:a16="http://schemas.microsoft.com/office/drawing/2014/main" id="{5A33B7D7-71D1-7DC5-87D7-5121FB58EB4E}"/>
              </a:ext>
            </a:extLst>
          </p:cNvPr>
          <p:cNvSpPr>
            <a:spLocks/>
          </p:cNvSpPr>
          <p:nvPr/>
        </p:nvSpPr>
        <p:spPr>
          <a:xfrm>
            <a:off x="4114911" y="5528366"/>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70" name="矩形 169">
            <a:extLst>
              <a:ext uri="{FF2B5EF4-FFF2-40B4-BE49-F238E27FC236}">
                <a16:creationId xmlns:a16="http://schemas.microsoft.com/office/drawing/2014/main" id="{CEA9B031-C127-7ED3-BA07-BAE279D6E3B8}"/>
              </a:ext>
            </a:extLst>
          </p:cNvPr>
          <p:cNvSpPr>
            <a:spLocks/>
          </p:cNvSpPr>
          <p:nvPr/>
        </p:nvSpPr>
        <p:spPr>
          <a:xfrm>
            <a:off x="5104562" y="551804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72" name="矩形 171">
            <a:extLst>
              <a:ext uri="{FF2B5EF4-FFF2-40B4-BE49-F238E27FC236}">
                <a16:creationId xmlns:a16="http://schemas.microsoft.com/office/drawing/2014/main" id="{255F5541-F221-B13D-7609-B81BE19C57C5}"/>
              </a:ext>
            </a:extLst>
          </p:cNvPr>
          <p:cNvSpPr>
            <a:spLocks/>
          </p:cNvSpPr>
          <p:nvPr/>
        </p:nvSpPr>
        <p:spPr>
          <a:xfrm>
            <a:off x="4584730" y="5107395"/>
            <a:ext cx="320635" cy="6728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U</a:t>
            </a:r>
            <a:endParaRPr kumimoji="1" lang="zh-CN" altLang="en-US" sz="1000" dirty="0"/>
          </a:p>
        </p:txBody>
      </p:sp>
      <p:sp>
        <p:nvSpPr>
          <p:cNvPr id="173" name="矩形 172">
            <a:extLst>
              <a:ext uri="{FF2B5EF4-FFF2-40B4-BE49-F238E27FC236}">
                <a16:creationId xmlns:a16="http://schemas.microsoft.com/office/drawing/2014/main" id="{7171B8AD-BD86-D1FC-97BD-D56F63718120}"/>
              </a:ext>
            </a:extLst>
          </p:cNvPr>
          <p:cNvSpPr>
            <a:spLocks/>
          </p:cNvSpPr>
          <p:nvPr/>
        </p:nvSpPr>
        <p:spPr>
          <a:xfrm>
            <a:off x="4590418" y="4203843"/>
            <a:ext cx="320635" cy="6728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V</a:t>
            </a:r>
            <a:endParaRPr kumimoji="1" lang="zh-CN" altLang="en-US" sz="1000" dirty="0"/>
          </a:p>
        </p:txBody>
      </p:sp>
      <p:cxnSp>
        <p:nvCxnSpPr>
          <p:cNvPr id="174" name="直线箭头连接符 173">
            <a:extLst>
              <a:ext uri="{FF2B5EF4-FFF2-40B4-BE49-F238E27FC236}">
                <a16:creationId xmlns:a16="http://schemas.microsoft.com/office/drawing/2014/main" id="{EA7C8DC5-0CF6-A09C-A1D9-D5C937441441}"/>
              </a:ext>
            </a:extLst>
          </p:cNvPr>
          <p:cNvCxnSpPr>
            <a:cxnSpLocks/>
          </p:cNvCxnSpPr>
          <p:nvPr/>
        </p:nvCxnSpPr>
        <p:spPr>
          <a:xfrm>
            <a:off x="5778392" y="5236184"/>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5" name="图片 174">
            <a:extLst>
              <a:ext uri="{FF2B5EF4-FFF2-40B4-BE49-F238E27FC236}">
                <a16:creationId xmlns:a16="http://schemas.microsoft.com/office/drawing/2014/main" id="{89B0D339-7723-6409-BF6F-9EA1C6149DFA}"/>
              </a:ext>
            </a:extLst>
          </p:cNvPr>
          <p:cNvPicPr>
            <a:picLocks/>
          </p:cNvPicPr>
          <p:nvPr/>
        </p:nvPicPr>
        <p:blipFill>
          <a:blip r:embed="rId11"/>
          <a:stretch>
            <a:fillRect/>
          </a:stretch>
        </p:blipFill>
        <p:spPr>
          <a:xfrm>
            <a:off x="5742882" y="5115357"/>
            <a:ext cx="260233" cy="244810"/>
          </a:xfrm>
          <a:prstGeom prst="rect">
            <a:avLst/>
          </a:prstGeom>
        </p:spPr>
      </p:pic>
      <p:sp>
        <p:nvSpPr>
          <p:cNvPr id="176" name="圆角矩形 175">
            <a:extLst>
              <a:ext uri="{FF2B5EF4-FFF2-40B4-BE49-F238E27FC236}">
                <a16:creationId xmlns:a16="http://schemas.microsoft.com/office/drawing/2014/main" id="{9542931A-630E-1260-5210-13C56326CD0D}"/>
              </a:ext>
            </a:extLst>
          </p:cNvPr>
          <p:cNvSpPr/>
          <p:nvPr/>
        </p:nvSpPr>
        <p:spPr>
          <a:xfrm>
            <a:off x="6345569" y="4100429"/>
            <a:ext cx="395983" cy="177077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6" dirty="0"/>
          </a:p>
        </p:txBody>
      </p:sp>
      <p:grpSp>
        <p:nvGrpSpPr>
          <p:cNvPr id="182" name="组合 181">
            <a:extLst>
              <a:ext uri="{FF2B5EF4-FFF2-40B4-BE49-F238E27FC236}">
                <a16:creationId xmlns:a16="http://schemas.microsoft.com/office/drawing/2014/main" id="{91285527-72E6-9168-1B09-6294E5CCA3FC}"/>
              </a:ext>
            </a:extLst>
          </p:cNvPr>
          <p:cNvGrpSpPr/>
          <p:nvPr/>
        </p:nvGrpSpPr>
        <p:grpSpPr>
          <a:xfrm>
            <a:off x="6927038" y="4094701"/>
            <a:ext cx="4339835" cy="2466390"/>
            <a:chOff x="6927038" y="3970949"/>
            <a:chExt cx="4339835" cy="2466390"/>
          </a:xfrm>
        </p:grpSpPr>
        <p:cxnSp>
          <p:nvCxnSpPr>
            <p:cNvPr id="90" name="直线箭头连接符 89">
              <a:extLst>
                <a:ext uri="{FF2B5EF4-FFF2-40B4-BE49-F238E27FC236}">
                  <a16:creationId xmlns:a16="http://schemas.microsoft.com/office/drawing/2014/main" id="{2894BDF5-CD77-E7A2-69AB-68D02D9BDB72}"/>
                </a:ext>
              </a:extLst>
            </p:cNvPr>
            <p:cNvCxnSpPr>
              <a:cxnSpLocks/>
            </p:cNvCxnSpPr>
            <p:nvPr/>
          </p:nvCxnSpPr>
          <p:spPr>
            <a:xfrm>
              <a:off x="10878747" y="4171300"/>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线箭头连接符 90">
              <a:extLst>
                <a:ext uri="{FF2B5EF4-FFF2-40B4-BE49-F238E27FC236}">
                  <a16:creationId xmlns:a16="http://schemas.microsoft.com/office/drawing/2014/main" id="{B595029B-3AB4-8F66-3E75-F386C1268985}"/>
                </a:ext>
              </a:extLst>
            </p:cNvPr>
            <p:cNvCxnSpPr>
              <a:cxnSpLocks/>
            </p:cNvCxnSpPr>
            <p:nvPr/>
          </p:nvCxnSpPr>
          <p:spPr>
            <a:xfrm>
              <a:off x="7607742" y="5501514"/>
              <a:ext cx="2069613" cy="47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线箭头连接符 91">
              <a:extLst>
                <a:ext uri="{FF2B5EF4-FFF2-40B4-BE49-F238E27FC236}">
                  <a16:creationId xmlns:a16="http://schemas.microsoft.com/office/drawing/2014/main" id="{A9833C35-897E-E4CF-8B32-84BAE6790B78}"/>
                </a:ext>
              </a:extLst>
            </p:cNvPr>
            <p:cNvCxnSpPr>
              <a:cxnSpLocks/>
            </p:cNvCxnSpPr>
            <p:nvPr/>
          </p:nvCxnSpPr>
          <p:spPr>
            <a:xfrm>
              <a:off x="7608443" y="4577546"/>
              <a:ext cx="3118675" cy="47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线箭头连接符 92">
              <a:extLst>
                <a:ext uri="{FF2B5EF4-FFF2-40B4-BE49-F238E27FC236}">
                  <a16:creationId xmlns:a16="http://schemas.microsoft.com/office/drawing/2014/main" id="{D3C46780-E2C9-DF6B-DCEF-698DEC6BAC2F}"/>
                </a:ext>
              </a:extLst>
            </p:cNvPr>
            <p:cNvCxnSpPr>
              <a:cxnSpLocks/>
            </p:cNvCxnSpPr>
            <p:nvPr/>
          </p:nvCxnSpPr>
          <p:spPr>
            <a:xfrm>
              <a:off x="7608443" y="4171300"/>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4" name="图片 93">
              <a:extLst>
                <a:ext uri="{FF2B5EF4-FFF2-40B4-BE49-F238E27FC236}">
                  <a16:creationId xmlns:a16="http://schemas.microsoft.com/office/drawing/2014/main" id="{1B7A1C7D-AC86-355E-01F1-7718607ED5DB}"/>
                </a:ext>
              </a:extLst>
            </p:cNvPr>
            <p:cNvPicPr>
              <a:picLocks noChangeAspect="1"/>
            </p:cNvPicPr>
            <p:nvPr/>
          </p:nvPicPr>
          <p:blipFill>
            <a:blip r:embed="rId3"/>
            <a:stretch>
              <a:fillRect/>
            </a:stretch>
          </p:blipFill>
          <p:spPr>
            <a:xfrm>
              <a:off x="7417305" y="4118082"/>
              <a:ext cx="117978" cy="101518"/>
            </a:xfrm>
            <a:prstGeom prst="rect">
              <a:avLst/>
            </a:prstGeom>
          </p:spPr>
        </p:pic>
        <p:pic>
          <p:nvPicPr>
            <p:cNvPr id="95" name="图片 94">
              <a:extLst>
                <a:ext uri="{FF2B5EF4-FFF2-40B4-BE49-F238E27FC236}">
                  <a16:creationId xmlns:a16="http://schemas.microsoft.com/office/drawing/2014/main" id="{8C05DB9E-9364-7040-ABC8-103F059BCDCE}"/>
                </a:ext>
              </a:extLst>
            </p:cNvPr>
            <p:cNvPicPr>
              <a:picLocks noChangeAspect="1"/>
            </p:cNvPicPr>
            <p:nvPr/>
          </p:nvPicPr>
          <p:blipFill>
            <a:blip r:embed="rId4"/>
            <a:stretch>
              <a:fillRect/>
            </a:stretch>
          </p:blipFill>
          <p:spPr>
            <a:xfrm>
              <a:off x="7415855" y="4526381"/>
              <a:ext cx="119428" cy="100695"/>
            </a:xfrm>
            <a:prstGeom prst="rect">
              <a:avLst/>
            </a:prstGeom>
          </p:spPr>
        </p:pic>
        <p:cxnSp>
          <p:nvCxnSpPr>
            <p:cNvPr id="96" name="直线连接符 95">
              <a:extLst>
                <a:ext uri="{FF2B5EF4-FFF2-40B4-BE49-F238E27FC236}">
                  <a16:creationId xmlns:a16="http://schemas.microsoft.com/office/drawing/2014/main" id="{BA738A94-6FF2-54CE-C9B5-EF81BCBF49B1}"/>
                </a:ext>
              </a:extLst>
            </p:cNvPr>
            <p:cNvCxnSpPr>
              <a:cxnSpLocks/>
            </p:cNvCxnSpPr>
            <p:nvPr/>
          </p:nvCxnSpPr>
          <p:spPr>
            <a:xfrm>
              <a:off x="9677356" y="5501634"/>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cxnSp>
          <p:nvCxnSpPr>
            <p:cNvPr id="97" name="直线箭头连接符 96">
              <a:extLst>
                <a:ext uri="{FF2B5EF4-FFF2-40B4-BE49-F238E27FC236}">
                  <a16:creationId xmlns:a16="http://schemas.microsoft.com/office/drawing/2014/main" id="{C263ED1E-99E7-29A3-A737-14A4A77EC24B}"/>
                </a:ext>
              </a:extLst>
            </p:cNvPr>
            <p:cNvCxnSpPr>
              <a:cxnSpLocks/>
            </p:cNvCxnSpPr>
            <p:nvPr/>
          </p:nvCxnSpPr>
          <p:spPr>
            <a:xfrm>
              <a:off x="7607742" y="5917233"/>
              <a:ext cx="3117474"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8" name="图片 97">
              <a:extLst>
                <a:ext uri="{FF2B5EF4-FFF2-40B4-BE49-F238E27FC236}">
                  <a16:creationId xmlns:a16="http://schemas.microsoft.com/office/drawing/2014/main" id="{AF8E99B9-D279-32CA-80CD-3EE63FF2EFCC}"/>
                </a:ext>
              </a:extLst>
            </p:cNvPr>
            <p:cNvPicPr>
              <a:picLocks noChangeAspect="1"/>
            </p:cNvPicPr>
            <p:nvPr/>
          </p:nvPicPr>
          <p:blipFill>
            <a:blip r:embed="rId5"/>
            <a:stretch>
              <a:fillRect/>
            </a:stretch>
          </p:blipFill>
          <p:spPr>
            <a:xfrm>
              <a:off x="7415155" y="5848590"/>
              <a:ext cx="119428" cy="99920"/>
            </a:xfrm>
            <a:prstGeom prst="rect">
              <a:avLst/>
            </a:prstGeom>
          </p:spPr>
        </p:pic>
        <p:pic>
          <p:nvPicPr>
            <p:cNvPr id="99" name="图片 98">
              <a:extLst>
                <a:ext uri="{FF2B5EF4-FFF2-40B4-BE49-F238E27FC236}">
                  <a16:creationId xmlns:a16="http://schemas.microsoft.com/office/drawing/2014/main" id="{E41E2FBC-AECC-7844-F92F-FFE545C01910}"/>
                </a:ext>
              </a:extLst>
            </p:cNvPr>
            <p:cNvPicPr>
              <a:picLocks/>
            </p:cNvPicPr>
            <p:nvPr/>
          </p:nvPicPr>
          <p:blipFill>
            <a:blip r:embed="rId6"/>
            <a:stretch>
              <a:fillRect/>
            </a:stretch>
          </p:blipFill>
          <p:spPr>
            <a:xfrm>
              <a:off x="7407139" y="5373773"/>
              <a:ext cx="119428" cy="170533"/>
            </a:xfrm>
            <a:prstGeom prst="rect">
              <a:avLst/>
            </a:prstGeom>
          </p:spPr>
        </p:pic>
        <p:pic>
          <p:nvPicPr>
            <p:cNvPr id="100" name="图片 99">
              <a:extLst>
                <a:ext uri="{FF2B5EF4-FFF2-40B4-BE49-F238E27FC236}">
                  <a16:creationId xmlns:a16="http://schemas.microsoft.com/office/drawing/2014/main" id="{DCAA8829-AD0A-2D47-144A-13A014330E1B}"/>
                </a:ext>
              </a:extLst>
            </p:cNvPr>
            <p:cNvPicPr>
              <a:picLocks/>
            </p:cNvPicPr>
            <p:nvPr/>
          </p:nvPicPr>
          <p:blipFill>
            <a:blip r:embed="rId11"/>
            <a:stretch>
              <a:fillRect/>
            </a:stretch>
          </p:blipFill>
          <p:spPr>
            <a:xfrm>
              <a:off x="10651755" y="4458285"/>
              <a:ext cx="260233" cy="244810"/>
            </a:xfrm>
            <a:prstGeom prst="rect">
              <a:avLst/>
            </a:prstGeom>
          </p:spPr>
        </p:pic>
        <p:cxnSp>
          <p:nvCxnSpPr>
            <p:cNvPr id="101" name="直线箭头连接符 100">
              <a:extLst>
                <a:ext uri="{FF2B5EF4-FFF2-40B4-BE49-F238E27FC236}">
                  <a16:creationId xmlns:a16="http://schemas.microsoft.com/office/drawing/2014/main" id="{78F3BFCA-49B6-D47C-73FE-946B8FDBA165}"/>
                </a:ext>
              </a:extLst>
            </p:cNvPr>
            <p:cNvCxnSpPr>
              <a:cxnSpLocks/>
            </p:cNvCxnSpPr>
            <p:nvPr/>
          </p:nvCxnSpPr>
          <p:spPr>
            <a:xfrm>
              <a:off x="10905213" y="4582274"/>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2" name="图片 101">
              <a:extLst>
                <a:ext uri="{FF2B5EF4-FFF2-40B4-BE49-F238E27FC236}">
                  <a16:creationId xmlns:a16="http://schemas.microsoft.com/office/drawing/2014/main" id="{DAAD9778-1739-688F-0E49-E5B6EFEB4AE2}"/>
                </a:ext>
              </a:extLst>
            </p:cNvPr>
            <p:cNvPicPr>
              <a:picLocks/>
            </p:cNvPicPr>
            <p:nvPr/>
          </p:nvPicPr>
          <p:blipFill>
            <a:blip r:embed="rId11"/>
            <a:stretch>
              <a:fillRect/>
            </a:stretch>
          </p:blipFill>
          <p:spPr>
            <a:xfrm>
              <a:off x="10651755" y="4042739"/>
              <a:ext cx="260233" cy="244810"/>
            </a:xfrm>
            <a:prstGeom prst="rect">
              <a:avLst/>
            </a:prstGeom>
          </p:spPr>
        </p:pic>
        <p:cxnSp>
          <p:nvCxnSpPr>
            <p:cNvPr id="103" name="直线箭头连接符 102">
              <a:extLst>
                <a:ext uri="{FF2B5EF4-FFF2-40B4-BE49-F238E27FC236}">
                  <a16:creationId xmlns:a16="http://schemas.microsoft.com/office/drawing/2014/main" id="{BF2B2757-B8B5-3039-E5D6-7E71CE823C28}"/>
                </a:ext>
              </a:extLst>
            </p:cNvPr>
            <p:cNvCxnSpPr>
              <a:cxnSpLocks/>
            </p:cNvCxnSpPr>
            <p:nvPr/>
          </p:nvCxnSpPr>
          <p:spPr>
            <a:xfrm>
              <a:off x="10682781" y="5926318"/>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4" name="图片 103">
              <a:extLst>
                <a:ext uri="{FF2B5EF4-FFF2-40B4-BE49-F238E27FC236}">
                  <a16:creationId xmlns:a16="http://schemas.microsoft.com/office/drawing/2014/main" id="{58DDA48B-3B76-727E-A72D-62226098C55C}"/>
                </a:ext>
              </a:extLst>
            </p:cNvPr>
            <p:cNvPicPr>
              <a:picLocks/>
            </p:cNvPicPr>
            <p:nvPr/>
          </p:nvPicPr>
          <p:blipFill>
            <a:blip r:embed="rId11"/>
            <a:stretch>
              <a:fillRect/>
            </a:stretch>
          </p:blipFill>
          <p:spPr>
            <a:xfrm>
              <a:off x="10647271" y="5805491"/>
              <a:ext cx="260233" cy="244810"/>
            </a:xfrm>
            <a:prstGeom prst="rect">
              <a:avLst/>
            </a:prstGeom>
          </p:spPr>
        </p:pic>
        <p:sp>
          <p:nvSpPr>
            <p:cNvPr id="105" name="圆角矩形 104">
              <a:extLst>
                <a:ext uri="{FF2B5EF4-FFF2-40B4-BE49-F238E27FC236}">
                  <a16:creationId xmlns:a16="http://schemas.microsoft.com/office/drawing/2014/main" id="{DA675BC0-DE7B-EC33-6808-5E3705865BE7}"/>
                </a:ext>
              </a:extLst>
            </p:cNvPr>
            <p:cNvSpPr/>
            <p:nvPr/>
          </p:nvSpPr>
          <p:spPr>
            <a:xfrm>
              <a:off x="6927038" y="3970949"/>
              <a:ext cx="612079" cy="1038774"/>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106" name="圆角矩形 105">
              <a:extLst>
                <a:ext uri="{FF2B5EF4-FFF2-40B4-BE49-F238E27FC236}">
                  <a16:creationId xmlns:a16="http://schemas.microsoft.com/office/drawing/2014/main" id="{D5C4BCF8-BF27-0877-F54F-21B4D002FA83}"/>
                </a:ext>
              </a:extLst>
            </p:cNvPr>
            <p:cNvSpPr/>
            <p:nvPr/>
          </p:nvSpPr>
          <p:spPr>
            <a:xfrm>
              <a:off x="6927038" y="5368163"/>
              <a:ext cx="599528" cy="718220"/>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dirty="0"/>
            </a:p>
          </p:txBody>
        </p:sp>
        <p:sp>
          <p:nvSpPr>
            <p:cNvPr id="107" name="文本框 106">
              <a:extLst>
                <a:ext uri="{FF2B5EF4-FFF2-40B4-BE49-F238E27FC236}">
                  <a16:creationId xmlns:a16="http://schemas.microsoft.com/office/drawing/2014/main" id="{656A1265-0432-628D-03A9-83D7D780F368}"/>
                </a:ext>
              </a:extLst>
            </p:cNvPr>
            <p:cNvSpPr txBox="1"/>
            <p:nvPr/>
          </p:nvSpPr>
          <p:spPr>
            <a:xfrm>
              <a:off x="6927038" y="4409983"/>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108" name="文本框 107">
              <a:extLst>
                <a:ext uri="{FF2B5EF4-FFF2-40B4-BE49-F238E27FC236}">
                  <a16:creationId xmlns:a16="http://schemas.microsoft.com/office/drawing/2014/main" id="{59B10D0C-C0C6-A9A1-419D-E36DCD9D26C3}"/>
                </a:ext>
              </a:extLst>
            </p:cNvPr>
            <p:cNvSpPr txBox="1"/>
            <p:nvPr/>
          </p:nvSpPr>
          <p:spPr>
            <a:xfrm>
              <a:off x="6937115" y="5583914"/>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109" name="直线箭头连接符 108">
              <a:extLst>
                <a:ext uri="{FF2B5EF4-FFF2-40B4-BE49-F238E27FC236}">
                  <a16:creationId xmlns:a16="http://schemas.microsoft.com/office/drawing/2014/main" id="{000A02A6-B973-807E-28EB-13176C83A54C}"/>
                </a:ext>
              </a:extLst>
            </p:cNvPr>
            <p:cNvCxnSpPr>
              <a:cxnSpLocks/>
            </p:cNvCxnSpPr>
            <p:nvPr/>
          </p:nvCxnSpPr>
          <p:spPr>
            <a:xfrm flipV="1">
              <a:off x="7601049" y="4929083"/>
              <a:ext cx="2141486" cy="33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0" name="图片 109">
              <a:extLst>
                <a:ext uri="{FF2B5EF4-FFF2-40B4-BE49-F238E27FC236}">
                  <a16:creationId xmlns:a16="http://schemas.microsoft.com/office/drawing/2014/main" id="{EFD9561F-B17D-6F50-6166-44427FC5E225}"/>
                </a:ext>
              </a:extLst>
            </p:cNvPr>
            <p:cNvPicPr>
              <a:picLocks/>
            </p:cNvPicPr>
            <p:nvPr/>
          </p:nvPicPr>
          <p:blipFill>
            <a:blip r:embed="rId12"/>
            <a:stretch>
              <a:fillRect/>
            </a:stretch>
          </p:blipFill>
          <p:spPr>
            <a:xfrm>
              <a:off x="7407139" y="4841508"/>
              <a:ext cx="119427" cy="147367"/>
            </a:xfrm>
            <a:prstGeom prst="rect">
              <a:avLst/>
            </a:prstGeom>
          </p:spPr>
        </p:pic>
        <p:cxnSp>
          <p:nvCxnSpPr>
            <p:cNvPr id="111" name="直线连接符 110">
              <a:extLst>
                <a:ext uri="{FF2B5EF4-FFF2-40B4-BE49-F238E27FC236}">
                  <a16:creationId xmlns:a16="http://schemas.microsoft.com/office/drawing/2014/main" id="{51641383-1B18-529B-1508-02693F97D2EE}"/>
                </a:ext>
              </a:extLst>
            </p:cNvPr>
            <p:cNvCxnSpPr>
              <a:cxnSpLocks/>
            </p:cNvCxnSpPr>
            <p:nvPr/>
          </p:nvCxnSpPr>
          <p:spPr>
            <a:xfrm>
              <a:off x="9667630" y="4568599"/>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sp>
          <p:nvSpPr>
            <p:cNvPr id="112" name="矩形 111">
              <a:extLst>
                <a:ext uri="{FF2B5EF4-FFF2-40B4-BE49-F238E27FC236}">
                  <a16:creationId xmlns:a16="http://schemas.microsoft.com/office/drawing/2014/main" id="{B38990B0-B1EB-F5D0-8158-86D476B360BD}"/>
                </a:ext>
              </a:extLst>
            </p:cNvPr>
            <p:cNvSpPr>
              <a:spLocks/>
            </p:cNvSpPr>
            <p:nvPr/>
          </p:nvSpPr>
          <p:spPr>
            <a:xfrm>
              <a:off x="9537249" y="4797336"/>
              <a:ext cx="260233" cy="2448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6" dirty="0"/>
            </a:p>
          </p:txBody>
        </p:sp>
        <p:sp>
          <p:nvSpPr>
            <p:cNvPr id="113" name="圆角矩形 112">
              <a:extLst>
                <a:ext uri="{FF2B5EF4-FFF2-40B4-BE49-F238E27FC236}">
                  <a16:creationId xmlns:a16="http://schemas.microsoft.com/office/drawing/2014/main" id="{0B014C0B-70A6-9898-0B79-09D25124ABC7}"/>
                </a:ext>
              </a:extLst>
            </p:cNvPr>
            <p:cNvSpPr/>
            <p:nvPr/>
          </p:nvSpPr>
          <p:spPr>
            <a:xfrm>
              <a:off x="9340877" y="5089782"/>
              <a:ext cx="1676418" cy="277685"/>
            </a:xfrm>
            <a:prstGeom prst="roundRect">
              <a:avLst/>
            </a:prstGeom>
            <a:solidFill>
              <a:schemeClr val="bg1">
                <a:lumMod val="95000"/>
              </a:scheme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143" dirty="0">
                  <a:solidFill>
                    <a:schemeClr val="tx1"/>
                  </a:solidFill>
                  <a:cs typeface="Arial" panose="020B0604020202020204" pitchFamily="34" charset="0"/>
                </a:rPr>
                <a:t>classical</a:t>
              </a:r>
              <a:r>
                <a:rPr kumimoji="1" lang="zh-CN" altLang="en-US" sz="1143" dirty="0">
                  <a:solidFill>
                    <a:schemeClr val="tx1"/>
                  </a:solidFill>
                  <a:cs typeface="Arial" panose="020B0604020202020204" pitchFamily="34" charset="0"/>
                </a:rPr>
                <a:t> </a:t>
              </a:r>
              <a:r>
                <a:rPr kumimoji="1" lang="en-US" altLang="zh-CN" sz="1143" dirty="0">
                  <a:solidFill>
                    <a:schemeClr val="tx1"/>
                  </a:solidFill>
                  <a:cs typeface="Arial" panose="020B0604020202020204" pitchFamily="34" charset="0"/>
                </a:rPr>
                <a:t>communication</a:t>
              </a:r>
              <a:r>
                <a:rPr kumimoji="1" lang="zh-CN" altLang="en-US" sz="1143" dirty="0">
                  <a:solidFill>
                    <a:schemeClr val="tx1"/>
                  </a:solidFill>
                  <a:cs typeface="Arial" panose="020B0604020202020204" pitchFamily="34" charset="0"/>
                </a:rPr>
                <a:t> </a:t>
              </a:r>
            </a:p>
          </p:txBody>
        </p:sp>
        <p:sp>
          <p:nvSpPr>
            <p:cNvPr id="114" name="左右箭头 113">
              <a:extLst>
                <a:ext uri="{FF2B5EF4-FFF2-40B4-BE49-F238E27FC236}">
                  <a16:creationId xmlns:a16="http://schemas.microsoft.com/office/drawing/2014/main" id="{4E2FCDDF-96F4-BD80-6D27-BC0C4A500C8E}"/>
                </a:ext>
              </a:extLst>
            </p:cNvPr>
            <p:cNvSpPr/>
            <p:nvPr/>
          </p:nvSpPr>
          <p:spPr>
            <a:xfrm rot="5400000">
              <a:off x="8985949" y="5112681"/>
              <a:ext cx="574429" cy="197379"/>
            </a:xfrm>
            <a:prstGeom prst="lef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cxnSp>
          <p:nvCxnSpPr>
            <p:cNvPr id="130" name="直线连接符 129">
              <a:extLst>
                <a:ext uri="{FF2B5EF4-FFF2-40B4-BE49-F238E27FC236}">
                  <a16:creationId xmlns:a16="http://schemas.microsoft.com/office/drawing/2014/main" id="{57AF7607-DCBE-47A6-62D9-B5B01F8E1609}"/>
                </a:ext>
              </a:extLst>
            </p:cNvPr>
            <p:cNvCxnSpPr>
              <a:cxnSpLocks/>
            </p:cNvCxnSpPr>
            <p:nvPr/>
          </p:nvCxnSpPr>
          <p:spPr>
            <a:xfrm>
              <a:off x="8570555" y="4161790"/>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sp>
          <p:nvSpPr>
            <p:cNvPr id="131" name="矩形 130">
              <a:extLst>
                <a:ext uri="{FF2B5EF4-FFF2-40B4-BE49-F238E27FC236}">
                  <a16:creationId xmlns:a16="http://schemas.microsoft.com/office/drawing/2014/main" id="{7DEB9E73-318B-A27E-77CC-B96F3416409F}"/>
                </a:ext>
              </a:extLst>
            </p:cNvPr>
            <p:cNvSpPr/>
            <p:nvPr/>
          </p:nvSpPr>
          <p:spPr>
            <a:xfrm>
              <a:off x="7863024" y="402780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132" name="矩形 131">
              <a:extLst>
                <a:ext uri="{FF2B5EF4-FFF2-40B4-BE49-F238E27FC236}">
                  <a16:creationId xmlns:a16="http://schemas.microsoft.com/office/drawing/2014/main" id="{E717AE4C-04B5-C87B-16B7-1C2AAB5C10E6}"/>
                </a:ext>
              </a:extLst>
            </p:cNvPr>
            <p:cNvSpPr>
              <a:spLocks/>
            </p:cNvSpPr>
            <p:nvPr/>
          </p:nvSpPr>
          <p:spPr>
            <a:xfrm>
              <a:off x="7863023" y="4445752"/>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33" name="矩形 132">
              <a:extLst>
                <a:ext uri="{FF2B5EF4-FFF2-40B4-BE49-F238E27FC236}">
                  <a16:creationId xmlns:a16="http://schemas.microsoft.com/office/drawing/2014/main" id="{E68BE5A6-DA39-7F5A-319D-08DC8DE386CF}"/>
                </a:ext>
              </a:extLst>
            </p:cNvPr>
            <p:cNvSpPr>
              <a:spLocks/>
            </p:cNvSpPr>
            <p:nvPr/>
          </p:nvSpPr>
          <p:spPr>
            <a:xfrm>
              <a:off x="8408993" y="443776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34" name="矩形 133">
              <a:extLst>
                <a:ext uri="{FF2B5EF4-FFF2-40B4-BE49-F238E27FC236}">
                  <a16:creationId xmlns:a16="http://schemas.microsoft.com/office/drawing/2014/main" id="{8FB570B4-7C59-6A68-3808-4883EC1F10E2}"/>
                </a:ext>
              </a:extLst>
            </p:cNvPr>
            <p:cNvSpPr>
              <a:spLocks/>
            </p:cNvSpPr>
            <p:nvPr/>
          </p:nvSpPr>
          <p:spPr>
            <a:xfrm>
              <a:off x="8962415" y="4029650"/>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135" name="矩形 134">
              <a:extLst>
                <a:ext uri="{FF2B5EF4-FFF2-40B4-BE49-F238E27FC236}">
                  <a16:creationId xmlns:a16="http://schemas.microsoft.com/office/drawing/2014/main" id="{D69DECBD-4ADA-0CFC-5B18-6C51F113D98E}"/>
                </a:ext>
              </a:extLst>
            </p:cNvPr>
            <p:cNvSpPr>
              <a:spLocks/>
            </p:cNvSpPr>
            <p:nvPr/>
          </p:nvSpPr>
          <p:spPr>
            <a:xfrm>
              <a:off x="8966810" y="443442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36" name="矩形 135">
              <a:extLst>
                <a:ext uri="{FF2B5EF4-FFF2-40B4-BE49-F238E27FC236}">
                  <a16:creationId xmlns:a16="http://schemas.microsoft.com/office/drawing/2014/main" id="{7010D91E-8F4E-8BF5-00C1-D22C035321C8}"/>
                </a:ext>
              </a:extLst>
            </p:cNvPr>
            <p:cNvSpPr>
              <a:spLocks/>
            </p:cNvSpPr>
            <p:nvPr/>
          </p:nvSpPr>
          <p:spPr>
            <a:xfrm>
              <a:off x="9513740" y="4030930"/>
              <a:ext cx="320635" cy="248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37" name="矩形 136">
              <a:extLst>
                <a:ext uri="{FF2B5EF4-FFF2-40B4-BE49-F238E27FC236}">
                  <a16:creationId xmlns:a16="http://schemas.microsoft.com/office/drawing/2014/main" id="{E79C29C3-DD8B-BE62-2787-3503764F3C3B}"/>
                </a:ext>
              </a:extLst>
            </p:cNvPr>
            <p:cNvSpPr>
              <a:spLocks/>
            </p:cNvSpPr>
            <p:nvPr/>
          </p:nvSpPr>
          <p:spPr>
            <a:xfrm>
              <a:off x="7898893" y="577451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38" name="矩形 137">
              <a:extLst>
                <a:ext uri="{FF2B5EF4-FFF2-40B4-BE49-F238E27FC236}">
                  <a16:creationId xmlns:a16="http://schemas.microsoft.com/office/drawing/2014/main" id="{26D53312-0508-7149-AC31-E59197600D12}"/>
                </a:ext>
              </a:extLst>
            </p:cNvPr>
            <p:cNvSpPr>
              <a:spLocks/>
            </p:cNvSpPr>
            <p:nvPr/>
          </p:nvSpPr>
          <p:spPr>
            <a:xfrm>
              <a:off x="8451043" y="577451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139" name="矩形 138">
              <a:extLst>
                <a:ext uri="{FF2B5EF4-FFF2-40B4-BE49-F238E27FC236}">
                  <a16:creationId xmlns:a16="http://schemas.microsoft.com/office/drawing/2014/main" id="{F60BC9F7-AB20-E6E7-C09D-20973383194B}"/>
                </a:ext>
              </a:extLst>
            </p:cNvPr>
            <p:cNvSpPr>
              <a:spLocks/>
            </p:cNvSpPr>
            <p:nvPr/>
          </p:nvSpPr>
          <p:spPr>
            <a:xfrm>
              <a:off x="9003193" y="577451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40" name="矩形 139">
              <a:extLst>
                <a:ext uri="{FF2B5EF4-FFF2-40B4-BE49-F238E27FC236}">
                  <a16:creationId xmlns:a16="http://schemas.microsoft.com/office/drawing/2014/main" id="{C0A65108-7332-BC7A-E312-513269774364}"/>
                </a:ext>
              </a:extLst>
            </p:cNvPr>
            <p:cNvSpPr>
              <a:spLocks/>
            </p:cNvSpPr>
            <p:nvPr/>
          </p:nvSpPr>
          <p:spPr>
            <a:xfrm>
              <a:off x="9527041" y="577451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41" name="矩形 140">
              <a:extLst>
                <a:ext uri="{FF2B5EF4-FFF2-40B4-BE49-F238E27FC236}">
                  <a16:creationId xmlns:a16="http://schemas.microsoft.com/office/drawing/2014/main" id="{D1DB297C-A3A7-7D9C-3674-554AF52A8C74}"/>
                </a:ext>
              </a:extLst>
            </p:cNvPr>
            <p:cNvSpPr>
              <a:spLocks/>
            </p:cNvSpPr>
            <p:nvPr/>
          </p:nvSpPr>
          <p:spPr>
            <a:xfrm>
              <a:off x="10046874" y="5774515"/>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71" name="任意形状 170">
              <a:extLst>
                <a:ext uri="{FF2B5EF4-FFF2-40B4-BE49-F238E27FC236}">
                  <a16:creationId xmlns:a16="http://schemas.microsoft.com/office/drawing/2014/main" id="{09A9F459-AE8F-A591-C827-663E5E3354E1}"/>
                </a:ext>
              </a:extLst>
            </p:cNvPr>
            <p:cNvSpPr/>
            <p:nvPr/>
          </p:nvSpPr>
          <p:spPr>
            <a:xfrm>
              <a:off x="7408808" y="5009723"/>
              <a:ext cx="125775" cy="358440"/>
            </a:xfrm>
            <a:custGeom>
              <a:avLst/>
              <a:gdLst>
                <a:gd name="connsiteX0" fmla="*/ 0 w 256035"/>
                <a:gd name="connsiteY0" fmla="*/ 0 h 1074420"/>
                <a:gd name="connsiteX1" fmla="*/ 233172 w 256035"/>
                <a:gd name="connsiteY1" fmla="*/ 205740 h 1074420"/>
                <a:gd name="connsiteX2" fmla="*/ 22860 w 256035"/>
                <a:gd name="connsiteY2" fmla="*/ 420624 h 1074420"/>
                <a:gd name="connsiteX3" fmla="*/ 256032 w 256035"/>
                <a:gd name="connsiteY3" fmla="*/ 608076 h 1074420"/>
                <a:gd name="connsiteX4" fmla="*/ 27432 w 256035"/>
                <a:gd name="connsiteY4" fmla="*/ 768096 h 1074420"/>
                <a:gd name="connsiteX5" fmla="*/ 256032 w 256035"/>
                <a:gd name="connsiteY5" fmla="*/ 923544 h 1074420"/>
                <a:gd name="connsiteX6" fmla="*/ 32004 w 256035"/>
                <a:gd name="connsiteY6" fmla="*/ 1074420 h 1074420"/>
                <a:gd name="connsiteX0" fmla="*/ 64061 w 233228"/>
                <a:gd name="connsiteY0" fmla="*/ 0 h 1046531"/>
                <a:gd name="connsiteX1" fmla="*/ 210365 w 233228"/>
                <a:gd name="connsiteY1" fmla="*/ 177851 h 1046531"/>
                <a:gd name="connsiteX2" fmla="*/ 53 w 233228"/>
                <a:gd name="connsiteY2" fmla="*/ 392735 h 1046531"/>
                <a:gd name="connsiteX3" fmla="*/ 233225 w 233228"/>
                <a:gd name="connsiteY3" fmla="*/ 580187 h 1046531"/>
                <a:gd name="connsiteX4" fmla="*/ 4625 w 233228"/>
                <a:gd name="connsiteY4" fmla="*/ 740207 h 1046531"/>
                <a:gd name="connsiteX5" fmla="*/ 233225 w 233228"/>
                <a:gd name="connsiteY5" fmla="*/ 895655 h 1046531"/>
                <a:gd name="connsiteX6" fmla="*/ 9197 w 233228"/>
                <a:gd name="connsiteY6" fmla="*/ 1046531 h 1046531"/>
                <a:gd name="connsiteX0" fmla="*/ 13767 w 233226"/>
                <a:gd name="connsiteY0" fmla="*/ 0 h 1037235"/>
                <a:gd name="connsiteX1" fmla="*/ 210363 w 233226"/>
                <a:gd name="connsiteY1" fmla="*/ 168555 h 1037235"/>
                <a:gd name="connsiteX2" fmla="*/ 51 w 233226"/>
                <a:gd name="connsiteY2" fmla="*/ 383439 h 1037235"/>
                <a:gd name="connsiteX3" fmla="*/ 233223 w 233226"/>
                <a:gd name="connsiteY3" fmla="*/ 570891 h 1037235"/>
                <a:gd name="connsiteX4" fmla="*/ 4623 w 233226"/>
                <a:gd name="connsiteY4" fmla="*/ 730911 h 1037235"/>
                <a:gd name="connsiteX5" fmla="*/ 233223 w 233226"/>
                <a:gd name="connsiteY5" fmla="*/ 886359 h 1037235"/>
                <a:gd name="connsiteX6" fmla="*/ 9195 w 233226"/>
                <a:gd name="connsiteY6" fmla="*/ 1037235 h 1037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226" h="1037235">
                  <a:moveTo>
                    <a:pt x="13767" y="0"/>
                  </a:moveTo>
                  <a:cubicBezTo>
                    <a:pt x="128448" y="67818"/>
                    <a:pt x="212649" y="104649"/>
                    <a:pt x="210363" y="168555"/>
                  </a:cubicBezTo>
                  <a:cubicBezTo>
                    <a:pt x="208077" y="232461"/>
                    <a:pt x="-3759" y="316383"/>
                    <a:pt x="51" y="383439"/>
                  </a:cubicBezTo>
                  <a:cubicBezTo>
                    <a:pt x="3861" y="450495"/>
                    <a:pt x="232461" y="512979"/>
                    <a:pt x="233223" y="570891"/>
                  </a:cubicBezTo>
                  <a:cubicBezTo>
                    <a:pt x="233985" y="628803"/>
                    <a:pt x="4623" y="678333"/>
                    <a:pt x="4623" y="730911"/>
                  </a:cubicBezTo>
                  <a:cubicBezTo>
                    <a:pt x="4623" y="783489"/>
                    <a:pt x="232461" y="835305"/>
                    <a:pt x="233223" y="886359"/>
                  </a:cubicBezTo>
                  <a:cubicBezTo>
                    <a:pt x="233985" y="937413"/>
                    <a:pt x="121590" y="987324"/>
                    <a:pt x="9195" y="1037235"/>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8" name="文本框 177">
              <a:extLst>
                <a:ext uri="{FF2B5EF4-FFF2-40B4-BE49-F238E27FC236}">
                  <a16:creationId xmlns:a16="http://schemas.microsoft.com/office/drawing/2014/main" id="{3EFD5341-C9BB-94A3-9DD9-6D8CE136611B}"/>
                </a:ext>
              </a:extLst>
            </p:cNvPr>
            <p:cNvSpPr txBox="1"/>
            <p:nvPr/>
          </p:nvSpPr>
          <p:spPr>
            <a:xfrm>
              <a:off x="7863041" y="6068007"/>
              <a:ext cx="2785941" cy="369332"/>
            </a:xfrm>
            <a:prstGeom prst="rect">
              <a:avLst/>
            </a:prstGeom>
            <a:noFill/>
          </p:spPr>
          <p:txBody>
            <a:bodyPr wrap="square" rtlCol="0">
              <a:spAutoFit/>
            </a:bodyPr>
            <a:lstStyle/>
            <a:p>
              <a:r>
                <a:rPr kumimoji="1" lang="en-US" altLang="zh-CN" dirty="0"/>
                <a:t>Quantum</a:t>
              </a:r>
              <a:r>
                <a:rPr kumimoji="1" lang="zh-CN" altLang="en-US" dirty="0"/>
                <a:t> </a:t>
              </a:r>
              <a:r>
                <a:rPr kumimoji="1" lang="en-US" altLang="zh-CN" dirty="0"/>
                <a:t>network</a:t>
              </a:r>
              <a:endParaRPr kumimoji="1" lang="zh-CN" altLang="en-US" dirty="0"/>
            </a:p>
          </p:txBody>
        </p:sp>
      </p:grpSp>
      <p:sp>
        <p:nvSpPr>
          <p:cNvPr id="179" name="文本框 178">
            <a:extLst>
              <a:ext uri="{FF2B5EF4-FFF2-40B4-BE49-F238E27FC236}">
                <a16:creationId xmlns:a16="http://schemas.microsoft.com/office/drawing/2014/main" id="{C5DD2E61-BC6D-C7ED-8C93-68CC63906650}"/>
              </a:ext>
            </a:extLst>
          </p:cNvPr>
          <p:cNvSpPr txBox="1"/>
          <p:nvPr/>
        </p:nvSpPr>
        <p:spPr>
          <a:xfrm>
            <a:off x="6339892" y="4179460"/>
            <a:ext cx="461665" cy="1617042"/>
          </a:xfrm>
          <a:prstGeom prst="rect">
            <a:avLst/>
          </a:prstGeom>
          <a:noFill/>
        </p:spPr>
        <p:txBody>
          <a:bodyPr vert="eaVert" wrap="square" rtlCol="0">
            <a:spAutoFit/>
          </a:bodyPr>
          <a:lstStyle/>
          <a:p>
            <a:r>
              <a:rPr kumimoji="1" lang="en-US" altLang="zh-CN" dirty="0">
                <a:solidFill>
                  <a:schemeClr val="bg1"/>
                </a:solidFill>
              </a:rPr>
              <a:t>Tensor</a:t>
            </a:r>
            <a:r>
              <a:rPr kumimoji="1" lang="zh-CN" altLang="en-US" dirty="0">
                <a:solidFill>
                  <a:schemeClr val="bg1"/>
                </a:solidFill>
              </a:rPr>
              <a:t> </a:t>
            </a:r>
            <a:r>
              <a:rPr kumimoji="1" lang="en-US" altLang="zh-CN" dirty="0">
                <a:solidFill>
                  <a:schemeClr val="bg1"/>
                </a:solidFill>
              </a:rPr>
              <a:t>compute</a:t>
            </a:r>
            <a:endParaRPr kumimoji="1" lang="zh-CN" altLang="en-US" dirty="0">
              <a:solidFill>
                <a:schemeClr val="bg1"/>
              </a:solidFill>
            </a:endParaRPr>
          </a:p>
        </p:txBody>
      </p:sp>
      <p:sp>
        <p:nvSpPr>
          <p:cNvPr id="177" name="矩形 176">
            <a:extLst>
              <a:ext uri="{FF2B5EF4-FFF2-40B4-BE49-F238E27FC236}">
                <a16:creationId xmlns:a16="http://schemas.microsoft.com/office/drawing/2014/main" id="{77E76F5E-2A42-74D7-4D35-3C82AB77B2A1}"/>
              </a:ext>
            </a:extLst>
          </p:cNvPr>
          <p:cNvSpPr/>
          <p:nvPr/>
        </p:nvSpPr>
        <p:spPr>
          <a:xfrm rot="16200000">
            <a:off x="-1474923" y="3580398"/>
            <a:ext cx="4752168" cy="47894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solidFill>
                  <a:schemeClr val="tx1"/>
                </a:solidFill>
              </a:rPr>
              <a:t>Inter-chip</a:t>
            </a:r>
            <a:r>
              <a:rPr kumimoji="1" lang="zh-CN" altLang="en-US" sz="2000" dirty="0">
                <a:solidFill>
                  <a:schemeClr val="tx1"/>
                </a:solidFill>
              </a:rPr>
              <a:t> </a:t>
            </a:r>
            <a:r>
              <a:rPr kumimoji="1" lang="en-US" altLang="zh-CN" sz="2000" dirty="0">
                <a:solidFill>
                  <a:schemeClr val="tx1"/>
                </a:solidFill>
              </a:rPr>
              <a:t>communication (ICC)</a:t>
            </a:r>
            <a:r>
              <a:rPr kumimoji="1" lang="zh-CN" altLang="en-US" sz="2000" dirty="0">
                <a:solidFill>
                  <a:schemeClr val="tx1"/>
                </a:solidFill>
              </a:rPr>
              <a:t> </a:t>
            </a:r>
            <a:r>
              <a:rPr kumimoji="1" lang="en-US" altLang="zh-CN" sz="2000" dirty="0">
                <a:solidFill>
                  <a:schemeClr val="tx1"/>
                </a:solidFill>
              </a:rPr>
              <a:t>architecture</a:t>
            </a:r>
            <a:endParaRPr kumimoji="1" lang="zh-CN" altLang="en-US" sz="2000" dirty="0">
              <a:solidFill>
                <a:schemeClr val="tx1"/>
              </a:solidFill>
            </a:endParaRPr>
          </a:p>
        </p:txBody>
      </p:sp>
      <p:sp>
        <p:nvSpPr>
          <p:cNvPr id="180" name="矩形 179">
            <a:extLst>
              <a:ext uri="{FF2B5EF4-FFF2-40B4-BE49-F238E27FC236}">
                <a16:creationId xmlns:a16="http://schemas.microsoft.com/office/drawing/2014/main" id="{0C0C6F0C-FC64-C144-31C7-5F485164598E}"/>
              </a:ext>
            </a:extLst>
          </p:cNvPr>
          <p:cNvSpPr/>
          <p:nvPr/>
        </p:nvSpPr>
        <p:spPr>
          <a:xfrm>
            <a:off x="1141282" y="968116"/>
            <a:ext cx="10644377" cy="4789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solidFill>
                  <a:schemeClr val="tx1"/>
                </a:solidFill>
              </a:rPr>
              <a:t>Implementation of Communication</a:t>
            </a:r>
            <a:endParaRPr kumimoji="1" lang="zh-CN" altLang="en-US" sz="2000" dirty="0">
              <a:solidFill>
                <a:schemeClr val="tx1"/>
              </a:solidFill>
            </a:endParaRPr>
          </a:p>
        </p:txBody>
      </p:sp>
    </p:spTree>
    <p:extLst>
      <p:ext uri="{BB962C8B-B14F-4D97-AF65-F5344CB8AC3E}">
        <p14:creationId xmlns:p14="http://schemas.microsoft.com/office/powerpoint/2010/main" val="3794580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TextBox 205"/>
          <p:cNvSpPr txBox="1"/>
          <p:nvPr/>
        </p:nvSpPr>
        <p:spPr>
          <a:xfrm>
            <a:off x="713231" y="201168"/>
            <a:ext cx="8389518" cy="467820"/>
          </a:xfrm>
          <a:prstGeom prst="rect">
            <a:avLst/>
          </a:prstGeom>
          <a:noFill/>
        </p:spPr>
        <p:txBody>
          <a:bodyPr wrap="square" lIns="18288" tIns="18288" rIns="18288" bIns="18288">
            <a:spAutoFit/>
          </a:bodyPr>
          <a:lstStyle/>
          <a:p>
            <a:r>
              <a:rPr lang="en-US" sz="2800" b="1" dirty="0">
                <a:solidFill>
                  <a:srgbClr val="000000"/>
                </a:solidFill>
              </a:rPr>
              <a:t>C</a:t>
            </a:r>
            <a:r>
              <a:rPr lang="en-US" sz="2800" b="1" i="0" dirty="0">
                <a:solidFill>
                  <a:srgbClr val="000000"/>
                </a:solidFill>
              </a:rPr>
              <a:t>ommunication</a:t>
            </a:r>
            <a:r>
              <a:rPr sz="2800" b="1" i="0" dirty="0">
                <a:solidFill>
                  <a:srgbClr val="000000"/>
                </a:solidFill>
              </a:rPr>
              <a:t> </a:t>
            </a:r>
            <a:r>
              <a:rPr lang="en-US" sz="2800" b="1" i="0" dirty="0">
                <a:solidFill>
                  <a:srgbClr val="000000"/>
                </a:solidFill>
              </a:rPr>
              <a:t>A</a:t>
            </a:r>
            <a:r>
              <a:rPr lang="en-US" altLang="zh-CN" sz="2800" b="1" dirty="0">
                <a:solidFill>
                  <a:srgbClr val="000000"/>
                </a:solidFill>
              </a:rPr>
              <a:t>rchitectures</a:t>
            </a:r>
            <a:r>
              <a:rPr sz="2800" b="1" i="0" dirty="0">
                <a:solidFill>
                  <a:srgbClr val="000000"/>
                </a:solidFill>
              </a:rPr>
              <a:t> Create Different </a:t>
            </a:r>
            <a:r>
              <a:rPr lang="en-US" sz="2800" b="1" dirty="0">
                <a:solidFill>
                  <a:srgbClr val="000000"/>
                </a:solidFill>
              </a:rPr>
              <a:t>Costs</a:t>
            </a:r>
            <a:endParaRPr sz="2800" b="1" i="0" dirty="0">
              <a:solidFill>
                <a:srgbClr val="000000"/>
              </a:solidFill>
            </a:endParaRPr>
          </a:p>
        </p:txBody>
      </p:sp>
      <p:sp>
        <p:nvSpPr>
          <p:cNvPr id="207" name="Rectangle 206"/>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Rounded Rectangle 210"/>
          <p:cNvSpPr/>
          <p:nvPr/>
        </p:nvSpPr>
        <p:spPr>
          <a:xfrm>
            <a:off x="9666514" y="1527521"/>
            <a:ext cx="2310493" cy="4754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400" b="1" i="0">
                <a:solidFill>
                  <a:srgbClr val="000000"/>
                </a:solidFill>
                <a:latin typeface="Times New Roman"/>
              </a:rPr>
              <a:t>QubitComm</a:t>
            </a:r>
          </a:p>
        </p:txBody>
      </p:sp>
      <p:sp>
        <p:nvSpPr>
          <p:cNvPr id="212" name="Rounded Rectangle 211"/>
          <p:cNvSpPr/>
          <p:nvPr/>
        </p:nvSpPr>
        <p:spPr>
          <a:xfrm>
            <a:off x="9896971" y="2219162"/>
            <a:ext cx="1849578" cy="50292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dirty="0">
                <a:solidFill>
                  <a:srgbClr val="000000"/>
                </a:solidFill>
                <a:latin typeface="Times New Roman"/>
              </a:rPr>
              <a:t>wire partition</a:t>
            </a:r>
          </a:p>
        </p:txBody>
      </p:sp>
      <p:sp>
        <p:nvSpPr>
          <p:cNvPr id="218" name="Rounded Rectangle 217"/>
          <p:cNvSpPr/>
          <p:nvPr/>
        </p:nvSpPr>
        <p:spPr>
          <a:xfrm>
            <a:off x="457200" y="3331378"/>
            <a:ext cx="1906144" cy="47548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400" b="1" i="0" dirty="0" err="1">
                <a:solidFill>
                  <a:srgbClr val="000000"/>
                </a:solidFill>
                <a:latin typeface="Times New Roman"/>
              </a:rPr>
              <a:t>GateComm</a:t>
            </a:r>
            <a:endParaRPr sz="2400" b="1" i="0" dirty="0">
              <a:solidFill>
                <a:srgbClr val="000000"/>
              </a:solidFill>
              <a:latin typeface="Times New Roman"/>
            </a:endParaRPr>
          </a:p>
        </p:txBody>
      </p:sp>
      <p:sp>
        <p:nvSpPr>
          <p:cNvPr id="219" name="Rounded Rectangle 218"/>
          <p:cNvSpPr/>
          <p:nvPr/>
        </p:nvSpPr>
        <p:spPr>
          <a:xfrm>
            <a:off x="457200" y="4092374"/>
            <a:ext cx="1906144" cy="50292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dirty="0">
                <a:solidFill>
                  <a:srgbClr val="000000"/>
                </a:solidFill>
                <a:latin typeface="Times New Roman"/>
              </a:rPr>
              <a:t>gate partition</a:t>
            </a:r>
          </a:p>
        </p:txBody>
      </p:sp>
      <p:pic>
        <p:nvPicPr>
          <p:cNvPr id="2" name="图片 1">
            <a:extLst>
              <a:ext uri="{FF2B5EF4-FFF2-40B4-BE49-F238E27FC236}">
                <a16:creationId xmlns:a16="http://schemas.microsoft.com/office/drawing/2014/main" id="{FC378E98-08F0-31AD-A2EC-310B293BE960}"/>
              </a:ext>
            </a:extLst>
          </p:cNvPr>
          <p:cNvPicPr>
            <a:picLocks noChangeAspect="1"/>
          </p:cNvPicPr>
          <p:nvPr/>
        </p:nvPicPr>
        <p:blipFill>
          <a:blip r:embed="rId3"/>
          <a:stretch>
            <a:fillRect/>
          </a:stretch>
        </p:blipFill>
        <p:spPr>
          <a:xfrm>
            <a:off x="2592586" y="1461407"/>
            <a:ext cx="7045843" cy="3930499"/>
          </a:xfrm>
          <a:prstGeom prst="rect">
            <a:avLst/>
          </a:prstGeom>
        </p:spPr>
      </p:pic>
      <p:sp>
        <p:nvSpPr>
          <p:cNvPr id="3" name="Rounded Rectangle 210">
            <a:extLst>
              <a:ext uri="{FF2B5EF4-FFF2-40B4-BE49-F238E27FC236}">
                <a16:creationId xmlns:a16="http://schemas.microsoft.com/office/drawing/2014/main" id="{536E3232-72BB-7E2B-DD59-DFF6AF362534}"/>
              </a:ext>
            </a:extLst>
          </p:cNvPr>
          <p:cNvSpPr/>
          <p:nvPr/>
        </p:nvSpPr>
        <p:spPr>
          <a:xfrm>
            <a:off x="8266768" y="5091824"/>
            <a:ext cx="2310493" cy="4754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sz="2400" b="1" dirty="0">
                <a:solidFill>
                  <a:srgbClr val="000000"/>
                </a:solidFill>
                <a:latin typeface="Times New Roman"/>
              </a:rPr>
              <a:t>Hybrid</a:t>
            </a:r>
            <a:r>
              <a:rPr lang="zh-CN" altLang="en-US" sz="2400" b="1" dirty="0">
                <a:solidFill>
                  <a:srgbClr val="000000"/>
                </a:solidFill>
                <a:latin typeface="Times New Roman"/>
              </a:rPr>
              <a:t> </a:t>
            </a:r>
            <a:r>
              <a:rPr lang="en-US" altLang="zh-CN" sz="2400" b="1" dirty="0">
                <a:solidFill>
                  <a:srgbClr val="000000"/>
                </a:solidFill>
                <a:latin typeface="Times New Roman"/>
              </a:rPr>
              <a:t>C</a:t>
            </a:r>
            <a:r>
              <a:rPr sz="2400" b="1" i="0" dirty="0">
                <a:solidFill>
                  <a:srgbClr val="000000"/>
                </a:solidFill>
                <a:latin typeface="Times New Roman"/>
              </a:rPr>
              <a:t>omm</a:t>
            </a:r>
          </a:p>
        </p:txBody>
      </p:sp>
      <p:sp>
        <p:nvSpPr>
          <p:cNvPr id="4" name="Rounded Rectangle 211">
            <a:extLst>
              <a:ext uri="{FF2B5EF4-FFF2-40B4-BE49-F238E27FC236}">
                <a16:creationId xmlns:a16="http://schemas.microsoft.com/office/drawing/2014/main" id="{711AB663-6600-0872-633A-29E70D455D8E}"/>
              </a:ext>
            </a:extLst>
          </p:cNvPr>
          <p:cNvSpPr/>
          <p:nvPr/>
        </p:nvSpPr>
        <p:spPr>
          <a:xfrm>
            <a:off x="8072040" y="5707838"/>
            <a:ext cx="2749720" cy="50292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2000" b="1" dirty="0">
                <a:solidFill>
                  <a:srgbClr val="000000"/>
                </a:solidFill>
                <a:latin typeface="Times New Roman"/>
              </a:rPr>
              <a:t>Wire</a:t>
            </a:r>
            <a:r>
              <a:rPr lang="zh-CN" altLang="en-US" sz="2000" b="1" dirty="0">
                <a:solidFill>
                  <a:srgbClr val="000000"/>
                </a:solidFill>
                <a:latin typeface="Times New Roman"/>
              </a:rPr>
              <a:t> </a:t>
            </a:r>
            <a:r>
              <a:rPr lang="en-US" altLang="zh-CN" sz="2000" b="1" dirty="0">
                <a:solidFill>
                  <a:srgbClr val="000000"/>
                </a:solidFill>
                <a:latin typeface="Times New Roman"/>
              </a:rPr>
              <a:t>and</a:t>
            </a:r>
            <a:r>
              <a:rPr lang="zh-CN" altLang="en-US" sz="2000" b="1" dirty="0">
                <a:solidFill>
                  <a:srgbClr val="000000"/>
                </a:solidFill>
                <a:latin typeface="Times New Roman"/>
              </a:rPr>
              <a:t> </a:t>
            </a:r>
            <a:r>
              <a:rPr lang="en-US" altLang="zh-CN" sz="2000" b="1" dirty="0">
                <a:solidFill>
                  <a:srgbClr val="000000"/>
                </a:solidFill>
                <a:latin typeface="Times New Roman"/>
              </a:rPr>
              <a:t>gate</a:t>
            </a:r>
            <a:r>
              <a:rPr lang="zh-CN" altLang="en-US" sz="2000" b="1" dirty="0">
                <a:solidFill>
                  <a:srgbClr val="000000"/>
                </a:solidFill>
                <a:latin typeface="Times New Roman"/>
              </a:rPr>
              <a:t> </a:t>
            </a:r>
            <a:r>
              <a:rPr lang="en-US" altLang="zh-CN" sz="2000" b="1" dirty="0" err="1">
                <a:solidFill>
                  <a:srgbClr val="000000"/>
                </a:solidFill>
                <a:latin typeface="Times New Roman"/>
              </a:rPr>
              <a:t>parition</a:t>
            </a:r>
            <a:endParaRPr sz="2000" b="1" i="0" dirty="0">
              <a:solidFill>
                <a:srgbClr val="000000"/>
              </a:solidFill>
              <a:latin typeface="Times New Roman"/>
            </a:endParaRPr>
          </a:p>
        </p:txBody>
      </p:sp>
    </p:spTree>
    <p:extLst>
      <p:ext uri="{BB962C8B-B14F-4D97-AF65-F5344CB8AC3E}">
        <p14:creationId xmlns:p14="http://schemas.microsoft.com/office/powerpoint/2010/main" val="3157626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a:extLst>
              <a:ext uri="{FF2B5EF4-FFF2-40B4-BE49-F238E27FC236}">
                <a16:creationId xmlns:a16="http://schemas.microsoft.com/office/drawing/2014/main" id="{15EE91BF-D791-DD0D-8902-036B074890AA}"/>
              </a:ext>
            </a:extLst>
          </p:cNvPr>
          <p:cNvSpPr/>
          <p:nvPr/>
        </p:nvSpPr>
        <p:spPr>
          <a:xfrm>
            <a:off x="713232" y="2780983"/>
            <a:ext cx="10846309" cy="3665530"/>
          </a:xfrm>
          <a:prstGeom prst="roundRect">
            <a:avLst/>
          </a:prstGeom>
          <a:solidFill>
            <a:schemeClr val="accent4">
              <a:lumMod val="20000"/>
              <a:lumOff val="80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Rounded Rectangle 18">
            <a:extLst>
              <a:ext uri="{FF2B5EF4-FFF2-40B4-BE49-F238E27FC236}">
                <a16:creationId xmlns:a16="http://schemas.microsoft.com/office/drawing/2014/main" id="{D274846D-1A48-CA0F-E8D0-F670DE3D74B6}"/>
              </a:ext>
            </a:extLst>
          </p:cNvPr>
          <p:cNvSpPr/>
          <p:nvPr/>
        </p:nvSpPr>
        <p:spPr>
          <a:xfrm>
            <a:off x="1595676" y="2880920"/>
            <a:ext cx="2168429" cy="2006035"/>
          </a:xfrm>
          <a:prstGeom prst="roundRect">
            <a:avLst>
              <a:gd name="adj" fmla="val 6488"/>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b="1" i="0" dirty="0">
              <a:solidFill>
                <a:srgbClr val="000000"/>
              </a:solidFill>
              <a:latin typeface="Times New Roman"/>
            </a:endParaRPr>
          </a:p>
        </p:txBody>
      </p:sp>
      <p:sp>
        <p:nvSpPr>
          <p:cNvPr id="58" name="Rounded Rectangle 18">
            <a:extLst>
              <a:ext uri="{FF2B5EF4-FFF2-40B4-BE49-F238E27FC236}">
                <a16:creationId xmlns:a16="http://schemas.microsoft.com/office/drawing/2014/main" id="{537F914D-9313-E4D4-23E4-31AD42BD5041}"/>
              </a:ext>
            </a:extLst>
          </p:cNvPr>
          <p:cNvSpPr/>
          <p:nvPr/>
        </p:nvSpPr>
        <p:spPr>
          <a:xfrm>
            <a:off x="4526037" y="2880920"/>
            <a:ext cx="2372872" cy="2006035"/>
          </a:xfrm>
          <a:prstGeom prst="roundRect">
            <a:avLst>
              <a:gd name="adj" fmla="val 6488"/>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b="1" i="0" dirty="0">
              <a:solidFill>
                <a:srgbClr val="000000"/>
              </a:solidFill>
              <a:latin typeface="Times New Roman"/>
            </a:endParaRPr>
          </a:p>
        </p:txBody>
      </p:sp>
      <p:sp>
        <p:nvSpPr>
          <p:cNvPr id="59" name="Rounded Rectangle 18">
            <a:extLst>
              <a:ext uri="{FF2B5EF4-FFF2-40B4-BE49-F238E27FC236}">
                <a16:creationId xmlns:a16="http://schemas.microsoft.com/office/drawing/2014/main" id="{26449585-C517-5017-BF48-0D48EF812DA5}"/>
              </a:ext>
            </a:extLst>
          </p:cNvPr>
          <p:cNvSpPr/>
          <p:nvPr/>
        </p:nvSpPr>
        <p:spPr>
          <a:xfrm>
            <a:off x="7768991" y="2903467"/>
            <a:ext cx="2372872" cy="2006035"/>
          </a:xfrm>
          <a:prstGeom prst="roundRect">
            <a:avLst>
              <a:gd name="adj" fmla="val 6488"/>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b="1" i="0" dirty="0">
              <a:solidFill>
                <a:srgbClr val="000000"/>
              </a:solidFill>
              <a:latin typeface="Times New Roman"/>
            </a:endParaRPr>
          </a:p>
        </p:txBody>
      </p:sp>
      <p:sp>
        <p:nvSpPr>
          <p:cNvPr id="51" name="圆角矩形 50">
            <a:extLst>
              <a:ext uri="{FF2B5EF4-FFF2-40B4-BE49-F238E27FC236}">
                <a16:creationId xmlns:a16="http://schemas.microsoft.com/office/drawing/2014/main" id="{AB4581FD-384F-020E-27C9-218D4216AA37}"/>
              </a:ext>
            </a:extLst>
          </p:cNvPr>
          <p:cNvSpPr/>
          <p:nvPr/>
        </p:nvSpPr>
        <p:spPr>
          <a:xfrm>
            <a:off x="713232" y="1104104"/>
            <a:ext cx="10846309" cy="1269794"/>
          </a:xfrm>
          <a:prstGeom prst="roundRect">
            <a:avLst/>
          </a:prstGeom>
          <a:solidFill>
            <a:schemeClr val="accent6">
              <a:lumMod val="20000"/>
              <a:lumOff val="80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TextBox 4"/>
          <p:cNvSpPr txBox="1"/>
          <p:nvPr/>
        </p:nvSpPr>
        <p:spPr>
          <a:xfrm>
            <a:off x="713232" y="201168"/>
            <a:ext cx="6408742" cy="467820"/>
          </a:xfrm>
          <a:prstGeom prst="rect">
            <a:avLst/>
          </a:prstGeom>
          <a:noFill/>
        </p:spPr>
        <p:txBody>
          <a:bodyPr wrap="none" lIns="18288" tIns="18288" rIns="18288" bIns="18288">
            <a:spAutoFit/>
          </a:bodyPr>
          <a:lstStyle/>
          <a:p>
            <a:pPr algn="l"/>
            <a:r>
              <a:rPr lang="en-US" altLang="zh-CN" sz="2800" b="1" i="0" dirty="0">
                <a:solidFill>
                  <a:srgbClr val="000000"/>
                </a:solidFill>
                <a:latin typeface="Times New Roman"/>
              </a:rPr>
              <a:t>Compilation</a:t>
            </a:r>
            <a:r>
              <a:rPr lang="zh-CN" altLang="en-US" sz="2800" b="1" i="0" dirty="0">
                <a:solidFill>
                  <a:srgbClr val="000000"/>
                </a:solidFill>
                <a:latin typeface="Times New Roman"/>
              </a:rPr>
              <a:t> </a:t>
            </a:r>
            <a:r>
              <a:rPr lang="en-US" altLang="zh-CN" sz="2800" b="1" i="0" dirty="0">
                <a:solidFill>
                  <a:srgbClr val="000000"/>
                </a:solidFill>
                <a:latin typeface="Times New Roman"/>
              </a:rPr>
              <a:t>Problem</a:t>
            </a:r>
            <a:r>
              <a:rPr lang="zh-CN" altLang="en-US" sz="2800" b="1" i="0" dirty="0">
                <a:solidFill>
                  <a:srgbClr val="000000"/>
                </a:solidFill>
                <a:latin typeface="Times New Roman"/>
              </a:rPr>
              <a:t> </a:t>
            </a:r>
            <a:r>
              <a:rPr lang="en-US" altLang="zh-CN" sz="2800" b="1" i="0" dirty="0">
                <a:solidFill>
                  <a:srgbClr val="000000"/>
                </a:solidFill>
                <a:latin typeface="Times New Roman"/>
              </a:rPr>
              <a:t>from</a:t>
            </a:r>
            <a:r>
              <a:rPr lang="zh-CN" altLang="en-US" sz="2800" b="1" i="0" dirty="0">
                <a:solidFill>
                  <a:srgbClr val="000000"/>
                </a:solidFill>
                <a:latin typeface="Times New Roman"/>
              </a:rPr>
              <a:t> </a:t>
            </a:r>
            <a:r>
              <a:rPr lang="en-US" altLang="zh-CN" sz="2800" b="1" i="0" dirty="0">
                <a:solidFill>
                  <a:srgbClr val="000000"/>
                </a:solidFill>
                <a:latin typeface="Times New Roman"/>
              </a:rPr>
              <a:t>DQC</a:t>
            </a:r>
            <a:r>
              <a:rPr sz="2800" b="1" i="0" dirty="0">
                <a:solidFill>
                  <a:srgbClr val="000000"/>
                </a:solidFill>
                <a:latin typeface="Times New Roman"/>
              </a:rPr>
              <a:t> Pipeline</a:t>
            </a:r>
          </a:p>
        </p:txBody>
      </p:sp>
      <p:sp>
        <p:nvSpPr>
          <p:cNvPr id="10" name="Rounded Rectangle 9"/>
          <p:cNvSpPr/>
          <p:nvPr/>
        </p:nvSpPr>
        <p:spPr>
          <a:xfrm>
            <a:off x="3461488" y="1197739"/>
            <a:ext cx="4405681" cy="384048"/>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2000" b="1" dirty="0">
                <a:solidFill>
                  <a:srgbClr val="000000"/>
                </a:solidFill>
                <a:latin typeface="Times New Roman"/>
              </a:rPr>
              <a:t>DQC </a:t>
            </a:r>
            <a:r>
              <a:rPr sz="2000" b="1" dirty="0">
                <a:solidFill>
                  <a:srgbClr val="000000"/>
                </a:solidFill>
                <a:latin typeface="Times New Roman"/>
              </a:rPr>
              <a:t>Pipelin</a:t>
            </a:r>
            <a:r>
              <a:rPr lang="en-US" sz="2000" b="1" dirty="0">
                <a:solidFill>
                  <a:srgbClr val="000000"/>
                </a:solidFill>
                <a:latin typeface="Times New Roman"/>
              </a:rPr>
              <a:t>e</a:t>
            </a:r>
            <a:endParaRPr sz="2000" b="1" dirty="0">
              <a:solidFill>
                <a:srgbClr val="000000"/>
              </a:solidFill>
              <a:latin typeface="Times New Roman"/>
            </a:endParaRPr>
          </a:p>
        </p:txBody>
      </p:sp>
      <p:sp>
        <p:nvSpPr>
          <p:cNvPr id="19" name="Rounded Rectangle 18"/>
          <p:cNvSpPr/>
          <p:nvPr/>
        </p:nvSpPr>
        <p:spPr>
          <a:xfrm>
            <a:off x="1798711" y="2999344"/>
            <a:ext cx="1737727" cy="65721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i="0" dirty="0">
                <a:solidFill>
                  <a:srgbClr val="000000"/>
                </a:solidFill>
                <a:latin typeface="Times New Roman"/>
              </a:rPr>
              <a:t>W</a:t>
            </a:r>
            <a:r>
              <a:rPr b="1" i="0" dirty="0">
                <a:solidFill>
                  <a:srgbClr val="000000"/>
                </a:solidFill>
                <a:latin typeface="Times New Roman"/>
              </a:rPr>
              <a:t>here</a:t>
            </a:r>
            <a:r>
              <a:rPr lang="zh-CN" altLang="en-US" b="1" i="0" dirty="0">
                <a:solidFill>
                  <a:srgbClr val="000000"/>
                </a:solidFill>
                <a:latin typeface="Times New Roman"/>
              </a:rPr>
              <a:t> </a:t>
            </a:r>
            <a:r>
              <a:rPr b="1" i="0" dirty="0">
                <a:solidFill>
                  <a:srgbClr val="000000"/>
                </a:solidFill>
                <a:latin typeface="Times New Roman"/>
              </a:rPr>
              <a:t>to cut</a:t>
            </a:r>
          </a:p>
        </p:txBody>
      </p:sp>
      <p:sp>
        <p:nvSpPr>
          <p:cNvPr id="20" name="Rounded Rectangle 19"/>
          <p:cNvSpPr/>
          <p:nvPr/>
        </p:nvSpPr>
        <p:spPr>
          <a:xfrm>
            <a:off x="8073646" y="3021860"/>
            <a:ext cx="1867431" cy="65721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b="1" dirty="0">
                <a:solidFill>
                  <a:srgbClr val="000000"/>
                </a:solidFill>
              </a:rPr>
              <a:t>Which communication</a:t>
            </a:r>
            <a:endParaRPr b="1" i="0" dirty="0">
              <a:solidFill>
                <a:srgbClr val="000000"/>
              </a:solidFill>
              <a:latin typeface="Times New Roman"/>
            </a:endParaRPr>
          </a:p>
        </p:txBody>
      </p:sp>
      <p:sp>
        <p:nvSpPr>
          <p:cNvPr id="21" name="Rounded Rectangle 20"/>
          <p:cNvSpPr/>
          <p:nvPr/>
        </p:nvSpPr>
        <p:spPr>
          <a:xfrm>
            <a:off x="4810515" y="3021860"/>
            <a:ext cx="1737727" cy="65721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b="1" i="0" dirty="0">
                <a:solidFill>
                  <a:srgbClr val="000000"/>
                </a:solidFill>
                <a:latin typeface="Times New Roman"/>
              </a:rPr>
              <a:t>How</a:t>
            </a:r>
            <a:r>
              <a:rPr lang="zh-CN" altLang="en-US" b="1" i="0" dirty="0">
                <a:solidFill>
                  <a:srgbClr val="000000"/>
                </a:solidFill>
                <a:latin typeface="Times New Roman"/>
              </a:rPr>
              <a:t> </a:t>
            </a:r>
            <a:r>
              <a:rPr lang="en-US" altLang="zh-CN" b="1" i="0" dirty="0">
                <a:solidFill>
                  <a:srgbClr val="000000"/>
                </a:solidFill>
                <a:latin typeface="Times New Roman"/>
              </a:rPr>
              <a:t>to</a:t>
            </a:r>
            <a:r>
              <a:rPr lang="zh-CN" altLang="en-US" b="1" dirty="0">
                <a:solidFill>
                  <a:srgbClr val="000000"/>
                </a:solidFill>
                <a:latin typeface="Times New Roman"/>
              </a:rPr>
              <a:t> </a:t>
            </a:r>
            <a:r>
              <a:rPr b="1" i="0" dirty="0">
                <a:solidFill>
                  <a:srgbClr val="000000"/>
                </a:solidFill>
                <a:latin typeface="Times New Roman"/>
              </a:rPr>
              <a:t>map</a:t>
            </a:r>
          </a:p>
        </p:txBody>
      </p:sp>
      <p:sp>
        <p:nvSpPr>
          <p:cNvPr id="32" name="TextBox 31"/>
          <p:cNvSpPr txBox="1"/>
          <p:nvPr/>
        </p:nvSpPr>
        <p:spPr>
          <a:xfrm>
            <a:off x="927659" y="2405012"/>
            <a:ext cx="758474" cy="285393"/>
          </a:xfrm>
          <a:prstGeom prst="rect">
            <a:avLst/>
          </a:prstGeom>
          <a:noFill/>
        </p:spPr>
        <p:txBody>
          <a:bodyPr wrap="none" lIns="18288" tIns="18288" rIns="18288" bIns="18288">
            <a:spAutoFit/>
          </a:bodyPr>
          <a:lstStyle/>
          <a:p>
            <a:pPr algn="ctr"/>
            <a:r>
              <a:rPr b="0" i="0" dirty="0">
                <a:solidFill>
                  <a:srgbClr val="585858"/>
                </a:solidFill>
                <a:latin typeface="Times New Roman"/>
              </a:rPr>
              <a:t>circuit</a:t>
            </a:r>
          </a:p>
        </p:txBody>
      </p:sp>
      <p:cxnSp>
        <p:nvCxnSpPr>
          <p:cNvPr id="33" name="Connector 32"/>
          <p:cNvCxnSpPr>
            <a:cxnSpLocks/>
          </p:cNvCxnSpPr>
          <p:nvPr/>
        </p:nvCxnSpPr>
        <p:spPr>
          <a:xfrm>
            <a:off x="1901160" y="2527498"/>
            <a:ext cx="1550419" cy="0"/>
          </a:xfrm>
          <a:prstGeom prst="line">
            <a:avLst/>
          </a:prstGeom>
          <a:ln w="31750" cap="sq">
            <a:solidFill>
              <a:srgbClr val="004990"/>
            </a:solidFill>
            <a:round/>
            <a:headEnd type="none"/>
            <a:tailEnd type="stealth" w="lg"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027474" y="1810090"/>
            <a:ext cx="1194938" cy="45720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Partition</a:t>
            </a:r>
          </a:p>
        </p:txBody>
      </p:sp>
      <p:sp>
        <p:nvSpPr>
          <p:cNvPr id="35" name="TextBox 34"/>
          <p:cNvSpPr txBox="1"/>
          <p:nvPr/>
        </p:nvSpPr>
        <p:spPr>
          <a:xfrm>
            <a:off x="3618885" y="2426331"/>
            <a:ext cx="1255021" cy="285393"/>
          </a:xfrm>
          <a:prstGeom prst="rect">
            <a:avLst/>
          </a:prstGeom>
          <a:noFill/>
        </p:spPr>
        <p:txBody>
          <a:bodyPr wrap="none" lIns="18288" tIns="18288" rIns="18288" bIns="18288">
            <a:spAutoFit/>
          </a:bodyPr>
          <a:lstStyle/>
          <a:p>
            <a:pPr algn="ctr"/>
            <a:r>
              <a:rPr b="0" i="0" dirty="0">
                <a:solidFill>
                  <a:srgbClr val="585858"/>
                </a:solidFill>
                <a:latin typeface="Times New Roman"/>
              </a:rPr>
              <a:t>subcircuits</a:t>
            </a:r>
          </a:p>
        </p:txBody>
      </p:sp>
      <p:sp>
        <p:nvSpPr>
          <p:cNvPr id="37" name="Rounded Rectangle 36"/>
          <p:cNvSpPr/>
          <p:nvPr/>
        </p:nvSpPr>
        <p:spPr>
          <a:xfrm>
            <a:off x="5039278" y="1810090"/>
            <a:ext cx="1194938" cy="45720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a:solidFill>
                  <a:srgbClr val="000000"/>
                </a:solidFill>
                <a:latin typeface="Times New Roman"/>
              </a:rPr>
              <a:t>Map</a:t>
            </a:r>
          </a:p>
        </p:txBody>
      </p:sp>
      <p:sp>
        <p:nvSpPr>
          <p:cNvPr id="38" name="TextBox 37"/>
          <p:cNvSpPr txBox="1"/>
          <p:nvPr/>
        </p:nvSpPr>
        <p:spPr>
          <a:xfrm>
            <a:off x="6649979" y="2384801"/>
            <a:ext cx="1371399" cy="285393"/>
          </a:xfrm>
          <a:prstGeom prst="rect">
            <a:avLst/>
          </a:prstGeom>
          <a:noFill/>
        </p:spPr>
        <p:txBody>
          <a:bodyPr wrap="none" lIns="18288" tIns="18288" rIns="18288" bIns="18288">
            <a:spAutoFit/>
          </a:bodyPr>
          <a:lstStyle/>
          <a:p>
            <a:pPr algn="ctr"/>
            <a:r>
              <a:rPr b="0" i="0" dirty="0">
                <a:solidFill>
                  <a:srgbClr val="585858"/>
                </a:solidFill>
                <a:latin typeface="Times New Roman"/>
              </a:rPr>
              <a:t>QPU layout</a:t>
            </a:r>
          </a:p>
        </p:txBody>
      </p:sp>
      <p:cxnSp>
        <p:nvCxnSpPr>
          <p:cNvPr id="39" name="Connector 38"/>
          <p:cNvCxnSpPr>
            <a:cxnSpLocks/>
          </p:cNvCxnSpPr>
          <p:nvPr/>
        </p:nvCxnSpPr>
        <p:spPr>
          <a:xfrm>
            <a:off x="4941486" y="2527498"/>
            <a:ext cx="1573333" cy="0"/>
          </a:xfrm>
          <a:prstGeom prst="line">
            <a:avLst/>
          </a:prstGeom>
          <a:ln w="31750" cap="sq">
            <a:solidFill>
              <a:srgbClr val="004990"/>
            </a:solidFill>
            <a:round/>
            <a:headEnd type="none"/>
            <a:tailEnd type="stealth" w="lg"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302409" y="1810090"/>
            <a:ext cx="1194938" cy="45720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Run</a:t>
            </a:r>
          </a:p>
        </p:txBody>
      </p:sp>
      <p:sp>
        <p:nvSpPr>
          <p:cNvPr id="42" name="Rounded Rectangle 41"/>
          <p:cNvSpPr/>
          <p:nvPr/>
        </p:nvSpPr>
        <p:spPr>
          <a:xfrm>
            <a:off x="3591862" y="5085652"/>
            <a:ext cx="4238244" cy="524477"/>
          </a:xfrm>
          <a:prstGeom prst="roundRect">
            <a:avLst/>
          </a:prstGeom>
          <a:solidFill>
            <a:schemeClr val="bg1"/>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i="0" dirty="0">
                <a:solidFill>
                  <a:srgbClr val="000000"/>
                </a:solidFill>
                <a:latin typeface="Times New Roman"/>
              </a:rPr>
              <a:t>These</a:t>
            </a:r>
            <a:r>
              <a:rPr i="0" dirty="0">
                <a:solidFill>
                  <a:srgbClr val="000000"/>
                </a:solidFill>
                <a:latin typeface="Times New Roman"/>
              </a:rPr>
              <a:t> decisions are coupled</a:t>
            </a:r>
          </a:p>
        </p:txBody>
      </p:sp>
      <p:cxnSp>
        <p:nvCxnSpPr>
          <p:cNvPr id="46" name="Connector 38">
            <a:extLst>
              <a:ext uri="{FF2B5EF4-FFF2-40B4-BE49-F238E27FC236}">
                <a16:creationId xmlns:a16="http://schemas.microsoft.com/office/drawing/2014/main" id="{C6FECBC0-CEA9-A2ED-BFCB-76E5F7765EBC}"/>
              </a:ext>
            </a:extLst>
          </p:cNvPr>
          <p:cNvCxnSpPr>
            <a:cxnSpLocks/>
          </p:cNvCxnSpPr>
          <p:nvPr/>
        </p:nvCxnSpPr>
        <p:spPr>
          <a:xfrm>
            <a:off x="8113212" y="2547709"/>
            <a:ext cx="1573333" cy="0"/>
          </a:xfrm>
          <a:prstGeom prst="line">
            <a:avLst/>
          </a:prstGeom>
          <a:ln w="31750" cap="sq">
            <a:solidFill>
              <a:srgbClr val="004990"/>
            </a:solidFill>
            <a:round/>
            <a:headEnd type="none"/>
            <a:tailEnd type="stealth" w="lg" len="med"/>
          </a:ln>
        </p:spPr>
        <p:style>
          <a:lnRef idx="2">
            <a:schemeClr val="accent1"/>
          </a:lnRef>
          <a:fillRef idx="0">
            <a:schemeClr val="accent1"/>
          </a:fillRef>
          <a:effectRef idx="1">
            <a:schemeClr val="accent1"/>
          </a:effectRef>
          <a:fontRef idx="minor">
            <a:schemeClr val="tx1"/>
          </a:fontRef>
        </p:style>
      </p:cxnSp>
      <p:sp>
        <p:nvSpPr>
          <p:cNvPr id="47" name="TextBox 37">
            <a:extLst>
              <a:ext uri="{FF2B5EF4-FFF2-40B4-BE49-F238E27FC236}">
                <a16:creationId xmlns:a16="http://schemas.microsoft.com/office/drawing/2014/main" id="{E92C35B6-97E5-33C1-0223-D723B19ECF4A}"/>
              </a:ext>
            </a:extLst>
          </p:cNvPr>
          <p:cNvSpPr txBox="1"/>
          <p:nvPr/>
        </p:nvSpPr>
        <p:spPr>
          <a:xfrm>
            <a:off x="10105775" y="2382152"/>
            <a:ext cx="716606" cy="313932"/>
          </a:xfrm>
          <a:prstGeom prst="rect">
            <a:avLst/>
          </a:prstGeom>
          <a:noFill/>
        </p:spPr>
        <p:txBody>
          <a:bodyPr wrap="none" lIns="18288" tIns="18288" rIns="18288" bIns="18288">
            <a:spAutoFit/>
          </a:bodyPr>
          <a:lstStyle/>
          <a:p>
            <a:pPr algn="ctr"/>
            <a:r>
              <a:rPr lang="en-US" altLang="zh-CN" b="0" i="0" dirty="0">
                <a:solidFill>
                  <a:srgbClr val="585858"/>
                </a:solidFill>
                <a:latin typeface="Times New Roman"/>
              </a:rPr>
              <a:t>Results</a:t>
            </a:r>
            <a:endParaRPr b="0" i="0" dirty="0">
              <a:solidFill>
                <a:srgbClr val="585858"/>
              </a:solidFill>
              <a:latin typeface="Times New Roman"/>
            </a:endParaRPr>
          </a:p>
        </p:txBody>
      </p:sp>
      <p:sp>
        <p:nvSpPr>
          <p:cNvPr id="48" name="文本框 47">
            <a:extLst>
              <a:ext uri="{FF2B5EF4-FFF2-40B4-BE49-F238E27FC236}">
                <a16:creationId xmlns:a16="http://schemas.microsoft.com/office/drawing/2014/main" id="{05F7EFD6-25A8-B2A5-06BC-5406D3B9288F}"/>
              </a:ext>
            </a:extLst>
          </p:cNvPr>
          <p:cNvSpPr txBox="1"/>
          <p:nvPr/>
        </p:nvSpPr>
        <p:spPr>
          <a:xfrm>
            <a:off x="1793096" y="4410944"/>
            <a:ext cx="1782946" cy="369332"/>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Qubit</a:t>
            </a:r>
            <a:r>
              <a:rPr lang="zh-CN" altLang="en-US" dirty="0">
                <a:sym typeface="HarmonyOS Sans SC Light" panose="00000400000000000000" pitchFamily="2" charset="-122"/>
              </a:rPr>
              <a:t> </a:t>
            </a:r>
            <a:r>
              <a:rPr lang="en-US" altLang="zh-CN" dirty="0">
                <a:sym typeface="HarmonyOS Sans SC Light" panose="00000400000000000000" pitchFamily="2" charset="-122"/>
              </a:rPr>
              <a:t>partition</a:t>
            </a:r>
            <a:endParaRPr lang="zh-CN" altLang="en-US" dirty="0">
              <a:sym typeface="HarmonyOS Sans SC Light" panose="00000400000000000000" pitchFamily="2" charset="-122"/>
            </a:endParaRPr>
          </a:p>
        </p:txBody>
      </p:sp>
      <p:sp>
        <p:nvSpPr>
          <p:cNvPr id="49" name="文本框 48">
            <a:extLst>
              <a:ext uri="{FF2B5EF4-FFF2-40B4-BE49-F238E27FC236}">
                <a16:creationId xmlns:a16="http://schemas.microsoft.com/office/drawing/2014/main" id="{F0F1BD36-751C-B727-0569-10CD58FFE831}"/>
              </a:ext>
            </a:extLst>
          </p:cNvPr>
          <p:cNvSpPr txBox="1"/>
          <p:nvPr/>
        </p:nvSpPr>
        <p:spPr>
          <a:xfrm>
            <a:off x="1793096" y="3916051"/>
            <a:ext cx="1782946" cy="369315"/>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Gate</a:t>
            </a:r>
            <a:r>
              <a:rPr lang="zh-CN" altLang="en-US" dirty="0">
                <a:sym typeface="HarmonyOS Sans SC Light" panose="00000400000000000000" pitchFamily="2" charset="-122"/>
              </a:rPr>
              <a:t> </a:t>
            </a:r>
            <a:r>
              <a:rPr lang="en-US" altLang="zh-CN" dirty="0">
                <a:sym typeface="HarmonyOS Sans SC Light" panose="00000400000000000000" pitchFamily="2" charset="-122"/>
              </a:rPr>
              <a:t>partition</a:t>
            </a:r>
            <a:endParaRPr lang="zh-CN" altLang="en-US" dirty="0">
              <a:sym typeface="HarmonyOS Sans SC Light" panose="00000400000000000000" pitchFamily="2" charset="-122"/>
            </a:endParaRPr>
          </a:p>
        </p:txBody>
      </p:sp>
      <p:sp>
        <p:nvSpPr>
          <p:cNvPr id="50" name="Rounded Rectangle 10">
            <a:extLst>
              <a:ext uri="{FF2B5EF4-FFF2-40B4-BE49-F238E27FC236}">
                <a16:creationId xmlns:a16="http://schemas.microsoft.com/office/drawing/2014/main" id="{9CD0702D-CAB9-88B6-1933-92BD659F83DC}"/>
              </a:ext>
            </a:extLst>
          </p:cNvPr>
          <p:cNvSpPr/>
          <p:nvPr/>
        </p:nvSpPr>
        <p:spPr>
          <a:xfrm>
            <a:off x="4108798" y="5757938"/>
            <a:ext cx="3204371" cy="583228"/>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2000" b="1" dirty="0">
                <a:solidFill>
                  <a:srgbClr val="000000"/>
                </a:solidFill>
                <a:latin typeface="Times New Roman"/>
              </a:rPr>
              <a:t>Compilation</a:t>
            </a:r>
            <a:r>
              <a:rPr sz="2000" b="1" dirty="0">
                <a:solidFill>
                  <a:srgbClr val="000000"/>
                </a:solidFill>
                <a:latin typeface="Times New Roman"/>
              </a:rPr>
              <a:t> </a:t>
            </a:r>
            <a:r>
              <a:rPr lang="en-US" altLang="zh-CN" sz="2000" b="1" dirty="0">
                <a:solidFill>
                  <a:srgbClr val="000000"/>
                </a:solidFill>
                <a:latin typeface="Times New Roman"/>
              </a:rPr>
              <a:t>Problems</a:t>
            </a:r>
            <a:endParaRPr sz="2000" b="1" dirty="0">
              <a:solidFill>
                <a:srgbClr val="000000"/>
              </a:solidFill>
              <a:latin typeface="Times New Roman"/>
            </a:endParaRPr>
          </a:p>
        </p:txBody>
      </p:sp>
      <p:sp>
        <p:nvSpPr>
          <p:cNvPr id="53" name="文本框 52">
            <a:extLst>
              <a:ext uri="{FF2B5EF4-FFF2-40B4-BE49-F238E27FC236}">
                <a16:creationId xmlns:a16="http://schemas.microsoft.com/office/drawing/2014/main" id="{8FF85125-5FA0-FC80-CD1F-44E8A33DCEA3}"/>
              </a:ext>
            </a:extLst>
          </p:cNvPr>
          <p:cNvSpPr txBox="1"/>
          <p:nvPr/>
        </p:nvSpPr>
        <p:spPr>
          <a:xfrm>
            <a:off x="4725335" y="4410944"/>
            <a:ext cx="1971299" cy="369332"/>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Gate</a:t>
            </a:r>
            <a:r>
              <a:rPr lang="zh-CN" altLang="en-US" dirty="0">
                <a:sym typeface="HarmonyOS Sans SC Light" panose="00000400000000000000" pitchFamily="2" charset="-122"/>
              </a:rPr>
              <a:t> </a:t>
            </a:r>
            <a:r>
              <a:rPr lang="en-US" altLang="zh-CN" dirty="0">
                <a:sym typeface="HarmonyOS Sans SC Light" panose="00000400000000000000" pitchFamily="2" charset="-122"/>
              </a:rPr>
              <a:t>scheduling</a:t>
            </a:r>
            <a:endParaRPr lang="zh-CN" altLang="en-US" dirty="0">
              <a:sym typeface="HarmonyOS Sans SC Light" panose="00000400000000000000" pitchFamily="2" charset="-122"/>
            </a:endParaRPr>
          </a:p>
        </p:txBody>
      </p:sp>
      <p:sp>
        <p:nvSpPr>
          <p:cNvPr id="54" name="文本框 53">
            <a:extLst>
              <a:ext uri="{FF2B5EF4-FFF2-40B4-BE49-F238E27FC236}">
                <a16:creationId xmlns:a16="http://schemas.microsoft.com/office/drawing/2014/main" id="{965CC6C2-062F-7B10-F3E9-537231488E0E}"/>
              </a:ext>
            </a:extLst>
          </p:cNvPr>
          <p:cNvSpPr txBox="1"/>
          <p:nvPr/>
        </p:nvSpPr>
        <p:spPr>
          <a:xfrm>
            <a:off x="4725335" y="3916051"/>
            <a:ext cx="1971299" cy="369315"/>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Qubit</a:t>
            </a:r>
            <a:r>
              <a:rPr lang="zh-CN" altLang="en-US" dirty="0">
                <a:sym typeface="HarmonyOS Sans SC Light" panose="00000400000000000000" pitchFamily="2" charset="-122"/>
              </a:rPr>
              <a:t> </a:t>
            </a:r>
            <a:r>
              <a:rPr lang="en-US" altLang="zh-CN" dirty="0">
                <a:sym typeface="HarmonyOS Sans SC Light" panose="00000400000000000000" pitchFamily="2" charset="-122"/>
              </a:rPr>
              <a:t>Mapping</a:t>
            </a:r>
            <a:endParaRPr lang="zh-CN" altLang="en-US" dirty="0">
              <a:sym typeface="HarmonyOS Sans SC Light" panose="00000400000000000000" pitchFamily="2" charset="-122"/>
            </a:endParaRPr>
          </a:p>
        </p:txBody>
      </p:sp>
      <p:sp>
        <p:nvSpPr>
          <p:cNvPr id="55" name="文本框 54">
            <a:extLst>
              <a:ext uri="{FF2B5EF4-FFF2-40B4-BE49-F238E27FC236}">
                <a16:creationId xmlns:a16="http://schemas.microsoft.com/office/drawing/2014/main" id="{0C19D819-68EF-C99D-8FA6-3DCA8EB01BA2}"/>
              </a:ext>
            </a:extLst>
          </p:cNvPr>
          <p:cNvSpPr txBox="1"/>
          <p:nvPr/>
        </p:nvSpPr>
        <p:spPr>
          <a:xfrm>
            <a:off x="7969778" y="4374077"/>
            <a:ext cx="1971299" cy="369332"/>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Quantum</a:t>
            </a:r>
            <a:r>
              <a:rPr lang="zh-CN" altLang="en-US" dirty="0">
                <a:sym typeface="HarmonyOS Sans SC Light" panose="00000400000000000000" pitchFamily="2" charset="-122"/>
              </a:rPr>
              <a:t> </a:t>
            </a:r>
            <a:r>
              <a:rPr lang="en-US" altLang="zh-CN" dirty="0">
                <a:sym typeface="HarmonyOS Sans SC Light" panose="00000400000000000000" pitchFamily="2" charset="-122"/>
              </a:rPr>
              <a:t>link</a:t>
            </a:r>
            <a:endParaRPr lang="zh-CN" altLang="en-US" dirty="0">
              <a:sym typeface="HarmonyOS Sans SC Light" panose="00000400000000000000" pitchFamily="2" charset="-122"/>
            </a:endParaRPr>
          </a:p>
        </p:txBody>
      </p:sp>
      <p:sp>
        <p:nvSpPr>
          <p:cNvPr id="56" name="文本框 55">
            <a:extLst>
              <a:ext uri="{FF2B5EF4-FFF2-40B4-BE49-F238E27FC236}">
                <a16:creationId xmlns:a16="http://schemas.microsoft.com/office/drawing/2014/main" id="{F34A2515-D85D-6893-5BE4-3E6368CB5D4D}"/>
              </a:ext>
            </a:extLst>
          </p:cNvPr>
          <p:cNvSpPr txBox="1"/>
          <p:nvPr/>
        </p:nvSpPr>
        <p:spPr>
          <a:xfrm>
            <a:off x="7969778" y="3879184"/>
            <a:ext cx="1971299" cy="369315"/>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Classical</a:t>
            </a:r>
            <a:r>
              <a:rPr lang="zh-CN" altLang="en-US" dirty="0">
                <a:sym typeface="HarmonyOS Sans SC Light" panose="00000400000000000000" pitchFamily="2" charset="-122"/>
              </a:rPr>
              <a:t> </a:t>
            </a:r>
            <a:r>
              <a:rPr lang="en-US" altLang="zh-CN" dirty="0">
                <a:sym typeface="HarmonyOS Sans SC Light" panose="00000400000000000000" pitchFamily="2" charset="-122"/>
              </a:rPr>
              <a:t>link</a:t>
            </a:r>
            <a:endParaRPr lang="zh-CN" altLang="en-US" dirty="0">
              <a:sym typeface="HarmonyOS Sans SC Light" panose="00000400000000000000" pitchFamily="2" charset="-122"/>
            </a:endParaRPr>
          </a:p>
        </p:txBody>
      </p:sp>
      <p:cxnSp>
        <p:nvCxnSpPr>
          <p:cNvPr id="61" name="直线连接符 60">
            <a:extLst>
              <a:ext uri="{FF2B5EF4-FFF2-40B4-BE49-F238E27FC236}">
                <a16:creationId xmlns:a16="http://schemas.microsoft.com/office/drawing/2014/main" id="{9770698F-C456-321E-6E49-52615ACCF037}"/>
              </a:ext>
            </a:extLst>
          </p:cNvPr>
          <p:cNvCxnSpPr>
            <a:stCxn id="58" idx="2"/>
            <a:endCxn id="42" idx="0"/>
          </p:cNvCxnSpPr>
          <p:nvPr/>
        </p:nvCxnSpPr>
        <p:spPr>
          <a:xfrm flipH="1">
            <a:off x="5710984" y="4886955"/>
            <a:ext cx="1489" cy="198697"/>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肘形连接符 66">
            <a:extLst>
              <a:ext uri="{FF2B5EF4-FFF2-40B4-BE49-F238E27FC236}">
                <a16:creationId xmlns:a16="http://schemas.microsoft.com/office/drawing/2014/main" id="{FE072A73-F18C-77C3-5CE9-66C39F920CFA}"/>
              </a:ext>
            </a:extLst>
          </p:cNvPr>
          <p:cNvCxnSpPr>
            <a:cxnSpLocks/>
            <a:stCxn id="57" idx="2"/>
            <a:endCxn id="42" idx="1"/>
          </p:cNvCxnSpPr>
          <p:nvPr/>
        </p:nvCxnSpPr>
        <p:spPr>
          <a:xfrm rot="16200000" flipH="1">
            <a:off x="2905408" y="4661437"/>
            <a:ext cx="460936" cy="911971"/>
          </a:xfrm>
          <a:prstGeom prst="bentConnector2">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肘形连接符 68">
            <a:extLst>
              <a:ext uri="{FF2B5EF4-FFF2-40B4-BE49-F238E27FC236}">
                <a16:creationId xmlns:a16="http://schemas.microsoft.com/office/drawing/2014/main" id="{734EB574-8B31-4115-3917-4CB869C8ACA5}"/>
              </a:ext>
            </a:extLst>
          </p:cNvPr>
          <p:cNvCxnSpPr>
            <a:cxnSpLocks/>
            <a:stCxn id="59" idx="2"/>
            <a:endCxn id="42" idx="3"/>
          </p:cNvCxnSpPr>
          <p:nvPr/>
        </p:nvCxnSpPr>
        <p:spPr>
          <a:xfrm rot="5400000">
            <a:off x="8173573" y="4566036"/>
            <a:ext cx="438389" cy="1125321"/>
          </a:xfrm>
          <a:prstGeom prst="bentConnector2">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1810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Existing Compilers Cover Only Slices of the Design Space</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 name="表格 1">
            <a:extLst>
              <a:ext uri="{FF2B5EF4-FFF2-40B4-BE49-F238E27FC236}">
                <a16:creationId xmlns:a16="http://schemas.microsoft.com/office/drawing/2014/main" id="{58DCB2E7-E989-ECE2-7A68-E43657B1B849}"/>
              </a:ext>
            </a:extLst>
          </p:cNvPr>
          <p:cNvGraphicFramePr>
            <a:graphicFrameLocks noGrp="1"/>
          </p:cNvGraphicFramePr>
          <p:nvPr>
            <p:extLst>
              <p:ext uri="{D42A27DB-BD31-4B8C-83A1-F6EECF244321}">
                <p14:modId xmlns:p14="http://schemas.microsoft.com/office/powerpoint/2010/main" val="3431644897"/>
              </p:ext>
            </p:extLst>
          </p:nvPr>
        </p:nvGraphicFramePr>
        <p:xfrm>
          <a:off x="576834" y="909889"/>
          <a:ext cx="11118983" cy="4551134"/>
        </p:xfrm>
        <a:graphic>
          <a:graphicData uri="http://schemas.openxmlformats.org/drawingml/2006/table">
            <a:tbl>
              <a:tblPr firstRow="1" bandRow="1">
                <a:tableStyleId>{69012ECD-51FC-41F1-AA8D-1B2483CD663E}</a:tableStyleId>
              </a:tblPr>
              <a:tblGrid>
                <a:gridCol w="497054">
                  <a:extLst>
                    <a:ext uri="{9D8B030D-6E8A-4147-A177-3AD203B41FA5}">
                      <a16:colId xmlns:a16="http://schemas.microsoft.com/office/drawing/2014/main" val="2960708440"/>
                    </a:ext>
                  </a:extLst>
                </a:gridCol>
                <a:gridCol w="1101099">
                  <a:extLst>
                    <a:ext uri="{9D8B030D-6E8A-4147-A177-3AD203B41FA5}">
                      <a16:colId xmlns:a16="http://schemas.microsoft.com/office/drawing/2014/main" val="3344769572"/>
                    </a:ext>
                  </a:extLst>
                </a:gridCol>
                <a:gridCol w="1526156">
                  <a:extLst>
                    <a:ext uri="{9D8B030D-6E8A-4147-A177-3AD203B41FA5}">
                      <a16:colId xmlns:a16="http://schemas.microsoft.com/office/drawing/2014/main" val="3127919245"/>
                    </a:ext>
                  </a:extLst>
                </a:gridCol>
                <a:gridCol w="1458686">
                  <a:extLst>
                    <a:ext uri="{9D8B030D-6E8A-4147-A177-3AD203B41FA5}">
                      <a16:colId xmlns:a16="http://schemas.microsoft.com/office/drawing/2014/main" val="2686213269"/>
                    </a:ext>
                  </a:extLst>
                </a:gridCol>
                <a:gridCol w="1775573">
                  <a:extLst>
                    <a:ext uri="{9D8B030D-6E8A-4147-A177-3AD203B41FA5}">
                      <a16:colId xmlns:a16="http://schemas.microsoft.com/office/drawing/2014/main" val="2757330556"/>
                    </a:ext>
                  </a:extLst>
                </a:gridCol>
                <a:gridCol w="1586805">
                  <a:extLst>
                    <a:ext uri="{9D8B030D-6E8A-4147-A177-3AD203B41FA5}">
                      <a16:colId xmlns:a16="http://schemas.microsoft.com/office/drawing/2014/main" val="4172015691"/>
                    </a:ext>
                  </a:extLst>
                </a:gridCol>
                <a:gridCol w="1586805">
                  <a:extLst>
                    <a:ext uri="{9D8B030D-6E8A-4147-A177-3AD203B41FA5}">
                      <a16:colId xmlns:a16="http://schemas.microsoft.com/office/drawing/2014/main" val="3242253534"/>
                    </a:ext>
                  </a:extLst>
                </a:gridCol>
                <a:gridCol w="1586805">
                  <a:extLst>
                    <a:ext uri="{9D8B030D-6E8A-4147-A177-3AD203B41FA5}">
                      <a16:colId xmlns:a16="http://schemas.microsoft.com/office/drawing/2014/main" val="3196358389"/>
                    </a:ext>
                  </a:extLst>
                </a:gridCol>
              </a:tblGrid>
              <a:tr h="407964">
                <a:tc gridSpan="2">
                  <a:txBody>
                    <a:bodyPr/>
                    <a:lstStyle/>
                    <a:p>
                      <a:pPr algn="ctr"/>
                      <a:r>
                        <a:rPr lang="en-US" altLang="zh-CN" sz="1800" b="0" dirty="0">
                          <a:solidFill>
                            <a:schemeClr val="bg1"/>
                          </a:solidFill>
                          <a:latin typeface="+mn-lt"/>
                        </a:rPr>
                        <a:t>Works</a:t>
                      </a:r>
                      <a:endParaRPr lang="zh-CN" altLang="en-US" sz="1800" b="0" i="0" dirty="0">
                        <a:solidFill>
                          <a:schemeClr val="bg1"/>
                        </a:solidFill>
                        <a:latin typeface="+mn-lt"/>
                        <a:ea typeface="FangSong" panose="02010609060101010101" pitchFamily="49" charset="-122"/>
                      </a:endParaRPr>
                    </a:p>
                  </a:txBody>
                  <a:tcPr/>
                </a:tc>
                <a:tc hMerge="1">
                  <a:txBody>
                    <a:bodyPr/>
                    <a:lstStyle/>
                    <a:p>
                      <a:pPr algn="ctr"/>
                      <a:endParaRPr lang="zh-CN" altLang="en-US" dirty="0">
                        <a:solidFill>
                          <a:schemeClr val="bg1"/>
                        </a:solidFill>
                      </a:endParaRPr>
                    </a:p>
                  </a:txBody>
                  <a:tcPr>
                    <a:lnR w="12700" cap="flat" cmpd="sng" algn="ctr">
                      <a:solidFill>
                        <a:schemeClr val="tx1"/>
                      </a:solidFill>
                      <a:prstDash val="solid"/>
                      <a:round/>
                      <a:headEnd type="none" w="med" len="med"/>
                      <a:tailEnd type="none" w="med" len="med"/>
                    </a:lnR>
                    <a:solidFill>
                      <a:schemeClr val="tx2"/>
                    </a:solidFill>
                  </a:tcPr>
                </a:tc>
                <a:tc>
                  <a:txBody>
                    <a:bodyPr/>
                    <a:lstStyle/>
                    <a:p>
                      <a:r>
                        <a:rPr lang="en-US" altLang="zh-CN" sz="1800" b="0" dirty="0" err="1">
                          <a:latin typeface="+mn-lt"/>
                        </a:rPr>
                        <a:t>CutQC</a:t>
                      </a:r>
                      <a:endParaRPr lang="en-US" altLang="zh-CN" sz="1800" b="0" i="0" dirty="0">
                        <a:latin typeface="+mn-lt"/>
                        <a:ea typeface="FangSong" panose="02010609060101010101" pitchFamily="49" charset="-122"/>
                      </a:endParaRPr>
                    </a:p>
                    <a:p>
                      <a:r>
                        <a:rPr lang="en-US" altLang="zh-CN" sz="1800" b="0" i="0" dirty="0">
                          <a:latin typeface="+mn-lt"/>
                          <a:ea typeface="FangSong" panose="02010609060101010101" pitchFamily="49" charset="-122"/>
                        </a:rPr>
                        <a:t>ASPLOS’21</a:t>
                      </a:r>
                      <a:endParaRPr lang="en-US" altLang="zh-CN" sz="1800" b="0" dirty="0">
                        <a:latin typeface="+mn-lt"/>
                      </a:endParaRPr>
                    </a:p>
                  </a:txBody>
                  <a:tcPr/>
                </a:tc>
                <a:tc>
                  <a:txBody>
                    <a:bodyPr/>
                    <a:lstStyle/>
                    <a:p>
                      <a:r>
                        <a:rPr lang="en-US" altLang="zh-CN" sz="1800" b="0" dirty="0">
                          <a:latin typeface="+mn-lt"/>
                        </a:rPr>
                        <a:t>QMPI</a:t>
                      </a:r>
                    </a:p>
                    <a:p>
                      <a:r>
                        <a:rPr lang="en-US" altLang="zh-CN" sz="1800" b="0" i="0" dirty="0">
                          <a:latin typeface="+mn-lt"/>
                          <a:ea typeface="FangSong" panose="02010609060101010101" pitchFamily="49" charset="-122"/>
                        </a:rPr>
                        <a:t>SC’21</a:t>
                      </a:r>
                      <a:endParaRPr lang="zh-CN" altLang="en-US" sz="1800" b="0" i="0" dirty="0">
                        <a:latin typeface="+mn-lt"/>
                        <a:ea typeface="FangSong" panose="02010609060101010101" pitchFamily="49" charset="-122"/>
                      </a:endParaRPr>
                    </a:p>
                  </a:txBody>
                  <a:tcPr/>
                </a:tc>
                <a:tc>
                  <a:txBody>
                    <a:bodyPr/>
                    <a:lstStyle/>
                    <a:p>
                      <a:r>
                        <a:rPr lang="en-US" altLang="zh-CN" sz="1800" b="0" dirty="0" err="1">
                          <a:latin typeface="+mn-lt"/>
                        </a:rPr>
                        <a:t>Autocom</a:t>
                      </a:r>
                      <a:endParaRPr lang="en-US" altLang="zh-CN" sz="1800" b="0" dirty="0">
                        <a:latin typeface="+mn-lt"/>
                      </a:endParaRPr>
                    </a:p>
                    <a:p>
                      <a:r>
                        <a:rPr lang="en-US" altLang="zh-CN" sz="1800" b="0" i="0" dirty="0">
                          <a:latin typeface="+mn-lt"/>
                          <a:ea typeface="FangSong" panose="02010609060101010101" pitchFamily="49" charset="-122"/>
                        </a:rPr>
                        <a:t>MICRO’22</a:t>
                      </a:r>
                      <a:endParaRPr lang="zh-CN" altLang="en-US" sz="1800" b="0" i="0" dirty="0">
                        <a:latin typeface="+mn-lt"/>
                        <a:ea typeface="FangSong" panose="02010609060101010101" pitchFamily="49" charset="-122"/>
                      </a:endParaRPr>
                    </a:p>
                  </a:txBody>
                  <a:tcPr/>
                </a:tc>
                <a:tc>
                  <a:txBody>
                    <a:bodyPr/>
                    <a:lstStyle/>
                    <a:p>
                      <a:r>
                        <a:rPr lang="en-US" altLang="zh-CN" sz="1800" b="0" dirty="0">
                          <a:latin typeface="+mn-lt"/>
                        </a:rPr>
                        <a:t>Hypergraph</a:t>
                      </a:r>
                    </a:p>
                    <a:p>
                      <a:r>
                        <a:rPr lang="en-US" altLang="zh-CN" sz="1800" b="0" dirty="0">
                          <a:latin typeface="+mn-lt"/>
                        </a:rPr>
                        <a:t>PRA’19</a:t>
                      </a:r>
                      <a:r>
                        <a:rPr lang="zh-CN" altLang="en-US" sz="1800" b="0" dirty="0">
                          <a:latin typeface="+mn-lt"/>
                        </a:rPr>
                        <a:t>  </a:t>
                      </a:r>
                      <a:endParaRPr lang="zh-CN" altLang="en-US" sz="1800" b="0" i="0" dirty="0">
                        <a:latin typeface="+mn-lt"/>
                        <a:ea typeface="FangSong" panose="02010609060101010101" pitchFamily="49" charset="-122"/>
                      </a:endParaRPr>
                    </a:p>
                  </a:txBody>
                  <a:tcPr/>
                </a:tc>
                <a:tc>
                  <a:txBody>
                    <a:bodyPr/>
                    <a:lstStyle/>
                    <a:p>
                      <a:r>
                        <a:rPr lang="en" altLang="zh-CN" sz="1800" b="0" dirty="0">
                          <a:latin typeface="+mn-lt"/>
                        </a:rPr>
                        <a:t>ZX calculus</a:t>
                      </a:r>
                    </a:p>
                    <a:p>
                      <a:r>
                        <a:rPr lang="en" altLang="zh-CN" sz="1800" b="0" i="0" dirty="0">
                          <a:latin typeface="+mn-lt"/>
                          <a:ea typeface="FangSong" panose="02010609060101010101" pitchFamily="49" charset="-122"/>
                        </a:rPr>
                        <a:t>Quantum’23</a:t>
                      </a:r>
                      <a:endParaRPr lang="zh-CN" altLang="en-US" sz="1800" b="0" i="0" dirty="0">
                        <a:latin typeface="+mn-lt"/>
                        <a:ea typeface="FangSong" panose="02010609060101010101" pitchFamily="49" charset="-122"/>
                      </a:endParaRPr>
                    </a:p>
                  </a:txBody>
                  <a:tcPr/>
                </a:tc>
                <a:tc>
                  <a:txBody>
                    <a:bodyPr/>
                    <a:lstStyle/>
                    <a:p>
                      <a:r>
                        <a:rPr lang="en-US" altLang="zh-CN" sz="1800" b="0" dirty="0" err="1">
                          <a:latin typeface="+mn-lt"/>
                        </a:rPr>
                        <a:t>AdaptDQC</a:t>
                      </a:r>
                      <a:endParaRPr lang="zh-CN" altLang="en-US" sz="1800" b="0" i="0" dirty="0">
                        <a:latin typeface="+mn-lt"/>
                        <a:ea typeface="FangSong" panose="02010609060101010101" pitchFamily="49" charset="-122"/>
                      </a:endParaRPr>
                    </a:p>
                  </a:txBody>
                  <a:tcPr/>
                </a:tc>
                <a:extLst>
                  <a:ext uri="{0D108BD9-81ED-4DB2-BD59-A6C34878D82A}">
                    <a16:rowId xmlns:a16="http://schemas.microsoft.com/office/drawing/2014/main" val="2038156746"/>
                  </a:ext>
                </a:extLst>
              </a:tr>
              <a:tr h="1325882">
                <a:tc gridSpan="2">
                  <a:txBody>
                    <a:bodyPr/>
                    <a:lstStyle/>
                    <a:p>
                      <a:pPr algn="ctr"/>
                      <a:r>
                        <a:rPr lang="en-US" altLang="zh-CN" sz="1800" b="0" dirty="0">
                          <a:solidFill>
                            <a:schemeClr val="tx1"/>
                          </a:solidFill>
                          <a:latin typeface="+mn-lt"/>
                        </a:rPr>
                        <a:t>methods</a:t>
                      </a:r>
                      <a:endParaRPr lang="zh-CN" altLang="en-US" sz="1800" b="0" i="0" dirty="0">
                        <a:solidFill>
                          <a:schemeClr val="tx1"/>
                        </a:solidFill>
                        <a:latin typeface="+mn-lt"/>
                        <a:ea typeface="FangSong" panose="02010609060101010101" pitchFamily="49" charset="-122"/>
                      </a:endParaRPr>
                    </a:p>
                  </a:txBody>
                  <a:tcPr anchor="ctr"/>
                </a:tc>
                <a:tc hMerge="1">
                  <a:txBody>
                    <a:bodyPr/>
                    <a:lstStyle/>
                    <a:p>
                      <a:pPr algn="ctr"/>
                      <a:endParaRPr lang="zh-CN" altLang="en-US" dirty="0">
                        <a:solidFill>
                          <a:schemeClr val="bg1"/>
                        </a:solidFill>
                      </a:endParaRPr>
                    </a:p>
                  </a:txBody>
                  <a:tcPr>
                    <a:lnR w="12700" cap="flat" cmpd="sng" algn="ctr">
                      <a:solidFill>
                        <a:schemeClr val="tx1"/>
                      </a:solidFill>
                      <a:prstDash val="solid"/>
                      <a:round/>
                      <a:headEnd type="none" w="med" len="med"/>
                      <a:tailEnd type="none" w="med" len="med"/>
                    </a:lnR>
                    <a:solidFill>
                      <a:schemeClr val="tx2"/>
                    </a:solidFill>
                  </a:tcPr>
                </a:tc>
                <a:tc>
                  <a:txBody>
                    <a:bodyPr/>
                    <a:lstStyle/>
                    <a:p>
                      <a:r>
                        <a:rPr lang="en-US" altLang="zh-CN" sz="1800" b="0" dirty="0">
                          <a:latin typeface="+mn-lt"/>
                        </a:rPr>
                        <a:t>Qubit</a:t>
                      </a:r>
                      <a:r>
                        <a:rPr lang="zh-CN" altLang="en-US" sz="1800" b="0" dirty="0">
                          <a:latin typeface="+mn-lt"/>
                        </a:rPr>
                        <a:t> </a:t>
                      </a:r>
                      <a:r>
                        <a:rPr lang="en-US" altLang="zh-CN" sz="1800" b="0" dirty="0">
                          <a:latin typeface="+mn-lt"/>
                        </a:rPr>
                        <a:t>cut</a:t>
                      </a:r>
                      <a:r>
                        <a:rPr lang="zh-CN" altLang="en-US" sz="1800" b="0" dirty="0">
                          <a:latin typeface="+mn-lt"/>
                        </a:rPr>
                        <a:t> </a:t>
                      </a:r>
                      <a:r>
                        <a:rPr lang="en-US" altLang="zh-CN" sz="1800" b="0" dirty="0">
                          <a:latin typeface="+mn-lt"/>
                        </a:rPr>
                        <a:t>with</a:t>
                      </a:r>
                      <a:r>
                        <a:rPr lang="zh-CN" altLang="en-US" sz="1800" b="0" dirty="0">
                          <a:latin typeface="+mn-lt"/>
                        </a:rPr>
                        <a:t> </a:t>
                      </a:r>
                      <a:r>
                        <a:rPr lang="en-US" altLang="zh-CN" sz="1800" b="0" dirty="0">
                          <a:latin typeface="+mn-lt"/>
                        </a:rPr>
                        <a:t>tensor</a:t>
                      </a:r>
                      <a:r>
                        <a:rPr lang="zh-CN" altLang="en-US" sz="1800" b="0" dirty="0">
                          <a:latin typeface="+mn-lt"/>
                        </a:rPr>
                        <a:t> </a:t>
                      </a:r>
                      <a:r>
                        <a:rPr lang="en-US" altLang="zh-CN" sz="1800" b="0" dirty="0">
                          <a:latin typeface="+mn-lt"/>
                        </a:rPr>
                        <a:t>reconstruction</a:t>
                      </a:r>
                      <a:endParaRPr lang="zh-CN" altLang="en-US" sz="1800" b="0" i="0" dirty="0">
                        <a:latin typeface="+mn-lt"/>
                        <a:ea typeface="FangSong" panose="02010609060101010101" pitchFamily="49" charset="-122"/>
                      </a:endParaRPr>
                    </a:p>
                  </a:txBody>
                  <a:tcPr/>
                </a:tc>
                <a:tc>
                  <a:txBody>
                    <a:bodyPr/>
                    <a:lstStyle/>
                    <a:p>
                      <a:r>
                        <a:rPr lang="en-US" altLang="zh-CN" sz="1800" b="0" dirty="0">
                          <a:latin typeface="+mn-lt"/>
                        </a:rPr>
                        <a:t>Quantum</a:t>
                      </a:r>
                      <a:r>
                        <a:rPr lang="zh-CN" altLang="en-US" sz="1800" b="0" dirty="0">
                          <a:latin typeface="+mn-lt"/>
                        </a:rPr>
                        <a:t> </a:t>
                      </a:r>
                      <a:r>
                        <a:rPr lang="en-US" altLang="zh-CN" sz="1800" b="0" dirty="0">
                          <a:latin typeface="+mn-lt"/>
                        </a:rPr>
                        <a:t>network</a:t>
                      </a:r>
                      <a:r>
                        <a:rPr lang="zh-CN" altLang="en-US" sz="1800" b="0" dirty="0">
                          <a:latin typeface="+mn-lt"/>
                        </a:rPr>
                        <a:t> </a:t>
                      </a:r>
                      <a:r>
                        <a:rPr lang="en-US" altLang="zh-CN" sz="1800" b="0" dirty="0">
                          <a:latin typeface="+mn-lt"/>
                        </a:rPr>
                        <a:t>programing</a:t>
                      </a:r>
                      <a:r>
                        <a:rPr lang="zh-CN" altLang="en-US" sz="1800" b="0" dirty="0">
                          <a:latin typeface="+mn-lt"/>
                        </a:rPr>
                        <a:t> </a:t>
                      </a:r>
                      <a:r>
                        <a:rPr lang="en-US" altLang="zh-CN" sz="1800" b="0" dirty="0">
                          <a:latin typeface="+mn-lt"/>
                        </a:rPr>
                        <a:t>language</a:t>
                      </a:r>
                      <a:endParaRPr lang="en-US" altLang="zh-CN" sz="1800" b="0" i="0" dirty="0">
                        <a:latin typeface="+mn-lt"/>
                        <a:ea typeface="FangSong" panose="02010609060101010101" pitchFamily="49" charset="-122"/>
                      </a:endParaRPr>
                    </a:p>
                  </a:txBody>
                  <a:tcPr/>
                </a:tc>
                <a:tc>
                  <a:txBody>
                    <a:bodyPr/>
                    <a:lstStyle/>
                    <a:p>
                      <a:r>
                        <a:rPr lang="en-US" altLang="zh-CN" sz="1800" b="0" dirty="0">
                          <a:latin typeface="+mn-lt"/>
                        </a:rPr>
                        <a:t>Quantum</a:t>
                      </a:r>
                      <a:r>
                        <a:rPr lang="zh-CN" altLang="en-US" sz="1800" b="0" dirty="0">
                          <a:latin typeface="+mn-lt"/>
                        </a:rPr>
                        <a:t> </a:t>
                      </a:r>
                      <a:r>
                        <a:rPr lang="en-US" altLang="zh-CN" sz="1800" b="0" dirty="0">
                          <a:latin typeface="+mn-lt"/>
                        </a:rPr>
                        <a:t>network</a:t>
                      </a:r>
                      <a:r>
                        <a:rPr lang="zh-CN" altLang="en-US" sz="1800" b="0" dirty="0">
                          <a:latin typeface="+mn-lt"/>
                        </a:rPr>
                        <a:t> </a:t>
                      </a:r>
                      <a:r>
                        <a:rPr lang="en-US" altLang="zh-CN" sz="1800" b="0" dirty="0">
                          <a:latin typeface="+mn-lt"/>
                        </a:rPr>
                        <a:t>communication</a:t>
                      </a:r>
                      <a:r>
                        <a:rPr lang="zh-CN" altLang="en-US" sz="1800" b="0" dirty="0">
                          <a:latin typeface="+mn-lt"/>
                        </a:rPr>
                        <a:t> </a:t>
                      </a:r>
                      <a:r>
                        <a:rPr lang="en-US" altLang="zh-CN" sz="1800" b="0" dirty="0">
                          <a:latin typeface="+mn-lt"/>
                        </a:rPr>
                        <a:t>optimization</a:t>
                      </a:r>
                      <a:endParaRPr lang="zh-CN" altLang="en-US" sz="1800" b="0" i="0" dirty="0">
                        <a:latin typeface="+mn-lt"/>
                        <a:ea typeface="FangSong" panose="02010609060101010101" pitchFamily="49" charset="-122"/>
                      </a:endParaRPr>
                    </a:p>
                  </a:txBody>
                  <a:tcPr/>
                </a:tc>
                <a:tc>
                  <a:txBody>
                    <a:bodyPr/>
                    <a:lstStyle/>
                    <a:p>
                      <a:r>
                        <a:rPr lang="en-US" altLang="zh-CN" sz="1800" b="0" dirty="0">
                          <a:latin typeface="+mn-lt"/>
                        </a:rPr>
                        <a:t>Quantum</a:t>
                      </a:r>
                      <a:r>
                        <a:rPr lang="zh-CN" altLang="en-US" sz="1800" b="0" dirty="0">
                          <a:latin typeface="+mn-lt"/>
                        </a:rPr>
                        <a:t> </a:t>
                      </a:r>
                      <a:r>
                        <a:rPr lang="en-US" altLang="zh-CN" sz="1800" b="0" dirty="0">
                          <a:latin typeface="+mn-lt"/>
                        </a:rPr>
                        <a:t>network</a:t>
                      </a:r>
                      <a:r>
                        <a:rPr lang="zh-CN" altLang="en-US" sz="1800" b="0" dirty="0">
                          <a:latin typeface="+mn-lt"/>
                        </a:rPr>
                        <a:t> </a:t>
                      </a:r>
                      <a:r>
                        <a:rPr lang="en-US" altLang="zh-CN" sz="1800" b="0" dirty="0">
                          <a:latin typeface="+mn-lt"/>
                        </a:rPr>
                        <a:t>qubit</a:t>
                      </a:r>
                      <a:r>
                        <a:rPr lang="zh-CN" altLang="en-US" sz="1800" b="0" dirty="0">
                          <a:latin typeface="+mn-lt"/>
                        </a:rPr>
                        <a:t> </a:t>
                      </a:r>
                      <a:r>
                        <a:rPr lang="en-US" altLang="zh-CN" sz="1800" b="0" dirty="0">
                          <a:latin typeface="+mn-lt"/>
                        </a:rPr>
                        <a:t>mapping</a:t>
                      </a:r>
                    </a:p>
                  </a:txBody>
                  <a:tcPr/>
                </a:tc>
                <a:tc>
                  <a:txBody>
                    <a:bodyPr/>
                    <a:lstStyle/>
                    <a:p>
                      <a:r>
                        <a:rPr lang="en-US" altLang="zh-CN" sz="1800" b="0" dirty="0">
                          <a:latin typeface="+mn-lt"/>
                        </a:rPr>
                        <a:t>Gate</a:t>
                      </a:r>
                      <a:r>
                        <a:rPr lang="zh-CN" altLang="en-US" sz="1800" b="0" dirty="0">
                          <a:latin typeface="+mn-lt"/>
                        </a:rPr>
                        <a:t> </a:t>
                      </a:r>
                      <a:r>
                        <a:rPr lang="en-US" altLang="zh-CN" sz="1800" b="0" dirty="0">
                          <a:latin typeface="+mn-lt"/>
                        </a:rPr>
                        <a:t>cut</a:t>
                      </a:r>
                      <a:r>
                        <a:rPr lang="zh-CN" altLang="en-US" sz="1800" b="0" dirty="0">
                          <a:latin typeface="+mn-lt"/>
                        </a:rPr>
                        <a:t> </a:t>
                      </a:r>
                      <a:r>
                        <a:rPr lang="en-US" altLang="zh-CN" sz="1800" b="0" dirty="0">
                          <a:latin typeface="+mn-lt"/>
                        </a:rPr>
                        <a:t>with</a:t>
                      </a:r>
                      <a:r>
                        <a:rPr lang="zh-CN" altLang="en-US" sz="1800" b="0" dirty="0">
                          <a:latin typeface="+mn-lt"/>
                        </a:rPr>
                        <a:t> </a:t>
                      </a:r>
                      <a:r>
                        <a:rPr lang="en-US" altLang="zh-CN" sz="1800" b="0" dirty="0">
                          <a:latin typeface="+mn-lt"/>
                        </a:rPr>
                        <a:t>tensor</a:t>
                      </a:r>
                      <a:r>
                        <a:rPr lang="zh-CN" altLang="en-US" sz="1800" b="0" dirty="0">
                          <a:latin typeface="+mn-lt"/>
                        </a:rPr>
                        <a:t> </a:t>
                      </a:r>
                      <a:r>
                        <a:rPr lang="en-US" altLang="zh-CN" sz="1800" b="0" dirty="0">
                          <a:latin typeface="+mn-lt"/>
                        </a:rPr>
                        <a:t>reconstruction</a:t>
                      </a:r>
                      <a:endParaRPr lang="zh-CN" altLang="en-US" sz="1800" b="0" i="0" dirty="0">
                        <a:latin typeface="+mn-lt"/>
                        <a:ea typeface="FangSong" panose="02010609060101010101" pitchFamily="49" charset="-122"/>
                      </a:endParaRPr>
                    </a:p>
                  </a:txBody>
                  <a:tcPr/>
                </a:tc>
                <a:tc>
                  <a:txBody>
                    <a:bodyPr/>
                    <a:lstStyle/>
                    <a:p>
                      <a:r>
                        <a:rPr lang="en-US" altLang="zh-CN" sz="1800" b="0" dirty="0">
                          <a:latin typeface="+mn-lt"/>
                        </a:rPr>
                        <a:t>Adaptive</a:t>
                      </a:r>
                      <a:r>
                        <a:rPr lang="zh-CN" altLang="en-US" sz="1800" b="0" dirty="0">
                          <a:latin typeface="+mn-lt"/>
                        </a:rPr>
                        <a:t> </a:t>
                      </a:r>
                      <a:r>
                        <a:rPr lang="en-US" altLang="zh-CN" sz="1800" b="0" dirty="0">
                          <a:latin typeface="+mn-lt"/>
                        </a:rPr>
                        <a:t>DQC</a:t>
                      </a:r>
                      <a:r>
                        <a:rPr lang="zh-CN" altLang="en-US" sz="1800" b="0" dirty="0">
                          <a:latin typeface="+mn-lt"/>
                        </a:rPr>
                        <a:t> </a:t>
                      </a:r>
                      <a:r>
                        <a:rPr lang="en-US" altLang="zh-CN" sz="1800" b="0" dirty="0">
                          <a:latin typeface="+mn-lt"/>
                        </a:rPr>
                        <a:t>evaluation</a:t>
                      </a:r>
                      <a:r>
                        <a:rPr lang="zh-CN" altLang="en-US" sz="1800" b="0" dirty="0">
                          <a:latin typeface="+mn-lt"/>
                        </a:rPr>
                        <a:t> </a:t>
                      </a:r>
                      <a:r>
                        <a:rPr lang="en-US" altLang="zh-CN" sz="1800" b="0" dirty="0">
                          <a:latin typeface="+mn-lt"/>
                        </a:rPr>
                        <a:t>and</a:t>
                      </a:r>
                      <a:r>
                        <a:rPr lang="zh-CN" altLang="en-US" sz="1800" b="0" dirty="0">
                          <a:latin typeface="+mn-lt"/>
                        </a:rPr>
                        <a:t> </a:t>
                      </a:r>
                      <a:r>
                        <a:rPr lang="en-US" altLang="zh-CN" sz="1800" b="0" dirty="0">
                          <a:latin typeface="+mn-lt"/>
                        </a:rPr>
                        <a:t>hybrid</a:t>
                      </a:r>
                      <a:r>
                        <a:rPr lang="zh-CN" altLang="en-US" sz="1800" b="0" dirty="0">
                          <a:latin typeface="+mn-lt"/>
                        </a:rPr>
                        <a:t> </a:t>
                      </a:r>
                      <a:r>
                        <a:rPr lang="en-US" altLang="zh-CN" sz="1800" b="0" dirty="0">
                          <a:latin typeface="+mn-lt"/>
                        </a:rPr>
                        <a:t>compilation</a:t>
                      </a:r>
                      <a:endParaRPr lang="zh-CN" altLang="en-US" sz="1800" b="0" i="0" dirty="0">
                        <a:latin typeface="+mn-lt"/>
                        <a:ea typeface="FangSong" panose="02010609060101010101" pitchFamily="49" charset="-122"/>
                      </a:endParaRPr>
                    </a:p>
                  </a:txBody>
                  <a:tcPr/>
                </a:tc>
                <a:extLst>
                  <a:ext uri="{0D108BD9-81ED-4DB2-BD59-A6C34878D82A}">
                    <a16:rowId xmlns:a16="http://schemas.microsoft.com/office/drawing/2014/main" val="2720233445"/>
                  </a:ext>
                </a:extLst>
              </a:tr>
              <a:tr h="430862">
                <a:tc gridSpan="2">
                  <a:txBody>
                    <a:bodyPr/>
                    <a:lstStyle/>
                    <a:p>
                      <a:pPr algn="ctr"/>
                      <a:r>
                        <a:rPr lang="en-US" altLang="zh-CN" sz="1800" b="0" dirty="0" err="1">
                          <a:solidFill>
                            <a:schemeClr val="tx1"/>
                          </a:solidFill>
                          <a:latin typeface="+mn-lt"/>
                        </a:rPr>
                        <a:t>QubitComm</a:t>
                      </a:r>
                      <a:endParaRPr lang="zh-CN" altLang="en-US" sz="1800" b="0" i="0" dirty="0">
                        <a:solidFill>
                          <a:schemeClr val="tx1"/>
                        </a:solidFill>
                        <a:latin typeface="+mn-lt"/>
                        <a:ea typeface="FangSong" panose="02010609060101010101" pitchFamily="49" charset="-122"/>
                      </a:endParaRPr>
                    </a:p>
                  </a:txBody>
                  <a:tcPr/>
                </a:tc>
                <a:tc hMerge="1">
                  <a:txBody>
                    <a:bodyPr/>
                    <a:lstStyle/>
                    <a:p>
                      <a:pPr algn="ctr"/>
                      <a:endParaRPr lang="zh-CN" altLang="en-US" dirty="0">
                        <a:solidFill>
                          <a:schemeClr val="bg1"/>
                        </a:solidFill>
                      </a:endParaRPr>
                    </a:p>
                  </a:txBody>
                  <a:tcPr>
                    <a:lnR w="12700" cap="flat" cmpd="sng" algn="ctr">
                      <a:solidFill>
                        <a:schemeClr val="tx1"/>
                      </a:solidFill>
                      <a:prstDash val="solid"/>
                      <a:round/>
                      <a:headEnd type="none" w="med" len="med"/>
                      <a:tailEnd type="none" w="med" len="med"/>
                    </a:lnR>
                    <a:solidFill>
                      <a:schemeClr val="tx2"/>
                    </a:solidFill>
                  </a:tcPr>
                </a:tc>
                <a:tc>
                  <a:txBody>
                    <a:bodyPr/>
                    <a:lstStyle/>
                    <a:p>
                      <a:endParaRPr lang="zh-CN" altLang="en-US" sz="1800" b="0" i="0" dirty="0">
                        <a:latin typeface="+mn-lt"/>
                        <a:ea typeface="FangSong" panose="02010609060101010101" pitchFamily="49" charset="-122"/>
                      </a:endParaRPr>
                    </a:p>
                  </a:txBody>
                  <a:tcPr/>
                </a:tc>
                <a:tc>
                  <a:txBody>
                    <a:bodyPr/>
                    <a:lstStyle/>
                    <a:p>
                      <a:endParaRPr lang="zh-CN" altLang="en-US" sz="1800" b="0" i="0" dirty="0">
                        <a:latin typeface="+mn-lt"/>
                        <a:ea typeface="FangSong" panose="02010609060101010101" pitchFamily="49" charset="-122"/>
                      </a:endParaRPr>
                    </a:p>
                  </a:txBody>
                  <a:tcPr/>
                </a:tc>
                <a:tc>
                  <a:txBody>
                    <a:bodyPr/>
                    <a:lstStyle/>
                    <a:p>
                      <a:endParaRPr lang="zh-CN" altLang="en-US" sz="1800" b="0" i="0" dirty="0">
                        <a:latin typeface="+mn-lt"/>
                        <a:ea typeface="FangSong" panose="02010609060101010101" pitchFamily="49" charset="-122"/>
                      </a:endParaRPr>
                    </a:p>
                  </a:txBody>
                  <a:tcPr/>
                </a:tc>
                <a:tc>
                  <a:txBody>
                    <a:bodyPr/>
                    <a:lstStyle/>
                    <a:p>
                      <a:endParaRPr lang="zh-CN" altLang="en-US" sz="1800" b="0" i="0" dirty="0">
                        <a:latin typeface="+mn-lt"/>
                        <a:ea typeface="FangSong" panose="02010609060101010101" pitchFamily="49" charset="-122"/>
                      </a:endParaRPr>
                    </a:p>
                  </a:txBody>
                  <a:tcPr/>
                </a:tc>
                <a:tc>
                  <a:txBody>
                    <a:bodyPr/>
                    <a:lstStyle/>
                    <a:p>
                      <a:endParaRPr lang="zh-CN" altLang="en-US" sz="1800" b="0" i="0" dirty="0">
                        <a:latin typeface="+mn-lt"/>
                        <a:ea typeface="FangSong" panose="02010609060101010101" pitchFamily="49" charset="-122"/>
                      </a:endParaRPr>
                    </a:p>
                  </a:txBody>
                  <a:tcPr/>
                </a:tc>
                <a:tc>
                  <a:txBody>
                    <a:bodyPr/>
                    <a:lstStyle/>
                    <a:p>
                      <a:endParaRPr lang="zh-CN" altLang="en-US" sz="1800" b="0" i="0" dirty="0">
                        <a:latin typeface="+mn-lt"/>
                        <a:ea typeface="FangSong" panose="02010609060101010101" pitchFamily="49" charset="-122"/>
                      </a:endParaRPr>
                    </a:p>
                  </a:txBody>
                  <a:tcPr/>
                </a:tc>
                <a:extLst>
                  <a:ext uri="{0D108BD9-81ED-4DB2-BD59-A6C34878D82A}">
                    <a16:rowId xmlns:a16="http://schemas.microsoft.com/office/drawing/2014/main" val="3038140289"/>
                  </a:ext>
                </a:extLst>
              </a:tr>
              <a:tr h="430862">
                <a:tc gridSpan="2">
                  <a:txBody>
                    <a:bodyPr/>
                    <a:lstStyle/>
                    <a:p>
                      <a:pPr algn="ctr"/>
                      <a:r>
                        <a:rPr lang="en-US" altLang="zh-CN" sz="1800" b="0" dirty="0" err="1">
                          <a:solidFill>
                            <a:schemeClr val="tx1"/>
                          </a:solidFill>
                          <a:latin typeface="+mn-lt"/>
                        </a:rPr>
                        <a:t>GateComm</a:t>
                      </a:r>
                      <a:endParaRPr lang="zh-CN" altLang="en-US" sz="1800" b="0" i="0" dirty="0">
                        <a:solidFill>
                          <a:schemeClr val="tx1"/>
                        </a:solidFill>
                        <a:latin typeface="+mn-lt"/>
                        <a:ea typeface="FangSong" panose="02010609060101010101" pitchFamily="49" charset="-122"/>
                      </a:endParaRPr>
                    </a:p>
                  </a:txBody>
                  <a:tcPr/>
                </a:tc>
                <a:tc hMerge="1">
                  <a:txBody>
                    <a:bodyPr/>
                    <a:lstStyle/>
                    <a:p>
                      <a:pPr algn="ctr"/>
                      <a:endParaRPr lang="zh-CN" altLang="en-US" dirty="0">
                        <a:solidFill>
                          <a:schemeClr val="bg1"/>
                        </a:solidFill>
                      </a:endParaRPr>
                    </a:p>
                  </a:txBody>
                  <a:tcPr>
                    <a:lnR w="12700" cap="flat" cmpd="sng" algn="ctr">
                      <a:solidFill>
                        <a:schemeClr val="tx1"/>
                      </a:solidFill>
                      <a:prstDash val="solid"/>
                      <a:round/>
                      <a:headEnd type="none" w="med" len="med"/>
                      <a:tailEnd type="none" w="med" len="med"/>
                    </a:lnR>
                    <a:solidFill>
                      <a:schemeClr val="tx2"/>
                    </a:solidFill>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extLst>
                  <a:ext uri="{0D108BD9-81ED-4DB2-BD59-A6C34878D82A}">
                    <a16:rowId xmlns:a16="http://schemas.microsoft.com/office/drawing/2014/main" val="3135586976"/>
                  </a:ext>
                </a:extLst>
              </a:tr>
              <a:tr h="430862">
                <a:tc rowSpan="4">
                  <a:txBody>
                    <a:bodyPr/>
                    <a:lstStyle/>
                    <a:p>
                      <a:pPr algn="ctr"/>
                      <a:endParaRPr lang="zh-CN" altLang="en-US" sz="1800" b="0" i="0" dirty="0">
                        <a:solidFill>
                          <a:schemeClr val="tx1"/>
                        </a:solidFill>
                        <a:latin typeface="+mn-lt"/>
                        <a:ea typeface="FangSong" panose="02010609060101010101" pitchFamily="49" charset="-122"/>
                      </a:endParaRPr>
                    </a:p>
                  </a:txBody>
                  <a:tcPr/>
                </a:tc>
                <a:tc>
                  <a:txBody>
                    <a:bodyPr/>
                    <a:lstStyle/>
                    <a:p>
                      <a:pPr algn="ctr"/>
                      <a:r>
                        <a:rPr lang="en-US" altLang="zh-CN" sz="1800" b="0" dirty="0">
                          <a:solidFill>
                            <a:schemeClr val="tx1"/>
                          </a:solidFill>
                          <a:latin typeface="+mn-lt"/>
                        </a:rPr>
                        <a:t>Comm</a:t>
                      </a:r>
                      <a:endParaRPr lang="zh-CN" altLang="en-US" sz="1800" b="0" i="0" dirty="0">
                        <a:solidFill>
                          <a:schemeClr val="tx1"/>
                        </a:solidFill>
                        <a:latin typeface="+mn-lt"/>
                        <a:ea typeface="FangSong" panose="02010609060101010101" pitchFamily="49" charset="-122"/>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extLst>
                  <a:ext uri="{0D108BD9-81ED-4DB2-BD59-A6C34878D82A}">
                    <a16:rowId xmlns:a16="http://schemas.microsoft.com/office/drawing/2014/main" val="1809561287"/>
                  </a:ext>
                </a:extLst>
              </a:tr>
              <a:tr h="430862">
                <a:tc vMerge="1">
                  <a:txBody>
                    <a:bodyPr/>
                    <a:lstStyle/>
                    <a:p>
                      <a:pPr algn="ctr"/>
                      <a:r>
                        <a:rPr lang="zh-CN" altLang="en-US" dirty="0">
                          <a:solidFill>
                            <a:schemeClr val="bg1"/>
                          </a:solidFill>
                        </a:rPr>
                        <a:t>系统性能评估</a:t>
                      </a:r>
                    </a:p>
                  </a:txBody>
                  <a:tcPr>
                    <a:solidFill>
                      <a:schemeClr val="tx2"/>
                    </a:solidFill>
                  </a:tcPr>
                </a:tc>
                <a:tc>
                  <a:txBody>
                    <a:bodyPr/>
                    <a:lstStyle/>
                    <a:p>
                      <a:pPr algn="ctr"/>
                      <a:r>
                        <a:rPr lang="en-US" altLang="zh-CN" sz="1800" b="0" dirty="0">
                          <a:solidFill>
                            <a:schemeClr val="tx1"/>
                          </a:solidFill>
                          <a:latin typeface="+mn-lt"/>
                        </a:rPr>
                        <a:t>Latency</a:t>
                      </a:r>
                      <a:endParaRPr lang="zh-CN" altLang="en-US" sz="1800" b="0" i="0" dirty="0">
                        <a:solidFill>
                          <a:schemeClr val="tx1"/>
                        </a:solidFill>
                        <a:latin typeface="+mn-lt"/>
                        <a:ea typeface="FangSong" panose="02010609060101010101" pitchFamily="49" charset="-122"/>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extLst>
                  <a:ext uri="{0D108BD9-81ED-4DB2-BD59-A6C34878D82A}">
                    <a16:rowId xmlns:a16="http://schemas.microsoft.com/office/drawing/2014/main" val="344833785"/>
                  </a:ext>
                </a:extLst>
              </a:tr>
              <a:tr h="430862">
                <a:tc vMerge="1">
                  <a:txBody>
                    <a:bodyPr/>
                    <a:lstStyle/>
                    <a:p>
                      <a:pPr algn="ctr"/>
                      <a:endParaRPr lang="zh-CN" altLang="en-US" dirty="0">
                        <a:solidFill>
                          <a:schemeClr val="bg1"/>
                        </a:solidFill>
                      </a:endParaRPr>
                    </a:p>
                  </a:txBody>
                  <a:tcPr>
                    <a:solidFill>
                      <a:schemeClr val="tx2"/>
                    </a:solidFill>
                  </a:tcPr>
                </a:tc>
                <a:tc>
                  <a:txBody>
                    <a:bodyPr/>
                    <a:lstStyle/>
                    <a:p>
                      <a:pPr algn="ctr"/>
                      <a:r>
                        <a:rPr lang="en-US" altLang="zh-CN" sz="1800" b="0" dirty="0">
                          <a:solidFill>
                            <a:schemeClr val="tx1"/>
                          </a:solidFill>
                          <a:latin typeface="+mn-lt"/>
                        </a:rPr>
                        <a:t>Fidelity</a:t>
                      </a:r>
                      <a:endParaRPr lang="zh-CN" altLang="en-US" sz="1800" b="0" i="0" dirty="0">
                        <a:solidFill>
                          <a:schemeClr val="tx1"/>
                        </a:solidFill>
                        <a:latin typeface="+mn-lt"/>
                        <a:ea typeface="FangSong" panose="02010609060101010101" pitchFamily="49" charset="-122"/>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extLst>
                  <a:ext uri="{0D108BD9-81ED-4DB2-BD59-A6C34878D82A}">
                    <a16:rowId xmlns:a16="http://schemas.microsoft.com/office/drawing/2014/main" val="2981884904"/>
                  </a:ext>
                </a:extLst>
              </a:tr>
              <a:tr h="430862">
                <a:tc vMerge="1">
                  <a:txBody>
                    <a:bodyPr/>
                    <a:lstStyle/>
                    <a:p>
                      <a:pPr algn="ctr"/>
                      <a:endParaRPr lang="zh-CN" altLang="en-US" dirty="0">
                        <a:solidFill>
                          <a:schemeClr val="bg1"/>
                        </a:solidFill>
                      </a:endParaRPr>
                    </a:p>
                  </a:txBody>
                  <a:tcPr>
                    <a:solidFill>
                      <a:schemeClr val="tx2"/>
                    </a:solidFill>
                  </a:tcPr>
                </a:tc>
                <a:tc>
                  <a:txBody>
                    <a:bodyPr/>
                    <a:lstStyle/>
                    <a:p>
                      <a:pPr algn="ctr"/>
                      <a:r>
                        <a:rPr lang="en-US" altLang="zh-CN" sz="1800" b="0" dirty="0">
                          <a:solidFill>
                            <a:schemeClr val="tx1"/>
                          </a:solidFill>
                          <a:latin typeface="+mn-lt"/>
                        </a:rPr>
                        <a:t>Topology</a:t>
                      </a:r>
                      <a:endParaRPr lang="zh-CN" altLang="en-US" sz="1800" b="0" i="0" dirty="0">
                        <a:solidFill>
                          <a:schemeClr val="tx1"/>
                        </a:solidFill>
                        <a:latin typeface="+mn-lt"/>
                        <a:ea typeface="FangSong" panose="02010609060101010101" pitchFamily="49" charset="-122"/>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tc>
                  <a:txBody>
                    <a:bodyPr/>
                    <a:lstStyle/>
                    <a:p>
                      <a:endParaRPr lang="zh-CN" altLang="en-US" sz="1800" dirty="0">
                        <a:latin typeface="+mn-lt"/>
                      </a:endParaRPr>
                    </a:p>
                  </a:txBody>
                  <a:tcPr/>
                </a:tc>
                <a:extLst>
                  <a:ext uri="{0D108BD9-81ED-4DB2-BD59-A6C34878D82A}">
                    <a16:rowId xmlns:a16="http://schemas.microsoft.com/office/drawing/2014/main" val="2997403520"/>
                  </a:ext>
                </a:extLst>
              </a:tr>
            </a:tbl>
          </a:graphicData>
        </a:graphic>
      </p:graphicFrame>
      <p:sp>
        <p:nvSpPr>
          <p:cNvPr id="7" name="Rounded Rectangle 23">
            <a:extLst>
              <a:ext uri="{FF2B5EF4-FFF2-40B4-BE49-F238E27FC236}">
                <a16:creationId xmlns:a16="http://schemas.microsoft.com/office/drawing/2014/main" id="{4F5E8108-3A32-C2D4-0833-F5199CC9D801}"/>
              </a:ext>
            </a:extLst>
          </p:cNvPr>
          <p:cNvSpPr/>
          <p:nvPr/>
        </p:nvSpPr>
        <p:spPr>
          <a:xfrm>
            <a:off x="2747314" y="4667913"/>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3" name="Rounded Rectangle 23">
            <a:extLst>
              <a:ext uri="{FF2B5EF4-FFF2-40B4-BE49-F238E27FC236}">
                <a16:creationId xmlns:a16="http://schemas.microsoft.com/office/drawing/2014/main" id="{A2DA5225-00EE-2635-2044-0B5461E41087}"/>
              </a:ext>
            </a:extLst>
          </p:cNvPr>
          <p:cNvSpPr/>
          <p:nvPr/>
        </p:nvSpPr>
        <p:spPr>
          <a:xfrm>
            <a:off x="2747314" y="3769432"/>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4" name="Rounded Rectangle 23">
            <a:extLst>
              <a:ext uri="{FF2B5EF4-FFF2-40B4-BE49-F238E27FC236}">
                <a16:creationId xmlns:a16="http://schemas.microsoft.com/office/drawing/2014/main" id="{88CAA6A3-0612-B020-2380-EE4083145CE1}"/>
              </a:ext>
            </a:extLst>
          </p:cNvPr>
          <p:cNvSpPr/>
          <p:nvPr/>
        </p:nvSpPr>
        <p:spPr>
          <a:xfrm>
            <a:off x="2747314" y="2927317"/>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5" name="Rounded Rectangle 23">
            <a:extLst>
              <a:ext uri="{FF2B5EF4-FFF2-40B4-BE49-F238E27FC236}">
                <a16:creationId xmlns:a16="http://schemas.microsoft.com/office/drawing/2014/main" id="{30395EDD-6CCE-96EF-CBBF-2E699379F49D}"/>
              </a:ext>
            </a:extLst>
          </p:cNvPr>
          <p:cNvSpPr/>
          <p:nvPr/>
        </p:nvSpPr>
        <p:spPr>
          <a:xfrm>
            <a:off x="4081872"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7" name="Rounded Rectangle 23">
            <a:extLst>
              <a:ext uri="{FF2B5EF4-FFF2-40B4-BE49-F238E27FC236}">
                <a16:creationId xmlns:a16="http://schemas.microsoft.com/office/drawing/2014/main" id="{43A3E36F-B707-ECEC-6F32-EC811B16DA6D}"/>
              </a:ext>
            </a:extLst>
          </p:cNvPr>
          <p:cNvSpPr/>
          <p:nvPr/>
        </p:nvSpPr>
        <p:spPr>
          <a:xfrm>
            <a:off x="5569586"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8" name="Rounded Rectangle 23">
            <a:extLst>
              <a:ext uri="{FF2B5EF4-FFF2-40B4-BE49-F238E27FC236}">
                <a16:creationId xmlns:a16="http://schemas.microsoft.com/office/drawing/2014/main" id="{710B8A0B-4282-5EA8-91E2-C941A3F9326E}"/>
              </a:ext>
            </a:extLst>
          </p:cNvPr>
          <p:cNvSpPr/>
          <p:nvPr/>
        </p:nvSpPr>
        <p:spPr>
          <a:xfrm>
            <a:off x="7340329"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9" name="Rounded Rectangle 23">
            <a:extLst>
              <a:ext uri="{FF2B5EF4-FFF2-40B4-BE49-F238E27FC236}">
                <a16:creationId xmlns:a16="http://schemas.microsoft.com/office/drawing/2014/main" id="{C685B12F-9E10-6B44-F098-35B164B5136B}"/>
              </a:ext>
            </a:extLst>
          </p:cNvPr>
          <p:cNvSpPr/>
          <p:nvPr/>
        </p:nvSpPr>
        <p:spPr>
          <a:xfrm>
            <a:off x="9061704"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0" name="Rounded Rectangle 23">
            <a:extLst>
              <a:ext uri="{FF2B5EF4-FFF2-40B4-BE49-F238E27FC236}">
                <a16:creationId xmlns:a16="http://schemas.microsoft.com/office/drawing/2014/main" id="{44461B4B-1627-1ED3-D336-AF98D9836C73}"/>
              </a:ext>
            </a:extLst>
          </p:cNvPr>
          <p:cNvSpPr/>
          <p:nvPr/>
        </p:nvSpPr>
        <p:spPr>
          <a:xfrm>
            <a:off x="10783079"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1" name="Rounded Rectangle 23">
            <a:extLst>
              <a:ext uri="{FF2B5EF4-FFF2-40B4-BE49-F238E27FC236}">
                <a16:creationId xmlns:a16="http://schemas.microsoft.com/office/drawing/2014/main" id="{202A555C-5DE3-C15D-816D-A39D64D1BEDE}"/>
              </a:ext>
            </a:extLst>
          </p:cNvPr>
          <p:cNvSpPr/>
          <p:nvPr/>
        </p:nvSpPr>
        <p:spPr>
          <a:xfrm>
            <a:off x="10783079" y="293851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2" name="Rounded Rectangle 23">
            <a:extLst>
              <a:ext uri="{FF2B5EF4-FFF2-40B4-BE49-F238E27FC236}">
                <a16:creationId xmlns:a16="http://schemas.microsoft.com/office/drawing/2014/main" id="{641DFA41-0307-4374-26DD-810DD93BB716}"/>
              </a:ext>
            </a:extLst>
          </p:cNvPr>
          <p:cNvSpPr/>
          <p:nvPr/>
        </p:nvSpPr>
        <p:spPr>
          <a:xfrm>
            <a:off x="10783079" y="4226281"/>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3" name="Rounded Rectangle 23">
            <a:extLst>
              <a:ext uri="{FF2B5EF4-FFF2-40B4-BE49-F238E27FC236}">
                <a16:creationId xmlns:a16="http://schemas.microsoft.com/office/drawing/2014/main" id="{9246CF74-8896-D565-6AEF-349EA724CB4F}"/>
              </a:ext>
            </a:extLst>
          </p:cNvPr>
          <p:cNvSpPr/>
          <p:nvPr/>
        </p:nvSpPr>
        <p:spPr>
          <a:xfrm>
            <a:off x="10783079" y="3807261"/>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4" name="Rounded Rectangle 23">
            <a:extLst>
              <a:ext uri="{FF2B5EF4-FFF2-40B4-BE49-F238E27FC236}">
                <a16:creationId xmlns:a16="http://schemas.microsoft.com/office/drawing/2014/main" id="{3D6F9ACE-B4D8-9B51-4921-C8C6DF40BA69}"/>
              </a:ext>
            </a:extLst>
          </p:cNvPr>
          <p:cNvSpPr/>
          <p:nvPr/>
        </p:nvSpPr>
        <p:spPr>
          <a:xfrm>
            <a:off x="10783079" y="5095032"/>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5" name="Rounded Rectangle 23">
            <a:extLst>
              <a:ext uri="{FF2B5EF4-FFF2-40B4-BE49-F238E27FC236}">
                <a16:creationId xmlns:a16="http://schemas.microsoft.com/office/drawing/2014/main" id="{09A30EEE-763B-4BB3-F33D-80062825416B}"/>
              </a:ext>
            </a:extLst>
          </p:cNvPr>
          <p:cNvSpPr/>
          <p:nvPr/>
        </p:nvSpPr>
        <p:spPr>
          <a:xfrm>
            <a:off x="10783079" y="4676012"/>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6" name="Rounded Rectangle 23">
            <a:extLst>
              <a:ext uri="{FF2B5EF4-FFF2-40B4-BE49-F238E27FC236}">
                <a16:creationId xmlns:a16="http://schemas.microsoft.com/office/drawing/2014/main" id="{18BA0B75-6EA1-72D1-15DF-84EB39433A77}"/>
              </a:ext>
            </a:extLst>
          </p:cNvPr>
          <p:cNvSpPr/>
          <p:nvPr/>
        </p:nvSpPr>
        <p:spPr>
          <a:xfrm>
            <a:off x="4081872" y="3796513"/>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7" name="Rounded Rectangle 23">
            <a:extLst>
              <a:ext uri="{FF2B5EF4-FFF2-40B4-BE49-F238E27FC236}">
                <a16:creationId xmlns:a16="http://schemas.microsoft.com/office/drawing/2014/main" id="{4FFC3EFA-FA05-1AA6-676D-D6BD8A7F2AC9}"/>
              </a:ext>
            </a:extLst>
          </p:cNvPr>
          <p:cNvSpPr/>
          <p:nvPr/>
        </p:nvSpPr>
        <p:spPr>
          <a:xfrm>
            <a:off x="5569586" y="3796513"/>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8" name="Rounded Rectangle 23">
            <a:extLst>
              <a:ext uri="{FF2B5EF4-FFF2-40B4-BE49-F238E27FC236}">
                <a16:creationId xmlns:a16="http://schemas.microsoft.com/office/drawing/2014/main" id="{8CC7E82C-D51B-03BD-C034-02FB33139754}"/>
              </a:ext>
            </a:extLst>
          </p:cNvPr>
          <p:cNvSpPr/>
          <p:nvPr/>
        </p:nvSpPr>
        <p:spPr>
          <a:xfrm>
            <a:off x="7340329" y="3795653"/>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9" name="Rounded Rectangle 23">
            <a:extLst>
              <a:ext uri="{FF2B5EF4-FFF2-40B4-BE49-F238E27FC236}">
                <a16:creationId xmlns:a16="http://schemas.microsoft.com/office/drawing/2014/main" id="{FA720927-89AB-6BB7-E4FD-50663A3A4AC1}"/>
              </a:ext>
            </a:extLst>
          </p:cNvPr>
          <p:cNvSpPr/>
          <p:nvPr/>
        </p:nvSpPr>
        <p:spPr>
          <a:xfrm>
            <a:off x="5569586" y="4238425"/>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50" name="Rounded Rectangle 23">
            <a:extLst>
              <a:ext uri="{FF2B5EF4-FFF2-40B4-BE49-F238E27FC236}">
                <a16:creationId xmlns:a16="http://schemas.microsoft.com/office/drawing/2014/main" id="{A5058A7B-39E5-876F-9310-3D9424ABB368}"/>
              </a:ext>
            </a:extLst>
          </p:cNvPr>
          <p:cNvSpPr/>
          <p:nvPr/>
        </p:nvSpPr>
        <p:spPr>
          <a:xfrm>
            <a:off x="7340329" y="5095032"/>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51" name="Rounded Rectangle 23">
            <a:extLst>
              <a:ext uri="{FF2B5EF4-FFF2-40B4-BE49-F238E27FC236}">
                <a16:creationId xmlns:a16="http://schemas.microsoft.com/office/drawing/2014/main" id="{D01BB657-8536-D1FD-A349-9754AAF81C9A}"/>
              </a:ext>
            </a:extLst>
          </p:cNvPr>
          <p:cNvSpPr/>
          <p:nvPr/>
        </p:nvSpPr>
        <p:spPr>
          <a:xfrm>
            <a:off x="9061704" y="4658231"/>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52" name="文本框 51">
            <a:extLst>
              <a:ext uri="{FF2B5EF4-FFF2-40B4-BE49-F238E27FC236}">
                <a16:creationId xmlns:a16="http://schemas.microsoft.com/office/drawing/2014/main" id="{73CC66DB-39DB-5DAA-3512-B191F5CD5E62}"/>
              </a:ext>
            </a:extLst>
          </p:cNvPr>
          <p:cNvSpPr txBox="1"/>
          <p:nvPr/>
        </p:nvSpPr>
        <p:spPr>
          <a:xfrm rot="16200000">
            <a:off x="83601" y="4349123"/>
            <a:ext cx="1453058" cy="369332"/>
          </a:xfrm>
          <a:prstGeom prst="rect">
            <a:avLst/>
          </a:prstGeom>
          <a:noFill/>
        </p:spPr>
        <p:txBody>
          <a:bodyPr wrap="square" rtlCol="0">
            <a:spAutoFit/>
          </a:bodyPr>
          <a:lstStyle/>
          <a:p>
            <a:r>
              <a:rPr kumimoji="1" lang="en-US" altLang="zh-CN" dirty="0"/>
              <a:t>Performance</a:t>
            </a:r>
            <a:endParaRPr kumimoji="1" lang="zh-CN" altLang="en-US" dirty="0"/>
          </a:p>
        </p:txBody>
      </p:sp>
      <p:sp>
        <p:nvSpPr>
          <p:cNvPr id="3" name="TextBox 8">
            <a:extLst>
              <a:ext uri="{FF2B5EF4-FFF2-40B4-BE49-F238E27FC236}">
                <a16:creationId xmlns:a16="http://schemas.microsoft.com/office/drawing/2014/main" id="{5329A4BC-8FB0-E340-8C06-1FACF148DC7B}"/>
              </a:ext>
            </a:extLst>
          </p:cNvPr>
          <p:cNvSpPr txBox="1"/>
          <p:nvPr/>
        </p:nvSpPr>
        <p:spPr>
          <a:xfrm>
            <a:off x="5355771" y="5554648"/>
            <a:ext cx="5560375" cy="1175706"/>
          </a:xfrm>
          <a:prstGeom prst="rect">
            <a:avLst/>
          </a:prstGeom>
          <a:noFill/>
        </p:spPr>
        <p:txBody>
          <a:bodyPr wrap="square" lIns="18288" tIns="18288" rIns="18288" bIns="18288">
            <a:spAutoFit/>
          </a:bodyPr>
          <a:lstStyle/>
          <a:p>
            <a:pPr marL="342900" indent="-342900" algn="l">
              <a:spcAft>
                <a:spcPts val="300"/>
              </a:spcAft>
              <a:buFont typeface="Wingdings" pitchFamily="2" charset="2"/>
              <a:buChar char="Ø"/>
            </a:pPr>
            <a:r>
              <a:rPr sz="2300" b="0" i="0" dirty="0">
                <a:solidFill>
                  <a:srgbClr val="000000"/>
                </a:solidFill>
                <a:latin typeface="Times New Roman"/>
              </a:rPr>
              <a:t>R1: unified description</a:t>
            </a:r>
          </a:p>
          <a:p>
            <a:pPr marL="342900" indent="-342900" algn="l">
              <a:spcAft>
                <a:spcPts val="300"/>
              </a:spcAft>
              <a:buFont typeface="Wingdings" pitchFamily="2" charset="2"/>
              <a:buChar char="Ø"/>
            </a:pPr>
            <a:r>
              <a:rPr sz="2300" b="0" i="0" dirty="0">
                <a:solidFill>
                  <a:srgbClr val="000000"/>
                </a:solidFill>
                <a:latin typeface="Times New Roman"/>
              </a:rPr>
              <a:t>R2: quantitative performance evaluation</a:t>
            </a:r>
          </a:p>
          <a:p>
            <a:pPr marL="342900" indent="-342900" algn="l">
              <a:spcAft>
                <a:spcPts val="300"/>
              </a:spcAft>
              <a:buFont typeface="Wingdings" pitchFamily="2" charset="2"/>
              <a:buChar char="Ø"/>
            </a:pPr>
            <a:r>
              <a:rPr sz="2300" b="0" i="0" dirty="0">
                <a:solidFill>
                  <a:srgbClr val="000000"/>
                </a:solidFill>
                <a:latin typeface="Times New Roman"/>
              </a:rPr>
              <a:t>R3: adaptive optimization strategy</a:t>
            </a:r>
          </a:p>
        </p:txBody>
      </p:sp>
      <p:sp>
        <p:nvSpPr>
          <p:cNvPr id="4" name="TextBox 6">
            <a:extLst>
              <a:ext uri="{FF2B5EF4-FFF2-40B4-BE49-F238E27FC236}">
                <a16:creationId xmlns:a16="http://schemas.microsoft.com/office/drawing/2014/main" id="{C5CEED4A-0A3C-9654-800E-2D5FAC47C4A3}"/>
              </a:ext>
            </a:extLst>
          </p:cNvPr>
          <p:cNvSpPr txBox="1"/>
          <p:nvPr/>
        </p:nvSpPr>
        <p:spPr>
          <a:xfrm>
            <a:off x="1856301" y="5685854"/>
            <a:ext cx="3376401" cy="775597"/>
          </a:xfrm>
          <a:prstGeom prst="rect">
            <a:avLst/>
          </a:prstGeom>
          <a:noFill/>
        </p:spPr>
        <p:txBody>
          <a:bodyPr wrap="square" lIns="18288" tIns="18288" rIns="18288" bIns="18288">
            <a:spAutoFit/>
          </a:bodyPr>
          <a:lstStyle/>
          <a:p>
            <a:pPr algn="l"/>
            <a:r>
              <a:rPr lang="en-US" sz="2400" dirty="0">
                <a:solidFill>
                  <a:srgbClr val="585858"/>
                </a:solidFill>
                <a:latin typeface="Times New Roman"/>
              </a:rPr>
              <a:t>R</a:t>
            </a:r>
            <a:r>
              <a:rPr sz="2400" b="0" i="0" dirty="0">
                <a:solidFill>
                  <a:srgbClr val="585858"/>
                </a:solidFill>
                <a:latin typeface="Times New Roman"/>
              </a:rPr>
              <a:t>equirements for practical DQC compilation</a:t>
            </a:r>
          </a:p>
        </p:txBody>
      </p:sp>
    </p:spTree>
    <p:extLst>
      <p:ext uri="{BB962C8B-B14F-4D97-AF65-F5344CB8AC3E}">
        <p14:creationId xmlns:p14="http://schemas.microsoft.com/office/powerpoint/2010/main" val="3319817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1" i="0" dirty="0">
                <a:solidFill>
                  <a:srgbClr val="000000"/>
                </a:solidFill>
                <a:latin typeface="Times New Roman"/>
              </a:rPr>
              <a:t>-  Overview of </a:t>
            </a:r>
            <a:r>
              <a:rPr sz="2400" b="1" i="0" dirty="0" err="1">
                <a:solidFill>
                  <a:srgbClr val="000000"/>
                </a:solidFill>
                <a:latin typeface="Times New Roman"/>
              </a:rPr>
              <a:t>AdaptDQC</a:t>
            </a:r>
            <a:endParaRPr sz="2400" b="1" i="0" dirty="0">
              <a:solidFill>
                <a:srgbClr val="000000"/>
              </a:solidFill>
              <a:latin typeface="Times New Roman"/>
            </a:endParaRPr>
          </a:p>
        </p:txBody>
      </p:sp>
      <p:sp>
        <p:nvSpPr>
          <p:cNvPr id="10" name="TextBox 9"/>
          <p:cNvSpPr txBox="1"/>
          <p:nvPr/>
        </p:nvSpPr>
        <p:spPr>
          <a:xfrm>
            <a:off x="777240" y="2221992"/>
            <a:ext cx="2711383" cy="406265"/>
          </a:xfrm>
          <a:prstGeom prst="rect">
            <a:avLst/>
          </a:prstGeom>
          <a:noFill/>
        </p:spPr>
        <p:txBody>
          <a:bodyPr wrap="none" lIns="18288" tIns="18288" rIns="18288" bIns="18288">
            <a:spAutoFit/>
          </a:bodyPr>
          <a:lstStyle>
            <a:defPPr>
              <a:defRPr lang="zh-CN"/>
            </a:defPPr>
            <a:lvl1pPr>
              <a:defRPr sz="2400" b="0" i="0">
                <a:solidFill>
                  <a:srgbClr val="AAAAAA"/>
                </a:solidFill>
                <a:latin typeface="Times New Roman"/>
              </a:defRPr>
            </a:lvl1pPr>
          </a:lstStyle>
          <a:p>
            <a:r>
              <a:rPr lang="en-US" altLang="zh-CN" dirty="0"/>
              <a:t>-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Experimental evaluation</a:t>
            </a:r>
          </a:p>
        </p:txBody>
      </p:sp>
      <p:sp>
        <p:nvSpPr>
          <p:cNvPr id="12" name="TextBox 11"/>
          <p:cNvSpPr txBox="1"/>
          <p:nvPr/>
        </p:nvSpPr>
        <p:spPr>
          <a:xfrm>
            <a:off x="777240" y="3209544"/>
            <a:ext cx="2235933" cy="406265"/>
          </a:xfrm>
          <a:prstGeom prst="rect">
            <a:avLst/>
          </a:prstGeom>
          <a:noFill/>
        </p:spPr>
        <p:txBody>
          <a:bodyPr wrap="none" lIns="18288" tIns="18288" rIns="18288" bIns="18288">
            <a:spAutoFit/>
          </a:bodyPr>
          <a:lstStyle/>
          <a:p>
            <a:r>
              <a:rPr sz="2400" b="0" i="0" dirty="0">
                <a:solidFill>
                  <a:srgbClr val="AAAAAA"/>
                </a:solidFill>
                <a:latin typeface="Times New Roman"/>
              </a:rPr>
              <a:t>- </a:t>
            </a:r>
            <a:r>
              <a:rPr lang="en-US" sz="2400" b="0" i="0" dirty="0">
                <a:solidFill>
                  <a:srgbClr val="AAAAAA"/>
                </a:solidFill>
                <a:latin typeface="Times New Roman"/>
              </a:rPr>
              <a:t> </a:t>
            </a:r>
            <a:r>
              <a:rPr lang="en-US" altLang="zh-CN" sz="2400" dirty="0" err="1">
                <a:solidFill>
                  <a:srgbClr val="AAAAAA"/>
                </a:solidFill>
              </a:rPr>
              <a:t>AdaptDQC</a:t>
            </a:r>
            <a:r>
              <a:rPr lang="en-US" altLang="zh-CN" sz="2400" dirty="0">
                <a:solidFill>
                  <a:srgbClr val="AAAAAA"/>
                </a:solidFill>
              </a:rPr>
              <a:t> API</a:t>
            </a:r>
          </a:p>
        </p:txBody>
      </p:sp>
    </p:spTree>
    <p:extLst>
      <p:ext uri="{BB962C8B-B14F-4D97-AF65-F5344CB8AC3E}">
        <p14:creationId xmlns:p14="http://schemas.microsoft.com/office/powerpoint/2010/main" val="1307595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6A30B-CB6D-2D95-BDBA-5803BFE977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DF903A2-4971-7D48-78DF-FED3B62DA2B0}"/>
              </a:ext>
            </a:extLst>
          </p:cNvPr>
          <p:cNvSpPr txBox="1"/>
          <p:nvPr/>
        </p:nvSpPr>
        <p:spPr>
          <a:xfrm>
            <a:off x="901385" y="138760"/>
            <a:ext cx="3358355" cy="467820"/>
          </a:xfrm>
          <a:prstGeom prst="rect">
            <a:avLst/>
          </a:prstGeom>
          <a:noFill/>
        </p:spPr>
        <p:txBody>
          <a:bodyPr wrap="none" lIns="18288" tIns="18288" rIns="18288" bIns="18288">
            <a:spAutoFit/>
          </a:bodyPr>
          <a:lstStyle/>
          <a:p>
            <a:r>
              <a:rPr lang="en-US" altLang="zh-CN" sz="2800" b="1" dirty="0" err="1">
                <a:solidFill>
                  <a:srgbClr val="000000"/>
                </a:solidFill>
              </a:rPr>
              <a:t>AdaptDQC</a:t>
            </a:r>
            <a:r>
              <a:rPr lang="en-US" altLang="zh-CN" sz="2800" b="1" dirty="0">
                <a:solidFill>
                  <a:srgbClr val="000000"/>
                </a:solidFill>
              </a:rPr>
              <a:t> Overview</a:t>
            </a:r>
            <a:endParaRPr sz="2800" b="1" i="0" dirty="0">
              <a:solidFill>
                <a:srgbClr val="000000"/>
              </a:solidFill>
              <a:latin typeface="Times New Roman"/>
            </a:endParaRPr>
          </a:p>
        </p:txBody>
      </p:sp>
      <p:pic>
        <p:nvPicPr>
          <p:cNvPr id="2" name="图片 1">
            <a:extLst>
              <a:ext uri="{FF2B5EF4-FFF2-40B4-BE49-F238E27FC236}">
                <a16:creationId xmlns:a16="http://schemas.microsoft.com/office/drawing/2014/main" id="{449BFB45-16BB-7AC4-2B2D-90AD40958B3B}"/>
              </a:ext>
            </a:extLst>
          </p:cNvPr>
          <p:cNvPicPr>
            <a:picLocks noChangeAspect="1"/>
          </p:cNvPicPr>
          <p:nvPr/>
        </p:nvPicPr>
        <p:blipFill>
          <a:blip r:embed="rId3"/>
          <a:stretch>
            <a:fillRect/>
          </a:stretch>
        </p:blipFill>
        <p:spPr>
          <a:xfrm rot="5400000">
            <a:off x="6639111" y="932431"/>
            <a:ext cx="5016500" cy="5372100"/>
          </a:xfrm>
          <a:prstGeom prst="rect">
            <a:avLst/>
          </a:prstGeom>
        </p:spPr>
      </p:pic>
      <p:sp>
        <p:nvSpPr>
          <p:cNvPr id="10" name="Rounded Rectangle 27">
            <a:extLst>
              <a:ext uri="{FF2B5EF4-FFF2-40B4-BE49-F238E27FC236}">
                <a16:creationId xmlns:a16="http://schemas.microsoft.com/office/drawing/2014/main" id="{98D0DBD6-E796-2B16-1DA8-5464BD5DAC23}"/>
              </a:ext>
            </a:extLst>
          </p:cNvPr>
          <p:cNvSpPr/>
          <p:nvPr/>
        </p:nvSpPr>
        <p:spPr>
          <a:xfrm>
            <a:off x="1408383" y="1517588"/>
            <a:ext cx="4257674" cy="428101"/>
          </a:xfrm>
          <a:prstGeom prst="round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Circuit</a:t>
            </a:r>
          </a:p>
        </p:txBody>
      </p:sp>
      <p:sp>
        <p:nvSpPr>
          <p:cNvPr id="11" name="Rounded Rectangle 28">
            <a:extLst>
              <a:ext uri="{FF2B5EF4-FFF2-40B4-BE49-F238E27FC236}">
                <a16:creationId xmlns:a16="http://schemas.microsoft.com/office/drawing/2014/main" id="{CAE6022B-1B63-7439-17EE-D2D81D823FDB}"/>
              </a:ext>
            </a:extLst>
          </p:cNvPr>
          <p:cNvSpPr/>
          <p:nvPr/>
        </p:nvSpPr>
        <p:spPr>
          <a:xfrm>
            <a:off x="1408388" y="2200621"/>
            <a:ext cx="4257675" cy="478591"/>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Graph model</a:t>
            </a:r>
          </a:p>
        </p:txBody>
      </p:sp>
      <p:sp>
        <p:nvSpPr>
          <p:cNvPr id="12" name="Rounded Rectangle 29">
            <a:extLst>
              <a:ext uri="{FF2B5EF4-FFF2-40B4-BE49-F238E27FC236}">
                <a16:creationId xmlns:a16="http://schemas.microsoft.com/office/drawing/2014/main" id="{752048A3-D04B-8236-17E8-C737F8D8F772}"/>
              </a:ext>
            </a:extLst>
          </p:cNvPr>
          <p:cNvSpPr/>
          <p:nvPr/>
        </p:nvSpPr>
        <p:spPr>
          <a:xfrm>
            <a:off x="1408387" y="2951161"/>
            <a:ext cx="4257673" cy="478591"/>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1800" b="1" i="0" dirty="0">
                <a:solidFill>
                  <a:srgbClr val="000000"/>
                </a:solidFill>
                <a:latin typeface="Times New Roman"/>
              </a:rPr>
              <a:t>Performance</a:t>
            </a:r>
            <a:r>
              <a:rPr lang="zh-CN" altLang="en-US" sz="1800" b="1" i="0" dirty="0">
                <a:solidFill>
                  <a:srgbClr val="000000"/>
                </a:solidFill>
                <a:latin typeface="Times New Roman"/>
              </a:rPr>
              <a:t> </a:t>
            </a:r>
            <a:r>
              <a:rPr lang="en-US" altLang="zh-CN" sz="1800" b="1" i="0" dirty="0">
                <a:solidFill>
                  <a:srgbClr val="000000"/>
                </a:solidFill>
                <a:latin typeface="Times New Roman"/>
              </a:rPr>
              <a:t>evaluate</a:t>
            </a:r>
            <a:endParaRPr sz="1800" b="1" i="0" dirty="0">
              <a:solidFill>
                <a:srgbClr val="000000"/>
              </a:solidFill>
              <a:latin typeface="Times New Roman"/>
            </a:endParaRPr>
          </a:p>
        </p:txBody>
      </p:sp>
      <p:sp>
        <p:nvSpPr>
          <p:cNvPr id="13" name="Rounded Rectangle 30">
            <a:extLst>
              <a:ext uri="{FF2B5EF4-FFF2-40B4-BE49-F238E27FC236}">
                <a16:creationId xmlns:a16="http://schemas.microsoft.com/office/drawing/2014/main" id="{7FCC0403-740E-91C6-7B56-500FA64240B2}"/>
              </a:ext>
            </a:extLst>
          </p:cNvPr>
          <p:cNvSpPr/>
          <p:nvPr/>
        </p:nvSpPr>
        <p:spPr>
          <a:xfrm>
            <a:off x="1408387" y="3764191"/>
            <a:ext cx="4257671" cy="465655"/>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Optimize</a:t>
            </a:r>
            <a:r>
              <a:rPr lang="en-US" altLang="zh-CN" sz="1800" b="1" i="0" dirty="0">
                <a:solidFill>
                  <a:srgbClr val="000000"/>
                </a:solidFill>
                <a:latin typeface="Times New Roman"/>
              </a:rPr>
              <a:t>r</a:t>
            </a:r>
            <a:endParaRPr sz="1800" b="1" i="0" dirty="0">
              <a:solidFill>
                <a:srgbClr val="000000"/>
              </a:solidFill>
              <a:latin typeface="Times New Roman"/>
            </a:endParaRPr>
          </a:p>
        </p:txBody>
      </p:sp>
      <p:cxnSp>
        <p:nvCxnSpPr>
          <p:cNvPr id="14" name="Connector 31">
            <a:extLst>
              <a:ext uri="{FF2B5EF4-FFF2-40B4-BE49-F238E27FC236}">
                <a16:creationId xmlns:a16="http://schemas.microsoft.com/office/drawing/2014/main" id="{A8A38739-4661-B056-051A-C562D3BDF22A}"/>
              </a:ext>
            </a:extLst>
          </p:cNvPr>
          <p:cNvCxnSpPr>
            <a:cxnSpLocks/>
            <a:stCxn id="10" idx="2"/>
            <a:endCxn id="11" idx="0"/>
          </p:cNvCxnSpPr>
          <p:nvPr/>
        </p:nvCxnSpPr>
        <p:spPr>
          <a:xfrm>
            <a:off x="3537220" y="1945689"/>
            <a:ext cx="6" cy="254932"/>
          </a:xfrm>
          <a:prstGeom prst="line">
            <a:avLst/>
          </a:prstGeom>
          <a:ln w="25400">
            <a:solidFill>
              <a:srgbClr val="00499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15" name="Connector 32">
            <a:extLst>
              <a:ext uri="{FF2B5EF4-FFF2-40B4-BE49-F238E27FC236}">
                <a16:creationId xmlns:a16="http://schemas.microsoft.com/office/drawing/2014/main" id="{D651EC85-80D1-C6E1-B73A-D646BEBE7DEF}"/>
              </a:ext>
            </a:extLst>
          </p:cNvPr>
          <p:cNvCxnSpPr>
            <a:cxnSpLocks/>
            <a:stCxn id="11" idx="2"/>
            <a:endCxn id="12" idx="0"/>
          </p:cNvCxnSpPr>
          <p:nvPr/>
        </p:nvCxnSpPr>
        <p:spPr>
          <a:xfrm flipH="1">
            <a:off x="3537224" y="2679212"/>
            <a:ext cx="2" cy="271949"/>
          </a:xfrm>
          <a:prstGeom prst="line">
            <a:avLst/>
          </a:prstGeom>
          <a:ln w="25400">
            <a:solidFill>
              <a:srgbClr val="00499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16" name="Connector 33">
            <a:extLst>
              <a:ext uri="{FF2B5EF4-FFF2-40B4-BE49-F238E27FC236}">
                <a16:creationId xmlns:a16="http://schemas.microsoft.com/office/drawing/2014/main" id="{3F07D208-0625-815C-68BA-C193A78F667A}"/>
              </a:ext>
            </a:extLst>
          </p:cNvPr>
          <p:cNvCxnSpPr>
            <a:cxnSpLocks/>
            <a:stCxn id="12" idx="2"/>
            <a:endCxn id="13" idx="0"/>
          </p:cNvCxnSpPr>
          <p:nvPr/>
        </p:nvCxnSpPr>
        <p:spPr>
          <a:xfrm flipH="1">
            <a:off x="3537223" y="3429752"/>
            <a:ext cx="1" cy="334439"/>
          </a:xfrm>
          <a:prstGeom prst="line">
            <a:avLst/>
          </a:prstGeom>
          <a:ln w="25400">
            <a:solidFill>
              <a:srgbClr val="00499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17" name="Connector 34">
            <a:extLst>
              <a:ext uri="{FF2B5EF4-FFF2-40B4-BE49-F238E27FC236}">
                <a16:creationId xmlns:a16="http://schemas.microsoft.com/office/drawing/2014/main" id="{72BF3D3A-D246-56FC-CC51-3E6B27965C54}"/>
              </a:ext>
            </a:extLst>
          </p:cNvPr>
          <p:cNvCxnSpPr>
            <a:cxnSpLocks/>
            <a:stCxn id="18" idx="0"/>
            <a:endCxn id="13" idx="2"/>
          </p:cNvCxnSpPr>
          <p:nvPr/>
        </p:nvCxnSpPr>
        <p:spPr>
          <a:xfrm flipV="1">
            <a:off x="3537221" y="4229846"/>
            <a:ext cx="2" cy="489692"/>
          </a:xfrm>
          <a:prstGeom prst="line">
            <a:avLst/>
          </a:prstGeom>
          <a:ln w="25400">
            <a:solidFill>
              <a:srgbClr val="004990"/>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18" name="Rounded Rectangle 35">
            <a:extLst>
              <a:ext uri="{FF2B5EF4-FFF2-40B4-BE49-F238E27FC236}">
                <a16:creationId xmlns:a16="http://schemas.microsoft.com/office/drawing/2014/main" id="{12DB6F5D-658C-692E-B90B-37EDE6F9FFD7}"/>
              </a:ext>
            </a:extLst>
          </p:cNvPr>
          <p:cNvSpPr/>
          <p:nvPr/>
        </p:nvSpPr>
        <p:spPr>
          <a:xfrm>
            <a:off x="1128992" y="4719538"/>
            <a:ext cx="4816457" cy="64008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sz="1900" b="1" i="0" dirty="0">
                <a:solidFill>
                  <a:srgbClr val="000000"/>
                </a:solidFill>
                <a:latin typeface="Times New Roman"/>
              </a:rPr>
              <a:t>DQC</a:t>
            </a:r>
            <a:r>
              <a:rPr lang="zh-CN" altLang="en-US" sz="1900" b="1" i="0" dirty="0">
                <a:solidFill>
                  <a:srgbClr val="000000"/>
                </a:solidFill>
                <a:latin typeface="Times New Roman"/>
              </a:rPr>
              <a:t> </a:t>
            </a:r>
            <a:r>
              <a:rPr lang="en-US" altLang="zh-CN" sz="1900" b="1" i="0" dirty="0" err="1">
                <a:solidFill>
                  <a:srgbClr val="000000"/>
                </a:solidFill>
                <a:latin typeface="Times New Roman"/>
              </a:rPr>
              <a:t>hardwares</a:t>
            </a:r>
            <a:endParaRPr sz="1900" b="1" i="0" dirty="0">
              <a:solidFill>
                <a:srgbClr val="000000"/>
              </a:solidFill>
              <a:latin typeface="Times New Roman"/>
            </a:endParaRPr>
          </a:p>
        </p:txBody>
      </p:sp>
    </p:spTree>
    <p:extLst>
      <p:ext uri="{BB962C8B-B14F-4D97-AF65-F5344CB8AC3E}">
        <p14:creationId xmlns:p14="http://schemas.microsoft.com/office/powerpoint/2010/main" val="334194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任意形状 54">
            <a:extLst>
              <a:ext uri="{FF2B5EF4-FFF2-40B4-BE49-F238E27FC236}">
                <a16:creationId xmlns:a16="http://schemas.microsoft.com/office/drawing/2014/main" id="{35E2F22B-762F-F4DD-3069-04BC6534E468}"/>
              </a:ext>
            </a:extLst>
          </p:cNvPr>
          <p:cNvSpPr/>
          <p:nvPr/>
        </p:nvSpPr>
        <p:spPr>
          <a:xfrm>
            <a:off x="5746217" y="2632276"/>
            <a:ext cx="5462391" cy="0"/>
          </a:xfrm>
          <a:custGeom>
            <a:avLst/>
            <a:gdLst>
              <a:gd name="csX0" fmla="*/ 0 w 7006618"/>
              <a:gd name="csY0" fmla="*/ 0 h 0"/>
              <a:gd name="csX1" fmla="*/ 2341089 w 7006618"/>
              <a:gd name="csY1" fmla="*/ 0 h 0"/>
              <a:gd name="csX2" fmla="*/ 7006619 w 7006618"/>
              <a:gd name="csY2" fmla="*/ 1 h 0"/>
            </a:gdLst>
            <a:ahLst/>
            <a:cxnLst>
              <a:cxn ang="0">
                <a:pos x="csX0" y="csY0"/>
              </a:cxn>
              <a:cxn ang="0">
                <a:pos x="csX1" y="csY1"/>
              </a:cxn>
              <a:cxn ang="0">
                <a:pos x="csX2" y="csY2"/>
              </a:cxn>
            </a:cxnLst>
            <a:rect l="l" t="t" r="r" b="b"/>
            <a:pathLst>
              <a:path w="7006618">
                <a:moveTo>
                  <a:pt x="0" y="0"/>
                </a:moveTo>
                <a:lnTo>
                  <a:pt x="2341089" y="0"/>
                </a:lnTo>
                <a:lnTo>
                  <a:pt x="7006619" y="1"/>
                </a:lnTo>
              </a:path>
            </a:pathLst>
          </a:custGeom>
          <a:noFill/>
          <a:ln w="25400" cap="flat">
            <a:solidFill>
              <a:srgbClr val="F39E85"/>
            </a:solidFill>
            <a:prstDash val="dash"/>
            <a:miter/>
            <a:extLst>
              <a:ext uri="{C807C97D-BFC1-408E-A445-0C87EB9F89A2}">
                <ask:lineSketchStyleProps xmlns:ask="http://schemas.microsoft.com/office/drawing/2018/sketchyshapes">
                  <ask:type>
                    <ask:lineSketchNone/>
                  </ask:type>
                </ask:lineSketchStyleProps>
              </a:ext>
            </a:extLst>
          </a:ln>
        </p:spPr>
      </p:sp>
      <p:sp>
        <p:nvSpPr>
          <p:cNvPr id="584" name="任意形状 583">
            <a:extLst>
              <a:ext uri="{FF2B5EF4-FFF2-40B4-BE49-F238E27FC236}">
                <a16:creationId xmlns:a16="http://schemas.microsoft.com/office/drawing/2014/main" id="{03A0A105-D3BA-1DC9-D866-AE53764457EA}"/>
              </a:ext>
            </a:extLst>
          </p:cNvPr>
          <p:cNvSpPr/>
          <p:nvPr/>
        </p:nvSpPr>
        <p:spPr>
          <a:xfrm>
            <a:off x="541547" y="2702991"/>
            <a:ext cx="5241178" cy="0"/>
          </a:xfrm>
          <a:custGeom>
            <a:avLst/>
            <a:gdLst>
              <a:gd name="csX0" fmla="*/ 0 w 7006618"/>
              <a:gd name="csY0" fmla="*/ 0 h 0"/>
              <a:gd name="csX1" fmla="*/ 2341089 w 7006618"/>
              <a:gd name="csY1" fmla="*/ 0 h 0"/>
              <a:gd name="csX2" fmla="*/ 7006619 w 7006618"/>
              <a:gd name="csY2" fmla="*/ 1 h 0"/>
            </a:gdLst>
            <a:ahLst/>
            <a:cxnLst>
              <a:cxn ang="0">
                <a:pos x="csX0" y="csY0"/>
              </a:cxn>
              <a:cxn ang="0">
                <a:pos x="csX1" y="csY1"/>
              </a:cxn>
              <a:cxn ang="0">
                <a:pos x="csX2" y="csY2"/>
              </a:cxn>
            </a:cxnLst>
            <a:rect l="l" t="t" r="r" b="b"/>
            <a:pathLst>
              <a:path w="7006618">
                <a:moveTo>
                  <a:pt x="0" y="0"/>
                </a:moveTo>
                <a:lnTo>
                  <a:pt x="2341089" y="0"/>
                </a:lnTo>
                <a:lnTo>
                  <a:pt x="7006619" y="1"/>
                </a:lnTo>
              </a:path>
            </a:pathLst>
          </a:custGeom>
          <a:noFill/>
          <a:ln w="25400" cap="flat">
            <a:solidFill>
              <a:srgbClr val="F39E85"/>
            </a:solidFill>
            <a:prstDash val="dash"/>
            <a:miter/>
            <a:extLst>
              <a:ext uri="{C807C97D-BFC1-408E-A445-0C87EB9F89A2}">
                <ask:lineSketchStyleProps xmlns:ask="http://schemas.microsoft.com/office/drawing/2018/sketchyshapes">
                  <ask:type>
                    <ask:lineSketchNone/>
                  </ask:type>
                </ask:lineSketchStyleProps>
              </a:ext>
            </a:extLst>
          </a:ln>
        </p:spPr>
      </p:sp>
      <p:sp>
        <p:nvSpPr>
          <p:cNvPr id="457" name="TextBox 456"/>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Graph Formulation Gives Each Decision a Place</a:t>
            </a:r>
          </a:p>
        </p:txBody>
      </p:sp>
      <p:sp>
        <p:nvSpPr>
          <p:cNvPr id="462" name="Rounded Rectangle 461"/>
          <p:cNvSpPr/>
          <p:nvPr/>
        </p:nvSpPr>
        <p:spPr>
          <a:xfrm>
            <a:off x="2998633" y="973352"/>
            <a:ext cx="861907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Three Graph Views</a:t>
            </a:r>
          </a:p>
        </p:txBody>
      </p:sp>
      <p:sp>
        <p:nvSpPr>
          <p:cNvPr id="485" name="Rounded Rectangle 484"/>
          <p:cNvSpPr/>
          <p:nvPr/>
        </p:nvSpPr>
        <p:spPr>
          <a:xfrm>
            <a:off x="3707292" y="1426679"/>
            <a:ext cx="1325880" cy="324765"/>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SDHG</a:t>
            </a:r>
          </a:p>
        </p:txBody>
      </p:sp>
      <p:sp>
        <p:nvSpPr>
          <p:cNvPr id="487" name="Rounded Rectangle 486"/>
          <p:cNvSpPr/>
          <p:nvPr/>
        </p:nvSpPr>
        <p:spPr>
          <a:xfrm>
            <a:off x="2998632" y="4759001"/>
            <a:ext cx="2514600" cy="56692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qubit-space relations</a:t>
            </a:r>
          </a:p>
        </p:txBody>
      </p:sp>
      <p:sp>
        <p:nvSpPr>
          <p:cNvPr id="488" name="Rounded Rectangle 487"/>
          <p:cNvSpPr/>
          <p:nvPr/>
        </p:nvSpPr>
        <p:spPr>
          <a:xfrm>
            <a:off x="6682890" y="1441441"/>
            <a:ext cx="1325880" cy="295241"/>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TDAG</a:t>
            </a:r>
          </a:p>
        </p:txBody>
      </p:sp>
      <p:cxnSp>
        <p:nvCxnSpPr>
          <p:cNvPr id="489" name="Connector 488"/>
          <p:cNvCxnSpPr>
            <a:cxnSpLocks/>
            <a:stCxn id="490" idx="2"/>
            <a:endCxn id="599" idx="0"/>
          </p:cNvCxnSpPr>
          <p:nvPr/>
        </p:nvCxnSpPr>
        <p:spPr>
          <a:xfrm>
            <a:off x="7490428" y="5325929"/>
            <a:ext cx="0" cy="293232"/>
          </a:xfrm>
          <a:prstGeom prst="line">
            <a:avLst/>
          </a:prstGeom>
          <a:ln w="25400">
            <a:solidFill>
              <a:srgbClr val="4A9B55"/>
            </a:solidFill>
            <a:tailEnd type="stealth" w="lg" len="lg"/>
          </a:ln>
        </p:spPr>
        <p:style>
          <a:lnRef idx="2">
            <a:schemeClr val="accent1"/>
          </a:lnRef>
          <a:fillRef idx="0">
            <a:schemeClr val="accent1"/>
          </a:fillRef>
          <a:effectRef idx="1">
            <a:schemeClr val="accent1"/>
          </a:effectRef>
          <a:fontRef idx="minor">
            <a:schemeClr val="tx1"/>
          </a:fontRef>
        </p:style>
      </p:cxnSp>
      <p:sp>
        <p:nvSpPr>
          <p:cNvPr id="490" name="Rounded Rectangle 489"/>
          <p:cNvSpPr/>
          <p:nvPr/>
        </p:nvSpPr>
        <p:spPr>
          <a:xfrm>
            <a:off x="6233128" y="4759001"/>
            <a:ext cx="2514600" cy="566928"/>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gate-time dependencies</a:t>
            </a:r>
          </a:p>
        </p:txBody>
      </p:sp>
      <p:sp>
        <p:nvSpPr>
          <p:cNvPr id="491" name="Rounded Rectangle 490"/>
          <p:cNvSpPr/>
          <p:nvPr/>
        </p:nvSpPr>
        <p:spPr>
          <a:xfrm>
            <a:off x="9518277" y="1426679"/>
            <a:ext cx="1325880" cy="324765"/>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CG</a:t>
            </a:r>
          </a:p>
        </p:txBody>
      </p:sp>
      <p:cxnSp>
        <p:nvCxnSpPr>
          <p:cNvPr id="492" name="Connector 491"/>
          <p:cNvCxnSpPr>
            <a:cxnSpLocks/>
            <a:stCxn id="493" idx="2"/>
            <a:endCxn id="602" idx="0"/>
          </p:cNvCxnSpPr>
          <p:nvPr/>
        </p:nvCxnSpPr>
        <p:spPr>
          <a:xfrm>
            <a:off x="10360407" y="5323741"/>
            <a:ext cx="0" cy="295420"/>
          </a:xfrm>
          <a:prstGeom prst="line">
            <a:avLst/>
          </a:prstGeom>
          <a:ln w="25400">
            <a:solidFill>
              <a:srgbClr val="EE8436"/>
            </a:solidFill>
            <a:tailEnd type="stealth" w="lg" len="lg"/>
          </a:ln>
        </p:spPr>
        <p:style>
          <a:lnRef idx="2">
            <a:schemeClr val="accent1"/>
          </a:lnRef>
          <a:fillRef idx="0">
            <a:schemeClr val="accent1"/>
          </a:fillRef>
          <a:effectRef idx="1">
            <a:schemeClr val="accent1"/>
          </a:effectRef>
          <a:fontRef idx="minor">
            <a:schemeClr val="tx1"/>
          </a:fontRef>
        </p:style>
      </p:cxnSp>
      <p:sp>
        <p:nvSpPr>
          <p:cNvPr id="493" name="Rounded Rectangle 492"/>
          <p:cNvSpPr/>
          <p:nvPr/>
        </p:nvSpPr>
        <p:spPr>
          <a:xfrm>
            <a:off x="9103107" y="4756813"/>
            <a:ext cx="2514600" cy="56692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chip </a:t>
            </a:r>
            <a:r>
              <a:rPr lang="en-US" sz="1700" b="1" dirty="0">
                <a:solidFill>
                  <a:srgbClr val="000000"/>
                </a:solidFill>
                <a:latin typeface="Times New Roman"/>
              </a:rPr>
              <a:t>connection</a:t>
            </a:r>
            <a:endParaRPr sz="1700" b="1" i="0" dirty="0">
              <a:solidFill>
                <a:srgbClr val="000000"/>
              </a:solidFill>
              <a:latin typeface="Times New Roman"/>
            </a:endParaRPr>
          </a:p>
        </p:txBody>
      </p:sp>
      <p:sp>
        <p:nvSpPr>
          <p:cNvPr id="8" name="任意形状 7">
            <a:extLst>
              <a:ext uri="{FF2B5EF4-FFF2-40B4-BE49-F238E27FC236}">
                <a16:creationId xmlns:a16="http://schemas.microsoft.com/office/drawing/2014/main" id="{4E49A6A6-D0A8-BC14-4679-B148AD5FE31D}"/>
              </a:ext>
            </a:extLst>
          </p:cNvPr>
          <p:cNvSpPr/>
          <p:nvPr/>
        </p:nvSpPr>
        <p:spPr>
          <a:xfrm>
            <a:off x="2718588" y="2483527"/>
            <a:ext cx="1203172" cy="87343"/>
          </a:xfrm>
          <a:custGeom>
            <a:avLst/>
            <a:gdLst>
              <a:gd name="csX0" fmla="*/ 0 w 889242"/>
              <a:gd name="csY0" fmla="*/ 0 h 64554"/>
              <a:gd name="csX1" fmla="*/ 889243 w 889242"/>
              <a:gd name="csY1" fmla="*/ 0 h 64554"/>
              <a:gd name="csX2" fmla="*/ 889243 w 889242"/>
              <a:gd name="csY2" fmla="*/ 64555 h 64554"/>
              <a:gd name="csX3" fmla="*/ 0 w 889242"/>
              <a:gd name="csY3" fmla="*/ 64555 h 64554"/>
            </a:gdLst>
            <a:ahLst/>
            <a:cxnLst>
              <a:cxn ang="0">
                <a:pos x="csX0" y="csY0"/>
              </a:cxn>
              <a:cxn ang="0">
                <a:pos x="csX1" y="csY1"/>
              </a:cxn>
              <a:cxn ang="0">
                <a:pos x="csX2" y="csY2"/>
              </a:cxn>
              <a:cxn ang="0">
                <a:pos x="csX3" y="csY3"/>
              </a:cxn>
            </a:cxnLst>
            <a:rect l="l" t="t" r="r" b="b"/>
            <a:pathLst>
              <a:path w="889242" h="64554">
                <a:moveTo>
                  <a:pt x="0" y="0"/>
                </a:moveTo>
                <a:lnTo>
                  <a:pt x="889243" y="0"/>
                </a:lnTo>
                <a:lnTo>
                  <a:pt x="889243" y="64555"/>
                </a:lnTo>
                <a:lnTo>
                  <a:pt x="0" y="64555"/>
                </a:lnTo>
                <a:close/>
              </a:path>
            </a:pathLst>
          </a:custGeom>
          <a:solidFill>
            <a:srgbClr val="FFFFFF"/>
          </a:solidFill>
          <a:ln w="807" cap="flat">
            <a:noFill/>
            <a:prstDash val="solid"/>
            <a:miter/>
          </a:ln>
        </p:spPr>
      </p:sp>
      <p:sp>
        <p:nvSpPr>
          <p:cNvPr id="57" name="任意形状 56">
            <a:extLst>
              <a:ext uri="{FF2B5EF4-FFF2-40B4-BE49-F238E27FC236}">
                <a16:creationId xmlns:a16="http://schemas.microsoft.com/office/drawing/2014/main" id="{86C63175-3038-5F5A-81A9-2CF17804B838}"/>
              </a:ext>
            </a:extLst>
          </p:cNvPr>
          <p:cNvSpPr/>
          <p:nvPr/>
        </p:nvSpPr>
        <p:spPr>
          <a:xfrm>
            <a:off x="2718588" y="2483527"/>
            <a:ext cx="1203172" cy="87343"/>
          </a:xfrm>
          <a:custGeom>
            <a:avLst/>
            <a:gdLst>
              <a:gd name="csX0" fmla="*/ 0 w 889242"/>
              <a:gd name="csY0" fmla="*/ 0 h 64554"/>
              <a:gd name="csX1" fmla="*/ 889243 w 889242"/>
              <a:gd name="csY1" fmla="*/ 0 h 64554"/>
              <a:gd name="csX2" fmla="*/ 889243 w 889242"/>
              <a:gd name="csY2" fmla="*/ 64555 h 64554"/>
              <a:gd name="csX3" fmla="*/ 0 w 889242"/>
              <a:gd name="csY3" fmla="*/ 64555 h 64554"/>
            </a:gdLst>
            <a:ahLst/>
            <a:cxnLst>
              <a:cxn ang="0">
                <a:pos x="csX0" y="csY0"/>
              </a:cxn>
              <a:cxn ang="0">
                <a:pos x="csX1" y="csY1"/>
              </a:cxn>
              <a:cxn ang="0">
                <a:pos x="csX2" y="csY2"/>
              </a:cxn>
              <a:cxn ang="0">
                <a:pos x="csX3" y="csY3"/>
              </a:cxn>
            </a:cxnLst>
            <a:rect l="l" t="t" r="r" b="b"/>
            <a:pathLst>
              <a:path w="889242" h="64554">
                <a:moveTo>
                  <a:pt x="0" y="0"/>
                </a:moveTo>
                <a:lnTo>
                  <a:pt x="889243" y="0"/>
                </a:lnTo>
                <a:lnTo>
                  <a:pt x="889243" y="64555"/>
                </a:lnTo>
                <a:lnTo>
                  <a:pt x="0" y="64555"/>
                </a:lnTo>
                <a:close/>
              </a:path>
            </a:pathLst>
          </a:custGeom>
          <a:solidFill>
            <a:srgbClr val="FFFFFF"/>
          </a:solidFill>
          <a:ln w="807" cap="flat">
            <a:noFill/>
            <a:prstDash val="solid"/>
            <a:miter/>
          </a:ln>
        </p:spPr>
      </p:sp>
      <p:grpSp>
        <p:nvGrpSpPr>
          <p:cNvPr id="586" name="组合 585">
            <a:extLst>
              <a:ext uri="{FF2B5EF4-FFF2-40B4-BE49-F238E27FC236}">
                <a16:creationId xmlns:a16="http://schemas.microsoft.com/office/drawing/2014/main" id="{78D42FC9-0197-5BEC-95DB-D0BFBA6885E1}"/>
              </a:ext>
            </a:extLst>
          </p:cNvPr>
          <p:cNvGrpSpPr/>
          <p:nvPr/>
        </p:nvGrpSpPr>
        <p:grpSpPr>
          <a:xfrm>
            <a:off x="3299493" y="1877154"/>
            <a:ext cx="2145082" cy="2660197"/>
            <a:chOff x="3568986" y="1527084"/>
            <a:chExt cx="1861833" cy="2308929"/>
          </a:xfrm>
        </p:grpSpPr>
        <p:sp>
          <p:nvSpPr>
            <p:cNvPr id="7" name="任意形状 6">
              <a:extLst>
                <a:ext uri="{FF2B5EF4-FFF2-40B4-BE49-F238E27FC236}">
                  <a16:creationId xmlns:a16="http://schemas.microsoft.com/office/drawing/2014/main" id="{67669D15-593C-1BE9-DD77-D4A4FCA43D77}"/>
                </a:ext>
              </a:extLst>
            </p:cNvPr>
            <p:cNvSpPr/>
            <p:nvPr/>
          </p:nvSpPr>
          <p:spPr>
            <a:xfrm>
              <a:off x="4309096" y="2165795"/>
              <a:ext cx="580905" cy="75810"/>
            </a:xfrm>
            <a:custGeom>
              <a:avLst/>
              <a:gdLst>
                <a:gd name="csX0" fmla="*/ 0 w 494651"/>
                <a:gd name="csY0" fmla="*/ 0 h 64554"/>
                <a:gd name="csX1" fmla="*/ 494651 w 494651"/>
                <a:gd name="csY1" fmla="*/ 0 h 64554"/>
                <a:gd name="csX2" fmla="*/ 494651 w 494651"/>
                <a:gd name="csY2" fmla="*/ 64555 h 64554"/>
                <a:gd name="csX3" fmla="*/ 0 w 494651"/>
                <a:gd name="csY3" fmla="*/ 64555 h 64554"/>
              </a:gdLst>
              <a:ahLst/>
              <a:cxnLst>
                <a:cxn ang="0">
                  <a:pos x="csX0" y="csY0"/>
                </a:cxn>
                <a:cxn ang="0">
                  <a:pos x="csX1" y="csY1"/>
                </a:cxn>
                <a:cxn ang="0">
                  <a:pos x="csX2" y="csY2"/>
                </a:cxn>
                <a:cxn ang="0">
                  <a:pos x="csX3" y="csY3"/>
                </a:cxn>
              </a:cxnLst>
              <a:rect l="l" t="t" r="r" b="b"/>
              <a:pathLst>
                <a:path w="494651" h="64554">
                  <a:moveTo>
                    <a:pt x="0" y="0"/>
                  </a:moveTo>
                  <a:lnTo>
                    <a:pt x="494651" y="0"/>
                  </a:lnTo>
                  <a:lnTo>
                    <a:pt x="494651" y="64555"/>
                  </a:lnTo>
                  <a:lnTo>
                    <a:pt x="0" y="64555"/>
                  </a:lnTo>
                  <a:close/>
                </a:path>
              </a:pathLst>
            </a:custGeom>
            <a:solidFill>
              <a:srgbClr val="FFFFFF"/>
            </a:solidFill>
            <a:ln w="807" cap="flat">
              <a:noFill/>
              <a:prstDash val="solid"/>
              <a:miter/>
            </a:ln>
          </p:spPr>
        </p:sp>
        <p:sp>
          <p:nvSpPr>
            <p:cNvPr id="9" name="任意形状 8">
              <a:extLst>
                <a:ext uri="{FF2B5EF4-FFF2-40B4-BE49-F238E27FC236}">
                  <a16:creationId xmlns:a16="http://schemas.microsoft.com/office/drawing/2014/main" id="{C74C2D83-AA81-F199-EFA6-DB3A3D4E4D69}"/>
                </a:ext>
              </a:extLst>
            </p:cNvPr>
            <p:cNvSpPr/>
            <p:nvPr/>
          </p:nvSpPr>
          <p:spPr>
            <a:xfrm>
              <a:off x="4458823" y="2125045"/>
              <a:ext cx="414119" cy="123193"/>
            </a:xfrm>
            <a:custGeom>
              <a:avLst/>
              <a:gdLst>
                <a:gd name="csX0" fmla="*/ 0 w 352630"/>
                <a:gd name="csY0" fmla="*/ 0 h 104901"/>
                <a:gd name="csX1" fmla="*/ 352631 w 352630"/>
                <a:gd name="csY1" fmla="*/ 0 h 104901"/>
                <a:gd name="csX2" fmla="*/ 352631 w 352630"/>
                <a:gd name="csY2" fmla="*/ 104902 h 104901"/>
                <a:gd name="csX3" fmla="*/ 0 w 352630"/>
                <a:gd name="csY3" fmla="*/ 104902 h 104901"/>
              </a:gdLst>
              <a:ahLst/>
              <a:cxnLst>
                <a:cxn ang="0">
                  <a:pos x="csX0" y="csY0"/>
                </a:cxn>
                <a:cxn ang="0">
                  <a:pos x="csX1" y="csY1"/>
                </a:cxn>
                <a:cxn ang="0">
                  <a:pos x="csX2" y="csY2"/>
                </a:cxn>
                <a:cxn ang="0">
                  <a:pos x="csX3" y="csY3"/>
                </a:cxn>
              </a:cxnLst>
              <a:rect l="l" t="t" r="r" b="b"/>
              <a:pathLst>
                <a:path w="352630" h="104901">
                  <a:moveTo>
                    <a:pt x="0" y="0"/>
                  </a:moveTo>
                  <a:lnTo>
                    <a:pt x="352631" y="0"/>
                  </a:lnTo>
                  <a:lnTo>
                    <a:pt x="352631" y="104902"/>
                  </a:lnTo>
                  <a:lnTo>
                    <a:pt x="0" y="104902"/>
                  </a:lnTo>
                  <a:close/>
                </a:path>
              </a:pathLst>
            </a:custGeom>
            <a:solidFill>
              <a:srgbClr val="FFFFFF"/>
            </a:solidFill>
            <a:ln w="807" cap="flat">
              <a:noFill/>
              <a:prstDash val="solid"/>
              <a:miter/>
            </a:ln>
          </p:spPr>
        </p:sp>
        <p:sp>
          <p:nvSpPr>
            <p:cNvPr id="10" name="任意形状 9">
              <a:extLst>
                <a:ext uri="{FF2B5EF4-FFF2-40B4-BE49-F238E27FC236}">
                  <a16:creationId xmlns:a16="http://schemas.microsoft.com/office/drawing/2014/main" id="{C7D7AFEA-C4CD-C2D5-6FAF-9BACF12AF4FA}"/>
                </a:ext>
              </a:extLst>
            </p:cNvPr>
            <p:cNvSpPr/>
            <p:nvPr/>
          </p:nvSpPr>
          <p:spPr>
            <a:xfrm>
              <a:off x="3783704" y="3300985"/>
              <a:ext cx="668978" cy="137256"/>
            </a:xfrm>
            <a:custGeom>
              <a:avLst/>
              <a:gdLst>
                <a:gd name="csX0" fmla="*/ 31648 w 569647"/>
                <a:gd name="csY0" fmla="*/ 91595 h 116876"/>
                <a:gd name="csX1" fmla="*/ 15380 w 569647"/>
                <a:gd name="csY1" fmla="*/ 104772 h 116876"/>
                <a:gd name="csX2" fmla="*/ 22505 w 569647"/>
                <a:gd name="csY2" fmla="*/ 104078 h 116876"/>
                <a:gd name="csX3" fmla="*/ 28307 w 569647"/>
                <a:gd name="csY3" fmla="*/ 104458 h 116876"/>
                <a:gd name="csX4" fmla="*/ 39782 w 569647"/>
                <a:gd name="csY4" fmla="*/ 106790 h 116876"/>
                <a:gd name="csX5" fmla="*/ 55162 w 569647"/>
                <a:gd name="csY5" fmla="*/ 108807 h 116876"/>
                <a:gd name="csX6" fmla="*/ 67008 w 569647"/>
                <a:gd name="csY6" fmla="*/ 106346 h 116876"/>
                <a:gd name="csX7" fmla="*/ 76530 w 569647"/>
                <a:gd name="csY7" fmla="*/ 98277 h 116876"/>
                <a:gd name="csX8" fmla="*/ 78612 w 569647"/>
                <a:gd name="csY8" fmla="*/ 99285 h 116876"/>
                <a:gd name="csX9" fmla="*/ 63296 w 569647"/>
                <a:gd name="csY9" fmla="*/ 112713 h 116876"/>
                <a:gd name="csX10" fmla="*/ 44567 w 569647"/>
                <a:gd name="csY10" fmla="*/ 116876 h 116876"/>
                <a:gd name="csX11" fmla="*/ 29566 w 569647"/>
                <a:gd name="csY11" fmla="*/ 114730 h 116876"/>
                <a:gd name="csX12" fmla="*/ 9199 w 569647"/>
                <a:gd name="csY12" fmla="*/ 111518 h 116876"/>
                <a:gd name="csX13" fmla="*/ 5608 w 569647"/>
                <a:gd name="csY13" fmla="*/ 111833 h 116876"/>
                <a:gd name="csX14" fmla="*/ 1452 w 569647"/>
                <a:gd name="csY14" fmla="*/ 113350 h 116876"/>
                <a:gd name="csX15" fmla="*/ 0 w 569647"/>
                <a:gd name="csY15" fmla="*/ 111647 h 116876"/>
                <a:gd name="csX16" fmla="*/ 25846 w 569647"/>
                <a:gd name="csY16" fmla="*/ 91216 h 116876"/>
                <a:gd name="csX17" fmla="*/ 7690 w 569647"/>
                <a:gd name="csY17" fmla="*/ 80693 h 116876"/>
                <a:gd name="csX18" fmla="*/ 1509 w 569647"/>
                <a:gd name="csY18" fmla="*/ 61714 h 116876"/>
                <a:gd name="csX19" fmla="*/ 9836 w 569647"/>
                <a:gd name="csY19" fmla="*/ 33157 h 116876"/>
                <a:gd name="csX20" fmla="*/ 31204 w 569647"/>
                <a:gd name="csY20" fmla="*/ 10337 h 116876"/>
                <a:gd name="csX21" fmla="*/ 56800 w 569647"/>
                <a:gd name="csY21" fmla="*/ 2203 h 116876"/>
                <a:gd name="csX22" fmla="*/ 72689 w 569647"/>
                <a:gd name="csY22" fmla="*/ 5987 h 116876"/>
                <a:gd name="csX23" fmla="*/ 82896 w 569647"/>
                <a:gd name="csY23" fmla="*/ 17018 h 116876"/>
                <a:gd name="csX24" fmla="*/ 86495 w 569647"/>
                <a:gd name="csY24" fmla="*/ 31769 h 116876"/>
                <a:gd name="csX25" fmla="*/ 78232 w 569647"/>
                <a:gd name="csY25" fmla="*/ 61149 h 116876"/>
                <a:gd name="csX26" fmla="*/ 57680 w 569647"/>
                <a:gd name="csY26" fmla="*/ 83719 h 116876"/>
                <a:gd name="csX27" fmla="*/ 31648 w 569647"/>
                <a:gd name="csY27" fmla="*/ 91595 h 116876"/>
                <a:gd name="csX28" fmla="*/ 55283 w 569647"/>
                <a:gd name="csY28" fmla="*/ 6238 h 116876"/>
                <a:gd name="csX29" fmla="*/ 42929 w 569647"/>
                <a:gd name="csY29" fmla="*/ 9393 h 116876"/>
                <a:gd name="csX30" fmla="*/ 31019 w 569647"/>
                <a:gd name="csY30" fmla="*/ 19600 h 116876"/>
                <a:gd name="csX31" fmla="*/ 20359 w 569647"/>
                <a:gd name="csY31" fmla="*/ 38136 h 116876"/>
                <a:gd name="csX32" fmla="*/ 14622 w 569647"/>
                <a:gd name="csY32" fmla="*/ 64805 h 116876"/>
                <a:gd name="csX33" fmla="*/ 19229 w 569647"/>
                <a:gd name="csY33" fmla="*/ 80693 h 116876"/>
                <a:gd name="csX34" fmla="*/ 33351 w 569647"/>
                <a:gd name="csY34" fmla="*/ 87561 h 116876"/>
                <a:gd name="csX35" fmla="*/ 44567 w 569647"/>
                <a:gd name="csY35" fmla="*/ 84728 h 116876"/>
                <a:gd name="csX36" fmla="*/ 56042 w 569647"/>
                <a:gd name="csY36" fmla="*/ 75077 h 116876"/>
                <a:gd name="csX37" fmla="*/ 68710 w 569647"/>
                <a:gd name="csY37" fmla="*/ 52951 h 116876"/>
                <a:gd name="csX38" fmla="*/ 73818 w 569647"/>
                <a:gd name="csY38" fmla="*/ 27984 h 116876"/>
                <a:gd name="csX39" fmla="*/ 69219 w 569647"/>
                <a:gd name="csY39" fmla="*/ 12854 h 116876"/>
                <a:gd name="csX40" fmla="*/ 55283 w 569647"/>
                <a:gd name="csY40" fmla="*/ 6238 h 116876"/>
                <a:gd name="csX41" fmla="*/ 147960 w 569647"/>
                <a:gd name="csY41" fmla="*/ 34101 h 116876"/>
                <a:gd name="csX42" fmla="*/ 136985 w 569647"/>
                <a:gd name="csY42" fmla="*/ 71672 h 116876"/>
                <a:gd name="csX43" fmla="*/ 134532 w 569647"/>
                <a:gd name="csY43" fmla="*/ 82267 h 116876"/>
                <a:gd name="csX44" fmla="*/ 134911 w 569647"/>
                <a:gd name="csY44" fmla="*/ 83970 h 116876"/>
                <a:gd name="csX45" fmla="*/ 136041 w 569647"/>
                <a:gd name="csY45" fmla="*/ 84470 h 116876"/>
                <a:gd name="csX46" fmla="*/ 138373 w 569647"/>
                <a:gd name="csY46" fmla="*/ 83526 h 116876"/>
                <a:gd name="csX47" fmla="*/ 144934 w 569647"/>
                <a:gd name="csY47" fmla="*/ 75707 h 116876"/>
                <a:gd name="csX48" fmla="*/ 146822 w 569647"/>
                <a:gd name="csY48" fmla="*/ 77159 h 116876"/>
                <a:gd name="csX49" fmla="*/ 136614 w 569647"/>
                <a:gd name="csY49" fmla="*/ 88763 h 116876"/>
                <a:gd name="csX50" fmla="*/ 129925 w 569647"/>
                <a:gd name="csY50" fmla="*/ 91159 h 116876"/>
                <a:gd name="csX51" fmla="*/ 126084 w 569647"/>
                <a:gd name="csY51" fmla="*/ 89771 h 116876"/>
                <a:gd name="csX52" fmla="*/ 124696 w 569647"/>
                <a:gd name="csY52" fmla="*/ 86172 h 116876"/>
                <a:gd name="csX53" fmla="*/ 125511 w 569647"/>
                <a:gd name="csY53" fmla="*/ 80500 h 116876"/>
                <a:gd name="csX54" fmla="*/ 131248 w 569647"/>
                <a:gd name="csY54" fmla="*/ 60205 h 116876"/>
                <a:gd name="csX55" fmla="*/ 113286 w 569647"/>
                <a:gd name="csY55" fmla="*/ 84470 h 116876"/>
                <a:gd name="csX56" fmla="*/ 99923 w 569647"/>
                <a:gd name="csY56" fmla="*/ 91159 h 116876"/>
                <a:gd name="csX57" fmla="*/ 95000 w 569647"/>
                <a:gd name="csY57" fmla="*/ 89142 h 116876"/>
                <a:gd name="csX58" fmla="*/ 92983 w 569647"/>
                <a:gd name="csY58" fmla="*/ 84034 h 116876"/>
                <a:gd name="csX59" fmla="*/ 95759 w 569647"/>
                <a:gd name="csY59" fmla="*/ 69534 h 116876"/>
                <a:gd name="csX60" fmla="*/ 101246 w 569647"/>
                <a:gd name="csY60" fmla="*/ 50054 h 116876"/>
                <a:gd name="csX61" fmla="*/ 103263 w 569647"/>
                <a:gd name="csY61" fmla="*/ 41355 h 116876"/>
                <a:gd name="csX62" fmla="*/ 102691 w 569647"/>
                <a:gd name="csY62" fmla="*/ 40088 h 116876"/>
                <a:gd name="csX63" fmla="*/ 101561 w 569647"/>
                <a:gd name="csY63" fmla="*/ 39524 h 116876"/>
                <a:gd name="csX64" fmla="*/ 98914 w 569647"/>
                <a:gd name="csY64" fmla="*/ 40468 h 116876"/>
                <a:gd name="csX65" fmla="*/ 92919 w 569647"/>
                <a:gd name="csY65" fmla="*/ 47464 h 116876"/>
                <a:gd name="csX66" fmla="*/ 90966 w 569647"/>
                <a:gd name="csY66" fmla="*/ 46084 h 116876"/>
                <a:gd name="csX67" fmla="*/ 100988 w 569647"/>
                <a:gd name="csY67" fmla="*/ 35303 h 116876"/>
                <a:gd name="csX68" fmla="*/ 108428 w 569647"/>
                <a:gd name="csY68" fmla="*/ 32592 h 116876"/>
                <a:gd name="csX69" fmla="*/ 112212 w 569647"/>
                <a:gd name="csY69" fmla="*/ 34101 h 116876"/>
                <a:gd name="csX70" fmla="*/ 113729 w 569647"/>
                <a:gd name="csY70" fmla="*/ 37886 h 116876"/>
                <a:gd name="csX71" fmla="*/ 111204 w 569647"/>
                <a:gd name="csY71" fmla="*/ 50054 h 116876"/>
                <a:gd name="csX72" fmla="*/ 105281 w 569647"/>
                <a:gd name="csY72" fmla="*/ 70413 h 116876"/>
                <a:gd name="csX73" fmla="*/ 102820 w 569647"/>
                <a:gd name="csY73" fmla="*/ 80944 h 116876"/>
                <a:gd name="csX74" fmla="*/ 103578 w 569647"/>
                <a:gd name="csY74" fmla="*/ 82896 h 116876"/>
                <a:gd name="csX75" fmla="*/ 105717 w 569647"/>
                <a:gd name="csY75" fmla="*/ 83590 h 116876"/>
                <a:gd name="csX76" fmla="*/ 111139 w 569647"/>
                <a:gd name="csY76" fmla="*/ 81508 h 116876"/>
                <a:gd name="csX77" fmla="*/ 120032 w 569647"/>
                <a:gd name="csY77" fmla="*/ 72309 h 116876"/>
                <a:gd name="csX78" fmla="*/ 129231 w 569647"/>
                <a:gd name="csY78" fmla="*/ 58882 h 116876"/>
                <a:gd name="csX79" fmla="*/ 136985 w 569647"/>
                <a:gd name="csY79" fmla="*/ 38894 h 116876"/>
                <a:gd name="csX80" fmla="*/ 138373 w 569647"/>
                <a:gd name="csY80" fmla="*/ 34101 h 116876"/>
                <a:gd name="csX81" fmla="*/ 147960 w 569647"/>
                <a:gd name="csY81" fmla="*/ 34101 h 116876"/>
                <a:gd name="csX82" fmla="*/ 189000 w 569647"/>
                <a:gd name="csY82" fmla="*/ 0 h 116876"/>
                <a:gd name="csX83" fmla="*/ 176582 w 569647"/>
                <a:gd name="csY83" fmla="*/ 43558 h 116876"/>
                <a:gd name="csX84" fmla="*/ 187104 w 569647"/>
                <a:gd name="csY84" fmla="*/ 34924 h 116876"/>
                <a:gd name="csX85" fmla="*/ 196561 w 569647"/>
                <a:gd name="csY85" fmla="*/ 32592 h 116876"/>
                <a:gd name="csX86" fmla="*/ 207907 w 569647"/>
                <a:gd name="csY86" fmla="*/ 37192 h 116876"/>
                <a:gd name="csX87" fmla="*/ 212321 w 569647"/>
                <a:gd name="csY87" fmla="*/ 49675 h 116876"/>
                <a:gd name="csX88" fmla="*/ 206527 w 569647"/>
                <a:gd name="csY88" fmla="*/ 69913 h 116876"/>
                <a:gd name="csX89" fmla="*/ 191962 w 569647"/>
                <a:gd name="csY89" fmla="*/ 85543 h 116876"/>
                <a:gd name="csX90" fmla="*/ 174685 w 569647"/>
                <a:gd name="csY90" fmla="*/ 91159 h 116876"/>
                <a:gd name="csX91" fmla="*/ 155141 w 569647"/>
                <a:gd name="csY91" fmla="*/ 84034 h 116876"/>
                <a:gd name="csX92" fmla="*/ 174306 w 569647"/>
                <a:gd name="csY92" fmla="*/ 18027 h 116876"/>
                <a:gd name="csX93" fmla="*/ 176517 w 569647"/>
                <a:gd name="csY93" fmla="*/ 9078 h 116876"/>
                <a:gd name="csX94" fmla="*/ 175508 w 569647"/>
                <a:gd name="csY94" fmla="*/ 6617 h 116876"/>
                <a:gd name="csX95" fmla="*/ 171224 w 569647"/>
                <a:gd name="csY95" fmla="*/ 5479 h 116876"/>
                <a:gd name="csX96" fmla="*/ 167189 w 569647"/>
                <a:gd name="csY96" fmla="*/ 5923 h 116876"/>
                <a:gd name="csX97" fmla="*/ 167189 w 569647"/>
                <a:gd name="csY97" fmla="*/ 3526 h 116876"/>
                <a:gd name="csX98" fmla="*/ 189000 w 569647"/>
                <a:gd name="csY98" fmla="*/ 0 h 116876"/>
                <a:gd name="csX99" fmla="*/ 164599 w 569647"/>
                <a:gd name="csY99" fmla="*/ 84728 h 116876"/>
                <a:gd name="csX100" fmla="*/ 175694 w 569647"/>
                <a:gd name="csY100" fmla="*/ 88190 h 116876"/>
                <a:gd name="csX101" fmla="*/ 187169 w 569647"/>
                <a:gd name="csY101" fmla="*/ 84155 h 116876"/>
                <a:gd name="csX102" fmla="*/ 197505 w 569647"/>
                <a:gd name="csY102" fmla="*/ 70413 h 116876"/>
                <a:gd name="csX103" fmla="*/ 201919 w 569647"/>
                <a:gd name="csY103" fmla="*/ 50934 h 116876"/>
                <a:gd name="csX104" fmla="*/ 199022 w 569647"/>
                <a:gd name="csY104" fmla="*/ 41856 h 116876"/>
                <a:gd name="csX105" fmla="*/ 192277 w 569647"/>
                <a:gd name="csY105" fmla="*/ 38580 h 116876"/>
                <a:gd name="csX106" fmla="*/ 180802 w 569647"/>
                <a:gd name="csY106" fmla="*/ 43308 h 116876"/>
                <a:gd name="csX107" fmla="*/ 172797 w 569647"/>
                <a:gd name="csY107" fmla="*/ 56356 h 116876"/>
                <a:gd name="csX108" fmla="*/ 164599 w 569647"/>
                <a:gd name="csY108" fmla="*/ 84728 h 116876"/>
                <a:gd name="csX109" fmla="*/ 245171 w 569647"/>
                <a:gd name="csY109" fmla="*/ 7561 h 116876"/>
                <a:gd name="csX110" fmla="*/ 249641 w 569647"/>
                <a:gd name="csY110" fmla="*/ 9393 h 116876"/>
                <a:gd name="csX111" fmla="*/ 251473 w 569647"/>
                <a:gd name="csY111" fmla="*/ 13863 h 116876"/>
                <a:gd name="csX112" fmla="*/ 249585 w 569647"/>
                <a:gd name="csY112" fmla="*/ 18342 h 116876"/>
                <a:gd name="csX113" fmla="*/ 245171 w 569647"/>
                <a:gd name="csY113" fmla="*/ 20173 h 116876"/>
                <a:gd name="csX114" fmla="*/ 240693 w 569647"/>
                <a:gd name="csY114" fmla="*/ 18342 h 116876"/>
                <a:gd name="csX115" fmla="*/ 238861 w 569647"/>
                <a:gd name="csY115" fmla="*/ 13863 h 116876"/>
                <a:gd name="csX116" fmla="*/ 240693 w 569647"/>
                <a:gd name="csY116" fmla="*/ 9393 h 116876"/>
                <a:gd name="csX117" fmla="*/ 245171 w 569647"/>
                <a:gd name="csY117" fmla="*/ 7561 h 116876"/>
                <a:gd name="csX118" fmla="*/ 245986 w 569647"/>
                <a:gd name="csY118" fmla="*/ 32592 h 116876"/>
                <a:gd name="csX119" fmla="*/ 233503 w 569647"/>
                <a:gd name="csY119" fmla="*/ 76780 h 116876"/>
                <a:gd name="csX120" fmla="*/ 232244 w 569647"/>
                <a:gd name="csY120" fmla="*/ 82138 h 116876"/>
                <a:gd name="csX121" fmla="*/ 232809 w 569647"/>
                <a:gd name="csY121" fmla="*/ 83776 h 116876"/>
                <a:gd name="csX122" fmla="*/ 234261 w 569647"/>
                <a:gd name="csY122" fmla="*/ 84413 h 116876"/>
                <a:gd name="csX123" fmla="*/ 236529 w 569647"/>
                <a:gd name="csY123" fmla="*/ 83405 h 116876"/>
                <a:gd name="csX124" fmla="*/ 243783 w 569647"/>
                <a:gd name="csY124" fmla="*/ 75335 h 116876"/>
                <a:gd name="csX125" fmla="*/ 245986 w 569647"/>
                <a:gd name="csY125" fmla="*/ 76780 h 116876"/>
                <a:gd name="csX126" fmla="*/ 235899 w 569647"/>
                <a:gd name="csY126" fmla="*/ 87811 h 116876"/>
                <a:gd name="csX127" fmla="*/ 227709 w 569647"/>
                <a:gd name="csY127" fmla="*/ 91159 h 116876"/>
                <a:gd name="csX128" fmla="*/ 223481 w 569647"/>
                <a:gd name="csY128" fmla="*/ 89642 h 116876"/>
                <a:gd name="csX129" fmla="*/ 221843 w 569647"/>
                <a:gd name="csY129" fmla="*/ 85737 h 116876"/>
                <a:gd name="csX130" fmla="*/ 223416 w 569647"/>
                <a:gd name="csY130" fmla="*/ 77982 h 116876"/>
                <a:gd name="csX131" fmla="*/ 231615 w 569647"/>
                <a:gd name="csY131" fmla="*/ 49739 h 116876"/>
                <a:gd name="csX132" fmla="*/ 233632 w 569647"/>
                <a:gd name="csY132" fmla="*/ 41041 h 116876"/>
                <a:gd name="csX133" fmla="*/ 232623 w 569647"/>
                <a:gd name="csY133" fmla="*/ 38765 h 116876"/>
                <a:gd name="csX134" fmla="*/ 229977 w 569647"/>
                <a:gd name="csY134" fmla="*/ 37886 h 116876"/>
                <a:gd name="csX135" fmla="*/ 224239 w 569647"/>
                <a:gd name="csY135" fmla="*/ 38580 h 116876"/>
                <a:gd name="csX136" fmla="*/ 224239 w 569647"/>
                <a:gd name="csY136" fmla="*/ 36118 h 116876"/>
                <a:gd name="csX137" fmla="*/ 245986 w 569647"/>
                <a:gd name="csY137" fmla="*/ 32592 h 116876"/>
                <a:gd name="csX138" fmla="*/ 285768 w 569647"/>
                <a:gd name="csY138" fmla="*/ 16954 h 116876"/>
                <a:gd name="csX139" fmla="*/ 280846 w 569647"/>
                <a:gd name="csY139" fmla="*/ 34101 h 116876"/>
                <a:gd name="csX140" fmla="*/ 290747 w 569647"/>
                <a:gd name="csY140" fmla="*/ 34101 h 116876"/>
                <a:gd name="csX141" fmla="*/ 289674 w 569647"/>
                <a:gd name="csY141" fmla="*/ 38071 h 116876"/>
                <a:gd name="csX142" fmla="*/ 279845 w 569647"/>
                <a:gd name="csY142" fmla="*/ 38071 h 116876"/>
                <a:gd name="csX143" fmla="*/ 269000 w 569647"/>
                <a:gd name="csY143" fmla="*/ 75271 h 116876"/>
                <a:gd name="csX144" fmla="*/ 267233 w 569647"/>
                <a:gd name="csY144" fmla="*/ 83026 h 116876"/>
                <a:gd name="csX145" fmla="*/ 267741 w 569647"/>
                <a:gd name="csY145" fmla="*/ 84664 h 116876"/>
                <a:gd name="csX146" fmla="*/ 268935 w 569647"/>
                <a:gd name="csY146" fmla="*/ 85228 h 116876"/>
                <a:gd name="csX147" fmla="*/ 273099 w 569647"/>
                <a:gd name="csY147" fmla="*/ 83026 h 116876"/>
                <a:gd name="csX148" fmla="*/ 279845 w 569647"/>
                <a:gd name="csY148" fmla="*/ 75271 h 116876"/>
                <a:gd name="csX149" fmla="*/ 281919 w 569647"/>
                <a:gd name="csY149" fmla="*/ 76844 h 116876"/>
                <a:gd name="csX150" fmla="*/ 270953 w 569647"/>
                <a:gd name="csY150" fmla="*/ 88763 h 116876"/>
                <a:gd name="csX151" fmla="*/ 263827 w 569647"/>
                <a:gd name="csY151" fmla="*/ 91159 h 116876"/>
                <a:gd name="csX152" fmla="*/ 259292 w 569647"/>
                <a:gd name="csY152" fmla="*/ 89457 h 116876"/>
                <a:gd name="csX153" fmla="*/ 257525 w 569647"/>
                <a:gd name="csY153" fmla="*/ 84978 h 116876"/>
                <a:gd name="csX154" fmla="*/ 259543 w 569647"/>
                <a:gd name="csY154" fmla="*/ 74577 h 116876"/>
                <a:gd name="csX155" fmla="*/ 270073 w 569647"/>
                <a:gd name="csY155" fmla="*/ 38071 h 116876"/>
                <a:gd name="csX156" fmla="*/ 260551 w 569647"/>
                <a:gd name="csY156" fmla="*/ 38071 h 116876"/>
                <a:gd name="csX157" fmla="*/ 261181 w 569647"/>
                <a:gd name="csY157" fmla="*/ 35618 h 116876"/>
                <a:gd name="csX158" fmla="*/ 272720 w 569647"/>
                <a:gd name="csY158" fmla="*/ 30002 h 116876"/>
                <a:gd name="csX159" fmla="*/ 282992 w 569647"/>
                <a:gd name="csY159" fmla="*/ 16954 h 116876"/>
                <a:gd name="csX160" fmla="*/ 285768 w 569647"/>
                <a:gd name="csY160" fmla="*/ 16954 h 116876"/>
                <a:gd name="csX161" fmla="*/ 348935 w 569647"/>
                <a:gd name="csY161" fmla="*/ 32592 h 116876"/>
                <a:gd name="csX162" fmla="*/ 340551 w 569647"/>
                <a:gd name="csY162" fmla="*/ 61271 h 116876"/>
                <a:gd name="csX163" fmla="*/ 358578 w 569647"/>
                <a:gd name="csY163" fmla="*/ 38136 h 116876"/>
                <a:gd name="csX164" fmla="*/ 370682 w 569647"/>
                <a:gd name="csY164" fmla="*/ 32592 h 116876"/>
                <a:gd name="csX165" fmla="*/ 375854 w 569647"/>
                <a:gd name="csY165" fmla="*/ 34674 h 116876"/>
                <a:gd name="csX166" fmla="*/ 377936 w 569647"/>
                <a:gd name="csY166" fmla="*/ 40088 h 116876"/>
                <a:gd name="csX167" fmla="*/ 376104 w 569647"/>
                <a:gd name="csY167" fmla="*/ 50175 h 116876"/>
                <a:gd name="csX168" fmla="*/ 368414 w 569647"/>
                <a:gd name="csY168" fmla="*/ 76715 h 116876"/>
                <a:gd name="csX169" fmla="*/ 367091 w 569647"/>
                <a:gd name="csY169" fmla="*/ 82331 h 116876"/>
                <a:gd name="csX170" fmla="*/ 367591 w 569647"/>
                <a:gd name="csY170" fmla="*/ 83841 h 116876"/>
                <a:gd name="csX171" fmla="*/ 368664 w 569647"/>
                <a:gd name="csY171" fmla="*/ 84413 h 116876"/>
                <a:gd name="csX172" fmla="*/ 370496 w 569647"/>
                <a:gd name="csY172" fmla="*/ 83590 h 116876"/>
                <a:gd name="csX173" fmla="*/ 377807 w 569647"/>
                <a:gd name="csY173" fmla="*/ 75521 h 116876"/>
                <a:gd name="csX174" fmla="*/ 379760 w 569647"/>
                <a:gd name="csY174" fmla="*/ 76715 h 116876"/>
                <a:gd name="csX175" fmla="*/ 368664 w 569647"/>
                <a:gd name="csY175" fmla="*/ 88698 h 116876"/>
                <a:gd name="csX176" fmla="*/ 362112 w 569647"/>
                <a:gd name="csY176" fmla="*/ 91159 h 116876"/>
                <a:gd name="csX177" fmla="*/ 358392 w 569647"/>
                <a:gd name="csY177" fmla="*/ 89707 h 116876"/>
                <a:gd name="csX178" fmla="*/ 357004 w 569647"/>
                <a:gd name="csY178" fmla="*/ 85922 h 116876"/>
                <a:gd name="csX179" fmla="*/ 359151 w 569647"/>
                <a:gd name="csY179" fmla="*/ 75521 h 116876"/>
                <a:gd name="csX180" fmla="*/ 366461 w 569647"/>
                <a:gd name="csY180" fmla="*/ 50175 h 116876"/>
                <a:gd name="csX181" fmla="*/ 367849 w 569647"/>
                <a:gd name="csY181" fmla="*/ 42800 h 116876"/>
                <a:gd name="csX182" fmla="*/ 367026 w 569647"/>
                <a:gd name="csY182" fmla="*/ 40782 h 116876"/>
                <a:gd name="csX183" fmla="*/ 365009 w 569647"/>
                <a:gd name="csY183" fmla="*/ 39967 h 116876"/>
                <a:gd name="csX184" fmla="*/ 360789 w 569647"/>
                <a:gd name="csY184" fmla="*/ 41476 h 116876"/>
                <a:gd name="csX185" fmla="*/ 351081 w 569647"/>
                <a:gd name="csY185" fmla="*/ 50869 h 116876"/>
                <a:gd name="csX186" fmla="*/ 340422 w 569647"/>
                <a:gd name="csY186" fmla="*/ 67516 h 116876"/>
                <a:gd name="csX187" fmla="*/ 335508 w 569647"/>
                <a:gd name="csY187" fmla="*/ 79241 h 116876"/>
                <a:gd name="csX188" fmla="*/ 332352 w 569647"/>
                <a:gd name="csY188" fmla="*/ 89642 h 116876"/>
                <a:gd name="csX189" fmla="*/ 322895 w 569647"/>
                <a:gd name="csY189" fmla="*/ 89642 h 116876"/>
                <a:gd name="csX190" fmla="*/ 334370 w 569647"/>
                <a:gd name="csY190" fmla="*/ 50175 h 116876"/>
                <a:gd name="csX191" fmla="*/ 336387 w 569647"/>
                <a:gd name="csY191" fmla="*/ 41606 h 116876"/>
                <a:gd name="csX192" fmla="*/ 335257 w 569647"/>
                <a:gd name="csY192" fmla="*/ 39209 h 116876"/>
                <a:gd name="csX193" fmla="*/ 332546 w 569647"/>
                <a:gd name="csY193" fmla="*/ 38136 h 116876"/>
                <a:gd name="csX194" fmla="*/ 329899 w 569647"/>
                <a:gd name="csY194" fmla="*/ 38386 h 116876"/>
                <a:gd name="csX195" fmla="*/ 327503 w 569647"/>
                <a:gd name="csY195" fmla="*/ 38765 h 116876"/>
                <a:gd name="csX196" fmla="*/ 327123 w 569647"/>
                <a:gd name="csY196" fmla="*/ 36498 h 116876"/>
                <a:gd name="csX197" fmla="*/ 348935 w 569647"/>
                <a:gd name="csY197" fmla="*/ 32592 h 116876"/>
                <a:gd name="csX198" fmla="*/ 444694 w 569647"/>
                <a:gd name="csY198" fmla="*/ 52322 h 116876"/>
                <a:gd name="csX199" fmla="*/ 439650 w 569647"/>
                <a:gd name="csY199" fmla="*/ 71042 h 116876"/>
                <a:gd name="csX200" fmla="*/ 425723 w 569647"/>
                <a:gd name="csY200" fmla="*/ 85737 h 116876"/>
                <a:gd name="csX201" fmla="*/ 408317 w 569647"/>
                <a:gd name="csY201" fmla="*/ 91159 h 116876"/>
                <a:gd name="csX202" fmla="*/ 394196 w 569647"/>
                <a:gd name="csY202" fmla="*/ 85672 h 116876"/>
                <a:gd name="csX203" fmla="*/ 388781 w 569647"/>
                <a:gd name="csY203" fmla="*/ 71357 h 116876"/>
                <a:gd name="csX204" fmla="*/ 394075 w 569647"/>
                <a:gd name="csY204" fmla="*/ 52765 h 116876"/>
                <a:gd name="csX205" fmla="*/ 408317 w 569647"/>
                <a:gd name="csY205" fmla="*/ 38015 h 116876"/>
                <a:gd name="csX206" fmla="*/ 425594 w 569647"/>
                <a:gd name="csY206" fmla="*/ 32592 h 116876"/>
                <a:gd name="csX207" fmla="*/ 439271 w 569647"/>
                <a:gd name="csY207" fmla="*/ 38071 h 116876"/>
                <a:gd name="csX208" fmla="*/ 444694 w 569647"/>
                <a:gd name="csY208" fmla="*/ 52322 h 116876"/>
                <a:gd name="csX209" fmla="*/ 434228 w 569647"/>
                <a:gd name="csY209" fmla="*/ 47972 h 116876"/>
                <a:gd name="csX210" fmla="*/ 431331 w 569647"/>
                <a:gd name="csY210" fmla="*/ 39023 h 116876"/>
                <a:gd name="csX211" fmla="*/ 423956 w 569647"/>
                <a:gd name="csY211" fmla="*/ 35868 h 116876"/>
                <a:gd name="csX212" fmla="*/ 406873 w 569647"/>
                <a:gd name="csY212" fmla="*/ 49166 h 116876"/>
                <a:gd name="csX213" fmla="*/ 399118 w 569647"/>
                <a:gd name="csY213" fmla="*/ 75521 h 116876"/>
                <a:gd name="csX214" fmla="*/ 402144 w 569647"/>
                <a:gd name="csY214" fmla="*/ 84785 h 116876"/>
                <a:gd name="csX215" fmla="*/ 409770 w 569647"/>
                <a:gd name="csY215" fmla="*/ 88004 h 116876"/>
                <a:gd name="csX216" fmla="*/ 426417 w 569647"/>
                <a:gd name="csY216" fmla="*/ 74827 h 116876"/>
                <a:gd name="csX217" fmla="*/ 434228 w 569647"/>
                <a:gd name="csY217" fmla="*/ 47972 h 116876"/>
                <a:gd name="csX218" fmla="*/ 519400 w 569647"/>
                <a:gd name="csY218" fmla="*/ 0 h 116876"/>
                <a:gd name="csX219" fmla="*/ 497717 w 569647"/>
                <a:gd name="csY219" fmla="*/ 74383 h 116876"/>
                <a:gd name="csX220" fmla="*/ 495950 w 569647"/>
                <a:gd name="csY220" fmla="*/ 82331 h 116876"/>
                <a:gd name="csX221" fmla="*/ 496451 w 569647"/>
                <a:gd name="csY221" fmla="*/ 83526 h 116876"/>
                <a:gd name="csX222" fmla="*/ 497588 w 569647"/>
                <a:gd name="csY222" fmla="*/ 84091 h 116876"/>
                <a:gd name="csX223" fmla="*/ 499541 w 569647"/>
                <a:gd name="csY223" fmla="*/ 83276 h 116876"/>
                <a:gd name="csX224" fmla="*/ 506731 w 569647"/>
                <a:gd name="csY224" fmla="*/ 75707 h 116876"/>
                <a:gd name="csX225" fmla="*/ 508869 w 569647"/>
                <a:gd name="csY225" fmla="*/ 77038 h 116876"/>
                <a:gd name="csX226" fmla="*/ 499670 w 569647"/>
                <a:gd name="csY226" fmla="*/ 87246 h 116876"/>
                <a:gd name="csX227" fmla="*/ 491028 w 569647"/>
                <a:gd name="csY227" fmla="*/ 91159 h 116876"/>
                <a:gd name="csX228" fmla="*/ 487502 w 569647"/>
                <a:gd name="csY228" fmla="*/ 89642 h 116876"/>
                <a:gd name="csX229" fmla="*/ 486114 w 569647"/>
                <a:gd name="csY229" fmla="*/ 85357 h 116876"/>
                <a:gd name="csX230" fmla="*/ 488002 w 569647"/>
                <a:gd name="csY230" fmla="*/ 75707 h 116876"/>
                <a:gd name="csX231" fmla="*/ 490463 w 569647"/>
                <a:gd name="csY231" fmla="*/ 67896 h 116876"/>
                <a:gd name="csX232" fmla="*/ 473824 w 569647"/>
                <a:gd name="csY232" fmla="*/ 87439 h 116876"/>
                <a:gd name="csX233" fmla="*/ 463923 w 569647"/>
                <a:gd name="csY233" fmla="*/ 91159 h 116876"/>
                <a:gd name="csX234" fmla="*/ 455539 w 569647"/>
                <a:gd name="csY234" fmla="*/ 86931 h 116876"/>
                <a:gd name="csX235" fmla="*/ 452005 w 569647"/>
                <a:gd name="csY235" fmla="*/ 75335 h 116876"/>
                <a:gd name="csX236" fmla="*/ 458000 w 569647"/>
                <a:gd name="csY236" fmla="*/ 55283 h 116876"/>
                <a:gd name="csX237" fmla="*/ 473824 w 569647"/>
                <a:gd name="csY237" fmla="*/ 37950 h 116876"/>
                <a:gd name="csX238" fmla="*/ 488067 w 569647"/>
                <a:gd name="csY238" fmla="*/ 32592 h 116876"/>
                <a:gd name="csX239" fmla="*/ 493933 w 569647"/>
                <a:gd name="csY239" fmla="*/ 33980 h 116876"/>
                <a:gd name="csX240" fmla="*/ 498783 w 569647"/>
                <a:gd name="csY240" fmla="*/ 38580 h 116876"/>
                <a:gd name="csX241" fmla="*/ 504964 w 569647"/>
                <a:gd name="csY241" fmla="*/ 16639 h 116876"/>
                <a:gd name="csX242" fmla="*/ 506102 w 569647"/>
                <a:gd name="csY242" fmla="*/ 12919 h 116876"/>
                <a:gd name="csX243" fmla="*/ 506852 w 569647"/>
                <a:gd name="csY243" fmla="*/ 8763 h 116876"/>
                <a:gd name="csX244" fmla="*/ 505908 w 569647"/>
                <a:gd name="csY244" fmla="*/ 6552 h 116876"/>
                <a:gd name="csX245" fmla="*/ 502503 w 569647"/>
                <a:gd name="csY245" fmla="*/ 5479 h 116876"/>
                <a:gd name="csX246" fmla="*/ 497717 w 569647"/>
                <a:gd name="csY246" fmla="*/ 5923 h 116876"/>
                <a:gd name="csX247" fmla="*/ 497717 w 569647"/>
                <a:gd name="csY247" fmla="*/ 3591 h 116876"/>
                <a:gd name="csX248" fmla="*/ 519400 w 569647"/>
                <a:gd name="csY248" fmla="*/ 0 h 116876"/>
                <a:gd name="csX249" fmla="*/ 496015 w 569647"/>
                <a:gd name="csY249" fmla="*/ 44761 h 116876"/>
                <a:gd name="csX250" fmla="*/ 493683 w 569647"/>
                <a:gd name="csY250" fmla="*/ 38265 h 116876"/>
                <a:gd name="csX251" fmla="*/ 487752 w 569647"/>
                <a:gd name="csY251" fmla="*/ 35804 h 116876"/>
                <a:gd name="csX252" fmla="*/ 471169 w 569647"/>
                <a:gd name="csY252" fmla="*/ 48916 h 116876"/>
                <a:gd name="csX253" fmla="*/ 462600 w 569647"/>
                <a:gd name="csY253" fmla="*/ 74004 h 116876"/>
                <a:gd name="csX254" fmla="*/ 464682 w 569647"/>
                <a:gd name="csY254" fmla="*/ 81258 h 116876"/>
                <a:gd name="csX255" fmla="*/ 469661 w 569647"/>
                <a:gd name="csY255" fmla="*/ 83719 h 116876"/>
                <a:gd name="csX256" fmla="*/ 486114 w 569647"/>
                <a:gd name="csY256" fmla="*/ 69534 h 116876"/>
                <a:gd name="csX257" fmla="*/ 496015 w 569647"/>
                <a:gd name="csY257" fmla="*/ 44761 h 116876"/>
                <a:gd name="csX258" fmla="*/ 529487 w 569647"/>
                <a:gd name="csY258" fmla="*/ 65878 h 116876"/>
                <a:gd name="csX259" fmla="*/ 529043 w 569647"/>
                <a:gd name="csY259" fmla="*/ 71107 h 116876"/>
                <a:gd name="csX260" fmla="*/ 533013 w 569647"/>
                <a:gd name="csY260" fmla="*/ 80693 h 116876"/>
                <a:gd name="csX261" fmla="*/ 542664 w 569647"/>
                <a:gd name="csY261" fmla="*/ 84599 h 116876"/>
                <a:gd name="csX262" fmla="*/ 551363 w 569647"/>
                <a:gd name="csY262" fmla="*/ 82767 h 116876"/>
                <a:gd name="csX263" fmla="*/ 563846 w 569647"/>
                <a:gd name="csY263" fmla="*/ 74512 h 116876"/>
                <a:gd name="csX264" fmla="*/ 565169 w 569647"/>
                <a:gd name="csY264" fmla="*/ 76344 h 116876"/>
                <a:gd name="csX265" fmla="*/ 536676 w 569647"/>
                <a:gd name="csY265" fmla="*/ 91159 h 116876"/>
                <a:gd name="csX266" fmla="*/ 522805 w 569647"/>
                <a:gd name="csY266" fmla="*/ 85357 h 116876"/>
                <a:gd name="csX267" fmla="*/ 518141 w 569647"/>
                <a:gd name="csY267" fmla="*/ 72560 h 116876"/>
                <a:gd name="csX268" fmla="*/ 523943 w 569647"/>
                <a:gd name="csY268" fmla="*/ 53330 h 116876"/>
                <a:gd name="csX269" fmla="*/ 538500 w 569647"/>
                <a:gd name="csY269" fmla="*/ 38071 h 116876"/>
                <a:gd name="csX270" fmla="*/ 556535 w 569647"/>
                <a:gd name="csY270" fmla="*/ 32592 h 116876"/>
                <a:gd name="csX271" fmla="*/ 566428 w 569647"/>
                <a:gd name="csY271" fmla="*/ 35303 h 116876"/>
                <a:gd name="csX272" fmla="*/ 569648 w 569647"/>
                <a:gd name="csY272" fmla="*/ 41727 h 116876"/>
                <a:gd name="csX273" fmla="*/ 565484 w 569647"/>
                <a:gd name="csY273" fmla="*/ 51757 h 116876"/>
                <a:gd name="csX274" fmla="*/ 549345 w 569647"/>
                <a:gd name="csY274" fmla="*/ 61843 h 116876"/>
                <a:gd name="csX275" fmla="*/ 529487 w 569647"/>
                <a:gd name="csY275" fmla="*/ 65878 h 116876"/>
                <a:gd name="csX276" fmla="*/ 529931 w 569647"/>
                <a:gd name="csY276" fmla="*/ 62788 h 116876"/>
                <a:gd name="csX277" fmla="*/ 545117 w 569647"/>
                <a:gd name="csY277" fmla="*/ 59132 h 116876"/>
                <a:gd name="csX278" fmla="*/ 556721 w 569647"/>
                <a:gd name="csY278" fmla="*/ 50869 h 116876"/>
                <a:gd name="csX279" fmla="*/ 560626 w 569647"/>
                <a:gd name="csY279" fmla="*/ 41670 h 116876"/>
                <a:gd name="csX280" fmla="*/ 558924 w 569647"/>
                <a:gd name="csY280" fmla="*/ 37377 h 116876"/>
                <a:gd name="csX281" fmla="*/ 554203 w 569647"/>
                <a:gd name="csY281" fmla="*/ 35739 h 116876"/>
                <a:gd name="csX282" fmla="*/ 540517 w 569647"/>
                <a:gd name="csY282" fmla="*/ 42614 h 116876"/>
                <a:gd name="csX283" fmla="*/ 529931 w 569647"/>
                <a:gd name="csY283" fmla="*/ 62788 h 1168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Lst>
              <a:rect l="l" t="t" r="r" b="b"/>
              <a:pathLst>
                <a:path w="569647" h="116876">
                  <a:moveTo>
                    <a:pt x="31648" y="91595"/>
                  </a:moveTo>
                  <a:lnTo>
                    <a:pt x="15380" y="104772"/>
                  </a:lnTo>
                  <a:cubicBezTo>
                    <a:pt x="17946" y="104312"/>
                    <a:pt x="20319" y="104078"/>
                    <a:pt x="22505" y="104078"/>
                  </a:cubicBezTo>
                  <a:cubicBezTo>
                    <a:pt x="24603" y="104078"/>
                    <a:pt x="26540" y="104208"/>
                    <a:pt x="28307" y="104458"/>
                  </a:cubicBezTo>
                  <a:cubicBezTo>
                    <a:pt x="30115" y="104708"/>
                    <a:pt x="33940" y="105491"/>
                    <a:pt x="39782" y="106790"/>
                  </a:cubicBezTo>
                  <a:cubicBezTo>
                    <a:pt x="45664" y="108137"/>
                    <a:pt x="50788" y="108807"/>
                    <a:pt x="55162" y="108807"/>
                  </a:cubicBezTo>
                  <a:cubicBezTo>
                    <a:pt x="59826" y="108807"/>
                    <a:pt x="63772" y="107984"/>
                    <a:pt x="67008" y="106346"/>
                  </a:cubicBezTo>
                  <a:cubicBezTo>
                    <a:pt x="70292" y="104748"/>
                    <a:pt x="73463" y="102061"/>
                    <a:pt x="76530" y="98277"/>
                  </a:cubicBezTo>
                  <a:lnTo>
                    <a:pt x="78612" y="99285"/>
                  </a:lnTo>
                  <a:cubicBezTo>
                    <a:pt x="74286" y="105507"/>
                    <a:pt x="69179" y="109985"/>
                    <a:pt x="63296" y="112713"/>
                  </a:cubicBezTo>
                  <a:cubicBezTo>
                    <a:pt x="57405" y="115489"/>
                    <a:pt x="51168" y="116876"/>
                    <a:pt x="44567" y="116876"/>
                  </a:cubicBezTo>
                  <a:cubicBezTo>
                    <a:pt x="40912" y="116876"/>
                    <a:pt x="35909" y="116158"/>
                    <a:pt x="29566" y="114730"/>
                  </a:cubicBezTo>
                  <a:cubicBezTo>
                    <a:pt x="19859" y="112592"/>
                    <a:pt x="13072" y="111518"/>
                    <a:pt x="9199" y="111518"/>
                  </a:cubicBezTo>
                  <a:cubicBezTo>
                    <a:pt x="7730" y="111518"/>
                    <a:pt x="6536" y="111623"/>
                    <a:pt x="5608" y="111833"/>
                  </a:cubicBezTo>
                  <a:cubicBezTo>
                    <a:pt x="4688" y="112043"/>
                    <a:pt x="3300" y="112551"/>
                    <a:pt x="1452" y="113350"/>
                  </a:cubicBezTo>
                  <a:lnTo>
                    <a:pt x="0" y="111647"/>
                  </a:lnTo>
                  <a:lnTo>
                    <a:pt x="25846" y="91216"/>
                  </a:lnTo>
                  <a:cubicBezTo>
                    <a:pt x="17857" y="90126"/>
                    <a:pt x="11805" y="86616"/>
                    <a:pt x="7690" y="80693"/>
                  </a:cubicBezTo>
                  <a:cubicBezTo>
                    <a:pt x="3575" y="74763"/>
                    <a:pt x="1509" y="68436"/>
                    <a:pt x="1509" y="61714"/>
                  </a:cubicBezTo>
                  <a:cubicBezTo>
                    <a:pt x="1509" y="52507"/>
                    <a:pt x="4285" y="42993"/>
                    <a:pt x="9836" y="33157"/>
                  </a:cubicBezTo>
                  <a:cubicBezTo>
                    <a:pt x="15420" y="23320"/>
                    <a:pt x="22546" y="15719"/>
                    <a:pt x="31204" y="10337"/>
                  </a:cubicBezTo>
                  <a:cubicBezTo>
                    <a:pt x="39903" y="4914"/>
                    <a:pt x="48432" y="2203"/>
                    <a:pt x="56800" y="2203"/>
                  </a:cubicBezTo>
                  <a:cubicBezTo>
                    <a:pt x="63022" y="2203"/>
                    <a:pt x="68315" y="3462"/>
                    <a:pt x="72689" y="5987"/>
                  </a:cubicBezTo>
                  <a:cubicBezTo>
                    <a:pt x="77095" y="8505"/>
                    <a:pt x="80500" y="12185"/>
                    <a:pt x="82896" y="17018"/>
                  </a:cubicBezTo>
                  <a:cubicBezTo>
                    <a:pt x="85293" y="21811"/>
                    <a:pt x="86495" y="26726"/>
                    <a:pt x="86495" y="31769"/>
                  </a:cubicBezTo>
                  <a:cubicBezTo>
                    <a:pt x="86495" y="41436"/>
                    <a:pt x="83736" y="51232"/>
                    <a:pt x="78232" y="61149"/>
                  </a:cubicBezTo>
                  <a:cubicBezTo>
                    <a:pt x="72729" y="71067"/>
                    <a:pt x="65878" y="78587"/>
                    <a:pt x="57680" y="83719"/>
                  </a:cubicBezTo>
                  <a:cubicBezTo>
                    <a:pt x="49530" y="88803"/>
                    <a:pt x="40847" y="91426"/>
                    <a:pt x="31648" y="91595"/>
                  </a:cubicBezTo>
                  <a:close/>
                  <a:moveTo>
                    <a:pt x="55283" y="6238"/>
                  </a:moveTo>
                  <a:cubicBezTo>
                    <a:pt x="51087" y="6238"/>
                    <a:pt x="46964" y="7287"/>
                    <a:pt x="42929" y="9393"/>
                  </a:cubicBezTo>
                  <a:cubicBezTo>
                    <a:pt x="38935" y="11450"/>
                    <a:pt x="34964" y="14856"/>
                    <a:pt x="31019" y="19600"/>
                  </a:cubicBezTo>
                  <a:cubicBezTo>
                    <a:pt x="27065" y="24313"/>
                    <a:pt x="23514" y="30486"/>
                    <a:pt x="20359" y="38136"/>
                  </a:cubicBezTo>
                  <a:cubicBezTo>
                    <a:pt x="16534" y="47553"/>
                    <a:pt x="14622" y="56437"/>
                    <a:pt x="14622" y="64805"/>
                  </a:cubicBezTo>
                  <a:cubicBezTo>
                    <a:pt x="14622" y="70768"/>
                    <a:pt x="16155" y="76070"/>
                    <a:pt x="19229" y="80693"/>
                  </a:cubicBezTo>
                  <a:cubicBezTo>
                    <a:pt x="22296" y="85269"/>
                    <a:pt x="27000" y="87561"/>
                    <a:pt x="33351" y="87561"/>
                  </a:cubicBezTo>
                  <a:cubicBezTo>
                    <a:pt x="37127" y="87561"/>
                    <a:pt x="40871" y="86616"/>
                    <a:pt x="44567" y="84728"/>
                  </a:cubicBezTo>
                  <a:cubicBezTo>
                    <a:pt x="48271" y="82832"/>
                    <a:pt x="52096" y="79620"/>
                    <a:pt x="56042" y="75077"/>
                  </a:cubicBezTo>
                  <a:cubicBezTo>
                    <a:pt x="61085" y="69283"/>
                    <a:pt x="65313" y="61900"/>
                    <a:pt x="68710" y="52951"/>
                  </a:cubicBezTo>
                  <a:cubicBezTo>
                    <a:pt x="72116" y="44002"/>
                    <a:pt x="73818" y="35675"/>
                    <a:pt x="73818" y="27984"/>
                  </a:cubicBezTo>
                  <a:cubicBezTo>
                    <a:pt x="73818" y="22312"/>
                    <a:pt x="72285" y="17268"/>
                    <a:pt x="69219" y="12854"/>
                  </a:cubicBezTo>
                  <a:cubicBezTo>
                    <a:pt x="66153" y="8449"/>
                    <a:pt x="61505" y="6238"/>
                    <a:pt x="55283" y="6238"/>
                  </a:cubicBezTo>
                  <a:close/>
                  <a:moveTo>
                    <a:pt x="147960" y="34101"/>
                  </a:moveTo>
                  <a:lnTo>
                    <a:pt x="136985" y="71672"/>
                  </a:lnTo>
                  <a:cubicBezTo>
                    <a:pt x="135347" y="77264"/>
                    <a:pt x="134532" y="80798"/>
                    <a:pt x="134532" y="82267"/>
                  </a:cubicBezTo>
                  <a:cubicBezTo>
                    <a:pt x="134532" y="83026"/>
                    <a:pt x="134653" y="83590"/>
                    <a:pt x="134911" y="83970"/>
                  </a:cubicBezTo>
                  <a:cubicBezTo>
                    <a:pt x="135202" y="84309"/>
                    <a:pt x="135581" y="84470"/>
                    <a:pt x="136041" y="84470"/>
                  </a:cubicBezTo>
                  <a:cubicBezTo>
                    <a:pt x="136759" y="84470"/>
                    <a:pt x="137534" y="84155"/>
                    <a:pt x="138373" y="83526"/>
                  </a:cubicBezTo>
                  <a:cubicBezTo>
                    <a:pt x="139261" y="82856"/>
                    <a:pt x="141440" y="80250"/>
                    <a:pt x="144934" y="75707"/>
                  </a:cubicBezTo>
                  <a:lnTo>
                    <a:pt x="146822" y="77159"/>
                  </a:lnTo>
                  <a:cubicBezTo>
                    <a:pt x="143505" y="82412"/>
                    <a:pt x="140100" y="86277"/>
                    <a:pt x="136614" y="88763"/>
                  </a:cubicBezTo>
                  <a:cubicBezTo>
                    <a:pt x="134298" y="90361"/>
                    <a:pt x="132071" y="91159"/>
                    <a:pt x="129925" y="91159"/>
                  </a:cubicBezTo>
                  <a:cubicBezTo>
                    <a:pt x="128287" y="91159"/>
                    <a:pt x="127003" y="90691"/>
                    <a:pt x="126084" y="89771"/>
                  </a:cubicBezTo>
                  <a:cubicBezTo>
                    <a:pt x="125156" y="88843"/>
                    <a:pt x="124696" y="87649"/>
                    <a:pt x="124696" y="86172"/>
                  </a:cubicBezTo>
                  <a:cubicBezTo>
                    <a:pt x="124696" y="84744"/>
                    <a:pt x="124970" y="82856"/>
                    <a:pt x="125511" y="80500"/>
                  </a:cubicBezTo>
                  <a:cubicBezTo>
                    <a:pt x="126188" y="77393"/>
                    <a:pt x="128101" y="70623"/>
                    <a:pt x="131248" y="60205"/>
                  </a:cubicBezTo>
                  <a:cubicBezTo>
                    <a:pt x="124106" y="71930"/>
                    <a:pt x="118119" y="80016"/>
                    <a:pt x="113286" y="84470"/>
                  </a:cubicBezTo>
                  <a:cubicBezTo>
                    <a:pt x="108492" y="88924"/>
                    <a:pt x="104038" y="91159"/>
                    <a:pt x="99923" y="91159"/>
                  </a:cubicBezTo>
                  <a:cubicBezTo>
                    <a:pt x="97986" y="91159"/>
                    <a:pt x="96348" y="90482"/>
                    <a:pt x="95000" y="89142"/>
                  </a:cubicBezTo>
                  <a:cubicBezTo>
                    <a:pt x="93661" y="87794"/>
                    <a:pt x="92983" y="86092"/>
                    <a:pt x="92983" y="84034"/>
                  </a:cubicBezTo>
                  <a:cubicBezTo>
                    <a:pt x="92983" y="80879"/>
                    <a:pt x="93911" y="76046"/>
                    <a:pt x="95759" y="69534"/>
                  </a:cubicBezTo>
                  <a:lnTo>
                    <a:pt x="101246" y="50054"/>
                  </a:lnTo>
                  <a:cubicBezTo>
                    <a:pt x="102586" y="45390"/>
                    <a:pt x="103263" y="42485"/>
                    <a:pt x="103263" y="41355"/>
                  </a:cubicBezTo>
                  <a:cubicBezTo>
                    <a:pt x="103263" y="40847"/>
                    <a:pt x="103070" y="40427"/>
                    <a:pt x="102691" y="40088"/>
                  </a:cubicBezTo>
                  <a:cubicBezTo>
                    <a:pt x="102360" y="39709"/>
                    <a:pt x="101980" y="39524"/>
                    <a:pt x="101561" y="39524"/>
                  </a:cubicBezTo>
                  <a:cubicBezTo>
                    <a:pt x="100673" y="39524"/>
                    <a:pt x="99794" y="39838"/>
                    <a:pt x="98914" y="40468"/>
                  </a:cubicBezTo>
                  <a:cubicBezTo>
                    <a:pt x="98026" y="41097"/>
                    <a:pt x="96033" y="43429"/>
                    <a:pt x="92919" y="47464"/>
                  </a:cubicBezTo>
                  <a:lnTo>
                    <a:pt x="90966" y="46084"/>
                  </a:lnTo>
                  <a:cubicBezTo>
                    <a:pt x="94121" y="41202"/>
                    <a:pt x="97462" y="37611"/>
                    <a:pt x="100988" y="35303"/>
                  </a:cubicBezTo>
                  <a:cubicBezTo>
                    <a:pt x="103683" y="33496"/>
                    <a:pt x="106160" y="32592"/>
                    <a:pt x="108428" y="32592"/>
                  </a:cubicBezTo>
                  <a:cubicBezTo>
                    <a:pt x="109985" y="32592"/>
                    <a:pt x="111244" y="33092"/>
                    <a:pt x="112212" y="34101"/>
                  </a:cubicBezTo>
                  <a:cubicBezTo>
                    <a:pt x="113221" y="35069"/>
                    <a:pt x="113729" y="36328"/>
                    <a:pt x="113729" y="37886"/>
                  </a:cubicBezTo>
                  <a:cubicBezTo>
                    <a:pt x="113729" y="40153"/>
                    <a:pt x="112882" y="44212"/>
                    <a:pt x="111204" y="50054"/>
                  </a:cubicBezTo>
                  <a:lnTo>
                    <a:pt x="105281" y="70413"/>
                  </a:lnTo>
                  <a:cubicBezTo>
                    <a:pt x="103643" y="75965"/>
                    <a:pt x="102820" y="79475"/>
                    <a:pt x="102820" y="80944"/>
                  </a:cubicBezTo>
                  <a:cubicBezTo>
                    <a:pt x="102820" y="81742"/>
                    <a:pt x="103070" y="82396"/>
                    <a:pt x="103578" y="82896"/>
                  </a:cubicBezTo>
                  <a:cubicBezTo>
                    <a:pt x="104119" y="83356"/>
                    <a:pt x="104837" y="83590"/>
                    <a:pt x="105717" y="83590"/>
                  </a:cubicBezTo>
                  <a:cubicBezTo>
                    <a:pt x="107104" y="83590"/>
                    <a:pt x="108912" y="82896"/>
                    <a:pt x="111139" y="81508"/>
                  </a:cubicBezTo>
                  <a:cubicBezTo>
                    <a:pt x="113366" y="80120"/>
                    <a:pt x="116328" y="77054"/>
                    <a:pt x="120032" y="72309"/>
                  </a:cubicBezTo>
                  <a:cubicBezTo>
                    <a:pt x="123768" y="67516"/>
                    <a:pt x="126842" y="63038"/>
                    <a:pt x="129231" y="58882"/>
                  </a:cubicBezTo>
                  <a:cubicBezTo>
                    <a:pt x="131676" y="54678"/>
                    <a:pt x="134258" y="48013"/>
                    <a:pt x="136985" y="38894"/>
                  </a:cubicBezTo>
                  <a:lnTo>
                    <a:pt x="138373" y="34101"/>
                  </a:lnTo>
                  <a:lnTo>
                    <a:pt x="147960" y="34101"/>
                  </a:lnTo>
                  <a:close/>
                  <a:moveTo>
                    <a:pt x="189000" y="0"/>
                  </a:moveTo>
                  <a:lnTo>
                    <a:pt x="176582" y="43558"/>
                  </a:lnTo>
                  <a:cubicBezTo>
                    <a:pt x="180616" y="39354"/>
                    <a:pt x="184126" y="36473"/>
                    <a:pt x="187104" y="34924"/>
                  </a:cubicBezTo>
                  <a:cubicBezTo>
                    <a:pt x="190130" y="33367"/>
                    <a:pt x="193285" y="32592"/>
                    <a:pt x="196561" y="32592"/>
                  </a:cubicBezTo>
                  <a:cubicBezTo>
                    <a:pt x="201185" y="32592"/>
                    <a:pt x="204970" y="34125"/>
                    <a:pt x="207907" y="37192"/>
                  </a:cubicBezTo>
                  <a:cubicBezTo>
                    <a:pt x="210852" y="40258"/>
                    <a:pt x="212321" y="44422"/>
                    <a:pt x="212321" y="49675"/>
                  </a:cubicBezTo>
                  <a:cubicBezTo>
                    <a:pt x="212321" y="56437"/>
                    <a:pt x="210392" y="63183"/>
                    <a:pt x="206527" y="69913"/>
                  </a:cubicBezTo>
                  <a:cubicBezTo>
                    <a:pt x="202654" y="76594"/>
                    <a:pt x="197804" y="81807"/>
                    <a:pt x="191962" y="85543"/>
                  </a:cubicBezTo>
                  <a:cubicBezTo>
                    <a:pt x="186120" y="89287"/>
                    <a:pt x="180358" y="91159"/>
                    <a:pt x="174685" y="91159"/>
                  </a:cubicBezTo>
                  <a:cubicBezTo>
                    <a:pt x="168343" y="91159"/>
                    <a:pt x="161823" y="88779"/>
                    <a:pt x="155141" y="84034"/>
                  </a:cubicBezTo>
                  <a:lnTo>
                    <a:pt x="174306" y="18027"/>
                  </a:lnTo>
                  <a:cubicBezTo>
                    <a:pt x="175783" y="12943"/>
                    <a:pt x="176517" y="9958"/>
                    <a:pt x="176517" y="9078"/>
                  </a:cubicBezTo>
                  <a:cubicBezTo>
                    <a:pt x="176517" y="7981"/>
                    <a:pt x="176178" y="7166"/>
                    <a:pt x="175508" y="6617"/>
                  </a:cubicBezTo>
                  <a:cubicBezTo>
                    <a:pt x="174540" y="5858"/>
                    <a:pt x="173112" y="5479"/>
                    <a:pt x="171224" y="5479"/>
                  </a:cubicBezTo>
                  <a:cubicBezTo>
                    <a:pt x="170336" y="5479"/>
                    <a:pt x="168996" y="5632"/>
                    <a:pt x="167189" y="5923"/>
                  </a:cubicBezTo>
                  <a:lnTo>
                    <a:pt x="167189" y="3526"/>
                  </a:lnTo>
                  <a:lnTo>
                    <a:pt x="189000" y="0"/>
                  </a:lnTo>
                  <a:close/>
                  <a:moveTo>
                    <a:pt x="164599" y="84728"/>
                  </a:moveTo>
                  <a:cubicBezTo>
                    <a:pt x="168803" y="87036"/>
                    <a:pt x="172499" y="88190"/>
                    <a:pt x="175694" y="88190"/>
                  </a:cubicBezTo>
                  <a:cubicBezTo>
                    <a:pt x="179398" y="88190"/>
                    <a:pt x="183223" y="86850"/>
                    <a:pt x="187169" y="84155"/>
                  </a:cubicBezTo>
                  <a:cubicBezTo>
                    <a:pt x="191163" y="81428"/>
                    <a:pt x="194609" y="76844"/>
                    <a:pt x="197505" y="70413"/>
                  </a:cubicBezTo>
                  <a:cubicBezTo>
                    <a:pt x="200451" y="63982"/>
                    <a:pt x="201919" y="57494"/>
                    <a:pt x="201919" y="50934"/>
                  </a:cubicBezTo>
                  <a:cubicBezTo>
                    <a:pt x="201919" y="47068"/>
                    <a:pt x="200951" y="44042"/>
                    <a:pt x="199022" y="41856"/>
                  </a:cubicBezTo>
                  <a:cubicBezTo>
                    <a:pt x="197134" y="39669"/>
                    <a:pt x="194883" y="38580"/>
                    <a:pt x="192277" y="38580"/>
                  </a:cubicBezTo>
                  <a:cubicBezTo>
                    <a:pt x="188371" y="38580"/>
                    <a:pt x="184546" y="40153"/>
                    <a:pt x="180802" y="43308"/>
                  </a:cubicBezTo>
                  <a:cubicBezTo>
                    <a:pt x="177066" y="46415"/>
                    <a:pt x="174395" y="50764"/>
                    <a:pt x="172797" y="56356"/>
                  </a:cubicBezTo>
                  <a:lnTo>
                    <a:pt x="164599" y="84728"/>
                  </a:lnTo>
                  <a:close/>
                  <a:moveTo>
                    <a:pt x="245171" y="7561"/>
                  </a:moveTo>
                  <a:cubicBezTo>
                    <a:pt x="246930" y="7561"/>
                    <a:pt x="248423" y="8174"/>
                    <a:pt x="249641" y="9393"/>
                  </a:cubicBezTo>
                  <a:cubicBezTo>
                    <a:pt x="250860" y="10611"/>
                    <a:pt x="251473" y="12104"/>
                    <a:pt x="251473" y="13863"/>
                  </a:cubicBezTo>
                  <a:cubicBezTo>
                    <a:pt x="251473" y="15590"/>
                    <a:pt x="250844" y="17083"/>
                    <a:pt x="249585" y="18342"/>
                  </a:cubicBezTo>
                  <a:cubicBezTo>
                    <a:pt x="248359" y="19560"/>
                    <a:pt x="246890" y="20173"/>
                    <a:pt x="245171" y="20173"/>
                  </a:cubicBezTo>
                  <a:cubicBezTo>
                    <a:pt x="243444" y="20173"/>
                    <a:pt x="241951" y="19560"/>
                    <a:pt x="240693" y="18342"/>
                  </a:cubicBezTo>
                  <a:cubicBezTo>
                    <a:pt x="239474" y="17083"/>
                    <a:pt x="238861" y="15590"/>
                    <a:pt x="238861" y="13863"/>
                  </a:cubicBezTo>
                  <a:cubicBezTo>
                    <a:pt x="238861" y="12104"/>
                    <a:pt x="239474" y="10611"/>
                    <a:pt x="240693" y="9393"/>
                  </a:cubicBezTo>
                  <a:cubicBezTo>
                    <a:pt x="241911" y="8174"/>
                    <a:pt x="243404" y="7561"/>
                    <a:pt x="245171" y="7561"/>
                  </a:cubicBezTo>
                  <a:close/>
                  <a:moveTo>
                    <a:pt x="245986" y="32592"/>
                  </a:moveTo>
                  <a:lnTo>
                    <a:pt x="233503" y="76780"/>
                  </a:lnTo>
                  <a:cubicBezTo>
                    <a:pt x="232664" y="79765"/>
                    <a:pt x="232244" y="81549"/>
                    <a:pt x="232244" y="82138"/>
                  </a:cubicBezTo>
                  <a:cubicBezTo>
                    <a:pt x="232244" y="82816"/>
                    <a:pt x="232430" y="83356"/>
                    <a:pt x="232809" y="83776"/>
                  </a:cubicBezTo>
                  <a:cubicBezTo>
                    <a:pt x="233229" y="84204"/>
                    <a:pt x="233713" y="84413"/>
                    <a:pt x="234261" y="84413"/>
                  </a:cubicBezTo>
                  <a:cubicBezTo>
                    <a:pt x="234891" y="84413"/>
                    <a:pt x="235649" y="84074"/>
                    <a:pt x="236529" y="83405"/>
                  </a:cubicBezTo>
                  <a:cubicBezTo>
                    <a:pt x="238925" y="81508"/>
                    <a:pt x="241346" y="78821"/>
                    <a:pt x="243783" y="75335"/>
                  </a:cubicBezTo>
                  <a:lnTo>
                    <a:pt x="245986" y="76780"/>
                  </a:lnTo>
                  <a:cubicBezTo>
                    <a:pt x="243129" y="81153"/>
                    <a:pt x="239765" y="84833"/>
                    <a:pt x="235899" y="87811"/>
                  </a:cubicBezTo>
                  <a:cubicBezTo>
                    <a:pt x="233043" y="90038"/>
                    <a:pt x="230307" y="91159"/>
                    <a:pt x="227709" y="91159"/>
                  </a:cubicBezTo>
                  <a:cubicBezTo>
                    <a:pt x="225982" y="91159"/>
                    <a:pt x="224578" y="90651"/>
                    <a:pt x="223481" y="89642"/>
                  </a:cubicBezTo>
                  <a:cubicBezTo>
                    <a:pt x="222391" y="88593"/>
                    <a:pt x="221843" y="87286"/>
                    <a:pt x="221843" y="85737"/>
                  </a:cubicBezTo>
                  <a:cubicBezTo>
                    <a:pt x="221843" y="84179"/>
                    <a:pt x="222367" y="81597"/>
                    <a:pt x="223416" y="77982"/>
                  </a:cubicBezTo>
                  <a:lnTo>
                    <a:pt x="231615" y="49739"/>
                  </a:lnTo>
                  <a:cubicBezTo>
                    <a:pt x="232962" y="45116"/>
                    <a:pt x="233632" y="42211"/>
                    <a:pt x="233632" y="41041"/>
                  </a:cubicBezTo>
                  <a:cubicBezTo>
                    <a:pt x="233632" y="40113"/>
                    <a:pt x="233293" y="39354"/>
                    <a:pt x="232623" y="38765"/>
                  </a:cubicBezTo>
                  <a:cubicBezTo>
                    <a:pt x="231994" y="38176"/>
                    <a:pt x="231106" y="37886"/>
                    <a:pt x="229977" y="37886"/>
                  </a:cubicBezTo>
                  <a:cubicBezTo>
                    <a:pt x="229048" y="37886"/>
                    <a:pt x="227136" y="38120"/>
                    <a:pt x="224239" y="38580"/>
                  </a:cubicBezTo>
                  <a:lnTo>
                    <a:pt x="224239" y="36118"/>
                  </a:lnTo>
                  <a:lnTo>
                    <a:pt x="245986" y="32592"/>
                  </a:lnTo>
                  <a:close/>
                  <a:moveTo>
                    <a:pt x="285768" y="16954"/>
                  </a:moveTo>
                  <a:lnTo>
                    <a:pt x="280846" y="34101"/>
                  </a:lnTo>
                  <a:lnTo>
                    <a:pt x="290747" y="34101"/>
                  </a:lnTo>
                  <a:lnTo>
                    <a:pt x="289674" y="38071"/>
                  </a:lnTo>
                  <a:lnTo>
                    <a:pt x="279845" y="38071"/>
                  </a:lnTo>
                  <a:lnTo>
                    <a:pt x="269000" y="75271"/>
                  </a:lnTo>
                  <a:cubicBezTo>
                    <a:pt x="267822" y="79265"/>
                    <a:pt x="267233" y="81847"/>
                    <a:pt x="267233" y="83026"/>
                  </a:cubicBezTo>
                  <a:cubicBezTo>
                    <a:pt x="267233" y="83736"/>
                    <a:pt x="267402" y="84284"/>
                    <a:pt x="267741" y="84664"/>
                  </a:cubicBezTo>
                  <a:cubicBezTo>
                    <a:pt x="268072" y="85043"/>
                    <a:pt x="268475" y="85228"/>
                    <a:pt x="268935" y="85228"/>
                  </a:cubicBezTo>
                  <a:cubicBezTo>
                    <a:pt x="269984" y="85228"/>
                    <a:pt x="271372" y="84494"/>
                    <a:pt x="273099" y="83026"/>
                  </a:cubicBezTo>
                  <a:cubicBezTo>
                    <a:pt x="274108" y="82186"/>
                    <a:pt x="276351" y="79596"/>
                    <a:pt x="279845" y="75271"/>
                  </a:cubicBezTo>
                  <a:lnTo>
                    <a:pt x="281919" y="76844"/>
                  </a:lnTo>
                  <a:cubicBezTo>
                    <a:pt x="278054" y="82477"/>
                    <a:pt x="274398" y="86447"/>
                    <a:pt x="270953" y="88763"/>
                  </a:cubicBezTo>
                  <a:cubicBezTo>
                    <a:pt x="268596" y="90361"/>
                    <a:pt x="266224" y="91159"/>
                    <a:pt x="263827" y="91159"/>
                  </a:cubicBezTo>
                  <a:cubicBezTo>
                    <a:pt x="261980" y="91159"/>
                    <a:pt x="260463" y="90587"/>
                    <a:pt x="259292" y="89457"/>
                  </a:cubicBezTo>
                  <a:cubicBezTo>
                    <a:pt x="258114" y="88279"/>
                    <a:pt x="257525" y="86786"/>
                    <a:pt x="257525" y="84978"/>
                  </a:cubicBezTo>
                  <a:cubicBezTo>
                    <a:pt x="257525" y="82711"/>
                    <a:pt x="258195" y="79241"/>
                    <a:pt x="259543" y="74577"/>
                  </a:cubicBezTo>
                  <a:lnTo>
                    <a:pt x="270073" y="38071"/>
                  </a:lnTo>
                  <a:lnTo>
                    <a:pt x="260551" y="38071"/>
                  </a:lnTo>
                  <a:lnTo>
                    <a:pt x="261181" y="35618"/>
                  </a:lnTo>
                  <a:cubicBezTo>
                    <a:pt x="265804" y="34351"/>
                    <a:pt x="269645" y="32487"/>
                    <a:pt x="272720" y="30002"/>
                  </a:cubicBezTo>
                  <a:cubicBezTo>
                    <a:pt x="275786" y="27484"/>
                    <a:pt x="279208" y="23135"/>
                    <a:pt x="282992" y="16954"/>
                  </a:cubicBezTo>
                  <a:lnTo>
                    <a:pt x="285768" y="16954"/>
                  </a:lnTo>
                  <a:close/>
                  <a:moveTo>
                    <a:pt x="348935" y="32592"/>
                  </a:moveTo>
                  <a:lnTo>
                    <a:pt x="340551" y="61271"/>
                  </a:lnTo>
                  <a:cubicBezTo>
                    <a:pt x="348410" y="49546"/>
                    <a:pt x="354422" y="41840"/>
                    <a:pt x="358578" y="38136"/>
                  </a:cubicBezTo>
                  <a:cubicBezTo>
                    <a:pt x="362782" y="34440"/>
                    <a:pt x="366816" y="32592"/>
                    <a:pt x="370682" y="32592"/>
                  </a:cubicBezTo>
                  <a:cubicBezTo>
                    <a:pt x="372788" y="32592"/>
                    <a:pt x="374507" y="33286"/>
                    <a:pt x="375854" y="34674"/>
                  </a:cubicBezTo>
                  <a:cubicBezTo>
                    <a:pt x="377242" y="36054"/>
                    <a:pt x="377936" y="37861"/>
                    <a:pt x="377936" y="40088"/>
                  </a:cubicBezTo>
                  <a:cubicBezTo>
                    <a:pt x="377936" y="42614"/>
                    <a:pt x="377323" y="45979"/>
                    <a:pt x="376104" y="50175"/>
                  </a:cubicBezTo>
                  <a:lnTo>
                    <a:pt x="368414" y="76715"/>
                  </a:lnTo>
                  <a:cubicBezTo>
                    <a:pt x="367535" y="79790"/>
                    <a:pt x="367091" y="81654"/>
                    <a:pt x="367091" y="82331"/>
                  </a:cubicBezTo>
                  <a:cubicBezTo>
                    <a:pt x="367091" y="82921"/>
                    <a:pt x="367260" y="83421"/>
                    <a:pt x="367591" y="83841"/>
                  </a:cubicBezTo>
                  <a:cubicBezTo>
                    <a:pt x="367930" y="84220"/>
                    <a:pt x="368285" y="84413"/>
                    <a:pt x="368664" y="84413"/>
                  </a:cubicBezTo>
                  <a:cubicBezTo>
                    <a:pt x="369173" y="84413"/>
                    <a:pt x="369778" y="84139"/>
                    <a:pt x="370496" y="83590"/>
                  </a:cubicBezTo>
                  <a:cubicBezTo>
                    <a:pt x="372723" y="81823"/>
                    <a:pt x="375160" y="79136"/>
                    <a:pt x="377807" y="75521"/>
                  </a:cubicBezTo>
                  <a:lnTo>
                    <a:pt x="379760" y="76715"/>
                  </a:lnTo>
                  <a:cubicBezTo>
                    <a:pt x="375854" y="82307"/>
                    <a:pt x="372158" y="86302"/>
                    <a:pt x="368664" y="88698"/>
                  </a:cubicBezTo>
                  <a:cubicBezTo>
                    <a:pt x="366227" y="90336"/>
                    <a:pt x="364041" y="91159"/>
                    <a:pt x="362112" y="91159"/>
                  </a:cubicBezTo>
                  <a:cubicBezTo>
                    <a:pt x="360555" y="91159"/>
                    <a:pt x="359312" y="90675"/>
                    <a:pt x="358392" y="89707"/>
                  </a:cubicBezTo>
                  <a:cubicBezTo>
                    <a:pt x="357464" y="88779"/>
                    <a:pt x="357004" y="87520"/>
                    <a:pt x="357004" y="85922"/>
                  </a:cubicBezTo>
                  <a:cubicBezTo>
                    <a:pt x="357004" y="83905"/>
                    <a:pt x="357722" y="80435"/>
                    <a:pt x="359151" y="75521"/>
                  </a:cubicBezTo>
                  <a:lnTo>
                    <a:pt x="366461" y="50175"/>
                  </a:lnTo>
                  <a:cubicBezTo>
                    <a:pt x="367382" y="47028"/>
                    <a:pt x="367849" y="44567"/>
                    <a:pt x="367849" y="42800"/>
                  </a:cubicBezTo>
                  <a:cubicBezTo>
                    <a:pt x="367849" y="41961"/>
                    <a:pt x="367575" y="41291"/>
                    <a:pt x="367026" y="40782"/>
                  </a:cubicBezTo>
                  <a:cubicBezTo>
                    <a:pt x="366478" y="40242"/>
                    <a:pt x="365808" y="39967"/>
                    <a:pt x="365009" y="39967"/>
                  </a:cubicBezTo>
                  <a:cubicBezTo>
                    <a:pt x="363831" y="39967"/>
                    <a:pt x="362427" y="40468"/>
                    <a:pt x="360789" y="41476"/>
                  </a:cubicBezTo>
                  <a:cubicBezTo>
                    <a:pt x="357674" y="43373"/>
                    <a:pt x="354438" y="46504"/>
                    <a:pt x="351081" y="50869"/>
                  </a:cubicBezTo>
                  <a:cubicBezTo>
                    <a:pt x="347716" y="55202"/>
                    <a:pt x="344166" y="60746"/>
                    <a:pt x="340422" y="67516"/>
                  </a:cubicBezTo>
                  <a:cubicBezTo>
                    <a:pt x="338453" y="71091"/>
                    <a:pt x="336807" y="74996"/>
                    <a:pt x="335508" y="79241"/>
                  </a:cubicBezTo>
                  <a:lnTo>
                    <a:pt x="332352" y="89642"/>
                  </a:lnTo>
                  <a:lnTo>
                    <a:pt x="322895" y="89642"/>
                  </a:lnTo>
                  <a:lnTo>
                    <a:pt x="334370" y="50175"/>
                  </a:lnTo>
                  <a:cubicBezTo>
                    <a:pt x="335717" y="45430"/>
                    <a:pt x="336387" y="42574"/>
                    <a:pt x="336387" y="41606"/>
                  </a:cubicBezTo>
                  <a:cubicBezTo>
                    <a:pt x="336387" y="40678"/>
                    <a:pt x="336008" y="39879"/>
                    <a:pt x="335257" y="39209"/>
                  </a:cubicBezTo>
                  <a:cubicBezTo>
                    <a:pt x="334539" y="38491"/>
                    <a:pt x="333635" y="38136"/>
                    <a:pt x="332546" y="38136"/>
                  </a:cubicBezTo>
                  <a:cubicBezTo>
                    <a:pt x="332038" y="38136"/>
                    <a:pt x="331158" y="38224"/>
                    <a:pt x="329899" y="38386"/>
                  </a:cubicBezTo>
                  <a:lnTo>
                    <a:pt x="327503" y="38765"/>
                  </a:lnTo>
                  <a:lnTo>
                    <a:pt x="327123" y="36498"/>
                  </a:lnTo>
                  <a:lnTo>
                    <a:pt x="348935" y="32592"/>
                  </a:lnTo>
                  <a:close/>
                  <a:moveTo>
                    <a:pt x="444694" y="52322"/>
                  </a:moveTo>
                  <a:cubicBezTo>
                    <a:pt x="444694" y="58624"/>
                    <a:pt x="443016" y="64869"/>
                    <a:pt x="439650" y="71042"/>
                  </a:cubicBezTo>
                  <a:cubicBezTo>
                    <a:pt x="436334" y="77224"/>
                    <a:pt x="431686" y="82122"/>
                    <a:pt x="425723" y="85737"/>
                  </a:cubicBezTo>
                  <a:cubicBezTo>
                    <a:pt x="419752" y="89352"/>
                    <a:pt x="413950" y="91159"/>
                    <a:pt x="408317" y="91159"/>
                  </a:cubicBezTo>
                  <a:cubicBezTo>
                    <a:pt x="402564" y="91159"/>
                    <a:pt x="397851" y="89328"/>
                    <a:pt x="394196" y="85672"/>
                  </a:cubicBezTo>
                  <a:cubicBezTo>
                    <a:pt x="390581" y="81968"/>
                    <a:pt x="388781" y="77199"/>
                    <a:pt x="388781" y="71357"/>
                  </a:cubicBezTo>
                  <a:cubicBezTo>
                    <a:pt x="388781" y="65184"/>
                    <a:pt x="390541" y="58987"/>
                    <a:pt x="394075" y="52765"/>
                  </a:cubicBezTo>
                  <a:cubicBezTo>
                    <a:pt x="397642" y="46544"/>
                    <a:pt x="402394" y="41622"/>
                    <a:pt x="408317" y="38015"/>
                  </a:cubicBezTo>
                  <a:cubicBezTo>
                    <a:pt x="414289" y="34400"/>
                    <a:pt x="420042" y="32592"/>
                    <a:pt x="425594" y="32592"/>
                  </a:cubicBezTo>
                  <a:cubicBezTo>
                    <a:pt x="431145" y="32592"/>
                    <a:pt x="435705" y="34416"/>
                    <a:pt x="439271" y="38071"/>
                  </a:cubicBezTo>
                  <a:cubicBezTo>
                    <a:pt x="442886" y="41727"/>
                    <a:pt x="444694" y="46479"/>
                    <a:pt x="444694" y="52322"/>
                  </a:cubicBezTo>
                  <a:close/>
                  <a:moveTo>
                    <a:pt x="434228" y="47972"/>
                  </a:moveTo>
                  <a:cubicBezTo>
                    <a:pt x="434228" y="44067"/>
                    <a:pt x="433268" y="41081"/>
                    <a:pt x="431331" y="39023"/>
                  </a:cubicBezTo>
                  <a:cubicBezTo>
                    <a:pt x="429443" y="36917"/>
                    <a:pt x="426982" y="35868"/>
                    <a:pt x="423956" y="35868"/>
                  </a:cubicBezTo>
                  <a:cubicBezTo>
                    <a:pt x="417775" y="35868"/>
                    <a:pt x="412086" y="40298"/>
                    <a:pt x="406873" y="49166"/>
                  </a:cubicBezTo>
                  <a:cubicBezTo>
                    <a:pt x="401700" y="57994"/>
                    <a:pt x="399118" y="66782"/>
                    <a:pt x="399118" y="75521"/>
                  </a:cubicBezTo>
                  <a:cubicBezTo>
                    <a:pt x="399118" y="79515"/>
                    <a:pt x="400127" y="82606"/>
                    <a:pt x="402144" y="84785"/>
                  </a:cubicBezTo>
                  <a:cubicBezTo>
                    <a:pt x="404161" y="86931"/>
                    <a:pt x="406703" y="88004"/>
                    <a:pt x="409770" y="88004"/>
                  </a:cubicBezTo>
                  <a:cubicBezTo>
                    <a:pt x="415693" y="88004"/>
                    <a:pt x="421244" y="83615"/>
                    <a:pt x="426417" y="74827"/>
                  </a:cubicBezTo>
                  <a:cubicBezTo>
                    <a:pt x="431622" y="65999"/>
                    <a:pt x="434228" y="57050"/>
                    <a:pt x="434228" y="47972"/>
                  </a:cubicBezTo>
                  <a:close/>
                  <a:moveTo>
                    <a:pt x="519400" y="0"/>
                  </a:moveTo>
                  <a:lnTo>
                    <a:pt x="497717" y="74383"/>
                  </a:lnTo>
                  <a:cubicBezTo>
                    <a:pt x="496539" y="78418"/>
                    <a:pt x="495950" y="81073"/>
                    <a:pt x="495950" y="82331"/>
                  </a:cubicBezTo>
                  <a:cubicBezTo>
                    <a:pt x="495950" y="82751"/>
                    <a:pt x="496120" y="83146"/>
                    <a:pt x="496451" y="83526"/>
                  </a:cubicBezTo>
                  <a:cubicBezTo>
                    <a:pt x="496830" y="83905"/>
                    <a:pt x="497209" y="84091"/>
                    <a:pt x="497588" y="84091"/>
                  </a:cubicBezTo>
                  <a:cubicBezTo>
                    <a:pt x="498137" y="84091"/>
                    <a:pt x="498783" y="83824"/>
                    <a:pt x="499541" y="83276"/>
                  </a:cubicBezTo>
                  <a:cubicBezTo>
                    <a:pt x="500969" y="82267"/>
                    <a:pt x="503366" y="79741"/>
                    <a:pt x="506731" y="75707"/>
                  </a:cubicBezTo>
                  <a:lnTo>
                    <a:pt x="508869" y="77038"/>
                  </a:lnTo>
                  <a:cubicBezTo>
                    <a:pt x="505843" y="81234"/>
                    <a:pt x="502777" y="84639"/>
                    <a:pt x="499670" y="87246"/>
                  </a:cubicBezTo>
                  <a:cubicBezTo>
                    <a:pt x="496596" y="89852"/>
                    <a:pt x="493723" y="91159"/>
                    <a:pt x="491028" y="91159"/>
                  </a:cubicBezTo>
                  <a:cubicBezTo>
                    <a:pt x="489600" y="91159"/>
                    <a:pt x="488422" y="90651"/>
                    <a:pt x="487502" y="89642"/>
                  </a:cubicBezTo>
                  <a:cubicBezTo>
                    <a:pt x="486574" y="88634"/>
                    <a:pt x="486114" y="87205"/>
                    <a:pt x="486114" y="85357"/>
                  </a:cubicBezTo>
                  <a:cubicBezTo>
                    <a:pt x="486114" y="82961"/>
                    <a:pt x="486743" y="79741"/>
                    <a:pt x="488002" y="75707"/>
                  </a:cubicBezTo>
                  <a:lnTo>
                    <a:pt x="490463" y="67896"/>
                  </a:lnTo>
                  <a:cubicBezTo>
                    <a:pt x="484371" y="77304"/>
                    <a:pt x="478819" y="83824"/>
                    <a:pt x="473824" y="87439"/>
                  </a:cubicBezTo>
                  <a:cubicBezTo>
                    <a:pt x="470371" y="89917"/>
                    <a:pt x="467078" y="91159"/>
                    <a:pt x="463923" y="91159"/>
                  </a:cubicBezTo>
                  <a:cubicBezTo>
                    <a:pt x="460728" y="91159"/>
                    <a:pt x="457936" y="89747"/>
                    <a:pt x="455539" y="86931"/>
                  </a:cubicBezTo>
                  <a:cubicBezTo>
                    <a:pt x="453183" y="84074"/>
                    <a:pt x="452005" y="80209"/>
                    <a:pt x="452005" y="75335"/>
                  </a:cubicBezTo>
                  <a:cubicBezTo>
                    <a:pt x="452005" y="69074"/>
                    <a:pt x="454006" y="62384"/>
                    <a:pt x="458000" y="55283"/>
                  </a:cubicBezTo>
                  <a:cubicBezTo>
                    <a:pt x="461987" y="48182"/>
                    <a:pt x="467264" y="42404"/>
                    <a:pt x="473824" y="37950"/>
                  </a:cubicBezTo>
                  <a:cubicBezTo>
                    <a:pt x="478989" y="34375"/>
                    <a:pt x="483742" y="32592"/>
                    <a:pt x="488067" y="32592"/>
                  </a:cubicBezTo>
                  <a:cubicBezTo>
                    <a:pt x="490334" y="32592"/>
                    <a:pt x="492295" y="33052"/>
                    <a:pt x="493933" y="33980"/>
                  </a:cubicBezTo>
                  <a:cubicBezTo>
                    <a:pt x="495571" y="34900"/>
                    <a:pt x="497185" y="36433"/>
                    <a:pt x="498783" y="38580"/>
                  </a:cubicBezTo>
                  <a:lnTo>
                    <a:pt x="504964" y="16639"/>
                  </a:lnTo>
                  <a:cubicBezTo>
                    <a:pt x="505424" y="15082"/>
                    <a:pt x="505803" y="13847"/>
                    <a:pt x="506102" y="12919"/>
                  </a:cubicBezTo>
                  <a:cubicBezTo>
                    <a:pt x="506602" y="11241"/>
                    <a:pt x="506852" y="9853"/>
                    <a:pt x="506852" y="8763"/>
                  </a:cubicBezTo>
                  <a:cubicBezTo>
                    <a:pt x="506852" y="7876"/>
                    <a:pt x="506537" y="7141"/>
                    <a:pt x="505908" y="6552"/>
                  </a:cubicBezTo>
                  <a:cubicBezTo>
                    <a:pt x="505028" y="5842"/>
                    <a:pt x="503891" y="5479"/>
                    <a:pt x="502503" y="5479"/>
                  </a:cubicBezTo>
                  <a:cubicBezTo>
                    <a:pt x="501534" y="5479"/>
                    <a:pt x="499945" y="5632"/>
                    <a:pt x="497717" y="5923"/>
                  </a:cubicBezTo>
                  <a:lnTo>
                    <a:pt x="497717" y="3591"/>
                  </a:lnTo>
                  <a:lnTo>
                    <a:pt x="519400" y="0"/>
                  </a:lnTo>
                  <a:close/>
                  <a:moveTo>
                    <a:pt x="496015" y="44761"/>
                  </a:moveTo>
                  <a:cubicBezTo>
                    <a:pt x="496015" y="42066"/>
                    <a:pt x="495232" y="39903"/>
                    <a:pt x="493683" y="38265"/>
                  </a:cubicBezTo>
                  <a:cubicBezTo>
                    <a:pt x="492125" y="36627"/>
                    <a:pt x="490149" y="35804"/>
                    <a:pt x="487752" y="35804"/>
                  </a:cubicBezTo>
                  <a:cubicBezTo>
                    <a:pt x="482458" y="35804"/>
                    <a:pt x="476931" y="40177"/>
                    <a:pt x="471169" y="48916"/>
                  </a:cubicBezTo>
                  <a:cubicBezTo>
                    <a:pt x="465456" y="57655"/>
                    <a:pt x="462600" y="66023"/>
                    <a:pt x="462600" y="74004"/>
                  </a:cubicBezTo>
                  <a:cubicBezTo>
                    <a:pt x="462600" y="77159"/>
                    <a:pt x="463294" y="79580"/>
                    <a:pt x="464682" y="81258"/>
                  </a:cubicBezTo>
                  <a:cubicBezTo>
                    <a:pt x="466070" y="82896"/>
                    <a:pt x="467724" y="83719"/>
                    <a:pt x="469661" y="83719"/>
                  </a:cubicBezTo>
                  <a:cubicBezTo>
                    <a:pt x="474034" y="83719"/>
                    <a:pt x="479513" y="78991"/>
                    <a:pt x="486114" y="69534"/>
                  </a:cubicBezTo>
                  <a:cubicBezTo>
                    <a:pt x="492715" y="60076"/>
                    <a:pt x="496015" y="51813"/>
                    <a:pt x="496015" y="44761"/>
                  </a:cubicBezTo>
                  <a:close/>
                  <a:moveTo>
                    <a:pt x="529487" y="65878"/>
                  </a:moveTo>
                  <a:cubicBezTo>
                    <a:pt x="529196" y="67976"/>
                    <a:pt x="529043" y="69719"/>
                    <a:pt x="529043" y="71107"/>
                  </a:cubicBezTo>
                  <a:cubicBezTo>
                    <a:pt x="529043" y="74851"/>
                    <a:pt x="530366" y="78039"/>
                    <a:pt x="533013" y="80693"/>
                  </a:cubicBezTo>
                  <a:cubicBezTo>
                    <a:pt x="535668" y="83300"/>
                    <a:pt x="538879" y="84599"/>
                    <a:pt x="542664" y="84599"/>
                  </a:cubicBezTo>
                  <a:cubicBezTo>
                    <a:pt x="545690" y="84599"/>
                    <a:pt x="548587" y="83986"/>
                    <a:pt x="551363" y="82767"/>
                  </a:cubicBezTo>
                  <a:cubicBezTo>
                    <a:pt x="554179" y="81508"/>
                    <a:pt x="558343" y="78757"/>
                    <a:pt x="563846" y="74512"/>
                  </a:cubicBezTo>
                  <a:lnTo>
                    <a:pt x="565169" y="76344"/>
                  </a:lnTo>
                  <a:cubicBezTo>
                    <a:pt x="555204" y="86221"/>
                    <a:pt x="545706" y="91159"/>
                    <a:pt x="536676" y="91159"/>
                  </a:cubicBezTo>
                  <a:cubicBezTo>
                    <a:pt x="530536" y="91159"/>
                    <a:pt x="525912" y="89223"/>
                    <a:pt x="522805" y="85357"/>
                  </a:cubicBezTo>
                  <a:cubicBezTo>
                    <a:pt x="519691" y="81492"/>
                    <a:pt x="518141" y="77224"/>
                    <a:pt x="518141" y="72560"/>
                  </a:cubicBezTo>
                  <a:cubicBezTo>
                    <a:pt x="518141" y="66298"/>
                    <a:pt x="520070" y="59883"/>
                    <a:pt x="523943" y="53330"/>
                  </a:cubicBezTo>
                  <a:cubicBezTo>
                    <a:pt x="527808" y="46778"/>
                    <a:pt x="532658" y="41686"/>
                    <a:pt x="538500" y="38071"/>
                  </a:cubicBezTo>
                  <a:cubicBezTo>
                    <a:pt x="544342" y="34416"/>
                    <a:pt x="550354" y="32592"/>
                    <a:pt x="556535" y="32592"/>
                  </a:cubicBezTo>
                  <a:cubicBezTo>
                    <a:pt x="560989" y="32592"/>
                    <a:pt x="564290" y="33496"/>
                    <a:pt x="566428" y="35303"/>
                  </a:cubicBezTo>
                  <a:cubicBezTo>
                    <a:pt x="568575" y="37111"/>
                    <a:pt x="569648" y="39249"/>
                    <a:pt x="569648" y="41727"/>
                  </a:cubicBezTo>
                  <a:cubicBezTo>
                    <a:pt x="569648" y="45221"/>
                    <a:pt x="568260" y="48561"/>
                    <a:pt x="565484" y="51757"/>
                  </a:cubicBezTo>
                  <a:cubicBezTo>
                    <a:pt x="561829" y="55912"/>
                    <a:pt x="556446" y="59277"/>
                    <a:pt x="549345" y="61843"/>
                  </a:cubicBezTo>
                  <a:cubicBezTo>
                    <a:pt x="544641" y="63562"/>
                    <a:pt x="538016" y="64910"/>
                    <a:pt x="529487" y="65878"/>
                  </a:cubicBezTo>
                  <a:close/>
                  <a:moveTo>
                    <a:pt x="529931" y="62788"/>
                  </a:moveTo>
                  <a:cubicBezTo>
                    <a:pt x="536152" y="62069"/>
                    <a:pt x="541211" y="60851"/>
                    <a:pt x="545117" y="59132"/>
                  </a:cubicBezTo>
                  <a:cubicBezTo>
                    <a:pt x="550289" y="56816"/>
                    <a:pt x="554155" y="54065"/>
                    <a:pt x="556721" y="50869"/>
                  </a:cubicBezTo>
                  <a:cubicBezTo>
                    <a:pt x="559327" y="47633"/>
                    <a:pt x="560626" y="44567"/>
                    <a:pt x="560626" y="41670"/>
                  </a:cubicBezTo>
                  <a:cubicBezTo>
                    <a:pt x="560626" y="39903"/>
                    <a:pt x="560061" y="38475"/>
                    <a:pt x="558924" y="37377"/>
                  </a:cubicBezTo>
                  <a:cubicBezTo>
                    <a:pt x="557834" y="36288"/>
                    <a:pt x="556261" y="35739"/>
                    <a:pt x="554203" y="35739"/>
                  </a:cubicBezTo>
                  <a:cubicBezTo>
                    <a:pt x="549910" y="35739"/>
                    <a:pt x="545351" y="38031"/>
                    <a:pt x="540517" y="42614"/>
                  </a:cubicBezTo>
                  <a:cubicBezTo>
                    <a:pt x="535724" y="47149"/>
                    <a:pt x="532198" y="53879"/>
                    <a:pt x="529931" y="62788"/>
                  </a:cubicBezTo>
                  <a:close/>
                </a:path>
              </a:pathLst>
            </a:custGeom>
            <a:solidFill>
              <a:srgbClr val="000000"/>
            </a:solidFill>
            <a:ln w="807" cap="flat">
              <a:noFill/>
              <a:prstDash val="solid"/>
              <a:miter/>
            </a:ln>
          </p:spPr>
        </p:sp>
        <p:sp>
          <p:nvSpPr>
            <p:cNvPr id="11" name="任意形状 10">
              <a:extLst>
                <a:ext uri="{FF2B5EF4-FFF2-40B4-BE49-F238E27FC236}">
                  <a16:creationId xmlns:a16="http://schemas.microsoft.com/office/drawing/2014/main" id="{03B95904-BC14-1FE5-3FE9-3270A596E8D1}"/>
                </a:ext>
              </a:extLst>
            </p:cNvPr>
            <p:cNvSpPr/>
            <p:nvPr/>
          </p:nvSpPr>
          <p:spPr>
            <a:xfrm>
              <a:off x="4796572" y="3300985"/>
              <a:ext cx="634247" cy="137701"/>
            </a:xfrm>
            <a:custGeom>
              <a:avLst/>
              <a:gdLst>
                <a:gd name="csX0" fmla="*/ 44696 w 540073"/>
                <a:gd name="csY0" fmla="*/ 8763 h 117255"/>
                <a:gd name="csX1" fmla="*/ 34924 w 540073"/>
                <a:gd name="csY1" fmla="*/ 42550 h 117255"/>
                <a:gd name="csX2" fmla="*/ 42929 w 540073"/>
                <a:gd name="csY2" fmla="*/ 42550 h 117255"/>
                <a:gd name="csX3" fmla="*/ 55348 w 540073"/>
                <a:gd name="csY3" fmla="*/ 39967 h 117255"/>
                <a:gd name="csX4" fmla="*/ 61965 w 540073"/>
                <a:gd name="csY4" fmla="*/ 30260 h 117255"/>
                <a:gd name="csX5" fmla="*/ 64297 w 540073"/>
                <a:gd name="csY5" fmla="*/ 30260 h 117255"/>
                <a:gd name="csX6" fmla="*/ 55533 w 540073"/>
                <a:gd name="csY6" fmla="*/ 61271 h 117255"/>
                <a:gd name="csX7" fmla="*/ 53016 w 540073"/>
                <a:gd name="csY7" fmla="*/ 61271 h 117255"/>
                <a:gd name="csX8" fmla="*/ 54154 w 540073"/>
                <a:gd name="csY8" fmla="*/ 54589 h 117255"/>
                <a:gd name="csX9" fmla="*/ 53016 w 540073"/>
                <a:gd name="csY9" fmla="*/ 50240 h 117255"/>
                <a:gd name="csX10" fmla="*/ 49990 w 540073"/>
                <a:gd name="csY10" fmla="*/ 47843 h 117255"/>
                <a:gd name="csX11" fmla="*/ 41920 w 540073"/>
                <a:gd name="csY11" fmla="*/ 47028 h 117255"/>
                <a:gd name="csX12" fmla="*/ 33786 w 540073"/>
                <a:gd name="csY12" fmla="*/ 47028 h 117255"/>
                <a:gd name="csX13" fmla="*/ 25532 w 540073"/>
                <a:gd name="csY13" fmla="*/ 75335 h 117255"/>
                <a:gd name="csX14" fmla="*/ 24329 w 540073"/>
                <a:gd name="csY14" fmla="*/ 81573 h 117255"/>
                <a:gd name="csX15" fmla="*/ 25911 w 540073"/>
                <a:gd name="csY15" fmla="*/ 84470 h 117255"/>
                <a:gd name="csX16" fmla="*/ 31269 w 540073"/>
                <a:gd name="csY16" fmla="*/ 85357 h 117255"/>
                <a:gd name="csX17" fmla="*/ 38830 w 540073"/>
                <a:gd name="csY17" fmla="*/ 85357 h 117255"/>
                <a:gd name="csX18" fmla="*/ 58503 w 540073"/>
                <a:gd name="csY18" fmla="*/ 81008 h 117255"/>
                <a:gd name="csX19" fmla="*/ 71801 w 540073"/>
                <a:gd name="csY19" fmla="*/ 65878 h 117255"/>
                <a:gd name="csX20" fmla="*/ 74133 w 540073"/>
                <a:gd name="csY20" fmla="*/ 65878 h 117255"/>
                <a:gd name="csX21" fmla="*/ 66064 w 540073"/>
                <a:gd name="csY21" fmla="*/ 89642 h 117255"/>
                <a:gd name="csX22" fmla="*/ 0 w 540073"/>
                <a:gd name="csY22" fmla="*/ 89642 h 117255"/>
                <a:gd name="csX23" fmla="*/ 815 w 540073"/>
                <a:gd name="csY23" fmla="*/ 87310 h 117255"/>
                <a:gd name="csX24" fmla="*/ 7432 w 540073"/>
                <a:gd name="csY24" fmla="*/ 86431 h 117255"/>
                <a:gd name="csX25" fmla="*/ 11095 w 540073"/>
                <a:gd name="csY25" fmla="*/ 83526 h 117255"/>
                <a:gd name="csX26" fmla="*/ 15130 w 540073"/>
                <a:gd name="csY26" fmla="*/ 72681 h 117255"/>
                <a:gd name="csX27" fmla="*/ 30131 w 540073"/>
                <a:gd name="csY27" fmla="*/ 21117 h 117255"/>
                <a:gd name="csX28" fmla="*/ 31898 w 540073"/>
                <a:gd name="csY28" fmla="*/ 11596 h 117255"/>
                <a:gd name="csX29" fmla="*/ 30196 w 540073"/>
                <a:gd name="csY29" fmla="*/ 7876 h 117255"/>
                <a:gd name="csX30" fmla="*/ 23700 w 540073"/>
                <a:gd name="csY30" fmla="*/ 6488 h 117255"/>
                <a:gd name="csX31" fmla="*/ 22376 w 540073"/>
                <a:gd name="csY31" fmla="*/ 6488 h 117255"/>
                <a:gd name="csX32" fmla="*/ 23135 w 540073"/>
                <a:gd name="csY32" fmla="*/ 4156 h 117255"/>
                <a:gd name="csX33" fmla="*/ 84535 w 540073"/>
                <a:gd name="csY33" fmla="*/ 4156 h 117255"/>
                <a:gd name="csX34" fmla="*/ 79241 w 540073"/>
                <a:gd name="csY34" fmla="*/ 24773 h 117255"/>
                <a:gd name="csX35" fmla="*/ 76909 w 540073"/>
                <a:gd name="csY35" fmla="*/ 24773 h 117255"/>
                <a:gd name="csX36" fmla="*/ 77353 w 540073"/>
                <a:gd name="csY36" fmla="*/ 19915 h 117255"/>
                <a:gd name="csX37" fmla="*/ 75707 w 540073"/>
                <a:gd name="csY37" fmla="*/ 14307 h 117255"/>
                <a:gd name="csX38" fmla="*/ 69469 w 540073"/>
                <a:gd name="csY38" fmla="*/ 9893 h 117255"/>
                <a:gd name="csX39" fmla="*/ 55533 w 540073"/>
                <a:gd name="csY39" fmla="*/ 8763 h 117255"/>
                <a:gd name="csX40" fmla="*/ 44696 w 540073"/>
                <a:gd name="csY40" fmla="*/ 8763 h 117255"/>
                <a:gd name="csX41" fmla="*/ 101997 w 540073"/>
                <a:gd name="csY41" fmla="*/ 4156 h 117255"/>
                <a:gd name="csX42" fmla="*/ 135662 w 540073"/>
                <a:gd name="csY42" fmla="*/ 4156 h 117255"/>
                <a:gd name="csX43" fmla="*/ 155456 w 540073"/>
                <a:gd name="csY43" fmla="*/ 9893 h 117255"/>
                <a:gd name="csX44" fmla="*/ 162016 w 540073"/>
                <a:gd name="csY44" fmla="*/ 23764 h 117255"/>
                <a:gd name="csX45" fmla="*/ 157853 w 540073"/>
                <a:gd name="csY45" fmla="*/ 36369 h 117255"/>
                <a:gd name="csX46" fmla="*/ 145499 w 540073"/>
                <a:gd name="csY46" fmla="*/ 46334 h 117255"/>
                <a:gd name="csX47" fmla="*/ 127786 w 540073"/>
                <a:gd name="csY47" fmla="*/ 50119 h 117255"/>
                <a:gd name="csX48" fmla="*/ 112713 w 540073"/>
                <a:gd name="csY48" fmla="*/ 47972 h 117255"/>
                <a:gd name="csX49" fmla="*/ 105910 w 540073"/>
                <a:gd name="csY49" fmla="*/ 71301 h 117255"/>
                <a:gd name="csX50" fmla="*/ 103514 w 540073"/>
                <a:gd name="csY50" fmla="*/ 82267 h 117255"/>
                <a:gd name="csX51" fmla="*/ 105216 w 540073"/>
                <a:gd name="csY51" fmla="*/ 85608 h 117255"/>
                <a:gd name="csX52" fmla="*/ 113350 w 540073"/>
                <a:gd name="csY52" fmla="*/ 87310 h 117255"/>
                <a:gd name="csX53" fmla="*/ 112713 w 540073"/>
                <a:gd name="csY53" fmla="*/ 89642 h 117255"/>
                <a:gd name="csX54" fmla="*/ 78733 w 540073"/>
                <a:gd name="csY54" fmla="*/ 89642 h 117255"/>
                <a:gd name="csX55" fmla="*/ 79427 w 540073"/>
                <a:gd name="csY55" fmla="*/ 87310 h 117255"/>
                <a:gd name="csX56" fmla="*/ 88698 w 540073"/>
                <a:gd name="csY56" fmla="*/ 85043 h 117255"/>
                <a:gd name="csX57" fmla="*/ 94371 w 540073"/>
                <a:gd name="csY57" fmla="*/ 72309 h 117255"/>
                <a:gd name="csX58" fmla="*/ 108493 w 540073"/>
                <a:gd name="csY58" fmla="*/ 23635 h 117255"/>
                <a:gd name="csX59" fmla="*/ 111010 w 540073"/>
                <a:gd name="csY59" fmla="*/ 11910 h 117255"/>
                <a:gd name="csX60" fmla="*/ 109186 w 540073"/>
                <a:gd name="csY60" fmla="*/ 8255 h 117255"/>
                <a:gd name="csX61" fmla="*/ 101303 w 540073"/>
                <a:gd name="csY61" fmla="*/ 6488 h 117255"/>
                <a:gd name="csX62" fmla="*/ 101997 w 540073"/>
                <a:gd name="csY62" fmla="*/ 4156 h 117255"/>
                <a:gd name="csX63" fmla="*/ 113786 w 540073"/>
                <a:gd name="csY63" fmla="*/ 44002 h 117255"/>
                <a:gd name="csX64" fmla="*/ 125261 w 540073"/>
                <a:gd name="csY64" fmla="*/ 45826 h 117255"/>
                <a:gd name="csX65" fmla="*/ 137744 w 540073"/>
                <a:gd name="csY65" fmla="*/ 42993 h 117255"/>
                <a:gd name="csX66" fmla="*/ 146572 w 540073"/>
                <a:gd name="csY66" fmla="*/ 34480 h 117255"/>
                <a:gd name="csX67" fmla="*/ 149783 w 540073"/>
                <a:gd name="csY67" fmla="*/ 22691 h 117255"/>
                <a:gd name="csX68" fmla="*/ 145878 w 540073"/>
                <a:gd name="csY68" fmla="*/ 12604 h 117255"/>
                <a:gd name="csX69" fmla="*/ 134024 w 540073"/>
                <a:gd name="csY69" fmla="*/ 8884 h 117255"/>
                <a:gd name="csX70" fmla="*/ 123623 w 540073"/>
                <a:gd name="csY70" fmla="*/ 9958 h 117255"/>
                <a:gd name="csX71" fmla="*/ 113786 w 540073"/>
                <a:gd name="csY71" fmla="*/ 44002 h 117255"/>
                <a:gd name="csX72" fmla="*/ 214403 w 540073"/>
                <a:gd name="csY72" fmla="*/ 89642 h 117255"/>
                <a:gd name="csX73" fmla="*/ 200725 w 540073"/>
                <a:gd name="csY73" fmla="*/ 48101 h 117255"/>
                <a:gd name="csX74" fmla="*/ 190889 w 540073"/>
                <a:gd name="csY74" fmla="*/ 47149 h 117255"/>
                <a:gd name="csX75" fmla="*/ 183513 w 540073"/>
                <a:gd name="csY75" fmla="*/ 73003 h 117255"/>
                <a:gd name="csX76" fmla="*/ 182061 w 540073"/>
                <a:gd name="csY76" fmla="*/ 81508 h 117255"/>
                <a:gd name="csX77" fmla="*/ 183892 w 540073"/>
                <a:gd name="csY77" fmla="*/ 85672 h 117255"/>
                <a:gd name="csX78" fmla="*/ 191453 w 540073"/>
                <a:gd name="csY78" fmla="*/ 87310 h 117255"/>
                <a:gd name="csX79" fmla="*/ 190889 w 540073"/>
                <a:gd name="csY79" fmla="*/ 89642 h 117255"/>
                <a:gd name="csX80" fmla="*/ 157788 w 540073"/>
                <a:gd name="csY80" fmla="*/ 89642 h 117255"/>
                <a:gd name="csX81" fmla="*/ 158482 w 540073"/>
                <a:gd name="csY81" fmla="*/ 87310 h 117255"/>
                <a:gd name="csX82" fmla="*/ 164784 w 540073"/>
                <a:gd name="csY82" fmla="*/ 86366 h 117255"/>
                <a:gd name="csX83" fmla="*/ 168569 w 540073"/>
                <a:gd name="csY83" fmla="*/ 83461 h 117255"/>
                <a:gd name="csX84" fmla="*/ 172797 w 540073"/>
                <a:gd name="csY84" fmla="*/ 73003 h 117255"/>
                <a:gd name="csX85" fmla="*/ 187734 w 540073"/>
                <a:gd name="csY85" fmla="*/ 21368 h 117255"/>
                <a:gd name="csX86" fmla="*/ 189251 w 540073"/>
                <a:gd name="csY86" fmla="*/ 13363 h 117255"/>
                <a:gd name="csX87" fmla="*/ 186854 w 540073"/>
                <a:gd name="csY87" fmla="*/ 8449 h 117255"/>
                <a:gd name="csX88" fmla="*/ 180108 w 540073"/>
                <a:gd name="csY88" fmla="*/ 6488 h 117255"/>
                <a:gd name="csX89" fmla="*/ 180866 w 540073"/>
                <a:gd name="csY89" fmla="*/ 4156 h 117255"/>
                <a:gd name="csX90" fmla="*/ 208730 w 540073"/>
                <a:gd name="csY90" fmla="*/ 4156 h 117255"/>
                <a:gd name="csX91" fmla="*/ 228903 w 540073"/>
                <a:gd name="csY91" fmla="*/ 9449 h 117255"/>
                <a:gd name="csX92" fmla="*/ 235076 w 540073"/>
                <a:gd name="csY92" fmla="*/ 23385 h 117255"/>
                <a:gd name="csX93" fmla="*/ 228710 w 540073"/>
                <a:gd name="csY93" fmla="*/ 38515 h 117255"/>
                <a:gd name="csX94" fmla="*/ 211377 w 540073"/>
                <a:gd name="csY94" fmla="*/ 47149 h 117255"/>
                <a:gd name="csX95" fmla="*/ 219696 w 540073"/>
                <a:gd name="csY95" fmla="*/ 72180 h 117255"/>
                <a:gd name="csX96" fmla="*/ 225748 w 540073"/>
                <a:gd name="csY96" fmla="*/ 84155 h 117255"/>
                <a:gd name="csX97" fmla="*/ 235520 w 540073"/>
                <a:gd name="csY97" fmla="*/ 87310 h 117255"/>
                <a:gd name="csX98" fmla="*/ 234826 w 540073"/>
                <a:gd name="csY98" fmla="*/ 89642 h 117255"/>
                <a:gd name="csX99" fmla="*/ 214403 w 540073"/>
                <a:gd name="csY99" fmla="*/ 89642 h 117255"/>
                <a:gd name="csX100" fmla="*/ 191962 w 540073"/>
                <a:gd name="csY100" fmla="*/ 43558 h 117255"/>
                <a:gd name="csX101" fmla="*/ 199144 w 540073"/>
                <a:gd name="csY101" fmla="*/ 44123 h 117255"/>
                <a:gd name="csX102" fmla="*/ 216291 w 540073"/>
                <a:gd name="csY102" fmla="*/ 38136 h 117255"/>
                <a:gd name="csX103" fmla="*/ 222601 w 540073"/>
                <a:gd name="csY103" fmla="*/ 23135 h 117255"/>
                <a:gd name="csX104" fmla="*/ 218623 w 540073"/>
                <a:gd name="csY104" fmla="*/ 12419 h 117255"/>
                <a:gd name="csX105" fmla="*/ 206834 w 540073"/>
                <a:gd name="csY105" fmla="*/ 8699 h 117255"/>
                <a:gd name="csX106" fmla="*/ 202048 w 540073"/>
                <a:gd name="csY106" fmla="*/ 9199 h 117255"/>
                <a:gd name="csX107" fmla="*/ 191962 w 540073"/>
                <a:gd name="csY107" fmla="*/ 43558 h 117255"/>
                <a:gd name="csX108" fmla="*/ 333175 w 540073"/>
                <a:gd name="csY108" fmla="*/ 32592 h 117255"/>
                <a:gd name="csX109" fmla="*/ 312558 w 540073"/>
                <a:gd name="csY109" fmla="*/ 103828 h 117255"/>
                <a:gd name="csX110" fmla="*/ 311170 w 540073"/>
                <a:gd name="csY110" fmla="*/ 110130 h 117255"/>
                <a:gd name="csX111" fmla="*/ 311865 w 540073"/>
                <a:gd name="csY111" fmla="*/ 112592 h 117255"/>
                <a:gd name="csX112" fmla="*/ 313882 w 540073"/>
                <a:gd name="csY112" fmla="*/ 114165 h 117255"/>
                <a:gd name="csX113" fmla="*/ 318990 w 540073"/>
                <a:gd name="csY113" fmla="*/ 114924 h 117255"/>
                <a:gd name="csX114" fmla="*/ 318360 w 540073"/>
                <a:gd name="csY114" fmla="*/ 117256 h 117255"/>
                <a:gd name="csX115" fmla="*/ 288165 w 540073"/>
                <a:gd name="csY115" fmla="*/ 117256 h 117255"/>
                <a:gd name="csX116" fmla="*/ 288794 w 540073"/>
                <a:gd name="csY116" fmla="*/ 114924 h 117255"/>
                <a:gd name="csX117" fmla="*/ 296484 w 540073"/>
                <a:gd name="csY117" fmla="*/ 113850 h 117255"/>
                <a:gd name="csX118" fmla="*/ 300390 w 540073"/>
                <a:gd name="csY118" fmla="*/ 110760 h 117255"/>
                <a:gd name="csX119" fmla="*/ 303860 w 540073"/>
                <a:gd name="csY119" fmla="*/ 101746 h 117255"/>
                <a:gd name="csX120" fmla="*/ 312558 w 540073"/>
                <a:gd name="csY120" fmla="*/ 70663 h 117255"/>
                <a:gd name="csX121" fmla="*/ 297049 w 540073"/>
                <a:gd name="csY121" fmla="*/ 87754 h 117255"/>
                <a:gd name="csX122" fmla="*/ 287527 w 540073"/>
                <a:gd name="csY122" fmla="*/ 91216 h 117255"/>
                <a:gd name="csX123" fmla="*/ 278013 w 540073"/>
                <a:gd name="csY123" fmla="*/ 86108 h 117255"/>
                <a:gd name="csX124" fmla="*/ 274794 w 540073"/>
                <a:gd name="csY124" fmla="*/ 74956 h 117255"/>
                <a:gd name="csX125" fmla="*/ 280660 w 540073"/>
                <a:gd name="csY125" fmla="*/ 54968 h 117255"/>
                <a:gd name="csX126" fmla="*/ 296105 w 540073"/>
                <a:gd name="csY126" fmla="*/ 37821 h 117255"/>
                <a:gd name="csX127" fmla="*/ 309597 w 540073"/>
                <a:gd name="csY127" fmla="*/ 32592 h 117255"/>
                <a:gd name="csX128" fmla="*/ 316972 w 540073"/>
                <a:gd name="csY128" fmla="*/ 34795 h 117255"/>
                <a:gd name="csX129" fmla="*/ 321322 w 540073"/>
                <a:gd name="csY129" fmla="*/ 41727 h 117255"/>
                <a:gd name="csX130" fmla="*/ 323274 w 540073"/>
                <a:gd name="csY130" fmla="*/ 34674 h 117255"/>
                <a:gd name="csX131" fmla="*/ 333175 w 540073"/>
                <a:gd name="csY131" fmla="*/ 32592 h 117255"/>
                <a:gd name="csX132" fmla="*/ 318796 w 540073"/>
                <a:gd name="csY132" fmla="*/ 44882 h 117255"/>
                <a:gd name="csX133" fmla="*/ 316343 w 540073"/>
                <a:gd name="csY133" fmla="*/ 38265 h 117255"/>
                <a:gd name="csX134" fmla="*/ 310291 w 540073"/>
                <a:gd name="csY134" fmla="*/ 35675 h 117255"/>
                <a:gd name="csX135" fmla="*/ 294088 w 540073"/>
                <a:gd name="csY135" fmla="*/ 48916 h 117255"/>
                <a:gd name="csX136" fmla="*/ 285575 w 540073"/>
                <a:gd name="csY136" fmla="*/ 73883 h 117255"/>
                <a:gd name="csX137" fmla="*/ 287656 w 540073"/>
                <a:gd name="csY137" fmla="*/ 81073 h 117255"/>
                <a:gd name="csX138" fmla="*/ 292829 w 540073"/>
                <a:gd name="csY138" fmla="*/ 83526 h 117255"/>
                <a:gd name="csX139" fmla="*/ 301528 w 540073"/>
                <a:gd name="csY139" fmla="*/ 79241 h 117255"/>
                <a:gd name="csX140" fmla="*/ 313817 w 540073"/>
                <a:gd name="csY140" fmla="*/ 62594 h 117255"/>
                <a:gd name="csX141" fmla="*/ 318796 w 540073"/>
                <a:gd name="csY141" fmla="*/ 44882 h 117255"/>
                <a:gd name="csX142" fmla="*/ 397287 w 540073"/>
                <a:gd name="csY142" fmla="*/ 34101 h 117255"/>
                <a:gd name="csX143" fmla="*/ 386320 w 540073"/>
                <a:gd name="csY143" fmla="*/ 71672 h 117255"/>
                <a:gd name="csX144" fmla="*/ 383859 w 540073"/>
                <a:gd name="csY144" fmla="*/ 82267 h 117255"/>
                <a:gd name="csX145" fmla="*/ 384238 w 540073"/>
                <a:gd name="csY145" fmla="*/ 83970 h 117255"/>
                <a:gd name="csX146" fmla="*/ 385368 w 540073"/>
                <a:gd name="csY146" fmla="*/ 84470 h 117255"/>
                <a:gd name="csX147" fmla="*/ 387708 w 540073"/>
                <a:gd name="csY147" fmla="*/ 83526 h 117255"/>
                <a:gd name="csX148" fmla="*/ 394261 w 540073"/>
                <a:gd name="csY148" fmla="*/ 75707 h 117255"/>
                <a:gd name="csX149" fmla="*/ 396149 w 540073"/>
                <a:gd name="csY149" fmla="*/ 77159 h 117255"/>
                <a:gd name="csX150" fmla="*/ 385941 w 540073"/>
                <a:gd name="csY150" fmla="*/ 88763 h 117255"/>
                <a:gd name="csX151" fmla="*/ 379260 w 540073"/>
                <a:gd name="csY151" fmla="*/ 91159 h 117255"/>
                <a:gd name="csX152" fmla="*/ 375411 w 540073"/>
                <a:gd name="csY152" fmla="*/ 89771 h 117255"/>
                <a:gd name="csX153" fmla="*/ 374023 w 540073"/>
                <a:gd name="csY153" fmla="*/ 86172 h 117255"/>
                <a:gd name="csX154" fmla="*/ 374846 w 540073"/>
                <a:gd name="csY154" fmla="*/ 80500 h 117255"/>
                <a:gd name="csX155" fmla="*/ 380583 w 540073"/>
                <a:gd name="csY155" fmla="*/ 60205 h 117255"/>
                <a:gd name="csX156" fmla="*/ 362612 w 540073"/>
                <a:gd name="csY156" fmla="*/ 84470 h 117255"/>
                <a:gd name="csX157" fmla="*/ 349250 w 540073"/>
                <a:gd name="csY157" fmla="*/ 91159 h 117255"/>
                <a:gd name="csX158" fmla="*/ 344328 w 540073"/>
                <a:gd name="csY158" fmla="*/ 89142 h 117255"/>
                <a:gd name="csX159" fmla="*/ 342310 w 540073"/>
                <a:gd name="csY159" fmla="*/ 84034 h 117255"/>
                <a:gd name="csX160" fmla="*/ 345086 w 540073"/>
                <a:gd name="csY160" fmla="*/ 69534 h 117255"/>
                <a:gd name="csX161" fmla="*/ 350573 w 540073"/>
                <a:gd name="csY161" fmla="*/ 50054 h 117255"/>
                <a:gd name="csX162" fmla="*/ 352590 w 540073"/>
                <a:gd name="csY162" fmla="*/ 41355 h 117255"/>
                <a:gd name="csX163" fmla="*/ 352026 w 540073"/>
                <a:gd name="csY163" fmla="*/ 40088 h 117255"/>
                <a:gd name="csX164" fmla="*/ 350888 w 540073"/>
                <a:gd name="csY164" fmla="*/ 39524 h 117255"/>
                <a:gd name="csX165" fmla="*/ 348241 w 540073"/>
                <a:gd name="csY165" fmla="*/ 40468 h 117255"/>
                <a:gd name="csX166" fmla="*/ 342253 w 540073"/>
                <a:gd name="csY166" fmla="*/ 47464 h 117255"/>
                <a:gd name="csX167" fmla="*/ 340293 w 540073"/>
                <a:gd name="csY167" fmla="*/ 46084 h 117255"/>
                <a:gd name="csX168" fmla="*/ 350323 w 540073"/>
                <a:gd name="csY168" fmla="*/ 35303 h 117255"/>
                <a:gd name="csX169" fmla="*/ 357763 w 540073"/>
                <a:gd name="csY169" fmla="*/ 32592 h 117255"/>
                <a:gd name="csX170" fmla="*/ 361539 w 540073"/>
                <a:gd name="csY170" fmla="*/ 34101 h 117255"/>
                <a:gd name="csX171" fmla="*/ 363056 w 540073"/>
                <a:gd name="csY171" fmla="*/ 37886 h 117255"/>
                <a:gd name="csX172" fmla="*/ 360531 w 540073"/>
                <a:gd name="csY172" fmla="*/ 50054 h 117255"/>
                <a:gd name="csX173" fmla="*/ 354608 w 540073"/>
                <a:gd name="csY173" fmla="*/ 70413 h 117255"/>
                <a:gd name="csX174" fmla="*/ 352147 w 540073"/>
                <a:gd name="csY174" fmla="*/ 80944 h 117255"/>
                <a:gd name="csX175" fmla="*/ 352905 w 540073"/>
                <a:gd name="csY175" fmla="*/ 82896 h 117255"/>
                <a:gd name="csX176" fmla="*/ 355052 w 540073"/>
                <a:gd name="csY176" fmla="*/ 83590 h 117255"/>
                <a:gd name="csX177" fmla="*/ 360466 w 540073"/>
                <a:gd name="csY177" fmla="*/ 81508 h 117255"/>
                <a:gd name="csX178" fmla="*/ 369359 w 540073"/>
                <a:gd name="csY178" fmla="*/ 72309 h 117255"/>
                <a:gd name="csX179" fmla="*/ 378566 w 540073"/>
                <a:gd name="csY179" fmla="*/ 58882 h 117255"/>
                <a:gd name="csX180" fmla="*/ 386320 w 540073"/>
                <a:gd name="csY180" fmla="*/ 38894 h 117255"/>
                <a:gd name="csX181" fmla="*/ 387708 w 540073"/>
                <a:gd name="csY181" fmla="*/ 34101 h 117255"/>
                <a:gd name="csX182" fmla="*/ 397287 w 540073"/>
                <a:gd name="csY182" fmla="*/ 34101 h 117255"/>
                <a:gd name="csX183" fmla="*/ 438327 w 540073"/>
                <a:gd name="csY183" fmla="*/ 0 h 117255"/>
                <a:gd name="csX184" fmla="*/ 425909 w 540073"/>
                <a:gd name="csY184" fmla="*/ 43558 h 117255"/>
                <a:gd name="csX185" fmla="*/ 436439 w 540073"/>
                <a:gd name="csY185" fmla="*/ 34924 h 117255"/>
                <a:gd name="csX186" fmla="*/ 445888 w 540073"/>
                <a:gd name="csY186" fmla="*/ 32592 h 117255"/>
                <a:gd name="csX187" fmla="*/ 457242 w 540073"/>
                <a:gd name="csY187" fmla="*/ 37192 h 117255"/>
                <a:gd name="csX188" fmla="*/ 461656 w 540073"/>
                <a:gd name="csY188" fmla="*/ 49675 h 117255"/>
                <a:gd name="csX189" fmla="*/ 455854 w 540073"/>
                <a:gd name="csY189" fmla="*/ 69913 h 117255"/>
                <a:gd name="csX190" fmla="*/ 441289 w 540073"/>
                <a:gd name="csY190" fmla="*/ 85543 h 117255"/>
                <a:gd name="csX191" fmla="*/ 424020 w 540073"/>
                <a:gd name="csY191" fmla="*/ 91159 h 117255"/>
                <a:gd name="csX192" fmla="*/ 404476 w 540073"/>
                <a:gd name="csY192" fmla="*/ 84034 h 117255"/>
                <a:gd name="csX193" fmla="*/ 423641 w 540073"/>
                <a:gd name="csY193" fmla="*/ 18027 h 117255"/>
                <a:gd name="csX194" fmla="*/ 425844 w 540073"/>
                <a:gd name="csY194" fmla="*/ 9078 h 117255"/>
                <a:gd name="csX195" fmla="*/ 424835 w 540073"/>
                <a:gd name="csY195" fmla="*/ 6617 h 117255"/>
                <a:gd name="csX196" fmla="*/ 420551 w 540073"/>
                <a:gd name="csY196" fmla="*/ 5479 h 117255"/>
                <a:gd name="csX197" fmla="*/ 416516 w 540073"/>
                <a:gd name="csY197" fmla="*/ 5923 h 117255"/>
                <a:gd name="csX198" fmla="*/ 416516 w 540073"/>
                <a:gd name="csY198" fmla="*/ 3526 h 117255"/>
                <a:gd name="csX199" fmla="*/ 438327 w 540073"/>
                <a:gd name="csY199" fmla="*/ 0 h 117255"/>
                <a:gd name="csX200" fmla="*/ 413934 w 540073"/>
                <a:gd name="csY200" fmla="*/ 84728 h 117255"/>
                <a:gd name="csX201" fmla="*/ 425021 w 540073"/>
                <a:gd name="csY201" fmla="*/ 88190 h 117255"/>
                <a:gd name="csX202" fmla="*/ 436495 w 540073"/>
                <a:gd name="csY202" fmla="*/ 84155 h 117255"/>
                <a:gd name="csX203" fmla="*/ 446841 w 540073"/>
                <a:gd name="csY203" fmla="*/ 70413 h 117255"/>
                <a:gd name="csX204" fmla="*/ 451246 w 540073"/>
                <a:gd name="csY204" fmla="*/ 50934 h 117255"/>
                <a:gd name="csX205" fmla="*/ 448349 w 540073"/>
                <a:gd name="csY205" fmla="*/ 41856 h 117255"/>
                <a:gd name="csX206" fmla="*/ 441603 w 540073"/>
                <a:gd name="csY206" fmla="*/ 38580 h 117255"/>
                <a:gd name="csX207" fmla="*/ 430129 w 540073"/>
                <a:gd name="csY207" fmla="*/ 43308 h 117255"/>
                <a:gd name="csX208" fmla="*/ 422124 w 540073"/>
                <a:gd name="csY208" fmla="*/ 56356 h 117255"/>
                <a:gd name="csX209" fmla="*/ 413934 w 540073"/>
                <a:gd name="csY209" fmla="*/ 84728 h 117255"/>
                <a:gd name="csX210" fmla="*/ 494498 w 540073"/>
                <a:gd name="csY210" fmla="*/ 7561 h 117255"/>
                <a:gd name="csX211" fmla="*/ 498977 w 540073"/>
                <a:gd name="csY211" fmla="*/ 9393 h 117255"/>
                <a:gd name="csX212" fmla="*/ 500800 w 540073"/>
                <a:gd name="csY212" fmla="*/ 13863 h 117255"/>
                <a:gd name="csX213" fmla="*/ 498912 w 540073"/>
                <a:gd name="csY213" fmla="*/ 18342 h 117255"/>
                <a:gd name="csX214" fmla="*/ 494498 w 540073"/>
                <a:gd name="csY214" fmla="*/ 20173 h 117255"/>
                <a:gd name="csX215" fmla="*/ 490020 w 540073"/>
                <a:gd name="csY215" fmla="*/ 18342 h 117255"/>
                <a:gd name="csX216" fmla="*/ 488196 w 540073"/>
                <a:gd name="csY216" fmla="*/ 13863 h 117255"/>
                <a:gd name="csX217" fmla="*/ 490020 w 540073"/>
                <a:gd name="csY217" fmla="*/ 9393 h 117255"/>
                <a:gd name="csX218" fmla="*/ 494498 w 540073"/>
                <a:gd name="csY218" fmla="*/ 7561 h 117255"/>
                <a:gd name="csX219" fmla="*/ 495313 w 540073"/>
                <a:gd name="csY219" fmla="*/ 32592 h 117255"/>
                <a:gd name="csX220" fmla="*/ 482838 w 540073"/>
                <a:gd name="csY220" fmla="*/ 76780 h 117255"/>
                <a:gd name="csX221" fmla="*/ 481571 w 540073"/>
                <a:gd name="csY221" fmla="*/ 82138 h 117255"/>
                <a:gd name="csX222" fmla="*/ 482144 w 540073"/>
                <a:gd name="csY222" fmla="*/ 83776 h 117255"/>
                <a:gd name="csX223" fmla="*/ 483588 w 540073"/>
                <a:gd name="csY223" fmla="*/ 84413 h 117255"/>
                <a:gd name="csX224" fmla="*/ 485864 w 540073"/>
                <a:gd name="csY224" fmla="*/ 83405 h 117255"/>
                <a:gd name="csX225" fmla="*/ 493110 w 540073"/>
                <a:gd name="csY225" fmla="*/ 75335 h 117255"/>
                <a:gd name="csX226" fmla="*/ 495313 w 540073"/>
                <a:gd name="csY226" fmla="*/ 76780 h 117255"/>
                <a:gd name="csX227" fmla="*/ 485226 w 540073"/>
                <a:gd name="csY227" fmla="*/ 87811 h 117255"/>
                <a:gd name="csX228" fmla="*/ 477036 w 540073"/>
                <a:gd name="csY228" fmla="*/ 91159 h 117255"/>
                <a:gd name="csX229" fmla="*/ 472808 w 540073"/>
                <a:gd name="csY229" fmla="*/ 89642 h 117255"/>
                <a:gd name="csX230" fmla="*/ 471170 w 540073"/>
                <a:gd name="csY230" fmla="*/ 85737 h 117255"/>
                <a:gd name="csX231" fmla="*/ 472751 w 540073"/>
                <a:gd name="csY231" fmla="*/ 77982 h 117255"/>
                <a:gd name="csX232" fmla="*/ 480941 w 540073"/>
                <a:gd name="csY232" fmla="*/ 49739 h 117255"/>
                <a:gd name="csX233" fmla="*/ 482959 w 540073"/>
                <a:gd name="csY233" fmla="*/ 41041 h 117255"/>
                <a:gd name="csX234" fmla="*/ 481950 w 540073"/>
                <a:gd name="csY234" fmla="*/ 38765 h 117255"/>
                <a:gd name="csX235" fmla="*/ 479304 w 540073"/>
                <a:gd name="csY235" fmla="*/ 37886 h 117255"/>
                <a:gd name="csX236" fmla="*/ 473566 w 540073"/>
                <a:gd name="csY236" fmla="*/ 38580 h 117255"/>
                <a:gd name="csX237" fmla="*/ 473566 w 540073"/>
                <a:gd name="csY237" fmla="*/ 36118 h 117255"/>
                <a:gd name="csX238" fmla="*/ 495313 w 540073"/>
                <a:gd name="csY238" fmla="*/ 32592 h 117255"/>
                <a:gd name="csX239" fmla="*/ 535095 w 540073"/>
                <a:gd name="csY239" fmla="*/ 16954 h 117255"/>
                <a:gd name="csX240" fmla="*/ 530181 w 540073"/>
                <a:gd name="csY240" fmla="*/ 34101 h 117255"/>
                <a:gd name="csX241" fmla="*/ 540074 w 540073"/>
                <a:gd name="csY241" fmla="*/ 34101 h 117255"/>
                <a:gd name="csX242" fmla="*/ 539009 w 540073"/>
                <a:gd name="csY242" fmla="*/ 38071 h 117255"/>
                <a:gd name="csX243" fmla="*/ 529172 w 540073"/>
                <a:gd name="csY243" fmla="*/ 38071 h 117255"/>
                <a:gd name="csX244" fmla="*/ 518327 w 540073"/>
                <a:gd name="csY244" fmla="*/ 75271 h 117255"/>
                <a:gd name="csX245" fmla="*/ 516560 w 540073"/>
                <a:gd name="csY245" fmla="*/ 83026 h 117255"/>
                <a:gd name="csX246" fmla="*/ 517068 w 540073"/>
                <a:gd name="csY246" fmla="*/ 84664 h 117255"/>
                <a:gd name="csX247" fmla="*/ 518262 w 540073"/>
                <a:gd name="csY247" fmla="*/ 85228 h 117255"/>
                <a:gd name="csX248" fmla="*/ 522426 w 540073"/>
                <a:gd name="csY248" fmla="*/ 83026 h 117255"/>
                <a:gd name="csX249" fmla="*/ 529172 w 540073"/>
                <a:gd name="csY249" fmla="*/ 75271 h 117255"/>
                <a:gd name="csX250" fmla="*/ 531254 w 540073"/>
                <a:gd name="csY250" fmla="*/ 76844 h 117255"/>
                <a:gd name="csX251" fmla="*/ 520280 w 540073"/>
                <a:gd name="csY251" fmla="*/ 88763 h 117255"/>
                <a:gd name="csX252" fmla="*/ 513154 w 540073"/>
                <a:gd name="csY252" fmla="*/ 91159 h 117255"/>
                <a:gd name="csX253" fmla="*/ 508620 w 540073"/>
                <a:gd name="csY253" fmla="*/ 89457 h 117255"/>
                <a:gd name="csX254" fmla="*/ 506852 w 540073"/>
                <a:gd name="csY254" fmla="*/ 84978 h 117255"/>
                <a:gd name="csX255" fmla="*/ 508869 w 540073"/>
                <a:gd name="csY255" fmla="*/ 74577 h 117255"/>
                <a:gd name="csX256" fmla="*/ 519400 w 540073"/>
                <a:gd name="csY256" fmla="*/ 38071 h 117255"/>
                <a:gd name="csX257" fmla="*/ 509878 w 540073"/>
                <a:gd name="csY257" fmla="*/ 38071 h 117255"/>
                <a:gd name="csX258" fmla="*/ 510508 w 540073"/>
                <a:gd name="csY258" fmla="*/ 35618 h 117255"/>
                <a:gd name="csX259" fmla="*/ 522047 w 540073"/>
                <a:gd name="csY259" fmla="*/ 30002 h 117255"/>
                <a:gd name="csX260" fmla="*/ 532319 w 540073"/>
                <a:gd name="csY260" fmla="*/ 16954 h 117255"/>
                <a:gd name="csX261" fmla="*/ 535095 w 540073"/>
                <a:gd name="csY261" fmla="*/ 16954 h 1172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540073" h="117255">
                  <a:moveTo>
                    <a:pt x="44696" y="8763"/>
                  </a:moveTo>
                  <a:lnTo>
                    <a:pt x="34924" y="42550"/>
                  </a:lnTo>
                  <a:lnTo>
                    <a:pt x="42929" y="42550"/>
                  </a:lnTo>
                  <a:cubicBezTo>
                    <a:pt x="48642" y="42550"/>
                    <a:pt x="52782" y="41686"/>
                    <a:pt x="55348" y="39967"/>
                  </a:cubicBezTo>
                  <a:cubicBezTo>
                    <a:pt x="57914" y="38200"/>
                    <a:pt x="60117" y="34964"/>
                    <a:pt x="61965" y="30260"/>
                  </a:cubicBezTo>
                  <a:lnTo>
                    <a:pt x="64297" y="30260"/>
                  </a:lnTo>
                  <a:lnTo>
                    <a:pt x="55533" y="61271"/>
                  </a:lnTo>
                  <a:lnTo>
                    <a:pt x="53016" y="61271"/>
                  </a:lnTo>
                  <a:cubicBezTo>
                    <a:pt x="53774" y="58664"/>
                    <a:pt x="54154" y="56437"/>
                    <a:pt x="54154" y="54589"/>
                  </a:cubicBezTo>
                  <a:cubicBezTo>
                    <a:pt x="54154" y="52782"/>
                    <a:pt x="53774" y="51337"/>
                    <a:pt x="53016" y="50240"/>
                  </a:cubicBezTo>
                  <a:cubicBezTo>
                    <a:pt x="52298" y="49150"/>
                    <a:pt x="51289" y="48351"/>
                    <a:pt x="49990" y="47843"/>
                  </a:cubicBezTo>
                  <a:cubicBezTo>
                    <a:pt x="48731" y="47303"/>
                    <a:pt x="46036" y="47028"/>
                    <a:pt x="41920" y="47028"/>
                  </a:cubicBezTo>
                  <a:lnTo>
                    <a:pt x="33786" y="47028"/>
                  </a:lnTo>
                  <a:lnTo>
                    <a:pt x="25532" y="75335"/>
                  </a:lnTo>
                  <a:cubicBezTo>
                    <a:pt x="24733" y="78063"/>
                    <a:pt x="24329" y="80145"/>
                    <a:pt x="24329" y="81573"/>
                  </a:cubicBezTo>
                  <a:cubicBezTo>
                    <a:pt x="24329" y="82662"/>
                    <a:pt x="24854" y="83631"/>
                    <a:pt x="25911" y="84470"/>
                  </a:cubicBezTo>
                  <a:cubicBezTo>
                    <a:pt x="26621" y="85059"/>
                    <a:pt x="28404" y="85357"/>
                    <a:pt x="31269" y="85357"/>
                  </a:cubicBezTo>
                  <a:lnTo>
                    <a:pt x="38830" y="85357"/>
                  </a:lnTo>
                  <a:cubicBezTo>
                    <a:pt x="47028" y="85357"/>
                    <a:pt x="53581" y="83905"/>
                    <a:pt x="58503" y="81008"/>
                  </a:cubicBezTo>
                  <a:cubicBezTo>
                    <a:pt x="63457" y="78103"/>
                    <a:pt x="67896" y="73060"/>
                    <a:pt x="71801" y="65878"/>
                  </a:cubicBezTo>
                  <a:lnTo>
                    <a:pt x="74133" y="65878"/>
                  </a:lnTo>
                  <a:lnTo>
                    <a:pt x="66064" y="89642"/>
                  </a:lnTo>
                  <a:lnTo>
                    <a:pt x="0" y="89642"/>
                  </a:lnTo>
                  <a:lnTo>
                    <a:pt x="815" y="87310"/>
                  </a:lnTo>
                  <a:cubicBezTo>
                    <a:pt x="4091" y="87230"/>
                    <a:pt x="6302" y="86931"/>
                    <a:pt x="7432" y="86431"/>
                  </a:cubicBezTo>
                  <a:cubicBezTo>
                    <a:pt x="9118" y="85672"/>
                    <a:pt x="10337" y="84704"/>
                    <a:pt x="11095" y="83526"/>
                  </a:cubicBezTo>
                  <a:cubicBezTo>
                    <a:pt x="12225" y="81807"/>
                    <a:pt x="13573" y="78192"/>
                    <a:pt x="15130" y="72681"/>
                  </a:cubicBezTo>
                  <a:lnTo>
                    <a:pt x="30131" y="21117"/>
                  </a:lnTo>
                  <a:cubicBezTo>
                    <a:pt x="31309" y="16954"/>
                    <a:pt x="31898" y="13782"/>
                    <a:pt x="31898" y="11596"/>
                  </a:cubicBezTo>
                  <a:cubicBezTo>
                    <a:pt x="31898" y="9998"/>
                    <a:pt x="31325" y="8763"/>
                    <a:pt x="30196" y="7876"/>
                  </a:cubicBezTo>
                  <a:cubicBezTo>
                    <a:pt x="29098" y="6956"/>
                    <a:pt x="26936" y="6488"/>
                    <a:pt x="23700" y="6488"/>
                  </a:cubicBezTo>
                  <a:lnTo>
                    <a:pt x="22376" y="6488"/>
                  </a:lnTo>
                  <a:lnTo>
                    <a:pt x="23135" y="4156"/>
                  </a:lnTo>
                  <a:lnTo>
                    <a:pt x="84535" y="4156"/>
                  </a:lnTo>
                  <a:lnTo>
                    <a:pt x="79241" y="24773"/>
                  </a:lnTo>
                  <a:lnTo>
                    <a:pt x="76909" y="24773"/>
                  </a:lnTo>
                  <a:cubicBezTo>
                    <a:pt x="77200" y="22836"/>
                    <a:pt x="77353" y="21222"/>
                    <a:pt x="77353" y="19915"/>
                  </a:cubicBezTo>
                  <a:cubicBezTo>
                    <a:pt x="77353" y="17688"/>
                    <a:pt x="76804" y="15824"/>
                    <a:pt x="75707" y="14307"/>
                  </a:cubicBezTo>
                  <a:cubicBezTo>
                    <a:pt x="74278" y="12370"/>
                    <a:pt x="72205" y="10902"/>
                    <a:pt x="69469" y="9893"/>
                  </a:cubicBezTo>
                  <a:cubicBezTo>
                    <a:pt x="67452" y="9134"/>
                    <a:pt x="62804" y="8763"/>
                    <a:pt x="55533" y="8763"/>
                  </a:cubicBezTo>
                  <a:lnTo>
                    <a:pt x="44696" y="8763"/>
                  </a:lnTo>
                  <a:close/>
                  <a:moveTo>
                    <a:pt x="101997" y="4156"/>
                  </a:moveTo>
                  <a:lnTo>
                    <a:pt x="135662" y="4156"/>
                  </a:lnTo>
                  <a:cubicBezTo>
                    <a:pt x="144490" y="4156"/>
                    <a:pt x="151091" y="6068"/>
                    <a:pt x="155456" y="9893"/>
                  </a:cubicBezTo>
                  <a:cubicBezTo>
                    <a:pt x="159830" y="13678"/>
                    <a:pt x="162016" y="18301"/>
                    <a:pt x="162016" y="23764"/>
                  </a:cubicBezTo>
                  <a:cubicBezTo>
                    <a:pt x="162016" y="28089"/>
                    <a:pt x="160629" y="32294"/>
                    <a:pt x="157853" y="36369"/>
                  </a:cubicBezTo>
                  <a:cubicBezTo>
                    <a:pt x="155077" y="40452"/>
                    <a:pt x="150962" y="43768"/>
                    <a:pt x="145499" y="46334"/>
                  </a:cubicBezTo>
                  <a:cubicBezTo>
                    <a:pt x="140036" y="48852"/>
                    <a:pt x="134129" y="50119"/>
                    <a:pt x="127786" y="50119"/>
                  </a:cubicBezTo>
                  <a:cubicBezTo>
                    <a:pt x="123832" y="50119"/>
                    <a:pt x="118813" y="49401"/>
                    <a:pt x="112713" y="47972"/>
                  </a:cubicBezTo>
                  <a:lnTo>
                    <a:pt x="105910" y="71301"/>
                  </a:lnTo>
                  <a:cubicBezTo>
                    <a:pt x="104313" y="76844"/>
                    <a:pt x="103514" y="80500"/>
                    <a:pt x="103514" y="82267"/>
                  </a:cubicBezTo>
                  <a:cubicBezTo>
                    <a:pt x="103514" y="83615"/>
                    <a:pt x="104078" y="84728"/>
                    <a:pt x="105216" y="85608"/>
                  </a:cubicBezTo>
                  <a:cubicBezTo>
                    <a:pt x="106346" y="86487"/>
                    <a:pt x="109057" y="87060"/>
                    <a:pt x="113350" y="87310"/>
                  </a:cubicBezTo>
                  <a:lnTo>
                    <a:pt x="112713" y="89642"/>
                  </a:lnTo>
                  <a:lnTo>
                    <a:pt x="78733" y="89642"/>
                  </a:lnTo>
                  <a:lnTo>
                    <a:pt x="79427" y="87310"/>
                  </a:lnTo>
                  <a:cubicBezTo>
                    <a:pt x="83881" y="87310"/>
                    <a:pt x="86972" y="86552"/>
                    <a:pt x="88698" y="85043"/>
                  </a:cubicBezTo>
                  <a:cubicBezTo>
                    <a:pt x="90466" y="83485"/>
                    <a:pt x="92354" y="79241"/>
                    <a:pt x="94371" y="72309"/>
                  </a:cubicBezTo>
                  <a:lnTo>
                    <a:pt x="108493" y="23635"/>
                  </a:lnTo>
                  <a:cubicBezTo>
                    <a:pt x="110171" y="17793"/>
                    <a:pt x="111010" y="13887"/>
                    <a:pt x="111010" y="11910"/>
                  </a:cubicBezTo>
                  <a:cubicBezTo>
                    <a:pt x="111010" y="10442"/>
                    <a:pt x="110405" y="9223"/>
                    <a:pt x="109186" y="8255"/>
                  </a:cubicBezTo>
                  <a:cubicBezTo>
                    <a:pt x="108008" y="7287"/>
                    <a:pt x="105386" y="6697"/>
                    <a:pt x="101303" y="6488"/>
                  </a:cubicBezTo>
                  <a:lnTo>
                    <a:pt x="101997" y="4156"/>
                  </a:lnTo>
                  <a:close/>
                  <a:moveTo>
                    <a:pt x="113786" y="44002"/>
                  </a:moveTo>
                  <a:cubicBezTo>
                    <a:pt x="118539" y="45221"/>
                    <a:pt x="122364" y="45826"/>
                    <a:pt x="125261" y="45826"/>
                  </a:cubicBezTo>
                  <a:cubicBezTo>
                    <a:pt x="129844" y="45826"/>
                    <a:pt x="134000" y="44882"/>
                    <a:pt x="137744" y="42993"/>
                  </a:cubicBezTo>
                  <a:cubicBezTo>
                    <a:pt x="141528" y="41097"/>
                    <a:pt x="144466" y="38265"/>
                    <a:pt x="146572" y="34480"/>
                  </a:cubicBezTo>
                  <a:cubicBezTo>
                    <a:pt x="148710" y="30696"/>
                    <a:pt x="149783" y="26766"/>
                    <a:pt x="149783" y="22691"/>
                  </a:cubicBezTo>
                  <a:cubicBezTo>
                    <a:pt x="149783" y="18447"/>
                    <a:pt x="148484" y="15082"/>
                    <a:pt x="145878" y="12604"/>
                  </a:cubicBezTo>
                  <a:cubicBezTo>
                    <a:pt x="143271" y="10127"/>
                    <a:pt x="139317" y="8884"/>
                    <a:pt x="134024" y="8884"/>
                  </a:cubicBezTo>
                  <a:cubicBezTo>
                    <a:pt x="131167" y="8884"/>
                    <a:pt x="127698" y="9239"/>
                    <a:pt x="123623" y="9958"/>
                  </a:cubicBezTo>
                  <a:lnTo>
                    <a:pt x="113786" y="44002"/>
                  </a:lnTo>
                  <a:close/>
                  <a:moveTo>
                    <a:pt x="214403" y="89642"/>
                  </a:moveTo>
                  <a:lnTo>
                    <a:pt x="200725" y="48101"/>
                  </a:lnTo>
                  <a:cubicBezTo>
                    <a:pt x="197530" y="48142"/>
                    <a:pt x="194254" y="47827"/>
                    <a:pt x="190889" y="47149"/>
                  </a:cubicBezTo>
                  <a:lnTo>
                    <a:pt x="183513" y="73003"/>
                  </a:lnTo>
                  <a:cubicBezTo>
                    <a:pt x="182545" y="76360"/>
                    <a:pt x="182061" y="79201"/>
                    <a:pt x="182061" y="81508"/>
                  </a:cubicBezTo>
                  <a:cubicBezTo>
                    <a:pt x="182061" y="83276"/>
                    <a:pt x="182674" y="84664"/>
                    <a:pt x="183892" y="85672"/>
                  </a:cubicBezTo>
                  <a:cubicBezTo>
                    <a:pt x="184812" y="86431"/>
                    <a:pt x="187338" y="86971"/>
                    <a:pt x="191453" y="87310"/>
                  </a:cubicBezTo>
                  <a:lnTo>
                    <a:pt x="190889" y="89642"/>
                  </a:lnTo>
                  <a:lnTo>
                    <a:pt x="157788" y="89642"/>
                  </a:lnTo>
                  <a:lnTo>
                    <a:pt x="158482" y="87310"/>
                  </a:lnTo>
                  <a:cubicBezTo>
                    <a:pt x="161597" y="87181"/>
                    <a:pt x="163695" y="86867"/>
                    <a:pt x="164784" y="86366"/>
                  </a:cubicBezTo>
                  <a:cubicBezTo>
                    <a:pt x="166511" y="85648"/>
                    <a:pt x="167770" y="84680"/>
                    <a:pt x="168569" y="83461"/>
                  </a:cubicBezTo>
                  <a:cubicBezTo>
                    <a:pt x="169916" y="81492"/>
                    <a:pt x="171321" y="77998"/>
                    <a:pt x="172797" y="73003"/>
                  </a:cubicBezTo>
                  <a:lnTo>
                    <a:pt x="187734" y="21368"/>
                  </a:lnTo>
                  <a:cubicBezTo>
                    <a:pt x="188742" y="17922"/>
                    <a:pt x="189251" y="15251"/>
                    <a:pt x="189251" y="13363"/>
                  </a:cubicBezTo>
                  <a:cubicBezTo>
                    <a:pt x="189251" y="11426"/>
                    <a:pt x="188452" y="9788"/>
                    <a:pt x="186854" y="8449"/>
                  </a:cubicBezTo>
                  <a:cubicBezTo>
                    <a:pt x="185297" y="7101"/>
                    <a:pt x="183053" y="6447"/>
                    <a:pt x="180108" y="6488"/>
                  </a:cubicBezTo>
                  <a:lnTo>
                    <a:pt x="180866" y="4156"/>
                  </a:lnTo>
                  <a:lnTo>
                    <a:pt x="208730" y="4156"/>
                  </a:lnTo>
                  <a:cubicBezTo>
                    <a:pt x="218058" y="4156"/>
                    <a:pt x="224780" y="5923"/>
                    <a:pt x="228903" y="9449"/>
                  </a:cubicBezTo>
                  <a:cubicBezTo>
                    <a:pt x="233019" y="12984"/>
                    <a:pt x="235076" y="17632"/>
                    <a:pt x="235076" y="23385"/>
                  </a:cubicBezTo>
                  <a:cubicBezTo>
                    <a:pt x="235076" y="28888"/>
                    <a:pt x="232954" y="33932"/>
                    <a:pt x="228710" y="38515"/>
                  </a:cubicBezTo>
                  <a:cubicBezTo>
                    <a:pt x="224514" y="43058"/>
                    <a:pt x="218728" y="45931"/>
                    <a:pt x="211377" y="47149"/>
                  </a:cubicBezTo>
                  <a:lnTo>
                    <a:pt x="219696" y="72180"/>
                  </a:lnTo>
                  <a:cubicBezTo>
                    <a:pt x="221714" y="78313"/>
                    <a:pt x="223731" y="82307"/>
                    <a:pt x="225748" y="84155"/>
                  </a:cubicBezTo>
                  <a:cubicBezTo>
                    <a:pt x="227766" y="86003"/>
                    <a:pt x="231026" y="87060"/>
                    <a:pt x="235520" y="87310"/>
                  </a:cubicBezTo>
                  <a:lnTo>
                    <a:pt x="234826" y="89642"/>
                  </a:lnTo>
                  <a:lnTo>
                    <a:pt x="214403" y="89642"/>
                  </a:lnTo>
                  <a:close/>
                  <a:moveTo>
                    <a:pt x="191962" y="43558"/>
                  </a:moveTo>
                  <a:cubicBezTo>
                    <a:pt x="194649" y="43938"/>
                    <a:pt x="197046" y="44123"/>
                    <a:pt x="199144" y="44123"/>
                  </a:cubicBezTo>
                  <a:cubicBezTo>
                    <a:pt x="206374" y="44123"/>
                    <a:pt x="212087" y="42130"/>
                    <a:pt x="216291" y="38136"/>
                  </a:cubicBezTo>
                  <a:cubicBezTo>
                    <a:pt x="220495" y="34101"/>
                    <a:pt x="222601" y="29098"/>
                    <a:pt x="222601" y="23135"/>
                  </a:cubicBezTo>
                  <a:cubicBezTo>
                    <a:pt x="222601" y="18471"/>
                    <a:pt x="221270" y="14896"/>
                    <a:pt x="218623" y="12419"/>
                  </a:cubicBezTo>
                  <a:cubicBezTo>
                    <a:pt x="216017" y="9933"/>
                    <a:pt x="212087" y="8699"/>
                    <a:pt x="206834" y="8699"/>
                  </a:cubicBezTo>
                  <a:cubicBezTo>
                    <a:pt x="205494" y="8699"/>
                    <a:pt x="203896" y="8868"/>
                    <a:pt x="202048" y="9199"/>
                  </a:cubicBezTo>
                  <a:lnTo>
                    <a:pt x="191962" y="43558"/>
                  </a:lnTo>
                  <a:close/>
                  <a:moveTo>
                    <a:pt x="333175" y="32592"/>
                  </a:moveTo>
                  <a:lnTo>
                    <a:pt x="312558" y="103828"/>
                  </a:lnTo>
                  <a:cubicBezTo>
                    <a:pt x="311630" y="107104"/>
                    <a:pt x="311170" y="109202"/>
                    <a:pt x="311170" y="110130"/>
                  </a:cubicBezTo>
                  <a:cubicBezTo>
                    <a:pt x="311170" y="111099"/>
                    <a:pt x="311404" y="111914"/>
                    <a:pt x="311865" y="112592"/>
                  </a:cubicBezTo>
                  <a:cubicBezTo>
                    <a:pt x="312373" y="113302"/>
                    <a:pt x="313043" y="113826"/>
                    <a:pt x="313882" y="114165"/>
                  </a:cubicBezTo>
                  <a:cubicBezTo>
                    <a:pt x="315189" y="114673"/>
                    <a:pt x="316883" y="114924"/>
                    <a:pt x="318990" y="114924"/>
                  </a:cubicBezTo>
                  <a:lnTo>
                    <a:pt x="318360" y="117256"/>
                  </a:lnTo>
                  <a:lnTo>
                    <a:pt x="288165" y="117256"/>
                  </a:lnTo>
                  <a:lnTo>
                    <a:pt x="288794" y="114924"/>
                  </a:lnTo>
                  <a:cubicBezTo>
                    <a:pt x="292909" y="114585"/>
                    <a:pt x="295476" y="114230"/>
                    <a:pt x="296484" y="113850"/>
                  </a:cubicBezTo>
                  <a:cubicBezTo>
                    <a:pt x="298082" y="113221"/>
                    <a:pt x="299381" y="112188"/>
                    <a:pt x="300390" y="110760"/>
                  </a:cubicBezTo>
                  <a:cubicBezTo>
                    <a:pt x="301439" y="109332"/>
                    <a:pt x="302601" y="106330"/>
                    <a:pt x="303860" y="101746"/>
                  </a:cubicBezTo>
                  <a:lnTo>
                    <a:pt x="312558" y="70663"/>
                  </a:lnTo>
                  <a:cubicBezTo>
                    <a:pt x="307015" y="78781"/>
                    <a:pt x="301842" y="84470"/>
                    <a:pt x="297049" y="87754"/>
                  </a:cubicBezTo>
                  <a:cubicBezTo>
                    <a:pt x="293644" y="90062"/>
                    <a:pt x="290472" y="91216"/>
                    <a:pt x="287527" y="91216"/>
                  </a:cubicBezTo>
                  <a:cubicBezTo>
                    <a:pt x="283331" y="91216"/>
                    <a:pt x="280152" y="89513"/>
                    <a:pt x="278013" y="86108"/>
                  </a:cubicBezTo>
                  <a:cubicBezTo>
                    <a:pt x="275867" y="82662"/>
                    <a:pt x="274794" y="78942"/>
                    <a:pt x="274794" y="74956"/>
                  </a:cubicBezTo>
                  <a:cubicBezTo>
                    <a:pt x="274794" y="68606"/>
                    <a:pt x="276755" y="61948"/>
                    <a:pt x="280660" y="54968"/>
                  </a:cubicBezTo>
                  <a:cubicBezTo>
                    <a:pt x="284566" y="47996"/>
                    <a:pt x="289714" y="42275"/>
                    <a:pt x="296105" y="37821"/>
                  </a:cubicBezTo>
                  <a:cubicBezTo>
                    <a:pt x="301067" y="34335"/>
                    <a:pt x="305562" y="32592"/>
                    <a:pt x="309597" y="32592"/>
                  </a:cubicBezTo>
                  <a:cubicBezTo>
                    <a:pt x="312582" y="32592"/>
                    <a:pt x="315036" y="33326"/>
                    <a:pt x="316972" y="34795"/>
                  </a:cubicBezTo>
                  <a:cubicBezTo>
                    <a:pt x="318901" y="36223"/>
                    <a:pt x="320353" y="38539"/>
                    <a:pt x="321322" y="41727"/>
                  </a:cubicBezTo>
                  <a:lnTo>
                    <a:pt x="323274" y="34674"/>
                  </a:lnTo>
                  <a:lnTo>
                    <a:pt x="333175" y="32592"/>
                  </a:lnTo>
                  <a:close/>
                  <a:moveTo>
                    <a:pt x="318796" y="44882"/>
                  </a:moveTo>
                  <a:cubicBezTo>
                    <a:pt x="318796" y="42195"/>
                    <a:pt x="317981" y="39984"/>
                    <a:pt x="316343" y="38265"/>
                  </a:cubicBezTo>
                  <a:cubicBezTo>
                    <a:pt x="314705" y="36538"/>
                    <a:pt x="312688" y="35675"/>
                    <a:pt x="310291" y="35675"/>
                  </a:cubicBezTo>
                  <a:cubicBezTo>
                    <a:pt x="305159" y="35675"/>
                    <a:pt x="299760" y="40088"/>
                    <a:pt x="294088" y="48916"/>
                  </a:cubicBezTo>
                  <a:cubicBezTo>
                    <a:pt x="288415" y="57744"/>
                    <a:pt x="285575" y="66064"/>
                    <a:pt x="285575" y="73883"/>
                  </a:cubicBezTo>
                  <a:cubicBezTo>
                    <a:pt x="285575" y="77038"/>
                    <a:pt x="286268" y="79427"/>
                    <a:pt x="287656" y="81073"/>
                  </a:cubicBezTo>
                  <a:cubicBezTo>
                    <a:pt x="289085" y="82711"/>
                    <a:pt x="290811" y="83526"/>
                    <a:pt x="292829" y="83526"/>
                  </a:cubicBezTo>
                  <a:cubicBezTo>
                    <a:pt x="295387" y="83526"/>
                    <a:pt x="298292" y="82098"/>
                    <a:pt x="301528" y="79241"/>
                  </a:cubicBezTo>
                  <a:cubicBezTo>
                    <a:pt x="306442" y="74908"/>
                    <a:pt x="310541" y="69364"/>
                    <a:pt x="313817" y="62594"/>
                  </a:cubicBezTo>
                  <a:cubicBezTo>
                    <a:pt x="317142" y="55791"/>
                    <a:pt x="318796" y="49885"/>
                    <a:pt x="318796" y="44882"/>
                  </a:cubicBezTo>
                  <a:close/>
                  <a:moveTo>
                    <a:pt x="397287" y="34101"/>
                  </a:moveTo>
                  <a:lnTo>
                    <a:pt x="386320" y="71672"/>
                  </a:lnTo>
                  <a:cubicBezTo>
                    <a:pt x="384674" y="77264"/>
                    <a:pt x="383859" y="80798"/>
                    <a:pt x="383859" y="82267"/>
                  </a:cubicBezTo>
                  <a:cubicBezTo>
                    <a:pt x="383859" y="83026"/>
                    <a:pt x="383988" y="83590"/>
                    <a:pt x="384238" y="83970"/>
                  </a:cubicBezTo>
                  <a:cubicBezTo>
                    <a:pt x="384529" y="84309"/>
                    <a:pt x="384908" y="84470"/>
                    <a:pt x="385368" y="84470"/>
                  </a:cubicBezTo>
                  <a:cubicBezTo>
                    <a:pt x="386086" y="84470"/>
                    <a:pt x="386861" y="84155"/>
                    <a:pt x="387708" y="83526"/>
                  </a:cubicBezTo>
                  <a:cubicBezTo>
                    <a:pt x="388588" y="82856"/>
                    <a:pt x="390775" y="80250"/>
                    <a:pt x="394261" y="75707"/>
                  </a:cubicBezTo>
                  <a:lnTo>
                    <a:pt x="396149" y="77159"/>
                  </a:lnTo>
                  <a:cubicBezTo>
                    <a:pt x="392832" y="82412"/>
                    <a:pt x="389427" y="86277"/>
                    <a:pt x="385941" y="88763"/>
                  </a:cubicBezTo>
                  <a:cubicBezTo>
                    <a:pt x="383625" y="90361"/>
                    <a:pt x="381398" y="91159"/>
                    <a:pt x="379260" y="91159"/>
                  </a:cubicBezTo>
                  <a:cubicBezTo>
                    <a:pt x="377621" y="91159"/>
                    <a:pt x="376339" y="90691"/>
                    <a:pt x="375411" y="89771"/>
                  </a:cubicBezTo>
                  <a:cubicBezTo>
                    <a:pt x="374483" y="88843"/>
                    <a:pt x="374023" y="87649"/>
                    <a:pt x="374023" y="86172"/>
                  </a:cubicBezTo>
                  <a:cubicBezTo>
                    <a:pt x="374023" y="84744"/>
                    <a:pt x="374297" y="82856"/>
                    <a:pt x="374846" y="80500"/>
                  </a:cubicBezTo>
                  <a:cubicBezTo>
                    <a:pt x="375515" y="77393"/>
                    <a:pt x="377428" y="70623"/>
                    <a:pt x="380583" y="60205"/>
                  </a:cubicBezTo>
                  <a:cubicBezTo>
                    <a:pt x="373434" y="71930"/>
                    <a:pt x="367446" y="80016"/>
                    <a:pt x="362612" y="84470"/>
                  </a:cubicBezTo>
                  <a:cubicBezTo>
                    <a:pt x="357819" y="88924"/>
                    <a:pt x="353365" y="91159"/>
                    <a:pt x="349250" y="91159"/>
                  </a:cubicBezTo>
                  <a:cubicBezTo>
                    <a:pt x="347313" y="91159"/>
                    <a:pt x="345675" y="90482"/>
                    <a:pt x="344328" y="89142"/>
                  </a:cubicBezTo>
                  <a:cubicBezTo>
                    <a:pt x="342988" y="87794"/>
                    <a:pt x="342310" y="86092"/>
                    <a:pt x="342310" y="84034"/>
                  </a:cubicBezTo>
                  <a:cubicBezTo>
                    <a:pt x="342310" y="80879"/>
                    <a:pt x="343238" y="76046"/>
                    <a:pt x="345086" y="69534"/>
                  </a:cubicBezTo>
                  <a:lnTo>
                    <a:pt x="350573" y="50054"/>
                  </a:lnTo>
                  <a:cubicBezTo>
                    <a:pt x="351920" y="45390"/>
                    <a:pt x="352590" y="42485"/>
                    <a:pt x="352590" y="41355"/>
                  </a:cubicBezTo>
                  <a:cubicBezTo>
                    <a:pt x="352590" y="40847"/>
                    <a:pt x="352397" y="40427"/>
                    <a:pt x="352026" y="40088"/>
                  </a:cubicBezTo>
                  <a:cubicBezTo>
                    <a:pt x="351687" y="39709"/>
                    <a:pt x="351307" y="39524"/>
                    <a:pt x="350888" y="39524"/>
                  </a:cubicBezTo>
                  <a:cubicBezTo>
                    <a:pt x="350008" y="39524"/>
                    <a:pt x="349121" y="39838"/>
                    <a:pt x="348241" y="40468"/>
                  </a:cubicBezTo>
                  <a:cubicBezTo>
                    <a:pt x="347361" y="41097"/>
                    <a:pt x="345360" y="43429"/>
                    <a:pt x="342253" y="47464"/>
                  </a:cubicBezTo>
                  <a:lnTo>
                    <a:pt x="340293" y="46084"/>
                  </a:lnTo>
                  <a:cubicBezTo>
                    <a:pt x="343448" y="41202"/>
                    <a:pt x="346789" y="37611"/>
                    <a:pt x="350323" y="35303"/>
                  </a:cubicBezTo>
                  <a:cubicBezTo>
                    <a:pt x="353010" y="33496"/>
                    <a:pt x="355487" y="32592"/>
                    <a:pt x="357763" y="32592"/>
                  </a:cubicBezTo>
                  <a:cubicBezTo>
                    <a:pt x="359312" y="32592"/>
                    <a:pt x="360579" y="33092"/>
                    <a:pt x="361539" y="34101"/>
                  </a:cubicBezTo>
                  <a:cubicBezTo>
                    <a:pt x="362548" y="35069"/>
                    <a:pt x="363056" y="36328"/>
                    <a:pt x="363056" y="37886"/>
                  </a:cubicBezTo>
                  <a:cubicBezTo>
                    <a:pt x="363056" y="40153"/>
                    <a:pt x="362217" y="44212"/>
                    <a:pt x="360531" y="50054"/>
                  </a:cubicBezTo>
                  <a:lnTo>
                    <a:pt x="354608" y="70413"/>
                  </a:lnTo>
                  <a:cubicBezTo>
                    <a:pt x="352970" y="75965"/>
                    <a:pt x="352147" y="79475"/>
                    <a:pt x="352147" y="80944"/>
                  </a:cubicBezTo>
                  <a:cubicBezTo>
                    <a:pt x="352147" y="81742"/>
                    <a:pt x="352397" y="82396"/>
                    <a:pt x="352905" y="82896"/>
                  </a:cubicBezTo>
                  <a:cubicBezTo>
                    <a:pt x="353454" y="83356"/>
                    <a:pt x="354164" y="83590"/>
                    <a:pt x="355052" y="83590"/>
                  </a:cubicBezTo>
                  <a:cubicBezTo>
                    <a:pt x="356432" y="83590"/>
                    <a:pt x="358239" y="82896"/>
                    <a:pt x="360466" y="81508"/>
                  </a:cubicBezTo>
                  <a:cubicBezTo>
                    <a:pt x="362701" y="80120"/>
                    <a:pt x="365663" y="77054"/>
                    <a:pt x="369359" y="72309"/>
                  </a:cubicBezTo>
                  <a:cubicBezTo>
                    <a:pt x="373103" y="67516"/>
                    <a:pt x="376169" y="63038"/>
                    <a:pt x="378566" y="58882"/>
                  </a:cubicBezTo>
                  <a:cubicBezTo>
                    <a:pt x="381002" y="54678"/>
                    <a:pt x="383585" y="48013"/>
                    <a:pt x="386320" y="38894"/>
                  </a:cubicBezTo>
                  <a:lnTo>
                    <a:pt x="387708" y="34101"/>
                  </a:lnTo>
                  <a:lnTo>
                    <a:pt x="397287" y="34101"/>
                  </a:lnTo>
                  <a:close/>
                  <a:moveTo>
                    <a:pt x="438327" y="0"/>
                  </a:moveTo>
                  <a:lnTo>
                    <a:pt x="425909" y="43558"/>
                  </a:lnTo>
                  <a:cubicBezTo>
                    <a:pt x="429943" y="39354"/>
                    <a:pt x="433453" y="36473"/>
                    <a:pt x="436439" y="34924"/>
                  </a:cubicBezTo>
                  <a:cubicBezTo>
                    <a:pt x="439465" y="33367"/>
                    <a:pt x="442612" y="32592"/>
                    <a:pt x="445888" y="32592"/>
                  </a:cubicBezTo>
                  <a:cubicBezTo>
                    <a:pt x="450512" y="32592"/>
                    <a:pt x="454296" y="34125"/>
                    <a:pt x="457242" y="37192"/>
                  </a:cubicBezTo>
                  <a:cubicBezTo>
                    <a:pt x="460179" y="40258"/>
                    <a:pt x="461656" y="44422"/>
                    <a:pt x="461656" y="49675"/>
                  </a:cubicBezTo>
                  <a:cubicBezTo>
                    <a:pt x="461656" y="56437"/>
                    <a:pt x="459719" y="63183"/>
                    <a:pt x="455854" y="69913"/>
                  </a:cubicBezTo>
                  <a:cubicBezTo>
                    <a:pt x="451989" y="76594"/>
                    <a:pt x="447131" y="81807"/>
                    <a:pt x="441289" y="85543"/>
                  </a:cubicBezTo>
                  <a:cubicBezTo>
                    <a:pt x="435447" y="89287"/>
                    <a:pt x="429693" y="91159"/>
                    <a:pt x="424020" y="91159"/>
                  </a:cubicBezTo>
                  <a:cubicBezTo>
                    <a:pt x="417670" y="91159"/>
                    <a:pt x="411158" y="88779"/>
                    <a:pt x="404476" y="84034"/>
                  </a:cubicBezTo>
                  <a:lnTo>
                    <a:pt x="423641" y="18027"/>
                  </a:lnTo>
                  <a:cubicBezTo>
                    <a:pt x="425110" y="12943"/>
                    <a:pt x="425844" y="9958"/>
                    <a:pt x="425844" y="9078"/>
                  </a:cubicBezTo>
                  <a:cubicBezTo>
                    <a:pt x="425844" y="7981"/>
                    <a:pt x="425505" y="7166"/>
                    <a:pt x="424835" y="6617"/>
                  </a:cubicBezTo>
                  <a:cubicBezTo>
                    <a:pt x="423867" y="5858"/>
                    <a:pt x="422439" y="5479"/>
                    <a:pt x="420551" y="5479"/>
                  </a:cubicBezTo>
                  <a:cubicBezTo>
                    <a:pt x="419663" y="5479"/>
                    <a:pt x="418323" y="5632"/>
                    <a:pt x="416516" y="5923"/>
                  </a:cubicBezTo>
                  <a:lnTo>
                    <a:pt x="416516" y="3526"/>
                  </a:lnTo>
                  <a:lnTo>
                    <a:pt x="438327" y="0"/>
                  </a:lnTo>
                  <a:close/>
                  <a:moveTo>
                    <a:pt x="413934" y="84728"/>
                  </a:moveTo>
                  <a:cubicBezTo>
                    <a:pt x="418130" y="87036"/>
                    <a:pt x="421833" y="88190"/>
                    <a:pt x="425021" y="88190"/>
                  </a:cubicBezTo>
                  <a:cubicBezTo>
                    <a:pt x="428725" y="88190"/>
                    <a:pt x="432550" y="86850"/>
                    <a:pt x="436495" y="84155"/>
                  </a:cubicBezTo>
                  <a:cubicBezTo>
                    <a:pt x="440490" y="81428"/>
                    <a:pt x="443936" y="76844"/>
                    <a:pt x="446841" y="70413"/>
                  </a:cubicBezTo>
                  <a:cubicBezTo>
                    <a:pt x="449778" y="63982"/>
                    <a:pt x="451246" y="57494"/>
                    <a:pt x="451246" y="50934"/>
                  </a:cubicBezTo>
                  <a:cubicBezTo>
                    <a:pt x="451246" y="47068"/>
                    <a:pt x="450286" y="44042"/>
                    <a:pt x="448349" y="41856"/>
                  </a:cubicBezTo>
                  <a:cubicBezTo>
                    <a:pt x="446461" y="39669"/>
                    <a:pt x="444210" y="38580"/>
                    <a:pt x="441603" y="38580"/>
                  </a:cubicBezTo>
                  <a:cubicBezTo>
                    <a:pt x="437698" y="38580"/>
                    <a:pt x="433873" y="40153"/>
                    <a:pt x="430129" y="43308"/>
                  </a:cubicBezTo>
                  <a:cubicBezTo>
                    <a:pt x="426393" y="46415"/>
                    <a:pt x="423722" y="50764"/>
                    <a:pt x="422124" y="56356"/>
                  </a:cubicBezTo>
                  <a:lnTo>
                    <a:pt x="413934" y="84728"/>
                  </a:lnTo>
                  <a:close/>
                  <a:moveTo>
                    <a:pt x="494498" y="7561"/>
                  </a:moveTo>
                  <a:cubicBezTo>
                    <a:pt x="496265" y="7561"/>
                    <a:pt x="497758" y="8174"/>
                    <a:pt x="498977" y="9393"/>
                  </a:cubicBezTo>
                  <a:cubicBezTo>
                    <a:pt x="500195" y="10611"/>
                    <a:pt x="500800" y="12104"/>
                    <a:pt x="500800" y="13863"/>
                  </a:cubicBezTo>
                  <a:cubicBezTo>
                    <a:pt x="500800" y="15590"/>
                    <a:pt x="500171" y="17083"/>
                    <a:pt x="498912" y="18342"/>
                  </a:cubicBezTo>
                  <a:cubicBezTo>
                    <a:pt x="497694" y="19560"/>
                    <a:pt x="496217" y="20173"/>
                    <a:pt x="494498" y="20173"/>
                  </a:cubicBezTo>
                  <a:cubicBezTo>
                    <a:pt x="492771" y="20173"/>
                    <a:pt x="491278" y="19560"/>
                    <a:pt x="490020" y="18342"/>
                  </a:cubicBezTo>
                  <a:cubicBezTo>
                    <a:pt x="488801" y="17083"/>
                    <a:pt x="488196" y="15590"/>
                    <a:pt x="488196" y="13863"/>
                  </a:cubicBezTo>
                  <a:cubicBezTo>
                    <a:pt x="488196" y="12104"/>
                    <a:pt x="488801" y="10611"/>
                    <a:pt x="490020" y="9393"/>
                  </a:cubicBezTo>
                  <a:cubicBezTo>
                    <a:pt x="491238" y="8174"/>
                    <a:pt x="492731" y="7561"/>
                    <a:pt x="494498" y="7561"/>
                  </a:cubicBezTo>
                  <a:close/>
                  <a:moveTo>
                    <a:pt x="495313" y="32592"/>
                  </a:moveTo>
                  <a:lnTo>
                    <a:pt x="482838" y="76780"/>
                  </a:lnTo>
                  <a:cubicBezTo>
                    <a:pt x="481991" y="79765"/>
                    <a:pt x="481571" y="81549"/>
                    <a:pt x="481571" y="82138"/>
                  </a:cubicBezTo>
                  <a:cubicBezTo>
                    <a:pt x="481571" y="82816"/>
                    <a:pt x="481765" y="83356"/>
                    <a:pt x="482144" y="83776"/>
                  </a:cubicBezTo>
                  <a:cubicBezTo>
                    <a:pt x="482564" y="84204"/>
                    <a:pt x="483047" y="84413"/>
                    <a:pt x="483588" y="84413"/>
                  </a:cubicBezTo>
                  <a:cubicBezTo>
                    <a:pt x="484218" y="84413"/>
                    <a:pt x="484976" y="84074"/>
                    <a:pt x="485864" y="83405"/>
                  </a:cubicBezTo>
                  <a:cubicBezTo>
                    <a:pt x="488252" y="81508"/>
                    <a:pt x="490673" y="78821"/>
                    <a:pt x="493110" y="75335"/>
                  </a:cubicBezTo>
                  <a:lnTo>
                    <a:pt x="495313" y="76780"/>
                  </a:lnTo>
                  <a:cubicBezTo>
                    <a:pt x="492456" y="81153"/>
                    <a:pt x="489099" y="84833"/>
                    <a:pt x="485226" y="87811"/>
                  </a:cubicBezTo>
                  <a:cubicBezTo>
                    <a:pt x="482370" y="90038"/>
                    <a:pt x="479642" y="91159"/>
                    <a:pt x="477036" y="91159"/>
                  </a:cubicBezTo>
                  <a:cubicBezTo>
                    <a:pt x="475309" y="91159"/>
                    <a:pt x="473905" y="90651"/>
                    <a:pt x="472808" y="89642"/>
                  </a:cubicBezTo>
                  <a:cubicBezTo>
                    <a:pt x="471718" y="88593"/>
                    <a:pt x="471170" y="87286"/>
                    <a:pt x="471170" y="85737"/>
                  </a:cubicBezTo>
                  <a:cubicBezTo>
                    <a:pt x="471170" y="84179"/>
                    <a:pt x="471694" y="81597"/>
                    <a:pt x="472751" y="77982"/>
                  </a:cubicBezTo>
                  <a:lnTo>
                    <a:pt x="480941" y="49739"/>
                  </a:lnTo>
                  <a:cubicBezTo>
                    <a:pt x="482289" y="45116"/>
                    <a:pt x="482959" y="42211"/>
                    <a:pt x="482959" y="41041"/>
                  </a:cubicBezTo>
                  <a:cubicBezTo>
                    <a:pt x="482959" y="40113"/>
                    <a:pt x="482628" y="39354"/>
                    <a:pt x="481950" y="38765"/>
                  </a:cubicBezTo>
                  <a:cubicBezTo>
                    <a:pt x="481321" y="38176"/>
                    <a:pt x="480441" y="37886"/>
                    <a:pt x="479304" y="37886"/>
                  </a:cubicBezTo>
                  <a:cubicBezTo>
                    <a:pt x="478376" y="37886"/>
                    <a:pt x="476471" y="38120"/>
                    <a:pt x="473566" y="38580"/>
                  </a:cubicBezTo>
                  <a:lnTo>
                    <a:pt x="473566" y="36118"/>
                  </a:lnTo>
                  <a:lnTo>
                    <a:pt x="495313" y="32592"/>
                  </a:lnTo>
                  <a:close/>
                  <a:moveTo>
                    <a:pt x="535095" y="16954"/>
                  </a:moveTo>
                  <a:lnTo>
                    <a:pt x="530181" y="34101"/>
                  </a:lnTo>
                  <a:lnTo>
                    <a:pt x="540074" y="34101"/>
                  </a:lnTo>
                  <a:lnTo>
                    <a:pt x="539009" y="38071"/>
                  </a:lnTo>
                  <a:lnTo>
                    <a:pt x="529172" y="38071"/>
                  </a:lnTo>
                  <a:lnTo>
                    <a:pt x="518327" y="75271"/>
                  </a:lnTo>
                  <a:cubicBezTo>
                    <a:pt x="517149" y="79265"/>
                    <a:pt x="516560" y="81847"/>
                    <a:pt x="516560" y="83026"/>
                  </a:cubicBezTo>
                  <a:cubicBezTo>
                    <a:pt x="516560" y="83736"/>
                    <a:pt x="516729" y="84284"/>
                    <a:pt x="517068" y="84664"/>
                  </a:cubicBezTo>
                  <a:cubicBezTo>
                    <a:pt x="517399" y="85043"/>
                    <a:pt x="517802" y="85228"/>
                    <a:pt x="518262" y="85228"/>
                  </a:cubicBezTo>
                  <a:cubicBezTo>
                    <a:pt x="519311" y="85228"/>
                    <a:pt x="520699" y="84494"/>
                    <a:pt x="522426" y="83026"/>
                  </a:cubicBezTo>
                  <a:cubicBezTo>
                    <a:pt x="523435" y="82186"/>
                    <a:pt x="525678" y="79596"/>
                    <a:pt x="529172" y="75271"/>
                  </a:cubicBezTo>
                  <a:lnTo>
                    <a:pt x="531254" y="76844"/>
                  </a:lnTo>
                  <a:cubicBezTo>
                    <a:pt x="527381" y="82477"/>
                    <a:pt x="523725" y="86447"/>
                    <a:pt x="520280" y="88763"/>
                  </a:cubicBezTo>
                  <a:cubicBezTo>
                    <a:pt x="517931" y="90361"/>
                    <a:pt x="515551" y="91159"/>
                    <a:pt x="513154" y="91159"/>
                  </a:cubicBezTo>
                  <a:cubicBezTo>
                    <a:pt x="511306" y="91159"/>
                    <a:pt x="509798" y="90587"/>
                    <a:pt x="508620" y="89457"/>
                  </a:cubicBezTo>
                  <a:cubicBezTo>
                    <a:pt x="507441" y="88279"/>
                    <a:pt x="506852" y="86786"/>
                    <a:pt x="506852" y="84978"/>
                  </a:cubicBezTo>
                  <a:cubicBezTo>
                    <a:pt x="506852" y="82711"/>
                    <a:pt x="507522" y="79241"/>
                    <a:pt x="508869" y="74577"/>
                  </a:cubicBezTo>
                  <a:lnTo>
                    <a:pt x="519400" y="38071"/>
                  </a:lnTo>
                  <a:lnTo>
                    <a:pt x="509878" y="38071"/>
                  </a:lnTo>
                  <a:lnTo>
                    <a:pt x="510508" y="35618"/>
                  </a:lnTo>
                  <a:cubicBezTo>
                    <a:pt x="515131" y="34351"/>
                    <a:pt x="518981" y="32487"/>
                    <a:pt x="522047" y="30002"/>
                  </a:cubicBezTo>
                  <a:cubicBezTo>
                    <a:pt x="525113" y="27484"/>
                    <a:pt x="528543" y="23135"/>
                    <a:pt x="532319" y="16954"/>
                  </a:cubicBezTo>
                  <a:lnTo>
                    <a:pt x="535095" y="16954"/>
                  </a:lnTo>
                  <a:close/>
                </a:path>
              </a:pathLst>
            </a:custGeom>
            <a:solidFill>
              <a:srgbClr val="000000"/>
            </a:solidFill>
            <a:ln w="807" cap="flat">
              <a:noFill/>
              <a:prstDash val="solid"/>
              <a:miter/>
            </a:ln>
          </p:spPr>
        </p:sp>
        <p:sp>
          <p:nvSpPr>
            <p:cNvPr id="12" name="任意形状 11">
              <a:extLst>
                <a:ext uri="{FF2B5EF4-FFF2-40B4-BE49-F238E27FC236}">
                  <a16:creationId xmlns:a16="http://schemas.microsoft.com/office/drawing/2014/main" id="{B08003EB-EDEA-902A-BFB2-B5215C3F1F71}"/>
                </a:ext>
              </a:extLst>
            </p:cNvPr>
            <p:cNvSpPr/>
            <p:nvPr/>
          </p:nvSpPr>
          <p:spPr>
            <a:xfrm>
              <a:off x="4518524" y="1527084"/>
              <a:ext cx="822553" cy="529732"/>
            </a:xfrm>
            <a:custGeom>
              <a:avLst/>
              <a:gdLst>
                <a:gd name="csX0" fmla="*/ 0 w 700419"/>
                <a:gd name="csY0" fmla="*/ 0 h 451076"/>
                <a:gd name="csX1" fmla="*/ 700420 w 700419"/>
                <a:gd name="csY1" fmla="*/ 0 h 451076"/>
                <a:gd name="csX2" fmla="*/ 700420 w 700419"/>
                <a:gd name="csY2" fmla="*/ 451077 h 451076"/>
                <a:gd name="csX3" fmla="*/ 0 w 700419"/>
                <a:gd name="csY3" fmla="*/ 451077 h 451076"/>
                <a:gd name="csX4" fmla="*/ 0 w 700419"/>
                <a:gd name="csY4" fmla="*/ 0 h 451076"/>
              </a:gdLst>
              <a:ahLst/>
              <a:cxnLst>
                <a:cxn ang="0">
                  <a:pos x="csX0" y="csY0"/>
                </a:cxn>
                <a:cxn ang="0">
                  <a:pos x="csX1" y="csY1"/>
                </a:cxn>
                <a:cxn ang="0">
                  <a:pos x="csX2" y="csY2"/>
                </a:cxn>
                <a:cxn ang="0">
                  <a:pos x="csX3" y="csY3"/>
                </a:cxn>
                <a:cxn ang="0">
                  <a:pos x="csX4" y="csY4"/>
                </a:cxn>
              </a:cxnLst>
              <a:rect l="l" t="t" r="r" b="b"/>
              <a:pathLst>
                <a:path w="700419" h="451076">
                  <a:moveTo>
                    <a:pt x="0" y="0"/>
                  </a:moveTo>
                  <a:lnTo>
                    <a:pt x="700420" y="0"/>
                  </a:lnTo>
                  <a:lnTo>
                    <a:pt x="700420" y="451077"/>
                  </a:lnTo>
                  <a:lnTo>
                    <a:pt x="0" y="451077"/>
                  </a:lnTo>
                  <a:lnTo>
                    <a:pt x="0" y="0"/>
                  </a:lnTo>
                  <a:close/>
                </a:path>
              </a:pathLst>
            </a:custGeom>
            <a:solidFill>
              <a:srgbClr val="F6C3A8">
                <a:alpha val="50000"/>
              </a:srgbClr>
            </a:solidFill>
            <a:ln w="807" cap="flat">
              <a:noFill/>
              <a:prstDash val="solid"/>
              <a:miter/>
            </a:ln>
          </p:spPr>
        </p:sp>
        <p:sp>
          <p:nvSpPr>
            <p:cNvPr id="13" name="任意形状 12">
              <a:extLst>
                <a:ext uri="{FF2B5EF4-FFF2-40B4-BE49-F238E27FC236}">
                  <a16:creationId xmlns:a16="http://schemas.microsoft.com/office/drawing/2014/main" id="{0DA4A960-CAB2-24B8-CD9B-3AEEDE868E8F}"/>
                </a:ext>
              </a:extLst>
            </p:cNvPr>
            <p:cNvSpPr/>
            <p:nvPr/>
          </p:nvSpPr>
          <p:spPr>
            <a:xfrm>
              <a:off x="4514735" y="2327841"/>
              <a:ext cx="822553" cy="485192"/>
            </a:xfrm>
            <a:custGeom>
              <a:avLst/>
              <a:gdLst>
                <a:gd name="csX0" fmla="*/ 0 w 700419"/>
                <a:gd name="csY0" fmla="*/ 0 h 413150"/>
                <a:gd name="csX1" fmla="*/ 700420 w 700419"/>
                <a:gd name="csY1" fmla="*/ 0 h 413150"/>
                <a:gd name="csX2" fmla="*/ 700420 w 700419"/>
                <a:gd name="csY2" fmla="*/ 413151 h 413150"/>
                <a:gd name="csX3" fmla="*/ 0 w 700419"/>
                <a:gd name="csY3" fmla="*/ 413151 h 413150"/>
                <a:gd name="csX4" fmla="*/ 0 w 700419"/>
                <a:gd name="csY4" fmla="*/ 0 h 413150"/>
              </a:gdLst>
              <a:ahLst/>
              <a:cxnLst>
                <a:cxn ang="0">
                  <a:pos x="csX0" y="csY0"/>
                </a:cxn>
                <a:cxn ang="0">
                  <a:pos x="csX1" y="csY1"/>
                </a:cxn>
                <a:cxn ang="0">
                  <a:pos x="csX2" y="csY2"/>
                </a:cxn>
                <a:cxn ang="0">
                  <a:pos x="csX3" y="csY3"/>
                </a:cxn>
                <a:cxn ang="0">
                  <a:pos x="csX4" y="csY4"/>
                </a:cxn>
              </a:cxnLst>
              <a:rect l="l" t="t" r="r" b="b"/>
              <a:pathLst>
                <a:path w="700419" h="413150">
                  <a:moveTo>
                    <a:pt x="0" y="0"/>
                  </a:moveTo>
                  <a:lnTo>
                    <a:pt x="700420" y="0"/>
                  </a:lnTo>
                  <a:lnTo>
                    <a:pt x="700420" y="413151"/>
                  </a:lnTo>
                  <a:lnTo>
                    <a:pt x="0" y="413151"/>
                  </a:lnTo>
                  <a:lnTo>
                    <a:pt x="0" y="0"/>
                  </a:lnTo>
                  <a:close/>
                </a:path>
              </a:pathLst>
            </a:custGeom>
            <a:solidFill>
              <a:srgbClr val="FFC28C">
                <a:alpha val="50000"/>
              </a:srgbClr>
            </a:solidFill>
            <a:ln w="807" cap="flat">
              <a:noFill/>
              <a:prstDash val="solid"/>
              <a:miter/>
            </a:ln>
          </p:spPr>
        </p:sp>
        <p:sp>
          <p:nvSpPr>
            <p:cNvPr id="14" name="任意形状 13">
              <a:extLst>
                <a:ext uri="{FF2B5EF4-FFF2-40B4-BE49-F238E27FC236}">
                  <a16:creationId xmlns:a16="http://schemas.microsoft.com/office/drawing/2014/main" id="{73844FA0-232C-FA3E-93A4-D94EA9E71ADC}"/>
                </a:ext>
              </a:extLst>
            </p:cNvPr>
            <p:cNvSpPr/>
            <p:nvPr/>
          </p:nvSpPr>
          <p:spPr>
            <a:xfrm>
              <a:off x="3582253" y="2554328"/>
              <a:ext cx="593224" cy="535418"/>
            </a:xfrm>
            <a:custGeom>
              <a:avLst/>
              <a:gdLst>
                <a:gd name="csX0" fmla="*/ 0 w 505141"/>
                <a:gd name="csY0" fmla="*/ 0 h 455918"/>
                <a:gd name="csX1" fmla="*/ 505141 w 505141"/>
                <a:gd name="csY1" fmla="*/ 0 h 455918"/>
                <a:gd name="csX2" fmla="*/ 505141 w 505141"/>
                <a:gd name="csY2" fmla="*/ 455918 h 455918"/>
                <a:gd name="csX3" fmla="*/ 0 w 505141"/>
                <a:gd name="csY3" fmla="*/ 455918 h 455918"/>
                <a:gd name="csX4" fmla="*/ 0 w 505141"/>
                <a:gd name="csY4" fmla="*/ 0 h 455918"/>
              </a:gdLst>
              <a:ahLst/>
              <a:cxnLst>
                <a:cxn ang="0">
                  <a:pos x="csX0" y="csY0"/>
                </a:cxn>
                <a:cxn ang="0">
                  <a:pos x="csX1" y="csY1"/>
                </a:cxn>
                <a:cxn ang="0">
                  <a:pos x="csX2" y="csY2"/>
                </a:cxn>
                <a:cxn ang="0">
                  <a:pos x="csX3" y="csY3"/>
                </a:cxn>
                <a:cxn ang="0">
                  <a:pos x="csX4" y="csY4"/>
                </a:cxn>
              </a:cxnLst>
              <a:rect l="l" t="t" r="r" b="b"/>
              <a:pathLst>
                <a:path w="505141" h="455918">
                  <a:moveTo>
                    <a:pt x="0" y="0"/>
                  </a:moveTo>
                  <a:lnTo>
                    <a:pt x="505141" y="0"/>
                  </a:lnTo>
                  <a:lnTo>
                    <a:pt x="505141" y="455918"/>
                  </a:lnTo>
                  <a:lnTo>
                    <a:pt x="0" y="455918"/>
                  </a:lnTo>
                  <a:lnTo>
                    <a:pt x="0" y="0"/>
                  </a:lnTo>
                  <a:close/>
                </a:path>
              </a:pathLst>
            </a:custGeom>
            <a:solidFill>
              <a:srgbClr val="D1E7F7">
                <a:alpha val="50000"/>
              </a:srgbClr>
            </a:solidFill>
            <a:ln w="807" cap="flat">
              <a:noFill/>
              <a:prstDash val="solid"/>
              <a:miter/>
            </a:ln>
          </p:spPr>
        </p:sp>
        <p:sp>
          <p:nvSpPr>
            <p:cNvPr id="15" name="任意形状 14">
              <a:extLst>
                <a:ext uri="{FF2B5EF4-FFF2-40B4-BE49-F238E27FC236}">
                  <a16:creationId xmlns:a16="http://schemas.microsoft.com/office/drawing/2014/main" id="{45546941-96B9-01E7-B342-6915A7FBAE9C}"/>
                </a:ext>
              </a:extLst>
            </p:cNvPr>
            <p:cNvSpPr/>
            <p:nvPr/>
          </p:nvSpPr>
          <p:spPr>
            <a:xfrm>
              <a:off x="3846646" y="2578966"/>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16" name="任意形状 15">
              <a:extLst>
                <a:ext uri="{FF2B5EF4-FFF2-40B4-BE49-F238E27FC236}">
                  <a16:creationId xmlns:a16="http://schemas.microsoft.com/office/drawing/2014/main" id="{CCE82ED8-9FA5-6467-1F04-F27EA27AF1A7}"/>
                </a:ext>
              </a:extLst>
            </p:cNvPr>
            <p:cNvSpPr/>
            <p:nvPr/>
          </p:nvSpPr>
          <p:spPr>
            <a:xfrm>
              <a:off x="3879776" y="2618019"/>
              <a:ext cx="55399" cy="83127"/>
            </a:xfrm>
            <a:custGeom>
              <a:avLst/>
              <a:gdLst>
                <a:gd name="csX0" fmla="*/ 0 w 47173"/>
                <a:gd name="csY0" fmla="*/ 31721 h 70784"/>
                <a:gd name="csX1" fmla="*/ 8400 w 47173"/>
                <a:gd name="csY1" fmla="*/ 10353 h 70784"/>
                <a:gd name="csX2" fmla="*/ 27291 w 47173"/>
                <a:gd name="csY2" fmla="*/ 113 h 70784"/>
                <a:gd name="csX3" fmla="*/ 37450 w 47173"/>
                <a:gd name="csY3" fmla="*/ 5899 h 70784"/>
                <a:gd name="csX4" fmla="*/ 38007 w 47173"/>
                <a:gd name="csY4" fmla="*/ 5229 h 70784"/>
                <a:gd name="csX5" fmla="*/ 39217 w 47173"/>
                <a:gd name="csY5" fmla="*/ 4011 h 70784"/>
                <a:gd name="csX6" fmla="*/ 40984 w 47173"/>
                <a:gd name="csY6" fmla="*/ 2671 h 70784"/>
                <a:gd name="csX7" fmla="*/ 46068 w 47173"/>
                <a:gd name="csY7" fmla="*/ 0 h 70784"/>
                <a:gd name="csX8" fmla="*/ 46843 w 47173"/>
                <a:gd name="csY8" fmla="*/ 339 h 70784"/>
                <a:gd name="csX9" fmla="*/ 47173 w 47173"/>
                <a:gd name="csY9" fmla="*/ 896 h 70784"/>
                <a:gd name="csX10" fmla="*/ 39556 w 47173"/>
                <a:gd name="csY10" fmla="*/ 32608 h 70784"/>
                <a:gd name="csX11" fmla="*/ 31713 w 47173"/>
                <a:gd name="csY11" fmla="*/ 64668 h 70784"/>
                <a:gd name="csX12" fmla="*/ 36683 w 47173"/>
                <a:gd name="csY12" fmla="*/ 65668 h 70784"/>
                <a:gd name="csX13" fmla="*/ 39443 w 47173"/>
                <a:gd name="csY13" fmla="*/ 65668 h 70784"/>
                <a:gd name="csX14" fmla="*/ 40105 w 47173"/>
                <a:gd name="csY14" fmla="*/ 66669 h 70784"/>
                <a:gd name="csX15" fmla="*/ 39774 w 47173"/>
                <a:gd name="csY15" fmla="*/ 68670 h 70784"/>
                <a:gd name="csX16" fmla="*/ 38668 w 47173"/>
                <a:gd name="csY16" fmla="*/ 70784 h 70784"/>
                <a:gd name="csX17" fmla="*/ 37232 w 47173"/>
                <a:gd name="csY17" fmla="*/ 70784 h 70784"/>
                <a:gd name="csX18" fmla="*/ 25297 w 47173"/>
                <a:gd name="csY18" fmla="*/ 70567 h 70784"/>
                <a:gd name="csX19" fmla="*/ 19665 w 47173"/>
                <a:gd name="csY19" fmla="*/ 70567 h 70784"/>
                <a:gd name="csX20" fmla="*/ 15582 w 47173"/>
                <a:gd name="csY20" fmla="*/ 70567 h 70784"/>
                <a:gd name="csX21" fmla="*/ 13702 w 47173"/>
                <a:gd name="csY21" fmla="*/ 70671 h 70784"/>
                <a:gd name="csX22" fmla="*/ 12152 w 47173"/>
                <a:gd name="csY22" fmla="*/ 69784 h 70784"/>
                <a:gd name="csX23" fmla="*/ 12378 w 47173"/>
                <a:gd name="csY23" fmla="*/ 68113 h 70784"/>
                <a:gd name="csX24" fmla="*/ 13153 w 47173"/>
                <a:gd name="csY24" fmla="*/ 65999 h 70784"/>
                <a:gd name="csX25" fmla="*/ 15356 w 47173"/>
                <a:gd name="csY25" fmla="*/ 65668 h 70784"/>
                <a:gd name="csX26" fmla="*/ 21763 w 47173"/>
                <a:gd name="csY26" fmla="*/ 64886 h 70784"/>
                <a:gd name="csX27" fmla="*/ 24862 w 47173"/>
                <a:gd name="csY27" fmla="*/ 55098 h 70784"/>
                <a:gd name="csX28" fmla="*/ 27178 w 47173"/>
                <a:gd name="csY28" fmla="*/ 45632 h 70784"/>
                <a:gd name="csX29" fmla="*/ 26403 w 47173"/>
                <a:gd name="csY29" fmla="*/ 45971 h 70784"/>
                <a:gd name="csX30" fmla="*/ 15356 w 47173"/>
                <a:gd name="csY30" fmla="*/ 50304 h 70784"/>
                <a:gd name="csX31" fmla="*/ 4640 w 47173"/>
                <a:gd name="csY31" fmla="*/ 45858 h 70784"/>
                <a:gd name="csX32" fmla="*/ 0 w 47173"/>
                <a:gd name="csY32" fmla="*/ 31721 h 70784"/>
                <a:gd name="csX33" fmla="*/ 35247 w 47173"/>
                <a:gd name="csY33" fmla="*/ 12911 h 70784"/>
                <a:gd name="csX34" fmla="*/ 26960 w 47173"/>
                <a:gd name="csY34" fmla="*/ 4123 h 70784"/>
                <a:gd name="csX35" fmla="*/ 19560 w 47173"/>
                <a:gd name="csY35" fmla="*/ 7569 h 70784"/>
                <a:gd name="csX36" fmla="*/ 14033 w 47173"/>
                <a:gd name="csY36" fmla="*/ 16583 h 70784"/>
                <a:gd name="csX37" fmla="*/ 9506 w 47173"/>
                <a:gd name="csY37" fmla="*/ 34835 h 70784"/>
                <a:gd name="csX38" fmla="*/ 9506 w 47173"/>
                <a:gd name="csY38" fmla="*/ 36062 h 70784"/>
                <a:gd name="csX39" fmla="*/ 9393 w 47173"/>
                <a:gd name="csY39" fmla="*/ 37402 h 70784"/>
                <a:gd name="csX40" fmla="*/ 11378 w 47173"/>
                <a:gd name="csY40" fmla="*/ 44301 h 70784"/>
                <a:gd name="csX41" fmla="*/ 16131 w 47173"/>
                <a:gd name="csY41" fmla="*/ 46302 h 70784"/>
                <a:gd name="csX42" fmla="*/ 28396 w 47173"/>
                <a:gd name="csY42" fmla="*/ 38289 h 70784"/>
                <a:gd name="csX43" fmla="*/ 29276 w 47173"/>
                <a:gd name="csY43" fmla="*/ 37063 h 70784"/>
                <a:gd name="csX44" fmla="*/ 35247 w 47173"/>
                <a:gd name="csY44" fmla="*/ 12911 h 70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7173" h="70784">
                  <a:moveTo>
                    <a:pt x="0" y="31721"/>
                  </a:moveTo>
                  <a:cubicBezTo>
                    <a:pt x="0" y="24224"/>
                    <a:pt x="2800" y="17107"/>
                    <a:pt x="8400" y="10353"/>
                  </a:cubicBezTo>
                  <a:cubicBezTo>
                    <a:pt x="13992" y="3599"/>
                    <a:pt x="20295" y="186"/>
                    <a:pt x="27291" y="113"/>
                  </a:cubicBezTo>
                  <a:cubicBezTo>
                    <a:pt x="31713" y="113"/>
                    <a:pt x="35094" y="2042"/>
                    <a:pt x="37450" y="5899"/>
                  </a:cubicBezTo>
                  <a:cubicBezTo>
                    <a:pt x="37531" y="5826"/>
                    <a:pt x="37708" y="5600"/>
                    <a:pt x="38007" y="5229"/>
                  </a:cubicBezTo>
                  <a:cubicBezTo>
                    <a:pt x="38297" y="4866"/>
                    <a:pt x="38709" y="4454"/>
                    <a:pt x="39217" y="4011"/>
                  </a:cubicBezTo>
                  <a:cubicBezTo>
                    <a:pt x="39733" y="3567"/>
                    <a:pt x="40323" y="3115"/>
                    <a:pt x="40984" y="2671"/>
                  </a:cubicBezTo>
                  <a:cubicBezTo>
                    <a:pt x="43494" y="896"/>
                    <a:pt x="45188" y="0"/>
                    <a:pt x="46068" y="0"/>
                  </a:cubicBezTo>
                  <a:cubicBezTo>
                    <a:pt x="46366" y="0"/>
                    <a:pt x="46625" y="113"/>
                    <a:pt x="46843" y="339"/>
                  </a:cubicBezTo>
                  <a:cubicBezTo>
                    <a:pt x="47061" y="557"/>
                    <a:pt x="47173" y="742"/>
                    <a:pt x="47173" y="896"/>
                  </a:cubicBezTo>
                  <a:cubicBezTo>
                    <a:pt x="47173" y="1557"/>
                    <a:pt x="44632" y="12136"/>
                    <a:pt x="39556" y="32608"/>
                  </a:cubicBezTo>
                  <a:cubicBezTo>
                    <a:pt x="34327" y="53685"/>
                    <a:pt x="31713" y="64369"/>
                    <a:pt x="31713" y="64668"/>
                  </a:cubicBezTo>
                  <a:cubicBezTo>
                    <a:pt x="31713" y="65257"/>
                    <a:pt x="33367" y="65596"/>
                    <a:pt x="36683" y="65668"/>
                  </a:cubicBezTo>
                  <a:lnTo>
                    <a:pt x="39443" y="65668"/>
                  </a:lnTo>
                  <a:cubicBezTo>
                    <a:pt x="39887" y="66257"/>
                    <a:pt x="40105" y="66596"/>
                    <a:pt x="40105" y="66669"/>
                  </a:cubicBezTo>
                  <a:cubicBezTo>
                    <a:pt x="40105" y="66742"/>
                    <a:pt x="39992" y="67411"/>
                    <a:pt x="39774" y="68670"/>
                  </a:cubicBezTo>
                  <a:cubicBezTo>
                    <a:pt x="39475" y="69639"/>
                    <a:pt x="39112" y="70341"/>
                    <a:pt x="38668" y="70784"/>
                  </a:cubicBezTo>
                  <a:lnTo>
                    <a:pt x="37232" y="70784"/>
                  </a:lnTo>
                  <a:cubicBezTo>
                    <a:pt x="34948" y="70639"/>
                    <a:pt x="30970" y="70567"/>
                    <a:pt x="25297" y="70567"/>
                  </a:cubicBezTo>
                  <a:cubicBezTo>
                    <a:pt x="23240" y="70567"/>
                    <a:pt x="21360" y="70567"/>
                    <a:pt x="19665" y="70567"/>
                  </a:cubicBezTo>
                  <a:cubicBezTo>
                    <a:pt x="17970" y="70567"/>
                    <a:pt x="16607" y="70567"/>
                    <a:pt x="15582" y="70567"/>
                  </a:cubicBezTo>
                  <a:cubicBezTo>
                    <a:pt x="14549" y="70567"/>
                    <a:pt x="13920" y="70599"/>
                    <a:pt x="13702" y="70671"/>
                  </a:cubicBezTo>
                  <a:cubicBezTo>
                    <a:pt x="12669" y="70671"/>
                    <a:pt x="12152" y="70381"/>
                    <a:pt x="12152" y="69784"/>
                  </a:cubicBezTo>
                  <a:cubicBezTo>
                    <a:pt x="12152" y="69566"/>
                    <a:pt x="12225" y="69009"/>
                    <a:pt x="12378" y="68113"/>
                  </a:cubicBezTo>
                  <a:cubicBezTo>
                    <a:pt x="12669" y="66927"/>
                    <a:pt x="12927" y="66225"/>
                    <a:pt x="13153" y="65999"/>
                  </a:cubicBezTo>
                  <a:cubicBezTo>
                    <a:pt x="13371" y="65781"/>
                    <a:pt x="14105" y="65668"/>
                    <a:pt x="15356" y="65668"/>
                  </a:cubicBezTo>
                  <a:cubicBezTo>
                    <a:pt x="18890" y="65668"/>
                    <a:pt x="21029" y="65410"/>
                    <a:pt x="21763" y="64886"/>
                  </a:cubicBezTo>
                  <a:cubicBezTo>
                    <a:pt x="22352" y="64514"/>
                    <a:pt x="23385" y="61254"/>
                    <a:pt x="24862" y="55098"/>
                  </a:cubicBezTo>
                  <a:cubicBezTo>
                    <a:pt x="26330" y="48933"/>
                    <a:pt x="27105" y="45785"/>
                    <a:pt x="27178" y="45632"/>
                  </a:cubicBezTo>
                  <a:cubicBezTo>
                    <a:pt x="27178" y="45560"/>
                    <a:pt x="26919" y="45673"/>
                    <a:pt x="26403" y="45971"/>
                  </a:cubicBezTo>
                  <a:cubicBezTo>
                    <a:pt x="22869" y="48860"/>
                    <a:pt x="19189" y="50304"/>
                    <a:pt x="15356" y="50304"/>
                  </a:cubicBezTo>
                  <a:cubicBezTo>
                    <a:pt x="11305" y="50304"/>
                    <a:pt x="7739" y="48828"/>
                    <a:pt x="4640" y="45858"/>
                  </a:cubicBezTo>
                  <a:cubicBezTo>
                    <a:pt x="1549" y="42889"/>
                    <a:pt x="0" y="38176"/>
                    <a:pt x="0" y="31721"/>
                  </a:cubicBezTo>
                  <a:close/>
                  <a:moveTo>
                    <a:pt x="35247" y="12911"/>
                  </a:moveTo>
                  <a:cubicBezTo>
                    <a:pt x="33552" y="7053"/>
                    <a:pt x="30785" y="4123"/>
                    <a:pt x="26960" y="4123"/>
                  </a:cubicBezTo>
                  <a:cubicBezTo>
                    <a:pt x="24377" y="4123"/>
                    <a:pt x="21916" y="5269"/>
                    <a:pt x="19560" y="7569"/>
                  </a:cubicBezTo>
                  <a:cubicBezTo>
                    <a:pt x="17204" y="9869"/>
                    <a:pt x="15356" y="12879"/>
                    <a:pt x="14033" y="16583"/>
                  </a:cubicBezTo>
                  <a:cubicBezTo>
                    <a:pt x="11894" y="22449"/>
                    <a:pt x="10385" y="28533"/>
                    <a:pt x="9506" y="34835"/>
                  </a:cubicBezTo>
                  <a:cubicBezTo>
                    <a:pt x="9506" y="35061"/>
                    <a:pt x="9506" y="35465"/>
                    <a:pt x="9506" y="36062"/>
                  </a:cubicBezTo>
                  <a:cubicBezTo>
                    <a:pt x="9506" y="36659"/>
                    <a:pt x="9465" y="37103"/>
                    <a:pt x="9393" y="37402"/>
                  </a:cubicBezTo>
                  <a:cubicBezTo>
                    <a:pt x="9393" y="40734"/>
                    <a:pt x="10054" y="43034"/>
                    <a:pt x="11378" y="44301"/>
                  </a:cubicBezTo>
                  <a:cubicBezTo>
                    <a:pt x="12709" y="45560"/>
                    <a:pt x="14291" y="46229"/>
                    <a:pt x="16131" y="46302"/>
                  </a:cubicBezTo>
                  <a:cubicBezTo>
                    <a:pt x="20109" y="46302"/>
                    <a:pt x="24200" y="43631"/>
                    <a:pt x="28396" y="38289"/>
                  </a:cubicBezTo>
                  <a:lnTo>
                    <a:pt x="29276" y="37063"/>
                  </a:lnTo>
                  <a:lnTo>
                    <a:pt x="35247" y="12911"/>
                  </a:lnTo>
                  <a:close/>
                </a:path>
              </a:pathLst>
            </a:custGeom>
            <a:solidFill>
              <a:srgbClr val="000000"/>
            </a:solidFill>
            <a:ln w="807" cap="flat">
              <a:noFill/>
              <a:prstDash val="solid"/>
              <a:miter/>
            </a:ln>
          </p:spPr>
        </p:sp>
        <p:sp>
          <p:nvSpPr>
            <p:cNvPr id="17" name="任意形状 16">
              <a:extLst>
                <a:ext uri="{FF2B5EF4-FFF2-40B4-BE49-F238E27FC236}">
                  <a16:creationId xmlns:a16="http://schemas.microsoft.com/office/drawing/2014/main" id="{F9DBB305-D481-2EA6-CF22-BC6E2072F520}"/>
                </a:ext>
              </a:extLst>
            </p:cNvPr>
            <p:cNvSpPr/>
            <p:nvPr/>
          </p:nvSpPr>
          <p:spPr>
            <a:xfrm>
              <a:off x="3937941" y="2633854"/>
              <a:ext cx="36597" cy="61539"/>
            </a:xfrm>
            <a:custGeom>
              <a:avLst/>
              <a:gdLst>
                <a:gd name="csX0" fmla="*/ 4608 w 31163"/>
                <a:gd name="csY0" fmla="*/ 18648 h 52402"/>
                <a:gd name="csX1" fmla="*/ 1251 w 31163"/>
                <a:gd name="csY1" fmla="*/ 17228 h 52402"/>
                <a:gd name="csX2" fmla="*/ 0 w 31163"/>
                <a:gd name="csY2" fmla="*/ 13766 h 52402"/>
                <a:gd name="csX3" fmla="*/ 4139 w 31163"/>
                <a:gd name="csY3" fmla="*/ 4091 h 52402"/>
                <a:gd name="csX4" fmla="*/ 14452 w 31163"/>
                <a:gd name="csY4" fmla="*/ 0 h 52402"/>
                <a:gd name="csX5" fmla="*/ 26322 w 31163"/>
                <a:gd name="csY5" fmla="*/ 4406 h 52402"/>
                <a:gd name="csX6" fmla="*/ 31164 w 31163"/>
                <a:gd name="csY6" fmla="*/ 15816 h 52402"/>
                <a:gd name="csX7" fmla="*/ 29606 w 31163"/>
                <a:gd name="csY7" fmla="*/ 22263 h 52402"/>
                <a:gd name="csX8" fmla="*/ 25854 w 31163"/>
                <a:gd name="csY8" fmla="*/ 27613 h 52402"/>
                <a:gd name="csX9" fmla="*/ 19608 w 31163"/>
                <a:gd name="csY9" fmla="*/ 33439 h 52402"/>
                <a:gd name="csX10" fmla="*/ 11797 w 31163"/>
                <a:gd name="csY10" fmla="*/ 40678 h 52402"/>
                <a:gd name="csX11" fmla="*/ 7190 w 31163"/>
                <a:gd name="csY11" fmla="*/ 45083 h 52402"/>
                <a:gd name="csX12" fmla="*/ 13129 w 31163"/>
                <a:gd name="csY12" fmla="*/ 45164 h 52402"/>
                <a:gd name="csX13" fmla="*/ 26169 w 31163"/>
                <a:gd name="csY13" fmla="*/ 44769 h 52402"/>
                <a:gd name="csX14" fmla="*/ 28041 w 31163"/>
                <a:gd name="csY14" fmla="*/ 37764 h 52402"/>
                <a:gd name="csX15" fmla="*/ 28041 w 31163"/>
                <a:gd name="csY15" fmla="*/ 37531 h 52402"/>
                <a:gd name="csX16" fmla="*/ 31164 w 31163"/>
                <a:gd name="csY16" fmla="*/ 37531 h 52402"/>
                <a:gd name="csX17" fmla="*/ 31164 w 31163"/>
                <a:gd name="csY17" fmla="*/ 37764 h 52402"/>
                <a:gd name="csX18" fmla="*/ 30155 w 31163"/>
                <a:gd name="csY18" fmla="*/ 44930 h 52402"/>
                <a:gd name="csX19" fmla="*/ 28977 w 31163"/>
                <a:gd name="csY19" fmla="*/ 52168 h 52402"/>
                <a:gd name="csX20" fmla="*/ 28977 w 31163"/>
                <a:gd name="csY20" fmla="*/ 52402 h 52402"/>
                <a:gd name="csX21" fmla="*/ 0 w 31163"/>
                <a:gd name="csY21" fmla="*/ 52402 h 52402"/>
                <a:gd name="csX22" fmla="*/ 0 w 31163"/>
                <a:gd name="csY22" fmla="*/ 50909 h 52402"/>
                <a:gd name="csX23" fmla="*/ 0 w 31163"/>
                <a:gd name="csY23" fmla="*/ 49965 h 52402"/>
                <a:gd name="csX24" fmla="*/ 468 w 31163"/>
                <a:gd name="csY24" fmla="*/ 48787 h 52402"/>
                <a:gd name="csX25" fmla="*/ 2816 w 31163"/>
                <a:gd name="csY25" fmla="*/ 46027 h 52402"/>
                <a:gd name="csX26" fmla="*/ 6722 w 31163"/>
                <a:gd name="csY26" fmla="*/ 41622 h 52402"/>
                <a:gd name="csX27" fmla="*/ 9376 w 31163"/>
                <a:gd name="csY27" fmla="*/ 38709 h 52402"/>
                <a:gd name="csX28" fmla="*/ 12031 w 31163"/>
                <a:gd name="csY28" fmla="*/ 35804 h 52402"/>
                <a:gd name="csX29" fmla="*/ 14299 w 31163"/>
                <a:gd name="csY29" fmla="*/ 33205 h 52402"/>
                <a:gd name="csX30" fmla="*/ 16486 w 31163"/>
                <a:gd name="csY30" fmla="*/ 30526 h 52402"/>
                <a:gd name="csX31" fmla="*/ 18277 w 31163"/>
                <a:gd name="csY31" fmla="*/ 28170 h 52402"/>
                <a:gd name="csX32" fmla="*/ 19923 w 31163"/>
                <a:gd name="csY32" fmla="*/ 25652 h 52402"/>
                <a:gd name="csX33" fmla="*/ 21093 w 31163"/>
                <a:gd name="csY33" fmla="*/ 23369 h 52402"/>
                <a:gd name="csX34" fmla="*/ 22110 w 31163"/>
                <a:gd name="csY34" fmla="*/ 20851 h 52402"/>
                <a:gd name="csX35" fmla="*/ 22651 w 31163"/>
                <a:gd name="csY35" fmla="*/ 18487 h 52402"/>
                <a:gd name="csX36" fmla="*/ 22885 w 31163"/>
                <a:gd name="csY36" fmla="*/ 15897 h 52402"/>
                <a:gd name="csX37" fmla="*/ 20230 w 31163"/>
                <a:gd name="csY37" fmla="*/ 7319 h 52402"/>
                <a:gd name="csX38" fmla="*/ 12653 w 31163"/>
                <a:gd name="csY38" fmla="*/ 3696 h 52402"/>
                <a:gd name="csX39" fmla="*/ 8126 w 31163"/>
                <a:gd name="csY39" fmla="*/ 5035 h 52402"/>
                <a:gd name="csX40" fmla="*/ 5390 w 31163"/>
                <a:gd name="csY40" fmla="*/ 7634 h 52402"/>
                <a:gd name="csX41" fmla="*/ 4608 w 31163"/>
                <a:gd name="csY41" fmla="*/ 9126 h 52402"/>
                <a:gd name="csX42" fmla="*/ 5003 w 31163"/>
                <a:gd name="csY42" fmla="*/ 9207 h 52402"/>
                <a:gd name="csX43" fmla="*/ 7892 w 31163"/>
                <a:gd name="csY43" fmla="*/ 10304 h 52402"/>
                <a:gd name="csX44" fmla="*/ 9376 w 31163"/>
                <a:gd name="csY44" fmla="*/ 13928 h 52402"/>
                <a:gd name="csX45" fmla="*/ 8126 w 31163"/>
                <a:gd name="csY45" fmla="*/ 17228 h 52402"/>
                <a:gd name="csX46" fmla="*/ 4608 w 31163"/>
                <a:gd name="csY46" fmla="*/ 18648 h 52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1163" h="52402">
                  <a:moveTo>
                    <a:pt x="4608" y="18648"/>
                  </a:moveTo>
                  <a:cubicBezTo>
                    <a:pt x="3204" y="18648"/>
                    <a:pt x="2090" y="18172"/>
                    <a:pt x="1251" y="17228"/>
                  </a:cubicBezTo>
                  <a:cubicBezTo>
                    <a:pt x="420" y="16284"/>
                    <a:pt x="0" y="15130"/>
                    <a:pt x="0" y="13766"/>
                  </a:cubicBezTo>
                  <a:cubicBezTo>
                    <a:pt x="0" y="10046"/>
                    <a:pt x="1380" y="6819"/>
                    <a:pt x="4139" y="4091"/>
                  </a:cubicBezTo>
                  <a:cubicBezTo>
                    <a:pt x="6899" y="1364"/>
                    <a:pt x="10337" y="0"/>
                    <a:pt x="14452" y="0"/>
                  </a:cubicBezTo>
                  <a:cubicBezTo>
                    <a:pt x="19189" y="0"/>
                    <a:pt x="23151" y="1469"/>
                    <a:pt x="26322" y="4406"/>
                  </a:cubicBezTo>
                  <a:cubicBezTo>
                    <a:pt x="29501" y="7343"/>
                    <a:pt x="31115" y="11144"/>
                    <a:pt x="31164" y="15816"/>
                  </a:cubicBezTo>
                  <a:cubicBezTo>
                    <a:pt x="31164" y="18067"/>
                    <a:pt x="30647" y="20222"/>
                    <a:pt x="29606" y="22263"/>
                  </a:cubicBezTo>
                  <a:cubicBezTo>
                    <a:pt x="28565" y="24313"/>
                    <a:pt x="27315" y="26096"/>
                    <a:pt x="25854" y="27613"/>
                  </a:cubicBezTo>
                  <a:cubicBezTo>
                    <a:pt x="24402" y="29138"/>
                    <a:pt x="22312" y="31083"/>
                    <a:pt x="19608" y="33439"/>
                  </a:cubicBezTo>
                  <a:cubicBezTo>
                    <a:pt x="17736" y="35069"/>
                    <a:pt x="15130" y="37482"/>
                    <a:pt x="11797" y="40678"/>
                  </a:cubicBezTo>
                  <a:lnTo>
                    <a:pt x="7190" y="45083"/>
                  </a:lnTo>
                  <a:lnTo>
                    <a:pt x="13129" y="45164"/>
                  </a:lnTo>
                  <a:cubicBezTo>
                    <a:pt x="21303" y="45164"/>
                    <a:pt x="25644" y="45035"/>
                    <a:pt x="26169" y="44769"/>
                  </a:cubicBezTo>
                  <a:cubicBezTo>
                    <a:pt x="26532" y="44664"/>
                    <a:pt x="27161" y="42332"/>
                    <a:pt x="28041" y="37764"/>
                  </a:cubicBezTo>
                  <a:lnTo>
                    <a:pt x="28041" y="37531"/>
                  </a:lnTo>
                  <a:lnTo>
                    <a:pt x="31164" y="37531"/>
                  </a:lnTo>
                  <a:lnTo>
                    <a:pt x="31164" y="37764"/>
                  </a:lnTo>
                  <a:cubicBezTo>
                    <a:pt x="31115" y="37926"/>
                    <a:pt x="30776" y="40314"/>
                    <a:pt x="30155" y="44930"/>
                  </a:cubicBezTo>
                  <a:cubicBezTo>
                    <a:pt x="29526" y="49546"/>
                    <a:pt x="29138" y="51959"/>
                    <a:pt x="28977" y="52168"/>
                  </a:cubicBezTo>
                  <a:lnTo>
                    <a:pt x="28977" y="52402"/>
                  </a:lnTo>
                  <a:lnTo>
                    <a:pt x="0" y="52402"/>
                  </a:lnTo>
                  <a:lnTo>
                    <a:pt x="0" y="50909"/>
                  </a:lnTo>
                  <a:lnTo>
                    <a:pt x="0" y="49965"/>
                  </a:lnTo>
                  <a:cubicBezTo>
                    <a:pt x="0" y="49594"/>
                    <a:pt x="161" y="49207"/>
                    <a:pt x="468" y="48787"/>
                  </a:cubicBezTo>
                  <a:cubicBezTo>
                    <a:pt x="783" y="48368"/>
                    <a:pt x="1565" y="47448"/>
                    <a:pt x="2816" y="46027"/>
                  </a:cubicBezTo>
                  <a:cubicBezTo>
                    <a:pt x="4325" y="44349"/>
                    <a:pt x="5624" y="42881"/>
                    <a:pt x="6722" y="41622"/>
                  </a:cubicBezTo>
                  <a:cubicBezTo>
                    <a:pt x="7190" y="41097"/>
                    <a:pt x="8077" y="40129"/>
                    <a:pt x="9376" y="38709"/>
                  </a:cubicBezTo>
                  <a:cubicBezTo>
                    <a:pt x="10676" y="37297"/>
                    <a:pt x="11563" y="36328"/>
                    <a:pt x="12031" y="35804"/>
                  </a:cubicBezTo>
                  <a:cubicBezTo>
                    <a:pt x="12499" y="35279"/>
                    <a:pt x="13258" y="34408"/>
                    <a:pt x="14299" y="33205"/>
                  </a:cubicBezTo>
                  <a:cubicBezTo>
                    <a:pt x="15340" y="31995"/>
                    <a:pt x="16066" y="31107"/>
                    <a:pt x="16486" y="30526"/>
                  </a:cubicBezTo>
                  <a:cubicBezTo>
                    <a:pt x="16897" y="29953"/>
                    <a:pt x="17502" y="29163"/>
                    <a:pt x="18277" y="28170"/>
                  </a:cubicBezTo>
                  <a:cubicBezTo>
                    <a:pt x="19060" y="27169"/>
                    <a:pt x="19608" y="26330"/>
                    <a:pt x="19923" y="25652"/>
                  </a:cubicBezTo>
                  <a:cubicBezTo>
                    <a:pt x="20230" y="24967"/>
                    <a:pt x="20625" y="24208"/>
                    <a:pt x="21093" y="23369"/>
                  </a:cubicBezTo>
                  <a:cubicBezTo>
                    <a:pt x="21561" y="22530"/>
                    <a:pt x="21900" y="21690"/>
                    <a:pt x="22110" y="20851"/>
                  </a:cubicBezTo>
                  <a:cubicBezTo>
                    <a:pt x="22312" y="20012"/>
                    <a:pt x="22497" y="19221"/>
                    <a:pt x="22651" y="18487"/>
                  </a:cubicBezTo>
                  <a:cubicBezTo>
                    <a:pt x="22812" y="17753"/>
                    <a:pt x="22885" y="16889"/>
                    <a:pt x="22885" y="15897"/>
                  </a:cubicBezTo>
                  <a:cubicBezTo>
                    <a:pt x="22885" y="12588"/>
                    <a:pt x="22005" y="9732"/>
                    <a:pt x="20230" y="7319"/>
                  </a:cubicBezTo>
                  <a:cubicBezTo>
                    <a:pt x="18463" y="4906"/>
                    <a:pt x="15937" y="3696"/>
                    <a:pt x="12653" y="3696"/>
                  </a:cubicBezTo>
                  <a:cubicBezTo>
                    <a:pt x="10934" y="3696"/>
                    <a:pt x="9425" y="4140"/>
                    <a:pt x="8126" y="5035"/>
                  </a:cubicBezTo>
                  <a:cubicBezTo>
                    <a:pt x="6827" y="5923"/>
                    <a:pt x="5915" y="6794"/>
                    <a:pt x="5390" y="7634"/>
                  </a:cubicBezTo>
                  <a:cubicBezTo>
                    <a:pt x="4874" y="8473"/>
                    <a:pt x="4608" y="8965"/>
                    <a:pt x="4608" y="9126"/>
                  </a:cubicBezTo>
                  <a:cubicBezTo>
                    <a:pt x="4608" y="9175"/>
                    <a:pt x="4745" y="9207"/>
                    <a:pt x="5003" y="9207"/>
                  </a:cubicBezTo>
                  <a:cubicBezTo>
                    <a:pt x="5939" y="9207"/>
                    <a:pt x="6899" y="9570"/>
                    <a:pt x="7892" y="10304"/>
                  </a:cubicBezTo>
                  <a:cubicBezTo>
                    <a:pt x="8884" y="11039"/>
                    <a:pt x="9376" y="12249"/>
                    <a:pt x="9376" y="13928"/>
                  </a:cubicBezTo>
                  <a:cubicBezTo>
                    <a:pt x="9376" y="15235"/>
                    <a:pt x="8957" y="16340"/>
                    <a:pt x="8126" y="17228"/>
                  </a:cubicBezTo>
                  <a:cubicBezTo>
                    <a:pt x="7295" y="18124"/>
                    <a:pt x="6125" y="18592"/>
                    <a:pt x="4608" y="18648"/>
                  </a:cubicBezTo>
                  <a:close/>
                </a:path>
              </a:pathLst>
            </a:custGeom>
            <a:solidFill>
              <a:srgbClr val="000000"/>
            </a:solidFill>
            <a:ln w="807" cap="flat">
              <a:noFill/>
              <a:prstDash val="solid"/>
              <a:miter/>
            </a:ln>
          </p:spPr>
        </p:sp>
        <p:sp>
          <p:nvSpPr>
            <p:cNvPr id="18" name="任意形状 17">
              <a:extLst>
                <a:ext uri="{FF2B5EF4-FFF2-40B4-BE49-F238E27FC236}">
                  <a16:creationId xmlns:a16="http://schemas.microsoft.com/office/drawing/2014/main" id="{1EEE98F8-3251-D945-0E00-86632BDAFB74}"/>
                </a:ext>
              </a:extLst>
            </p:cNvPr>
            <p:cNvSpPr/>
            <p:nvPr/>
          </p:nvSpPr>
          <p:spPr>
            <a:xfrm>
              <a:off x="4829351" y="2581810"/>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000000"/>
              </a:solidFill>
              <a:prstDash val="solid"/>
              <a:miter/>
            </a:ln>
          </p:spPr>
        </p:sp>
        <p:sp>
          <p:nvSpPr>
            <p:cNvPr id="19" name="任意形状 18">
              <a:extLst>
                <a:ext uri="{FF2B5EF4-FFF2-40B4-BE49-F238E27FC236}">
                  <a16:creationId xmlns:a16="http://schemas.microsoft.com/office/drawing/2014/main" id="{800286B6-6171-7ACC-B37E-E8FBB619D112}"/>
                </a:ext>
              </a:extLst>
            </p:cNvPr>
            <p:cNvSpPr/>
            <p:nvPr/>
          </p:nvSpPr>
          <p:spPr>
            <a:xfrm>
              <a:off x="4862481" y="2620862"/>
              <a:ext cx="55399" cy="83127"/>
            </a:xfrm>
            <a:custGeom>
              <a:avLst/>
              <a:gdLst>
                <a:gd name="csX0" fmla="*/ 0 w 47173"/>
                <a:gd name="csY0" fmla="*/ 31721 h 70784"/>
                <a:gd name="csX1" fmla="*/ 8400 w 47173"/>
                <a:gd name="csY1" fmla="*/ 10353 h 70784"/>
                <a:gd name="csX2" fmla="*/ 27291 w 47173"/>
                <a:gd name="csY2" fmla="*/ 113 h 70784"/>
                <a:gd name="csX3" fmla="*/ 37450 w 47173"/>
                <a:gd name="csY3" fmla="*/ 5899 h 70784"/>
                <a:gd name="csX4" fmla="*/ 38007 w 47173"/>
                <a:gd name="csY4" fmla="*/ 5229 h 70784"/>
                <a:gd name="csX5" fmla="*/ 39217 w 47173"/>
                <a:gd name="csY5" fmla="*/ 4011 h 70784"/>
                <a:gd name="csX6" fmla="*/ 40984 w 47173"/>
                <a:gd name="csY6" fmla="*/ 2671 h 70784"/>
                <a:gd name="csX7" fmla="*/ 46068 w 47173"/>
                <a:gd name="csY7" fmla="*/ 0 h 70784"/>
                <a:gd name="csX8" fmla="*/ 46843 w 47173"/>
                <a:gd name="csY8" fmla="*/ 339 h 70784"/>
                <a:gd name="csX9" fmla="*/ 47173 w 47173"/>
                <a:gd name="csY9" fmla="*/ 896 h 70784"/>
                <a:gd name="csX10" fmla="*/ 39556 w 47173"/>
                <a:gd name="csY10" fmla="*/ 32608 h 70784"/>
                <a:gd name="csX11" fmla="*/ 31713 w 47173"/>
                <a:gd name="csY11" fmla="*/ 64668 h 70784"/>
                <a:gd name="csX12" fmla="*/ 36683 w 47173"/>
                <a:gd name="csY12" fmla="*/ 65668 h 70784"/>
                <a:gd name="csX13" fmla="*/ 39443 w 47173"/>
                <a:gd name="csY13" fmla="*/ 65668 h 70784"/>
                <a:gd name="csX14" fmla="*/ 40105 w 47173"/>
                <a:gd name="csY14" fmla="*/ 66669 h 70784"/>
                <a:gd name="csX15" fmla="*/ 39774 w 47173"/>
                <a:gd name="csY15" fmla="*/ 68670 h 70784"/>
                <a:gd name="csX16" fmla="*/ 38668 w 47173"/>
                <a:gd name="csY16" fmla="*/ 70784 h 70784"/>
                <a:gd name="csX17" fmla="*/ 37232 w 47173"/>
                <a:gd name="csY17" fmla="*/ 70784 h 70784"/>
                <a:gd name="csX18" fmla="*/ 25297 w 47173"/>
                <a:gd name="csY18" fmla="*/ 70567 h 70784"/>
                <a:gd name="csX19" fmla="*/ 19665 w 47173"/>
                <a:gd name="csY19" fmla="*/ 70567 h 70784"/>
                <a:gd name="csX20" fmla="*/ 15582 w 47173"/>
                <a:gd name="csY20" fmla="*/ 70567 h 70784"/>
                <a:gd name="csX21" fmla="*/ 13702 w 47173"/>
                <a:gd name="csY21" fmla="*/ 70671 h 70784"/>
                <a:gd name="csX22" fmla="*/ 12152 w 47173"/>
                <a:gd name="csY22" fmla="*/ 69784 h 70784"/>
                <a:gd name="csX23" fmla="*/ 12378 w 47173"/>
                <a:gd name="csY23" fmla="*/ 68113 h 70784"/>
                <a:gd name="csX24" fmla="*/ 13153 w 47173"/>
                <a:gd name="csY24" fmla="*/ 65999 h 70784"/>
                <a:gd name="csX25" fmla="*/ 15356 w 47173"/>
                <a:gd name="csY25" fmla="*/ 65668 h 70784"/>
                <a:gd name="csX26" fmla="*/ 21763 w 47173"/>
                <a:gd name="csY26" fmla="*/ 64886 h 70784"/>
                <a:gd name="csX27" fmla="*/ 24862 w 47173"/>
                <a:gd name="csY27" fmla="*/ 55098 h 70784"/>
                <a:gd name="csX28" fmla="*/ 27178 w 47173"/>
                <a:gd name="csY28" fmla="*/ 45632 h 70784"/>
                <a:gd name="csX29" fmla="*/ 26403 w 47173"/>
                <a:gd name="csY29" fmla="*/ 45971 h 70784"/>
                <a:gd name="csX30" fmla="*/ 15356 w 47173"/>
                <a:gd name="csY30" fmla="*/ 50304 h 70784"/>
                <a:gd name="csX31" fmla="*/ 4640 w 47173"/>
                <a:gd name="csY31" fmla="*/ 45858 h 70784"/>
                <a:gd name="csX32" fmla="*/ 0 w 47173"/>
                <a:gd name="csY32" fmla="*/ 31721 h 70784"/>
                <a:gd name="csX33" fmla="*/ 35247 w 47173"/>
                <a:gd name="csY33" fmla="*/ 12911 h 70784"/>
                <a:gd name="csX34" fmla="*/ 26960 w 47173"/>
                <a:gd name="csY34" fmla="*/ 4123 h 70784"/>
                <a:gd name="csX35" fmla="*/ 19560 w 47173"/>
                <a:gd name="csY35" fmla="*/ 7569 h 70784"/>
                <a:gd name="csX36" fmla="*/ 14033 w 47173"/>
                <a:gd name="csY36" fmla="*/ 16583 h 70784"/>
                <a:gd name="csX37" fmla="*/ 9506 w 47173"/>
                <a:gd name="csY37" fmla="*/ 34835 h 70784"/>
                <a:gd name="csX38" fmla="*/ 9506 w 47173"/>
                <a:gd name="csY38" fmla="*/ 36062 h 70784"/>
                <a:gd name="csX39" fmla="*/ 9393 w 47173"/>
                <a:gd name="csY39" fmla="*/ 37402 h 70784"/>
                <a:gd name="csX40" fmla="*/ 11378 w 47173"/>
                <a:gd name="csY40" fmla="*/ 44301 h 70784"/>
                <a:gd name="csX41" fmla="*/ 16131 w 47173"/>
                <a:gd name="csY41" fmla="*/ 46302 h 70784"/>
                <a:gd name="csX42" fmla="*/ 28396 w 47173"/>
                <a:gd name="csY42" fmla="*/ 38289 h 70784"/>
                <a:gd name="csX43" fmla="*/ 29276 w 47173"/>
                <a:gd name="csY43" fmla="*/ 37063 h 70784"/>
                <a:gd name="csX44" fmla="*/ 35247 w 47173"/>
                <a:gd name="csY44" fmla="*/ 12911 h 70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7173" h="70784">
                  <a:moveTo>
                    <a:pt x="0" y="31721"/>
                  </a:moveTo>
                  <a:cubicBezTo>
                    <a:pt x="0" y="24224"/>
                    <a:pt x="2800" y="17107"/>
                    <a:pt x="8400" y="10353"/>
                  </a:cubicBezTo>
                  <a:cubicBezTo>
                    <a:pt x="13992" y="3599"/>
                    <a:pt x="20295" y="186"/>
                    <a:pt x="27291" y="113"/>
                  </a:cubicBezTo>
                  <a:cubicBezTo>
                    <a:pt x="31713" y="113"/>
                    <a:pt x="35094" y="2042"/>
                    <a:pt x="37450" y="5899"/>
                  </a:cubicBezTo>
                  <a:cubicBezTo>
                    <a:pt x="37531" y="5826"/>
                    <a:pt x="37708" y="5600"/>
                    <a:pt x="38007" y="5229"/>
                  </a:cubicBezTo>
                  <a:cubicBezTo>
                    <a:pt x="38297" y="4866"/>
                    <a:pt x="38709" y="4454"/>
                    <a:pt x="39217" y="4011"/>
                  </a:cubicBezTo>
                  <a:cubicBezTo>
                    <a:pt x="39733" y="3567"/>
                    <a:pt x="40323" y="3115"/>
                    <a:pt x="40984" y="2671"/>
                  </a:cubicBezTo>
                  <a:cubicBezTo>
                    <a:pt x="43494" y="896"/>
                    <a:pt x="45188" y="0"/>
                    <a:pt x="46068" y="0"/>
                  </a:cubicBezTo>
                  <a:cubicBezTo>
                    <a:pt x="46366" y="0"/>
                    <a:pt x="46625" y="113"/>
                    <a:pt x="46843" y="339"/>
                  </a:cubicBezTo>
                  <a:cubicBezTo>
                    <a:pt x="47061" y="557"/>
                    <a:pt x="47173" y="742"/>
                    <a:pt x="47173" y="896"/>
                  </a:cubicBezTo>
                  <a:cubicBezTo>
                    <a:pt x="47173" y="1557"/>
                    <a:pt x="44632" y="12136"/>
                    <a:pt x="39556" y="32608"/>
                  </a:cubicBezTo>
                  <a:cubicBezTo>
                    <a:pt x="34327" y="53685"/>
                    <a:pt x="31713" y="64369"/>
                    <a:pt x="31713" y="64668"/>
                  </a:cubicBezTo>
                  <a:cubicBezTo>
                    <a:pt x="31713" y="65257"/>
                    <a:pt x="33367" y="65596"/>
                    <a:pt x="36683" y="65668"/>
                  </a:cubicBezTo>
                  <a:lnTo>
                    <a:pt x="39443" y="65668"/>
                  </a:lnTo>
                  <a:cubicBezTo>
                    <a:pt x="39887" y="66257"/>
                    <a:pt x="40105" y="66596"/>
                    <a:pt x="40105" y="66669"/>
                  </a:cubicBezTo>
                  <a:cubicBezTo>
                    <a:pt x="40105" y="66742"/>
                    <a:pt x="39992" y="67411"/>
                    <a:pt x="39774" y="68670"/>
                  </a:cubicBezTo>
                  <a:cubicBezTo>
                    <a:pt x="39475" y="69639"/>
                    <a:pt x="39112" y="70341"/>
                    <a:pt x="38668" y="70784"/>
                  </a:cubicBezTo>
                  <a:lnTo>
                    <a:pt x="37232" y="70784"/>
                  </a:lnTo>
                  <a:cubicBezTo>
                    <a:pt x="34948" y="70639"/>
                    <a:pt x="30970" y="70567"/>
                    <a:pt x="25297" y="70567"/>
                  </a:cubicBezTo>
                  <a:cubicBezTo>
                    <a:pt x="23240" y="70567"/>
                    <a:pt x="21360" y="70567"/>
                    <a:pt x="19665" y="70567"/>
                  </a:cubicBezTo>
                  <a:cubicBezTo>
                    <a:pt x="17970" y="70567"/>
                    <a:pt x="16607" y="70567"/>
                    <a:pt x="15582" y="70567"/>
                  </a:cubicBezTo>
                  <a:cubicBezTo>
                    <a:pt x="14549" y="70567"/>
                    <a:pt x="13920" y="70599"/>
                    <a:pt x="13702" y="70671"/>
                  </a:cubicBezTo>
                  <a:cubicBezTo>
                    <a:pt x="12669" y="70671"/>
                    <a:pt x="12152" y="70381"/>
                    <a:pt x="12152" y="69784"/>
                  </a:cubicBezTo>
                  <a:cubicBezTo>
                    <a:pt x="12152" y="69566"/>
                    <a:pt x="12225" y="69009"/>
                    <a:pt x="12378" y="68113"/>
                  </a:cubicBezTo>
                  <a:cubicBezTo>
                    <a:pt x="12669" y="66927"/>
                    <a:pt x="12927" y="66225"/>
                    <a:pt x="13153" y="65999"/>
                  </a:cubicBezTo>
                  <a:cubicBezTo>
                    <a:pt x="13371" y="65781"/>
                    <a:pt x="14105" y="65668"/>
                    <a:pt x="15356" y="65668"/>
                  </a:cubicBezTo>
                  <a:cubicBezTo>
                    <a:pt x="18890" y="65668"/>
                    <a:pt x="21029" y="65410"/>
                    <a:pt x="21763" y="64886"/>
                  </a:cubicBezTo>
                  <a:cubicBezTo>
                    <a:pt x="22352" y="64514"/>
                    <a:pt x="23385" y="61254"/>
                    <a:pt x="24862" y="55098"/>
                  </a:cubicBezTo>
                  <a:cubicBezTo>
                    <a:pt x="26330" y="48933"/>
                    <a:pt x="27105" y="45785"/>
                    <a:pt x="27178" y="45632"/>
                  </a:cubicBezTo>
                  <a:cubicBezTo>
                    <a:pt x="27178" y="45560"/>
                    <a:pt x="26919" y="45673"/>
                    <a:pt x="26403" y="45971"/>
                  </a:cubicBezTo>
                  <a:cubicBezTo>
                    <a:pt x="22869" y="48860"/>
                    <a:pt x="19189" y="50304"/>
                    <a:pt x="15356" y="50304"/>
                  </a:cubicBezTo>
                  <a:cubicBezTo>
                    <a:pt x="11305" y="50304"/>
                    <a:pt x="7739" y="48828"/>
                    <a:pt x="4640" y="45858"/>
                  </a:cubicBezTo>
                  <a:cubicBezTo>
                    <a:pt x="1549" y="42889"/>
                    <a:pt x="0" y="38176"/>
                    <a:pt x="0" y="31721"/>
                  </a:cubicBezTo>
                  <a:close/>
                  <a:moveTo>
                    <a:pt x="35247" y="12911"/>
                  </a:moveTo>
                  <a:cubicBezTo>
                    <a:pt x="33552" y="7053"/>
                    <a:pt x="30785" y="4123"/>
                    <a:pt x="26960" y="4123"/>
                  </a:cubicBezTo>
                  <a:cubicBezTo>
                    <a:pt x="24377" y="4123"/>
                    <a:pt x="21916" y="5269"/>
                    <a:pt x="19560" y="7569"/>
                  </a:cubicBezTo>
                  <a:cubicBezTo>
                    <a:pt x="17204" y="9869"/>
                    <a:pt x="15356" y="12879"/>
                    <a:pt x="14033" y="16583"/>
                  </a:cubicBezTo>
                  <a:cubicBezTo>
                    <a:pt x="11894" y="22449"/>
                    <a:pt x="10385" y="28533"/>
                    <a:pt x="9506" y="34835"/>
                  </a:cubicBezTo>
                  <a:cubicBezTo>
                    <a:pt x="9506" y="35061"/>
                    <a:pt x="9506" y="35465"/>
                    <a:pt x="9506" y="36062"/>
                  </a:cubicBezTo>
                  <a:cubicBezTo>
                    <a:pt x="9506" y="36659"/>
                    <a:pt x="9465" y="37103"/>
                    <a:pt x="9393" y="37402"/>
                  </a:cubicBezTo>
                  <a:cubicBezTo>
                    <a:pt x="9393" y="40734"/>
                    <a:pt x="10054" y="43034"/>
                    <a:pt x="11378" y="44301"/>
                  </a:cubicBezTo>
                  <a:cubicBezTo>
                    <a:pt x="12709" y="45560"/>
                    <a:pt x="14291" y="46229"/>
                    <a:pt x="16131" y="46302"/>
                  </a:cubicBezTo>
                  <a:cubicBezTo>
                    <a:pt x="20109" y="46302"/>
                    <a:pt x="24200" y="43631"/>
                    <a:pt x="28396" y="38289"/>
                  </a:cubicBezTo>
                  <a:lnTo>
                    <a:pt x="29276" y="37063"/>
                  </a:lnTo>
                  <a:lnTo>
                    <a:pt x="35247" y="12911"/>
                  </a:lnTo>
                  <a:close/>
                </a:path>
              </a:pathLst>
            </a:custGeom>
            <a:solidFill>
              <a:srgbClr val="000000"/>
            </a:solidFill>
            <a:ln w="807" cap="flat">
              <a:noFill/>
              <a:prstDash val="solid"/>
              <a:miter/>
            </a:ln>
          </p:spPr>
        </p:sp>
        <p:sp>
          <p:nvSpPr>
            <p:cNvPr id="20" name="任意形状 19">
              <a:extLst>
                <a:ext uri="{FF2B5EF4-FFF2-40B4-BE49-F238E27FC236}">
                  <a16:creationId xmlns:a16="http://schemas.microsoft.com/office/drawing/2014/main" id="{AA2483E7-4E59-C56B-8759-3089575659E1}"/>
                </a:ext>
              </a:extLst>
            </p:cNvPr>
            <p:cNvSpPr/>
            <p:nvPr/>
          </p:nvSpPr>
          <p:spPr>
            <a:xfrm>
              <a:off x="4920647" y="2636697"/>
              <a:ext cx="36597" cy="61539"/>
            </a:xfrm>
            <a:custGeom>
              <a:avLst/>
              <a:gdLst>
                <a:gd name="csX0" fmla="*/ 4608 w 31163"/>
                <a:gd name="csY0" fmla="*/ 18648 h 52402"/>
                <a:gd name="csX1" fmla="*/ 1251 w 31163"/>
                <a:gd name="csY1" fmla="*/ 17228 h 52402"/>
                <a:gd name="csX2" fmla="*/ 0 w 31163"/>
                <a:gd name="csY2" fmla="*/ 13766 h 52402"/>
                <a:gd name="csX3" fmla="*/ 4139 w 31163"/>
                <a:gd name="csY3" fmla="*/ 4091 h 52402"/>
                <a:gd name="csX4" fmla="*/ 14452 w 31163"/>
                <a:gd name="csY4" fmla="*/ 0 h 52402"/>
                <a:gd name="csX5" fmla="*/ 26322 w 31163"/>
                <a:gd name="csY5" fmla="*/ 4406 h 52402"/>
                <a:gd name="csX6" fmla="*/ 31164 w 31163"/>
                <a:gd name="csY6" fmla="*/ 15816 h 52402"/>
                <a:gd name="csX7" fmla="*/ 29606 w 31163"/>
                <a:gd name="csY7" fmla="*/ 22263 h 52402"/>
                <a:gd name="csX8" fmla="*/ 25854 w 31163"/>
                <a:gd name="csY8" fmla="*/ 27613 h 52402"/>
                <a:gd name="csX9" fmla="*/ 19608 w 31163"/>
                <a:gd name="csY9" fmla="*/ 33439 h 52402"/>
                <a:gd name="csX10" fmla="*/ 11797 w 31163"/>
                <a:gd name="csY10" fmla="*/ 40678 h 52402"/>
                <a:gd name="csX11" fmla="*/ 7190 w 31163"/>
                <a:gd name="csY11" fmla="*/ 45083 h 52402"/>
                <a:gd name="csX12" fmla="*/ 13129 w 31163"/>
                <a:gd name="csY12" fmla="*/ 45164 h 52402"/>
                <a:gd name="csX13" fmla="*/ 26169 w 31163"/>
                <a:gd name="csY13" fmla="*/ 44769 h 52402"/>
                <a:gd name="csX14" fmla="*/ 28041 w 31163"/>
                <a:gd name="csY14" fmla="*/ 37764 h 52402"/>
                <a:gd name="csX15" fmla="*/ 28041 w 31163"/>
                <a:gd name="csY15" fmla="*/ 37531 h 52402"/>
                <a:gd name="csX16" fmla="*/ 31164 w 31163"/>
                <a:gd name="csY16" fmla="*/ 37531 h 52402"/>
                <a:gd name="csX17" fmla="*/ 31164 w 31163"/>
                <a:gd name="csY17" fmla="*/ 37764 h 52402"/>
                <a:gd name="csX18" fmla="*/ 30155 w 31163"/>
                <a:gd name="csY18" fmla="*/ 44930 h 52402"/>
                <a:gd name="csX19" fmla="*/ 28977 w 31163"/>
                <a:gd name="csY19" fmla="*/ 52168 h 52402"/>
                <a:gd name="csX20" fmla="*/ 28977 w 31163"/>
                <a:gd name="csY20" fmla="*/ 52402 h 52402"/>
                <a:gd name="csX21" fmla="*/ 0 w 31163"/>
                <a:gd name="csY21" fmla="*/ 52402 h 52402"/>
                <a:gd name="csX22" fmla="*/ 0 w 31163"/>
                <a:gd name="csY22" fmla="*/ 50909 h 52402"/>
                <a:gd name="csX23" fmla="*/ 0 w 31163"/>
                <a:gd name="csY23" fmla="*/ 49965 h 52402"/>
                <a:gd name="csX24" fmla="*/ 468 w 31163"/>
                <a:gd name="csY24" fmla="*/ 48787 h 52402"/>
                <a:gd name="csX25" fmla="*/ 2816 w 31163"/>
                <a:gd name="csY25" fmla="*/ 46027 h 52402"/>
                <a:gd name="csX26" fmla="*/ 6722 w 31163"/>
                <a:gd name="csY26" fmla="*/ 41622 h 52402"/>
                <a:gd name="csX27" fmla="*/ 9376 w 31163"/>
                <a:gd name="csY27" fmla="*/ 38709 h 52402"/>
                <a:gd name="csX28" fmla="*/ 12031 w 31163"/>
                <a:gd name="csY28" fmla="*/ 35804 h 52402"/>
                <a:gd name="csX29" fmla="*/ 14299 w 31163"/>
                <a:gd name="csY29" fmla="*/ 33205 h 52402"/>
                <a:gd name="csX30" fmla="*/ 16486 w 31163"/>
                <a:gd name="csY30" fmla="*/ 30526 h 52402"/>
                <a:gd name="csX31" fmla="*/ 18277 w 31163"/>
                <a:gd name="csY31" fmla="*/ 28170 h 52402"/>
                <a:gd name="csX32" fmla="*/ 19923 w 31163"/>
                <a:gd name="csY32" fmla="*/ 25652 h 52402"/>
                <a:gd name="csX33" fmla="*/ 21093 w 31163"/>
                <a:gd name="csY33" fmla="*/ 23369 h 52402"/>
                <a:gd name="csX34" fmla="*/ 22110 w 31163"/>
                <a:gd name="csY34" fmla="*/ 20851 h 52402"/>
                <a:gd name="csX35" fmla="*/ 22651 w 31163"/>
                <a:gd name="csY35" fmla="*/ 18487 h 52402"/>
                <a:gd name="csX36" fmla="*/ 22885 w 31163"/>
                <a:gd name="csY36" fmla="*/ 15897 h 52402"/>
                <a:gd name="csX37" fmla="*/ 20230 w 31163"/>
                <a:gd name="csY37" fmla="*/ 7319 h 52402"/>
                <a:gd name="csX38" fmla="*/ 12653 w 31163"/>
                <a:gd name="csY38" fmla="*/ 3696 h 52402"/>
                <a:gd name="csX39" fmla="*/ 8126 w 31163"/>
                <a:gd name="csY39" fmla="*/ 5035 h 52402"/>
                <a:gd name="csX40" fmla="*/ 5390 w 31163"/>
                <a:gd name="csY40" fmla="*/ 7634 h 52402"/>
                <a:gd name="csX41" fmla="*/ 4608 w 31163"/>
                <a:gd name="csY41" fmla="*/ 9126 h 52402"/>
                <a:gd name="csX42" fmla="*/ 5003 w 31163"/>
                <a:gd name="csY42" fmla="*/ 9207 h 52402"/>
                <a:gd name="csX43" fmla="*/ 7892 w 31163"/>
                <a:gd name="csY43" fmla="*/ 10304 h 52402"/>
                <a:gd name="csX44" fmla="*/ 9376 w 31163"/>
                <a:gd name="csY44" fmla="*/ 13928 h 52402"/>
                <a:gd name="csX45" fmla="*/ 8126 w 31163"/>
                <a:gd name="csY45" fmla="*/ 17228 h 52402"/>
                <a:gd name="csX46" fmla="*/ 4608 w 31163"/>
                <a:gd name="csY46" fmla="*/ 18648 h 52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1163" h="52402">
                  <a:moveTo>
                    <a:pt x="4608" y="18648"/>
                  </a:moveTo>
                  <a:cubicBezTo>
                    <a:pt x="3204" y="18648"/>
                    <a:pt x="2090" y="18172"/>
                    <a:pt x="1251" y="17228"/>
                  </a:cubicBezTo>
                  <a:cubicBezTo>
                    <a:pt x="420" y="16284"/>
                    <a:pt x="0" y="15130"/>
                    <a:pt x="0" y="13766"/>
                  </a:cubicBezTo>
                  <a:cubicBezTo>
                    <a:pt x="0" y="10046"/>
                    <a:pt x="1380" y="6819"/>
                    <a:pt x="4139" y="4091"/>
                  </a:cubicBezTo>
                  <a:cubicBezTo>
                    <a:pt x="6899" y="1364"/>
                    <a:pt x="10337" y="0"/>
                    <a:pt x="14452" y="0"/>
                  </a:cubicBezTo>
                  <a:cubicBezTo>
                    <a:pt x="19189" y="0"/>
                    <a:pt x="23151" y="1469"/>
                    <a:pt x="26322" y="4406"/>
                  </a:cubicBezTo>
                  <a:cubicBezTo>
                    <a:pt x="29501" y="7343"/>
                    <a:pt x="31115" y="11144"/>
                    <a:pt x="31164" y="15816"/>
                  </a:cubicBezTo>
                  <a:cubicBezTo>
                    <a:pt x="31164" y="18067"/>
                    <a:pt x="30647" y="20222"/>
                    <a:pt x="29606" y="22263"/>
                  </a:cubicBezTo>
                  <a:cubicBezTo>
                    <a:pt x="28566" y="24313"/>
                    <a:pt x="27315" y="26096"/>
                    <a:pt x="25854" y="27613"/>
                  </a:cubicBezTo>
                  <a:cubicBezTo>
                    <a:pt x="24402" y="29138"/>
                    <a:pt x="22312" y="31083"/>
                    <a:pt x="19608" y="33439"/>
                  </a:cubicBezTo>
                  <a:cubicBezTo>
                    <a:pt x="17736" y="35069"/>
                    <a:pt x="15130" y="37482"/>
                    <a:pt x="11797" y="40678"/>
                  </a:cubicBezTo>
                  <a:lnTo>
                    <a:pt x="7190" y="45083"/>
                  </a:lnTo>
                  <a:lnTo>
                    <a:pt x="13129" y="45164"/>
                  </a:lnTo>
                  <a:cubicBezTo>
                    <a:pt x="21303" y="45164"/>
                    <a:pt x="25644" y="45035"/>
                    <a:pt x="26169" y="44769"/>
                  </a:cubicBezTo>
                  <a:cubicBezTo>
                    <a:pt x="26532" y="44664"/>
                    <a:pt x="27161" y="42332"/>
                    <a:pt x="28041" y="37764"/>
                  </a:cubicBezTo>
                  <a:lnTo>
                    <a:pt x="28041" y="37531"/>
                  </a:lnTo>
                  <a:lnTo>
                    <a:pt x="31164" y="37531"/>
                  </a:lnTo>
                  <a:lnTo>
                    <a:pt x="31164" y="37764"/>
                  </a:lnTo>
                  <a:cubicBezTo>
                    <a:pt x="31115" y="37926"/>
                    <a:pt x="30776" y="40314"/>
                    <a:pt x="30155" y="44930"/>
                  </a:cubicBezTo>
                  <a:cubicBezTo>
                    <a:pt x="29526" y="49546"/>
                    <a:pt x="29139" y="51959"/>
                    <a:pt x="28977" y="52168"/>
                  </a:cubicBezTo>
                  <a:lnTo>
                    <a:pt x="28977" y="52402"/>
                  </a:lnTo>
                  <a:lnTo>
                    <a:pt x="0" y="52402"/>
                  </a:lnTo>
                  <a:lnTo>
                    <a:pt x="0" y="50909"/>
                  </a:lnTo>
                  <a:lnTo>
                    <a:pt x="0" y="49965"/>
                  </a:lnTo>
                  <a:cubicBezTo>
                    <a:pt x="0" y="49594"/>
                    <a:pt x="161" y="49207"/>
                    <a:pt x="468" y="48787"/>
                  </a:cubicBezTo>
                  <a:cubicBezTo>
                    <a:pt x="783" y="48368"/>
                    <a:pt x="1565" y="47448"/>
                    <a:pt x="2816" y="46027"/>
                  </a:cubicBezTo>
                  <a:cubicBezTo>
                    <a:pt x="4325" y="44349"/>
                    <a:pt x="5624" y="42881"/>
                    <a:pt x="6722" y="41622"/>
                  </a:cubicBezTo>
                  <a:cubicBezTo>
                    <a:pt x="7190" y="41097"/>
                    <a:pt x="8077" y="40129"/>
                    <a:pt x="9376" y="38709"/>
                  </a:cubicBezTo>
                  <a:cubicBezTo>
                    <a:pt x="10676" y="37297"/>
                    <a:pt x="11563" y="36328"/>
                    <a:pt x="12031" y="35804"/>
                  </a:cubicBezTo>
                  <a:cubicBezTo>
                    <a:pt x="12499" y="35279"/>
                    <a:pt x="13258" y="34408"/>
                    <a:pt x="14299" y="33205"/>
                  </a:cubicBezTo>
                  <a:cubicBezTo>
                    <a:pt x="15340" y="31995"/>
                    <a:pt x="16066" y="31107"/>
                    <a:pt x="16486" y="30526"/>
                  </a:cubicBezTo>
                  <a:cubicBezTo>
                    <a:pt x="16897" y="29953"/>
                    <a:pt x="17502" y="29163"/>
                    <a:pt x="18277" y="28170"/>
                  </a:cubicBezTo>
                  <a:cubicBezTo>
                    <a:pt x="19060" y="27169"/>
                    <a:pt x="19608" y="26330"/>
                    <a:pt x="19923" y="25652"/>
                  </a:cubicBezTo>
                  <a:cubicBezTo>
                    <a:pt x="20230" y="24967"/>
                    <a:pt x="20625" y="24208"/>
                    <a:pt x="21093" y="23369"/>
                  </a:cubicBezTo>
                  <a:cubicBezTo>
                    <a:pt x="21561" y="22530"/>
                    <a:pt x="21900" y="21690"/>
                    <a:pt x="22110" y="20851"/>
                  </a:cubicBezTo>
                  <a:cubicBezTo>
                    <a:pt x="22312" y="20012"/>
                    <a:pt x="22497" y="19221"/>
                    <a:pt x="22651" y="18487"/>
                  </a:cubicBezTo>
                  <a:cubicBezTo>
                    <a:pt x="22812" y="17753"/>
                    <a:pt x="22885" y="16889"/>
                    <a:pt x="22885" y="15897"/>
                  </a:cubicBezTo>
                  <a:cubicBezTo>
                    <a:pt x="22885" y="12588"/>
                    <a:pt x="22005" y="9732"/>
                    <a:pt x="20230" y="7319"/>
                  </a:cubicBezTo>
                  <a:cubicBezTo>
                    <a:pt x="18463" y="4906"/>
                    <a:pt x="15937" y="3696"/>
                    <a:pt x="12653" y="3696"/>
                  </a:cubicBezTo>
                  <a:cubicBezTo>
                    <a:pt x="10934" y="3696"/>
                    <a:pt x="9425" y="4140"/>
                    <a:pt x="8126" y="5035"/>
                  </a:cubicBezTo>
                  <a:cubicBezTo>
                    <a:pt x="6827" y="5923"/>
                    <a:pt x="5915" y="6794"/>
                    <a:pt x="5390" y="7634"/>
                  </a:cubicBezTo>
                  <a:cubicBezTo>
                    <a:pt x="4874" y="8473"/>
                    <a:pt x="4608" y="8965"/>
                    <a:pt x="4608" y="9126"/>
                  </a:cubicBezTo>
                  <a:cubicBezTo>
                    <a:pt x="4608" y="9175"/>
                    <a:pt x="4745" y="9207"/>
                    <a:pt x="5003" y="9207"/>
                  </a:cubicBezTo>
                  <a:cubicBezTo>
                    <a:pt x="5939" y="9207"/>
                    <a:pt x="6899" y="9570"/>
                    <a:pt x="7892" y="10304"/>
                  </a:cubicBezTo>
                  <a:cubicBezTo>
                    <a:pt x="8884" y="11039"/>
                    <a:pt x="9376" y="12249"/>
                    <a:pt x="9376" y="13928"/>
                  </a:cubicBezTo>
                  <a:cubicBezTo>
                    <a:pt x="9376" y="15235"/>
                    <a:pt x="8957" y="16340"/>
                    <a:pt x="8126" y="17228"/>
                  </a:cubicBezTo>
                  <a:cubicBezTo>
                    <a:pt x="7295" y="18124"/>
                    <a:pt x="6125" y="18592"/>
                    <a:pt x="4608" y="18648"/>
                  </a:cubicBezTo>
                  <a:close/>
                </a:path>
              </a:pathLst>
            </a:custGeom>
            <a:solidFill>
              <a:srgbClr val="000000"/>
            </a:solidFill>
            <a:ln w="807" cap="flat">
              <a:noFill/>
              <a:prstDash val="solid"/>
              <a:miter/>
            </a:ln>
          </p:spPr>
        </p:sp>
        <p:sp>
          <p:nvSpPr>
            <p:cNvPr id="21" name="任意形状 20">
              <a:extLst>
                <a:ext uri="{FF2B5EF4-FFF2-40B4-BE49-F238E27FC236}">
                  <a16:creationId xmlns:a16="http://schemas.microsoft.com/office/drawing/2014/main" id="{7769C686-1F96-496C-0494-C12D14B5E8BE}"/>
                </a:ext>
              </a:extLst>
            </p:cNvPr>
            <p:cNvSpPr/>
            <p:nvPr/>
          </p:nvSpPr>
          <p:spPr>
            <a:xfrm>
              <a:off x="4830299" y="1605738"/>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000000"/>
              </a:solidFill>
              <a:prstDash val="solid"/>
              <a:miter/>
            </a:ln>
          </p:spPr>
        </p:sp>
        <p:sp>
          <p:nvSpPr>
            <p:cNvPr id="22" name="任意形状 21">
              <a:extLst>
                <a:ext uri="{FF2B5EF4-FFF2-40B4-BE49-F238E27FC236}">
                  <a16:creationId xmlns:a16="http://schemas.microsoft.com/office/drawing/2014/main" id="{4445B3AE-07FC-CA86-544F-620B05F2BC01}"/>
                </a:ext>
              </a:extLst>
            </p:cNvPr>
            <p:cNvSpPr/>
            <p:nvPr/>
          </p:nvSpPr>
          <p:spPr>
            <a:xfrm>
              <a:off x="4863467" y="1643677"/>
              <a:ext cx="56602" cy="84306"/>
            </a:xfrm>
            <a:custGeom>
              <a:avLst/>
              <a:gdLst>
                <a:gd name="csX0" fmla="*/ 0 w 48198"/>
                <a:gd name="csY0" fmla="*/ 32169 h 71788"/>
                <a:gd name="csX1" fmla="*/ 8578 w 48198"/>
                <a:gd name="csY1" fmla="*/ 10497 h 71788"/>
                <a:gd name="csX2" fmla="*/ 27880 w 48198"/>
                <a:gd name="csY2" fmla="*/ 113 h 71788"/>
                <a:gd name="csX3" fmla="*/ 38265 w 48198"/>
                <a:gd name="csY3" fmla="*/ 5983 h 71788"/>
                <a:gd name="csX4" fmla="*/ 38830 w 48198"/>
                <a:gd name="csY4" fmla="*/ 5306 h 71788"/>
                <a:gd name="csX5" fmla="*/ 40072 w 48198"/>
                <a:gd name="csY5" fmla="*/ 4064 h 71788"/>
                <a:gd name="csX6" fmla="*/ 41880 w 48198"/>
                <a:gd name="csY6" fmla="*/ 2709 h 71788"/>
                <a:gd name="csX7" fmla="*/ 47069 w 48198"/>
                <a:gd name="csY7" fmla="*/ 0 h 71788"/>
                <a:gd name="csX8" fmla="*/ 47859 w 48198"/>
                <a:gd name="csY8" fmla="*/ 339 h 71788"/>
                <a:gd name="csX9" fmla="*/ 48198 w 48198"/>
                <a:gd name="csY9" fmla="*/ 903 h 71788"/>
                <a:gd name="csX10" fmla="*/ 40411 w 48198"/>
                <a:gd name="csY10" fmla="*/ 33073 h 71788"/>
                <a:gd name="csX11" fmla="*/ 32398 w 48198"/>
                <a:gd name="csY11" fmla="*/ 65580 h 71788"/>
                <a:gd name="csX12" fmla="*/ 37474 w 48198"/>
                <a:gd name="csY12" fmla="*/ 66596 h 71788"/>
                <a:gd name="csX13" fmla="*/ 40298 w 48198"/>
                <a:gd name="csY13" fmla="*/ 66596 h 71788"/>
                <a:gd name="csX14" fmla="*/ 40976 w 48198"/>
                <a:gd name="csY14" fmla="*/ 67612 h 71788"/>
                <a:gd name="csX15" fmla="*/ 40637 w 48198"/>
                <a:gd name="csY15" fmla="*/ 69644 h 71788"/>
                <a:gd name="csX16" fmla="*/ 39508 w 48198"/>
                <a:gd name="csY16" fmla="*/ 71789 h 71788"/>
                <a:gd name="csX17" fmla="*/ 38039 w 48198"/>
                <a:gd name="csY17" fmla="*/ 71789 h 71788"/>
                <a:gd name="csX18" fmla="*/ 25846 w 48198"/>
                <a:gd name="csY18" fmla="*/ 71563 h 71788"/>
                <a:gd name="csX19" fmla="*/ 20093 w 48198"/>
                <a:gd name="csY19" fmla="*/ 71563 h 71788"/>
                <a:gd name="csX20" fmla="*/ 15913 w 48198"/>
                <a:gd name="csY20" fmla="*/ 71563 h 71788"/>
                <a:gd name="csX21" fmla="*/ 14000 w 48198"/>
                <a:gd name="csY21" fmla="*/ 71676 h 71788"/>
                <a:gd name="csX22" fmla="*/ 12419 w 48198"/>
                <a:gd name="csY22" fmla="*/ 70773 h 71788"/>
                <a:gd name="csX23" fmla="*/ 12645 w 48198"/>
                <a:gd name="csY23" fmla="*/ 69080 h 71788"/>
                <a:gd name="csX24" fmla="*/ 13435 w 48198"/>
                <a:gd name="csY24" fmla="*/ 66935 h 71788"/>
                <a:gd name="csX25" fmla="*/ 15687 w 48198"/>
                <a:gd name="csY25" fmla="*/ 66596 h 71788"/>
                <a:gd name="csX26" fmla="*/ 22239 w 48198"/>
                <a:gd name="csY26" fmla="*/ 65806 h 71788"/>
                <a:gd name="csX27" fmla="*/ 25394 w 48198"/>
                <a:gd name="csY27" fmla="*/ 55874 h 71788"/>
                <a:gd name="csX28" fmla="*/ 27767 w 48198"/>
                <a:gd name="csY28" fmla="*/ 46279 h 71788"/>
                <a:gd name="csX29" fmla="*/ 26976 w 48198"/>
                <a:gd name="csY29" fmla="*/ 46617 h 71788"/>
                <a:gd name="csX30" fmla="*/ 15687 w 48198"/>
                <a:gd name="csY30" fmla="*/ 51020 h 71788"/>
                <a:gd name="csX31" fmla="*/ 4745 w 48198"/>
                <a:gd name="csY31" fmla="*/ 46504 h 71788"/>
                <a:gd name="csX32" fmla="*/ 0 w 48198"/>
                <a:gd name="csY32" fmla="*/ 32169 h 71788"/>
                <a:gd name="csX33" fmla="*/ 36006 w 48198"/>
                <a:gd name="csY33" fmla="*/ 13093 h 71788"/>
                <a:gd name="csX34" fmla="*/ 27541 w 48198"/>
                <a:gd name="csY34" fmla="*/ 4177 h 71788"/>
                <a:gd name="csX35" fmla="*/ 19980 w 48198"/>
                <a:gd name="csY35" fmla="*/ 7676 h 71788"/>
                <a:gd name="csX36" fmla="*/ 14331 w 48198"/>
                <a:gd name="csY36" fmla="*/ 16819 h 71788"/>
                <a:gd name="csX37" fmla="*/ 9707 w 48198"/>
                <a:gd name="csY37" fmla="*/ 35330 h 71788"/>
                <a:gd name="csX38" fmla="*/ 9707 w 48198"/>
                <a:gd name="csY38" fmla="*/ 36572 h 71788"/>
                <a:gd name="csX39" fmla="*/ 9594 w 48198"/>
                <a:gd name="csY39" fmla="*/ 37926 h 71788"/>
                <a:gd name="csX40" fmla="*/ 11628 w 48198"/>
                <a:gd name="csY40" fmla="*/ 44924 h 71788"/>
                <a:gd name="csX41" fmla="*/ 16478 w 48198"/>
                <a:gd name="csY41" fmla="*/ 46956 h 71788"/>
                <a:gd name="csX42" fmla="*/ 29009 w 48198"/>
                <a:gd name="csY42" fmla="*/ 38830 h 71788"/>
                <a:gd name="csX43" fmla="*/ 29913 w 48198"/>
                <a:gd name="csY43" fmla="*/ 37588 h 71788"/>
                <a:gd name="csX44" fmla="*/ 36006 w 48198"/>
                <a:gd name="csY44" fmla="*/ 13093 h 71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8198" h="71788">
                  <a:moveTo>
                    <a:pt x="0" y="32169"/>
                  </a:moveTo>
                  <a:cubicBezTo>
                    <a:pt x="0" y="24570"/>
                    <a:pt x="2857" y="17345"/>
                    <a:pt x="8578" y="10497"/>
                  </a:cubicBezTo>
                  <a:cubicBezTo>
                    <a:pt x="14299" y="3650"/>
                    <a:pt x="20730" y="188"/>
                    <a:pt x="27880" y="113"/>
                  </a:cubicBezTo>
                  <a:cubicBezTo>
                    <a:pt x="32398" y="113"/>
                    <a:pt x="35860" y="2070"/>
                    <a:pt x="38265" y="5983"/>
                  </a:cubicBezTo>
                  <a:cubicBezTo>
                    <a:pt x="38338" y="5908"/>
                    <a:pt x="38531" y="5682"/>
                    <a:pt x="38830" y="5306"/>
                  </a:cubicBezTo>
                  <a:cubicBezTo>
                    <a:pt x="39128" y="4929"/>
                    <a:pt x="39548" y="4515"/>
                    <a:pt x="40072" y="4064"/>
                  </a:cubicBezTo>
                  <a:cubicBezTo>
                    <a:pt x="40597" y="3612"/>
                    <a:pt x="41202" y="3161"/>
                    <a:pt x="41880" y="2709"/>
                  </a:cubicBezTo>
                  <a:cubicBezTo>
                    <a:pt x="44438" y="903"/>
                    <a:pt x="46165" y="0"/>
                    <a:pt x="47069" y="0"/>
                  </a:cubicBezTo>
                  <a:cubicBezTo>
                    <a:pt x="47367" y="0"/>
                    <a:pt x="47633" y="113"/>
                    <a:pt x="47859" y="339"/>
                  </a:cubicBezTo>
                  <a:cubicBezTo>
                    <a:pt x="48085" y="565"/>
                    <a:pt x="48198" y="753"/>
                    <a:pt x="48198" y="903"/>
                  </a:cubicBezTo>
                  <a:cubicBezTo>
                    <a:pt x="48198" y="1580"/>
                    <a:pt x="45600" y="12303"/>
                    <a:pt x="40411" y="33073"/>
                  </a:cubicBezTo>
                  <a:cubicBezTo>
                    <a:pt x="35069" y="54444"/>
                    <a:pt x="32398" y="65279"/>
                    <a:pt x="32398" y="65580"/>
                  </a:cubicBezTo>
                  <a:cubicBezTo>
                    <a:pt x="32398" y="66183"/>
                    <a:pt x="34085" y="66521"/>
                    <a:pt x="37474" y="66596"/>
                  </a:cubicBezTo>
                  <a:lnTo>
                    <a:pt x="40298" y="66596"/>
                  </a:lnTo>
                  <a:cubicBezTo>
                    <a:pt x="40750" y="67198"/>
                    <a:pt x="40976" y="67537"/>
                    <a:pt x="40976" y="67612"/>
                  </a:cubicBezTo>
                  <a:cubicBezTo>
                    <a:pt x="40976" y="67688"/>
                    <a:pt x="40863" y="68365"/>
                    <a:pt x="40637" y="69644"/>
                  </a:cubicBezTo>
                  <a:cubicBezTo>
                    <a:pt x="40331" y="70623"/>
                    <a:pt x="39959" y="71337"/>
                    <a:pt x="39508" y="71789"/>
                  </a:cubicBezTo>
                  <a:lnTo>
                    <a:pt x="38039" y="71789"/>
                  </a:lnTo>
                  <a:cubicBezTo>
                    <a:pt x="35707" y="71638"/>
                    <a:pt x="31640" y="71563"/>
                    <a:pt x="25846" y="71563"/>
                  </a:cubicBezTo>
                  <a:cubicBezTo>
                    <a:pt x="23740" y="71563"/>
                    <a:pt x="21820" y="71563"/>
                    <a:pt x="20093" y="71563"/>
                  </a:cubicBezTo>
                  <a:cubicBezTo>
                    <a:pt x="18358" y="71563"/>
                    <a:pt x="16970" y="71563"/>
                    <a:pt x="15913" y="71563"/>
                  </a:cubicBezTo>
                  <a:cubicBezTo>
                    <a:pt x="14864" y="71563"/>
                    <a:pt x="14226" y="71601"/>
                    <a:pt x="14000" y="71676"/>
                  </a:cubicBezTo>
                  <a:cubicBezTo>
                    <a:pt x="12943" y="71676"/>
                    <a:pt x="12419" y="71375"/>
                    <a:pt x="12419" y="70773"/>
                  </a:cubicBezTo>
                  <a:cubicBezTo>
                    <a:pt x="12419" y="70547"/>
                    <a:pt x="12491" y="69983"/>
                    <a:pt x="12645" y="69080"/>
                  </a:cubicBezTo>
                  <a:cubicBezTo>
                    <a:pt x="12943" y="67876"/>
                    <a:pt x="13210" y="67161"/>
                    <a:pt x="13435" y="66935"/>
                  </a:cubicBezTo>
                  <a:cubicBezTo>
                    <a:pt x="13661" y="66709"/>
                    <a:pt x="14412" y="66596"/>
                    <a:pt x="15687" y="66596"/>
                  </a:cubicBezTo>
                  <a:cubicBezTo>
                    <a:pt x="19302" y="66596"/>
                    <a:pt x="21481" y="66333"/>
                    <a:pt x="22239" y="65806"/>
                  </a:cubicBezTo>
                  <a:cubicBezTo>
                    <a:pt x="22836" y="65430"/>
                    <a:pt x="23893" y="62119"/>
                    <a:pt x="25394" y="55874"/>
                  </a:cubicBezTo>
                  <a:cubicBezTo>
                    <a:pt x="26903" y="49628"/>
                    <a:pt x="27694" y="46429"/>
                    <a:pt x="27767" y="46279"/>
                  </a:cubicBezTo>
                  <a:cubicBezTo>
                    <a:pt x="27767" y="46203"/>
                    <a:pt x="27500" y="46316"/>
                    <a:pt x="26976" y="46617"/>
                  </a:cubicBezTo>
                  <a:cubicBezTo>
                    <a:pt x="23369" y="49552"/>
                    <a:pt x="19600" y="51020"/>
                    <a:pt x="15687" y="51020"/>
                  </a:cubicBezTo>
                  <a:cubicBezTo>
                    <a:pt x="11547" y="51020"/>
                    <a:pt x="7900" y="49515"/>
                    <a:pt x="4745" y="46504"/>
                  </a:cubicBezTo>
                  <a:cubicBezTo>
                    <a:pt x="1582" y="43495"/>
                    <a:pt x="0" y="38717"/>
                    <a:pt x="0" y="32169"/>
                  </a:cubicBezTo>
                  <a:close/>
                  <a:moveTo>
                    <a:pt x="36006" y="13093"/>
                  </a:moveTo>
                  <a:cubicBezTo>
                    <a:pt x="34279" y="7149"/>
                    <a:pt x="31454" y="4177"/>
                    <a:pt x="27541" y="4177"/>
                  </a:cubicBezTo>
                  <a:cubicBezTo>
                    <a:pt x="24910" y="4177"/>
                    <a:pt x="22384" y="5343"/>
                    <a:pt x="19980" y="7676"/>
                  </a:cubicBezTo>
                  <a:cubicBezTo>
                    <a:pt x="17567" y="10008"/>
                    <a:pt x="15687" y="13056"/>
                    <a:pt x="14331" y="16819"/>
                  </a:cubicBezTo>
                  <a:cubicBezTo>
                    <a:pt x="12152" y="22764"/>
                    <a:pt x="10611" y="28934"/>
                    <a:pt x="9707" y="35330"/>
                  </a:cubicBezTo>
                  <a:cubicBezTo>
                    <a:pt x="9707" y="35556"/>
                    <a:pt x="9707" y="35970"/>
                    <a:pt x="9707" y="36572"/>
                  </a:cubicBezTo>
                  <a:cubicBezTo>
                    <a:pt x="9707" y="37174"/>
                    <a:pt x="9667" y="37625"/>
                    <a:pt x="9594" y="37926"/>
                  </a:cubicBezTo>
                  <a:cubicBezTo>
                    <a:pt x="9594" y="41313"/>
                    <a:pt x="10272" y="43645"/>
                    <a:pt x="11628" y="44924"/>
                  </a:cubicBezTo>
                  <a:cubicBezTo>
                    <a:pt x="12984" y="46203"/>
                    <a:pt x="14598" y="46881"/>
                    <a:pt x="16478" y="46956"/>
                  </a:cubicBezTo>
                  <a:cubicBezTo>
                    <a:pt x="20545" y="46956"/>
                    <a:pt x="24716" y="44247"/>
                    <a:pt x="29009" y="38830"/>
                  </a:cubicBezTo>
                  <a:lnTo>
                    <a:pt x="29913" y="37588"/>
                  </a:lnTo>
                  <a:lnTo>
                    <a:pt x="36006" y="13093"/>
                  </a:lnTo>
                  <a:close/>
                </a:path>
              </a:pathLst>
            </a:custGeom>
            <a:solidFill>
              <a:srgbClr val="000000"/>
            </a:solidFill>
            <a:ln w="807" cap="flat">
              <a:noFill/>
              <a:prstDash val="solid"/>
              <a:miter/>
            </a:ln>
          </p:spPr>
        </p:sp>
        <p:sp>
          <p:nvSpPr>
            <p:cNvPr id="23" name="任意形状 22">
              <a:extLst>
                <a:ext uri="{FF2B5EF4-FFF2-40B4-BE49-F238E27FC236}">
                  <a16:creationId xmlns:a16="http://schemas.microsoft.com/office/drawing/2014/main" id="{7ABB2DDE-620B-BC30-AF7A-03A654C44565}"/>
                </a:ext>
              </a:extLst>
            </p:cNvPr>
            <p:cNvSpPr/>
            <p:nvPr/>
          </p:nvSpPr>
          <p:spPr>
            <a:xfrm>
              <a:off x="4925992" y="1659734"/>
              <a:ext cx="32238" cy="62416"/>
            </a:xfrm>
            <a:custGeom>
              <a:avLst/>
              <a:gdLst>
                <a:gd name="csX0" fmla="*/ 10377 w 27451"/>
                <a:gd name="csY0" fmla="*/ 7023 h 53148"/>
                <a:gd name="csX1" fmla="*/ 9336 w 27451"/>
                <a:gd name="csY1" fmla="*/ 7422 h 53148"/>
                <a:gd name="csX2" fmla="*/ 6141 w 27451"/>
                <a:gd name="csY2" fmla="*/ 8220 h 53148"/>
                <a:gd name="csX3" fmla="*/ 1517 w 27451"/>
                <a:gd name="csY3" fmla="*/ 8779 h 53148"/>
                <a:gd name="csX4" fmla="*/ 0 w 27451"/>
                <a:gd name="csY4" fmla="*/ 8779 h 53148"/>
                <a:gd name="csX5" fmla="*/ 0 w 27451"/>
                <a:gd name="csY5" fmla="*/ 5108 h 53148"/>
                <a:gd name="csX6" fmla="*/ 1517 w 27451"/>
                <a:gd name="csY6" fmla="*/ 5108 h 53148"/>
                <a:gd name="csX7" fmla="*/ 8457 w 27451"/>
                <a:gd name="csY7" fmla="*/ 3910 h 53148"/>
                <a:gd name="csX8" fmla="*/ 12927 w 27451"/>
                <a:gd name="csY8" fmla="*/ 1996 h 53148"/>
                <a:gd name="csX9" fmla="*/ 15162 w 27451"/>
                <a:gd name="csY9" fmla="*/ 240 h 53148"/>
                <a:gd name="csX10" fmla="*/ 16123 w 27451"/>
                <a:gd name="csY10" fmla="*/ 0 h 53148"/>
                <a:gd name="csX11" fmla="*/ 17478 w 27451"/>
                <a:gd name="csY11" fmla="*/ 479 h 53148"/>
                <a:gd name="csX12" fmla="*/ 17478 w 27451"/>
                <a:gd name="csY12" fmla="*/ 24340 h 53148"/>
                <a:gd name="csX13" fmla="*/ 17559 w 27451"/>
                <a:gd name="csY13" fmla="*/ 48281 h 53148"/>
                <a:gd name="csX14" fmla="*/ 18511 w 27451"/>
                <a:gd name="csY14" fmla="*/ 49000 h 53148"/>
                <a:gd name="csX15" fmla="*/ 20431 w 27451"/>
                <a:gd name="csY15" fmla="*/ 49318 h 53148"/>
                <a:gd name="csX16" fmla="*/ 25378 w 27451"/>
                <a:gd name="csY16" fmla="*/ 49478 h 53148"/>
                <a:gd name="csX17" fmla="*/ 27452 w 27451"/>
                <a:gd name="csY17" fmla="*/ 49478 h 53148"/>
                <a:gd name="csX18" fmla="*/ 27452 w 27451"/>
                <a:gd name="csY18" fmla="*/ 53149 h 53148"/>
                <a:gd name="csX19" fmla="*/ 26573 w 27451"/>
                <a:gd name="csY19" fmla="*/ 53149 h 53148"/>
                <a:gd name="csX20" fmla="*/ 13887 w 27451"/>
                <a:gd name="csY20" fmla="*/ 52910 h 53148"/>
                <a:gd name="csX21" fmla="*/ 1356 w 27451"/>
                <a:gd name="csY21" fmla="*/ 53149 h 53148"/>
                <a:gd name="csX22" fmla="*/ 395 w 27451"/>
                <a:gd name="csY22" fmla="*/ 53149 h 53148"/>
                <a:gd name="csX23" fmla="*/ 395 w 27451"/>
                <a:gd name="csY23" fmla="*/ 49478 h 53148"/>
                <a:gd name="csX24" fmla="*/ 2477 w 27451"/>
                <a:gd name="csY24" fmla="*/ 49478 h 53148"/>
                <a:gd name="csX25" fmla="*/ 5503 w 27451"/>
                <a:gd name="csY25" fmla="*/ 49478 h 53148"/>
                <a:gd name="csX26" fmla="*/ 7505 w 27451"/>
                <a:gd name="csY26" fmla="*/ 49398 h 53148"/>
                <a:gd name="csX27" fmla="*/ 8780 w 27451"/>
                <a:gd name="csY27" fmla="*/ 49158 h 53148"/>
                <a:gd name="csX28" fmla="*/ 9417 w 27451"/>
                <a:gd name="csY28" fmla="*/ 49000 h 53148"/>
                <a:gd name="csX29" fmla="*/ 9893 w 27451"/>
                <a:gd name="csY29" fmla="*/ 48600 h 53148"/>
                <a:gd name="csX30" fmla="*/ 10377 w 27451"/>
                <a:gd name="csY30" fmla="*/ 48281 h 53148"/>
                <a:gd name="csX31" fmla="*/ 10377 w 27451"/>
                <a:gd name="csY31" fmla="*/ 7023 h 531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7451" h="53148">
                  <a:moveTo>
                    <a:pt x="10377" y="7023"/>
                  </a:moveTo>
                  <a:lnTo>
                    <a:pt x="9336" y="7422"/>
                  </a:lnTo>
                  <a:cubicBezTo>
                    <a:pt x="8594" y="7688"/>
                    <a:pt x="7529" y="7954"/>
                    <a:pt x="6141" y="8220"/>
                  </a:cubicBezTo>
                  <a:cubicBezTo>
                    <a:pt x="4761" y="8486"/>
                    <a:pt x="3220" y="8672"/>
                    <a:pt x="1517" y="8779"/>
                  </a:cubicBezTo>
                  <a:lnTo>
                    <a:pt x="0" y="8779"/>
                  </a:lnTo>
                  <a:lnTo>
                    <a:pt x="0" y="5108"/>
                  </a:lnTo>
                  <a:lnTo>
                    <a:pt x="1517" y="5108"/>
                  </a:lnTo>
                  <a:cubicBezTo>
                    <a:pt x="4019" y="5001"/>
                    <a:pt x="6335" y="4602"/>
                    <a:pt x="8457" y="3910"/>
                  </a:cubicBezTo>
                  <a:cubicBezTo>
                    <a:pt x="10587" y="3219"/>
                    <a:pt x="12080" y="2581"/>
                    <a:pt x="12927" y="1996"/>
                  </a:cubicBezTo>
                  <a:cubicBezTo>
                    <a:pt x="13783" y="1410"/>
                    <a:pt x="14525" y="825"/>
                    <a:pt x="15162" y="240"/>
                  </a:cubicBezTo>
                  <a:cubicBezTo>
                    <a:pt x="15267" y="80"/>
                    <a:pt x="15590" y="0"/>
                    <a:pt x="16123" y="0"/>
                  </a:cubicBezTo>
                  <a:cubicBezTo>
                    <a:pt x="16599" y="0"/>
                    <a:pt x="17050" y="160"/>
                    <a:pt x="17478" y="479"/>
                  </a:cubicBezTo>
                  <a:lnTo>
                    <a:pt x="17478" y="24340"/>
                  </a:lnTo>
                  <a:lnTo>
                    <a:pt x="17559" y="48281"/>
                  </a:lnTo>
                  <a:cubicBezTo>
                    <a:pt x="17930" y="48653"/>
                    <a:pt x="18245" y="48893"/>
                    <a:pt x="18511" y="49000"/>
                  </a:cubicBezTo>
                  <a:cubicBezTo>
                    <a:pt x="18777" y="49105"/>
                    <a:pt x="19415" y="49212"/>
                    <a:pt x="20431" y="49318"/>
                  </a:cubicBezTo>
                  <a:cubicBezTo>
                    <a:pt x="21440" y="49425"/>
                    <a:pt x="23086" y="49478"/>
                    <a:pt x="25378" y="49478"/>
                  </a:cubicBezTo>
                  <a:lnTo>
                    <a:pt x="27452" y="49478"/>
                  </a:lnTo>
                  <a:lnTo>
                    <a:pt x="27452" y="53149"/>
                  </a:lnTo>
                  <a:lnTo>
                    <a:pt x="26573" y="53149"/>
                  </a:lnTo>
                  <a:cubicBezTo>
                    <a:pt x="25459" y="52989"/>
                    <a:pt x="21231" y="52910"/>
                    <a:pt x="13887" y="52910"/>
                  </a:cubicBezTo>
                  <a:cubicBezTo>
                    <a:pt x="6649" y="52910"/>
                    <a:pt x="2477" y="52989"/>
                    <a:pt x="1356" y="53149"/>
                  </a:cubicBezTo>
                  <a:lnTo>
                    <a:pt x="395" y="53149"/>
                  </a:lnTo>
                  <a:lnTo>
                    <a:pt x="395" y="49478"/>
                  </a:lnTo>
                  <a:lnTo>
                    <a:pt x="2477" y="49478"/>
                  </a:lnTo>
                  <a:cubicBezTo>
                    <a:pt x="3647" y="49478"/>
                    <a:pt x="4656" y="49478"/>
                    <a:pt x="5503" y="49478"/>
                  </a:cubicBezTo>
                  <a:cubicBezTo>
                    <a:pt x="6359" y="49478"/>
                    <a:pt x="7020" y="49451"/>
                    <a:pt x="7505" y="49398"/>
                  </a:cubicBezTo>
                  <a:cubicBezTo>
                    <a:pt x="7981" y="49345"/>
                    <a:pt x="8408" y="49265"/>
                    <a:pt x="8780" y="49158"/>
                  </a:cubicBezTo>
                  <a:cubicBezTo>
                    <a:pt x="9151" y="49053"/>
                    <a:pt x="9361" y="49000"/>
                    <a:pt x="9417" y="49000"/>
                  </a:cubicBezTo>
                  <a:cubicBezTo>
                    <a:pt x="9473" y="49000"/>
                    <a:pt x="9627" y="48866"/>
                    <a:pt x="9893" y="48600"/>
                  </a:cubicBezTo>
                  <a:cubicBezTo>
                    <a:pt x="10159" y="48334"/>
                    <a:pt x="10321" y="48228"/>
                    <a:pt x="10377" y="48281"/>
                  </a:cubicBezTo>
                  <a:lnTo>
                    <a:pt x="10377" y="7023"/>
                  </a:lnTo>
                  <a:close/>
                </a:path>
              </a:pathLst>
            </a:custGeom>
            <a:solidFill>
              <a:srgbClr val="000000"/>
            </a:solidFill>
            <a:ln w="807" cap="flat">
              <a:noFill/>
              <a:prstDash val="solid"/>
              <a:miter/>
            </a:ln>
          </p:spPr>
        </p:sp>
        <p:sp>
          <p:nvSpPr>
            <p:cNvPr id="24" name="任意形状 23">
              <a:extLst>
                <a:ext uri="{FF2B5EF4-FFF2-40B4-BE49-F238E27FC236}">
                  <a16:creationId xmlns:a16="http://schemas.microsoft.com/office/drawing/2014/main" id="{7AD84706-A74A-36DC-E354-9707C5A688D1}"/>
                </a:ext>
              </a:extLst>
            </p:cNvPr>
            <p:cNvSpPr/>
            <p:nvPr/>
          </p:nvSpPr>
          <p:spPr>
            <a:xfrm>
              <a:off x="3854227" y="2855678"/>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25" name="任意形状 24">
              <a:extLst>
                <a:ext uri="{FF2B5EF4-FFF2-40B4-BE49-F238E27FC236}">
                  <a16:creationId xmlns:a16="http://schemas.microsoft.com/office/drawing/2014/main" id="{2B08875B-C9BE-9AA1-8FB0-3C3B14B72973}"/>
                </a:ext>
              </a:extLst>
            </p:cNvPr>
            <p:cNvSpPr/>
            <p:nvPr/>
          </p:nvSpPr>
          <p:spPr>
            <a:xfrm>
              <a:off x="3887394" y="2895101"/>
              <a:ext cx="54972" cy="81876"/>
            </a:xfrm>
            <a:custGeom>
              <a:avLst/>
              <a:gdLst>
                <a:gd name="csX0" fmla="*/ 0 w 46810"/>
                <a:gd name="csY0" fmla="*/ 31244 h 69719"/>
                <a:gd name="csX1" fmla="*/ 8328 w 46810"/>
                <a:gd name="csY1" fmla="*/ 10192 h 69719"/>
                <a:gd name="csX2" fmla="*/ 27081 w 46810"/>
                <a:gd name="csY2" fmla="*/ 105 h 69719"/>
                <a:gd name="csX3" fmla="*/ 37159 w 46810"/>
                <a:gd name="csY3" fmla="*/ 5810 h 69719"/>
                <a:gd name="csX4" fmla="*/ 37708 w 46810"/>
                <a:gd name="csY4" fmla="*/ 5148 h 69719"/>
                <a:gd name="csX5" fmla="*/ 38918 w 46810"/>
                <a:gd name="csY5" fmla="*/ 3946 h 69719"/>
                <a:gd name="csX6" fmla="*/ 40669 w 46810"/>
                <a:gd name="csY6" fmla="*/ 2631 h 69719"/>
                <a:gd name="csX7" fmla="*/ 45713 w 46810"/>
                <a:gd name="csY7" fmla="*/ 0 h 69719"/>
                <a:gd name="csX8" fmla="*/ 46480 w 46810"/>
                <a:gd name="csY8" fmla="*/ 331 h 69719"/>
                <a:gd name="csX9" fmla="*/ 46810 w 46810"/>
                <a:gd name="csY9" fmla="*/ 880 h 69719"/>
                <a:gd name="csX10" fmla="*/ 39241 w 46810"/>
                <a:gd name="csY10" fmla="*/ 32116 h 69719"/>
                <a:gd name="csX11" fmla="*/ 31462 w 46810"/>
                <a:gd name="csY11" fmla="*/ 63691 h 69719"/>
                <a:gd name="csX12" fmla="*/ 36393 w 46810"/>
                <a:gd name="csY12" fmla="*/ 64676 h 69719"/>
                <a:gd name="csX13" fmla="*/ 39136 w 46810"/>
                <a:gd name="csY13" fmla="*/ 64676 h 69719"/>
                <a:gd name="csX14" fmla="*/ 39790 w 46810"/>
                <a:gd name="csY14" fmla="*/ 65660 h 69719"/>
                <a:gd name="csX15" fmla="*/ 39467 w 46810"/>
                <a:gd name="csY15" fmla="*/ 67637 h 69719"/>
                <a:gd name="csX16" fmla="*/ 38370 w 46810"/>
                <a:gd name="csY16" fmla="*/ 69719 h 69719"/>
                <a:gd name="csX17" fmla="*/ 36942 w 46810"/>
                <a:gd name="csY17" fmla="*/ 69719 h 69719"/>
                <a:gd name="csX18" fmla="*/ 25104 w 46810"/>
                <a:gd name="csY18" fmla="*/ 69501 h 69719"/>
                <a:gd name="csX19" fmla="*/ 19512 w 46810"/>
                <a:gd name="csY19" fmla="*/ 69501 h 69719"/>
                <a:gd name="csX20" fmla="*/ 15461 w 46810"/>
                <a:gd name="csY20" fmla="*/ 69501 h 69719"/>
                <a:gd name="csX21" fmla="*/ 13597 w 46810"/>
                <a:gd name="csY21" fmla="*/ 69606 h 69719"/>
                <a:gd name="csX22" fmla="*/ 12056 w 46810"/>
                <a:gd name="csY22" fmla="*/ 68735 h 69719"/>
                <a:gd name="csX23" fmla="*/ 12282 w 46810"/>
                <a:gd name="csY23" fmla="*/ 67089 h 69719"/>
                <a:gd name="csX24" fmla="*/ 13048 w 46810"/>
                <a:gd name="csY24" fmla="*/ 65007 h 69719"/>
                <a:gd name="csX25" fmla="*/ 15235 w 46810"/>
                <a:gd name="csY25" fmla="*/ 64676 h 69719"/>
                <a:gd name="csX26" fmla="*/ 21594 w 46810"/>
                <a:gd name="csY26" fmla="*/ 63909 h 69719"/>
                <a:gd name="csX27" fmla="*/ 24668 w 46810"/>
                <a:gd name="csY27" fmla="*/ 54258 h 69719"/>
                <a:gd name="csX28" fmla="*/ 26968 w 46810"/>
                <a:gd name="csY28" fmla="*/ 44946 h 69719"/>
                <a:gd name="csX29" fmla="*/ 26201 w 46810"/>
                <a:gd name="csY29" fmla="*/ 45277 h 69719"/>
                <a:gd name="csX30" fmla="*/ 15235 w 46810"/>
                <a:gd name="csY30" fmla="*/ 49546 h 69719"/>
                <a:gd name="csX31" fmla="*/ 4608 w 46810"/>
                <a:gd name="csY31" fmla="*/ 45164 h 69719"/>
                <a:gd name="csX32" fmla="*/ 0 w 46810"/>
                <a:gd name="csY32" fmla="*/ 31244 h 69719"/>
                <a:gd name="csX33" fmla="*/ 34973 w 46810"/>
                <a:gd name="csY33" fmla="*/ 12717 h 69719"/>
                <a:gd name="csX34" fmla="*/ 26750 w 46810"/>
                <a:gd name="csY34" fmla="*/ 4059 h 69719"/>
                <a:gd name="csX35" fmla="*/ 19407 w 46810"/>
                <a:gd name="csY35" fmla="*/ 7456 h 69719"/>
                <a:gd name="csX36" fmla="*/ 13920 w 46810"/>
                <a:gd name="csY36" fmla="*/ 16332 h 69719"/>
                <a:gd name="csX37" fmla="*/ 9425 w 46810"/>
                <a:gd name="csY37" fmla="*/ 34311 h 69719"/>
                <a:gd name="csX38" fmla="*/ 9425 w 46810"/>
                <a:gd name="csY38" fmla="*/ 35513 h 69719"/>
                <a:gd name="csX39" fmla="*/ 9320 w 46810"/>
                <a:gd name="csY39" fmla="*/ 36829 h 69719"/>
                <a:gd name="csX40" fmla="*/ 11289 w 46810"/>
                <a:gd name="csY40" fmla="*/ 43631 h 69719"/>
                <a:gd name="csX41" fmla="*/ 16002 w 46810"/>
                <a:gd name="csY41" fmla="*/ 45600 h 69719"/>
                <a:gd name="csX42" fmla="*/ 28170 w 46810"/>
                <a:gd name="csY42" fmla="*/ 37708 h 69719"/>
                <a:gd name="csX43" fmla="*/ 29050 w 46810"/>
                <a:gd name="csY43" fmla="*/ 36506 h 69719"/>
                <a:gd name="csX44" fmla="*/ 34973 w 46810"/>
                <a:gd name="csY44" fmla="*/ 12717 h 69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6810" h="69719">
                  <a:moveTo>
                    <a:pt x="0" y="31244"/>
                  </a:moveTo>
                  <a:cubicBezTo>
                    <a:pt x="0" y="23861"/>
                    <a:pt x="2776" y="16841"/>
                    <a:pt x="8328" y="10192"/>
                  </a:cubicBezTo>
                  <a:cubicBezTo>
                    <a:pt x="13887" y="3542"/>
                    <a:pt x="20133" y="186"/>
                    <a:pt x="27081" y="105"/>
                  </a:cubicBezTo>
                  <a:cubicBezTo>
                    <a:pt x="31462" y="105"/>
                    <a:pt x="34827" y="2009"/>
                    <a:pt x="37159" y="5810"/>
                  </a:cubicBezTo>
                  <a:cubicBezTo>
                    <a:pt x="37232" y="5737"/>
                    <a:pt x="37418" y="5519"/>
                    <a:pt x="37708" y="5148"/>
                  </a:cubicBezTo>
                  <a:cubicBezTo>
                    <a:pt x="38007" y="4785"/>
                    <a:pt x="38402" y="4382"/>
                    <a:pt x="38918" y="3946"/>
                  </a:cubicBezTo>
                  <a:cubicBezTo>
                    <a:pt x="39427" y="3510"/>
                    <a:pt x="40016" y="3066"/>
                    <a:pt x="40669" y="2631"/>
                  </a:cubicBezTo>
                  <a:cubicBezTo>
                    <a:pt x="43155" y="880"/>
                    <a:pt x="44833" y="0"/>
                    <a:pt x="45713" y="0"/>
                  </a:cubicBezTo>
                  <a:cubicBezTo>
                    <a:pt x="46003" y="0"/>
                    <a:pt x="46262" y="105"/>
                    <a:pt x="46480" y="331"/>
                  </a:cubicBezTo>
                  <a:cubicBezTo>
                    <a:pt x="46697" y="549"/>
                    <a:pt x="46810" y="726"/>
                    <a:pt x="46810" y="880"/>
                  </a:cubicBezTo>
                  <a:cubicBezTo>
                    <a:pt x="46810" y="1533"/>
                    <a:pt x="44285" y="11951"/>
                    <a:pt x="39241" y="32116"/>
                  </a:cubicBezTo>
                  <a:cubicBezTo>
                    <a:pt x="34053" y="52870"/>
                    <a:pt x="31462" y="63401"/>
                    <a:pt x="31462" y="63691"/>
                  </a:cubicBezTo>
                  <a:cubicBezTo>
                    <a:pt x="31462" y="64272"/>
                    <a:pt x="33109" y="64603"/>
                    <a:pt x="36393" y="64676"/>
                  </a:cubicBezTo>
                  <a:lnTo>
                    <a:pt x="39136" y="64676"/>
                  </a:lnTo>
                  <a:cubicBezTo>
                    <a:pt x="39572" y="65265"/>
                    <a:pt x="39790" y="65588"/>
                    <a:pt x="39790" y="65660"/>
                  </a:cubicBezTo>
                  <a:cubicBezTo>
                    <a:pt x="39790" y="65733"/>
                    <a:pt x="39685" y="66395"/>
                    <a:pt x="39467" y="67637"/>
                  </a:cubicBezTo>
                  <a:cubicBezTo>
                    <a:pt x="39169" y="68589"/>
                    <a:pt x="38806" y="69283"/>
                    <a:pt x="38370" y="69719"/>
                  </a:cubicBezTo>
                  <a:lnTo>
                    <a:pt x="36942" y="69719"/>
                  </a:lnTo>
                  <a:cubicBezTo>
                    <a:pt x="34674" y="69574"/>
                    <a:pt x="30728" y="69501"/>
                    <a:pt x="25104" y="69501"/>
                  </a:cubicBezTo>
                  <a:cubicBezTo>
                    <a:pt x="23054" y="69501"/>
                    <a:pt x="21190" y="69501"/>
                    <a:pt x="19512" y="69501"/>
                  </a:cubicBezTo>
                  <a:cubicBezTo>
                    <a:pt x="17833" y="69501"/>
                    <a:pt x="16478" y="69501"/>
                    <a:pt x="15461" y="69501"/>
                  </a:cubicBezTo>
                  <a:cubicBezTo>
                    <a:pt x="14436" y="69501"/>
                    <a:pt x="13815" y="69534"/>
                    <a:pt x="13597" y="69606"/>
                  </a:cubicBezTo>
                  <a:cubicBezTo>
                    <a:pt x="12572" y="69606"/>
                    <a:pt x="12056" y="69316"/>
                    <a:pt x="12056" y="68735"/>
                  </a:cubicBezTo>
                  <a:cubicBezTo>
                    <a:pt x="12056" y="68517"/>
                    <a:pt x="12128" y="67968"/>
                    <a:pt x="12282" y="67089"/>
                  </a:cubicBezTo>
                  <a:cubicBezTo>
                    <a:pt x="12572" y="65919"/>
                    <a:pt x="12822" y="65225"/>
                    <a:pt x="13048" y="65007"/>
                  </a:cubicBezTo>
                  <a:cubicBezTo>
                    <a:pt x="13266" y="64789"/>
                    <a:pt x="13992" y="64676"/>
                    <a:pt x="15235" y="64676"/>
                  </a:cubicBezTo>
                  <a:cubicBezTo>
                    <a:pt x="18745" y="64676"/>
                    <a:pt x="20867" y="64418"/>
                    <a:pt x="21594" y="63909"/>
                  </a:cubicBezTo>
                  <a:cubicBezTo>
                    <a:pt x="22183" y="63546"/>
                    <a:pt x="23207" y="60326"/>
                    <a:pt x="24668" y="54258"/>
                  </a:cubicBezTo>
                  <a:cubicBezTo>
                    <a:pt x="26128" y="48198"/>
                    <a:pt x="26895" y="45092"/>
                    <a:pt x="26968" y="44946"/>
                  </a:cubicBezTo>
                  <a:cubicBezTo>
                    <a:pt x="26968" y="44874"/>
                    <a:pt x="26710" y="44979"/>
                    <a:pt x="26201" y="45277"/>
                  </a:cubicBezTo>
                  <a:cubicBezTo>
                    <a:pt x="22691" y="48126"/>
                    <a:pt x="19036" y="49546"/>
                    <a:pt x="15235" y="49546"/>
                  </a:cubicBezTo>
                  <a:cubicBezTo>
                    <a:pt x="11216" y="49546"/>
                    <a:pt x="7674" y="48085"/>
                    <a:pt x="4608" y="45164"/>
                  </a:cubicBezTo>
                  <a:cubicBezTo>
                    <a:pt x="1533" y="42243"/>
                    <a:pt x="0" y="37603"/>
                    <a:pt x="0" y="31244"/>
                  </a:cubicBezTo>
                  <a:close/>
                  <a:moveTo>
                    <a:pt x="34973" y="12717"/>
                  </a:moveTo>
                  <a:cubicBezTo>
                    <a:pt x="33286" y="6940"/>
                    <a:pt x="30551" y="4059"/>
                    <a:pt x="26750" y="4059"/>
                  </a:cubicBezTo>
                  <a:cubicBezTo>
                    <a:pt x="24192" y="4059"/>
                    <a:pt x="21739" y="5189"/>
                    <a:pt x="19407" y="7456"/>
                  </a:cubicBezTo>
                  <a:cubicBezTo>
                    <a:pt x="17067" y="9716"/>
                    <a:pt x="15235" y="12677"/>
                    <a:pt x="13920" y="16332"/>
                  </a:cubicBezTo>
                  <a:cubicBezTo>
                    <a:pt x="11805" y="22110"/>
                    <a:pt x="10305" y="28098"/>
                    <a:pt x="9425" y="34311"/>
                  </a:cubicBezTo>
                  <a:cubicBezTo>
                    <a:pt x="9425" y="34529"/>
                    <a:pt x="9425" y="34932"/>
                    <a:pt x="9425" y="35513"/>
                  </a:cubicBezTo>
                  <a:cubicBezTo>
                    <a:pt x="9425" y="36102"/>
                    <a:pt x="9393" y="36538"/>
                    <a:pt x="9320" y="36829"/>
                  </a:cubicBezTo>
                  <a:cubicBezTo>
                    <a:pt x="9320" y="40121"/>
                    <a:pt x="9974" y="42388"/>
                    <a:pt x="11289" y="43631"/>
                  </a:cubicBezTo>
                  <a:cubicBezTo>
                    <a:pt x="12604" y="44874"/>
                    <a:pt x="14178" y="45527"/>
                    <a:pt x="16002" y="45600"/>
                  </a:cubicBezTo>
                  <a:cubicBezTo>
                    <a:pt x="19947" y="45600"/>
                    <a:pt x="24006" y="42969"/>
                    <a:pt x="28170" y="37708"/>
                  </a:cubicBezTo>
                  <a:lnTo>
                    <a:pt x="29050" y="36506"/>
                  </a:lnTo>
                  <a:lnTo>
                    <a:pt x="34973" y="12717"/>
                  </a:lnTo>
                  <a:close/>
                </a:path>
              </a:pathLst>
            </a:custGeom>
            <a:solidFill>
              <a:srgbClr val="000000"/>
            </a:solidFill>
            <a:ln w="807" cap="flat">
              <a:noFill/>
              <a:prstDash val="solid"/>
              <a:miter/>
            </a:ln>
          </p:spPr>
        </p:sp>
        <p:sp>
          <p:nvSpPr>
            <p:cNvPr id="26" name="任意形状 25">
              <a:extLst>
                <a:ext uri="{FF2B5EF4-FFF2-40B4-BE49-F238E27FC236}">
                  <a16:creationId xmlns:a16="http://schemas.microsoft.com/office/drawing/2014/main" id="{FD927AA1-6507-B9E9-37DA-0858F7D9F9E8}"/>
                </a:ext>
              </a:extLst>
            </p:cNvPr>
            <p:cNvSpPr/>
            <p:nvPr/>
          </p:nvSpPr>
          <p:spPr>
            <a:xfrm>
              <a:off x="3944385" y="2910783"/>
              <a:ext cx="37773" cy="62534"/>
            </a:xfrm>
            <a:custGeom>
              <a:avLst/>
              <a:gdLst>
                <a:gd name="csX0" fmla="*/ 6585 w 32164"/>
                <a:gd name="csY0" fmla="*/ 15655 h 53249"/>
                <a:gd name="csX1" fmla="*/ 3333 w 32164"/>
                <a:gd name="csY1" fmla="*/ 14339 h 53249"/>
                <a:gd name="csX2" fmla="*/ 2090 w 32164"/>
                <a:gd name="csY2" fmla="*/ 10926 h 53249"/>
                <a:gd name="csX3" fmla="*/ 5810 w 32164"/>
                <a:gd name="csY3" fmla="*/ 3333 h 53249"/>
                <a:gd name="csX4" fmla="*/ 14807 w 32164"/>
                <a:gd name="csY4" fmla="*/ 0 h 53249"/>
                <a:gd name="csX5" fmla="*/ 18213 w 32164"/>
                <a:gd name="csY5" fmla="*/ 81 h 53249"/>
                <a:gd name="csX6" fmla="*/ 26968 w 32164"/>
                <a:gd name="csY6" fmla="*/ 4188 h 53249"/>
                <a:gd name="csX7" fmla="*/ 30074 w 32164"/>
                <a:gd name="csY7" fmla="*/ 11087 h 53249"/>
                <a:gd name="csX8" fmla="*/ 27436 w 32164"/>
                <a:gd name="csY8" fmla="*/ 18915 h 53249"/>
                <a:gd name="csX9" fmla="*/ 20149 w 32164"/>
                <a:gd name="csY9" fmla="*/ 24418 h 53249"/>
                <a:gd name="csX10" fmla="*/ 19915 w 32164"/>
                <a:gd name="csY10" fmla="*/ 24571 h 53249"/>
                <a:gd name="csX11" fmla="*/ 20617 w 32164"/>
                <a:gd name="csY11" fmla="*/ 24805 h 53249"/>
                <a:gd name="csX12" fmla="*/ 22861 w 32164"/>
                <a:gd name="csY12" fmla="*/ 25499 h 53249"/>
                <a:gd name="csX13" fmla="*/ 25806 w 32164"/>
                <a:gd name="csY13" fmla="*/ 27129 h 53249"/>
                <a:gd name="csX14" fmla="*/ 32165 w 32164"/>
                <a:gd name="csY14" fmla="*/ 37974 h 53249"/>
                <a:gd name="csX15" fmla="*/ 27363 w 32164"/>
                <a:gd name="csY15" fmla="*/ 48674 h 53249"/>
                <a:gd name="csX16" fmla="*/ 15195 w 32164"/>
                <a:gd name="csY16" fmla="*/ 53250 h 53249"/>
                <a:gd name="csX17" fmla="*/ 4495 w 32164"/>
                <a:gd name="csY17" fmla="*/ 49917 h 53249"/>
                <a:gd name="csX18" fmla="*/ 0 w 32164"/>
                <a:gd name="csY18" fmla="*/ 41468 h 53249"/>
                <a:gd name="csX19" fmla="*/ 1396 w 32164"/>
                <a:gd name="csY19" fmla="*/ 37974 h 53249"/>
                <a:gd name="csX20" fmla="*/ 4882 w 32164"/>
                <a:gd name="csY20" fmla="*/ 36586 h 53249"/>
                <a:gd name="csX21" fmla="*/ 8449 w 32164"/>
                <a:gd name="csY21" fmla="*/ 37974 h 53249"/>
                <a:gd name="csX22" fmla="*/ 9845 w 32164"/>
                <a:gd name="csY22" fmla="*/ 41468 h 53249"/>
                <a:gd name="csX23" fmla="*/ 9611 w 32164"/>
                <a:gd name="csY23" fmla="*/ 43018 h 53249"/>
                <a:gd name="csX24" fmla="*/ 9070 w 32164"/>
                <a:gd name="csY24" fmla="*/ 44252 h 53249"/>
                <a:gd name="csX25" fmla="*/ 8215 w 32164"/>
                <a:gd name="csY25" fmla="*/ 45188 h 53249"/>
                <a:gd name="csX26" fmla="*/ 7287 w 32164"/>
                <a:gd name="csY26" fmla="*/ 45810 h 53249"/>
                <a:gd name="csX27" fmla="*/ 6512 w 32164"/>
                <a:gd name="csY27" fmla="*/ 46116 h 53249"/>
                <a:gd name="csX28" fmla="*/ 5891 w 32164"/>
                <a:gd name="csY28" fmla="*/ 46350 h 53249"/>
                <a:gd name="csX29" fmla="*/ 5584 w 32164"/>
                <a:gd name="csY29" fmla="*/ 46423 h 53249"/>
                <a:gd name="csX30" fmla="*/ 15195 w 32164"/>
                <a:gd name="csY30" fmla="*/ 49917 h 53249"/>
                <a:gd name="csX31" fmla="*/ 21626 w 32164"/>
                <a:gd name="csY31" fmla="*/ 45810 h 53249"/>
                <a:gd name="csX32" fmla="*/ 22941 w 32164"/>
                <a:gd name="csY32" fmla="*/ 37974 h 53249"/>
                <a:gd name="csX33" fmla="*/ 22941 w 32164"/>
                <a:gd name="csY33" fmla="*/ 36425 h 53249"/>
                <a:gd name="csX34" fmla="*/ 17979 w 32164"/>
                <a:gd name="csY34" fmla="*/ 26588 h 53249"/>
                <a:gd name="csX35" fmla="*/ 13250 w 32164"/>
                <a:gd name="csY35" fmla="*/ 26040 h 53249"/>
                <a:gd name="csX36" fmla="*/ 9998 w 32164"/>
                <a:gd name="csY36" fmla="*/ 25967 h 53249"/>
                <a:gd name="csX37" fmla="*/ 9764 w 32164"/>
                <a:gd name="csY37" fmla="*/ 25814 h 53249"/>
                <a:gd name="csX38" fmla="*/ 9611 w 32164"/>
                <a:gd name="csY38" fmla="*/ 24571 h 53249"/>
                <a:gd name="csX39" fmla="*/ 10232 w 32164"/>
                <a:gd name="csY39" fmla="*/ 23175 h 53249"/>
                <a:gd name="csX40" fmla="*/ 14727 w 32164"/>
                <a:gd name="csY40" fmla="*/ 22788 h 53249"/>
                <a:gd name="csX41" fmla="*/ 19528 w 32164"/>
                <a:gd name="csY41" fmla="*/ 19536 h 53249"/>
                <a:gd name="csX42" fmla="*/ 21699 w 32164"/>
                <a:gd name="csY42" fmla="*/ 10853 h 53249"/>
                <a:gd name="csX43" fmla="*/ 21699 w 32164"/>
                <a:gd name="csY43" fmla="*/ 10232 h 53249"/>
                <a:gd name="csX44" fmla="*/ 18987 w 32164"/>
                <a:gd name="csY44" fmla="*/ 4107 h 53249"/>
                <a:gd name="csX45" fmla="*/ 15348 w 32164"/>
                <a:gd name="csY45" fmla="*/ 3026 h 53249"/>
                <a:gd name="csX46" fmla="*/ 10773 w 32164"/>
                <a:gd name="csY46" fmla="*/ 3873 h 53249"/>
                <a:gd name="csX47" fmla="*/ 7827 w 32164"/>
                <a:gd name="csY47" fmla="*/ 5657 h 53249"/>
                <a:gd name="csX48" fmla="*/ 6972 w 32164"/>
                <a:gd name="csY48" fmla="*/ 6593 h 53249"/>
                <a:gd name="csX49" fmla="*/ 7206 w 32164"/>
                <a:gd name="csY49" fmla="*/ 6593 h 53249"/>
                <a:gd name="csX50" fmla="*/ 7827 w 32164"/>
                <a:gd name="csY50" fmla="*/ 6746 h 53249"/>
                <a:gd name="csX51" fmla="*/ 8602 w 32164"/>
                <a:gd name="csY51" fmla="*/ 7133 h 53249"/>
                <a:gd name="csX52" fmla="*/ 9530 w 32164"/>
                <a:gd name="csY52" fmla="*/ 7674 h 53249"/>
                <a:gd name="csX53" fmla="*/ 10305 w 32164"/>
                <a:gd name="csY53" fmla="*/ 8529 h 53249"/>
                <a:gd name="csX54" fmla="*/ 10926 w 32164"/>
                <a:gd name="csY54" fmla="*/ 9691 h 53249"/>
                <a:gd name="csX55" fmla="*/ 11160 w 32164"/>
                <a:gd name="csY55" fmla="*/ 11241 h 53249"/>
                <a:gd name="csX56" fmla="*/ 10079 w 32164"/>
                <a:gd name="csY56" fmla="*/ 14258 h 53249"/>
                <a:gd name="csX57" fmla="*/ 6585 w 32164"/>
                <a:gd name="csY57" fmla="*/ 15655 h 53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32164" h="53249">
                  <a:moveTo>
                    <a:pt x="6585" y="15655"/>
                  </a:moveTo>
                  <a:cubicBezTo>
                    <a:pt x="5197" y="15655"/>
                    <a:pt x="4107" y="15219"/>
                    <a:pt x="3333" y="14339"/>
                  </a:cubicBezTo>
                  <a:cubicBezTo>
                    <a:pt x="2558" y="13460"/>
                    <a:pt x="2147" y="12322"/>
                    <a:pt x="2090" y="10926"/>
                  </a:cubicBezTo>
                  <a:cubicBezTo>
                    <a:pt x="2090" y="8086"/>
                    <a:pt x="3333" y="5552"/>
                    <a:pt x="5810" y="3333"/>
                  </a:cubicBezTo>
                  <a:cubicBezTo>
                    <a:pt x="8295" y="1114"/>
                    <a:pt x="11289" y="0"/>
                    <a:pt x="14807" y="0"/>
                  </a:cubicBezTo>
                  <a:cubicBezTo>
                    <a:pt x="16615" y="0"/>
                    <a:pt x="17753" y="24"/>
                    <a:pt x="18213" y="81"/>
                  </a:cubicBezTo>
                  <a:cubicBezTo>
                    <a:pt x="22037" y="702"/>
                    <a:pt x="24959" y="2066"/>
                    <a:pt x="26968" y="4188"/>
                  </a:cubicBezTo>
                  <a:cubicBezTo>
                    <a:pt x="28985" y="6302"/>
                    <a:pt x="30018" y="8602"/>
                    <a:pt x="30074" y="11087"/>
                  </a:cubicBezTo>
                  <a:cubicBezTo>
                    <a:pt x="30074" y="13774"/>
                    <a:pt x="29195" y="16381"/>
                    <a:pt x="27436" y="18915"/>
                  </a:cubicBezTo>
                  <a:cubicBezTo>
                    <a:pt x="25677" y="21440"/>
                    <a:pt x="23248" y="23280"/>
                    <a:pt x="20149" y="24418"/>
                  </a:cubicBezTo>
                  <a:lnTo>
                    <a:pt x="19915" y="24571"/>
                  </a:lnTo>
                  <a:cubicBezTo>
                    <a:pt x="19915" y="24620"/>
                    <a:pt x="20149" y="24700"/>
                    <a:pt x="20617" y="24805"/>
                  </a:cubicBezTo>
                  <a:cubicBezTo>
                    <a:pt x="21085" y="24902"/>
                    <a:pt x="21828" y="25136"/>
                    <a:pt x="22861" y="25499"/>
                  </a:cubicBezTo>
                  <a:cubicBezTo>
                    <a:pt x="23902" y="25862"/>
                    <a:pt x="24878" y="26403"/>
                    <a:pt x="25806" y="27129"/>
                  </a:cubicBezTo>
                  <a:cubicBezTo>
                    <a:pt x="30042" y="29865"/>
                    <a:pt x="32165" y="33480"/>
                    <a:pt x="32165" y="37974"/>
                  </a:cubicBezTo>
                  <a:cubicBezTo>
                    <a:pt x="32165" y="42057"/>
                    <a:pt x="30567" y="45624"/>
                    <a:pt x="27363" y="48674"/>
                  </a:cubicBezTo>
                  <a:cubicBezTo>
                    <a:pt x="24160" y="51724"/>
                    <a:pt x="20101" y="53250"/>
                    <a:pt x="15195" y="53250"/>
                  </a:cubicBezTo>
                  <a:cubicBezTo>
                    <a:pt x="11055" y="53250"/>
                    <a:pt x="7496" y="52136"/>
                    <a:pt x="4495" y="49917"/>
                  </a:cubicBezTo>
                  <a:cubicBezTo>
                    <a:pt x="1501" y="47690"/>
                    <a:pt x="0" y="44874"/>
                    <a:pt x="0" y="41468"/>
                  </a:cubicBezTo>
                  <a:cubicBezTo>
                    <a:pt x="0" y="40016"/>
                    <a:pt x="468" y="38854"/>
                    <a:pt x="1396" y="37974"/>
                  </a:cubicBezTo>
                  <a:cubicBezTo>
                    <a:pt x="2324" y="37103"/>
                    <a:pt x="3486" y="36635"/>
                    <a:pt x="4882" y="36586"/>
                  </a:cubicBezTo>
                  <a:cubicBezTo>
                    <a:pt x="6326" y="36586"/>
                    <a:pt x="7521" y="37046"/>
                    <a:pt x="8449" y="37974"/>
                  </a:cubicBezTo>
                  <a:cubicBezTo>
                    <a:pt x="9377" y="38910"/>
                    <a:pt x="9845" y="40072"/>
                    <a:pt x="9845" y="41468"/>
                  </a:cubicBezTo>
                  <a:cubicBezTo>
                    <a:pt x="9845" y="42033"/>
                    <a:pt x="9764" y="42550"/>
                    <a:pt x="9611" y="43018"/>
                  </a:cubicBezTo>
                  <a:cubicBezTo>
                    <a:pt x="9457" y="43478"/>
                    <a:pt x="9272" y="43897"/>
                    <a:pt x="9070" y="44252"/>
                  </a:cubicBezTo>
                  <a:cubicBezTo>
                    <a:pt x="8860" y="44615"/>
                    <a:pt x="8578" y="44930"/>
                    <a:pt x="8215" y="45188"/>
                  </a:cubicBezTo>
                  <a:cubicBezTo>
                    <a:pt x="7852" y="45447"/>
                    <a:pt x="7545" y="45648"/>
                    <a:pt x="7287" y="45810"/>
                  </a:cubicBezTo>
                  <a:cubicBezTo>
                    <a:pt x="7029" y="45963"/>
                    <a:pt x="6770" y="46068"/>
                    <a:pt x="6512" y="46116"/>
                  </a:cubicBezTo>
                  <a:cubicBezTo>
                    <a:pt x="6254" y="46165"/>
                    <a:pt x="6044" y="46245"/>
                    <a:pt x="5891" y="46350"/>
                  </a:cubicBezTo>
                  <a:lnTo>
                    <a:pt x="5584" y="46423"/>
                  </a:lnTo>
                  <a:cubicBezTo>
                    <a:pt x="8215" y="48755"/>
                    <a:pt x="11418" y="49917"/>
                    <a:pt x="15195" y="49917"/>
                  </a:cubicBezTo>
                  <a:cubicBezTo>
                    <a:pt x="18035" y="49917"/>
                    <a:pt x="20173" y="48545"/>
                    <a:pt x="21626" y="45810"/>
                  </a:cubicBezTo>
                  <a:cubicBezTo>
                    <a:pt x="22506" y="44099"/>
                    <a:pt x="22941" y="41493"/>
                    <a:pt x="22941" y="37974"/>
                  </a:cubicBezTo>
                  <a:lnTo>
                    <a:pt x="22941" y="36425"/>
                  </a:lnTo>
                  <a:cubicBezTo>
                    <a:pt x="22941" y="31519"/>
                    <a:pt x="21287" y="28235"/>
                    <a:pt x="17979" y="26588"/>
                  </a:cubicBezTo>
                  <a:cubicBezTo>
                    <a:pt x="17204" y="26274"/>
                    <a:pt x="15630" y="26096"/>
                    <a:pt x="13250" y="26040"/>
                  </a:cubicBezTo>
                  <a:lnTo>
                    <a:pt x="9998" y="25967"/>
                  </a:lnTo>
                  <a:lnTo>
                    <a:pt x="9764" y="25814"/>
                  </a:lnTo>
                  <a:cubicBezTo>
                    <a:pt x="9659" y="25652"/>
                    <a:pt x="9611" y="25241"/>
                    <a:pt x="9611" y="24571"/>
                  </a:cubicBezTo>
                  <a:cubicBezTo>
                    <a:pt x="9611" y="23643"/>
                    <a:pt x="9821" y="23175"/>
                    <a:pt x="10232" y="23175"/>
                  </a:cubicBezTo>
                  <a:cubicBezTo>
                    <a:pt x="11677" y="23175"/>
                    <a:pt x="13177" y="23046"/>
                    <a:pt x="14727" y="22788"/>
                  </a:cubicBezTo>
                  <a:cubicBezTo>
                    <a:pt x="16486" y="22530"/>
                    <a:pt x="18084" y="21440"/>
                    <a:pt x="19528" y="19536"/>
                  </a:cubicBezTo>
                  <a:cubicBezTo>
                    <a:pt x="20980" y="17623"/>
                    <a:pt x="21699" y="14727"/>
                    <a:pt x="21699" y="10853"/>
                  </a:cubicBezTo>
                  <a:lnTo>
                    <a:pt x="21699" y="10232"/>
                  </a:lnTo>
                  <a:cubicBezTo>
                    <a:pt x="21699" y="7287"/>
                    <a:pt x="20795" y="5245"/>
                    <a:pt x="18987" y="4107"/>
                  </a:cubicBezTo>
                  <a:cubicBezTo>
                    <a:pt x="17850" y="3389"/>
                    <a:pt x="16639" y="3026"/>
                    <a:pt x="15348" y="3026"/>
                  </a:cubicBezTo>
                  <a:cubicBezTo>
                    <a:pt x="13694" y="3026"/>
                    <a:pt x="12169" y="3308"/>
                    <a:pt x="10773" y="3873"/>
                  </a:cubicBezTo>
                  <a:cubicBezTo>
                    <a:pt x="9377" y="4446"/>
                    <a:pt x="8400" y="5035"/>
                    <a:pt x="7827" y="5657"/>
                  </a:cubicBezTo>
                  <a:cubicBezTo>
                    <a:pt x="7262" y="6278"/>
                    <a:pt x="6972" y="6593"/>
                    <a:pt x="6972" y="6593"/>
                  </a:cubicBezTo>
                  <a:lnTo>
                    <a:pt x="7206" y="6593"/>
                  </a:lnTo>
                  <a:cubicBezTo>
                    <a:pt x="7367" y="6641"/>
                    <a:pt x="7569" y="6689"/>
                    <a:pt x="7827" y="6746"/>
                  </a:cubicBezTo>
                  <a:cubicBezTo>
                    <a:pt x="8086" y="6794"/>
                    <a:pt x="8344" y="6923"/>
                    <a:pt x="8602" y="7133"/>
                  </a:cubicBezTo>
                  <a:cubicBezTo>
                    <a:pt x="8860" y="7335"/>
                    <a:pt x="9175" y="7521"/>
                    <a:pt x="9530" y="7674"/>
                  </a:cubicBezTo>
                  <a:cubicBezTo>
                    <a:pt x="9893" y="7827"/>
                    <a:pt x="10151" y="8110"/>
                    <a:pt x="10305" y="8529"/>
                  </a:cubicBezTo>
                  <a:cubicBezTo>
                    <a:pt x="10466" y="8941"/>
                    <a:pt x="10668" y="9328"/>
                    <a:pt x="10926" y="9691"/>
                  </a:cubicBezTo>
                  <a:cubicBezTo>
                    <a:pt x="11184" y="10054"/>
                    <a:pt x="11265" y="10571"/>
                    <a:pt x="11160" y="11241"/>
                  </a:cubicBezTo>
                  <a:cubicBezTo>
                    <a:pt x="11160" y="12378"/>
                    <a:pt x="10797" y="13387"/>
                    <a:pt x="10079" y="14258"/>
                  </a:cubicBezTo>
                  <a:cubicBezTo>
                    <a:pt x="9352" y="15138"/>
                    <a:pt x="8191" y="15606"/>
                    <a:pt x="6585" y="15655"/>
                  </a:cubicBezTo>
                  <a:close/>
                </a:path>
              </a:pathLst>
            </a:custGeom>
            <a:solidFill>
              <a:srgbClr val="000000"/>
            </a:solidFill>
            <a:ln w="807" cap="flat">
              <a:noFill/>
              <a:prstDash val="solid"/>
              <a:miter/>
            </a:ln>
          </p:spPr>
        </p:sp>
        <p:sp>
          <p:nvSpPr>
            <p:cNvPr id="27" name="任意形状 26">
              <a:extLst>
                <a:ext uri="{FF2B5EF4-FFF2-40B4-BE49-F238E27FC236}">
                  <a16:creationId xmlns:a16="http://schemas.microsoft.com/office/drawing/2014/main" id="{D069EDA7-2622-D557-FB0B-F066AFB6A380}"/>
                </a:ext>
              </a:extLst>
            </p:cNvPr>
            <p:cNvSpPr/>
            <p:nvPr/>
          </p:nvSpPr>
          <p:spPr>
            <a:xfrm>
              <a:off x="3568986" y="3283065"/>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28" name="任意形状 27">
              <a:extLst>
                <a:ext uri="{FF2B5EF4-FFF2-40B4-BE49-F238E27FC236}">
                  <a16:creationId xmlns:a16="http://schemas.microsoft.com/office/drawing/2014/main" id="{7038867D-0AF5-CAFF-9905-10F47814352E}"/>
                </a:ext>
              </a:extLst>
            </p:cNvPr>
            <p:cNvSpPr/>
            <p:nvPr/>
          </p:nvSpPr>
          <p:spPr>
            <a:xfrm>
              <a:off x="3602154" y="3322487"/>
              <a:ext cx="54972" cy="81876"/>
            </a:xfrm>
            <a:custGeom>
              <a:avLst/>
              <a:gdLst>
                <a:gd name="csX0" fmla="*/ 0 w 46810"/>
                <a:gd name="csY0" fmla="*/ 31244 h 69719"/>
                <a:gd name="csX1" fmla="*/ 8328 w 46810"/>
                <a:gd name="csY1" fmla="*/ 10192 h 69719"/>
                <a:gd name="csX2" fmla="*/ 27081 w 46810"/>
                <a:gd name="csY2" fmla="*/ 105 h 69719"/>
                <a:gd name="csX3" fmla="*/ 37159 w 46810"/>
                <a:gd name="csY3" fmla="*/ 5810 h 69719"/>
                <a:gd name="csX4" fmla="*/ 37708 w 46810"/>
                <a:gd name="csY4" fmla="*/ 5148 h 69719"/>
                <a:gd name="csX5" fmla="*/ 38918 w 46810"/>
                <a:gd name="csY5" fmla="*/ 3946 h 69719"/>
                <a:gd name="csX6" fmla="*/ 40669 w 46810"/>
                <a:gd name="csY6" fmla="*/ 2631 h 69719"/>
                <a:gd name="csX7" fmla="*/ 45713 w 46810"/>
                <a:gd name="csY7" fmla="*/ 0 h 69719"/>
                <a:gd name="csX8" fmla="*/ 46480 w 46810"/>
                <a:gd name="csY8" fmla="*/ 331 h 69719"/>
                <a:gd name="csX9" fmla="*/ 46810 w 46810"/>
                <a:gd name="csY9" fmla="*/ 880 h 69719"/>
                <a:gd name="csX10" fmla="*/ 39241 w 46810"/>
                <a:gd name="csY10" fmla="*/ 32116 h 69719"/>
                <a:gd name="csX11" fmla="*/ 31462 w 46810"/>
                <a:gd name="csY11" fmla="*/ 63691 h 69719"/>
                <a:gd name="csX12" fmla="*/ 36393 w 46810"/>
                <a:gd name="csY12" fmla="*/ 64676 h 69719"/>
                <a:gd name="csX13" fmla="*/ 39136 w 46810"/>
                <a:gd name="csY13" fmla="*/ 64676 h 69719"/>
                <a:gd name="csX14" fmla="*/ 39790 w 46810"/>
                <a:gd name="csY14" fmla="*/ 65660 h 69719"/>
                <a:gd name="csX15" fmla="*/ 39467 w 46810"/>
                <a:gd name="csY15" fmla="*/ 67637 h 69719"/>
                <a:gd name="csX16" fmla="*/ 38370 w 46810"/>
                <a:gd name="csY16" fmla="*/ 69719 h 69719"/>
                <a:gd name="csX17" fmla="*/ 36942 w 46810"/>
                <a:gd name="csY17" fmla="*/ 69719 h 69719"/>
                <a:gd name="csX18" fmla="*/ 25104 w 46810"/>
                <a:gd name="csY18" fmla="*/ 69501 h 69719"/>
                <a:gd name="csX19" fmla="*/ 19512 w 46810"/>
                <a:gd name="csY19" fmla="*/ 69501 h 69719"/>
                <a:gd name="csX20" fmla="*/ 15461 w 46810"/>
                <a:gd name="csY20" fmla="*/ 69501 h 69719"/>
                <a:gd name="csX21" fmla="*/ 13597 w 46810"/>
                <a:gd name="csY21" fmla="*/ 69606 h 69719"/>
                <a:gd name="csX22" fmla="*/ 12056 w 46810"/>
                <a:gd name="csY22" fmla="*/ 68735 h 69719"/>
                <a:gd name="csX23" fmla="*/ 12282 w 46810"/>
                <a:gd name="csY23" fmla="*/ 67089 h 69719"/>
                <a:gd name="csX24" fmla="*/ 13048 w 46810"/>
                <a:gd name="csY24" fmla="*/ 65007 h 69719"/>
                <a:gd name="csX25" fmla="*/ 15235 w 46810"/>
                <a:gd name="csY25" fmla="*/ 64676 h 69719"/>
                <a:gd name="csX26" fmla="*/ 21594 w 46810"/>
                <a:gd name="csY26" fmla="*/ 63909 h 69719"/>
                <a:gd name="csX27" fmla="*/ 24668 w 46810"/>
                <a:gd name="csY27" fmla="*/ 54258 h 69719"/>
                <a:gd name="csX28" fmla="*/ 26968 w 46810"/>
                <a:gd name="csY28" fmla="*/ 44946 h 69719"/>
                <a:gd name="csX29" fmla="*/ 26201 w 46810"/>
                <a:gd name="csY29" fmla="*/ 45277 h 69719"/>
                <a:gd name="csX30" fmla="*/ 15235 w 46810"/>
                <a:gd name="csY30" fmla="*/ 49546 h 69719"/>
                <a:gd name="csX31" fmla="*/ 4608 w 46810"/>
                <a:gd name="csY31" fmla="*/ 45164 h 69719"/>
                <a:gd name="csX32" fmla="*/ 0 w 46810"/>
                <a:gd name="csY32" fmla="*/ 31244 h 69719"/>
                <a:gd name="csX33" fmla="*/ 34973 w 46810"/>
                <a:gd name="csY33" fmla="*/ 12717 h 69719"/>
                <a:gd name="csX34" fmla="*/ 26750 w 46810"/>
                <a:gd name="csY34" fmla="*/ 4059 h 69719"/>
                <a:gd name="csX35" fmla="*/ 19407 w 46810"/>
                <a:gd name="csY35" fmla="*/ 7456 h 69719"/>
                <a:gd name="csX36" fmla="*/ 13920 w 46810"/>
                <a:gd name="csY36" fmla="*/ 16332 h 69719"/>
                <a:gd name="csX37" fmla="*/ 9425 w 46810"/>
                <a:gd name="csY37" fmla="*/ 34311 h 69719"/>
                <a:gd name="csX38" fmla="*/ 9425 w 46810"/>
                <a:gd name="csY38" fmla="*/ 35513 h 69719"/>
                <a:gd name="csX39" fmla="*/ 9320 w 46810"/>
                <a:gd name="csY39" fmla="*/ 36829 h 69719"/>
                <a:gd name="csX40" fmla="*/ 11289 w 46810"/>
                <a:gd name="csY40" fmla="*/ 43631 h 69719"/>
                <a:gd name="csX41" fmla="*/ 16002 w 46810"/>
                <a:gd name="csY41" fmla="*/ 45600 h 69719"/>
                <a:gd name="csX42" fmla="*/ 28170 w 46810"/>
                <a:gd name="csY42" fmla="*/ 37708 h 69719"/>
                <a:gd name="csX43" fmla="*/ 29050 w 46810"/>
                <a:gd name="csY43" fmla="*/ 36506 h 69719"/>
                <a:gd name="csX44" fmla="*/ 34973 w 46810"/>
                <a:gd name="csY44" fmla="*/ 12717 h 69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6810" h="69719">
                  <a:moveTo>
                    <a:pt x="0" y="31244"/>
                  </a:moveTo>
                  <a:cubicBezTo>
                    <a:pt x="0" y="23861"/>
                    <a:pt x="2776" y="16841"/>
                    <a:pt x="8328" y="10192"/>
                  </a:cubicBezTo>
                  <a:cubicBezTo>
                    <a:pt x="13887" y="3542"/>
                    <a:pt x="20133" y="186"/>
                    <a:pt x="27081" y="105"/>
                  </a:cubicBezTo>
                  <a:cubicBezTo>
                    <a:pt x="31462" y="105"/>
                    <a:pt x="34827" y="2009"/>
                    <a:pt x="37159" y="5810"/>
                  </a:cubicBezTo>
                  <a:cubicBezTo>
                    <a:pt x="37232" y="5737"/>
                    <a:pt x="37418" y="5519"/>
                    <a:pt x="37708" y="5148"/>
                  </a:cubicBezTo>
                  <a:cubicBezTo>
                    <a:pt x="38007" y="4785"/>
                    <a:pt x="38402" y="4382"/>
                    <a:pt x="38918" y="3946"/>
                  </a:cubicBezTo>
                  <a:cubicBezTo>
                    <a:pt x="39427" y="3510"/>
                    <a:pt x="40016" y="3066"/>
                    <a:pt x="40669" y="2631"/>
                  </a:cubicBezTo>
                  <a:cubicBezTo>
                    <a:pt x="43155" y="880"/>
                    <a:pt x="44833" y="0"/>
                    <a:pt x="45713" y="0"/>
                  </a:cubicBezTo>
                  <a:cubicBezTo>
                    <a:pt x="46003" y="0"/>
                    <a:pt x="46262" y="105"/>
                    <a:pt x="46480" y="331"/>
                  </a:cubicBezTo>
                  <a:cubicBezTo>
                    <a:pt x="46697" y="549"/>
                    <a:pt x="46810" y="726"/>
                    <a:pt x="46810" y="880"/>
                  </a:cubicBezTo>
                  <a:cubicBezTo>
                    <a:pt x="46810" y="1533"/>
                    <a:pt x="44285" y="11951"/>
                    <a:pt x="39241" y="32116"/>
                  </a:cubicBezTo>
                  <a:cubicBezTo>
                    <a:pt x="34053" y="52870"/>
                    <a:pt x="31462" y="63401"/>
                    <a:pt x="31462" y="63691"/>
                  </a:cubicBezTo>
                  <a:cubicBezTo>
                    <a:pt x="31462" y="64272"/>
                    <a:pt x="33109" y="64603"/>
                    <a:pt x="36393" y="64676"/>
                  </a:cubicBezTo>
                  <a:lnTo>
                    <a:pt x="39136" y="64676"/>
                  </a:lnTo>
                  <a:cubicBezTo>
                    <a:pt x="39572" y="65265"/>
                    <a:pt x="39790" y="65588"/>
                    <a:pt x="39790" y="65660"/>
                  </a:cubicBezTo>
                  <a:cubicBezTo>
                    <a:pt x="39790" y="65733"/>
                    <a:pt x="39685" y="66395"/>
                    <a:pt x="39467" y="67637"/>
                  </a:cubicBezTo>
                  <a:cubicBezTo>
                    <a:pt x="39169" y="68589"/>
                    <a:pt x="38806" y="69283"/>
                    <a:pt x="38370" y="69719"/>
                  </a:cubicBezTo>
                  <a:lnTo>
                    <a:pt x="36942" y="69719"/>
                  </a:lnTo>
                  <a:cubicBezTo>
                    <a:pt x="34674" y="69574"/>
                    <a:pt x="30728" y="69501"/>
                    <a:pt x="25104" y="69501"/>
                  </a:cubicBezTo>
                  <a:cubicBezTo>
                    <a:pt x="23054" y="69501"/>
                    <a:pt x="21190" y="69501"/>
                    <a:pt x="19512" y="69501"/>
                  </a:cubicBezTo>
                  <a:cubicBezTo>
                    <a:pt x="17833" y="69501"/>
                    <a:pt x="16478" y="69501"/>
                    <a:pt x="15461" y="69501"/>
                  </a:cubicBezTo>
                  <a:cubicBezTo>
                    <a:pt x="14436" y="69501"/>
                    <a:pt x="13815" y="69534"/>
                    <a:pt x="13597" y="69606"/>
                  </a:cubicBezTo>
                  <a:cubicBezTo>
                    <a:pt x="12572" y="69606"/>
                    <a:pt x="12056" y="69316"/>
                    <a:pt x="12056" y="68735"/>
                  </a:cubicBezTo>
                  <a:cubicBezTo>
                    <a:pt x="12056" y="68517"/>
                    <a:pt x="12128" y="67968"/>
                    <a:pt x="12282" y="67089"/>
                  </a:cubicBezTo>
                  <a:cubicBezTo>
                    <a:pt x="12572" y="65919"/>
                    <a:pt x="12822" y="65225"/>
                    <a:pt x="13048" y="65007"/>
                  </a:cubicBezTo>
                  <a:cubicBezTo>
                    <a:pt x="13266" y="64789"/>
                    <a:pt x="13992" y="64676"/>
                    <a:pt x="15235" y="64676"/>
                  </a:cubicBezTo>
                  <a:cubicBezTo>
                    <a:pt x="18745" y="64676"/>
                    <a:pt x="20867" y="64418"/>
                    <a:pt x="21594" y="63909"/>
                  </a:cubicBezTo>
                  <a:cubicBezTo>
                    <a:pt x="22183" y="63546"/>
                    <a:pt x="23207" y="60326"/>
                    <a:pt x="24668" y="54258"/>
                  </a:cubicBezTo>
                  <a:cubicBezTo>
                    <a:pt x="26128" y="48198"/>
                    <a:pt x="26895" y="45092"/>
                    <a:pt x="26968" y="44946"/>
                  </a:cubicBezTo>
                  <a:cubicBezTo>
                    <a:pt x="26968" y="44874"/>
                    <a:pt x="26710" y="44979"/>
                    <a:pt x="26201" y="45277"/>
                  </a:cubicBezTo>
                  <a:cubicBezTo>
                    <a:pt x="22691" y="48126"/>
                    <a:pt x="19036" y="49546"/>
                    <a:pt x="15235" y="49546"/>
                  </a:cubicBezTo>
                  <a:cubicBezTo>
                    <a:pt x="11216" y="49546"/>
                    <a:pt x="7674" y="48085"/>
                    <a:pt x="4608" y="45164"/>
                  </a:cubicBezTo>
                  <a:cubicBezTo>
                    <a:pt x="1533" y="42243"/>
                    <a:pt x="0" y="37603"/>
                    <a:pt x="0" y="31244"/>
                  </a:cubicBezTo>
                  <a:close/>
                  <a:moveTo>
                    <a:pt x="34973" y="12717"/>
                  </a:moveTo>
                  <a:cubicBezTo>
                    <a:pt x="33286" y="6940"/>
                    <a:pt x="30551" y="4059"/>
                    <a:pt x="26750" y="4059"/>
                  </a:cubicBezTo>
                  <a:cubicBezTo>
                    <a:pt x="24192" y="4059"/>
                    <a:pt x="21739" y="5189"/>
                    <a:pt x="19407" y="7456"/>
                  </a:cubicBezTo>
                  <a:cubicBezTo>
                    <a:pt x="17067" y="9716"/>
                    <a:pt x="15235" y="12677"/>
                    <a:pt x="13920" y="16332"/>
                  </a:cubicBezTo>
                  <a:cubicBezTo>
                    <a:pt x="11805" y="22110"/>
                    <a:pt x="10305" y="28098"/>
                    <a:pt x="9425" y="34311"/>
                  </a:cubicBezTo>
                  <a:cubicBezTo>
                    <a:pt x="9425" y="34529"/>
                    <a:pt x="9425" y="34932"/>
                    <a:pt x="9425" y="35513"/>
                  </a:cubicBezTo>
                  <a:cubicBezTo>
                    <a:pt x="9425" y="36102"/>
                    <a:pt x="9393" y="36538"/>
                    <a:pt x="9320" y="36829"/>
                  </a:cubicBezTo>
                  <a:cubicBezTo>
                    <a:pt x="9320" y="40121"/>
                    <a:pt x="9974" y="42388"/>
                    <a:pt x="11289" y="43631"/>
                  </a:cubicBezTo>
                  <a:cubicBezTo>
                    <a:pt x="12604" y="44874"/>
                    <a:pt x="14178" y="45527"/>
                    <a:pt x="16002" y="45600"/>
                  </a:cubicBezTo>
                  <a:cubicBezTo>
                    <a:pt x="19947" y="45600"/>
                    <a:pt x="24006" y="42969"/>
                    <a:pt x="28170" y="37708"/>
                  </a:cubicBezTo>
                  <a:lnTo>
                    <a:pt x="29050" y="36506"/>
                  </a:lnTo>
                  <a:lnTo>
                    <a:pt x="34973" y="12717"/>
                  </a:lnTo>
                  <a:close/>
                </a:path>
              </a:pathLst>
            </a:custGeom>
            <a:solidFill>
              <a:srgbClr val="000000"/>
            </a:solidFill>
            <a:ln w="807" cap="flat">
              <a:noFill/>
              <a:prstDash val="solid"/>
              <a:miter/>
            </a:ln>
          </p:spPr>
        </p:sp>
        <p:sp>
          <p:nvSpPr>
            <p:cNvPr id="29" name="任意形状 28">
              <a:extLst>
                <a:ext uri="{FF2B5EF4-FFF2-40B4-BE49-F238E27FC236}">
                  <a16:creationId xmlns:a16="http://schemas.microsoft.com/office/drawing/2014/main" id="{41E0C839-EEDE-856E-A91C-1F62880A07C6}"/>
                </a:ext>
              </a:extLst>
            </p:cNvPr>
            <p:cNvSpPr/>
            <p:nvPr/>
          </p:nvSpPr>
          <p:spPr>
            <a:xfrm>
              <a:off x="3659145" y="3338170"/>
              <a:ext cx="37773" cy="62534"/>
            </a:xfrm>
            <a:custGeom>
              <a:avLst/>
              <a:gdLst>
                <a:gd name="csX0" fmla="*/ 6585 w 32164"/>
                <a:gd name="csY0" fmla="*/ 15655 h 53249"/>
                <a:gd name="csX1" fmla="*/ 3333 w 32164"/>
                <a:gd name="csY1" fmla="*/ 14339 h 53249"/>
                <a:gd name="csX2" fmla="*/ 2090 w 32164"/>
                <a:gd name="csY2" fmla="*/ 10926 h 53249"/>
                <a:gd name="csX3" fmla="*/ 5810 w 32164"/>
                <a:gd name="csY3" fmla="*/ 3333 h 53249"/>
                <a:gd name="csX4" fmla="*/ 14807 w 32164"/>
                <a:gd name="csY4" fmla="*/ 0 h 53249"/>
                <a:gd name="csX5" fmla="*/ 18213 w 32164"/>
                <a:gd name="csY5" fmla="*/ 81 h 53249"/>
                <a:gd name="csX6" fmla="*/ 26968 w 32164"/>
                <a:gd name="csY6" fmla="*/ 4188 h 53249"/>
                <a:gd name="csX7" fmla="*/ 30074 w 32164"/>
                <a:gd name="csY7" fmla="*/ 11087 h 53249"/>
                <a:gd name="csX8" fmla="*/ 27436 w 32164"/>
                <a:gd name="csY8" fmla="*/ 18915 h 53249"/>
                <a:gd name="csX9" fmla="*/ 20149 w 32164"/>
                <a:gd name="csY9" fmla="*/ 24418 h 53249"/>
                <a:gd name="csX10" fmla="*/ 19915 w 32164"/>
                <a:gd name="csY10" fmla="*/ 24571 h 53249"/>
                <a:gd name="csX11" fmla="*/ 20617 w 32164"/>
                <a:gd name="csY11" fmla="*/ 24805 h 53249"/>
                <a:gd name="csX12" fmla="*/ 22861 w 32164"/>
                <a:gd name="csY12" fmla="*/ 25499 h 53249"/>
                <a:gd name="csX13" fmla="*/ 25806 w 32164"/>
                <a:gd name="csY13" fmla="*/ 27129 h 53249"/>
                <a:gd name="csX14" fmla="*/ 32165 w 32164"/>
                <a:gd name="csY14" fmla="*/ 37974 h 53249"/>
                <a:gd name="csX15" fmla="*/ 27363 w 32164"/>
                <a:gd name="csY15" fmla="*/ 48674 h 53249"/>
                <a:gd name="csX16" fmla="*/ 15195 w 32164"/>
                <a:gd name="csY16" fmla="*/ 53250 h 53249"/>
                <a:gd name="csX17" fmla="*/ 4495 w 32164"/>
                <a:gd name="csY17" fmla="*/ 49917 h 53249"/>
                <a:gd name="csX18" fmla="*/ 0 w 32164"/>
                <a:gd name="csY18" fmla="*/ 41468 h 53249"/>
                <a:gd name="csX19" fmla="*/ 1396 w 32164"/>
                <a:gd name="csY19" fmla="*/ 37974 h 53249"/>
                <a:gd name="csX20" fmla="*/ 4882 w 32164"/>
                <a:gd name="csY20" fmla="*/ 36586 h 53249"/>
                <a:gd name="csX21" fmla="*/ 8449 w 32164"/>
                <a:gd name="csY21" fmla="*/ 37974 h 53249"/>
                <a:gd name="csX22" fmla="*/ 9845 w 32164"/>
                <a:gd name="csY22" fmla="*/ 41468 h 53249"/>
                <a:gd name="csX23" fmla="*/ 9611 w 32164"/>
                <a:gd name="csY23" fmla="*/ 43018 h 53249"/>
                <a:gd name="csX24" fmla="*/ 9070 w 32164"/>
                <a:gd name="csY24" fmla="*/ 44252 h 53249"/>
                <a:gd name="csX25" fmla="*/ 8215 w 32164"/>
                <a:gd name="csY25" fmla="*/ 45188 h 53249"/>
                <a:gd name="csX26" fmla="*/ 7287 w 32164"/>
                <a:gd name="csY26" fmla="*/ 45810 h 53249"/>
                <a:gd name="csX27" fmla="*/ 6512 w 32164"/>
                <a:gd name="csY27" fmla="*/ 46116 h 53249"/>
                <a:gd name="csX28" fmla="*/ 5891 w 32164"/>
                <a:gd name="csY28" fmla="*/ 46350 h 53249"/>
                <a:gd name="csX29" fmla="*/ 5584 w 32164"/>
                <a:gd name="csY29" fmla="*/ 46423 h 53249"/>
                <a:gd name="csX30" fmla="*/ 15195 w 32164"/>
                <a:gd name="csY30" fmla="*/ 49917 h 53249"/>
                <a:gd name="csX31" fmla="*/ 21626 w 32164"/>
                <a:gd name="csY31" fmla="*/ 45810 h 53249"/>
                <a:gd name="csX32" fmla="*/ 22941 w 32164"/>
                <a:gd name="csY32" fmla="*/ 37974 h 53249"/>
                <a:gd name="csX33" fmla="*/ 22941 w 32164"/>
                <a:gd name="csY33" fmla="*/ 36425 h 53249"/>
                <a:gd name="csX34" fmla="*/ 17979 w 32164"/>
                <a:gd name="csY34" fmla="*/ 26588 h 53249"/>
                <a:gd name="csX35" fmla="*/ 13250 w 32164"/>
                <a:gd name="csY35" fmla="*/ 26040 h 53249"/>
                <a:gd name="csX36" fmla="*/ 9998 w 32164"/>
                <a:gd name="csY36" fmla="*/ 25967 h 53249"/>
                <a:gd name="csX37" fmla="*/ 9764 w 32164"/>
                <a:gd name="csY37" fmla="*/ 25814 h 53249"/>
                <a:gd name="csX38" fmla="*/ 9611 w 32164"/>
                <a:gd name="csY38" fmla="*/ 24571 h 53249"/>
                <a:gd name="csX39" fmla="*/ 10232 w 32164"/>
                <a:gd name="csY39" fmla="*/ 23175 h 53249"/>
                <a:gd name="csX40" fmla="*/ 14727 w 32164"/>
                <a:gd name="csY40" fmla="*/ 22788 h 53249"/>
                <a:gd name="csX41" fmla="*/ 19528 w 32164"/>
                <a:gd name="csY41" fmla="*/ 19536 h 53249"/>
                <a:gd name="csX42" fmla="*/ 21699 w 32164"/>
                <a:gd name="csY42" fmla="*/ 10853 h 53249"/>
                <a:gd name="csX43" fmla="*/ 21699 w 32164"/>
                <a:gd name="csY43" fmla="*/ 10232 h 53249"/>
                <a:gd name="csX44" fmla="*/ 18987 w 32164"/>
                <a:gd name="csY44" fmla="*/ 4107 h 53249"/>
                <a:gd name="csX45" fmla="*/ 15348 w 32164"/>
                <a:gd name="csY45" fmla="*/ 3026 h 53249"/>
                <a:gd name="csX46" fmla="*/ 10773 w 32164"/>
                <a:gd name="csY46" fmla="*/ 3873 h 53249"/>
                <a:gd name="csX47" fmla="*/ 7827 w 32164"/>
                <a:gd name="csY47" fmla="*/ 5657 h 53249"/>
                <a:gd name="csX48" fmla="*/ 6972 w 32164"/>
                <a:gd name="csY48" fmla="*/ 6593 h 53249"/>
                <a:gd name="csX49" fmla="*/ 7206 w 32164"/>
                <a:gd name="csY49" fmla="*/ 6593 h 53249"/>
                <a:gd name="csX50" fmla="*/ 7827 w 32164"/>
                <a:gd name="csY50" fmla="*/ 6746 h 53249"/>
                <a:gd name="csX51" fmla="*/ 8602 w 32164"/>
                <a:gd name="csY51" fmla="*/ 7133 h 53249"/>
                <a:gd name="csX52" fmla="*/ 9530 w 32164"/>
                <a:gd name="csY52" fmla="*/ 7674 h 53249"/>
                <a:gd name="csX53" fmla="*/ 10305 w 32164"/>
                <a:gd name="csY53" fmla="*/ 8529 h 53249"/>
                <a:gd name="csX54" fmla="*/ 10926 w 32164"/>
                <a:gd name="csY54" fmla="*/ 9691 h 53249"/>
                <a:gd name="csX55" fmla="*/ 11160 w 32164"/>
                <a:gd name="csY55" fmla="*/ 11241 h 53249"/>
                <a:gd name="csX56" fmla="*/ 10079 w 32164"/>
                <a:gd name="csY56" fmla="*/ 14258 h 53249"/>
                <a:gd name="csX57" fmla="*/ 6585 w 32164"/>
                <a:gd name="csY57" fmla="*/ 15655 h 53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32164" h="53249">
                  <a:moveTo>
                    <a:pt x="6585" y="15655"/>
                  </a:moveTo>
                  <a:cubicBezTo>
                    <a:pt x="5197" y="15655"/>
                    <a:pt x="4107" y="15219"/>
                    <a:pt x="3333" y="14339"/>
                  </a:cubicBezTo>
                  <a:cubicBezTo>
                    <a:pt x="2558" y="13460"/>
                    <a:pt x="2147" y="12322"/>
                    <a:pt x="2090" y="10926"/>
                  </a:cubicBezTo>
                  <a:cubicBezTo>
                    <a:pt x="2090" y="8086"/>
                    <a:pt x="3333" y="5552"/>
                    <a:pt x="5810" y="3333"/>
                  </a:cubicBezTo>
                  <a:cubicBezTo>
                    <a:pt x="8295" y="1114"/>
                    <a:pt x="11289" y="0"/>
                    <a:pt x="14807" y="0"/>
                  </a:cubicBezTo>
                  <a:cubicBezTo>
                    <a:pt x="16615" y="0"/>
                    <a:pt x="17753" y="24"/>
                    <a:pt x="18213" y="81"/>
                  </a:cubicBezTo>
                  <a:cubicBezTo>
                    <a:pt x="22037" y="702"/>
                    <a:pt x="24959" y="2066"/>
                    <a:pt x="26968" y="4188"/>
                  </a:cubicBezTo>
                  <a:cubicBezTo>
                    <a:pt x="28985" y="6302"/>
                    <a:pt x="30018" y="8602"/>
                    <a:pt x="30074" y="11087"/>
                  </a:cubicBezTo>
                  <a:cubicBezTo>
                    <a:pt x="30074" y="13774"/>
                    <a:pt x="29195" y="16381"/>
                    <a:pt x="27436" y="18915"/>
                  </a:cubicBezTo>
                  <a:cubicBezTo>
                    <a:pt x="25677" y="21440"/>
                    <a:pt x="23248" y="23280"/>
                    <a:pt x="20149" y="24418"/>
                  </a:cubicBezTo>
                  <a:lnTo>
                    <a:pt x="19915" y="24571"/>
                  </a:lnTo>
                  <a:cubicBezTo>
                    <a:pt x="19915" y="24620"/>
                    <a:pt x="20149" y="24700"/>
                    <a:pt x="20617" y="24805"/>
                  </a:cubicBezTo>
                  <a:cubicBezTo>
                    <a:pt x="21085" y="24902"/>
                    <a:pt x="21828" y="25136"/>
                    <a:pt x="22861" y="25499"/>
                  </a:cubicBezTo>
                  <a:cubicBezTo>
                    <a:pt x="23902" y="25862"/>
                    <a:pt x="24878" y="26403"/>
                    <a:pt x="25806" y="27129"/>
                  </a:cubicBezTo>
                  <a:cubicBezTo>
                    <a:pt x="30042" y="29865"/>
                    <a:pt x="32165" y="33480"/>
                    <a:pt x="32165" y="37974"/>
                  </a:cubicBezTo>
                  <a:cubicBezTo>
                    <a:pt x="32165" y="42057"/>
                    <a:pt x="30567" y="45624"/>
                    <a:pt x="27363" y="48674"/>
                  </a:cubicBezTo>
                  <a:cubicBezTo>
                    <a:pt x="24160" y="51724"/>
                    <a:pt x="20101" y="53250"/>
                    <a:pt x="15195" y="53250"/>
                  </a:cubicBezTo>
                  <a:cubicBezTo>
                    <a:pt x="11055" y="53250"/>
                    <a:pt x="7496" y="52136"/>
                    <a:pt x="4495" y="49917"/>
                  </a:cubicBezTo>
                  <a:cubicBezTo>
                    <a:pt x="1501" y="47690"/>
                    <a:pt x="0" y="44874"/>
                    <a:pt x="0" y="41468"/>
                  </a:cubicBezTo>
                  <a:cubicBezTo>
                    <a:pt x="0" y="40016"/>
                    <a:pt x="468" y="38854"/>
                    <a:pt x="1396" y="37974"/>
                  </a:cubicBezTo>
                  <a:cubicBezTo>
                    <a:pt x="2324" y="37103"/>
                    <a:pt x="3486" y="36635"/>
                    <a:pt x="4882" y="36586"/>
                  </a:cubicBezTo>
                  <a:cubicBezTo>
                    <a:pt x="6326" y="36586"/>
                    <a:pt x="7521" y="37046"/>
                    <a:pt x="8449" y="37974"/>
                  </a:cubicBezTo>
                  <a:cubicBezTo>
                    <a:pt x="9377" y="38910"/>
                    <a:pt x="9845" y="40072"/>
                    <a:pt x="9845" y="41468"/>
                  </a:cubicBezTo>
                  <a:cubicBezTo>
                    <a:pt x="9845" y="42033"/>
                    <a:pt x="9764" y="42550"/>
                    <a:pt x="9611" y="43018"/>
                  </a:cubicBezTo>
                  <a:cubicBezTo>
                    <a:pt x="9457" y="43478"/>
                    <a:pt x="9272" y="43897"/>
                    <a:pt x="9070" y="44252"/>
                  </a:cubicBezTo>
                  <a:cubicBezTo>
                    <a:pt x="8860" y="44615"/>
                    <a:pt x="8578" y="44930"/>
                    <a:pt x="8215" y="45188"/>
                  </a:cubicBezTo>
                  <a:cubicBezTo>
                    <a:pt x="7852" y="45447"/>
                    <a:pt x="7545" y="45648"/>
                    <a:pt x="7287" y="45810"/>
                  </a:cubicBezTo>
                  <a:cubicBezTo>
                    <a:pt x="7029" y="45963"/>
                    <a:pt x="6770" y="46068"/>
                    <a:pt x="6512" y="46116"/>
                  </a:cubicBezTo>
                  <a:cubicBezTo>
                    <a:pt x="6254" y="46165"/>
                    <a:pt x="6044" y="46245"/>
                    <a:pt x="5891" y="46350"/>
                  </a:cubicBezTo>
                  <a:lnTo>
                    <a:pt x="5584" y="46423"/>
                  </a:lnTo>
                  <a:cubicBezTo>
                    <a:pt x="8215" y="48755"/>
                    <a:pt x="11418" y="49917"/>
                    <a:pt x="15195" y="49917"/>
                  </a:cubicBezTo>
                  <a:cubicBezTo>
                    <a:pt x="18035" y="49917"/>
                    <a:pt x="20173" y="48545"/>
                    <a:pt x="21626" y="45810"/>
                  </a:cubicBezTo>
                  <a:cubicBezTo>
                    <a:pt x="22506" y="44099"/>
                    <a:pt x="22941" y="41493"/>
                    <a:pt x="22941" y="37974"/>
                  </a:cubicBezTo>
                  <a:lnTo>
                    <a:pt x="22941" y="36425"/>
                  </a:lnTo>
                  <a:cubicBezTo>
                    <a:pt x="22941" y="31519"/>
                    <a:pt x="21287" y="28235"/>
                    <a:pt x="17979" y="26588"/>
                  </a:cubicBezTo>
                  <a:cubicBezTo>
                    <a:pt x="17204" y="26274"/>
                    <a:pt x="15630" y="26096"/>
                    <a:pt x="13250" y="26040"/>
                  </a:cubicBezTo>
                  <a:lnTo>
                    <a:pt x="9998" y="25967"/>
                  </a:lnTo>
                  <a:lnTo>
                    <a:pt x="9764" y="25814"/>
                  </a:lnTo>
                  <a:cubicBezTo>
                    <a:pt x="9659" y="25652"/>
                    <a:pt x="9611" y="25241"/>
                    <a:pt x="9611" y="24571"/>
                  </a:cubicBezTo>
                  <a:cubicBezTo>
                    <a:pt x="9611" y="23643"/>
                    <a:pt x="9821" y="23175"/>
                    <a:pt x="10232" y="23175"/>
                  </a:cubicBezTo>
                  <a:cubicBezTo>
                    <a:pt x="11677" y="23175"/>
                    <a:pt x="13177" y="23046"/>
                    <a:pt x="14727" y="22788"/>
                  </a:cubicBezTo>
                  <a:cubicBezTo>
                    <a:pt x="16486" y="22530"/>
                    <a:pt x="18084" y="21440"/>
                    <a:pt x="19528" y="19536"/>
                  </a:cubicBezTo>
                  <a:cubicBezTo>
                    <a:pt x="20980" y="17623"/>
                    <a:pt x="21699" y="14727"/>
                    <a:pt x="21699" y="10853"/>
                  </a:cubicBezTo>
                  <a:lnTo>
                    <a:pt x="21699" y="10232"/>
                  </a:lnTo>
                  <a:cubicBezTo>
                    <a:pt x="21699" y="7287"/>
                    <a:pt x="20795" y="5245"/>
                    <a:pt x="18987" y="4107"/>
                  </a:cubicBezTo>
                  <a:cubicBezTo>
                    <a:pt x="17850" y="3389"/>
                    <a:pt x="16639" y="3026"/>
                    <a:pt x="15348" y="3026"/>
                  </a:cubicBezTo>
                  <a:cubicBezTo>
                    <a:pt x="13694" y="3026"/>
                    <a:pt x="12169" y="3308"/>
                    <a:pt x="10773" y="3873"/>
                  </a:cubicBezTo>
                  <a:cubicBezTo>
                    <a:pt x="9377" y="4446"/>
                    <a:pt x="8400" y="5035"/>
                    <a:pt x="7827" y="5657"/>
                  </a:cubicBezTo>
                  <a:cubicBezTo>
                    <a:pt x="7262" y="6278"/>
                    <a:pt x="6972" y="6593"/>
                    <a:pt x="6972" y="6593"/>
                  </a:cubicBezTo>
                  <a:lnTo>
                    <a:pt x="7206" y="6593"/>
                  </a:lnTo>
                  <a:cubicBezTo>
                    <a:pt x="7367" y="6641"/>
                    <a:pt x="7569" y="6689"/>
                    <a:pt x="7827" y="6746"/>
                  </a:cubicBezTo>
                  <a:cubicBezTo>
                    <a:pt x="8086" y="6794"/>
                    <a:pt x="8344" y="6923"/>
                    <a:pt x="8602" y="7133"/>
                  </a:cubicBezTo>
                  <a:cubicBezTo>
                    <a:pt x="8860" y="7335"/>
                    <a:pt x="9175" y="7521"/>
                    <a:pt x="9530" y="7674"/>
                  </a:cubicBezTo>
                  <a:cubicBezTo>
                    <a:pt x="9893" y="7827"/>
                    <a:pt x="10151" y="8110"/>
                    <a:pt x="10305" y="8529"/>
                  </a:cubicBezTo>
                  <a:cubicBezTo>
                    <a:pt x="10466" y="8941"/>
                    <a:pt x="10668" y="9328"/>
                    <a:pt x="10926" y="9691"/>
                  </a:cubicBezTo>
                  <a:cubicBezTo>
                    <a:pt x="11184" y="10054"/>
                    <a:pt x="11265" y="10571"/>
                    <a:pt x="11160" y="11241"/>
                  </a:cubicBezTo>
                  <a:cubicBezTo>
                    <a:pt x="11160" y="12378"/>
                    <a:pt x="10797" y="13387"/>
                    <a:pt x="10079" y="14258"/>
                  </a:cubicBezTo>
                  <a:cubicBezTo>
                    <a:pt x="9352" y="15138"/>
                    <a:pt x="8191" y="15606"/>
                    <a:pt x="6585" y="15655"/>
                  </a:cubicBezTo>
                  <a:close/>
                </a:path>
              </a:pathLst>
            </a:custGeom>
            <a:solidFill>
              <a:srgbClr val="000000"/>
            </a:solidFill>
            <a:ln w="807" cap="flat">
              <a:noFill/>
              <a:prstDash val="solid"/>
              <a:miter/>
            </a:ln>
          </p:spPr>
        </p:sp>
        <p:sp>
          <p:nvSpPr>
            <p:cNvPr id="30" name="任意形状 29">
              <a:extLst>
                <a:ext uri="{FF2B5EF4-FFF2-40B4-BE49-F238E27FC236}">
                  <a16:creationId xmlns:a16="http://schemas.microsoft.com/office/drawing/2014/main" id="{6707A8FD-A315-C9CE-8C4E-AB89C4E7F11C}"/>
                </a:ext>
              </a:extLst>
            </p:cNvPr>
            <p:cNvSpPr/>
            <p:nvPr/>
          </p:nvSpPr>
          <p:spPr>
            <a:xfrm>
              <a:off x="3939515" y="2735327"/>
              <a:ext cx="947" cy="115612"/>
            </a:xfrm>
            <a:custGeom>
              <a:avLst/>
              <a:gdLst>
                <a:gd name="csX0" fmla="*/ 0 w 806"/>
                <a:gd name="csY0" fmla="*/ 0 h 98446"/>
                <a:gd name="csX1" fmla="*/ 0 w 806"/>
                <a:gd name="csY1" fmla="*/ 98446 h 98446"/>
              </a:gdLst>
              <a:ahLst/>
              <a:cxnLst>
                <a:cxn ang="0">
                  <a:pos x="csX0" y="csY0"/>
                </a:cxn>
                <a:cxn ang="0">
                  <a:pos x="csX1" y="csY1"/>
                </a:cxn>
              </a:cxnLst>
              <a:rect l="l" t="t" r="r" b="b"/>
              <a:pathLst>
                <a:path w="806" h="98446">
                  <a:moveTo>
                    <a:pt x="0" y="0"/>
                  </a:moveTo>
                  <a:lnTo>
                    <a:pt x="0" y="98446"/>
                  </a:lnTo>
                </a:path>
              </a:pathLst>
            </a:custGeom>
            <a:ln w="8069" cap="flat">
              <a:solidFill>
                <a:srgbClr val="000000"/>
              </a:solidFill>
              <a:prstDash val="solid"/>
              <a:miter/>
            </a:ln>
          </p:spPr>
        </p:sp>
        <p:sp>
          <p:nvSpPr>
            <p:cNvPr id="31" name="任意形状 30">
              <a:extLst>
                <a:ext uri="{FF2B5EF4-FFF2-40B4-BE49-F238E27FC236}">
                  <a16:creationId xmlns:a16="http://schemas.microsoft.com/office/drawing/2014/main" id="{74F7DA88-0B56-978C-606A-0782A992AEB5}"/>
                </a:ext>
              </a:extLst>
            </p:cNvPr>
            <p:cNvSpPr/>
            <p:nvPr/>
          </p:nvSpPr>
          <p:spPr>
            <a:xfrm>
              <a:off x="4910848" y="2025543"/>
              <a:ext cx="947" cy="376214"/>
            </a:xfrm>
            <a:custGeom>
              <a:avLst/>
              <a:gdLst>
                <a:gd name="csX0" fmla="*/ 0 w 806"/>
                <a:gd name="csY0" fmla="*/ 0 h 320353"/>
                <a:gd name="csX1" fmla="*/ 0 w 806"/>
                <a:gd name="csY1" fmla="*/ 320353 h 320353"/>
              </a:gdLst>
              <a:ahLst/>
              <a:cxnLst>
                <a:cxn ang="0">
                  <a:pos x="csX0" y="csY0"/>
                </a:cxn>
                <a:cxn ang="0">
                  <a:pos x="csX1" y="csY1"/>
                </a:cxn>
              </a:cxnLst>
              <a:rect l="l" t="t" r="r" b="b"/>
              <a:pathLst>
                <a:path w="806" h="320353">
                  <a:moveTo>
                    <a:pt x="0" y="0"/>
                  </a:moveTo>
                  <a:lnTo>
                    <a:pt x="0" y="320353"/>
                  </a:lnTo>
                </a:path>
              </a:pathLst>
            </a:custGeom>
            <a:noFill/>
            <a:ln w="12104" cap="flat">
              <a:solidFill>
                <a:srgbClr val="3182BA"/>
              </a:solidFill>
              <a:custDash>
                <a:ds d="2250000" sp="2250000"/>
              </a:custDash>
              <a:miter/>
            </a:ln>
          </p:spPr>
        </p:sp>
        <p:sp>
          <p:nvSpPr>
            <p:cNvPr id="32" name="任意形状 31">
              <a:extLst>
                <a:ext uri="{FF2B5EF4-FFF2-40B4-BE49-F238E27FC236}">
                  <a16:creationId xmlns:a16="http://schemas.microsoft.com/office/drawing/2014/main" id="{5F2B9D40-832F-A49A-38AB-485A6F67D0EA}"/>
                </a:ext>
              </a:extLst>
            </p:cNvPr>
            <p:cNvSpPr/>
            <p:nvPr/>
          </p:nvSpPr>
          <p:spPr>
            <a:xfrm>
              <a:off x="4915587" y="1781052"/>
              <a:ext cx="947" cy="73915"/>
            </a:xfrm>
            <a:custGeom>
              <a:avLst/>
              <a:gdLst>
                <a:gd name="csX0" fmla="*/ 0 w 806"/>
                <a:gd name="csY0" fmla="*/ 0 h 62940"/>
                <a:gd name="csX1" fmla="*/ 0 w 806"/>
                <a:gd name="csY1" fmla="*/ 62941 h 62940"/>
              </a:gdLst>
              <a:ahLst/>
              <a:cxnLst>
                <a:cxn ang="0">
                  <a:pos x="csX0" y="csY0"/>
                </a:cxn>
                <a:cxn ang="0">
                  <a:pos x="csX1" y="csY1"/>
                </a:cxn>
              </a:cxnLst>
              <a:rect l="l" t="t" r="r" b="b"/>
              <a:pathLst>
                <a:path w="806" h="62940">
                  <a:moveTo>
                    <a:pt x="0" y="0"/>
                  </a:moveTo>
                  <a:lnTo>
                    <a:pt x="0" y="62941"/>
                  </a:lnTo>
                </a:path>
              </a:pathLst>
            </a:custGeom>
            <a:ln w="8069" cap="flat">
              <a:solidFill>
                <a:srgbClr val="000000"/>
              </a:solidFill>
              <a:prstDash val="solid"/>
              <a:miter/>
            </a:ln>
          </p:spPr>
        </p:sp>
        <p:sp>
          <p:nvSpPr>
            <p:cNvPr id="33" name="任意形状 32">
              <a:extLst>
                <a:ext uri="{FF2B5EF4-FFF2-40B4-BE49-F238E27FC236}">
                  <a16:creationId xmlns:a16="http://schemas.microsoft.com/office/drawing/2014/main" id="{BF05DF85-2938-42B3-04D1-B4B23D5DEAAD}"/>
                </a:ext>
              </a:extLst>
            </p:cNvPr>
            <p:cNvSpPr/>
            <p:nvPr/>
          </p:nvSpPr>
          <p:spPr>
            <a:xfrm>
              <a:off x="4911796" y="2498417"/>
              <a:ext cx="947" cy="72967"/>
            </a:xfrm>
            <a:custGeom>
              <a:avLst/>
              <a:gdLst>
                <a:gd name="csX0" fmla="*/ 0 w 806"/>
                <a:gd name="csY0" fmla="*/ 0 h 62133"/>
                <a:gd name="csX1" fmla="*/ 0 w 806"/>
                <a:gd name="csY1" fmla="*/ 62134 h 62133"/>
              </a:gdLst>
              <a:ahLst/>
              <a:cxnLst>
                <a:cxn ang="0">
                  <a:pos x="csX0" y="csY0"/>
                </a:cxn>
                <a:cxn ang="0">
                  <a:pos x="csX1" y="csY1"/>
                </a:cxn>
              </a:cxnLst>
              <a:rect l="l" t="t" r="r" b="b"/>
              <a:pathLst>
                <a:path w="806" h="62133">
                  <a:moveTo>
                    <a:pt x="0" y="0"/>
                  </a:moveTo>
                  <a:lnTo>
                    <a:pt x="0" y="62134"/>
                  </a:lnTo>
                </a:path>
              </a:pathLst>
            </a:custGeom>
            <a:ln w="8069" cap="flat">
              <a:solidFill>
                <a:srgbClr val="000000"/>
              </a:solidFill>
              <a:prstDash val="solid"/>
              <a:miter/>
            </a:ln>
          </p:spPr>
        </p:sp>
        <p:sp>
          <p:nvSpPr>
            <p:cNvPr id="34" name="任意形状 33">
              <a:extLst>
                <a:ext uri="{FF2B5EF4-FFF2-40B4-BE49-F238E27FC236}">
                  <a16:creationId xmlns:a16="http://schemas.microsoft.com/office/drawing/2014/main" id="{A12745B5-7229-86FF-C3D9-B574112350CC}"/>
                </a:ext>
              </a:extLst>
            </p:cNvPr>
            <p:cNvSpPr/>
            <p:nvPr/>
          </p:nvSpPr>
          <p:spPr>
            <a:xfrm>
              <a:off x="3909550" y="3681093"/>
              <a:ext cx="1271737" cy="154920"/>
            </a:xfrm>
            <a:custGeom>
              <a:avLst/>
              <a:gdLst>
                <a:gd name="csX0" fmla="*/ 39153 w 1082907"/>
                <a:gd name="csY0" fmla="*/ 129287 h 131917"/>
                <a:gd name="csX1" fmla="*/ 39153 w 1082907"/>
                <a:gd name="csY1" fmla="*/ 131918 h 131917"/>
                <a:gd name="csX2" fmla="*/ 21279 w 1082907"/>
                <a:gd name="csY2" fmla="*/ 119289 h 131917"/>
                <a:gd name="csX3" fmla="*/ 5536 w 1082907"/>
                <a:gd name="csY3" fmla="*/ 95033 h 131917"/>
                <a:gd name="csX4" fmla="*/ 0 w 1082907"/>
                <a:gd name="csY4" fmla="*/ 66032 h 131917"/>
                <a:gd name="csX5" fmla="*/ 10853 w 1082907"/>
                <a:gd name="csY5" fmla="*/ 25959 h 131917"/>
                <a:gd name="csX6" fmla="*/ 39153 w 1082907"/>
                <a:gd name="csY6" fmla="*/ 0 h 131917"/>
                <a:gd name="csX7" fmla="*/ 39153 w 1082907"/>
                <a:gd name="csY7" fmla="*/ 2978 h 131917"/>
                <a:gd name="csX8" fmla="*/ 24821 w 1082907"/>
                <a:gd name="csY8" fmla="*/ 16171 h 131917"/>
                <a:gd name="csX9" fmla="*/ 16454 w 1082907"/>
                <a:gd name="csY9" fmla="*/ 37377 h 131917"/>
                <a:gd name="csX10" fmla="*/ 13694 w 1082907"/>
                <a:gd name="csY10" fmla="*/ 64184 h 131917"/>
                <a:gd name="csX11" fmla="*/ 16034 w 1082907"/>
                <a:gd name="csY11" fmla="*/ 91773 h 131917"/>
                <a:gd name="csX12" fmla="*/ 20496 w 1082907"/>
                <a:gd name="csY12" fmla="*/ 107443 h 131917"/>
                <a:gd name="csX13" fmla="*/ 27517 w 1082907"/>
                <a:gd name="csY13" fmla="*/ 118862 h 131917"/>
                <a:gd name="csX14" fmla="*/ 39153 w 1082907"/>
                <a:gd name="csY14" fmla="*/ 129287 h 131917"/>
                <a:gd name="csX15" fmla="*/ 64757 w 1082907"/>
                <a:gd name="csY15" fmla="*/ 47093 h 131917"/>
                <a:gd name="csX16" fmla="*/ 85108 w 1082907"/>
                <a:gd name="csY16" fmla="*/ 33972 h 131917"/>
                <a:gd name="csX17" fmla="*/ 102553 w 1082907"/>
                <a:gd name="csY17" fmla="*/ 42550 h 131917"/>
                <a:gd name="csX18" fmla="*/ 110001 w 1082907"/>
                <a:gd name="csY18" fmla="*/ 65886 h 131917"/>
                <a:gd name="csX19" fmla="*/ 98511 w 1082907"/>
                <a:gd name="csY19" fmla="*/ 93758 h 131917"/>
                <a:gd name="csX20" fmla="*/ 76530 w 1082907"/>
                <a:gd name="csY20" fmla="*/ 102836 h 131917"/>
                <a:gd name="csX21" fmla="*/ 64966 w 1082907"/>
                <a:gd name="csY21" fmla="*/ 100778 h 131917"/>
                <a:gd name="csX22" fmla="*/ 53048 w 1082907"/>
                <a:gd name="csY22" fmla="*/ 94613 h 131917"/>
                <a:gd name="csX23" fmla="*/ 53048 w 1082907"/>
                <a:gd name="csY23" fmla="*/ 27307 h 131917"/>
                <a:gd name="csX24" fmla="*/ 52483 w 1082907"/>
                <a:gd name="csY24" fmla="*/ 13686 h 131917"/>
                <a:gd name="csX25" fmla="*/ 50853 w 1082907"/>
                <a:gd name="csY25" fmla="*/ 10216 h 131917"/>
                <a:gd name="csX26" fmla="*/ 48013 w 1082907"/>
                <a:gd name="csY26" fmla="*/ 9288 h 131917"/>
                <a:gd name="csX27" fmla="*/ 43050 w 1082907"/>
                <a:gd name="csY27" fmla="*/ 10426 h 131917"/>
                <a:gd name="csX28" fmla="*/ 42058 w 1082907"/>
                <a:gd name="csY28" fmla="*/ 7940 h 131917"/>
                <a:gd name="csX29" fmla="*/ 61561 w 1082907"/>
                <a:gd name="csY29" fmla="*/ 0 h 131917"/>
                <a:gd name="csX30" fmla="*/ 64757 w 1082907"/>
                <a:gd name="csY30" fmla="*/ 0 h 131917"/>
                <a:gd name="csX31" fmla="*/ 64757 w 1082907"/>
                <a:gd name="csY31" fmla="*/ 47093 h 131917"/>
                <a:gd name="csX32" fmla="*/ 64757 w 1082907"/>
                <a:gd name="csY32" fmla="*/ 51628 h 131917"/>
                <a:gd name="csX33" fmla="*/ 64757 w 1082907"/>
                <a:gd name="csY33" fmla="*/ 90498 h 131917"/>
                <a:gd name="csX34" fmla="*/ 72205 w 1082907"/>
                <a:gd name="csY34" fmla="*/ 95888 h 131917"/>
                <a:gd name="csX35" fmla="*/ 80145 w 1082907"/>
                <a:gd name="csY35" fmla="*/ 97655 h 131917"/>
                <a:gd name="csX36" fmla="*/ 92128 w 1082907"/>
                <a:gd name="csY36" fmla="*/ 90570 h 131917"/>
                <a:gd name="csX37" fmla="*/ 97736 w 1082907"/>
                <a:gd name="csY37" fmla="*/ 69929 h 131917"/>
                <a:gd name="csX38" fmla="*/ 92128 w 1082907"/>
                <a:gd name="csY38" fmla="*/ 50780 h 131917"/>
                <a:gd name="csX39" fmla="*/ 79507 w 1082907"/>
                <a:gd name="csY39" fmla="*/ 44043 h 131917"/>
                <a:gd name="csX40" fmla="*/ 71987 w 1082907"/>
                <a:gd name="csY40" fmla="*/ 45955 h 131917"/>
                <a:gd name="csX41" fmla="*/ 64757 w 1082907"/>
                <a:gd name="csY41" fmla="*/ 51628 h 131917"/>
                <a:gd name="csX42" fmla="*/ 118297 w 1082907"/>
                <a:gd name="csY42" fmla="*/ 2978 h 131917"/>
                <a:gd name="csX43" fmla="*/ 118297 w 1082907"/>
                <a:gd name="csY43" fmla="*/ 0 h 131917"/>
                <a:gd name="csX44" fmla="*/ 136243 w 1082907"/>
                <a:gd name="csY44" fmla="*/ 12556 h 131917"/>
                <a:gd name="csX45" fmla="*/ 151914 w 1082907"/>
                <a:gd name="csY45" fmla="*/ 36877 h 131917"/>
                <a:gd name="csX46" fmla="*/ 157449 w 1082907"/>
                <a:gd name="csY46" fmla="*/ 65886 h 131917"/>
                <a:gd name="csX47" fmla="*/ 146596 w 1082907"/>
                <a:gd name="csY47" fmla="*/ 105959 h 131917"/>
                <a:gd name="csX48" fmla="*/ 118297 w 1082907"/>
                <a:gd name="csY48" fmla="*/ 131918 h 131917"/>
                <a:gd name="csX49" fmla="*/ 118297 w 1082907"/>
                <a:gd name="csY49" fmla="*/ 129287 h 131917"/>
                <a:gd name="csX50" fmla="*/ 132628 w 1082907"/>
                <a:gd name="csY50" fmla="*/ 116029 h 131917"/>
                <a:gd name="csX51" fmla="*/ 140996 w 1082907"/>
                <a:gd name="csY51" fmla="*/ 94896 h 131917"/>
                <a:gd name="csX52" fmla="*/ 143764 w 1082907"/>
                <a:gd name="csY52" fmla="*/ 68017 h 131917"/>
                <a:gd name="csX53" fmla="*/ 141423 w 1082907"/>
                <a:gd name="csY53" fmla="*/ 40428 h 131917"/>
                <a:gd name="csX54" fmla="*/ 136953 w 1082907"/>
                <a:gd name="csY54" fmla="*/ 24749 h 131917"/>
                <a:gd name="csX55" fmla="*/ 129933 w 1082907"/>
                <a:gd name="csY55" fmla="*/ 13403 h 131917"/>
                <a:gd name="csX56" fmla="*/ 118297 w 1082907"/>
                <a:gd name="csY56" fmla="*/ 2978 h 131917"/>
                <a:gd name="csX57" fmla="*/ 266313 w 1082907"/>
                <a:gd name="csY57" fmla="*/ 2485 h 131917"/>
                <a:gd name="csX58" fmla="*/ 266313 w 1082907"/>
                <a:gd name="csY58" fmla="*/ 35747 h 131917"/>
                <a:gd name="csX59" fmla="*/ 263690 w 1082907"/>
                <a:gd name="csY59" fmla="*/ 35747 h 131917"/>
                <a:gd name="csX60" fmla="*/ 259083 w 1082907"/>
                <a:gd name="csY60" fmla="*/ 20496 h 131917"/>
                <a:gd name="csX61" fmla="*/ 249722 w 1082907"/>
                <a:gd name="csY61" fmla="*/ 11491 h 131917"/>
                <a:gd name="csX62" fmla="*/ 237094 w 1082907"/>
                <a:gd name="csY62" fmla="*/ 8158 h 131917"/>
                <a:gd name="csX63" fmla="*/ 224893 w 1082907"/>
                <a:gd name="csY63" fmla="*/ 12693 h 131917"/>
                <a:gd name="csX64" fmla="*/ 220076 w 1082907"/>
                <a:gd name="csY64" fmla="*/ 22909 h 131917"/>
                <a:gd name="csX65" fmla="*/ 223126 w 1082907"/>
                <a:gd name="csY65" fmla="*/ 30922 h 131917"/>
                <a:gd name="csX66" fmla="*/ 244042 w 1082907"/>
                <a:gd name="csY66" fmla="*/ 45108 h 131917"/>
                <a:gd name="csX67" fmla="*/ 262416 w 1082907"/>
                <a:gd name="csY67" fmla="*/ 56243 h 131917"/>
                <a:gd name="csX68" fmla="*/ 270001 w 1082907"/>
                <a:gd name="csY68" fmla="*/ 65321 h 131917"/>
                <a:gd name="csX69" fmla="*/ 272696 w 1082907"/>
                <a:gd name="csY69" fmla="*/ 76312 h 131917"/>
                <a:gd name="csX70" fmla="*/ 264191 w 1082907"/>
                <a:gd name="csY70" fmla="*/ 95178 h 131917"/>
                <a:gd name="csX71" fmla="*/ 242412 w 1082907"/>
                <a:gd name="csY71" fmla="*/ 103046 h 131917"/>
                <a:gd name="csX72" fmla="*/ 234544 w 1082907"/>
                <a:gd name="csY72" fmla="*/ 102408 h 131917"/>
                <a:gd name="csX73" fmla="*/ 225393 w 1082907"/>
                <a:gd name="csY73" fmla="*/ 99858 h 131917"/>
                <a:gd name="csX74" fmla="*/ 216670 w 1082907"/>
                <a:gd name="csY74" fmla="*/ 97591 h 131917"/>
                <a:gd name="csX75" fmla="*/ 213830 w 1082907"/>
                <a:gd name="csY75" fmla="*/ 98656 h 131917"/>
                <a:gd name="csX76" fmla="*/ 212345 w 1082907"/>
                <a:gd name="csY76" fmla="*/ 103046 h 131917"/>
                <a:gd name="csX77" fmla="*/ 209723 w 1082907"/>
                <a:gd name="csY77" fmla="*/ 103046 h 131917"/>
                <a:gd name="csX78" fmla="*/ 209723 w 1082907"/>
                <a:gd name="csY78" fmla="*/ 70074 h 131917"/>
                <a:gd name="csX79" fmla="*/ 212345 w 1082907"/>
                <a:gd name="csY79" fmla="*/ 70074 h 131917"/>
                <a:gd name="csX80" fmla="*/ 217308 w 1082907"/>
                <a:gd name="csY80" fmla="*/ 85600 h 131917"/>
                <a:gd name="csX81" fmla="*/ 226813 w 1082907"/>
                <a:gd name="csY81" fmla="*/ 94113 h 131917"/>
                <a:gd name="csX82" fmla="*/ 240927 w 1082907"/>
                <a:gd name="csY82" fmla="*/ 97518 h 131917"/>
                <a:gd name="csX83" fmla="*/ 254895 w 1082907"/>
                <a:gd name="csY83" fmla="*/ 92838 h 131917"/>
                <a:gd name="csX84" fmla="*/ 260075 w 1082907"/>
                <a:gd name="csY84" fmla="*/ 81775 h 131917"/>
                <a:gd name="csX85" fmla="*/ 258090 w 1082907"/>
                <a:gd name="csY85" fmla="*/ 74609 h 131917"/>
                <a:gd name="csX86" fmla="*/ 252062 w 1082907"/>
                <a:gd name="csY86" fmla="*/ 67871 h 131917"/>
                <a:gd name="csX87" fmla="*/ 236957 w 1082907"/>
                <a:gd name="csY87" fmla="*/ 58866 h 131917"/>
                <a:gd name="csX88" fmla="*/ 219365 w 1082907"/>
                <a:gd name="csY88" fmla="*/ 47803 h 131917"/>
                <a:gd name="csX89" fmla="*/ 211490 w 1082907"/>
                <a:gd name="csY89" fmla="*/ 38725 h 131917"/>
                <a:gd name="csX90" fmla="*/ 208794 w 1082907"/>
                <a:gd name="csY90" fmla="*/ 27799 h 131917"/>
                <a:gd name="csX91" fmla="*/ 216743 w 1082907"/>
                <a:gd name="csY91" fmla="*/ 9998 h 131917"/>
                <a:gd name="csX92" fmla="*/ 236957 w 1082907"/>
                <a:gd name="csY92" fmla="*/ 2485 h 131917"/>
                <a:gd name="csX93" fmla="*/ 253192 w 1082907"/>
                <a:gd name="csY93" fmla="*/ 6238 h 131917"/>
                <a:gd name="csX94" fmla="*/ 258800 w 1082907"/>
                <a:gd name="csY94" fmla="*/ 8013 h 131917"/>
                <a:gd name="csX95" fmla="*/ 261778 w 1082907"/>
                <a:gd name="csY95" fmla="*/ 6948 h 131917"/>
                <a:gd name="csX96" fmla="*/ 263690 w 1082907"/>
                <a:gd name="csY96" fmla="*/ 2485 h 131917"/>
                <a:gd name="csX97" fmla="*/ 266313 w 1082907"/>
                <a:gd name="csY97" fmla="*/ 2485 h 131917"/>
                <a:gd name="csX98" fmla="*/ 283049 w 1082907"/>
                <a:gd name="csY98" fmla="*/ 100851 h 131917"/>
                <a:gd name="csX99" fmla="*/ 283049 w 1082907"/>
                <a:gd name="csY99" fmla="*/ 98228 h 131917"/>
                <a:gd name="csX100" fmla="*/ 286672 w 1082907"/>
                <a:gd name="csY100" fmla="*/ 98228 h 131917"/>
                <a:gd name="csX101" fmla="*/ 295322 w 1082907"/>
                <a:gd name="csY101" fmla="*/ 94323 h 131917"/>
                <a:gd name="csX102" fmla="*/ 296880 w 1082907"/>
                <a:gd name="csY102" fmla="*/ 83832 h 131917"/>
                <a:gd name="csX103" fmla="*/ 296880 w 1082907"/>
                <a:gd name="csY103" fmla="*/ 21698 h 131917"/>
                <a:gd name="csX104" fmla="*/ 294895 w 1082907"/>
                <a:gd name="csY104" fmla="*/ 10426 h 131917"/>
                <a:gd name="csX105" fmla="*/ 286672 w 1082907"/>
                <a:gd name="csY105" fmla="*/ 7303 h 131917"/>
                <a:gd name="csX106" fmla="*/ 283049 w 1082907"/>
                <a:gd name="csY106" fmla="*/ 7303 h 131917"/>
                <a:gd name="csX107" fmla="*/ 283049 w 1082907"/>
                <a:gd name="csY107" fmla="*/ 4680 h 131917"/>
                <a:gd name="csX108" fmla="*/ 322201 w 1082907"/>
                <a:gd name="csY108" fmla="*/ 4680 h 131917"/>
                <a:gd name="csX109" fmla="*/ 354971 w 1082907"/>
                <a:gd name="csY109" fmla="*/ 9570 h 131917"/>
                <a:gd name="csX110" fmla="*/ 373054 w 1082907"/>
                <a:gd name="csY110" fmla="*/ 25887 h 131917"/>
                <a:gd name="csX111" fmla="*/ 379929 w 1082907"/>
                <a:gd name="csY111" fmla="*/ 52265 h 131917"/>
                <a:gd name="csX112" fmla="*/ 367737 w 1082907"/>
                <a:gd name="csY112" fmla="*/ 85818 h 131917"/>
                <a:gd name="csX113" fmla="*/ 326034 w 1082907"/>
                <a:gd name="csY113" fmla="*/ 100851 h 131917"/>
                <a:gd name="csX114" fmla="*/ 283049 w 1082907"/>
                <a:gd name="csY114" fmla="*/ 100851 h 131917"/>
                <a:gd name="csX115" fmla="*/ 310501 w 1082907"/>
                <a:gd name="csY115" fmla="*/ 93903 h 131917"/>
                <a:gd name="csX116" fmla="*/ 325606 w 1082907"/>
                <a:gd name="csY116" fmla="*/ 95888 h 131917"/>
                <a:gd name="csX117" fmla="*/ 352913 w 1082907"/>
                <a:gd name="csY117" fmla="*/ 84325 h 131917"/>
                <a:gd name="csX118" fmla="*/ 363758 w 1082907"/>
                <a:gd name="csY118" fmla="*/ 52975 h 131917"/>
                <a:gd name="csX119" fmla="*/ 352913 w 1082907"/>
                <a:gd name="csY119" fmla="*/ 21561 h 131917"/>
                <a:gd name="csX120" fmla="*/ 325042 w 1082907"/>
                <a:gd name="csY120" fmla="*/ 10071 h 131917"/>
                <a:gd name="csX121" fmla="*/ 310501 w 1082907"/>
                <a:gd name="csY121" fmla="*/ 12128 h 131917"/>
                <a:gd name="csX122" fmla="*/ 310501 w 1082907"/>
                <a:gd name="csY122" fmla="*/ 93903 h 131917"/>
                <a:gd name="csX123" fmla="*/ 415394 w 1082907"/>
                <a:gd name="csY123" fmla="*/ 49288 h 131917"/>
                <a:gd name="csX124" fmla="*/ 460074 w 1082907"/>
                <a:gd name="csY124" fmla="*/ 49288 h 131917"/>
                <a:gd name="csX125" fmla="*/ 460074 w 1082907"/>
                <a:gd name="csY125" fmla="*/ 21771 h 131917"/>
                <a:gd name="csX126" fmla="*/ 459154 w 1082907"/>
                <a:gd name="csY126" fmla="*/ 12056 h 131917"/>
                <a:gd name="csX127" fmla="*/ 456177 w 1082907"/>
                <a:gd name="csY127" fmla="*/ 9005 h 131917"/>
                <a:gd name="csX128" fmla="*/ 449721 w 1082907"/>
                <a:gd name="csY128" fmla="*/ 7303 h 131917"/>
                <a:gd name="csX129" fmla="*/ 446316 w 1082907"/>
                <a:gd name="csY129" fmla="*/ 7303 h 131917"/>
                <a:gd name="csX130" fmla="*/ 446316 w 1082907"/>
                <a:gd name="csY130" fmla="*/ 4680 h 131917"/>
                <a:gd name="csX131" fmla="*/ 487454 w 1082907"/>
                <a:gd name="csY131" fmla="*/ 4680 h 131917"/>
                <a:gd name="csX132" fmla="*/ 487454 w 1082907"/>
                <a:gd name="csY132" fmla="*/ 7303 h 131917"/>
                <a:gd name="csX133" fmla="*/ 484048 w 1082907"/>
                <a:gd name="csY133" fmla="*/ 7303 h 131917"/>
                <a:gd name="csX134" fmla="*/ 477593 w 1082907"/>
                <a:gd name="csY134" fmla="*/ 8933 h 131917"/>
                <a:gd name="csX135" fmla="*/ 474470 w 1082907"/>
                <a:gd name="csY135" fmla="*/ 12411 h 131917"/>
                <a:gd name="csX136" fmla="*/ 473687 w 1082907"/>
                <a:gd name="csY136" fmla="*/ 21771 h 131917"/>
                <a:gd name="csX137" fmla="*/ 473687 w 1082907"/>
                <a:gd name="csY137" fmla="*/ 83832 h 131917"/>
                <a:gd name="csX138" fmla="*/ 474615 w 1082907"/>
                <a:gd name="csY138" fmla="*/ 93475 h 131917"/>
                <a:gd name="csX139" fmla="*/ 477520 w 1082907"/>
                <a:gd name="csY139" fmla="*/ 96525 h 131917"/>
                <a:gd name="csX140" fmla="*/ 484048 w 1082907"/>
                <a:gd name="csY140" fmla="*/ 98228 h 131917"/>
                <a:gd name="csX141" fmla="*/ 487454 w 1082907"/>
                <a:gd name="csY141" fmla="*/ 98228 h 131917"/>
                <a:gd name="csX142" fmla="*/ 487454 w 1082907"/>
                <a:gd name="csY142" fmla="*/ 100851 h 131917"/>
                <a:gd name="csX143" fmla="*/ 446316 w 1082907"/>
                <a:gd name="csY143" fmla="*/ 100851 h 131917"/>
                <a:gd name="csX144" fmla="*/ 446316 w 1082907"/>
                <a:gd name="csY144" fmla="*/ 98228 h 131917"/>
                <a:gd name="csX145" fmla="*/ 449721 w 1082907"/>
                <a:gd name="csY145" fmla="*/ 98228 h 131917"/>
                <a:gd name="csX146" fmla="*/ 458299 w 1082907"/>
                <a:gd name="csY146" fmla="*/ 94750 h 131917"/>
                <a:gd name="csX147" fmla="*/ 460074 w 1082907"/>
                <a:gd name="csY147" fmla="*/ 83832 h 131917"/>
                <a:gd name="csX148" fmla="*/ 460074 w 1082907"/>
                <a:gd name="csY148" fmla="*/ 54541 h 131917"/>
                <a:gd name="csX149" fmla="*/ 415394 w 1082907"/>
                <a:gd name="csY149" fmla="*/ 54541 h 131917"/>
                <a:gd name="csX150" fmla="*/ 415394 w 1082907"/>
                <a:gd name="csY150" fmla="*/ 83832 h 131917"/>
                <a:gd name="csX151" fmla="*/ 416314 w 1082907"/>
                <a:gd name="csY151" fmla="*/ 93475 h 131917"/>
                <a:gd name="csX152" fmla="*/ 419292 w 1082907"/>
                <a:gd name="csY152" fmla="*/ 96525 h 131917"/>
                <a:gd name="csX153" fmla="*/ 425747 w 1082907"/>
                <a:gd name="csY153" fmla="*/ 98228 h 131917"/>
                <a:gd name="csX154" fmla="*/ 429225 w 1082907"/>
                <a:gd name="csY154" fmla="*/ 98228 h 131917"/>
                <a:gd name="csX155" fmla="*/ 429225 w 1082907"/>
                <a:gd name="csY155" fmla="*/ 100851 h 131917"/>
                <a:gd name="csX156" fmla="*/ 388015 w 1082907"/>
                <a:gd name="csY156" fmla="*/ 100851 h 131917"/>
                <a:gd name="csX157" fmla="*/ 388015 w 1082907"/>
                <a:gd name="csY157" fmla="*/ 98228 h 131917"/>
                <a:gd name="csX158" fmla="*/ 391420 w 1082907"/>
                <a:gd name="csY158" fmla="*/ 98228 h 131917"/>
                <a:gd name="csX159" fmla="*/ 400070 w 1082907"/>
                <a:gd name="csY159" fmla="*/ 94750 h 131917"/>
                <a:gd name="csX160" fmla="*/ 401773 w 1082907"/>
                <a:gd name="csY160" fmla="*/ 83832 h 131917"/>
                <a:gd name="csX161" fmla="*/ 401773 w 1082907"/>
                <a:gd name="csY161" fmla="*/ 21771 h 131917"/>
                <a:gd name="csX162" fmla="*/ 400853 w 1082907"/>
                <a:gd name="csY162" fmla="*/ 12056 h 131917"/>
                <a:gd name="csX163" fmla="*/ 397948 w 1082907"/>
                <a:gd name="csY163" fmla="*/ 9005 h 131917"/>
                <a:gd name="csX164" fmla="*/ 391420 w 1082907"/>
                <a:gd name="csY164" fmla="*/ 7303 h 131917"/>
                <a:gd name="csX165" fmla="*/ 388015 w 1082907"/>
                <a:gd name="csY165" fmla="*/ 7303 h 131917"/>
                <a:gd name="csX166" fmla="*/ 388015 w 1082907"/>
                <a:gd name="csY166" fmla="*/ 4680 h 131917"/>
                <a:gd name="csX167" fmla="*/ 429225 w 1082907"/>
                <a:gd name="csY167" fmla="*/ 4680 h 131917"/>
                <a:gd name="csX168" fmla="*/ 429225 w 1082907"/>
                <a:gd name="csY168" fmla="*/ 7303 h 131917"/>
                <a:gd name="csX169" fmla="*/ 425747 w 1082907"/>
                <a:gd name="csY169" fmla="*/ 7303 h 131917"/>
                <a:gd name="csX170" fmla="*/ 419292 w 1082907"/>
                <a:gd name="csY170" fmla="*/ 8933 h 131917"/>
                <a:gd name="csX171" fmla="*/ 416241 w 1082907"/>
                <a:gd name="csY171" fmla="*/ 12411 h 131917"/>
                <a:gd name="csX172" fmla="*/ 415394 w 1082907"/>
                <a:gd name="csY172" fmla="*/ 21771 h 131917"/>
                <a:gd name="csX173" fmla="*/ 415394 w 1082907"/>
                <a:gd name="csY173" fmla="*/ 49288 h 131917"/>
                <a:gd name="csX174" fmla="*/ 579646 w 1082907"/>
                <a:gd name="csY174" fmla="*/ 2485 h 131917"/>
                <a:gd name="csX175" fmla="*/ 582131 w 1082907"/>
                <a:gd name="csY175" fmla="*/ 32834 h 131917"/>
                <a:gd name="csX176" fmla="*/ 579646 w 1082907"/>
                <a:gd name="csY176" fmla="*/ 32834 h 131917"/>
                <a:gd name="csX177" fmla="*/ 569930 w 1082907"/>
                <a:gd name="csY177" fmla="*/ 15743 h 131917"/>
                <a:gd name="csX178" fmla="*/ 547877 w 1082907"/>
                <a:gd name="csY178" fmla="*/ 7448 h 131917"/>
                <a:gd name="csX179" fmla="*/ 519933 w 1082907"/>
                <a:gd name="csY179" fmla="*/ 21989 h 131917"/>
                <a:gd name="csX180" fmla="*/ 511920 w 1082907"/>
                <a:gd name="csY180" fmla="*/ 51208 h 131917"/>
                <a:gd name="csX181" fmla="*/ 517238 w 1082907"/>
                <a:gd name="csY181" fmla="*/ 76312 h 131917"/>
                <a:gd name="csX182" fmla="*/ 531141 w 1082907"/>
                <a:gd name="csY182" fmla="*/ 92975 h 131917"/>
                <a:gd name="csX183" fmla="*/ 548869 w 1082907"/>
                <a:gd name="csY183" fmla="*/ 98228 h 131917"/>
                <a:gd name="csX184" fmla="*/ 559150 w 1082907"/>
                <a:gd name="csY184" fmla="*/ 96881 h 131917"/>
                <a:gd name="csX185" fmla="*/ 568728 w 1082907"/>
                <a:gd name="csY185" fmla="*/ 92910 h 131917"/>
                <a:gd name="csX186" fmla="*/ 568728 w 1082907"/>
                <a:gd name="csY186" fmla="*/ 65103 h 131917"/>
                <a:gd name="csX187" fmla="*/ 567590 w 1082907"/>
                <a:gd name="csY187" fmla="*/ 55670 h 131917"/>
                <a:gd name="csX188" fmla="*/ 564185 w 1082907"/>
                <a:gd name="csY188" fmla="*/ 52265 h 131917"/>
                <a:gd name="csX189" fmla="*/ 556100 w 1082907"/>
                <a:gd name="csY189" fmla="*/ 51063 h 131917"/>
                <a:gd name="csX190" fmla="*/ 556100 w 1082907"/>
                <a:gd name="csY190" fmla="*/ 48368 h 131917"/>
                <a:gd name="csX191" fmla="*/ 593340 w 1082907"/>
                <a:gd name="csY191" fmla="*/ 48368 h 131917"/>
                <a:gd name="csX192" fmla="*/ 593340 w 1082907"/>
                <a:gd name="csY192" fmla="*/ 51063 h 131917"/>
                <a:gd name="csX193" fmla="*/ 591564 w 1082907"/>
                <a:gd name="csY193" fmla="*/ 51063 h 131917"/>
                <a:gd name="csX194" fmla="*/ 583971 w 1082907"/>
                <a:gd name="csY194" fmla="*/ 54751 h 131917"/>
                <a:gd name="csX195" fmla="*/ 582559 w 1082907"/>
                <a:gd name="csY195" fmla="*/ 65103 h 131917"/>
                <a:gd name="csX196" fmla="*/ 582559 w 1082907"/>
                <a:gd name="csY196" fmla="*/ 94540 h 131917"/>
                <a:gd name="csX197" fmla="*/ 566461 w 1082907"/>
                <a:gd name="csY197" fmla="*/ 100996 h 131917"/>
                <a:gd name="csX198" fmla="*/ 548797 w 1082907"/>
                <a:gd name="csY198" fmla="*/ 103046 h 131917"/>
                <a:gd name="csX199" fmla="*/ 506457 w 1082907"/>
                <a:gd name="csY199" fmla="*/ 85180 h 131917"/>
                <a:gd name="csX200" fmla="*/ 495604 w 1082907"/>
                <a:gd name="csY200" fmla="*/ 54258 h 131917"/>
                <a:gd name="csX201" fmla="*/ 501704 w 1082907"/>
                <a:gd name="csY201" fmla="*/ 29929 h 131917"/>
                <a:gd name="csX202" fmla="*/ 521563 w 1082907"/>
                <a:gd name="csY202" fmla="*/ 8650 h 131917"/>
                <a:gd name="csX203" fmla="*/ 546529 w 1082907"/>
                <a:gd name="csY203" fmla="*/ 2485 h 131917"/>
                <a:gd name="csX204" fmla="*/ 556035 w 1082907"/>
                <a:gd name="csY204" fmla="*/ 3333 h 131917"/>
                <a:gd name="csX205" fmla="*/ 568228 w 1082907"/>
                <a:gd name="csY205" fmla="*/ 7093 h 131917"/>
                <a:gd name="csX206" fmla="*/ 573545 w 1082907"/>
                <a:gd name="csY206" fmla="*/ 8578 h 131917"/>
                <a:gd name="csX207" fmla="*/ 575821 w 1082907"/>
                <a:gd name="csY207" fmla="*/ 7375 h 131917"/>
                <a:gd name="csX208" fmla="*/ 577023 w 1082907"/>
                <a:gd name="csY208" fmla="*/ 2485 h 131917"/>
                <a:gd name="csX209" fmla="*/ 579646 w 1082907"/>
                <a:gd name="csY209" fmla="*/ 2485 h 131917"/>
                <a:gd name="csX210" fmla="*/ 652843 w 1082907"/>
                <a:gd name="csY210" fmla="*/ 0 h 131917"/>
                <a:gd name="csX211" fmla="*/ 657878 w 1082907"/>
                <a:gd name="csY211" fmla="*/ 2130 h 131917"/>
                <a:gd name="csX212" fmla="*/ 660001 w 1082907"/>
                <a:gd name="csY212" fmla="*/ 7165 h 131917"/>
                <a:gd name="csX213" fmla="*/ 657878 w 1082907"/>
                <a:gd name="csY213" fmla="*/ 12265 h 131917"/>
                <a:gd name="csX214" fmla="*/ 652843 w 1082907"/>
                <a:gd name="csY214" fmla="*/ 14396 h 131917"/>
                <a:gd name="csX215" fmla="*/ 647735 w 1082907"/>
                <a:gd name="csY215" fmla="*/ 12265 h 131917"/>
                <a:gd name="csX216" fmla="*/ 645605 w 1082907"/>
                <a:gd name="csY216" fmla="*/ 7165 h 131917"/>
                <a:gd name="csX217" fmla="*/ 647662 w 1082907"/>
                <a:gd name="csY217" fmla="*/ 2130 h 131917"/>
                <a:gd name="csX218" fmla="*/ 652843 w 1082907"/>
                <a:gd name="csY218" fmla="*/ 0 h 131917"/>
                <a:gd name="csX219" fmla="*/ 658726 w 1082907"/>
                <a:gd name="csY219" fmla="*/ 33972 h 131917"/>
                <a:gd name="csX220" fmla="*/ 658726 w 1082907"/>
                <a:gd name="csY220" fmla="*/ 86173 h 131917"/>
                <a:gd name="csX221" fmla="*/ 659581 w 1082907"/>
                <a:gd name="csY221" fmla="*/ 94323 h 131917"/>
                <a:gd name="csX222" fmla="*/ 662203 w 1082907"/>
                <a:gd name="csY222" fmla="*/ 97308 h 131917"/>
                <a:gd name="csX223" fmla="*/ 668586 w 1082907"/>
                <a:gd name="csY223" fmla="*/ 98301 h 131917"/>
                <a:gd name="csX224" fmla="*/ 668586 w 1082907"/>
                <a:gd name="csY224" fmla="*/ 100851 h 131917"/>
                <a:gd name="csX225" fmla="*/ 637027 w 1082907"/>
                <a:gd name="csY225" fmla="*/ 100851 h 131917"/>
                <a:gd name="csX226" fmla="*/ 637027 w 1082907"/>
                <a:gd name="csY226" fmla="*/ 98301 h 131917"/>
                <a:gd name="csX227" fmla="*/ 643410 w 1082907"/>
                <a:gd name="csY227" fmla="*/ 97373 h 131917"/>
                <a:gd name="csX228" fmla="*/ 645960 w 1082907"/>
                <a:gd name="csY228" fmla="*/ 94323 h 131917"/>
                <a:gd name="csX229" fmla="*/ 646952 w 1082907"/>
                <a:gd name="csY229" fmla="*/ 86173 h 131917"/>
                <a:gd name="csX230" fmla="*/ 646952 w 1082907"/>
                <a:gd name="csY230" fmla="*/ 61133 h 131917"/>
                <a:gd name="csX231" fmla="*/ 646315 w 1082907"/>
                <a:gd name="csY231" fmla="*/ 47448 h 131917"/>
                <a:gd name="csX232" fmla="*/ 644757 w 1082907"/>
                <a:gd name="csY232" fmla="*/ 44325 h 131917"/>
                <a:gd name="csX233" fmla="*/ 641844 w 1082907"/>
                <a:gd name="csY233" fmla="*/ 43405 h 131917"/>
                <a:gd name="csX234" fmla="*/ 637027 w 1082907"/>
                <a:gd name="csY234" fmla="*/ 44470 h 131917"/>
                <a:gd name="csX235" fmla="*/ 636035 w 1082907"/>
                <a:gd name="csY235" fmla="*/ 41912 h 131917"/>
                <a:gd name="csX236" fmla="*/ 655603 w 1082907"/>
                <a:gd name="csY236" fmla="*/ 33972 h 131917"/>
                <a:gd name="csX237" fmla="*/ 658726 w 1082907"/>
                <a:gd name="csY237" fmla="*/ 33972 h 131917"/>
                <a:gd name="csX238" fmla="*/ 695675 w 1082907"/>
                <a:gd name="csY238" fmla="*/ 47730 h 131917"/>
                <a:gd name="csX239" fmla="*/ 717446 w 1082907"/>
                <a:gd name="csY239" fmla="*/ 33972 h 131917"/>
                <a:gd name="csX240" fmla="*/ 726597 w 1082907"/>
                <a:gd name="csY240" fmla="*/ 36667 h 131917"/>
                <a:gd name="csX241" fmla="*/ 732697 w 1082907"/>
                <a:gd name="csY241" fmla="*/ 45390 h 131917"/>
                <a:gd name="csX242" fmla="*/ 734255 w 1082907"/>
                <a:gd name="csY242" fmla="*/ 58438 h 131917"/>
                <a:gd name="csX243" fmla="*/ 734255 w 1082907"/>
                <a:gd name="csY243" fmla="*/ 86173 h 131917"/>
                <a:gd name="csX244" fmla="*/ 735247 w 1082907"/>
                <a:gd name="csY244" fmla="*/ 94540 h 131917"/>
                <a:gd name="csX245" fmla="*/ 737733 w 1082907"/>
                <a:gd name="csY245" fmla="*/ 97308 h 131917"/>
                <a:gd name="csX246" fmla="*/ 744188 w 1082907"/>
                <a:gd name="csY246" fmla="*/ 98301 h 131917"/>
                <a:gd name="csX247" fmla="*/ 744188 w 1082907"/>
                <a:gd name="csY247" fmla="*/ 100851 h 131917"/>
                <a:gd name="csX248" fmla="*/ 712056 w 1082907"/>
                <a:gd name="csY248" fmla="*/ 100851 h 131917"/>
                <a:gd name="csX249" fmla="*/ 712056 w 1082907"/>
                <a:gd name="csY249" fmla="*/ 98301 h 131917"/>
                <a:gd name="csX250" fmla="*/ 713403 w 1082907"/>
                <a:gd name="csY250" fmla="*/ 98301 h 131917"/>
                <a:gd name="csX251" fmla="*/ 719722 w 1082907"/>
                <a:gd name="csY251" fmla="*/ 96953 h 131917"/>
                <a:gd name="csX252" fmla="*/ 722272 w 1082907"/>
                <a:gd name="csY252" fmla="*/ 92838 h 131917"/>
                <a:gd name="csX253" fmla="*/ 722554 w 1082907"/>
                <a:gd name="csY253" fmla="*/ 86173 h 131917"/>
                <a:gd name="csX254" fmla="*/ 722554 w 1082907"/>
                <a:gd name="csY254" fmla="*/ 59576 h 131917"/>
                <a:gd name="csX255" fmla="*/ 720214 w 1082907"/>
                <a:gd name="csY255" fmla="*/ 46738 h 131917"/>
                <a:gd name="csX256" fmla="*/ 712484 w 1082907"/>
                <a:gd name="csY256" fmla="*/ 42695 h 131917"/>
                <a:gd name="csX257" fmla="*/ 695675 w 1082907"/>
                <a:gd name="csY257" fmla="*/ 51918 h 131917"/>
                <a:gd name="csX258" fmla="*/ 695675 w 1082907"/>
                <a:gd name="csY258" fmla="*/ 86173 h 131917"/>
                <a:gd name="csX259" fmla="*/ 696458 w 1082907"/>
                <a:gd name="csY259" fmla="*/ 94323 h 131917"/>
                <a:gd name="csX260" fmla="*/ 699153 w 1082907"/>
                <a:gd name="csY260" fmla="*/ 97373 h 131917"/>
                <a:gd name="csX261" fmla="*/ 706246 w 1082907"/>
                <a:gd name="csY261" fmla="*/ 98301 h 131917"/>
                <a:gd name="csX262" fmla="*/ 706246 w 1082907"/>
                <a:gd name="csY262" fmla="*/ 100851 h 131917"/>
                <a:gd name="csX263" fmla="*/ 674114 w 1082907"/>
                <a:gd name="csY263" fmla="*/ 100851 h 131917"/>
                <a:gd name="csX264" fmla="*/ 674114 w 1082907"/>
                <a:gd name="csY264" fmla="*/ 98301 h 131917"/>
                <a:gd name="csX265" fmla="*/ 675534 w 1082907"/>
                <a:gd name="csY265" fmla="*/ 98301 h 131917"/>
                <a:gd name="csX266" fmla="*/ 682199 w 1082907"/>
                <a:gd name="csY266" fmla="*/ 95815 h 131917"/>
                <a:gd name="csX267" fmla="*/ 683975 w 1082907"/>
                <a:gd name="csY267" fmla="*/ 86173 h 131917"/>
                <a:gd name="csX268" fmla="*/ 683975 w 1082907"/>
                <a:gd name="csY268" fmla="*/ 62053 h 131917"/>
                <a:gd name="csX269" fmla="*/ 683410 w 1082907"/>
                <a:gd name="csY269" fmla="*/ 47803 h 131917"/>
                <a:gd name="csX270" fmla="*/ 681780 w 1082907"/>
                <a:gd name="csY270" fmla="*/ 44325 h 131917"/>
                <a:gd name="csX271" fmla="*/ 678867 w 1082907"/>
                <a:gd name="csY271" fmla="*/ 43405 h 131917"/>
                <a:gd name="csX272" fmla="*/ 674114 w 1082907"/>
                <a:gd name="csY272" fmla="*/ 44470 h 131917"/>
                <a:gd name="csX273" fmla="*/ 673049 w 1082907"/>
                <a:gd name="csY273" fmla="*/ 41912 h 131917"/>
                <a:gd name="csX274" fmla="*/ 692625 w 1082907"/>
                <a:gd name="csY274" fmla="*/ 33972 h 131917"/>
                <a:gd name="csX275" fmla="*/ 695675 w 1082907"/>
                <a:gd name="csY275" fmla="*/ 33972 h 131917"/>
                <a:gd name="csX276" fmla="*/ 695675 w 1082907"/>
                <a:gd name="csY276" fmla="*/ 47730 h 131917"/>
                <a:gd name="csX277" fmla="*/ 783623 w 1082907"/>
                <a:gd name="csY277" fmla="*/ 100851 h 131917"/>
                <a:gd name="csX278" fmla="*/ 783623 w 1082907"/>
                <a:gd name="csY278" fmla="*/ 98228 h 131917"/>
                <a:gd name="csX279" fmla="*/ 787238 w 1082907"/>
                <a:gd name="csY279" fmla="*/ 98228 h 131917"/>
                <a:gd name="csX280" fmla="*/ 795888 w 1082907"/>
                <a:gd name="csY280" fmla="*/ 94323 h 131917"/>
                <a:gd name="csX281" fmla="*/ 797446 w 1082907"/>
                <a:gd name="csY281" fmla="*/ 83832 h 131917"/>
                <a:gd name="csX282" fmla="*/ 797446 w 1082907"/>
                <a:gd name="csY282" fmla="*/ 21698 h 131917"/>
                <a:gd name="csX283" fmla="*/ 795461 w 1082907"/>
                <a:gd name="csY283" fmla="*/ 10426 h 131917"/>
                <a:gd name="csX284" fmla="*/ 787238 w 1082907"/>
                <a:gd name="csY284" fmla="*/ 7303 h 131917"/>
                <a:gd name="csX285" fmla="*/ 783623 w 1082907"/>
                <a:gd name="csY285" fmla="*/ 7303 h 131917"/>
                <a:gd name="csX286" fmla="*/ 783623 w 1082907"/>
                <a:gd name="csY286" fmla="*/ 4680 h 131917"/>
                <a:gd name="csX287" fmla="*/ 822767 w 1082907"/>
                <a:gd name="csY287" fmla="*/ 4680 h 131917"/>
                <a:gd name="csX288" fmla="*/ 855537 w 1082907"/>
                <a:gd name="csY288" fmla="*/ 9570 h 131917"/>
                <a:gd name="csX289" fmla="*/ 873620 w 1082907"/>
                <a:gd name="csY289" fmla="*/ 25887 h 131917"/>
                <a:gd name="csX290" fmla="*/ 880496 w 1082907"/>
                <a:gd name="csY290" fmla="*/ 52265 h 131917"/>
                <a:gd name="csX291" fmla="*/ 868303 w 1082907"/>
                <a:gd name="csY291" fmla="*/ 85818 h 131917"/>
                <a:gd name="csX292" fmla="*/ 826600 w 1082907"/>
                <a:gd name="csY292" fmla="*/ 100851 h 131917"/>
                <a:gd name="csX293" fmla="*/ 783623 w 1082907"/>
                <a:gd name="csY293" fmla="*/ 100851 h 131917"/>
                <a:gd name="csX294" fmla="*/ 811067 w 1082907"/>
                <a:gd name="csY294" fmla="*/ 93903 h 131917"/>
                <a:gd name="csX295" fmla="*/ 826173 w 1082907"/>
                <a:gd name="csY295" fmla="*/ 95888 h 131917"/>
                <a:gd name="csX296" fmla="*/ 853479 w 1082907"/>
                <a:gd name="csY296" fmla="*/ 84325 h 131917"/>
                <a:gd name="csX297" fmla="*/ 864333 w 1082907"/>
                <a:gd name="csY297" fmla="*/ 52975 h 131917"/>
                <a:gd name="csX298" fmla="*/ 853479 w 1082907"/>
                <a:gd name="csY298" fmla="*/ 21561 h 131917"/>
                <a:gd name="csX299" fmla="*/ 825608 w 1082907"/>
                <a:gd name="csY299" fmla="*/ 10071 h 131917"/>
                <a:gd name="csX300" fmla="*/ 811067 w 1082907"/>
                <a:gd name="csY300" fmla="*/ 12128 h 131917"/>
                <a:gd name="csX301" fmla="*/ 811067 w 1082907"/>
                <a:gd name="csY301" fmla="*/ 93903 h 131917"/>
                <a:gd name="csX302" fmla="*/ 950078 w 1082907"/>
                <a:gd name="csY302" fmla="*/ 101916 h 131917"/>
                <a:gd name="csX303" fmla="*/ 965676 w 1082907"/>
                <a:gd name="csY303" fmla="*/ 120282 h 131917"/>
                <a:gd name="csX304" fmla="*/ 984824 w 1082907"/>
                <a:gd name="csY304" fmla="*/ 127020 h 131917"/>
                <a:gd name="csX305" fmla="*/ 984824 w 1082907"/>
                <a:gd name="csY305" fmla="*/ 129287 h 131917"/>
                <a:gd name="csX306" fmla="*/ 963900 w 1082907"/>
                <a:gd name="csY306" fmla="*/ 125317 h 131917"/>
                <a:gd name="csX307" fmla="*/ 942767 w 1082907"/>
                <a:gd name="csY307" fmla="*/ 115392 h 131917"/>
                <a:gd name="csX308" fmla="*/ 925603 w 1082907"/>
                <a:gd name="csY308" fmla="*/ 101916 h 131917"/>
                <a:gd name="csX309" fmla="*/ 909432 w 1082907"/>
                <a:gd name="csY309" fmla="*/ 93193 h 131917"/>
                <a:gd name="csX310" fmla="*/ 895964 w 1082907"/>
                <a:gd name="csY310" fmla="*/ 76312 h 131917"/>
                <a:gd name="csX311" fmla="*/ 891212 w 1082907"/>
                <a:gd name="csY311" fmla="*/ 52556 h 131917"/>
                <a:gd name="csX312" fmla="*/ 905180 w 1082907"/>
                <a:gd name="csY312" fmla="*/ 16736 h 131917"/>
                <a:gd name="csX313" fmla="*/ 939006 w 1082907"/>
                <a:gd name="csY313" fmla="*/ 2485 h 131917"/>
                <a:gd name="csX314" fmla="*/ 971631 w 1082907"/>
                <a:gd name="csY314" fmla="*/ 16809 h 131917"/>
                <a:gd name="csX315" fmla="*/ 985462 w 1082907"/>
                <a:gd name="csY315" fmla="*/ 52838 h 131917"/>
                <a:gd name="csX316" fmla="*/ 975609 w 1082907"/>
                <a:gd name="csY316" fmla="*/ 83832 h 131917"/>
                <a:gd name="csX317" fmla="*/ 950078 w 1082907"/>
                <a:gd name="csY317" fmla="*/ 101916 h 131917"/>
                <a:gd name="csX318" fmla="*/ 938159 w 1082907"/>
                <a:gd name="csY318" fmla="*/ 7940 h 131917"/>
                <a:gd name="csX319" fmla="*/ 917381 w 1082907"/>
                <a:gd name="csY319" fmla="*/ 17164 h 131917"/>
                <a:gd name="csX320" fmla="*/ 907447 w 1082907"/>
                <a:gd name="csY320" fmla="*/ 52556 h 131917"/>
                <a:gd name="csX321" fmla="*/ 917518 w 1082907"/>
                <a:gd name="csY321" fmla="*/ 88513 h 131917"/>
                <a:gd name="csX322" fmla="*/ 938159 w 1082907"/>
                <a:gd name="csY322" fmla="*/ 98228 h 131917"/>
                <a:gd name="csX323" fmla="*/ 959648 w 1082907"/>
                <a:gd name="csY323" fmla="*/ 88513 h 131917"/>
                <a:gd name="csX324" fmla="*/ 969226 w 1082907"/>
                <a:gd name="csY324" fmla="*/ 54613 h 131917"/>
                <a:gd name="csX325" fmla="*/ 963973 w 1082907"/>
                <a:gd name="csY325" fmla="*/ 25604 h 131917"/>
                <a:gd name="csX326" fmla="*/ 953192 w 1082907"/>
                <a:gd name="csY326" fmla="*/ 12265 h 131917"/>
                <a:gd name="csX327" fmla="*/ 938159 w 1082907"/>
                <a:gd name="csY327" fmla="*/ 7940 h 131917"/>
                <a:gd name="csX328" fmla="*/ 1078517 w 1082907"/>
                <a:gd name="csY328" fmla="*/ 2485 h 131917"/>
                <a:gd name="csX329" fmla="*/ 1080712 w 1082907"/>
                <a:gd name="csY329" fmla="*/ 35174 h 131917"/>
                <a:gd name="csX330" fmla="*/ 1078517 w 1082907"/>
                <a:gd name="csY330" fmla="*/ 35174 h 131917"/>
                <a:gd name="csX331" fmla="*/ 1065961 w 1082907"/>
                <a:gd name="csY331" fmla="*/ 14041 h 131917"/>
                <a:gd name="csX332" fmla="*/ 1046385 w 1082907"/>
                <a:gd name="csY332" fmla="*/ 7585 h 131917"/>
                <a:gd name="csX333" fmla="*/ 1029085 w 1082907"/>
                <a:gd name="csY333" fmla="*/ 12483 h 131917"/>
                <a:gd name="csX334" fmla="*/ 1016884 w 1082907"/>
                <a:gd name="csY334" fmla="*/ 27944 h 131917"/>
                <a:gd name="csX335" fmla="*/ 1012486 w 1082907"/>
                <a:gd name="csY335" fmla="*/ 54395 h 131917"/>
                <a:gd name="csX336" fmla="*/ 1016666 w 1082907"/>
                <a:gd name="csY336" fmla="*/ 77022 h 131917"/>
                <a:gd name="csX337" fmla="*/ 1029222 w 1082907"/>
                <a:gd name="csY337" fmla="*/ 91700 h 131917"/>
                <a:gd name="csX338" fmla="*/ 1048443 w 1082907"/>
                <a:gd name="csY338" fmla="*/ 96808 h 131917"/>
                <a:gd name="csX339" fmla="*/ 1064969 w 1082907"/>
                <a:gd name="csY339" fmla="*/ 92838 h 131917"/>
                <a:gd name="csX340" fmla="*/ 1080712 w 1082907"/>
                <a:gd name="csY340" fmla="*/ 76877 h 131917"/>
                <a:gd name="csX341" fmla="*/ 1082907 w 1082907"/>
                <a:gd name="csY341" fmla="*/ 78297 h 131917"/>
                <a:gd name="csX342" fmla="*/ 1066034 w 1082907"/>
                <a:gd name="csY342" fmla="*/ 97090 h 131917"/>
                <a:gd name="csX343" fmla="*/ 1043125 w 1082907"/>
                <a:gd name="csY343" fmla="*/ 103046 h 131917"/>
                <a:gd name="csX344" fmla="*/ 1006103 w 1082907"/>
                <a:gd name="csY344" fmla="*/ 85317 h 131917"/>
                <a:gd name="csX345" fmla="*/ 996315 w 1082907"/>
                <a:gd name="csY345" fmla="*/ 54258 h 131917"/>
                <a:gd name="csX346" fmla="*/ 1002770 w 1082907"/>
                <a:gd name="csY346" fmla="*/ 27799 h 131917"/>
                <a:gd name="csX347" fmla="*/ 1020499 w 1082907"/>
                <a:gd name="csY347" fmla="*/ 9151 h 131917"/>
                <a:gd name="csX348" fmla="*/ 1045247 w 1082907"/>
                <a:gd name="csY348" fmla="*/ 2485 h 131917"/>
                <a:gd name="csX349" fmla="*/ 1065816 w 1082907"/>
                <a:gd name="csY349" fmla="*/ 7585 h 131917"/>
                <a:gd name="csX350" fmla="*/ 1070077 w 1082907"/>
                <a:gd name="csY350" fmla="*/ 9151 h 131917"/>
                <a:gd name="csX351" fmla="*/ 1073409 w 1082907"/>
                <a:gd name="csY351" fmla="*/ 7803 h 131917"/>
                <a:gd name="csX352" fmla="*/ 1076032 w 1082907"/>
                <a:gd name="csY352" fmla="*/ 2485 h 131917"/>
                <a:gd name="csX353" fmla="*/ 1078517 w 1082907"/>
                <a:gd name="csY353" fmla="*/ 2485 h 131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Lst>
              <a:rect l="l" t="t" r="r" b="b"/>
              <a:pathLst>
                <a:path w="1082907" h="131917">
                  <a:moveTo>
                    <a:pt x="39153" y="129287"/>
                  </a:moveTo>
                  <a:lnTo>
                    <a:pt x="39153" y="131918"/>
                  </a:lnTo>
                  <a:cubicBezTo>
                    <a:pt x="32011" y="128319"/>
                    <a:pt x="26056" y="124115"/>
                    <a:pt x="21279" y="119289"/>
                  </a:cubicBezTo>
                  <a:cubicBezTo>
                    <a:pt x="14468" y="112438"/>
                    <a:pt x="9223" y="104353"/>
                    <a:pt x="5536" y="95033"/>
                  </a:cubicBezTo>
                  <a:cubicBezTo>
                    <a:pt x="1848" y="85721"/>
                    <a:pt x="0" y="76054"/>
                    <a:pt x="0" y="66032"/>
                  </a:cubicBezTo>
                  <a:cubicBezTo>
                    <a:pt x="0" y="51369"/>
                    <a:pt x="3623" y="38015"/>
                    <a:pt x="10853" y="25959"/>
                  </a:cubicBezTo>
                  <a:cubicBezTo>
                    <a:pt x="18084" y="13855"/>
                    <a:pt x="27517" y="5197"/>
                    <a:pt x="39153" y="0"/>
                  </a:cubicBezTo>
                  <a:lnTo>
                    <a:pt x="39153" y="2978"/>
                  </a:lnTo>
                  <a:cubicBezTo>
                    <a:pt x="33335" y="6197"/>
                    <a:pt x="28558" y="10587"/>
                    <a:pt x="24821" y="16171"/>
                  </a:cubicBezTo>
                  <a:cubicBezTo>
                    <a:pt x="21093" y="21747"/>
                    <a:pt x="18301" y="28816"/>
                    <a:pt x="16454" y="37377"/>
                  </a:cubicBezTo>
                  <a:cubicBezTo>
                    <a:pt x="14614" y="45931"/>
                    <a:pt x="13694" y="54872"/>
                    <a:pt x="13694" y="64184"/>
                  </a:cubicBezTo>
                  <a:cubicBezTo>
                    <a:pt x="13694" y="74303"/>
                    <a:pt x="14468" y="83502"/>
                    <a:pt x="16034" y="91773"/>
                  </a:cubicBezTo>
                  <a:cubicBezTo>
                    <a:pt x="17260" y="98301"/>
                    <a:pt x="18753" y="103522"/>
                    <a:pt x="20496" y="107443"/>
                  </a:cubicBezTo>
                  <a:cubicBezTo>
                    <a:pt x="22247" y="111422"/>
                    <a:pt x="24587" y="115222"/>
                    <a:pt x="27517" y="118862"/>
                  </a:cubicBezTo>
                  <a:cubicBezTo>
                    <a:pt x="30502" y="122509"/>
                    <a:pt x="34376" y="125979"/>
                    <a:pt x="39153" y="129287"/>
                  </a:cubicBezTo>
                  <a:close/>
                  <a:moveTo>
                    <a:pt x="64757" y="47093"/>
                  </a:moveTo>
                  <a:cubicBezTo>
                    <a:pt x="71043" y="38346"/>
                    <a:pt x="77829" y="33972"/>
                    <a:pt x="85108" y="33972"/>
                  </a:cubicBezTo>
                  <a:cubicBezTo>
                    <a:pt x="91773" y="33972"/>
                    <a:pt x="97591" y="36828"/>
                    <a:pt x="102553" y="42550"/>
                  </a:cubicBezTo>
                  <a:cubicBezTo>
                    <a:pt x="107516" y="48231"/>
                    <a:pt x="110001" y="56001"/>
                    <a:pt x="110001" y="65886"/>
                  </a:cubicBezTo>
                  <a:cubicBezTo>
                    <a:pt x="110001" y="77425"/>
                    <a:pt x="106177" y="86713"/>
                    <a:pt x="98511" y="93758"/>
                  </a:cubicBezTo>
                  <a:cubicBezTo>
                    <a:pt x="91942" y="99810"/>
                    <a:pt x="84615" y="102836"/>
                    <a:pt x="76530" y="102836"/>
                  </a:cubicBezTo>
                  <a:cubicBezTo>
                    <a:pt x="72745" y="102836"/>
                    <a:pt x="68888" y="102150"/>
                    <a:pt x="64966" y="100778"/>
                  </a:cubicBezTo>
                  <a:cubicBezTo>
                    <a:pt x="61093" y="99406"/>
                    <a:pt x="57115" y="97349"/>
                    <a:pt x="53048" y="94613"/>
                  </a:cubicBezTo>
                  <a:lnTo>
                    <a:pt x="53048" y="27307"/>
                  </a:lnTo>
                  <a:cubicBezTo>
                    <a:pt x="53048" y="19931"/>
                    <a:pt x="52862" y="15388"/>
                    <a:pt x="52483" y="13686"/>
                  </a:cubicBezTo>
                  <a:cubicBezTo>
                    <a:pt x="52152" y="11983"/>
                    <a:pt x="51612" y="10829"/>
                    <a:pt x="50853" y="10216"/>
                  </a:cubicBezTo>
                  <a:cubicBezTo>
                    <a:pt x="50095" y="9594"/>
                    <a:pt x="49151" y="9288"/>
                    <a:pt x="48013" y="9288"/>
                  </a:cubicBezTo>
                  <a:cubicBezTo>
                    <a:pt x="46689" y="9288"/>
                    <a:pt x="45035" y="9667"/>
                    <a:pt x="43050" y="10426"/>
                  </a:cubicBezTo>
                  <a:lnTo>
                    <a:pt x="42058" y="7940"/>
                  </a:lnTo>
                  <a:lnTo>
                    <a:pt x="61561" y="0"/>
                  </a:lnTo>
                  <a:lnTo>
                    <a:pt x="64757" y="0"/>
                  </a:lnTo>
                  <a:lnTo>
                    <a:pt x="64757" y="47093"/>
                  </a:lnTo>
                  <a:close/>
                  <a:moveTo>
                    <a:pt x="64757" y="51628"/>
                  </a:moveTo>
                  <a:lnTo>
                    <a:pt x="64757" y="90498"/>
                  </a:lnTo>
                  <a:cubicBezTo>
                    <a:pt x="67169" y="92862"/>
                    <a:pt x="69647" y="94653"/>
                    <a:pt x="72205" y="95888"/>
                  </a:cubicBezTo>
                  <a:cubicBezTo>
                    <a:pt x="74803" y="97066"/>
                    <a:pt x="77450" y="97655"/>
                    <a:pt x="80145" y="97655"/>
                  </a:cubicBezTo>
                  <a:cubicBezTo>
                    <a:pt x="84446" y="97655"/>
                    <a:pt x="88440" y="95299"/>
                    <a:pt x="92128" y="90570"/>
                  </a:cubicBezTo>
                  <a:cubicBezTo>
                    <a:pt x="95864" y="85842"/>
                    <a:pt x="97736" y="78959"/>
                    <a:pt x="97736" y="69929"/>
                  </a:cubicBezTo>
                  <a:cubicBezTo>
                    <a:pt x="97736" y="61610"/>
                    <a:pt x="95864" y="55227"/>
                    <a:pt x="92128" y="50780"/>
                  </a:cubicBezTo>
                  <a:cubicBezTo>
                    <a:pt x="88440" y="46286"/>
                    <a:pt x="84236" y="44043"/>
                    <a:pt x="79507" y="44043"/>
                  </a:cubicBezTo>
                  <a:cubicBezTo>
                    <a:pt x="76998" y="44043"/>
                    <a:pt x="74496" y="44680"/>
                    <a:pt x="71987" y="45955"/>
                  </a:cubicBezTo>
                  <a:cubicBezTo>
                    <a:pt x="70099" y="46899"/>
                    <a:pt x="67686" y="48795"/>
                    <a:pt x="64757" y="51628"/>
                  </a:cubicBezTo>
                  <a:close/>
                  <a:moveTo>
                    <a:pt x="118297" y="2978"/>
                  </a:moveTo>
                  <a:lnTo>
                    <a:pt x="118297" y="0"/>
                  </a:lnTo>
                  <a:cubicBezTo>
                    <a:pt x="125487" y="3542"/>
                    <a:pt x="131466" y="7730"/>
                    <a:pt x="136243" y="12556"/>
                  </a:cubicBezTo>
                  <a:cubicBezTo>
                    <a:pt x="143005" y="19455"/>
                    <a:pt x="148226" y="27565"/>
                    <a:pt x="151914" y="36877"/>
                  </a:cubicBezTo>
                  <a:cubicBezTo>
                    <a:pt x="155601" y="46149"/>
                    <a:pt x="157449" y="55816"/>
                    <a:pt x="157449" y="65886"/>
                  </a:cubicBezTo>
                  <a:cubicBezTo>
                    <a:pt x="157449" y="80540"/>
                    <a:pt x="153834" y="93903"/>
                    <a:pt x="146596" y="105959"/>
                  </a:cubicBezTo>
                  <a:cubicBezTo>
                    <a:pt x="139414" y="118063"/>
                    <a:pt x="129981" y="126713"/>
                    <a:pt x="118297" y="131918"/>
                  </a:cubicBezTo>
                  <a:lnTo>
                    <a:pt x="118297" y="129287"/>
                  </a:lnTo>
                  <a:cubicBezTo>
                    <a:pt x="124115" y="126027"/>
                    <a:pt x="128892" y="121605"/>
                    <a:pt x="132628" y="116029"/>
                  </a:cubicBezTo>
                  <a:cubicBezTo>
                    <a:pt x="136412" y="110494"/>
                    <a:pt x="139196" y="103449"/>
                    <a:pt x="140996" y="94896"/>
                  </a:cubicBezTo>
                  <a:cubicBezTo>
                    <a:pt x="142836" y="86285"/>
                    <a:pt x="143764" y="77329"/>
                    <a:pt x="143764" y="68017"/>
                  </a:cubicBezTo>
                  <a:cubicBezTo>
                    <a:pt x="143764" y="57946"/>
                    <a:pt x="142981" y="48747"/>
                    <a:pt x="141423" y="40428"/>
                  </a:cubicBezTo>
                  <a:cubicBezTo>
                    <a:pt x="140237" y="33899"/>
                    <a:pt x="138753" y="28678"/>
                    <a:pt x="136953" y="24749"/>
                  </a:cubicBezTo>
                  <a:cubicBezTo>
                    <a:pt x="135202" y="20827"/>
                    <a:pt x="132862" y="17042"/>
                    <a:pt x="129933" y="13403"/>
                  </a:cubicBezTo>
                  <a:cubicBezTo>
                    <a:pt x="127004" y="9764"/>
                    <a:pt x="123122" y="6286"/>
                    <a:pt x="118297" y="2978"/>
                  </a:cubicBezTo>
                  <a:close/>
                  <a:moveTo>
                    <a:pt x="266313" y="2485"/>
                  </a:moveTo>
                  <a:lnTo>
                    <a:pt x="266313" y="35747"/>
                  </a:lnTo>
                  <a:lnTo>
                    <a:pt x="263690" y="35747"/>
                  </a:lnTo>
                  <a:cubicBezTo>
                    <a:pt x="262843" y="29364"/>
                    <a:pt x="261302" y="24281"/>
                    <a:pt x="259083" y="20496"/>
                  </a:cubicBezTo>
                  <a:cubicBezTo>
                    <a:pt x="256904" y="16712"/>
                    <a:pt x="253781" y="13710"/>
                    <a:pt x="249722" y="11491"/>
                  </a:cubicBezTo>
                  <a:cubicBezTo>
                    <a:pt x="245655" y="9264"/>
                    <a:pt x="241443" y="8158"/>
                    <a:pt x="237094" y="8158"/>
                  </a:cubicBezTo>
                  <a:cubicBezTo>
                    <a:pt x="232180" y="8158"/>
                    <a:pt x="228113" y="9667"/>
                    <a:pt x="224893" y="12693"/>
                  </a:cubicBezTo>
                  <a:cubicBezTo>
                    <a:pt x="221681" y="15671"/>
                    <a:pt x="220076" y="19076"/>
                    <a:pt x="220076" y="22909"/>
                  </a:cubicBezTo>
                  <a:cubicBezTo>
                    <a:pt x="220076" y="25838"/>
                    <a:pt x="221092" y="28509"/>
                    <a:pt x="223126" y="30922"/>
                  </a:cubicBezTo>
                  <a:cubicBezTo>
                    <a:pt x="226055" y="34464"/>
                    <a:pt x="233027" y="39193"/>
                    <a:pt x="244042" y="45108"/>
                  </a:cubicBezTo>
                  <a:cubicBezTo>
                    <a:pt x="253031" y="49925"/>
                    <a:pt x="259155" y="53637"/>
                    <a:pt x="262416" y="56243"/>
                  </a:cubicBezTo>
                  <a:cubicBezTo>
                    <a:pt x="265724" y="58793"/>
                    <a:pt x="268250" y="61819"/>
                    <a:pt x="270001" y="65321"/>
                  </a:cubicBezTo>
                  <a:cubicBezTo>
                    <a:pt x="271800" y="68815"/>
                    <a:pt x="272696" y="72479"/>
                    <a:pt x="272696" y="76312"/>
                  </a:cubicBezTo>
                  <a:cubicBezTo>
                    <a:pt x="272696" y="83590"/>
                    <a:pt x="269864" y="89884"/>
                    <a:pt x="264191" y="95178"/>
                  </a:cubicBezTo>
                  <a:cubicBezTo>
                    <a:pt x="258558" y="100423"/>
                    <a:pt x="251304" y="103046"/>
                    <a:pt x="242412" y="103046"/>
                  </a:cubicBezTo>
                  <a:cubicBezTo>
                    <a:pt x="239628" y="103046"/>
                    <a:pt x="236997" y="102836"/>
                    <a:pt x="234544" y="102408"/>
                  </a:cubicBezTo>
                  <a:cubicBezTo>
                    <a:pt x="233075" y="102174"/>
                    <a:pt x="230025" y="101327"/>
                    <a:pt x="225393" y="99858"/>
                  </a:cubicBezTo>
                  <a:cubicBezTo>
                    <a:pt x="220810" y="98341"/>
                    <a:pt x="217897" y="97591"/>
                    <a:pt x="216670" y="97591"/>
                  </a:cubicBezTo>
                  <a:cubicBezTo>
                    <a:pt x="215484" y="97591"/>
                    <a:pt x="214540" y="97946"/>
                    <a:pt x="213830" y="98656"/>
                  </a:cubicBezTo>
                  <a:cubicBezTo>
                    <a:pt x="213168" y="99358"/>
                    <a:pt x="212676" y="100826"/>
                    <a:pt x="212345" y="103046"/>
                  </a:cubicBezTo>
                  <a:lnTo>
                    <a:pt x="209723" y="103046"/>
                  </a:lnTo>
                  <a:lnTo>
                    <a:pt x="209723" y="70074"/>
                  </a:lnTo>
                  <a:lnTo>
                    <a:pt x="212345" y="70074"/>
                  </a:lnTo>
                  <a:cubicBezTo>
                    <a:pt x="213572" y="76973"/>
                    <a:pt x="215226" y="82154"/>
                    <a:pt x="217308" y="85600"/>
                  </a:cubicBezTo>
                  <a:cubicBezTo>
                    <a:pt x="219390" y="89005"/>
                    <a:pt x="222553" y="91845"/>
                    <a:pt x="226813" y="94113"/>
                  </a:cubicBezTo>
                  <a:cubicBezTo>
                    <a:pt x="231114" y="96380"/>
                    <a:pt x="235819" y="97518"/>
                    <a:pt x="240927" y="97518"/>
                  </a:cubicBezTo>
                  <a:cubicBezTo>
                    <a:pt x="246834" y="97518"/>
                    <a:pt x="251490" y="95961"/>
                    <a:pt x="254895" y="92838"/>
                  </a:cubicBezTo>
                  <a:cubicBezTo>
                    <a:pt x="258349" y="89715"/>
                    <a:pt x="260075" y="86027"/>
                    <a:pt x="260075" y="81775"/>
                  </a:cubicBezTo>
                  <a:cubicBezTo>
                    <a:pt x="260075" y="79410"/>
                    <a:pt x="259414" y="77022"/>
                    <a:pt x="258090" y="74609"/>
                  </a:cubicBezTo>
                  <a:cubicBezTo>
                    <a:pt x="256807" y="72196"/>
                    <a:pt x="254798" y="69953"/>
                    <a:pt x="252062" y="67871"/>
                  </a:cubicBezTo>
                  <a:cubicBezTo>
                    <a:pt x="250215" y="66451"/>
                    <a:pt x="245179" y="63449"/>
                    <a:pt x="236957" y="58866"/>
                  </a:cubicBezTo>
                  <a:cubicBezTo>
                    <a:pt x="228726" y="54234"/>
                    <a:pt x="222860" y="50546"/>
                    <a:pt x="219365" y="47803"/>
                  </a:cubicBezTo>
                  <a:cubicBezTo>
                    <a:pt x="215912" y="45059"/>
                    <a:pt x="213289" y="42033"/>
                    <a:pt x="211490" y="38725"/>
                  </a:cubicBezTo>
                  <a:cubicBezTo>
                    <a:pt x="209698" y="35416"/>
                    <a:pt x="208794" y="31769"/>
                    <a:pt x="208794" y="27799"/>
                  </a:cubicBezTo>
                  <a:cubicBezTo>
                    <a:pt x="208794" y="20900"/>
                    <a:pt x="211441" y="14961"/>
                    <a:pt x="216743" y="9998"/>
                  </a:cubicBezTo>
                  <a:cubicBezTo>
                    <a:pt x="222036" y="4987"/>
                    <a:pt x="228774" y="2485"/>
                    <a:pt x="236957" y="2485"/>
                  </a:cubicBezTo>
                  <a:cubicBezTo>
                    <a:pt x="242057" y="2485"/>
                    <a:pt x="247471" y="3736"/>
                    <a:pt x="253192" y="6238"/>
                  </a:cubicBezTo>
                  <a:cubicBezTo>
                    <a:pt x="255839" y="7424"/>
                    <a:pt x="257711" y="8013"/>
                    <a:pt x="258800" y="8013"/>
                  </a:cubicBezTo>
                  <a:cubicBezTo>
                    <a:pt x="260027" y="8013"/>
                    <a:pt x="261020" y="7658"/>
                    <a:pt x="261778" y="6948"/>
                  </a:cubicBezTo>
                  <a:cubicBezTo>
                    <a:pt x="262577" y="6197"/>
                    <a:pt x="263214" y="4704"/>
                    <a:pt x="263690" y="2485"/>
                  </a:cubicBezTo>
                  <a:lnTo>
                    <a:pt x="266313" y="2485"/>
                  </a:lnTo>
                  <a:close/>
                  <a:moveTo>
                    <a:pt x="283049" y="100851"/>
                  </a:moveTo>
                  <a:lnTo>
                    <a:pt x="283049" y="98228"/>
                  </a:lnTo>
                  <a:lnTo>
                    <a:pt x="286672" y="98228"/>
                  </a:lnTo>
                  <a:cubicBezTo>
                    <a:pt x="290739" y="98228"/>
                    <a:pt x="293620" y="96929"/>
                    <a:pt x="295322" y="94323"/>
                  </a:cubicBezTo>
                  <a:cubicBezTo>
                    <a:pt x="296363" y="92765"/>
                    <a:pt x="296880" y="89263"/>
                    <a:pt x="296880" y="83832"/>
                  </a:cubicBezTo>
                  <a:lnTo>
                    <a:pt x="296880" y="21698"/>
                  </a:lnTo>
                  <a:cubicBezTo>
                    <a:pt x="296880" y="15695"/>
                    <a:pt x="296218" y="11935"/>
                    <a:pt x="294895" y="10426"/>
                  </a:cubicBezTo>
                  <a:cubicBezTo>
                    <a:pt x="293055" y="8344"/>
                    <a:pt x="290311" y="7303"/>
                    <a:pt x="286672" y="7303"/>
                  </a:cubicBezTo>
                  <a:lnTo>
                    <a:pt x="283049" y="7303"/>
                  </a:lnTo>
                  <a:lnTo>
                    <a:pt x="283049" y="4680"/>
                  </a:lnTo>
                  <a:lnTo>
                    <a:pt x="322201" y="4680"/>
                  </a:lnTo>
                  <a:cubicBezTo>
                    <a:pt x="336573" y="4680"/>
                    <a:pt x="347499" y="6310"/>
                    <a:pt x="354971" y="9570"/>
                  </a:cubicBezTo>
                  <a:cubicBezTo>
                    <a:pt x="362484" y="12838"/>
                    <a:pt x="368511" y="18277"/>
                    <a:pt x="373054" y="25887"/>
                  </a:cubicBezTo>
                  <a:cubicBezTo>
                    <a:pt x="377638" y="33496"/>
                    <a:pt x="379929" y="42291"/>
                    <a:pt x="379929" y="52265"/>
                  </a:cubicBezTo>
                  <a:cubicBezTo>
                    <a:pt x="379929" y="65652"/>
                    <a:pt x="375862" y="76828"/>
                    <a:pt x="367737" y="85818"/>
                  </a:cubicBezTo>
                  <a:cubicBezTo>
                    <a:pt x="358610" y="95840"/>
                    <a:pt x="344707" y="100851"/>
                    <a:pt x="326034" y="100851"/>
                  </a:cubicBezTo>
                  <a:lnTo>
                    <a:pt x="283049" y="100851"/>
                  </a:lnTo>
                  <a:close/>
                  <a:moveTo>
                    <a:pt x="310501" y="93903"/>
                  </a:moveTo>
                  <a:cubicBezTo>
                    <a:pt x="316504" y="95226"/>
                    <a:pt x="321540" y="95888"/>
                    <a:pt x="325606" y="95888"/>
                  </a:cubicBezTo>
                  <a:cubicBezTo>
                    <a:pt x="336573" y="95888"/>
                    <a:pt x="345675" y="92031"/>
                    <a:pt x="352913" y="84325"/>
                  </a:cubicBezTo>
                  <a:cubicBezTo>
                    <a:pt x="360143" y="76618"/>
                    <a:pt x="363758" y="66169"/>
                    <a:pt x="363758" y="52975"/>
                  </a:cubicBezTo>
                  <a:cubicBezTo>
                    <a:pt x="363758" y="39693"/>
                    <a:pt x="360143" y="29219"/>
                    <a:pt x="352913" y="21561"/>
                  </a:cubicBezTo>
                  <a:cubicBezTo>
                    <a:pt x="345675" y="13903"/>
                    <a:pt x="336387" y="10071"/>
                    <a:pt x="325042" y="10071"/>
                  </a:cubicBezTo>
                  <a:cubicBezTo>
                    <a:pt x="320781" y="10071"/>
                    <a:pt x="315939" y="10757"/>
                    <a:pt x="310501" y="12128"/>
                  </a:cubicBezTo>
                  <a:lnTo>
                    <a:pt x="310501" y="93903"/>
                  </a:lnTo>
                  <a:close/>
                  <a:moveTo>
                    <a:pt x="415394" y="49288"/>
                  </a:moveTo>
                  <a:lnTo>
                    <a:pt x="460074" y="49288"/>
                  </a:lnTo>
                  <a:lnTo>
                    <a:pt x="460074" y="21771"/>
                  </a:lnTo>
                  <a:cubicBezTo>
                    <a:pt x="460074" y="16857"/>
                    <a:pt x="459768" y="13613"/>
                    <a:pt x="459154" y="12056"/>
                  </a:cubicBezTo>
                  <a:cubicBezTo>
                    <a:pt x="458678" y="10877"/>
                    <a:pt x="457686" y="9861"/>
                    <a:pt x="456177" y="9005"/>
                  </a:cubicBezTo>
                  <a:cubicBezTo>
                    <a:pt x="454143" y="7876"/>
                    <a:pt x="451989" y="7303"/>
                    <a:pt x="449721" y="7303"/>
                  </a:cubicBezTo>
                  <a:lnTo>
                    <a:pt x="446316" y="7303"/>
                  </a:lnTo>
                  <a:lnTo>
                    <a:pt x="446316" y="4680"/>
                  </a:lnTo>
                  <a:lnTo>
                    <a:pt x="487454" y="4680"/>
                  </a:lnTo>
                  <a:lnTo>
                    <a:pt x="487454" y="7303"/>
                  </a:lnTo>
                  <a:lnTo>
                    <a:pt x="484048" y="7303"/>
                  </a:lnTo>
                  <a:cubicBezTo>
                    <a:pt x="481773" y="7303"/>
                    <a:pt x="479626" y="7851"/>
                    <a:pt x="477593" y="8933"/>
                  </a:cubicBezTo>
                  <a:cubicBezTo>
                    <a:pt x="476076" y="9691"/>
                    <a:pt x="475035" y="10853"/>
                    <a:pt x="474470" y="12411"/>
                  </a:cubicBezTo>
                  <a:cubicBezTo>
                    <a:pt x="473953" y="13928"/>
                    <a:pt x="473687" y="17042"/>
                    <a:pt x="473687" y="21771"/>
                  </a:cubicBezTo>
                  <a:lnTo>
                    <a:pt x="473687" y="83832"/>
                  </a:lnTo>
                  <a:cubicBezTo>
                    <a:pt x="473687" y="88698"/>
                    <a:pt x="474002" y="91918"/>
                    <a:pt x="474615" y="93475"/>
                  </a:cubicBezTo>
                  <a:cubicBezTo>
                    <a:pt x="475083" y="94653"/>
                    <a:pt x="476052" y="95670"/>
                    <a:pt x="477520" y="96525"/>
                  </a:cubicBezTo>
                  <a:cubicBezTo>
                    <a:pt x="479602" y="97655"/>
                    <a:pt x="481773" y="98228"/>
                    <a:pt x="484048" y="98228"/>
                  </a:cubicBezTo>
                  <a:lnTo>
                    <a:pt x="487454" y="98228"/>
                  </a:lnTo>
                  <a:lnTo>
                    <a:pt x="487454" y="100851"/>
                  </a:lnTo>
                  <a:lnTo>
                    <a:pt x="446316" y="100851"/>
                  </a:lnTo>
                  <a:lnTo>
                    <a:pt x="446316" y="98228"/>
                  </a:lnTo>
                  <a:lnTo>
                    <a:pt x="449721" y="98228"/>
                  </a:lnTo>
                  <a:cubicBezTo>
                    <a:pt x="453643" y="98228"/>
                    <a:pt x="456508" y="97066"/>
                    <a:pt x="458299" y="94750"/>
                  </a:cubicBezTo>
                  <a:cubicBezTo>
                    <a:pt x="459485" y="93241"/>
                    <a:pt x="460074" y="89594"/>
                    <a:pt x="460074" y="83832"/>
                  </a:cubicBezTo>
                  <a:lnTo>
                    <a:pt x="460074" y="54541"/>
                  </a:lnTo>
                  <a:lnTo>
                    <a:pt x="415394" y="54541"/>
                  </a:lnTo>
                  <a:lnTo>
                    <a:pt x="415394" y="83832"/>
                  </a:lnTo>
                  <a:cubicBezTo>
                    <a:pt x="415394" y="88698"/>
                    <a:pt x="415701" y="91918"/>
                    <a:pt x="416314" y="93475"/>
                  </a:cubicBezTo>
                  <a:cubicBezTo>
                    <a:pt x="416790" y="94653"/>
                    <a:pt x="417783" y="95670"/>
                    <a:pt x="419292" y="96525"/>
                  </a:cubicBezTo>
                  <a:cubicBezTo>
                    <a:pt x="421325" y="97655"/>
                    <a:pt x="423480" y="98228"/>
                    <a:pt x="425747" y="98228"/>
                  </a:cubicBezTo>
                  <a:lnTo>
                    <a:pt x="429225" y="98228"/>
                  </a:lnTo>
                  <a:lnTo>
                    <a:pt x="429225" y="100851"/>
                  </a:lnTo>
                  <a:lnTo>
                    <a:pt x="388015" y="100851"/>
                  </a:lnTo>
                  <a:lnTo>
                    <a:pt x="388015" y="98228"/>
                  </a:lnTo>
                  <a:lnTo>
                    <a:pt x="391420" y="98228"/>
                  </a:lnTo>
                  <a:cubicBezTo>
                    <a:pt x="395390" y="98228"/>
                    <a:pt x="398279" y="97066"/>
                    <a:pt x="400070" y="94750"/>
                  </a:cubicBezTo>
                  <a:cubicBezTo>
                    <a:pt x="401208" y="93241"/>
                    <a:pt x="401773" y="89594"/>
                    <a:pt x="401773" y="83832"/>
                  </a:cubicBezTo>
                  <a:lnTo>
                    <a:pt x="401773" y="21771"/>
                  </a:lnTo>
                  <a:cubicBezTo>
                    <a:pt x="401773" y="16857"/>
                    <a:pt x="401466" y="13613"/>
                    <a:pt x="400853" y="12056"/>
                  </a:cubicBezTo>
                  <a:cubicBezTo>
                    <a:pt x="400377" y="10877"/>
                    <a:pt x="399409" y="9861"/>
                    <a:pt x="397948" y="9005"/>
                  </a:cubicBezTo>
                  <a:cubicBezTo>
                    <a:pt x="395866" y="7876"/>
                    <a:pt x="393688" y="7303"/>
                    <a:pt x="391420" y="7303"/>
                  </a:cubicBezTo>
                  <a:lnTo>
                    <a:pt x="388015" y="7303"/>
                  </a:lnTo>
                  <a:lnTo>
                    <a:pt x="388015" y="4680"/>
                  </a:lnTo>
                  <a:lnTo>
                    <a:pt x="429225" y="4680"/>
                  </a:lnTo>
                  <a:lnTo>
                    <a:pt x="429225" y="7303"/>
                  </a:lnTo>
                  <a:lnTo>
                    <a:pt x="425747" y="7303"/>
                  </a:lnTo>
                  <a:cubicBezTo>
                    <a:pt x="423480" y="7303"/>
                    <a:pt x="421325" y="7851"/>
                    <a:pt x="419292" y="8933"/>
                  </a:cubicBezTo>
                  <a:cubicBezTo>
                    <a:pt x="417831" y="9691"/>
                    <a:pt x="416814" y="10853"/>
                    <a:pt x="416241" y="12411"/>
                  </a:cubicBezTo>
                  <a:cubicBezTo>
                    <a:pt x="415677" y="13928"/>
                    <a:pt x="415394" y="17042"/>
                    <a:pt x="415394" y="21771"/>
                  </a:cubicBezTo>
                  <a:lnTo>
                    <a:pt x="415394" y="49288"/>
                  </a:lnTo>
                  <a:close/>
                  <a:moveTo>
                    <a:pt x="579646" y="2485"/>
                  </a:moveTo>
                  <a:lnTo>
                    <a:pt x="582131" y="32834"/>
                  </a:lnTo>
                  <a:lnTo>
                    <a:pt x="579646" y="32834"/>
                  </a:lnTo>
                  <a:cubicBezTo>
                    <a:pt x="577144" y="25273"/>
                    <a:pt x="573901" y="19576"/>
                    <a:pt x="569930" y="15743"/>
                  </a:cubicBezTo>
                  <a:cubicBezTo>
                    <a:pt x="564209" y="10216"/>
                    <a:pt x="556858" y="7448"/>
                    <a:pt x="547877" y="7448"/>
                  </a:cubicBezTo>
                  <a:cubicBezTo>
                    <a:pt x="535628" y="7448"/>
                    <a:pt x="526316" y="12290"/>
                    <a:pt x="519933" y="21989"/>
                  </a:cubicBezTo>
                  <a:cubicBezTo>
                    <a:pt x="514591" y="30163"/>
                    <a:pt x="511920" y="39903"/>
                    <a:pt x="511920" y="51208"/>
                  </a:cubicBezTo>
                  <a:cubicBezTo>
                    <a:pt x="511920" y="60375"/>
                    <a:pt x="513687" y="68743"/>
                    <a:pt x="517238" y="76312"/>
                  </a:cubicBezTo>
                  <a:cubicBezTo>
                    <a:pt x="520780" y="83873"/>
                    <a:pt x="525420" y="89433"/>
                    <a:pt x="531141" y="92975"/>
                  </a:cubicBezTo>
                  <a:cubicBezTo>
                    <a:pt x="536903" y="96477"/>
                    <a:pt x="542817" y="98228"/>
                    <a:pt x="548869" y="98228"/>
                  </a:cubicBezTo>
                  <a:cubicBezTo>
                    <a:pt x="552412" y="98228"/>
                    <a:pt x="555841" y="97776"/>
                    <a:pt x="559150" y="96881"/>
                  </a:cubicBezTo>
                  <a:cubicBezTo>
                    <a:pt x="562458" y="95977"/>
                    <a:pt x="565654" y="94653"/>
                    <a:pt x="568728" y="92910"/>
                  </a:cubicBezTo>
                  <a:lnTo>
                    <a:pt x="568728" y="65103"/>
                  </a:lnTo>
                  <a:cubicBezTo>
                    <a:pt x="568728" y="60286"/>
                    <a:pt x="568349" y="57139"/>
                    <a:pt x="567590" y="55670"/>
                  </a:cubicBezTo>
                  <a:cubicBezTo>
                    <a:pt x="566880" y="54161"/>
                    <a:pt x="565750" y="53024"/>
                    <a:pt x="564185" y="52265"/>
                  </a:cubicBezTo>
                  <a:cubicBezTo>
                    <a:pt x="562676" y="51466"/>
                    <a:pt x="559981" y="51063"/>
                    <a:pt x="556100" y="51063"/>
                  </a:cubicBezTo>
                  <a:lnTo>
                    <a:pt x="556100" y="48368"/>
                  </a:lnTo>
                  <a:lnTo>
                    <a:pt x="593340" y="48368"/>
                  </a:lnTo>
                  <a:lnTo>
                    <a:pt x="593340" y="51063"/>
                  </a:lnTo>
                  <a:lnTo>
                    <a:pt x="591564" y="51063"/>
                  </a:lnTo>
                  <a:cubicBezTo>
                    <a:pt x="587877" y="51063"/>
                    <a:pt x="585343" y="52289"/>
                    <a:pt x="583971" y="54751"/>
                  </a:cubicBezTo>
                  <a:cubicBezTo>
                    <a:pt x="583027" y="56502"/>
                    <a:pt x="582559" y="59955"/>
                    <a:pt x="582559" y="65103"/>
                  </a:cubicBezTo>
                  <a:lnTo>
                    <a:pt x="582559" y="94540"/>
                  </a:lnTo>
                  <a:cubicBezTo>
                    <a:pt x="577120" y="97470"/>
                    <a:pt x="571754" y="99624"/>
                    <a:pt x="566461" y="100996"/>
                  </a:cubicBezTo>
                  <a:cubicBezTo>
                    <a:pt x="561159" y="102368"/>
                    <a:pt x="555276" y="103046"/>
                    <a:pt x="548797" y="103046"/>
                  </a:cubicBezTo>
                  <a:cubicBezTo>
                    <a:pt x="530213" y="103046"/>
                    <a:pt x="516100" y="97090"/>
                    <a:pt x="506457" y="85180"/>
                  </a:cubicBezTo>
                  <a:cubicBezTo>
                    <a:pt x="499219" y="76239"/>
                    <a:pt x="495604" y="65935"/>
                    <a:pt x="495604" y="54258"/>
                  </a:cubicBezTo>
                  <a:cubicBezTo>
                    <a:pt x="495604" y="45794"/>
                    <a:pt x="497637" y="37684"/>
                    <a:pt x="501704" y="29929"/>
                  </a:cubicBezTo>
                  <a:cubicBezTo>
                    <a:pt x="506530" y="20706"/>
                    <a:pt x="513146" y="13613"/>
                    <a:pt x="521563" y="8650"/>
                  </a:cubicBezTo>
                  <a:cubicBezTo>
                    <a:pt x="528607" y="4535"/>
                    <a:pt x="536927" y="2485"/>
                    <a:pt x="546529" y="2485"/>
                  </a:cubicBezTo>
                  <a:cubicBezTo>
                    <a:pt x="550023" y="2485"/>
                    <a:pt x="553195" y="2768"/>
                    <a:pt x="556035" y="3333"/>
                  </a:cubicBezTo>
                  <a:cubicBezTo>
                    <a:pt x="558916" y="3898"/>
                    <a:pt x="562983" y="5156"/>
                    <a:pt x="568228" y="7093"/>
                  </a:cubicBezTo>
                  <a:cubicBezTo>
                    <a:pt x="570875" y="8086"/>
                    <a:pt x="572650" y="8578"/>
                    <a:pt x="573545" y="8578"/>
                  </a:cubicBezTo>
                  <a:cubicBezTo>
                    <a:pt x="574449" y="8578"/>
                    <a:pt x="575208" y="8182"/>
                    <a:pt x="575821" y="7375"/>
                  </a:cubicBezTo>
                  <a:cubicBezTo>
                    <a:pt x="576483" y="6528"/>
                    <a:pt x="576886" y="4890"/>
                    <a:pt x="577023" y="2485"/>
                  </a:cubicBezTo>
                  <a:lnTo>
                    <a:pt x="579646" y="2485"/>
                  </a:lnTo>
                  <a:close/>
                  <a:moveTo>
                    <a:pt x="652843" y="0"/>
                  </a:moveTo>
                  <a:cubicBezTo>
                    <a:pt x="654828" y="0"/>
                    <a:pt x="656506" y="710"/>
                    <a:pt x="657878" y="2130"/>
                  </a:cubicBezTo>
                  <a:cubicBezTo>
                    <a:pt x="659290" y="3502"/>
                    <a:pt x="660001" y="5180"/>
                    <a:pt x="660001" y="7165"/>
                  </a:cubicBezTo>
                  <a:cubicBezTo>
                    <a:pt x="660001" y="9151"/>
                    <a:pt x="659290" y="10853"/>
                    <a:pt x="657878" y="12265"/>
                  </a:cubicBezTo>
                  <a:cubicBezTo>
                    <a:pt x="656506" y="13686"/>
                    <a:pt x="654828" y="14396"/>
                    <a:pt x="652843" y="14396"/>
                  </a:cubicBezTo>
                  <a:cubicBezTo>
                    <a:pt x="650858" y="14396"/>
                    <a:pt x="649155" y="13686"/>
                    <a:pt x="647735" y="12265"/>
                  </a:cubicBezTo>
                  <a:cubicBezTo>
                    <a:pt x="646315" y="10853"/>
                    <a:pt x="645605" y="9151"/>
                    <a:pt x="645605" y="7165"/>
                  </a:cubicBezTo>
                  <a:cubicBezTo>
                    <a:pt x="645605" y="5180"/>
                    <a:pt x="646291" y="3502"/>
                    <a:pt x="647662" y="2130"/>
                  </a:cubicBezTo>
                  <a:cubicBezTo>
                    <a:pt x="649083" y="710"/>
                    <a:pt x="650809" y="0"/>
                    <a:pt x="652843" y="0"/>
                  </a:cubicBezTo>
                  <a:close/>
                  <a:moveTo>
                    <a:pt x="658726" y="33972"/>
                  </a:moveTo>
                  <a:lnTo>
                    <a:pt x="658726" y="86173"/>
                  </a:lnTo>
                  <a:cubicBezTo>
                    <a:pt x="658726" y="90240"/>
                    <a:pt x="659008" y="92951"/>
                    <a:pt x="659581" y="94323"/>
                  </a:cubicBezTo>
                  <a:cubicBezTo>
                    <a:pt x="660194" y="95646"/>
                    <a:pt x="661066" y="96647"/>
                    <a:pt x="662203" y="97308"/>
                  </a:cubicBezTo>
                  <a:cubicBezTo>
                    <a:pt x="663382" y="97970"/>
                    <a:pt x="665512" y="98301"/>
                    <a:pt x="668586" y="98301"/>
                  </a:cubicBezTo>
                  <a:lnTo>
                    <a:pt x="668586" y="100851"/>
                  </a:lnTo>
                  <a:lnTo>
                    <a:pt x="637027" y="100851"/>
                  </a:lnTo>
                  <a:lnTo>
                    <a:pt x="637027" y="98301"/>
                  </a:lnTo>
                  <a:cubicBezTo>
                    <a:pt x="640190" y="98301"/>
                    <a:pt x="642320" y="97994"/>
                    <a:pt x="643410" y="97373"/>
                  </a:cubicBezTo>
                  <a:cubicBezTo>
                    <a:pt x="644491" y="96759"/>
                    <a:pt x="645346" y="95743"/>
                    <a:pt x="645960" y="94323"/>
                  </a:cubicBezTo>
                  <a:cubicBezTo>
                    <a:pt x="646621" y="92910"/>
                    <a:pt x="646952" y="90191"/>
                    <a:pt x="646952" y="86173"/>
                  </a:cubicBezTo>
                  <a:lnTo>
                    <a:pt x="646952" y="61133"/>
                  </a:lnTo>
                  <a:cubicBezTo>
                    <a:pt x="646952" y="54089"/>
                    <a:pt x="646743" y="49530"/>
                    <a:pt x="646315" y="47448"/>
                  </a:cubicBezTo>
                  <a:cubicBezTo>
                    <a:pt x="645984" y="45931"/>
                    <a:pt x="645468" y="44890"/>
                    <a:pt x="644757" y="44325"/>
                  </a:cubicBezTo>
                  <a:cubicBezTo>
                    <a:pt x="644047" y="43712"/>
                    <a:pt x="643079" y="43405"/>
                    <a:pt x="641844" y="43405"/>
                  </a:cubicBezTo>
                  <a:cubicBezTo>
                    <a:pt x="640521" y="43405"/>
                    <a:pt x="638915" y="43760"/>
                    <a:pt x="637027" y="44470"/>
                  </a:cubicBezTo>
                  <a:lnTo>
                    <a:pt x="636035" y="41912"/>
                  </a:lnTo>
                  <a:lnTo>
                    <a:pt x="655603" y="33972"/>
                  </a:lnTo>
                  <a:lnTo>
                    <a:pt x="658726" y="33972"/>
                  </a:lnTo>
                  <a:close/>
                  <a:moveTo>
                    <a:pt x="695675" y="47730"/>
                  </a:moveTo>
                  <a:cubicBezTo>
                    <a:pt x="703293" y="38555"/>
                    <a:pt x="710547" y="33972"/>
                    <a:pt x="717446" y="33972"/>
                  </a:cubicBezTo>
                  <a:cubicBezTo>
                    <a:pt x="720997" y="33972"/>
                    <a:pt x="724047" y="34868"/>
                    <a:pt x="726597" y="36667"/>
                  </a:cubicBezTo>
                  <a:cubicBezTo>
                    <a:pt x="729155" y="38418"/>
                    <a:pt x="731188" y="41323"/>
                    <a:pt x="732697" y="45390"/>
                  </a:cubicBezTo>
                  <a:cubicBezTo>
                    <a:pt x="733738" y="48231"/>
                    <a:pt x="734255" y="52580"/>
                    <a:pt x="734255" y="58438"/>
                  </a:cubicBezTo>
                  <a:lnTo>
                    <a:pt x="734255" y="86173"/>
                  </a:lnTo>
                  <a:cubicBezTo>
                    <a:pt x="734255" y="90280"/>
                    <a:pt x="734586" y="93072"/>
                    <a:pt x="735247" y="94540"/>
                  </a:cubicBezTo>
                  <a:cubicBezTo>
                    <a:pt x="735772" y="95719"/>
                    <a:pt x="736595" y="96647"/>
                    <a:pt x="737733" y="97308"/>
                  </a:cubicBezTo>
                  <a:cubicBezTo>
                    <a:pt x="738919" y="97970"/>
                    <a:pt x="741065" y="98301"/>
                    <a:pt x="744188" y="98301"/>
                  </a:cubicBezTo>
                  <a:lnTo>
                    <a:pt x="744188" y="100851"/>
                  </a:lnTo>
                  <a:lnTo>
                    <a:pt x="712056" y="100851"/>
                  </a:lnTo>
                  <a:lnTo>
                    <a:pt x="712056" y="98301"/>
                  </a:lnTo>
                  <a:lnTo>
                    <a:pt x="713403" y="98301"/>
                  </a:lnTo>
                  <a:cubicBezTo>
                    <a:pt x="716429" y="98301"/>
                    <a:pt x="718536" y="97849"/>
                    <a:pt x="719722" y="96953"/>
                  </a:cubicBezTo>
                  <a:cubicBezTo>
                    <a:pt x="720948" y="96001"/>
                    <a:pt x="721804" y="94629"/>
                    <a:pt x="722272" y="92838"/>
                  </a:cubicBezTo>
                  <a:cubicBezTo>
                    <a:pt x="722465" y="92128"/>
                    <a:pt x="722554" y="89909"/>
                    <a:pt x="722554" y="86173"/>
                  </a:cubicBezTo>
                  <a:lnTo>
                    <a:pt x="722554" y="59576"/>
                  </a:lnTo>
                  <a:cubicBezTo>
                    <a:pt x="722554" y="53661"/>
                    <a:pt x="721780" y="49384"/>
                    <a:pt x="720214" y="46738"/>
                  </a:cubicBezTo>
                  <a:cubicBezTo>
                    <a:pt x="718705" y="44043"/>
                    <a:pt x="716123" y="42695"/>
                    <a:pt x="712484" y="42695"/>
                  </a:cubicBezTo>
                  <a:cubicBezTo>
                    <a:pt x="706859" y="42695"/>
                    <a:pt x="701259" y="45769"/>
                    <a:pt x="695675" y="51918"/>
                  </a:cubicBezTo>
                  <a:lnTo>
                    <a:pt x="695675" y="86173"/>
                  </a:lnTo>
                  <a:cubicBezTo>
                    <a:pt x="695675" y="90570"/>
                    <a:pt x="695933" y="93282"/>
                    <a:pt x="696458" y="94323"/>
                  </a:cubicBezTo>
                  <a:cubicBezTo>
                    <a:pt x="697120" y="95694"/>
                    <a:pt x="698015" y="96711"/>
                    <a:pt x="699153" y="97373"/>
                  </a:cubicBezTo>
                  <a:cubicBezTo>
                    <a:pt x="700331" y="97994"/>
                    <a:pt x="702695" y="98301"/>
                    <a:pt x="706246" y="98301"/>
                  </a:cubicBezTo>
                  <a:lnTo>
                    <a:pt x="706246" y="100851"/>
                  </a:lnTo>
                  <a:lnTo>
                    <a:pt x="674114" y="100851"/>
                  </a:lnTo>
                  <a:lnTo>
                    <a:pt x="674114" y="98301"/>
                  </a:lnTo>
                  <a:lnTo>
                    <a:pt x="675534" y="98301"/>
                  </a:lnTo>
                  <a:cubicBezTo>
                    <a:pt x="678842" y="98301"/>
                    <a:pt x="681070" y="97470"/>
                    <a:pt x="682199" y="95815"/>
                  </a:cubicBezTo>
                  <a:cubicBezTo>
                    <a:pt x="683386" y="94113"/>
                    <a:pt x="683975" y="90901"/>
                    <a:pt x="683975" y="86173"/>
                  </a:cubicBezTo>
                  <a:lnTo>
                    <a:pt x="683975" y="62053"/>
                  </a:lnTo>
                  <a:cubicBezTo>
                    <a:pt x="683975" y="54258"/>
                    <a:pt x="683789" y="49506"/>
                    <a:pt x="683410" y="47803"/>
                  </a:cubicBezTo>
                  <a:cubicBezTo>
                    <a:pt x="683079" y="46100"/>
                    <a:pt x="682530" y="44938"/>
                    <a:pt x="681780" y="44325"/>
                  </a:cubicBezTo>
                  <a:cubicBezTo>
                    <a:pt x="681070" y="43712"/>
                    <a:pt x="680101" y="43405"/>
                    <a:pt x="678867" y="43405"/>
                  </a:cubicBezTo>
                  <a:cubicBezTo>
                    <a:pt x="677543" y="43405"/>
                    <a:pt x="675962" y="43760"/>
                    <a:pt x="674114" y="44470"/>
                  </a:cubicBezTo>
                  <a:lnTo>
                    <a:pt x="673049" y="41912"/>
                  </a:lnTo>
                  <a:lnTo>
                    <a:pt x="692625" y="33972"/>
                  </a:lnTo>
                  <a:lnTo>
                    <a:pt x="695675" y="33972"/>
                  </a:lnTo>
                  <a:lnTo>
                    <a:pt x="695675" y="47730"/>
                  </a:lnTo>
                  <a:close/>
                  <a:moveTo>
                    <a:pt x="783623" y="100851"/>
                  </a:moveTo>
                  <a:lnTo>
                    <a:pt x="783623" y="98228"/>
                  </a:lnTo>
                  <a:lnTo>
                    <a:pt x="787238" y="98228"/>
                  </a:lnTo>
                  <a:cubicBezTo>
                    <a:pt x="791305" y="98228"/>
                    <a:pt x="794186" y="96929"/>
                    <a:pt x="795888" y="94323"/>
                  </a:cubicBezTo>
                  <a:cubicBezTo>
                    <a:pt x="796929" y="92765"/>
                    <a:pt x="797446" y="89263"/>
                    <a:pt x="797446" y="83832"/>
                  </a:cubicBezTo>
                  <a:lnTo>
                    <a:pt x="797446" y="21698"/>
                  </a:lnTo>
                  <a:cubicBezTo>
                    <a:pt x="797446" y="15695"/>
                    <a:pt x="796784" y="11935"/>
                    <a:pt x="795461" y="10426"/>
                  </a:cubicBezTo>
                  <a:cubicBezTo>
                    <a:pt x="793621" y="8344"/>
                    <a:pt x="790877" y="7303"/>
                    <a:pt x="787238" y="7303"/>
                  </a:cubicBezTo>
                  <a:lnTo>
                    <a:pt x="783623" y="7303"/>
                  </a:lnTo>
                  <a:lnTo>
                    <a:pt x="783623" y="4680"/>
                  </a:lnTo>
                  <a:lnTo>
                    <a:pt x="822767" y="4680"/>
                  </a:lnTo>
                  <a:cubicBezTo>
                    <a:pt x="837139" y="4680"/>
                    <a:pt x="848065" y="6310"/>
                    <a:pt x="855537" y="9570"/>
                  </a:cubicBezTo>
                  <a:cubicBezTo>
                    <a:pt x="863050" y="12838"/>
                    <a:pt x="869077" y="18277"/>
                    <a:pt x="873620" y="25887"/>
                  </a:cubicBezTo>
                  <a:cubicBezTo>
                    <a:pt x="878204" y="33496"/>
                    <a:pt x="880496" y="42291"/>
                    <a:pt x="880496" y="52265"/>
                  </a:cubicBezTo>
                  <a:cubicBezTo>
                    <a:pt x="880496" y="65652"/>
                    <a:pt x="876437" y="76828"/>
                    <a:pt x="868303" y="85818"/>
                  </a:cubicBezTo>
                  <a:cubicBezTo>
                    <a:pt x="859176" y="95840"/>
                    <a:pt x="845273" y="100851"/>
                    <a:pt x="826600" y="100851"/>
                  </a:cubicBezTo>
                  <a:lnTo>
                    <a:pt x="783623" y="100851"/>
                  </a:lnTo>
                  <a:close/>
                  <a:moveTo>
                    <a:pt x="811067" y="93903"/>
                  </a:moveTo>
                  <a:cubicBezTo>
                    <a:pt x="817070" y="95226"/>
                    <a:pt x="822106" y="95888"/>
                    <a:pt x="826173" y="95888"/>
                  </a:cubicBezTo>
                  <a:cubicBezTo>
                    <a:pt x="837139" y="95888"/>
                    <a:pt x="846241" y="92031"/>
                    <a:pt x="853479" y="84325"/>
                  </a:cubicBezTo>
                  <a:cubicBezTo>
                    <a:pt x="860710" y="76618"/>
                    <a:pt x="864333" y="66169"/>
                    <a:pt x="864333" y="52975"/>
                  </a:cubicBezTo>
                  <a:cubicBezTo>
                    <a:pt x="864333" y="39693"/>
                    <a:pt x="860710" y="29219"/>
                    <a:pt x="853479" y="21561"/>
                  </a:cubicBezTo>
                  <a:cubicBezTo>
                    <a:pt x="846241" y="13903"/>
                    <a:pt x="836953" y="10071"/>
                    <a:pt x="825608" y="10071"/>
                  </a:cubicBezTo>
                  <a:cubicBezTo>
                    <a:pt x="821347" y="10071"/>
                    <a:pt x="816506" y="10757"/>
                    <a:pt x="811067" y="12128"/>
                  </a:cubicBezTo>
                  <a:lnTo>
                    <a:pt x="811067" y="93903"/>
                  </a:lnTo>
                  <a:close/>
                  <a:moveTo>
                    <a:pt x="950078" y="101916"/>
                  </a:moveTo>
                  <a:cubicBezTo>
                    <a:pt x="954895" y="110235"/>
                    <a:pt x="960100" y="116360"/>
                    <a:pt x="965676" y="120282"/>
                  </a:cubicBezTo>
                  <a:cubicBezTo>
                    <a:pt x="971300" y="124211"/>
                    <a:pt x="977683" y="126455"/>
                    <a:pt x="984824" y="127020"/>
                  </a:cubicBezTo>
                  <a:lnTo>
                    <a:pt x="984824" y="129287"/>
                  </a:lnTo>
                  <a:cubicBezTo>
                    <a:pt x="978304" y="129053"/>
                    <a:pt x="971324" y="127730"/>
                    <a:pt x="963900" y="125317"/>
                  </a:cubicBezTo>
                  <a:cubicBezTo>
                    <a:pt x="956485" y="122953"/>
                    <a:pt x="949432" y="119644"/>
                    <a:pt x="942767" y="115392"/>
                  </a:cubicBezTo>
                  <a:cubicBezTo>
                    <a:pt x="936150" y="111179"/>
                    <a:pt x="930429" y="106693"/>
                    <a:pt x="925603" y="101916"/>
                  </a:cubicBezTo>
                  <a:cubicBezTo>
                    <a:pt x="918801" y="99172"/>
                    <a:pt x="913411" y="96267"/>
                    <a:pt x="909432" y="93193"/>
                  </a:cubicBezTo>
                  <a:cubicBezTo>
                    <a:pt x="903671" y="88601"/>
                    <a:pt x="899176" y="82977"/>
                    <a:pt x="895964" y="76312"/>
                  </a:cubicBezTo>
                  <a:cubicBezTo>
                    <a:pt x="892793" y="69598"/>
                    <a:pt x="891212" y="61682"/>
                    <a:pt x="891212" y="52556"/>
                  </a:cubicBezTo>
                  <a:cubicBezTo>
                    <a:pt x="891212" y="38176"/>
                    <a:pt x="895868" y="26242"/>
                    <a:pt x="905180" y="16736"/>
                  </a:cubicBezTo>
                  <a:cubicBezTo>
                    <a:pt x="914492" y="7230"/>
                    <a:pt x="925773" y="2485"/>
                    <a:pt x="939006" y="2485"/>
                  </a:cubicBezTo>
                  <a:cubicBezTo>
                    <a:pt x="951587" y="2485"/>
                    <a:pt x="962464" y="7254"/>
                    <a:pt x="971631" y="16809"/>
                  </a:cubicBezTo>
                  <a:cubicBezTo>
                    <a:pt x="980854" y="26314"/>
                    <a:pt x="985462" y="38321"/>
                    <a:pt x="985462" y="52838"/>
                  </a:cubicBezTo>
                  <a:cubicBezTo>
                    <a:pt x="985462" y="64611"/>
                    <a:pt x="982177" y="74940"/>
                    <a:pt x="975609" y="83832"/>
                  </a:cubicBezTo>
                  <a:cubicBezTo>
                    <a:pt x="969081" y="92717"/>
                    <a:pt x="960568" y="98745"/>
                    <a:pt x="950078" y="101916"/>
                  </a:cubicBezTo>
                  <a:close/>
                  <a:moveTo>
                    <a:pt x="938159" y="7940"/>
                  </a:moveTo>
                  <a:cubicBezTo>
                    <a:pt x="929557" y="7940"/>
                    <a:pt x="922626" y="11015"/>
                    <a:pt x="917381" y="17164"/>
                  </a:cubicBezTo>
                  <a:cubicBezTo>
                    <a:pt x="910756" y="24870"/>
                    <a:pt x="907447" y="36667"/>
                    <a:pt x="907447" y="52556"/>
                  </a:cubicBezTo>
                  <a:cubicBezTo>
                    <a:pt x="907447" y="68105"/>
                    <a:pt x="910804" y="80096"/>
                    <a:pt x="917518" y="88513"/>
                  </a:cubicBezTo>
                  <a:cubicBezTo>
                    <a:pt x="922723" y="94984"/>
                    <a:pt x="929598" y="98228"/>
                    <a:pt x="938159" y="98228"/>
                  </a:cubicBezTo>
                  <a:cubicBezTo>
                    <a:pt x="947052" y="98228"/>
                    <a:pt x="954209" y="94984"/>
                    <a:pt x="959648" y="88513"/>
                  </a:cubicBezTo>
                  <a:cubicBezTo>
                    <a:pt x="966031" y="80847"/>
                    <a:pt x="969226" y="69550"/>
                    <a:pt x="969226" y="54613"/>
                  </a:cubicBezTo>
                  <a:cubicBezTo>
                    <a:pt x="969226" y="43123"/>
                    <a:pt x="967475" y="33447"/>
                    <a:pt x="963973" y="25604"/>
                  </a:cubicBezTo>
                  <a:cubicBezTo>
                    <a:pt x="961278" y="19552"/>
                    <a:pt x="957687" y="15106"/>
                    <a:pt x="953192" y="12265"/>
                  </a:cubicBezTo>
                  <a:cubicBezTo>
                    <a:pt x="948746" y="9385"/>
                    <a:pt x="943735" y="7940"/>
                    <a:pt x="938159" y="7940"/>
                  </a:cubicBezTo>
                  <a:close/>
                  <a:moveTo>
                    <a:pt x="1078517" y="2485"/>
                  </a:moveTo>
                  <a:lnTo>
                    <a:pt x="1080712" y="35174"/>
                  </a:lnTo>
                  <a:lnTo>
                    <a:pt x="1078517" y="35174"/>
                  </a:lnTo>
                  <a:cubicBezTo>
                    <a:pt x="1075580" y="25386"/>
                    <a:pt x="1071400" y="18342"/>
                    <a:pt x="1065961" y="14041"/>
                  </a:cubicBezTo>
                  <a:cubicBezTo>
                    <a:pt x="1060523" y="9740"/>
                    <a:pt x="1053995" y="7585"/>
                    <a:pt x="1046385" y="7585"/>
                  </a:cubicBezTo>
                  <a:cubicBezTo>
                    <a:pt x="1040002" y="7585"/>
                    <a:pt x="1034233" y="9223"/>
                    <a:pt x="1029085" y="12483"/>
                  </a:cubicBezTo>
                  <a:cubicBezTo>
                    <a:pt x="1023928" y="15695"/>
                    <a:pt x="1019861" y="20851"/>
                    <a:pt x="1016884" y="27944"/>
                  </a:cubicBezTo>
                  <a:cubicBezTo>
                    <a:pt x="1013955" y="35037"/>
                    <a:pt x="1012486" y="43857"/>
                    <a:pt x="1012486" y="54395"/>
                  </a:cubicBezTo>
                  <a:cubicBezTo>
                    <a:pt x="1012486" y="63094"/>
                    <a:pt x="1013882" y="70639"/>
                    <a:pt x="1016666" y="77022"/>
                  </a:cubicBezTo>
                  <a:cubicBezTo>
                    <a:pt x="1019458" y="83405"/>
                    <a:pt x="1023646" y="88295"/>
                    <a:pt x="1029222" y="91700"/>
                  </a:cubicBezTo>
                  <a:cubicBezTo>
                    <a:pt x="1034846" y="95105"/>
                    <a:pt x="1041253" y="96808"/>
                    <a:pt x="1048443" y="96808"/>
                  </a:cubicBezTo>
                  <a:cubicBezTo>
                    <a:pt x="1054681" y="96808"/>
                    <a:pt x="1060192" y="95485"/>
                    <a:pt x="1064969" y="92838"/>
                  </a:cubicBezTo>
                  <a:cubicBezTo>
                    <a:pt x="1069746" y="90143"/>
                    <a:pt x="1074991" y="84825"/>
                    <a:pt x="1080712" y="76877"/>
                  </a:cubicBezTo>
                  <a:lnTo>
                    <a:pt x="1082907" y="78297"/>
                  </a:lnTo>
                  <a:cubicBezTo>
                    <a:pt x="1078090" y="86858"/>
                    <a:pt x="1072465" y="93120"/>
                    <a:pt x="1066034" y="97090"/>
                  </a:cubicBezTo>
                  <a:cubicBezTo>
                    <a:pt x="1059603" y="101061"/>
                    <a:pt x="1051969" y="103046"/>
                    <a:pt x="1043125" y="103046"/>
                  </a:cubicBezTo>
                  <a:cubicBezTo>
                    <a:pt x="1027188" y="103046"/>
                    <a:pt x="1014850" y="97139"/>
                    <a:pt x="1006103" y="85317"/>
                  </a:cubicBezTo>
                  <a:cubicBezTo>
                    <a:pt x="999575" y="76522"/>
                    <a:pt x="996315" y="66169"/>
                    <a:pt x="996315" y="54258"/>
                  </a:cubicBezTo>
                  <a:cubicBezTo>
                    <a:pt x="996315" y="44656"/>
                    <a:pt x="998470" y="35836"/>
                    <a:pt x="1002770" y="27799"/>
                  </a:cubicBezTo>
                  <a:cubicBezTo>
                    <a:pt x="1007071" y="19762"/>
                    <a:pt x="1012978" y="13548"/>
                    <a:pt x="1020499" y="9151"/>
                  </a:cubicBezTo>
                  <a:cubicBezTo>
                    <a:pt x="1028068" y="4704"/>
                    <a:pt x="1036315" y="2485"/>
                    <a:pt x="1045247" y="2485"/>
                  </a:cubicBezTo>
                  <a:cubicBezTo>
                    <a:pt x="1052203" y="2485"/>
                    <a:pt x="1059054" y="4188"/>
                    <a:pt x="1065816" y="7585"/>
                  </a:cubicBezTo>
                  <a:cubicBezTo>
                    <a:pt x="1067802" y="8626"/>
                    <a:pt x="1069222" y="9151"/>
                    <a:pt x="1070077" y="9151"/>
                  </a:cubicBezTo>
                  <a:cubicBezTo>
                    <a:pt x="1071352" y="9151"/>
                    <a:pt x="1072465" y="8699"/>
                    <a:pt x="1073409" y="7803"/>
                  </a:cubicBezTo>
                  <a:cubicBezTo>
                    <a:pt x="1074636" y="6528"/>
                    <a:pt x="1075508" y="4753"/>
                    <a:pt x="1076032" y="2485"/>
                  </a:cubicBezTo>
                  <a:lnTo>
                    <a:pt x="1078517" y="2485"/>
                  </a:lnTo>
                  <a:close/>
                </a:path>
              </a:pathLst>
            </a:custGeom>
            <a:solidFill>
              <a:srgbClr val="000000"/>
            </a:solidFill>
            <a:ln w="807" cap="flat">
              <a:noFill/>
              <a:prstDash val="solid"/>
              <a:miter/>
            </a:ln>
          </p:spPr>
        </p:sp>
        <p:sp>
          <p:nvSpPr>
            <p:cNvPr id="35" name="任意形状 34">
              <a:extLst>
                <a:ext uri="{FF2B5EF4-FFF2-40B4-BE49-F238E27FC236}">
                  <a16:creationId xmlns:a16="http://schemas.microsoft.com/office/drawing/2014/main" id="{79091178-9A84-1B72-7423-3E3B503675AF}"/>
                </a:ext>
              </a:extLst>
            </p:cNvPr>
            <p:cNvSpPr/>
            <p:nvPr/>
          </p:nvSpPr>
          <p:spPr>
            <a:xfrm>
              <a:off x="4008693" y="2612866"/>
              <a:ext cx="820182" cy="104671"/>
            </a:xfrm>
            <a:custGeom>
              <a:avLst/>
              <a:gdLst>
                <a:gd name="csX0" fmla="*/ 696627 w 698400"/>
                <a:gd name="csY0" fmla="*/ 48842 h 89129"/>
                <a:gd name="csX1" fmla="*/ 696627 w 698400"/>
                <a:gd name="csY1" fmla="*/ 40288 h 89129"/>
                <a:gd name="csX2" fmla="*/ 658112 w 698400"/>
                <a:gd name="csY2" fmla="*/ 1773 h 89129"/>
                <a:gd name="csX3" fmla="*/ 649559 w 698400"/>
                <a:gd name="csY3" fmla="*/ 1773 h 89129"/>
                <a:gd name="csX4" fmla="*/ 649559 w 698400"/>
                <a:gd name="csY4" fmla="*/ 10327 h 89129"/>
                <a:gd name="csX5" fmla="*/ 683789 w 698400"/>
                <a:gd name="csY5" fmla="*/ 44565 h 89129"/>
                <a:gd name="csX6" fmla="*/ 649559 w 698400"/>
                <a:gd name="csY6" fmla="*/ 78803 h 89129"/>
                <a:gd name="csX7" fmla="*/ 649559 w 698400"/>
                <a:gd name="csY7" fmla="*/ 87357 h 89129"/>
                <a:gd name="csX8" fmla="*/ 658112 w 698400"/>
                <a:gd name="csY8" fmla="*/ 87357 h 89129"/>
                <a:gd name="csX9" fmla="*/ 696627 w 698400"/>
                <a:gd name="csY9" fmla="*/ 48842 h 89129"/>
                <a:gd name="csX10" fmla="*/ 0 w 698400"/>
                <a:gd name="csY10" fmla="*/ 50617 h 89129"/>
                <a:gd name="csX11" fmla="*/ 15735 w 698400"/>
                <a:gd name="csY11" fmla="*/ 50617 h 89129"/>
                <a:gd name="csX12" fmla="*/ 15735 w 698400"/>
                <a:gd name="csY12" fmla="*/ 38513 h 89129"/>
                <a:gd name="csX13" fmla="*/ 0 w 698400"/>
                <a:gd name="csY13" fmla="*/ 38513 h 89129"/>
                <a:gd name="csX14" fmla="*/ 0 w 698400"/>
                <a:gd name="csY14" fmla="*/ 50617 h 89129"/>
                <a:gd name="csX15" fmla="*/ 47206 w 698400"/>
                <a:gd name="csY15" fmla="*/ 50617 h 89129"/>
                <a:gd name="csX16" fmla="*/ 78676 w 698400"/>
                <a:gd name="csY16" fmla="*/ 50617 h 89129"/>
                <a:gd name="csX17" fmla="*/ 78676 w 698400"/>
                <a:gd name="csY17" fmla="*/ 38513 h 89129"/>
                <a:gd name="csX18" fmla="*/ 47206 w 698400"/>
                <a:gd name="csY18" fmla="*/ 38513 h 89129"/>
                <a:gd name="csX19" fmla="*/ 47206 w 698400"/>
                <a:gd name="csY19" fmla="*/ 50617 h 89129"/>
                <a:gd name="csX20" fmla="*/ 110147 w 698400"/>
                <a:gd name="csY20" fmla="*/ 50617 h 89129"/>
                <a:gd name="csX21" fmla="*/ 141617 w 698400"/>
                <a:gd name="csY21" fmla="*/ 50617 h 89129"/>
                <a:gd name="csX22" fmla="*/ 141617 w 698400"/>
                <a:gd name="csY22" fmla="*/ 38513 h 89129"/>
                <a:gd name="csX23" fmla="*/ 110147 w 698400"/>
                <a:gd name="csY23" fmla="*/ 38513 h 89129"/>
                <a:gd name="csX24" fmla="*/ 110147 w 698400"/>
                <a:gd name="csY24" fmla="*/ 50617 h 89129"/>
                <a:gd name="csX25" fmla="*/ 173088 w 698400"/>
                <a:gd name="csY25" fmla="*/ 50617 h 89129"/>
                <a:gd name="csX26" fmla="*/ 204558 w 698400"/>
                <a:gd name="csY26" fmla="*/ 50617 h 89129"/>
                <a:gd name="csX27" fmla="*/ 204558 w 698400"/>
                <a:gd name="csY27" fmla="*/ 38513 h 89129"/>
                <a:gd name="csX28" fmla="*/ 173088 w 698400"/>
                <a:gd name="csY28" fmla="*/ 38513 h 89129"/>
                <a:gd name="csX29" fmla="*/ 173088 w 698400"/>
                <a:gd name="csY29" fmla="*/ 50617 h 89129"/>
                <a:gd name="csX30" fmla="*/ 236029 w 698400"/>
                <a:gd name="csY30" fmla="*/ 50617 h 89129"/>
                <a:gd name="csX31" fmla="*/ 267499 w 698400"/>
                <a:gd name="csY31" fmla="*/ 50617 h 89129"/>
                <a:gd name="csX32" fmla="*/ 267499 w 698400"/>
                <a:gd name="csY32" fmla="*/ 38513 h 89129"/>
                <a:gd name="csX33" fmla="*/ 236029 w 698400"/>
                <a:gd name="csY33" fmla="*/ 38513 h 89129"/>
                <a:gd name="csX34" fmla="*/ 236029 w 698400"/>
                <a:gd name="csY34" fmla="*/ 50617 h 89129"/>
                <a:gd name="csX35" fmla="*/ 298970 w 698400"/>
                <a:gd name="csY35" fmla="*/ 50617 h 89129"/>
                <a:gd name="csX36" fmla="*/ 330440 w 698400"/>
                <a:gd name="csY36" fmla="*/ 50617 h 89129"/>
                <a:gd name="csX37" fmla="*/ 330440 w 698400"/>
                <a:gd name="csY37" fmla="*/ 38513 h 89129"/>
                <a:gd name="csX38" fmla="*/ 298970 w 698400"/>
                <a:gd name="csY38" fmla="*/ 38513 h 89129"/>
                <a:gd name="csX39" fmla="*/ 298970 w 698400"/>
                <a:gd name="csY39" fmla="*/ 50617 h 89129"/>
                <a:gd name="csX40" fmla="*/ 361910 w 698400"/>
                <a:gd name="csY40" fmla="*/ 50617 h 89129"/>
                <a:gd name="csX41" fmla="*/ 393381 w 698400"/>
                <a:gd name="csY41" fmla="*/ 50617 h 89129"/>
                <a:gd name="csX42" fmla="*/ 393381 w 698400"/>
                <a:gd name="csY42" fmla="*/ 38513 h 89129"/>
                <a:gd name="csX43" fmla="*/ 361910 w 698400"/>
                <a:gd name="csY43" fmla="*/ 38513 h 89129"/>
                <a:gd name="csX44" fmla="*/ 361910 w 698400"/>
                <a:gd name="csY44" fmla="*/ 50617 h 89129"/>
                <a:gd name="csX45" fmla="*/ 424851 w 698400"/>
                <a:gd name="csY45" fmla="*/ 50617 h 89129"/>
                <a:gd name="csX46" fmla="*/ 456322 w 698400"/>
                <a:gd name="csY46" fmla="*/ 50617 h 89129"/>
                <a:gd name="csX47" fmla="*/ 456322 w 698400"/>
                <a:gd name="csY47" fmla="*/ 38513 h 89129"/>
                <a:gd name="csX48" fmla="*/ 424851 w 698400"/>
                <a:gd name="csY48" fmla="*/ 38513 h 89129"/>
                <a:gd name="csX49" fmla="*/ 424851 w 698400"/>
                <a:gd name="csY49" fmla="*/ 50617 h 89129"/>
                <a:gd name="csX50" fmla="*/ 487792 w 698400"/>
                <a:gd name="csY50" fmla="*/ 50617 h 89129"/>
                <a:gd name="csX51" fmla="*/ 519263 w 698400"/>
                <a:gd name="csY51" fmla="*/ 50617 h 89129"/>
                <a:gd name="csX52" fmla="*/ 519263 w 698400"/>
                <a:gd name="csY52" fmla="*/ 38513 h 89129"/>
                <a:gd name="csX53" fmla="*/ 487792 w 698400"/>
                <a:gd name="csY53" fmla="*/ 38513 h 89129"/>
                <a:gd name="csX54" fmla="*/ 487792 w 698400"/>
                <a:gd name="csY54" fmla="*/ 50617 h 89129"/>
                <a:gd name="csX55" fmla="*/ 550733 w 698400"/>
                <a:gd name="csY55" fmla="*/ 50617 h 89129"/>
                <a:gd name="csX56" fmla="*/ 582204 w 698400"/>
                <a:gd name="csY56" fmla="*/ 50617 h 89129"/>
                <a:gd name="csX57" fmla="*/ 582204 w 698400"/>
                <a:gd name="csY57" fmla="*/ 38513 h 89129"/>
                <a:gd name="csX58" fmla="*/ 550733 w 698400"/>
                <a:gd name="csY58" fmla="*/ 38513 h 89129"/>
                <a:gd name="csX59" fmla="*/ 550733 w 698400"/>
                <a:gd name="csY59" fmla="*/ 50617 h 89129"/>
                <a:gd name="csX60" fmla="*/ 613674 w 698400"/>
                <a:gd name="csY60" fmla="*/ 50617 h 89129"/>
                <a:gd name="csX61" fmla="*/ 645145 w 698400"/>
                <a:gd name="csY61" fmla="*/ 50617 h 89129"/>
                <a:gd name="csX62" fmla="*/ 645145 w 698400"/>
                <a:gd name="csY62" fmla="*/ 38513 h 89129"/>
                <a:gd name="csX63" fmla="*/ 613674 w 698400"/>
                <a:gd name="csY63" fmla="*/ 38513 h 89129"/>
                <a:gd name="csX64" fmla="*/ 613674 w 698400"/>
                <a:gd name="csY64" fmla="*/ 50617 h 89129"/>
                <a:gd name="csX65" fmla="*/ 676615 w 698400"/>
                <a:gd name="csY65" fmla="*/ 50617 h 89129"/>
                <a:gd name="csX66" fmla="*/ 692350 w 698400"/>
                <a:gd name="csY66" fmla="*/ 50617 h 89129"/>
                <a:gd name="csX67" fmla="*/ 692350 w 698400"/>
                <a:gd name="csY67" fmla="*/ 38513 h 89129"/>
                <a:gd name="csX68" fmla="*/ 676615 w 698400"/>
                <a:gd name="csY68" fmla="*/ 38513 h 89129"/>
                <a:gd name="csX69" fmla="*/ 676615 w 698400"/>
                <a:gd name="csY69" fmla="*/ 50617 h 89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698400" h="89129">
                  <a:moveTo>
                    <a:pt x="696627" y="48842"/>
                  </a:moveTo>
                  <a:cubicBezTo>
                    <a:pt x="698992" y="46477"/>
                    <a:pt x="698992" y="42653"/>
                    <a:pt x="696627" y="40288"/>
                  </a:cubicBezTo>
                  <a:lnTo>
                    <a:pt x="658112" y="1773"/>
                  </a:lnTo>
                  <a:cubicBezTo>
                    <a:pt x="655748" y="-591"/>
                    <a:pt x="651923" y="-591"/>
                    <a:pt x="649559" y="1773"/>
                  </a:cubicBezTo>
                  <a:cubicBezTo>
                    <a:pt x="647194" y="4138"/>
                    <a:pt x="647194" y="7962"/>
                    <a:pt x="649559" y="10327"/>
                  </a:cubicBezTo>
                  <a:lnTo>
                    <a:pt x="683789" y="44565"/>
                  </a:lnTo>
                  <a:lnTo>
                    <a:pt x="649559" y="78803"/>
                  </a:lnTo>
                  <a:cubicBezTo>
                    <a:pt x="647194" y="81168"/>
                    <a:pt x="647194" y="84992"/>
                    <a:pt x="649559" y="87357"/>
                  </a:cubicBezTo>
                  <a:cubicBezTo>
                    <a:pt x="651923" y="89721"/>
                    <a:pt x="655748" y="89721"/>
                    <a:pt x="658112" y="87357"/>
                  </a:cubicBezTo>
                  <a:lnTo>
                    <a:pt x="696627" y="48842"/>
                  </a:lnTo>
                  <a:close/>
                  <a:moveTo>
                    <a:pt x="0" y="50617"/>
                  </a:moveTo>
                  <a:lnTo>
                    <a:pt x="15735" y="50617"/>
                  </a:lnTo>
                  <a:lnTo>
                    <a:pt x="15735" y="38513"/>
                  </a:lnTo>
                  <a:lnTo>
                    <a:pt x="0" y="38513"/>
                  </a:lnTo>
                  <a:lnTo>
                    <a:pt x="0" y="50617"/>
                  </a:lnTo>
                  <a:close/>
                  <a:moveTo>
                    <a:pt x="47206" y="50617"/>
                  </a:moveTo>
                  <a:lnTo>
                    <a:pt x="78676" y="50617"/>
                  </a:lnTo>
                  <a:lnTo>
                    <a:pt x="78676" y="38513"/>
                  </a:lnTo>
                  <a:lnTo>
                    <a:pt x="47206" y="38513"/>
                  </a:lnTo>
                  <a:lnTo>
                    <a:pt x="47206" y="50617"/>
                  </a:lnTo>
                  <a:close/>
                  <a:moveTo>
                    <a:pt x="110147" y="50617"/>
                  </a:moveTo>
                  <a:lnTo>
                    <a:pt x="141617" y="50617"/>
                  </a:lnTo>
                  <a:lnTo>
                    <a:pt x="141617" y="38513"/>
                  </a:lnTo>
                  <a:lnTo>
                    <a:pt x="110147" y="38513"/>
                  </a:lnTo>
                  <a:lnTo>
                    <a:pt x="110147" y="50617"/>
                  </a:lnTo>
                  <a:close/>
                  <a:moveTo>
                    <a:pt x="173088" y="50617"/>
                  </a:moveTo>
                  <a:lnTo>
                    <a:pt x="204558" y="50617"/>
                  </a:lnTo>
                  <a:lnTo>
                    <a:pt x="204558" y="38513"/>
                  </a:lnTo>
                  <a:lnTo>
                    <a:pt x="173088" y="38513"/>
                  </a:lnTo>
                  <a:lnTo>
                    <a:pt x="173088" y="50617"/>
                  </a:lnTo>
                  <a:close/>
                  <a:moveTo>
                    <a:pt x="236029" y="50617"/>
                  </a:moveTo>
                  <a:lnTo>
                    <a:pt x="267499" y="50617"/>
                  </a:lnTo>
                  <a:lnTo>
                    <a:pt x="267499" y="38513"/>
                  </a:lnTo>
                  <a:lnTo>
                    <a:pt x="236029" y="38513"/>
                  </a:lnTo>
                  <a:lnTo>
                    <a:pt x="236029" y="50617"/>
                  </a:lnTo>
                  <a:close/>
                  <a:moveTo>
                    <a:pt x="298970" y="50617"/>
                  </a:moveTo>
                  <a:lnTo>
                    <a:pt x="330440" y="50617"/>
                  </a:lnTo>
                  <a:lnTo>
                    <a:pt x="330440" y="38513"/>
                  </a:lnTo>
                  <a:lnTo>
                    <a:pt x="298970" y="38513"/>
                  </a:lnTo>
                  <a:lnTo>
                    <a:pt x="298970" y="50617"/>
                  </a:lnTo>
                  <a:close/>
                  <a:moveTo>
                    <a:pt x="361910" y="50617"/>
                  </a:moveTo>
                  <a:lnTo>
                    <a:pt x="393381" y="50617"/>
                  </a:lnTo>
                  <a:lnTo>
                    <a:pt x="393381" y="38513"/>
                  </a:lnTo>
                  <a:lnTo>
                    <a:pt x="361910" y="38513"/>
                  </a:lnTo>
                  <a:lnTo>
                    <a:pt x="361910" y="50617"/>
                  </a:lnTo>
                  <a:close/>
                  <a:moveTo>
                    <a:pt x="424851" y="50617"/>
                  </a:moveTo>
                  <a:lnTo>
                    <a:pt x="456322" y="50617"/>
                  </a:lnTo>
                  <a:lnTo>
                    <a:pt x="456322" y="38513"/>
                  </a:lnTo>
                  <a:lnTo>
                    <a:pt x="424851" y="38513"/>
                  </a:lnTo>
                  <a:lnTo>
                    <a:pt x="424851" y="50617"/>
                  </a:lnTo>
                  <a:close/>
                  <a:moveTo>
                    <a:pt x="487792" y="50617"/>
                  </a:moveTo>
                  <a:lnTo>
                    <a:pt x="519263" y="50617"/>
                  </a:lnTo>
                  <a:lnTo>
                    <a:pt x="519263" y="38513"/>
                  </a:lnTo>
                  <a:lnTo>
                    <a:pt x="487792" y="38513"/>
                  </a:lnTo>
                  <a:lnTo>
                    <a:pt x="487792" y="50617"/>
                  </a:lnTo>
                  <a:close/>
                  <a:moveTo>
                    <a:pt x="550733" y="50617"/>
                  </a:moveTo>
                  <a:lnTo>
                    <a:pt x="582204" y="50617"/>
                  </a:lnTo>
                  <a:lnTo>
                    <a:pt x="582204" y="38513"/>
                  </a:lnTo>
                  <a:lnTo>
                    <a:pt x="550733" y="38513"/>
                  </a:lnTo>
                  <a:lnTo>
                    <a:pt x="550733" y="50617"/>
                  </a:lnTo>
                  <a:close/>
                  <a:moveTo>
                    <a:pt x="613674" y="50617"/>
                  </a:moveTo>
                  <a:lnTo>
                    <a:pt x="645145" y="50617"/>
                  </a:lnTo>
                  <a:lnTo>
                    <a:pt x="645145" y="38513"/>
                  </a:lnTo>
                  <a:lnTo>
                    <a:pt x="613674" y="38513"/>
                  </a:lnTo>
                  <a:lnTo>
                    <a:pt x="613674" y="50617"/>
                  </a:lnTo>
                  <a:close/>
                  <a:moveTo>
                    <a:pt x="676615" y="50617"/>
                  </a:moveTo>
                  <a:lnTo>
                    <a:pt x="692350" y="50617"/>
                  </a:lnTo>
                  <a:lnTo>
                    <a:pt x="692350" y="38513"/>
                  </a:lnTo>
                  <a:lnTo>
                    <a:pt x="676615" y="38513"/>
                  </a:lnTo>
                  <a:lnTo>
                    <a:pt x="676615" y="50617"/>
                  </a:lnTo>
                  <a:close/>
                </a:path>
              </a:pathLst>
            </a:custGeom>
            <a:solidFill>
              <a:srgbClr val="FB8501"/>
            </a:solidFill>
            <a:ln w="807" cap="flat">
              <a:noFill/>
              <a:prstDash val="solid"/>
              <a:miter/>
            </a:ln>
          </p:spPr>
        </p:sp>
        <p:sp>
          <p:nvSpPr>
            <p:cNvPr id="36" name="任意形状 35">
              <a:extLst>
                <a:ext uri="{FF2B5EF4-FFF2-40B4-BE49-F238E27FC236}">
                  <a16:creationId xmlns:a16="http://schemas.microsoft.com/office/drawing/2014/main" id="{7E32B5E3-C3C2-8E02-D537-26A08C968690}"/>
                </a:ext>
              </a:extLst>
            </p:cNvPr>
            <p:cNvSpPr/>
            <p:nvPr/>
          </p:nvSpPr>
          <p:spPr>
            <a:xfrm>
              <a:off x="5022538" y="1895057"/>
              <a:ext cx="242018" cy="87841"/>
            </a:xfrm>
            <a:custGeom>
              <a:avLst/>
              <a:gdLst>
                <a:gd name="csX0" fmla="*/ 39104 w 206083"/>
                <a:gd name="csY0" fmla="*/ 4027 h 74798"/>
                <a:gd name="csX1" fmla="*/ 30559 w 206083"/>
                <a:gd name="csY1" fmla="*/ 33594 h 74798"/>
                <a:gd name="csX2" fmla="*/ 37563 w 206083"/>
                <a:gd name="csY2" fmla="*/ 33594 h 74798"/>
                <a:gd name="csX3" fmla="*/ 48432 w 206083"/>
                <a:gd name="csY3" fmla="*/ 31332 h 74798"/>
                <a:gd name="csX4" fmla="*/ 54218 w 206083"/>
                <a:gd name="csY4" fmla="*/ 22836 h 74798"/>
                <a:gd name="csX5" fmla="*/ 56260 w 206083"/>
                <a:gd name="csY5" fmla="*/ 22836 h 74798"/>
                <a:gd name="csX6" fmla="*/ 48594 w 206083"/>
                <a:gd name="csY6" fmla="*/ 49976 h 74798"/>
                <a:gd name="csX7" fmla="*/ 46391 w 206083"/>
                <a:gd name="csY7" fmla="*/ 49976 h 74798"/>
                <a:gd name="csX8" fmla="*/ 47383 w 206083"/>
                <a:gd name="csY8" fmla="*/ 44129 h 74798"/>
                <a:gd name="csX9" fmla="*/ 46391 w 206083"/>
                <a:gd name="csY9" fmla="*/ 40323 h 74798"/>
                <a:gd name="csX10" fmla="*/ 43736 w 206083"/>
                <a:gd name="csY10" fmla="*/ 38227 h 74798"/>
                <a:gd name="csX11" fmla="*/ 36675 w 206083"/>
                <a:gd name="csY11" fmla="*/ 37510 h 74798"/>
                <a:gd name="csX12" fmla="*/ 29566 w 206083"/>
                <a:gd name="csY12" fmla="*/ 37510 h 74798"/>
                <a:gd name="csX13" fmla="*/ 22336 w 206083"/>
                <a:gd name="csY13" fmla="*/ 62277 h 74798"/>
                <a:gd name="csX14" fmla="*/ 21287 w 206083"/>
                <a:gd name="csY14" fmla="*/ 67738 h 74798"/>
                <a:gd name="csX15" fmla="*/ 22667 w 206083"/>
                <a:gd name="csY15" fmla="*/ 70276 h 74798"/>
                <a:gd name="csX16" fmla="*/ 27355 w 206083"/>
                <a:gd name="csY16" fmla="*/ 71048 h 74798"/>
                <a:gd name="csX17" fmla="*/ 33972 w 206083"/>
                <a:gd name="csY17" fmla="*/ 71048 h 74798"/>
                <a:gd name="csX18" fmla="*/ 51184 w 206083"/>
                <a:gd name="csY18" fmla="*/ 67242 h 74798"/>
                <a:gd name="csX19" fmla="*/ 62828 w 206083"/>
                <a:gd name="csY19" fmla="*/ 54003 h 74798"/>
                <a:gd name="csX20" fmla="*/ 64870 w 206083"/>
                <a:gd name="csY20" fmla="*/ 54003 h 74798"/>
                <a:gd name="csX21" fmla="*/ 57809 w 206083"/>
                <a:gd name="csY21" fmla="*/ 74799 h 74798"/>
                <a:gd name="csX22" fmla="*/ 0 w 206083"/>
                <a:gd name="csY22" fmla="*/ 74799 h 74798"/>
                <a:gd name="csX23" fmla="*/ 710 w 206083"/>
                <a:gd name="csY23" fmla="*/ 72758 h 74798"/>
                <a:gd name="csX24" fmla="*/ 6504 w 206083"/>
                <a:gd name="csY24" fmla="*/ 71986 h 74798"/>
                <a:gd name="csX25" fmla="*/ 9708 w 206083"/>
                <a:gd name="csY25" fmla="*/ 69448 h 74798"/>
                <a:gd name="csX26" fmla="*/ 13234 w 206083"/>
                <a:gd name="csY26" fmla="*/ 59960 h 74798"/>
                <a:gd name="csX27" fmla="*/ 26363 w 206083"/>
                <a:gd name="csY27" fmla="*/ 14838 h 74798"/>
                <a:gd name="csX28" fmla="*/ 27912 w 206083"/>
                <a:gd name="csY28" fmla="*/ 6509 h 74798"/>
                <a:gd name="csX29" fmla="*/ 26419 w 206083"/>
                <a:gd name="csY29" fmla="*/ 3254 h 74798"/>
                <a:gd name="csX30" fmla="*/ 20738 w 206083"/>
                <a:gd name="csY30" fmla="*/ 2041 h 74798"/>
                <a:gd name="csX31" fmla="*/ 19576 w 206083"/>
                <a:gd name="csY31" fmla="*/ 2041 h 74798"/>
                <a:gd name="csX32" fmla="*/ 20238 w 206083"/>
                <a:gd name="csY32" fmla="*/ 0 h 74798"/>
                <a:gd name="csX33" fmla="*/ 73972 w 206083"/>
                <a:gd name="csY33" fmla="*/ 0 h 74798"/>
                <a:gd name="csX34" fmla="*/ 69332 w 206083"/>
                <a:gd name="csY34" fmla="*/ 18037 h 74798"/>
                <a:gd name="csX35" fmla="*/ 67290 w 206083"/>
                <a:gd name="csY35" fmla="*/ 18037 h 74798"/>
                <a:gd name="csX36" fmla="*/ 67678 w 206083"/>
                <a:gd name="csY36" fmla="*/ 13791 h 74798"/>
                <a:gd name="csX37" fmla="*/ 66249 w 206083"/>
                <a:gd name="csY37" fmla="*/ 8881 h 74798"/>
                <a:gd name="csX38" fmla="*/ 60786 w 206083"/>
                <a:gd name="csY38" fmla="*/ 5019 h 74798"/>
                <a:gd name="csX39" fmla="*/ 48594 w 206083"/>
                <a:gd name="csY39" fmla="*/ 4027 h 74798"/>
                <a:gd name="csX40" fmla="*/ 39104 w 206083"/>
                <a:gd name="csY40" fmla="*/ 4027 h 74798"/>
                <a:gd name="csX41" fmla="*/ 89247 w 206083"/>
                <a:gd name="csY41" fmla="*/ 0 h 74798"/>
                <a:gd name="csX42" fmla="*/ 118700 w 206083"/>
                <a:gd name="csY42" fmla="*/ 0 h 74798"/>
                <a:gd name="csX43" fmla="*/ 136025 w 206083"/>
                <a:gd name="csY43" fmla="*/ 5019 h 74798"/>
                <a:gd name="csX44" fmla="*/ 141763 w 206083"/>
                <a:gd name="csY44" fmla="*/ 17155 h 74798"/>
                <a:gd name="csX45" fmla="*/ 138123 w 206083"/>
                <a:gd name="csY45" fmla="*/ 28187 h 74798"/>
                <a:gd name="csX46" fmla="*/ 127310 w 206083"/>
                <a:gd name="csY46" fmla="*/ 36903 h 74798"/>
                <a:gd name="csX47" fmla="*/ 111809 w 206083"/>
                <a:gd name="csY47" fmla="*/ 40213 h 74798"/>
                <a:gd name="csX48" fmla="*/ 98624 w 206083"/>
                <a:gd name="csY48" fmla="*/ 38337 h 74798"/>
                <a:gd name="csX49" fmla="*/ 92669 w 206083"/>
                <a:gd name="csY49" fmla="*/ 58746 h 74798"/>
                <a:gd name="csX50" fmla="*/ 90571 w 206083"/>
                <a:gd name="csY50" fmla="*/ 68345 h 74798"/>
                <a:gd name="csX51" fmla="*/ 92064 w 206083"/>
                <a:gd name="csY51" fmla="*/ 71268 h 74798"/>
                <a:gd name="csX52" fmla="*/ 99181 w 206083"/>
                <a:gd name="csY52" fmla="*/ 72758 h 74798"/>
                <a:gd name="csX53" fmla="*/ 98624 w 206083"/>
                <a:gd name="csY53" fmla="*/ 74799 h 74798"/>
                <a:gd name="csX54" fmla="*/ 68896 w 206083"/>
                <a:gd name="csY54" fmla="*/ 74799 h 74798"/>
                <a:gd name="csX55" fmla="*/ 69502 w 206083"/>
                <a:gd name="csY55" fmla="*/ 72758 h 74798"/>
                <a:gd name="csX56" fmla="*/ 77611 w 206083"/>
                <a:gd name="csY56" fmla="*/ 70772 h 74798"/>
                <a:gd name="csX57" fmla="*/ 82574 w 206083"/>
                <a:gd name="csY57" fmla="*/ 59629 h 74798"/>
                <a:gd name="csX58" fmla="*/ 94928 w 206083"/>
                <a:gd name="csY58" fmla="*/ 17045 h 74798"/>
                <a:gd name="csX59" fmla="*/ 97139 w 206083"/>
                <a:gd name="csY59" fmla="*/ 6785 h 74798"/>
                <a:gd name="csX60" fmla="*/ 95533 w 206083"/>
                <a:gd name="csY60" fmla="*/ 3585 h 74798"/>
                <a:gd name="csX61" fmla="*/ 88642 w 206083"/>
                <a:gd name="csY61" fmla="*/ 2041 h 74798"/>
                <a:gd name="csX62" fmla="*/ 89247 w 206083"/>
                <a:gd name="csY62" fmla="*/ 0 h 74798"/>
                <a:gd name="csX63" fmla="*/ 99560 w 206083"/>
                <a:gd name="csY63" fmla="*/ 34862 h 74798"/>
                <a:gd name="csX64" fmla="*/ 109606 w 206083"/>
                <a:gd name="csY64" fmla="*/ 36461 h 74798"/>
                <a:gd name="csX65" fmla="*/ 120524 w 206083"/>
                <a:gd name="csY65" fmla="*/ 33979 h 74798"/>
                <a:gd name="csX66" fmla="*/ 128246 w 206083"/>
                <a:gd name="csY66" fmla="*/ 26533 h 74798"/>
                <a:gd name="csX67" fmla="*/ 131062 w 206083"/>
                <a:gd name="csY67" fmla="*/ 16217 h 74798"/>
                <a:gd name="csX68" fmla="*/ 127641 w 206083"/>
                <a:gd name="csY68" fmla="*/ 7392 h 74798"/>
                <a:gd name="csX69" fmla="*/ 117272 w 206083"/>
                <a:gd name="csY69" fmla="*/ 4137 h 74798"/>
                <a:gd name="csX70" fmla="*/ 108170 w 206083"/>
                <a:gd name="csY70" fmla="*/ 5075 h 74798"/>
                <a:gd name="csX71" fmla="*/ 99560 w 206083"/>
                <a:gd name="csY71" fmla="*/ 34862 h 74798"/>
                <a:gd name="csX72" fmla="*/ 187605 w 206083"/>
                <a:gd name="csY72" fmla="*/ 74799 h 74798"/>
                <a:gd name="csX73" fmla="*/ 175629 w 206083"/>
                <a:gd name="csY73" fmla="*/ 38447 h 74798"/>
                <a:gd name="csX74" fmla="*/ 167028 w 206083"/>
                <a:gd name="csY74" fmla="*/ 37620 h 74798"/>
                <a:gd name="csX75" fmla="*/ 160572 w 206083"/>
                <a:gd name="csY75" fmla="*/ 60236 h 74798"/>
                <a:gd name="csX76" fmla="*/ 159305 w 206083"/>
                <a:gd name="csY76" fmla="*/ 67683 h 74798"/>
                <a:gd name="csX77" fmla="*/ 160903 w 206083"/>
                <a:gd name="csY77" fmla="*/ 71323 h 74798"/>
                <a:gd name="csX78" fmla="*/ 167520 w 206083"/>
                <a:gd name="csY78" fmla="*/ 72758 h 74798"/>
                <a:gd name="csX79" fmla="*/ 167028 w 206083"/>
                <a:gd name="csY79" fmla="*/ 74799 h 74798"/>
                <a:gd name="csX80" fmla="*/ 138067 w 206083"/>
                <a:gd name="csY80" fmla="*/ 74799 h 74798"/>
                <a:gd name="csX81" fmla="*/ 138672 w 206083"/>
                <a:gd name="csY81" fmla="*/ 72758 h 74798"/>
                <a:gd name="csX82" fmla="*/ 144191 w 206083"/>
                <a:gd name="csY82" fmla="*/ 71930 h 74798"/>
                <a:gd name="csX83" fmla="*/ 147500 w 206083"/>
                <a:gd name="csY83" fmla="*/ 69393 h 74798"/>
                <a:gd name="csX84" fmla="*/ 151196 w 206083"/>
                <a:gd name="csY84" fmla="*/ 60236 h 74798"/>
                <a:gd name="csX85" fmla="*/ 164268 w 206083"/>
                <a:gd name="csY85" fmla="*/ 15059 h 74798"/>
                <a:gd name="csX86" fmla="*/ 165591 w 206083"/>
                <a:gd name="csY86" fmla="*/ 8053 h 74798"/>
                <a:gd name="csX87" fmla="*/ 163493 w 206083"/>
                <a:gd name="csY87" fmla="*/ 3751 h 74798"/>
                <a:gd name="csX88" fmla="*/ 157595 w 206083"/>
                <a:gd name="csY88" fmla="*/ 2041 h 74798"/>
                <a:gd name="csX89" fmla="*/ 158256 w 206083"/>
                <a:gd name="csY89" fmla="*/ 0 h 74798"/>
                <a:gd name="csX90" fmla="*/ 182634 w 206083"/>
                <a:gd name="csY90" fmla="*/ 0 h 74798"/>
                <a:gd name="csX91" fmla="*/ 200289 w 206083"/>
                <a:gd name="csY91" fmla="*/ 4633 h 74798"/>
                <a:gd name="csX92" fmla="*/ 205696 w 206083"/>
                <a:gd name="csY92" fmla="*/ 16824 h 74798"/>
                <a:gd name="csX93" fmla="*/ 200120 w 206083"/>
                <a:gd name="csY93" fmla="*/ 30063 h 74798"/>
                <a:gd name="csX94" fmla="*/ 184950 w 206083"/>
                <a:gd name="csY94" fmla="*/ 37620 h 74798"/>
                <a:gd name="csX95" fmla="*/ 192236 w 206083"/>
                <a:gd name="csY95" fmla="*/ 59519 h 74798"/>
                <a:gd name="csX96" fmla="*/ 197530 w 206083"/>
                <a:gd name="csY96" fmla="*/ 70000 h 74798"/>
                <a:gd name="csX97" fmla="*/ 206083 w 206083"/>
                <a:gd name="csY97" fmla="*/ 72758 h 74798"/>
                <a:gd name="csX98" fmla="*/ 205470 w 206083"/>
                <a:gd name="csY98" fmla="*/ 74799 h 74798"/>
                <a:gd name="csX99" fmla="*/ 187605 w 206083"/>
                <a:gd name="csY99" fmla="*/ 74799 h 74798"/>
                <a:gd name="csX100" fmla="*/ 167963 w 206083"/>
                <a:gd name="csY100" fmla="*/ 34475 h 74798"/>
                <a:gd name="csX101" fmla="*/ 174250 w 206083"/>
                <a:gd name="csY101" fmla="*/ 34973 h 74798"/>
                <a:gd name="csX102" fmla="*/ 189259 w 206083"/>
                <a:gd name="csY102" fmla="*/ 29732 h 74798"/>
                <a:gd name="csX103" fmla="*/ 194770 w 206083"/>
                <a:gd name="csY103" fmla="*/ 16604 h 74798"/>
                <a:gd name="csX104" fmla="*/ 191300 w 206083"/>
                <a:gd name="csY104" fmla="*/ 7226 h 74798"/>
                <a:gd name="csX105" fmla="*/ 180980 w 206083"/>
                <a:gd name="csY105" fmla="*/ 3972 h 74798"/>
                <a:gd name="csX106" fmla="*/ 176792 w 206083"/>
                <a:gd name="csY106" fmla="*/ 4412 h 74798"/>
                <a:gd name="csX107" fmla="*/ 167963 w 206083"/>
                <a:gd name="csY107" fmla="*/ 34475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06083" h="74798">
                  <a:moveTo>
                    <a:pt x="39104" y="4027"/>
                  </a:moveTo>
                  <a:lnTo>
                    <a:pt x="30559" y="33594"/>
                  </a:lnTo>
                  <a:lnTo>
                    <a:pt x="37563" y="33594"/>
                  </a:lnTo>
                  <a:cubicBezTo>
                    <a:pt x="42566" y="33594"/>
                    <a:pt x="46189" y="32839"/>
                    <a:pt x="48432" y="31332"/>
                  </a:cubicBezTo>
                  <a:cubicBezTo>
                    <a:pt x="50667" y="29787"/>
                    <a:pt x="52604" y="26956"/>
                    <a:pt x="54218" y="22836"/>
                  </a:cubicBezTo>
                  <a:lnTo>
                    <a:pt x="56260" y="22836"/>
                  </a:lnTo>
                  <a:lnTo>
                    <a:pt x="48594" y="49976"/>
                  </a:lnTo>
                  <a:lnTo>
                    <a:pt x="46391" y="49976"/>
                  </a:lnTo>
                  <a:cubicBezTo>
                    <a:pt x="47052" y="47696"/>
                    <a:pt x="47383" y="45747"/>
                    <a:pt x="47383" y="44129"/>
                  </a:cubicBezTo>
                  <a:cubicBezTo>
                    <a:pt x="47383" y="42548"/>
                    <a:pt x="47052" y="41279"/>
                    <a:pt x="46391" y="40323"/>
                  </a:cubicBezTo>
                  <a:cubicBezTo>
                    <a:pt x="45761" y="39366"/>
                    <a:pt x="44882" y="38668"/>
                    <a:pt x="43736" y="38227"/>
                  </a:cubicBezTo>
                  <a:cubicBezTo>
                    <a:pt x="42639" y="37748"/>
                    <a:pt x="40282" y="37510"/>
                    <a:pt x="36675" y="37510"/>
                  </a:cubicBezTo>
                  <a:lnTo>
                    <a:pt x="29566" y="37510"/>
                  </a:lnTo>
                  <a:lnTo>
                    <a:pt x="22336" y="62277"/>
                  </a:lnTo>
                  <a:cubicBezTo>
                    <a:pt x="21642" y="64668"/>
                    <a:pt x="21287" y="66488"/>
                    <a:pt x="21287" y="67738"/>
                  </a:cubicBezTo>
                  <a:cubicBezTo>
                    <a:pt x="21287" y="68694"/>
                    <a:pt x="21747" y="69540"/>
                    <a:pt x="22667" y="70276"/>
                  </a:cubicBezTo>
                  <a:cubicBezTo>
                    <a:pt x="23296" y="70791"/>
                    <a:pt x="24854" y="71048"/>
                    <a:pt x="27355" y="71048"/>
                  </a:cubicBezTo>
                  <a:lnTo>
                    <a:pt x="33972" y="71048"/>
                  </a:lnTo>
                  <a:cubicBezTo>
                    <a:pt x="41146" y="71048"/>
                    <a:pt x="46883" y="69779"/>
                    <a:pt x="51184" y="67242"/>
                  </a:cubicBezTo>
                  <a:cubicBezTo>
                    <a:pt x="55525" y="64704"/>
                    <a:pt x="59407" y="60291"/>
                    <a:pt x="62828" y="54003"/>
                  </a:cubicBezTo>
                  <a:lnTo>
                    <a:pt x="64870" y="54003"/>
                  </a:lnTo>
                  <a:lnTo>
                    <a:pt x="57809" y="74799"/>
                  </a:lnTo>
                  <a:lnTo>
                    <a:pt x="0" y="74799"/>
                  </a:lnTo>
                  <a:lnTo>
                    <a:pt x="710" y="72758"/>
                  </a:lnTo>
                  <a:cubicBezTo>
                    <a:pt x="3583" y="72685"/>
                    <a:pt x="5511" y="72427"/>
                    <a:pt x="6504" y="71986"/>
                  </a:cubicBezTo>
                  <a:cubicBezTo>
                    <a:pt x="7973" y="71323"/>
                    <a:pt x="9046" y="70478"/>
                    <a:pt x="9708" y="69448"/>
                  </a:cubicBezTo>
                  <a:cubicBezTo>
                    <a:pt x="10700" y="67941"/>
                    <a:pt x="11878" y="64777"/>
                    <a:pt x="13234" y="59960"/>
                  </a:cubicBezTo>
                  <a:lnTo>
                    <a:pt x="26363" y="14838"/>
                  </a:lnTo>
                  <a:cubicBezTo>
                    <a:pt x="27396" y="11198"/>
                    <a:pt x="27912" y="8421"/>
                    <a:pt x="27912" y="6509"/>
                  </a:cubicBezTo>
                  <a:cubicBezTo>
                    <a:pt x="27912" y="5111"/>
                    <a:pt x="27412" y="4027"/>
                    <a:pt x="26419" y="3254"/>
                  </a:cubicBezTo>
                  <a:cubicBezTo>
                    <a:pt x="25459" y="2445"/>
                    <a:pt x="23571" y="2041"/>
                    <a:pt x="20738" y="2041"/>
                  </a:cubicBezTo>
                  <a:lnTo>
                    <a:pt x="19576" y="2041"/>
                  </a:lnTo>
                  <a:lnTo>
                    <a:pt x="20238" y="0"/>
                  </a:lnTo>
                  <a:lnTo>
                    <a:pt x="73972" y="0"/>
                  </a:lnTo>
                  <a:lnTo>
                    <a:pt x="69332" y="18037"/>
                  </a:lnTo>
                  <a:lnTo>
                    <a:pt x="67290" y="18037"/>
                  </a:lnTo>
                  <a:cubicBezTo>
                    <a:pt x="67549" y="16346"/>
                    <a:pt x="67678" y="14930"/>
                    <a:pt x="67678" y="13791"/>
                  </a:cubicBezTo>
                  <a:cubicBezTo>
                    <a:pt x="67678" y="11841"/>
                    <a:pt x="67202" y="10204"/>
                    <a:pt x="66249" y="8881"/>
                  </a:cubicBezTo>
                  <a:cubicBezTo>
                    <a:pt x="64999" y="7189"/>
                    <a:pt x="63175" y="5902"/>
                    <a:pt x="60786" y="5019"/>
                  </a:cubicBezTo>
                  <a:cubicBezTo>
                    <a:pt x="59019" y="4357"/>
                    <a:pt x="54952" y="4027"/>
                    <a:pt x="48594" y="4027"/>
                  </a:cubicBezTo>
                  <a:lnTo>
                    <a:pt x="39104" y="4027"/>
                  </a:lnTo>
                  <a:close/>
                  <a:moveTo>
                    <a:pt x="89247" y="0"/>
                  </a:moveTo>
                  <a:lnTo>
                    <a:pt x="118700" y="0"/>
                  </a:lnTo>
                  <a:cubicBezTo>
                    <a:pt x="126431" y="0"/>
                    <a:pt x="132200" y="1673"/>
                    <a:pt x="136025" y="5019"/>
                  </a:cubicBezTo>
                  <a:cubicBezTo>
                    <a:pt x="139850" y="8329"/>
                    <a:pt x="141763" y="12374"/>
                    <a:pt x="141763" y="17155"/>
                  </a:cubicBezTo>
                  <a:cubicBezTo>
                    <a:pt x="141763" y="20942"/>
                    <a:pt x="140552" y="24620"/>
                    <a:pt x="138123" y="28187"/>
                  </a:cubicBezTo>
                  <a:cubicBezTo>
                    <a:pt x="135694" y="31755"/>
                    <a:pt x="132087" y="34659"/>
                    <a:pt x="127310" y="36903"/>
                  </a:cubicBezTo>
                  <a:cubicBezTo>
                    <a:pt x="122525" y="39109"/>
                    <a:pt x="117361" y="40213"/>
                    <a:pt x="111809" y="40213"/>
                  </a:cubicBezTo>
                  <a:cubicBezTo>
                    <a:pt x="108355" y="40213"/>
                    <a:pt x="103958" y="39587"/>
                    <a:pt x="98624" y="38337"/>
                  </a:cubicBezTo>
                  <a:lnTo>
                    <a:pt x="92669" y="58746"/>
                  </a:lnTo>
                  <a:cubicBezTo>
                    <a:pt x="91273" y="63601"/>
                    <a:pt x="90571" y="66800"/>
                    <a:pt x="90571" y="68345"/>
                  </a:cubicBezTo>
                  <a:cubicBezTo>
                    <a:pt x="90571" y="69521"/>
                    <a:pt x="91071" y="70496"/>
                    <a:pt x="92064" y="71268"/>
                  </a:cubicBezTo>
                  <a:cubicBezTo>
                    <a:pt x="93056" y="72041"/>
                    <a:pt x="95428" y="72537"/>
                    <a:pt x="99181" y="72758"/>
                  </a:cubicBezTo>
                  <a:lnTo>
                    <a:pt x="98624" y="74799"/>
                  </a:lnTo>
                  <a:lnTo>
                    <a:pt x="68896" y="74799"/>
                  </a:lnTo>
                  <a:lnTo>
                    <a:pt x="69502" y="72758"/>
                  </a:lnTo>
                  <a:cubicBezTo>
                    <a:pt x="73399" y="72758"/>
                    <a:pt x="76102" y="72096"/>
                    <a:pt x="77611" y="70772"/>
                  </a:cubicBezTo>
                  <a:cubicBezTo>
                    <a:pt x="79153" y="69412"/>
                    <a:pt x="80807" y="65697"/>
                    <a:pt x="82574" y="59629"/>
                  </a:cubicBezTo>
                  <a:lnTo>
                    <a:pt x="94928" y="17045"/>
                  </a:lnTo>
                  <a:cubicBezTo>
                    <a:pt x="96396" y="11933"/>
                    <a:pt x="97139" y="8513"/>
                    <a:pt x="97139" y="6785"/>
                  </a:cubicBezTo>
                  <a:cubicBezTo>
                    <a:pt x="97139" y="5498"/>
                    <a:pt x="96606" y="4431"/>
                    <a:pt x="95533" y="3585"/>
                  </a:cubicBezTo>
                  <a:cubicBezTo>
                    <a:pt x="94508" y="2740"/>
                    <a:pt x="92209" y="2225"/>
                    <a:pt x="88642" y="2041"/>
                  </a:cubicBezTo>
                  <a:lnTo>
                    <a:pt x="89247" y="0"/>
                  </a:lnTo>
                  <a:close/>
                  <a:moveTo>
                    <a:pt x="99560" y="34862"/>
                  </a:moveTo>
                  <a:cubicBezTo>
                    <a:pt x="103716" y="35928"/>
                    <a:pt x="107064" y="36461"/>
                    <a:pt x="109606" y="36461"/>
                  </a:cubicBezTo>
                  <a:cubicBezTo>
                    <a:pt x="113608" y="36461"/>
                    <a:pt x="117248" y="35634"/>
                    <a:pt x="120524" y="33979"/>
                  </a:cubicBezTo>
                  <a:cubicBezTo>
                    <a:pt x="123832" y="32324"/>
                    <a:pt x="126406" y="29842"/>
                    <a:pt x="128246" y="26533"/>
                  </a:cubicBezTo>
                  <a:cubicBezTo>
                    <a:pt x="130127" y="23223"/>
                    <a:pt x="131062" y="19784"/>
                    <a:pt x="131062" y="16217"/>
                  </a:cubicBezTo>
                  <a:cubicBezTo>
                    <a:pt x="131062" y="12503"/>
                    <a:pt x="129917" y="9561"/>
                    <a:pt x="127641" y="7392"/>
                  </a:cubicBezTo>
                  <a:cubicBezTo>
                    <a:pt x="125357" y="5222"/>
                    <a:pt x="121904" y="4137"/>
                    <a:pt x="117272" y="4137"/>
                  </a:cubicBezTo>
                  <a:cubicBezTo>
                    <a:pt x="114770" y="4137"/>
                    <a:pt x="111736" y="4449"/>
                    <a:pt x="108170" y="5075"/>
                  </a:cubicBezTo>
                  <a:lnTo>
                    <a:pt x="99560" y="34862"/>
                  </a:lnTo>
                  <a:close/>
                  <a:moveTo>
                    <a:pt x="187605" y="74799"/>
                  </a:moveTo>
                  <a:lnTo>
                    <a:pt x="175629" y="38447"/>
                  </a:lnTo>
                  <a:cubicBezTo>
                    <a:pt x="172837" y="38484"/>
                    <a:pt x="169965" y="38208"/>
                    <a:pt x="167028" y="37620"/>
                  </a:cubicBezTo>
                  <a:lnTo>
                    <a:pt x="160572" y="60236"/>
                  </a:lnTo>
                  <a:cubicBezTo>
                    <a:pt x="159725" y="63178"/>
                    <a:pt x="159305" y="65660"/>
                    <a:pt x="159305" y="67683"/>
                  </a:cubicBezTo>
                  <a:cubicBezTo>
                    <a:pt x="159305" y="69228"/>
                    <a:pt x="159838" y="70441"/>
                    <a:pt x="160903" y="71323"/>
                  </a:cubicBezTo>
                  <a:cubicBezTo>
                    <a:pt x="161710" y="71986"/>
                    <a:pt x="163921" y="72464"/>
                    <a:pt x="167520" y="72758"/>
                  </a:cubicBezTo>
                  <a:lnTo>
                    <a:pt x="167028" y="74799"/>
                  </a:lnTo>
                  <a:lnTo>
                    <a:pt x="138067" y="74799"/>
                  </a:lnTo>
                  <a:lnTo>
                    <a:pt x="138672" y="72758"/>
                  </a:lnTo>
                  <a:cubicBezTo>
                    <a:pt x="141391" y="72648"/>
                    <a:pt x="143231" y="72372"/>
                    <a:pt x="144191" y="71930"/>
                  </a:cubicBezTo>
                  <a:cubicBezTo>
                    <a:pt x="145700" y="71306"/>
                    <a:pt x="146798" y="70459"/>
                    <a:pt x="147500" y="69393"/>
                  </a:cubicBezTo>
                  <a:cubicBezTo>
                    <a:pt x="148678" y="67665"/>
                    <a:pt x="149904" y="64612"/>
                    <a:pt x="151196" y="60236"/>
                  </a:cubicBezTo>
                  <a:lnTo>
                    <a:pt x="164268" y="15059"/>
                  </a:lnTo>
                  <a:cubicBezTo>
                    <a:pt x="165147" y="12044"/>
                    <a:pt x="165591" y="9708"/>
                    <a:pt x="165591" y="8053"/>
                  </a:cubicBezTo>
                  <a:cubicBezTo>
                    <a:pt x="165591" y="6362"/>
                    <a:pt x="164889" y="4927"/>
                    <a:pt x="163493" y="3751"/>
                  </a:cubicBezTo>
                  <a:cubicBezTo>
                    <a:pt x="162138" y="2574"/>
                    <a:pt x="160169" y="2004"/>
                    <a:pt x="157595" y="2041"/>
                  </a:cubicBezTo>
                  <a:lnTo>
                    <a:pt x="158256" y="0"/>
                  </a:lnTo>
                  <a:lnTo>
                    <a:pt x="182634" y="0"/>
                  </a:lnTo>
                  <a:cubicBezTo>
                    <a:pt x="190800" y="0"/>
                    <a:pt x="196683" y="1544"/>
                    <a:pt x="200289" y="4633"/>
                  </a:cubicBezTo>
                  <a:cubicBezTo>
                    <a:pt x="203888" y="7722"/>
                    <a:pt x="205696" y="11786"/>
                    <a:pt x="205696" y="16824"/>
                  </a:cubicBezTo>
                  <a:cubicBezTo>
                    <a:pt x="205696" y="21641"/>
                    <a:pt x="203840" y="26054"/>
                    <a:pt x="200120" y="30063"/>
                  </a:cubicBezTo>
                  <a:cubicBezTo>
                    <a:pt x="196449" y="34034"/>
                    <a:pt x="191389" y="36553"/>
                    <a:pt x="184950" y="37620"/>
                  </a:cubicBezTo>
                  <a:lnTo>
                    <a:pt x="192236" y="59519"/>
                  </a:lnTo>
                  <a:cubicBezTo>
                    <a:pt x="194003" y="64888"/>
                    <a:pt x="195763" y="68382"/>
                    <a:pt x="197530" y="70000"/>
                  </a:cubicBezTo>
                  <a:cubicBezTo>
                    <a:pt x="199297" y="71618"/>
                    <a:pt x="202146" y="72537"/>
                    <a:pt x="206083" y="72758"/>
                  </a:cubicBezTo>
                  <a:lnTo>
                    <a:pt x="205470" y="74799"/>
                  </a:lnTo>
                  <a:lnTo>
                    <a:pt x="187605" y="74799"/>
                  </a:lnTo>
                  <a:close/>
                  <a:moveTo>
                    <a:pt x="167963" y="34475"/>
                  </a:moveTo>
                  <a:cubicBezTo>
                    <a:pt x="170320" y="34806"/>
                    <a:pt x="172410" y="34973"/>
                    <a:pt x="174250" y="34973"/>
                  </a:cubicBezTo>
                  <a:cubicBezTo>
                    <a:pt x="180576" y="34973"/>
                    <a:pt x="185579" y="33226"/>
                    <a:pt x="189259" y="29732"/>
                  </a:cubicBezTo>
                  <a:cubicBezTo>
                    <a:pt x="192930" y="26201"/>
                    <a:pt x="194770" y="21825"/>
                    <a:pt x="194770" y="16604"/>
                  </a:cubicBezTo>
                  <a:cubicBezTo>
                    <a:pt x="194770" y="12521"/>
                    <a:pt x="193616" y="9396"/>
                    <a:pt x="191300" y="7226"/>
                  </a:cubicBezTo>
                  <a:cubicBezTo>
                    <a:pt x="189017" y="5056"/>
                    <a:pt x="185579" y="3972"/>
                    <a:pt x="180980" y="3972"/>
                  </a:cubicBezTo>
                  <a:cubicBezTo>
                    <a:pt x="179802" y="3972"/>
                    <a:pt x="178406" y="4119"/>
                    <a:pt x="176792" y="4412"/>
                  </a:cubicBezTo>
                  <a:lnTo>
                    <a:pt x="167963" y="34475"/>
                  </a:lnTo>
                  <a:close/>
                </a:path>
              </a:pathLst>
            </a:custGeom>
            <a:solidFill>
              <a:srgbClr val="000000"/>
            </a:solidFill>
            <a:ln w="807" cap="flat">
              <a:noFill/>
              <a:prstDash val="solid"/>
              <a:miter/>
            </a:ln>
          </p:spPr>
        </p:sp>
        <p:sp>
          <p:nvSpPr>
            <p:cNvPr id="37" name="任意形状 36">
              <a:extLst>
                <a:ext uri="{FF2B5EF4-FFF2-40B4-BE49-F238E27FC236}">
                  <a16:creationId xmlns:a16="http://schemas.microsoft.com/office/drawing/2014/main" id="{5681EDDF-AC05-A23A-DB9B-096AAC6913D0}"/>
                </a:ext>
              </a:extLst>
            </p:cNvPr>
            <p:cNvSpPr/>
            <p:nvPr/>
          </p:nvSpPr>
          <p:spPr>
            <a:xfrm>
              <a:off x="5011167" y="2380251"/>
              <a:ext cx="242018" cy="87841"/>
            </a:xfrm>
            <a:custGeom>
              <a:avLst/>
              <a:gdLst>
                <a:gd name="csX0" fmla="*/ 39104 w 206083"/>
                <a:gd name="csY0" fmla="*/ 4027 h 74798"/>
                <a:gd name="csX1" fmla="*/ 30559 w 206083"/>
                <a:gd name="csY1" fmla="*/ 33593 h 74798"/>
                <a:gd name="csX2" fmla="*/ 37563 w 206083"/>
                <a:gd name="csY2" fmla="*/ 33593 h 74798"/>
                <a:gd name="csX3" fmla="*/ 48432 w 206083"/>
                <a:gd name="csY3" fmla="*/ 31332 h 74798"/>
                <a:gd name="csX4" fmla="*/ 54218 w 206083"/>
                <a:gd name="csY4" fmla="*/ 22836 h 74798"/>
                <a:gd name="csX5" fmla="*/ 56260 w 206083"/>
                <a:gd name="csY5" fmla="*/ 22836 h 74798"/>
                <a:gd name="csX6" fmla="*/ 48594 w 206083"/>
                <a:gd name="csY6" fmla="*/ 49976 h 74798"/>
                <a:gd name="csX7" fmla="*/ 46391 w 206083"/>
                <a:gd name="csY7" fmla="*/ 49976 h 74798"/>
                <a:gd name="csX8" fmla="*/ 47383 w 206083"/>
                <a:gd name="csY8" fmla="*/ 44129 h 74798"/>
                <a:gd name="csX9" fmla="*/ 46391 w 206083"/>
                <a:gd name="csY9" fmla="*/ 40323 h 74798"/>
                <a:gd name="csX10" fmla="*/ 43736 w 206083"/>
                <a:gd name="csY10" fmla="*/ 38227 h 74798"/>
                <a:gd name="csX11" fmla="*/ 36675 w 206083"/>
                <a:gd name="csY11" fmla="*/ 37510 h 74798"/>
                <a:gd name="csX12" fmla="*/ 29566 w 206083"/>
                <a:gd name="csY12" fmla="*/ 37510 h 74798"/>
                <a:gd name="csX13" fmla="*/ 22336 w 206083"/>
                <a:gd name="csY13" fmla="*/ 62277 h 74798"/>
                <a:gd name="csX14" fmla="*/ 21287 w 206083"/>
                <a:gd name="csY14" fmla="*/ 67738 h 74798"/>
                <a:gd name="csX15" fmla="*/ 22667 w 206083"/>
                <a:gd name="csY15" fmla="*/ 70272 h 74798"/>
                <a:gd name="csX16" fmla="*/ 27355 w 206083"/>
                <a:gd name="csY16" fmla="*/ 71047 h 74798"/>
                <a:gd name="csX17" fmla="*/ 33972 w 206083"/>
                <a:gd name="csY17" fmla="*/ 71047 h 74798"/>
                <a:gd name="csX18" fmla="*/ 51184 w 206083"/>
                <a:gd name="csY18" fmla="*/ 67242 h 74798"/>
                <a:gd name="csX19" fmla="*/ 62828 w 206083"/>
                <a:gd name="csY19" fmla="*/ 54003 h 74798"/>
                <a:gd name="csX20" fmla="*/ 64870 w 206083"/>
                <a:gd name="csY20" fmla="*/ 54003 h 74798"/>
                <a:gd name="csX21" fmla="*/ 57809 w 206083"/>
                <a:gd name="csY21" fmla="*/ 74799 h 74798"/>
                <a:gd name="csX22" fmla="*/ 0 w 206083"/>
                <a:gd name="csY22" fmla="*/ 74799 h 74798"/>
                <a:gd name="csX23" fmla="*/ 710 w 206083"/>
                <a:gd name="csY23" fmla="*/ 72757 h 74798"/>
                <a:gd name="csX24" fmla="*/ 6504 w 206083"/>
                <a:gd name="csY24" fmla="*/ 71983 h 74798"/>
                <a:gd name="csX25" fmla="*/ 9708 w 206083"/>
                <a:gd name="csY25" fmla="*/ 69449 h 74798"/>
                <a:gd name="csX26" fmla="*/ 13234 w 206083"/>
                <a:gd name="csY26" fmla="*/ 59960 h 74798"/>
                <a:gd name="csX27" fmla="*/ 26363 w 206083"/>
                <a:gd name="csY27" fmla="*/ 14838 h 74798"/>
                <a:gd name="csX28" fmla="*/ 27912 w 206083"/>
                <a:gd name="csY28" fmla="*/ 6509 h 74798"/>
                <a:gd name="csX29" fmla="*/ 26419 w 206083"/>
                <a:gd name="csY29" fmla="*/ 3254 h 74798"/>
                <a:gd name="csX30" fmla="*/ 20738 w 206083"/>
                <a:gd name="csY30" fmla="*/ 2041 h 74798"/>
                <a:gd name="csX31" fmla="*/ 19576 w 206083"/>
                <a:gd name="csY31" fmla="*/ 2041 h 74798"/>
                <a:gd name="csX32" fmla="*/ 20238 w 206083"/>
                <a:gd name="csY32" fmla="*/ 0 h 74798"/>
                <a:gd name="csX33" fmla="*/ 73972 w 206083"/>
                <a:gd name="csY33" fmla="*/ 0 h 74798"/>
                <a:gd name="csX34" fmla="*/ 69332 w 206083"/>
                <a:gd name="csY34" fmla="*/ 18037 h 74798"/>
                <a:gd name="csX35" fmla="*/ 67290 w 206083"/>
                <a:gd name="csY35" fmla="*/ 18037 h 74798"/>
                <a:gd name="csX36" fmla="*/ 67678 w 206083"/>
                <a:gd name="csY36" fmla="*/ 13791 h 74798"/>
                <a:gd name="csX37" fmla="*/ 66249 w 206083"/>
                <a:gd name="csY37" fmla="*/ 8881 h 74798"/>
                <a:gd name="csX38" fmla="*/ 60786 w 206083"/>
                <a:gd name="csY38" fmla="*/ 5019 h 74798"/>
                <a:gd name="csX39" fmla="*/ 48594 w 206083"/>
                <a:gd name="csY39" fmla="*/ 4027 h 74798"/>
                <a:gd name="csX40" fmla="*/ 39104 w 206083"/>
                <a:gd name="csY40" fmla="*/ 4027 h 74798"/>
                <a:gd name="csX41" fmla="*/ 89247 w 206083"/>
                <a:gd name="csY41" fmla="*/ 0 h 74798"/>
                <a:gd name="csX42" fmla="*/ 118700 w 206083"/>
                <a:gd name="csY42" fmla="*/ 0 h 74798"/>
                <a:gd name="csX43" fmla="*/ 136025 w 206083"/>
                <a:gd name="csY43" fmla="*/ 5019 h 74798"/>
                <a:gd name="csX44" fmla="*/ 141763 w 206083"/>
                <a:gd name="csY44" fmla="*/ 17155 h 74798"/>
                <a:gd name="csX45" fmla="*/ 138123 w 206083"/>
                <a:gd name="csY45" fmla="*/ 28187 h 74798"/>
                <a:gd name="csX46" fmla="*/ 127310 w 206083"/>
                <a:gd name="csY46" fmla="*/ 36903 h 74798"/>
                <a:gd name="csX47" fmla="*/ 111809 w 206083"/>
                <a:gd name="csY47" fmla="*/ 40213 h 74798"/>
                <a:gd name="csX48" fmla="*/ 98624 w 206083"/>
                <a:gd name="csY48" fmla="*/ 38337 h 74798"/>
                <a:gd name="csX49" fmla="*/ 92669 w 206083"/>
                <a:gd name="csY49" fmla="*/ 58746 h 74798"/>
                <a:gd name="csX50" fmla="*/ 90571 w 206083"/>
                <a:gd name="csY50" fmla="*/ 68343 h 74798"/>
                <a:gd name="csX51" fmla="*/ 92064 w 206083"/>
                <a:gd name="csY51" fmla="*/ 71264 h 74798"/>
                <a:gd name="csX52" fmla="*/ 99181 w 206083"/>
                <a:gd name="csY52" fmla="*/ 72757 h 74798"/>
                <a:gd name="csX53" fmla="*/ 98624 w 206083"/>
                <a:gd name="csY53" fmla="*/ 74799 h 74798"/>
                <a:gd name="csX54" fmla="*/ 68896 w 206083"/>
                <a:gd name="csY54" fmla="*/ 74799 h 74798"/>
                <a:gd name="csX55" fmla="*/ 69502 w 206083"/>
                <a:gd name="csY55" fmla="*/ 72757 h 74798"/>
                <a:gd name="csX56" fmla="*/ 77611 w 206083"/>
                <a:gd name="csY56" fmla="*/ 70772 h 74798"/>
                <a:gd name="csX57" fmla="*/ 82574 w 206083"/>
                <a:gd name="csY57" fmla="*/ 59629 h 74798"/>
                <a:gd name="csX58" fmla="*/ 94928 w 206083"/>
                <a:gd name="csY58" fmla="*/ 17045 h 74798"/>
                <a:gd name="csX59" fmla="*/ 97139 w 206083"/>
                <a:gd name="csY59" fmla="*/ 6785 h 74798"/>
                <a:gd name="csX60" fmla="*/ 95533 w 206083"/>
                <a:gd name="csY60" fmla="*/ 3585 h 74798"/>
                <a:gd name="csX61" fmla="*/ 88642 w 206083"/>
                <a:gd name="csY61" fmla="*/ 2041 h 74798"/>
                <a:gd name="csX62" fmla="*/ 89247 w 206083"/>
                <a:gd name="csY62" fmla="*/ 0 h 74798"/>
                <a:gd name="csX63" fmla="*/ 99560 w 206083"/>
                <a:gd name="csY63" fmla="*/ 34862 h 74798"/>
                <a:gd name="csX64" fmla="*/ 109606 w 206083"/>
                <a:gd name="csY64" fmla="*/ 36461 h 74798"/>
                <a:gd name="csX65" fmla="*/ 120524 w 206083"/>
                <a:gd name="csY65" fmla="*/ 33979 h 74798"/>
                <a:gd name="csX66" fmla="*/ 128246 w 206083"/>
                <a:gd name="csY66" fmla="*/ 26533 h 74798"/>
                <a:gd name="csX67" fmla="*/ 131062 w 206083"/>
                <a:gd name="csY67" fmla="*/ 16217 h 74798"/>
                <a:gd name="csX68" fmla="*/ 127641 w 206083"/>
                <a:gd name="csY68" fmla="*/ 7392 h 74798"/>
                <a:gd name="csX69" fmla="*/ 117272 w 206083"/>
                <a:gd name="csY69" fmla="*/ 4137 h 74798"/>
                <a:gd name="csX70" fmla="*/ 108170 w 206083"/>
                <a:gd name="csY70" fmla="*/ 5075 h 74798"/>
                <a:gd name="csX71" fmla="*/ 99560 w 206083"/>
                <a:gd name="csY71" fmla="*/ 34862 h 74798"/>
                <a:gd name="csX72" fmla="*/ 187605 w 206083"/>
                <a:gd name="csY72" fmla="*/ 74799 h 74798"/>
                <a:gd name="csX73" fmla="*/ 175629 w 206083"/>
                <a:gd name="csY73" fmla="*/ 38447 h 74798"/>
                <a:gd name="csX74" fmla="*/ 167028 w 206083"/>
                <a:gd name="csY74" fmla="*/ 37620 h 74798"/>
                <a:gd name="csX75" fmla="*/ 160572 w 206083"/>
                <a:gd name="csY75" fmla="*/ 60236 h 74798"/>
                <a:gd name="csX76" fmla="*/ 159305 w 206083"/>
                <a:gd name="csY76" fmla="*/ 67683 h 74798"/>
                <a:gd name="csX77" fmla="*/ 160903 w 206083"/>
                <a:gd name="csY77" fmla="*/ 71321 h 74798"/>
                <a:gd name="csX78" fmla="*/ 167520 w 206083"/>
                <a:gd name="csY78" fmla="*/ 72757 h 74798"/>
                <a:gd name="csX79" fmla="*/ 167028 w 206083"/>
                <a:gd name="csY79" fmla="*/ 74799 h 74798"/>
                <a:gd name="csX80" fmla="*/ 138067 w 206083"/>
                <a:gd name="csY80" fmla="*/ 74799 h 74798"/>
                <a:gd name="csX81" fmla="*/ 138672 w 206083"/>
                <a:gd name="csY81" fmla="*/ 72757 h 74798"/>
                <a:gd name="csX82" fmla="*/ 144191 w 206083"/>
                <a:gd name="csY82" fmla="*/ 71934 h 74798"/>
                <a:gd name="csX83" fmla="*/ 147500 w 206083"/>
                <a:gd name="csY83" fmla="*/ 69392 h 74798"/>
                <a:gd name="csX84" fmla="*/ 151196 w 206083"/>
                <a:gd name="csY84" fmla="*/ 60236 h 74798"/>
                <a:gd name="csX85" fmla="*/ 164268 w 206083"/>
                <a:gd name="csY85" fmla="*/ 15059 h 74798"/>
                <a:gd name="csX86" fmla="*/ 165591 w 206083"/>
                <a:gd name="csY86" fmla="*/ 8053 h 74798"/>
                <a:gd name="csX87" fmla="*/ 163493 w 206083"/>
                <a:gd name="csY87" fmla="*/ 3751 h 74798"/>
                <a:gd name="csX88" fmla="*/ 157595 w 206083"/>
                <a:gd name="csY88" fmla="*/ 2041 h 74798"/>
                <a:gd name="csX89" fmla="*/ 158256 w 206083"/>
                <a:gd name="csY89" fmla="*/ 0 h 74798"/>
                <a:gd name="csX90" fmla="*/ 182634 w 206083"/>
                <a:gd name="csY90" fmla="*/ 0 h 74798"/>
                <a:gd name="csX91" fmla="*/ 200289 w 206083"/>
                <a:gd name="csY91" fmla="*/ 4633 h 74798"/>
                <a:gd name="csX92" fmla="*/ 205696 w 206083"/>
                <a:gd name="csY92" fmla="*/ 16824 h 74798"/>
                <a:gd name="csX93" fmla="*/ 200120 w 206083"/>
                <a:gd name="csY93" fmla="*/ 30063 h 74798"/>
                <a:gd name="csX94" fmla="*/ 184950 w 206083"/>
                <a:gd name="csY94" fmla="*/ 37620 h 74798"/>
                <a:gd name="csX95" fmla="*/ 192236 w 206083"/>
                <a:gd name="csY95" fmla="*/ 59519 h 74798"/>
                <a:gd name="csX96" fmla="*/ 197530 w 206083"/>
                <a:gd name="csY96" fmla="*/ 69998 h 74798"/>
                <a:gd name="csX97" fmla="*/ 206083 w 206083"/>
                <a:gd name="csY97" fmla="*/ 72757 h 74798"/>
                <a:gd name="csX98" fmla="*/ 205470 w 206083"/>
                <a:gd name="csY98" fmla="*/ 74799 h 74798"/>
                <a:gd name="csX99" fmla="*/ 187605 w 206083"/>
                <a:gd name="csY99" fmla="*/ 74799 h 74798"/>
                <a:gd name="csX100" fmla="*/ 167963 w 206083"/>
                <a:gd name="csY100" fmla="*/ 34475 h 74798"/>
                <a:gd name="csX101" fmla="*/ 174250 w 206083"/>
                <a:gd name="csY101" fmla="*/ 34973 h 74798"/>
                <a:gd name="csX102" fmla="*/ 189259 w 206083"/>
                <a:gd name="csY102" fmla="*/ 29732 h 74798"/>
                <a:gd name="csX103" fmla="*/ 194770 w 206083"/>
                <a:gd name="csY103" fmla="*/ 16603 h 74798"/>
                <a:gd name="csX104" fmla="*/ 191300 w 206083"/>
                <a:gd name="csY104" fmla="*/ 7226 h 74798"/>
                <a:gd name="csX105" fmla="*/ 180980 w 206083"/>
                <a:gd name="csY105" fmla="*/ 3972 h 74798"/>
                <a:gd name="csX106" fmla="*/ 176792 w 206083"/>
                <a:gd name="csY106" fmla="*/ 4412 h 74798"/>
                <a:gd name="csX107" fmla="*/ 167963 w 206083"/>
                <a:gd name="csY107" fmla="*/ 34475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06083" h="74798">
                  <a:moveTo>
                    <a:pt x="39104" y="4027"/>
                  </a:moveTo>
                  <a:lnTo>
                    <a:pt x="30559" y="33593"/>
                  </a:lnTo>
                  <a:lnTo>
                    <a:pt x="37563" y="33593"/>
                  </a:lnTo>
                  <a:cubicBezTo>
                    <a:pt x="42566" y="33593"/>
                    <a:pt x="46189" y="32839"/>
                    <a:pt x="48432" y="31332"/>
                  </a:cubicBezTo>
                  <a:cubicBezTo>
                    <a:pt x="50667" y="29787"/>
                    <a:pt x="52604" y="26956"/>
                    <a:pt x="54218" y="22836"/>
                  </a:cubicBezTo>
                  <a:lnTo>
                    <a:pt x="56260" y="22836"/>
                  </a:lnTo>
                  <a:lnTo>
                    <a:pt x="48594" y="49976"/>
                  </a:lnTo>
                  <a:lnTo>
                    <a:pt x="46391" y="49976"/>
                  </a:lnTo>
                  <a:cubicBezTo>
                    <a:pt x="47052" y="47696"/>
                    <a:pt x="47383" y="45747"/>
                    <a:pt x="47383" y="44129"/>
                  </a:cubicBezTo>
                  <a:cubicBezTo>
                    <a:pt x="47383" y="42548"/>
                    <a:pt x="47052" y="41279"/>
                    <a:pt x="46391" y="40323"/>
                  </a:cubicBezTo>
                  <a:cubicBezTo>
                    <a:pt x="45761" y="39366"/>
                    <a:pt x="44882" y="38668"/>
                    <a:pt x="43736" y="38227"/>
                  </a:cubicBezTo>
                  <a:cubicBezTo>
                    <a:pt x="42639" y="37748"/>
                    <a:pt x="40282" y="37510"/>
                    <a:pt x="36675" y="37510"/>
                  </a:cubicBezTo>
                  <a:lnTo>
                    <a:pt x="29566" y="37510"/>
                  </a:lnTo>
                  <a:lnTo>
                    <a:pt x="22336" y="62277"/>
                  </a:lnTo>
                  <a:cubicBezTo>
                    <a:pt x="21642" y="64668"/>
                    <a:pt x="21287" y="66488"/>
                    <a:pt x="21287" y="67738"/>
                  </a:cubicBezTo>
                  <a:cubicBezTo>
                    <a:pt x="21287" y="68690"/>
                    <a:pt x="21747" y="69538"/>
                    <a:pt x="22667" y="70272"/>
                  </a:cubicBezTo>
                  <a:cubicBezTo>
                    <a:pt x="23296" y="70788"/>
                    <a:pt x="24854" y="71047"/>
                    <a:pt x="27355" y="71047"/>
                  </a:cubicBezTo>
                  <a:lnTo>
                    <a:pt x="33972" y="71047"/>
                  </a:lnTo>
                  <a:cubicBezTo>
                    <a:pt x="41146" y="71047"/>
                    <a:pt x="46883" y="69780"/>
                    <a:pt x="51184" y="67242"/>
                  </a:cubicBezTo>
                  <a:cubicBezTo>
                    <a:pt x="55525" y="64704"/>
                    <a:pt x="59407" y="60291"/>
                    <a:pt x="62828" y="54003"/>
                  </a:cubicBezTo>
                  <a:lnTo>
                    <a:pt x="64870" y="54003"/>
                  </a:lnTo>
                  <a:lnTo>
                    <a:pt x="57809" y="74799"/>
                  </a:lnTo>
                  <a:lnTo>
                    <a:pt x="0" y="74799"/>
                  </a:lnTo>
                  <a:lnTo>
                    <a:pt x="710" y="72757"/>
                  </a:lnTo>
                  <a:cubicBezTo>
                    <a:pt x="3583" y="72685"/>
                    <a:pt x="5511" y="72426"/>
                    <a:pt x="6504" y="71983"/>
                  </a:cubicBezTo>
                  <a:cubicBezTo>
                    <a:pt x="7973" y="71321"/>
                    <a:pt x="9046" y="70482"/>
                    <a:pt x="9708" y="69449"/>
                  </a:cubicBezTo>
                  <a:cubicBezTo>
                    <a:pt x="10700" y="67941"/>
                    <a:pt x="11878" y="64777"/>
                    <a:pt x="13234" y="59960"/>
                  </a:cubicBezTo>
                  <a:lnTo>
                    <a:pt x="26363" y="14838"/>
                  </a:lnTo>
                  <a:cubicBezTo>
                    <a:pt x="27396" y="11198"/>
                    <a:pt x="27912" y="8421"/>
                    <a:pt x="27912" y="6509"/>
                  </a:cubicBezTo>
                  <a:cubicBezTo>
                    <a:pt x="27912" y="5111"/>
                    <a:pt x="27412" y="4027"/>
                    <a:pt x="26419" y="3254"/>
                  </a:cubicBezTo>
                  <a:cubicBezTo>
                    <a:pt x="25459" y="2445"/>
                    <a:pt x="23571" y="2041"/>
                    <a:pt x="20738" y="2041"/>
                  </a:cubicBezTo>
                  <a:lnTo>
                    <a:pt x="19576" y="2041"/>
                  </a:lnTo>
                  <a:lnTo>
                    <a:pt x="20238" y="0"/>
                  </a:lnTo>
                  <a:lnTo>
                    <a:pt x="73972" y="0"/>
                  </a:lnTo>
                  <a:lnTo>
                    <a:pt x="69332" y="18037"/>
                  </a:lnTo>
                  <a:lnTo>
                    <a:pt x="67290" y="18037"/>
                  </a:lnTo>
                  <a:cubicBezTo>
                    <a:pt x="67549" y="16346"/>
                    <a:pt x="67678" y="14930"/>
                    <a:pt x="67678" y="13791"/>
                  </a:cubicBezTo>
                  <a:cubicBezTo>
                    <a:pt x="67678" y="11841"/>
                    <a:pt x="67202" y="10204"/>
                    <a:pt x="66249" y="8881"/>
                  </a:cubicBezTo>
                  <a:cubicBezTo>
                    <a:pt x="64999" y="7189"/>
                    <a:pt x="63175" y="5902"/>
                    <a:pt x="60786" y="5019"/>
                  </a:cubicBezTo>
                  <a:cubicBezTo>
                    <a:pt x="59019" y="4357"/>
                    <a:pt x="54952" y="4027"/>
                    <a:pt x="48594" y="4027"/>
                  </a:cubicBezTo>
                  <a:lnTo>
                    <a:pt x="39104" y="4027"/>
                  </a:lnTo>
                  <a:close/>
                  <a:moveTo>
                    <a:pt x="89247" y="0"/>
                  </a:moveTo>
                  <a:lnTo>
                    <a:pt x="118700" y="0"/>
                  </a:lnTo>
                  <a:cubicBezTo>
                    <a:pt x="126431" y="0"/>
                    <a:pt x="132200" y="1673"/>
                    <a:pt x="136025" y="5019"/>
                  </a:cubicBezTo>
                  <a:cubicBezTo>
                    <a:pt x="139850" y="8329"/>
                    <a:pt x="141763" y="12374"/>
                    <a:pt x="141763" y="17155"/>
                  </a:cubicBezTo>
                  <a:cubicBezTo>
                    <a:pt x="141763" y="20942"/>
                    <a:pt x="140552" y="24620"/>
                    <a:pt x="138123" y="28187"/>
                  </a:cubicBezTo>
                  <a:cubicBezTo>
                    <a:pt x="135694" y="31754"/>
                    <a:pt x="132087" y="34659"/>
                    <a:pt x="127310" y="36903"/>
                  </a:cubicBezTo>
                  <a:cubicBezTo>
                    <a:pt x="122525" y="39109"/>
                    <a:pt x="117361" y="40213"/>
                    <a:pt x="111809" y="40213"/>
                  </a:cubicBezTo>
                  <a:cubicBezTo>
                    <a:pt x="108355" y="40213"/>
                    <a:pt x="103958" y="39587"/>
                    <a:pt x="98624" y="38337"/>
                  </a:cubicBezTo>
                  <a:lnTo>
                    <a:pt x="92669" y="58746"/>
                  </a:lnTo>
                  <a:cubicBezTo>
                    <a:pt x="91273" y="63601"/>
                    <a:pt x="90571" y="66800"/>
                    <a:pt x="90571" y="68343"/>
                  </a:cubicBezTo>
                  <a:cubicBezTo>
                    <a:pt x="90571" y="69521"/>
                    <a:pt x="91071" y="70498"/>
                    <a:pt x="92064" y="71264"/>
                  </a:cubicBezTo>
                  <a:cubicBezTo>
                    <a:pt x="93056" y="72039"/>
                    <a:pt x="95428" y="72539"/>
                    <a:pt x="99181" y="72757"/>
                  </a:cubicBezTo>
                  <a:lnTo>
                    <a:pt x="98624" y="74799"/>
                  </a:lnTo>
                  <a:lnTo>
                    <a:pt x="68896" y="74799"/>
                  </a:lnTo>
                  <a:lnTo>
                    <a:pt x="69502" y="72757"/>
                  </a:lnTo>
                  <a:cubicBezTo>
                    <a:pt x="73399" y="72757"/>
                    <a:pt x="76102" y="72096"/>
                    <a:pt x="77611" y="70772"/>
                  </a:cubicBezTo>
                  <a:cubicBezTo>
                    <a:pt x="79153" y="69409"/>
                    <a:pt x="80807" y="65697"/>
                    <a:pt x="82574" y="59629"/>
                  </a:cubicBezTo>
                  <a:lnTo>
                    <a:pt x="94928" y="17045"/>
                  </a:lnTo>
                  <a:cubicBezTo>
                    <a:pt x="96396" y="11933"/>
                    <a:pt x="97139" y="8513"/>
                    <a:pt x="97139" y="6785"/>
                  </a:cubicBezTo>
                  <a:cubicBezTo>
                    <a:pt x="97139" y="5498"/>
                    <a:pt x="96606" y="4431"/>
                    <a:pt x="95533" y="3585"/>
                  </a:cubicBezTo>
                  <a:cubicBezTo>
                    <a:pt x="94508" y="2740"/>
                    <a:pt x="92209" y="2225"/>
                    <a:pt x="88642" y="2041"/>
                  </a:cubicBezTo>
                  <a:lnTo>
                    <a:pt x="89247" y="0"/>
                  </a:lnTo>
                  <a:close/>
                  <a:moveTo>
                    <a:pt x="99560" y="34862"/>
                  </a:moveTo>
                  <a:cubicBezTo>
                    <a:pt x="103716" y="35928"/>
                    <a:pt x="107064" y="36461"/>
                    <a:pt x="109606" y="36461"/>
                  </a:cubicBezTo>
                  <a:cubicBezTo>
                    <a:pt x="113608" y="36461"/>
                    <a:pt x="117248" y="35634"/>
                    <a:pt x="120524" y="33979"/>
                  </a:cubicBezTo>
                  <a:cubicBezTo>
                    <a:pt x="123832" y="32324"/>
                    <a:pt x="126406" y="29842"/>
                    <a:pt x="128246" y="26533"/>
                  </a:cubicBezTo>
                  <a:cubicBezTo>
                    <a:pt x="130127" y="23223"/>
                    <a:pt x="131062" y="19784"/>
                    <a:pt x="131062" y="16217"/>
                  </a:cubicBezTo>
                  <a:cubicBezTo>
                    <a:pt x="131062" y="12503"/>
                    <a:pt x="129917" y="9561"/>
                    <a:pt x="127641" y="7392"/>
                  </a:cubicBezTo>
                  <a:cubicBezTo>
                    <a:pt x="125357" y="5222"/>
                    <a:pt x="121904" y="4137"/>
                    <a:pt x="117272" y="4137"/>
                  </a:cubicBezTo>
                  <a:cubicBezTo>
                    <a:pt x="114770" y="4137"/>
                    <a:pt x="111736" y="4449"/>
                    <a:pt x="108170" y="5075"/>
                  </a:cubicBezTo>
                  <a:lnTo>
                    <a:pt x="99560" y="34862"/>
                  </a:lnTo>
                  <a:close/>
                  <a:moveTo>
                    <a:pt x="187605" y="74799"/>
                  </a:moveTo>
                  <a:lnTo>
                    <a:pt x="175629" y="38447"/>
                  </a:lnTo>
                  <a:cubicBezTo>
                    <a:pt x="172837" y="38484"/>
                    <a:pt x="169965" y="38208"/>
                    <a:pt x="167028" y="37620"/>
                  </a:cubicBezTo>
                  <a:lnTo>
                    <a:pt x="160572" y="60236"/>
                  </a:lnTo>
                  <a:cubicBezTo>
                    <a:pt x="159725" y="63178"/>
                    <a:pt x="159305" y="65660"/>
                    <a:pt x="159305" y="67683"/>
                  </a:cubicBezTo>
                  <a:cubicBezTo>
                    <a:pt x="159305" y="69231"/>
                    <a:pt x="159838" y="70441"/>
                    <a:pt x="160903" y="71321"/>
                  </a:cubicBezTo>
                  <a:cubicBezTo>
                    <a:pt x="161710" y="71983"/>
                    <a:pt x="163921" y="72467"/>
                    <a:pt x="167520" y="72757"/>
                  </a:cubicBezTo>
                  <a:lnTo>
                    <a:pt x="167028" y="74799"/>
                  </a:lnTo>
                  <a:lnTo>
                    <a:pt x="138067" y="74799"/>
                  </a:lnTo>
                  <a:lnTo>
                    <a:pt x="138672" y="72757"/>
                  </a:lnTo>
                  <a:cubicBezTo>
                    <a:pt x="141391" y="72644"/>
                    <a:pt x="143231" y="72370"/>
                    <a:pt x="144191" y="71934"/>
                  </a:cubicBezTo>
                  <a:cubicBezTo>
                    <a:pt x="145700" y="71305"/>
                    <a:pt x="146798" y="70458"/>
                    <a:pt x="147500" y="69392"/>
                  </a:cubicBezTo>
                  <a:cubicBezTo>
                    <a:pt x="148678" y="67665"/>
                    <a:pt x="149904" y="64612"/>
                    <a:pt x="151196" y="60236"/>
                  </a:cubicBezTo>
                  <a:lnTo>
                    <a:pt x="164268" y="15059"/>
                  </a:lnTo>
                  <a:cubicBezTo>
                    <a:pt x="165147" y="12043"/>
                    <a:pt x="165591" y="9708"/>
                    <a:pt x="165591" y="8053"/>
                  </a:cubicBezTo>
                  <a:cubicBezTo>
                    <a:pt x="165591" y="6362"/>
                    <a:pt x="164889" y="4927"/>
                    <a:pt x="163493" y="3751"/>
                  </a:cubicBezTo>
                  <a:cubicBezTo>
                    <a:pt x="162138" y="2574"/>
                    <a:pt x="160169" y="2004"/>
                    <a:pt x="157595" y="2041"/>
                  </a:cubicBezTo>
                  <a:lnTo>
                    <a:pt x="158256" y="0"/>
                  </a:lnTo>
                  <a:lnTo>
                    <a:pt x="182634" y="0"/>
                  </a:lnTo>
                  <a:cubicBezTo>
                    <a:pt x="190800" y="0"/>
                    <a:pt x="196683" y="1544"/>
                    <a:pt x="200289" y="4633"/>
                  </a:cubicBezTo>
                  <a:cubicBezTo>
                    <a:pt x="203888" y="7722"/>
                    <a:pt x="205696" y="11786"/>
                    <a:pt x="205696" y="16824"/>
                  </a:cubicBezTo>
                  <a:cubicBezTo>
                    <a:pt x="205696" y="21641"/>
                    <a:pt x="203840" y="26054"/>
                    <a:pt x="200120" y="30063"/>
                  </a:cubicBezTo>
                  <a:cubicBezTo>
                    <a:pt x="196449" y="34034"/>
                    <a:pt x="191389" y="36553"/>
                    <a:pt x="184950" y="37620"/>
                  </a:cubicBezTo>
                  <a:lnTo>
                    <a:pt x="192236" y="59519"/>
                  </a:lnTo>
                  <a:cubicBezTo>
                    <a:pt x="194003" y="64888"/>
                    <a:pt x="195763" y="68384"/>
                    <a:pt x="197530" y="69998"/>
                  </a:cubicBezTo>
                  <a:cubicBezTo>
                    <a:pt x="199297" y="71620"/>
                    <a:pt x="202146" y="72539"/>
                    <a:pt x="206083" y="72757"/>
                  </a:cubicBezTo>
                  <a:lnTo>
                    <a:pt x="205470" y="74799"/>
                  </a:lnTo>
                  <a:lnTo>
                    <a:pt x="187605" y="74799"/>
                  </a:lnTo>
                  <a:close/>
                  <a:moveTo>
                    <a:pt x="167963" y="34475"/>
                  </a:moveTo>
                  <a:cubicBezTo>
                    <a:pt x="170320" y="34806"/>
                    <a:pt x="172410" y="34973"/>
                    <a:pt x="174250" y="34973"/>
                  </a:cubicBezTo>
                  <a:cubicBezTo>
                    <a:pt x="180576" y="34973"/>
                    <a:pt x="185579" y="33226"/>
                    <a:pt x="189259" y="29732"/>
                  </a:cubicBezTo>
                  <a:cubicBezTo>
                    <a:pt x="192930" y="26201"/>
                    <a:pt x="194770" y="21825"/>
                    <a:pt x="194770" y="16603"/>
                  </a:cubicBezTo>
                  <a:cubicBezTo>
                    <a:pt x="194770" y="12521"/>
                    <a:pt x="193616" y="9396"/>
                    <a:pt x="191300" y="7226"/>
                  </a:cubicBezTo>
                  <a:cubicBezTo>
                    <a:pt x="189017" y="5056"/>
                    <a:pt x="185579" y="3972"/>
                    <a:pt x="180980" y="3972"/>
                  </a:cubicBezTo>
                  <a:cubicBezTo>
                    <a:pt x="179802" y="3972"/>
                    <a:pt x="178406" y="4119"/>
                    <a:pt x="176792" y="4412"/>
                  </a:cubicBezTo>
                  <a:lnTo>
                    <a:pt x="167963" y="34475"/>
                  </a:lnTo>
                  <a:close/>
                </a:path>
              </a:pathLst>
            </a:custGeom>
            <a:solidFill>
              <a:srgbClr val="000000"/>
            </a:solidFill>
            <a:ln w="807" cap="flat">
              <a:noFill/>
              <a:prstDash val="solid"/>
              <a:miter/>
            </a:ln>
          </p:spPr>
        </p:sp>
        <p:sp>
          <p:nvSpPr>
            <p:cNvPr id="38" name="任意形状 37">
              <a:extLst>
                <a:ext uri="{FF2B5EF4-FFF2-40B4-BE49-F238E27FC236}">
                  <a16:creationId xmlns:a16="http://schemas.microsoft.com/office/drawing/2014/main" id="{E3786A24-C4D2-63C1-437A-7F71004323E8}"/>
                </a:ext>
              </a:extLst>
            </p:cNvPr>
            <p:cNvSpPr/>
            <p:nvPr/>
          </p:nvSpPr>
          <p:spPr>
            <a:xfrm>
              <a:off x="4407404" y="2129588"/>
              <a:ext cx="410253" cy="120491"/>
            </a:xfrm>
            <a:custGeom>
              <a:avLst/>
              <a:gdLst>
                <a:gd name="csX0" fmla="*/ 24717 w 349338"/>
                <a:gd name="csY0" fmla="*/ 14839 h 102600"/>
                <a:gd name="csX1" fmla="*/ 20416 w 349338"/>
                <a:gd name="csY1" fmla="*/ 29842 h 102600"/>
                <a:gd name="csX2" fmla="*/ 29074 w 349338"/>
                <a:gd name="csY2" fmla="*/ 29842 h 102600"/>
                <a:gd name="csX3" fmla="*/ 28138 w 349338"/>
                <a:gd name="csY3" fmla="*/ 33317 h 102600"/>
                <a:gd name="csX4" fmla="*/ 19528 w 349338"/>
                <a:gd name="csY4" fmla="*/ 33317 h 102600"/>
                <a:gd name="csX5" fmla="*/ 10038 w 349338"/>
                <a:gd name="csY5" fmla="*/ 65863 h 102600"/>
                <a:gd name="csX6" fmla="*/ 8497 w 349338"/>
                <a:gd name="csY6" fmla="*/ 72648 h 102600"/>
                <a:gd name="csX7" fmla="*/ 8941 w 349338"/>
                <a:gd name="csY7" fmla="*/ 74082 h 102600"/>
                <a:gd name="csX8" fmla="*/ 9990 w 349338"/>
                <a:gd name="csY8" fmla="*/ 74579 h 102600"/>
                <a:gd name="csX9" fmla="*/ 13629 w 349338"/>
                <a:gd name="csY9" fmla="*/ 72648 h 102600"/>
                <a:gd name="csX10" fmla="*/ 19528 w 349338"/>
                <a:gd name="csY10" fmla="*/ 65863 h 102600"/>
                <a:gd name="csX11" fmla="*/ 21351 w 349338"/>
                <a:gd name="csY11" fmla="*/ 67242 h 102600"/>
                <a:gd name="csX12" fmla="*/ 11749 w 349338"/>
                <a:gd name="csY12" fmla="*/ 77667 h 102600"/>
                <a:gd name="csX13" fmla="*/ 5520 w 349338"/>
                <a:gd name="csY13" fmla="*/ 79764 h 102600"/>
                <a:gd name="csX14" fmla="*/ 1549 w 349338"/>
                <a:gd name="csY14" fmla="*/ 78274 h 102600"/>
                <a:gd name="csX15" fmla="*/ 0 w 349338"/>
                <a:gd name="csY15" fmla="*/ 74357 h 102600"/>
                <a:gd name="csX16" fmla="*/ 1767 w 349338"/>
                <a:gd name="csY16" fmla="*/ 65256 h 102600"/>
                <a:gd name="csX17" fmla="*/ 10982 w 349338"/>
                <a:gd name="csY17" fmla="*/ 33317 h 102600"/>
                <a:gd name="csX18" fmla="*/ 2647 w 349338"/>
                <a:gd name="csY18" fmla="*/ 33317 h 102600"/>
                <a:gd name="csX19" fmla="*/ 3204 w 349338"/>
                <a:gd name="csY19" fmla="*/ 31166 h 102600"/>
                <a:gd name="csX20" fmla="*/ 13298 w 349338"/>
                <a:gd name="csY20" fmla="*/ 26257 h 102600"/>
                <a:gd name="csX21" fmla="*/ 22288 w 349338"/>
                <a:gd name="csY21" fmla="*/ 14839 h 102600"/>
                <a:gd name="csX22" fmla="*/ 24717 w 349338"/>
                <a:gd name="csY22" fmla="*/ 14839 h 102600"/>
                <a:gd name="csX23" fmla="*/ 40266 w 349338"/>
                <a:gd name="csY23" fmla="*/ 57644 h 102600"/>
                <a:gd name="csX24" fmla="*/ 39887 w 349338"/>
                <a:gd name="csY24" fmla="*/ 62222 h 102600"/>
                <a:gd name="csX25" fmla="*/ 43357 w 349338"/>
                <a:gd name="csY25" fmla="*/ 70607 h 102600"/>
                <a:gd name="csX26" fmla="*/ 51797 w 349338"/>
                <a:gd name="csY26" fmla="*/ 74027 h 102600"/>
                <a:gd name="csX27" fmla="*/ 59415 w 349338"/>
                <a:gd name="csY27" fmla="*/ 72427 h 102600"/>
                <a:gd name="csX28" fmla="*/ 70332 w 349338"/>
                <a:gd name="csY28" fmla="*/ 65201 h 102600"/>
                <a:gd name="csX29" fmla="*/ 71495 w 349338"/>
                <a:gd name="csY29" fmla="*/ 66800 h 102600"/>
                <a:gd name="csX30" fmla="*/ 46560 w 349338"/>
                <a:gd name="csY30" fmla="*/ 79764 h 102600"/>
                <a:gd name="csX31" fmla="*/ 34424 w 349338"/>
                <a:gd name="csY31" fmla="*/ 74689 h 102600"/>
                <a:gd name="csX32" fmla="*/ 30341 w 349338"/>
                <a:gd name="csY32" fmla="*/ 63491 h 102600"/>
                <a:gd name="csX33" fmla="*/ 35416 w 349338"/>
                <a:gd name="csY33" fmla="*/ 46667 h 102600"/>
                <a:gd name="csX34" fmla="*/ 48158 w 349338"/>
                <a:gd name="csY34" fmla="*/ 33317 h 102600"/>
                <a:gd name="csX35" fmla="*/ 63933 w 349338"/>
                <a:gd name="csY35" fmla="*/ 28519 h 102600"/>
                <a:gd name="csX36" fmla="*/ 72592 w 349338"/>
                <a:gd name="csY36" fmla="*/ 30890 h 102600"/>
                <a:gd name="csX37" fmla="*/ 75408 w 349338"/>
                <a:gd name="csY37" fmla="*/ 36517 h 102600"/>
                <a:gd name="csX38" fmla="*/ 71769 w 349338"/>
                <a:gd name="csY38" fmla="*/ 45288 h 102600"/>
                <a:gd name="csX39" fmla="*/ 57647 w 349338"/>
                <a:gd name="csY39" fmla="*/ 54114 h 102600"/>
                <a:gd name="csX40" fmla="*/ 40266 w 349338"/>
                <a:gd name="csY40" fmla="*/ 57644 h 102600"/>
                <a:gd name="csX41" fmla="*/ 40654 w 349338"/>
                <a:gd name="csY41" fmla="*/ 54941 h 102600"/>
                <a:gd name="csX42" fmla="*/ 53952 w 349338"/>
                <a:gd name="csY42" fmla="*/ 51741 h 102600"/>
                <a:gd name="csX43" fmla="*/ 64103 w 349338"/>
                <a:gd name="csY43" fmla="*/ 44515 h 102600"/>
                <a:gd name="csX44" fmla="*/ 67516 w 349338"/>
                <a:gd name="csY44" fmla="*/ 36462 h 102600"/>
                <a:gd name="csX45" fmla="*/ 66032 w 349338"/>
                <a:gd name="csY45" fmla="*/ 32711 h 102600"/>
                <a:gd name="csX46" fmla="*/ 61892 w 349338"/>
                <a:gd name="csY46" fmla="*/ 31277 h 102600"/>
                <a:gd name="csX47" fmla="*/ 49925 w 349338"/>
                <a:gd name="csY47" fmla="*/ 37289 h 102600"/>
                <a:gd name="csX48" fmla="*/ 40654 w 349338"/>
                <a:gd name="csY48" fmla="*/ 54941 h 102600"/>
                <a:gd name="csX49" fmla="*/ 110599 w 349338"/>
                <a:gd name="csY49" fmla="*/ 0 h 102600"/>
                <a:gd name="csX50" fmla="*/ 91732 w 349338"/>
                <a:gd name="csY50" fmla="*/ 65643 h 102600"/>
                <a:gd name="csX51" fmla="*/ 90353 w 349338"/>
                <a:gd name="csY51" fmla="*/ 71655 h 102600"/>
                <a:gd name="csX52" fmla="*/ 90853 w 349338"/>
                <a:gd name="csY52" fmla="*/ 73034 h 102600"/>
                <a:gd name="csX53" fmla="*/ 92176 w 349338"/>
                <a:gd name="csY53" fmla="*/ 73585 h 102600"/>
                <a:gd name="csX54" fmla="*/ 94436 w 349338"/>
                <a:gd name="csY54" fmla="*/ 72648 h 102600"/>
                <a:gd name="csX55" fmla="*/ 100447 w 349338"/>
                <a:gd name="csY55" fmla="*/ 65643 h 102600"/>
                <a:gd name="csX56" fmla="*/ 102110 w 349338"/>
                <a:gd name="csY56" fmla="*/ 67352 h 102600"/>
                <a:gd name="csX57" fmla="*/ 92451 w 349338"/>
                <a:gd name="csY57" fmla="*/ 77667 h 102600"/>
                <a:gd name="csX58" fmla="*/ 86277 w 349338"/>
                <a:gd name="csY58" fmla="*/ 79764 h 102600"/>
                <a:gd name="csX59" fmla="*/ 82743 w 349338"/>
                <a:gd name="csY59" fmla="*/ 78329 h 102600"/>
                <a:gd name="csX60" fmla="*/ 81363 w 349338"/>
                <a:gd name="csY60" fmla="*/ 75020 h 102600"/>
                <a:gd name="csX61" fmla="*/ 83130 w 349338"/>
                <a:gd name="csY61" fmla="*/ 66856 h 102600"/>
                <a:gd name="csX62" fmla="*/ 98083 w 349338"/>
                <a:gd name="csY62" fmla="*/ 15114 h 102600"/>
                <a:gd name="csX63" fmla="*/ 99899 w 349338"/>
                <a:gd name="csY63" fmla="*/ 7833 h 102600"/>
                <a:gd name="csX64" fmla="*/ 98850 w 349338"/>
                <a:gd name="csY64" fmla="*/ 5682 h 102600"/>
                <a:gd name="csX65" fmla="*/ 95598 w 349338"/>
                <a:gd name="csY65" fmla="*/ 4799 h 102600"/>
                <a:gd name="csX66" fmla="*/ 91732 w 349338"/>
                <a:gd name="csY66" fmla="*/ 5185 h 102600"/>
                <a:gd name="csX67" fmla="*/ 91732 w 349338"/>
                <a:gd name="csY67" fmla="*/ 3144 h 102600"/>
                <a:gd name="csX68" fmla="*/ 110599 w 349338"/>
                <a:gd name="csY68" fmla="*/ 0 h 102600"/>
                <a:gd name="csX69" fmla="*/ 121912 w 349338"/>
                <a:gd name="csY69" fmla="*/ 57644 h 102600"/>
                <a:gd name="csX70" fmla="*/ 121525 w 349338"/>
                <a:gd name="csY70" fmla="*/ 62222 h 102600"/>
                <a:gd name="csX71" fmla="*/ 124994 w 349338"/>
                <a:gd name="csY71" fmla="*/ 70607 h 102600"/>
                <a:gd name="csX72" fmla="*/ 133435 w 349338"/>
                <a:gd name="csY72" fmla="*/ 74027 h 102600"/>
                <a:gd name="csX73" fmla="*/ 141052 w 349338"/>
                <a:gd name="csY73" fmla="*/ 72427 h 102600"/>
                <a:gd name="csX74" fmla="*/ 151970 w 349338"/>
                <a:gd name="csY74" fmla="*/ 65201 h 102600"/>
                <a:gd name="csX75" fmla="*/ 153132 w 349338"/>
                <a:gd name="csY75" fmla="*/ 66800 h 102600"/>
                <a:gd name="csX76" fmla="*/ 128198 w 349338"/>
                <a:gd name="csY76" fmla="*/ 79764 h 102600"/>
                <a:gd name="csX77" fmla="*/ 116062 w 349338"/>
                <a:gd name="csY77" fmla="*/ 74689 h 102600"/>
                <a:gd name="csX78" fmla="*/ 111978 w 349338"/>
                <a:gd name="csY78" fmla="*/ 63491 h 102600"/>
                <a:gd name="csX79" fmla="*/ 117054 w 349338"/>
                <a:gd name="csY79" fmla="*/ 46667 h 102600"/>
                <a:gd name="csX80" fmla="*/ 129796 w 349338"/>
                <a:gd name="csY80" fmla="*/ 33317 h 102600"/>
                <a:gd name="csX81" fmla="*/ 145571 w 349338"/>
                <a:gd name="csY81" fmla="*/ 28519 h 102600"/>
                <a:gd name="csX82" fmla="*/ 154238 w 349338"/>
                <a:gd name="csY82" fmla="*/ 30890 h 102600"/>
                <a:gd name="csX83" fmla="*/ 157046 w 349338"/>
                <a:gd name="csY83" fmla="*/ 36517 h 102600"/>
                <a:gd name="csX84" fmla="*/ 153407 w 349338"/>
                <a:gd name="csY84" fmla="*/ 45288 h 102600"/>
                <a:gd name="csX85" fmla="*/ 139285 w 349338"/>
                <a:gd name="csY85" fmla="*/ 54114 h 102600"/>
                <a:gd name="csX86" fmla="*/ 121912 w 349338"/>
                <a:gd name="csY86" fmla="*/ 57644 h 102600"/>
                <a:gd name="csX87" fmla="*/ 122291 w 349338"/>
                <a:gd name="csY87" fmla="*/ 54941 h 102600"/>
                <a:gd name="csX88" fmla="*/ 135589 w 349338"/>
                <a:gd name="csY88" fmla="*/ 51741 h 102600"/>
                <a:gd name="csX89" fmla="*/ 145741 w 349338"/>
                <a:gd name="csY89" fmla="*/ 44515 h 102600"/>
                <a:gd name="csX90" fmla="*/ 149162 w 349338"/>
                <a:gd name="csY90" fmla="*/ 36462 h 102600"/>
                <a:gd name="csX91" fmla="*/ 147669 w 349338"/>
                <a:gd name="csY91" fmla="*/ 32711 h 102600"/>
                <a:gd name="csX92" fmla="*/ 143530 w 349338"/>
                <a:gd name="csY92" fmla="*/ 31277 h 102600"/>
                <a:gd name="csX93" fmla="*/ 131563 w 349338"/>
                <a:gd name="csY93" fmla="*/ 37289 h 102600"/>
                <a:gd name="csX94" fmla="*/ 122291 w 349338"/>
                <a:gd name="csY94" fmla="*/ 54941 h 102600"/>
                <a:gd name="csX95" fmla="*/ 183634 w 349338"/>
                <a:gd name="csY95" fmla="*/ 28519 h 102600"/>
                <a:gd name="csX96" fmla="*/ 179826 w 349338"/>
                <a:gd name="csY96" fmla="*/ 41205 h 102600"/>
                <a:gd name="csX97" fmla="*/ 190534 w 349338"/>
                <a:gd name="csY97" fmla="*/ 31332 h 102600"/>
                <a:gd name="csX98" fmla="*/ 200185 w 349338"/>
                <a:gd name="csY98" fmla="*/ 28519 h 102600"/>
                <a:gd name="csX99" fmla="*/ 208569 w 349338"/>
                <a:gd name="csY99" fmla="*/ 32435 h 102600"/>
                <a:gd name="csX100" fmla="*/ 212046 w 349338"/>
                <a:gd name="csY100" fmla="*/ 42529 h 102600"/>
                <a:gd name="csX101" fmla="*/ 202170 w 349338"/>
                <a:gd name="csY101" fmla="*/ 67242 h 102600"/>
                <a:gd name="csX102" fmla="*/ 179164 w 349338"/>
                <a:gd name="csY102" fmla="*/ 79764 h 102600"/>
                <a:gd name="csX103" fmla="*/ 174258 w 349338"/>
                <a:gd name="csY103" fmla="*/ 79157 h 102600"/>
                <a:gd name="csX104" fmla="*/ 169513 w 349338"/>
                <a:gd name="csY104" fmla="*/ 77006 h 102600"/>
                <a:gd name="csX105" fmla="*/ 165486 w 349338"/>
                <a:gd name="csY105" fmla="*/ 91237 h 102600"/>
                <a:gd name="csX106" fmla="*/ 164276 w 349338"/>
                <a:gd name="csY106" fmla="*/ 96698 h 102600"/>
                <a:gd name="csX107" fmla="*/ 164881 w 349338"/>
                <a:gd name="csY107" fmla="*/ 98739 h 102600"/>
                <a:gd name="csX108" fmla="*/ 166979 w 349338"/>
                <a:gd name="csY108" fmla="*/ 100063 h 102600"/>
                <a:gd name="csX109" fmla="*/ 172660 w 349338"/>
                <a:gd name="csY109" fmla="*/ 100559 h 102600"/>
                <a:gd name="csX110" fmla="*/ 172160 w 349338"/>
                <a:gd name="csY110" fmla="*/ 102600 h 102600"/>
                <a:gd name="csX111" fmla="*/ 146176 w 349338"/>
                <a:gd name="csY111" fmla="*/ 102600 h 102600"/>
                <a:gd name="csX112" fmla="*/ 146733 w 349338"/>
                <a:gd name="csY112" fmla="*/ 100559 h 102600"/>
                <a:gd name="csX113" fmla="*/ 153681 w 349338"/>
                <a:gd name="csY113" fmla="*/ 98795 h 102600"/>
                <a:gd name="csX114" fmla="*/ 157433 w 349338"/>
                <a:gd name="csY114" fmla="*/ 90244 h 102600"/>
                <a:gd name="csX115" fmla="*/ 171385 w 349338"/>
                <a:gd name="csY115" fmla="*/ 41923 h 102600"/>
                <a:gd name="csX116" fmla="*/ 172660 w 349338"/>
                <a:gd name="csY116" fmla="*/ 36241 h 102600"/>
                <a:gd name="csX117" fmla="*/ 171772 w 349338"/>
                <a:gd name="csY117" fmla="*/ 33924 h 102600"/>
                <a:gd name="csX118" fmla="*/ 169182 w 349338"/>
                <a:gd name="csY118" fmla="*/ 33097 h 102600"/>
                <a:gd name="csX119" fmla="*/ 164712 w 349338"/>
                <a:gd name="csY119" fmla="*/ 33483 h 102600"/>
                <a:gd name="csX120" fmla="*/ 164712 w 349338"/>
                <a:gd name="csY120" fmla="*/ 31332 h 102600"/>
                <a:gd name="csX121" fmla="*/ 183634 w 349338"/>
                <a:gd name="csY121" fmla="*/ 28519 h 102600"/>
                <a:gd name="csX122" fmla="*/ 170780 w 349338"/>
                <a:gd name="csY122" fmla="*/ 72648 h 102600"/>
                <a:gd name="csX123" fmla="*/ 179995 w 349338"/>
                <a:gd name="csY123" fmla="*/ 76730 h 102600"/>
                <a:gd name="csX124" fmla="*/ 185837 w 349338"/>
                <a:gd name="csY124" fmla="*/ 75130 h 102600"/>
                <a:gd name="csX125" fmla="*/ 191631 w 349338"/>
                <a:gd name="csY125" fmla="*/ 70386 h 102600"/>
                <a:gd name="csX126" fmla="*/ 196763 w 349338"/>
                <a:gd name="csY126" fmla="*/ 63160 h 102600"/>
                <a:gd name="csX127" fmla="*/ 200790 w 349338"/>
                <a:gd name="csY127" fmla="*/ 53451 h 102600"/>
                <a:gd name="csX128" fmla="*/ 202613 w 349338"/>
                <a:gd name="csY128" fmla="*/ 42419 h 102600"/>
                <a:gd name="csX129" fmla="*/ 200572 w 349338"/>
                <a:gd name="csY129" fmla="*/ 35689 h 102600"/>
                <a:gd name="csX130" fmla="*/ 195884 w 349338"/>
                <a:gd name="csY130" fmla="*/ 33317 h 102600"/>
                <a:gd name="csX131" fmla="*/ 184078 w 349338"/>
                <a:gd name="csY131" fmla="*/ 40158 h 102600"/>
                <a:gd name="csX132" fmla="*/ 175581 w 349338"/>
                <a:gd name="csY132" fmla="*/ 56155 h 102600"/>
                <a:gd name="csX133" fmla="*/ 170780 w 349338"/>
                <a:gd name="csY133" fmla="*/ 72648 h 102600"/>
                <a:gd name="csX134" fmla="*/ 267370 w 349338"/>
                <a:gd name="csY134" fmla="*/ 45784 h 102600"/>
                <a:gd name="csX135" fmla="*/ 262956 w 349338"/>
                <a:gd name="csY135" fmla="*/ 62167 h 102600"/>
                <a:gd name="csX136" fmla="*/ 250763 w 349338"/>
                <a:gd name="csY136" fmla="*/ 75020 h 102600"/>
                <a:gd name="csX137" fmla="*/ 235544 w 349338"/>
                <a:gd name="csY137" fmla="*/ 79764 h 102600"/>
                <a:gd name="csX138" fmla="*/ 223182 w 349338"/>
                <a:gd name="csY138" fmla="*/ 74964 h 102600"/>
                <a:gd name="csX139" fmla="*/ 218445 w 349338"/>
                <a:gd name="csY139" fmla="*/ 62443 h 102600"/>
                <a:gd name="csX140" fmla="*/ 223077 w 349338"/>
                <a:gd name="csY140" fmla="*/ 46170 h 102600"/>
                <a:gd name="csX141" fmla="*/ 235544 w 349338"/>
                <a:gd name="csY141" fmla="*/ 33263 h 102600"/>
                <a:gd name="csX142" fmla="*/ 250658 w 349338"/>
                <a:gd name="csY142" fmla="*/ 28519 h 102600"/>
                <a:gd name="csX143" fmla="*/ 262625 w 349338"/>
                <a:gd name="csY143" fmla="*/ 33317 h 102600"/>
                <a:gd name="csX144" fmla="*/ 267370 w 349338"/>
                <a:gd name="csY144" fmla="*/ 45784 h 102600"/>
                <a:gd name="csX145" fmla="*/ 258211 w 349338"/>
                <a:gd name="csY145" fmla="*/ 41978 h 102600"/>
                <a:gd name="csX146" fmla="*/ 255678 w 349338"/>
                <a:gd name="csY146" fmla="*/ 34145 h 102600"/>
                <a:gd name="csX147" fmla="*/ 249222 w 349338"/>
                <a:gd name="csY147" fmla="*/ 31387 h 102600"/>
                <a:gd name="csX148" fmla="*/ 234269 w 349338"/>
                <a:gd name="csY148" fmla="*/ 43026 h 102600"/>
                <a:gd name="csX149" fmla="*/ 227491 w 349338"/>
                <a:gd name="csY149" fmla="*/ 66084 h 102600"/>
                <a:gd name="csX150" fmla="*/ 230138 w 349338"/>
                <a:gd name="csY150" fmla="*/ 74192 h 102600"/>
                <a:gd name="csX151" fmla="*/ 236811 w 349338"/>
                <a:gd name="csY151" fmla="*/ 77006 h 102600"/>
                <a:gd name="csX152" fmla="*/ 251376 w 349338"/>
                <a:gd name="csY152" fmla="*/ 65477 h 102600"/>
                <a:gd name="csX153" fmla="*/ 258211 w 349338"/>
                <a:gd name="csY153" fmla="*/ 41978 h 102600"/>
                <a:gd name="csX154" fmla="*/ 277521 w 349338"/>
                <a:gd name="csY154" fmla="*/ 31608 h 102600"/>
                <a:gd name="csX155" fmla="*/ 296549 w 349338"/>
                <a:gd name="csY155" fmla="*/ 28519 h 102600"/>
                <a:gd name="csX156" fmla="*/ 288608 w 349338"/>
                <a:gd name="csY156" fmla="*/ 55327 h 102600"/>
                <a:gd name="csX157" fmla="*/ 306151 w 349338"/>
                <a:gd name="csY157" fmla="*/ 32269 h 102600"/>
                <a:gd name="csX158" fmla="*/ 313430 w 349338"/>
                <a:gd name="csY158" fmla="*/ 28519 h 102600"/>
                <a:gd name="csX159" fmla="*/ 316294 w 349338"/>
                <a:gd name="csY159" fmla="*/ 29622 h 102600"/>
                <a:gd name="csX160" fmla="*/ 317343 w 349338"/>
                <a:gd name="csY160" fmla="*/ 32711 h 102600"/>
                <a:gd name="csX161" fmla="*/ 315471 w 349338"/>
                <a:gd name="csY161" fmla="*/ 39661 h 102600"/>
                <a:gd name="csX162" fmla="*/ 311663 w 349338"/>
                <a:gd name="csY162" fmla="*/ 42144 h 102600"/>
                <a:gd name="csX163" fmla="*/ 309460 w 349338"/>
                <a:gd name="csY163" fmla="*/ 41316 h 102600"/>
                <a:gd name="csX164" fmla="*/ 308354 w 349338"/>
                <a:gd name="csY164" fmla="*/ 38779 h 102600"/>
                <a:gd name="csX165" fmla="*/ 307862 w 349338"/>
                <a:gd name="csY165" fmla="*/ 37400 h 102600"/>
                <a:gd name="csX166" fmla="*/ 306813 w 349338"/>
                <a:gd name="csY166" fmla="*/ 36958 h 102600"/>
                <a:gd name="csX167" fmla="*/ 305046 w 349338"/>
                <a:gd name="csY167" fmla="*/ 37400 h 102600"/>
                <a:gd name="csX168" fmla="*/ 300688 w 349338"/>
                <a:gd name="csY168" fmla="*/ 41702 h 102600"/>
                <a:gd name="csX169" fmla="*/ 290755 w 349338"/>
                <a:gd name="csY169" fmla="*/ 55713 h 102600"/>
                <a:gd name="csX170" fmla="*/ 286785 w 349338"/>
                <a:gd name="csY170" fmla="*/ 63932 h 102600"/>
                <a:gd name="csX171" fmla="*/ 284138 w 349338"/>
                <a:gd name="csY171" fmla="*/ 71490 h 102600"/>
                <a:gd name="csX172" fmla="*/ 282371 w 349338"/>
                <a:gd name="csY172" fmla="*/ 78440 h 102600"/>
                <a:gd name="csX173" fmla="*/ 273930 w 349338"/>
                <a:gd name="csY173" fmla="*/ 78440 h 102600"/>
                <a:gd name="csX174" fmla="*/ 284138 w 349338"/>
                <a:gd name="csY174" fmla="*/ 44185 h 102600"/>
                <a:gd name="csX175" fmla="*/ 285905 w 349338"/>
                <a:gd name="csY175" fmla="*/ 35689 h 102600"/>
                <a:gd name="csX176" fmla="*/ 285074 w 349338"/>
                <a:gd name="csY176" fmla="*/ 34035 h 102600"/>
                <a:gd name="csX177" fmla="*/ 282153 w 349338"/>
                <a:gd name="csY177" fmla="*/ 33152 h 102600"/>
                <a:gd name="csX178" fmla="*/ 277908 w 349338"/>
                <a:gd name="csY178" fmla="*/ 33648 h 102600"/>
                <a:gd name="csX179" fmla="*/ 277521 w 349338"/>
                <a:gd name="csY179" fmla="*/ 31608 h 102600"/>
                <a:gd name="csX180" fmla="*/ 344981 w 349338"/>
                <a:gd name="csY180" fmla="*/ 14839 h 102600"/>
                <a:gd name="csX181" fmla="*/ 340680 w 349338"/>
                <a:gd name="csY181" fmla="*/ 29842 h 102600"/>
                <a:gd name="csX182" fmla="*/ 349338 w 349338"/>
                <a:gd name="csY182" fmla="*/ 29842 h 102600"/>
                <a:gd name="csX183" fmla="*/ 348402 w 349338"/>
                <a:gd name="csY183" fmla="*/ 33317 h 102600"/>
                <a:gd name="csX184" fmla="*/ 339801 w 349338"/>
                <a:gd name="csY184" fmla="*/ 33317 h 102600"/>
                <a:gd name="csX185" fmla="*/ 330311 w 349338"/>
                <a:gd name="csY185" fmla="*/ 65863 h 102600"/>
                <a:gd name="csX186" fmla="*/ 328761 w 349338"/>
                <a:gd name="csY186" fmla="*/ 72648 h 102600"/>
                <a:gd name="csX187" fmla="*/ 329205 w 349338"/>
                <a:gd name="csY187" fmla="*/ 74082 h 102600"/>
                <a:gd name="csX188" fmla="*/ 330254 w 349338"/>
                <a:gd name="csY188" fmla="*/ 74579 h 102600"/>
                <a:gd name="csX189" fmla="*/ 333894 w 349338"/>
                <a:gd name="csY189" fmla="*/ 72648 h 102600"/>
                <a:gd name="csX190" fmla="*/ 339801 w 349338"/>
                <a:gd name="csY190" fmla="*/ 65863 h 102600"/>
                <a:gd name="csX191" fmla="*/ 341616 w 349338"/>
                <a:gd name="csY191" fmla="*/ 67242 h 102600"/>
                <a:gd name="csX192" fmla="*/ 332022 w 349338"/>
                <a:gd name="csY192" fmla="*/ 77667 h 102600"/>
                <a:gd name="csX193" fmla="*/ 325784 w 349338"/>
                <a:gd name="csY193" fmla="*/ 79764 h 102600"/>
                <a:gd name="csX194" fmla="*/ 321814 w 349338"/>
                <a:gd name="csY194" fmla="*/ 78274 h 102600"/>
                <a:gd name="csX195" fmla="*/ 320273 w 349338"/>
                <a:gd name="csY195" fmla="*/ 74357 h 102600"/>
                <a:gd name="csX196" fmla="*/ 322032 w 349338"/>
                <a:gd name="csY196" fmla="*/ 65256 h 102600"/>
                <a:gd name="csX197" fmla="*/ 331247 w 349338"/>
                <a:gd name="csY197" fmla="*/ 33317 h 102600"/>
                <a:gd name="csX198" fmla="*/ 322919 w 349338"/>
                <a:gd name="csY198" fmla="*/ 33317 h 102600"/>
                <a:gd name="csX199" fmla="*/ 323468 w 349338"/>
                <a:gd name="csY199" fmla="*/ 31166 h 102600"/>
                <a:gd name="csX200" fmla="*/ 333563 w 349338"/>
                <a:gd name="csY200" fmla="*/ 26257 h 102600"/>
                <a:gd name="csX201" fmla="*/ 342552 w 349338"/>
                <a:gd name="csY201" fmla="*/ 14839 h 102600"/>
                <a:gd name="csX202" fmla="*/ 344981 w 349338"/>
                <a:gd name="csY202" fmla="*/ 14839 h 10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Lst>
              <a:rect l="l" t="t" r="r" b="b"/>
              <a:pathLst>
                <a:path w="349338" h="102600">
                  <a:moveTo>
                    <a:pt x="24717" y="14839"/>
                  </a:moveTo>
                  <a:lnTo>
                    <a:pt x="20416" y="29842"/>
                  </a:lnTo>
                  <a:lnTo>
                    <a:pt x="29074" y="29842"/>
                  </a:lnTo>
                  <a:lnTo>
                    <a:pt x="28138" y="33317"/>
                  </a:lnTo>
                  <a:lnTo>
                    <a:pt x="19528" y="33317"/>
                  </a:lnTo>
                  <a:lnTo>
                    <a:pt x="10038" y="65863"/>
                  </a:lnTo>
                  <a:cubicBezTo>
                    <a:pt x="9013" y="69356"/>
                    <a:pt x="8497" y="71618"/>
                    <a:pt x="8497" y="72648"/>
                  </a:cubicBezTo>
                  <a:cubicBezTo>
                    <a:pt x="8497" y="73273"/>
                    <a:pt x="8642" y="73751"/>
                    <a:pt x="8941" y="74082"/>
                  </a:cubicBezTo>
                  <a:cubicBezTo>
                    <a:pt x="9231" y="74413"/>
                    <a:pt x="9578" y="74579"/>
                    <a:pt x="9990" y="74579"/>
                  </a:cubicBezTo>
                  <a:cubicBezTo>
                    <a:pt x="10902" y="74579"/>
                    <a:pt x="12120" y="73935"/>
                    <a:pt x="13629" y="72648"/>
                  </a:cubicBezTo>
                  <a:cubicBezTo>
                    <a:pt x="14509" y="71912"/>
                    <a:pt x="16478" y="69651"/>
                    <a:pt x="19528" y="65863"/>
                  </a:cubicBezTo>
                  <a:lnTo>
                    <a:pt x="21351" y="67242"/>
                  </a:lnTo>
                  <a:cubicBezTo>
                    <a:pt x="17962" y="72170"/>
                    <a:pt x="14767" y="75644"/>
                    <a:pt x="11749" y="77667"/>
                  </a:cubicBezTo>
                  <a:cubicBezTo>
                    <a:pt x="9691" y="79065"/>
                    <a:pt x="7617" y="79764"/>
                    <a:pt x="5520" y="79764"/>
                  </a:cubicBezTo>
                  <a:cubicBezTo>
                    <a:pt x="3898" y="79764"/>
                    <a:pt x="2574" y="79267"/>
                    <a:pt x="1549" y="78274"/>
                  </a:cubicBezTo>
                  <a:cubicBezTo>
                    <a:pt x="516" y="77245"/>
                    <a:pt x="0" y="75939"/>
                    <a:pt x="0" y="74357"/>
                  </a:cubicBezTo>
                  <a:cubicBezTo>
                    <a:pt x="0" y="72372"/>
                    <a:pt x="589" y="69338"/>
                    <a:pt x="1767" y="65256"/>
                  </a:cubicBezTo>
                  <a:lnTo>
                    <a:pt x="10982" y="33317"/>
                  </a:lnTo>
                  <a:lnTo>
                    <a:pt x="2647" y="33317"/>
                  </a:lnTo>
                  <a:lnTo>
                    <a:pt x="3204" y="31166"/>
                  </a:lnTo>
                  <a:cubicBezTo>
                    <a:pt x="7246" y="30063"/>
                    <a:pt x="10611" y="28427"/>
                    <a:pt x="13298" y="26257"/>
                  </a:cubicBezTo>
                  <a:cubicBezTo>
                    <a:pt x="15977" y="24051"/>
                    <a:pt x="18979" y="20244"/>
                    <a:pt x="22288" y="14839"/>
                  </a:cubicBezTo>
                  <a:lnTo>
                    <a:pt x="24717" y="14839"/>
                  </a:lnTo>
                  <a:close/>
                  <a:moveTo>
                    <a:pt x="40266" y="57644"/>
                  </a:moveTo>
                  <a:cubicBezTo>
                    <a:pt x="40016" y="59482"/>
                    <a:pt x="39887" y="61008"/>
                    <a:pt x="39887" y="62222"/>
                  </a:cubicBezTo>
                  <a:cubicBezTo>
                    <a:pt x="39887" y="65495"/>
                    <a:pt x="41041" y="68290"/>
                    <a:pt x="43357" y="70607"/>
                  </a:cubicBezTo>
                  <a:cubicBezTo>
                    <a:pt x="45673" y="72886"/>
                    <a:pt x="48489" y="74027"/>
                    <a:pt x="51797" y="74027"/>
                  </a:cubicBezTo>
                  <a:cubicBezTo>
                    <a:pt x="54444" y="74027"/>
                    <a:pt x="56986" y="73493"/>
                    <a:pt x="59415" y="72427"/>
                  </a:cubicBezTo>
                  <a:cubicBezTo>
                    <a:pt x="61876" y="71324"/>
                    <a:pt x="65515" y="68915"/>
                    <a:pt x="70332" y="65201"/>
                  </a:cubicBezTo>
                  <a:lnTo>
                    <a:pt x="71495" y="66800"/>
                  </a:lnTo>
                  <a:cubicBezTo>
                    <a:pt x="62780" y="75443"/>
                    <a:pt x="54468" y="79764"/>
                    <a:pt x="46560" y="79764"/>
                  </a:cubicBezTo>
                  <a:cubicBezTo>
                    <a:pt x="41186" y="79764"/>
                    <a:pt x="37143" y="78072"/>
                    <a:pt x="34424" y="74689"/>
                  </a:cubicBezTo>
                  <a:cubicBezTo>
                    <a:pt x="31705" y="71306"/>
                    <a:pt x="30341" y="67573"/>
                    <a:pt x="30341" y="63491"/>
                  </a:cubicBezTo>
                  <a:cubicBezTo>
                    <a:pt x="30341" y="58011"/>
                    <a:pt x="32035" y="52403"/>
                    <a:pt x="35416" y="46667"/>
                  </a:cubicBezTo>
                  <a:cubicBezTo>
                    <a:pt x="38798" y="40930"/>
                    <a:pt x="43050" y="36480"/>
                    <a:pt x="48158" y="33317"/>
                  </a:cubicBezTo>
                  <a:cubicBezTo>
                    <a:pt x="53266" y="30118"/>
                    <a:pt x="58527" y="28519"/>
                    <a:pt x="63933" y="28519"/>
                  </a:cubicBezTo>
                  <a:cubicBezTo>
                    <a:pt x="67831" y="28519"/>
                    <a:pt x="70720" y="29309"/>
                    <a:pt x="72592" y="30890"/>
                  </a:cubicBezTo>
                  <a:cubicBezTo>
                    <a:pt x="74472" y="32472"/>
                    <a:pt x="75408" y="34347"/>
                    <a:pt x="75408" y="36517"/>
                  </a:cubicBezTo>
                  <a:cubicBezTo>
                    <a:pt x="75408" y="39569"/>
                    <a:pt x="74198" y="42492"/>
                    <a:pt x="71769" y="45288"/>
                  </a:cubicBezTo>
                  <a:cubicBezTo>
                    <a:pt x="68565" y="48928"/>
                    <a:pt x="63861" y="51871"/>
                    <a:pt x="57647" y="54114"/>
                  </a:cubicBezTo>
                  <a:cubicBezTo>
                    <a:pt x="53524" y="55621"/>
                    <a:pt x="47738" y="56798"/>
                    <a:pt x="40266" y="57644"/>
                  </a:cubicBezTo>
                  <a:close/>
                  <a:moveTo>
                    <a:pt x="40654" y="54941"/>
                  </a:moveTo>
                  <a:cubicBezTo>
                    <a:pt x="46100" y="54316"/>
                    <a:pt x="50530" y="53250"/>
                    <a:pt x="53952" y="51741"/>
                  </a:cubicBezTo>
                  <a:cubicBezTo>
                    <a:pt x="58470" y="49719"/>
                    <a:pt x="61860" y="47311"/>
                    <a:pt x="64103" y="44515"/>
                  </a:cubicBezTo>
                  <a:cubicBezTo>
                    <a:pt x="66379" y="41684"/>
                    <a:pt x="67516" y="38999"/>
                    <a:pt x="67516" y="36462"/>
                  </a:cubicBezTo>
                  <a:cubicBezTo>
                    <a:pt x="67516" y="34917"/>
                    <a:pt x="67024" y="33667"/>
                    <a:pt x="66032" y="32711"/>
                  </a:cubicBezTo>
                  <a:cubicBezTo>
                    <a:pt x="65071" y="31754"/>
                    <a:pt x="63691" y="31277"/>
                    <a:pt x="61892" y="31277"/>
                  </a:cubicBezTo>
                  <a:cubicBezTo>
                    <a:pt x="58140" y="31277"/>
                    <a:pt x="54154" y="33280"/>
                    <a:pt x="49925" y="37289"/>
                  </a:cubicBezTo>
                  <a:cubicBezTo>
                    <a:pt x="45729" y="41261"/>
                    <a:pt x="42639" y="47144"/>
                    <a:pt x="40654" y="54941"/>
                  </a:cubicBezTo>
                  <a:close/>
                  <a:moveTo>
                    <a:pt x="110599" y="0"/>
                  </a:moveTo>
                  <a:lnTo>
                    <a:pt x="91732" y="65643"/>
                  </a:lnTo>
                  <a:cubicBezTo>
                    <a:pt x="90813" y="68915"/>
                    <a:pt x="90353" y="70919"/>
                    <a:pt x="90353" y="71655"/>
                  </a:cubicBezTo>
                  <a:cubicBezTo>
                    <a:pt x="90353" y="72206"/>
                    <a:pt x="90522" y="72666"/>
                    <a:pt x="90853" y="73034"/>
                  </a:cubicBezTo>
                  <a:cubicBezTo>
                    <a:pt x="91224" y="73402"/>
                    <a:pt x="91660" y="73585"/>
                    <a:pt x="92176" y="73585"/>
                  </a:cubicBezTo>
                  <a:cubicBezTo>
                    <a:pt x="92878" y="73585"/>
                    <a:pt x="93629" y="73273"/>
                    <a:pt x="94436" y="72648"/>
                  </a:cubicBezTo>
                  <a:cubicBezTo>
                    <a:pt x="96348" y="71140"/>
                    <a:pt x="98357" y="68805"/>
                    <a:pt x="100447" y="65643"/>
                  </a:cubicBezTo>
                  <a:lnTo>
                    <a:pt x="102110" y="67352"/>
                  </a:lnTo>
                  <a:cubicBezTo>
                    <a:pt x="98616" y="72280"/>
                    <a:pt x="95396" y="75719"/>
                    <a:pt x="92451" y="77667"/>
                  </a:cubicBezTo>
                  <a:cubicBezTo>
                    <a:pt x="90280" y="79065"/>
                    <a:pt x="88222" y="79764"/>
                    <a:pt x="86277" y="79764"/>
                  </a:cubicBezTo>
                  <a:cubicBezTo>
                    <a:pt x="84873" y="79764"/>
                    <a:pt x="83703" y="79285"/>
                    <a:pt x="82743" y="78329"/>
                  </a:cubicBezTo>
                  <a:cubicBezTo>
                    <a:pt x="81823" y="77373"/>
                    <a:pt x="81363" y="76270"/>
                    <a:pt x="81363" y="75020"/>
                  </a:cubicBezTo>
                  <a:cubicBezTo>
                    <a:pt x="81363" y="73696"/>
                    <a:pt x="81952" y="70975"/>
                    <a:pt x="83130" y="66856"/>
                  </a:cubicBezTo>
                  <a:lnTo>
                    <a:pt x="98083" y="15114"/>
                  </a:lnTo>
                  <a:cubicBezTo>
                    <a:pt x="99293" y="10886"/>
                    <a:pt x="99899" y="8458"/>
                    <a:pt x="99899" y="7833"/>
                  </a:cubicBezTo>
                  <a:cubicBezTo>
                    <a:pt x="99899" y="6950"/>
                    <a:pt x="99552" y="6234"/>
                    <a:pt x="98850" y="5682"/>
                  </a:cubicBezTo>
                  <a:cubicBezTo>
                    <a:pt x="98156" y="5093"/>
                    <a:pt x="97066" y="4799"/>
                    <a:pt x="95598" y="4799"/>
                  </a:cubicBezTo>
                  <a:cubicBezTo>
                    <a:pt x="94750" y="4799"/>
                    <a:pt x="93467" y="4928"/>
                    <a:pt x="91732" y="5185"/>
                  </a:cubicBezTo>
                  <a:lnTo>
                    <a:pt x="91732" y="3144"/>
                  </a:lnTo>
                  <a:lnTo>
                    <a:pt x="110599" y="0"/>
                  </a:lnTo>
                  <a:close/>
                  <a:moveTo>
                    <a:pt x="121912" y="57644"/>
                  </a:moveTo>
                  <a:cubicBezTo>
                    <a:pt x="121654" y="59482"/>
                    <a:pt x="121525" y="61008"/>
                    <a:pt x="121525" y="62222"/>
                  </a:cubicBezTo>
                  <a:cubicBezTo>
                    <a:pt x="121525" y="65495"/>
                    <a:pt x="122678" y="68290"/>
                    <a:pt x="124994" y="70607"/>
                  </a:cubicBezTo>
                  <a:cubicBezTo>
                    <a:pt x="127318" y="72886"/>
                    <a:pt x="130126" y="74027"/>
                    <a:pt x="133435" y="74027"/>
                  </a:cubicBezTo>
                  <a:cubicBezTo>
                    <a:pt x="136081" y="74027"/>
                    <a:pt x="138623" y="73493"/>
                    <a:pt x="141052" y="72427"/>
                  </a:cubicBezTo>
                  <a:cubicBezTo>
                    <a:pt x="143514" y="71324"/>
                    <a:pt x="147153" y="68915"/>
                    <a:pt x="151970" y="65201"/>
                  </a:cubicBezTo>
                  <a:lnTo>
                    <a:pt x="153132" y="66800"/>
                  </a:lnTo>
                  <a:cubicBezTo>
                    <a:pt x="144417" y="75443"/>
                    <a:pt x="136106" y="79764"/>
                    <a:pt x="128198" y="79764"/>
                  </a:cubicBezTo>
                  <a:cubicBezTo>
                    <a:pt x="122832" y="79764"/>
                    <a:pt x="118781" y="78072"/>
                    <a:pt x="116062" y="74689"/>
                  </a:cubicBezTo>
                  <a:cubicBezTo>
                    <a:pt x="113342" y="71306"/>
                    <a:pt x="111978" y="67573"/>
                    <a:pt x="111978" y="63491"/>
                  </a:cubicBezTo>
                  <a:cubicBezTo>
                    <a:pt x="111978" y="58011"/>
                    <a:pt x="113673" y="52403"/>
                    <a:pt x="117054" y="46667"/>
                  </a:cubicBezTo>
                  <a:cubicBezTo>
                    <a:pt x="120435" y="40930"/>
                    <a:pt x="124688" y="36480"/>
                    <a:pt x="129796" y="33317"/>
                  </a:cubicBezTo>
                  <a:cubicBezTo>
                    <a:pt x="134911" y="30118"/>
                    <a:pt x="140165" y="28519"/>
                    <a:pt x="145571" y="28519"/>
                  </a:cubicBezTo>
                  <a:cubicBezTo>
                    <a:pt x="149469" y="28519"/>
                    <a:pt x="152357" y="29309"/>
                    <a:pt x="154238" y="30890"/>
                  </a:cubicBezTo>
                  <a:cubicBezTo>
                    <a:pt x="156110" y="32472"/>
                    <a:pt x="157046" y="34347"/>
                    <a:pt x="157046" y="36517"/>
                  </a:cubicBezTo>
                  <a:cubicBezTo>
                    <a:pt x="157046" y="39569"/>
                    <a:pt x="155835" y="42492"/>
                    <a:pt x="153407" y="45288"/>
                  </a:cubicBezTo>
                  <a:cubicBezTo>
                    <a:pt x="150203" y="48928"/>
                    <a:pt x="145499" y="51871"/>
                    <a:pt x="139285" y="54114"/>
                  </a:cubicBezTo>
                  <a:cubicBezTo>
                    <a:pt x="135170" y="55621"/>
                    <a:pt x="129376" y="56798"/>
                    <a:pt x="121912" y="57644"/>
                  </a:cubicBezTo>
                  <a:close/>
                  <a:moveTo>
                    <a:pt x="122291" y="54941"/>
                  </a:moveTo>
                  <a:cubicBezTo>
                    <a:pt x="127738" y="54316"/>
                    <a:pt x="132168" y="53250"/>
                    <a:pt x="135589" y="51741"/>
                  </a:cubicBezTo>
                  <a:cubicBezTo>
                    <a:pt x="140116" y="49719"/>
                    <a:pt x="143497" y="47311"/>
                    <a:pt x="145741" y="44515"/>
                  </a:cubicBezTo>
                  <a:cubicBezTo>
                    <a:pt x="148016" y="41684"/>
                    <a:pt x="149162" y="38999"/>
                    <a:pt x="149162" y="36462"/>
                  </a:cubicBezTo>
                  <a:cubicBezTo>
                    <a:pt x="149162" y="34917"/>
                    <a:pt x="148662" y="33667"/>
                    <a:pt x="147669" y="32711"/>
                  </a:cubicBezTo>
                  <a:cubicBezTo>
                    <a:pt x="146717" y="31754"/>
                    <a:pt x="145337" y="31277"/>
                    <a:pt x="143530" y="31277"/>
                  </a:cubicBezTo>
                  <a:cubicBezTo>
                    <a:pt x="139777" y="31277"/>
                    <a:pt x="135791" y="33280"/>
                    <a:pt x="131563" y="37289"/>
                  </a:cubicBezTo>
                  <a:cubicBezTo>
                    <a:pt x="127367" y="41261"/>
                    <a:pt x="124284" y="47144"/>
                    <a:pt x="122291" y="54941"/>
                  </a:cubicBezTo>
                  <a:close/>
                  <a:moveTo>
                    <a:pt x="183634" y="28519"/>
                  </a:moveTo>
                  <a:lnTo>
                    <a:pt x="179826" y="41205"/>
                  </a:lnTo>
                  <a:cubicBezTo>
                    <a:pt x="183836" y="36498"/>
                    <a:pt x="187403" y="33207"/>
                    <a:pt x="190534" y="31332"/>
                  </a:cubicBezTo>
                  <a:cubicBezTo>
                    <a:pt x="193689" y="29456"/>
                    <a:pt x="196908" y="28519"/>
                    <a:pt x="200185" y="28519"/>
                  </a:cubicBezTo>
                  <a:cubicBezTo>
                    <a:pt x="203453" y="28519"/>
                    <a:pt x="206253" y="29824"/>
                    <a:pt x="208569" y="32435"/>
                  </a:cubicBezTo>
                  <a:cubicBezTo>
                    <a:pt x="210885" y="35009"/>
                    <a:pt x="212046" y="38374"/>
                    <a:pt x="212046" y="42529"/>
                  </a:cubicBezTo>
                  <a:cubicBezTo>
                    <a:pt x="212046" y="50620"/>
                    <a:pt x="208754" y="58857"/>
                    <a:pt x="202170" y="67242"/>
                  </a:cubicBezTo>
                  <a:cubicBezTo>
                    <a:pt x="195585" y="75590"/>
                    <a:pt x="187919" y="79764"/>
                    <a:pt x="179164" y="79764"/>
                  </a:cubicBezTo>
                  <a:cubicBezTo>
                    <a:pt x="177324" y="79764"/>
                    <a:pt x="175694" y="79561"/>
                    <a:pt x="174258" y="79157"/>
                  </a:cubicBezTo>
                  <a:cubicBezTo>
                    <a:pt x="172862" y="78752"/>
                    <a:pt x="171280" y="78035"/>
                    <a:pt x="169513" y="77006"/>
                  </a:cubicBezTo>
                  <a:lnTo>
                    <a:pt x="165486" y="91237"/>
                  </a:lnTo>
                  <a:cubicBezTo>
                    <a:pt x="164679" y="94032"/>
                    <a:pt x="164276" y="95853"/>
                    <a:pt x="164276" y="96698"/>
                  </a:cubicBezTo>
                  <a:cubicBezTo>
                    <a:pt x="164276" y="97508"/>
                    <a:pt x="164478" y="98188"/>
                    <a:pt x="164881" y="98739"/>
                  </a:cubicBezTo>
                  <a:cubicBezTo>
                    <a:pt x="165325" y="99327"/>
                    <a:pt x="166019" y="99769"/>
                    <a:pt x="166979" y="100063"/>
                  </a:cubicBezTo>
                  <a:cubicBezTo>
                    <a:pt x="167931" y="100394"/>
                    <a:pt x="169828" y="100559"/>
                    <a:pt x="172660" y="100559"/>
                  </a:cubicBezTo>
                  <a:lnTo>
                    <a:pt x="172160" y="102600"/>
                  </a:lnTo>
                  <a:lnTo>
                    <a:pt x="146176" y="102600"/>
                  </a:lnTo>
                  <a:lnTo>
                    <a:pt x="146733" y="100559"/>
                  </a:lnTo>
                  <a:cubicBezTo>
                    <a:pt x="150155" y="100413"/>
                    <a:pt x="152470" y="99824"/>
                    <a:pt x="153681" y="98795"/>
                  </a:cubicBezTo>
                  <a:cubicBezTo>
                    <a:pt x="154859" y="97765"/>
                    <a:pt x="156110" y="94915"/>
                    <a:pt x="157433" y="90244"/>
                  </a:cubicBezTo>
                  <a:lnTo>
                    <a:pt x="171385" y="41923"/>
                  </a:lnTo>
                  <a:cubicBezTo>
                    <a:pt x="172232" y="38871"/>
                    <a:pt x="172660" y="36977"/>
                    <a:pt x="172660" y="36241"/>
                  </a:cubicBezTo>
                  <a:cubicBezTo>
                    <a:pt x="172660" y="35248"/>
                    <a:pt x="172361" y="34476"/>
                    <a:pt x="171772" y="33924"/>
                  </a:cubicBezTo>
                  <a:cubicBezTo>
                    <a:pt x="171224" y="33372"/>
                    <a:pt x="170360" y="33097"/>
                    <a:pt x="169182" y="33097"/>
                  </a:cubicBezTo>
                  <a:cubicBezTo>
                    <a:pt x="168117" y="33097"/>
                    <a:pt x="166624" y="33226"/>
                    <a:pt x="164712" y="33483"/>
                  </a:cubicBezTo>
                  <a:lnTo>
                    <a:pt x="164712" y="31332"/>
                  </a:lnTo>
                  <a:lnTo>
                    <a:pt x="183634" y="28519"/>
                  </a:lnTo>
                  <a:close/>
                  <a:moveTo>
                    <a:pt x="170780" y="72648"/>
                  </a:moveTo>
                  <a:cubicBezTo>
                    <a:pt x="173063" y="75369"/>
                    <a:pt x="176130" y="76730"/>
                    <a:pt x="179995" y="76730"/>
                  </a:cubicBezTo>
                  <a:cubicBezTo>
                    <a:pt x="181907" y="76730"/>
                    <a:pt x="183852" y="76196"/>
                    <a:pt x="185837" y="75130"/>
                  </a:cubicBezTo>
                  <a:cubicBezTo>
                    <a:pt x="187830" y="74064"/>
                    <a:pt x="189759" y="72482"/>
                    <a:pt x="191631" y="70386"/>
                  </a:cubicBezTo>
                  <a:cubicBezTo>
                    <a:pt x="193543" y="68290"/>
                    <a:pt x="195254" y="65881"/>
                    <a:pt x="196763" y="63160"/>
                  </a:cubicBezTo>
                  <a:cubicBezTo>
                    <a:pt x="198272" y="60401"/>
                    <a:pt x="199612" y="57166"/>
                    <a:pt x="200790" y="53451"/>
                  </a:cubicBezTo>
                  <a:cubicBezTo>
                    <a:pt x="202000" y="49737"/>
                    <a:pt x="202613" y="46060"/>
                    <a:pt x="202613" y="42419"/>
                  </a:cubicBezTo>
                  <a:cubicBezTo>
                    <a:pt x="202613" y="39477"/>
                    <a:pt x="201927" y="37234"/>
                    <a:pt x="200572" y="35689"/>
                  </a:cubicBezTo>
                  <a:cubicBezTo>
                    <a:pt x="199248" y="34108"/>
                    <a:pt x="197683" y="33317"/>
                    <a:pt x="195884" y="33317"/>
                  </a:cubicBezTo>
                  <a:cubicBezTo>
                    <a:pt x="191905" y="33317"/>
                    <a:pt x="187976" y="35598"/>
                    <a:pt x="184078" y="40158"/>
                  </a:cubicBezTo>
                  <a:cubicBezTo>
                    <a:pt x="180213" y="44718"/>
                    <a:pt x="177381" y="50050"/>
                    <a:pt x="175581" y="56155"/>
                  </a:cubicBezTo>
                  <a:lnTo>
                    <a:pt x="170780" y="72648"/>
                  </a:lnTo>
                  <a:close/>
                  <a:moveTo>
                    <a:pt x="267370" y="45784"/>
                  </a:moveTo>
                  <a:cubicBezTo>
                    <a:pt x="267370" y="51300"/>
                    <a:pt x="265901" y="56761"/>
                    <a:pt x="262956" y="62167"/>
                  </a:cubicBezTo>
                  <a:cubicBezTo>
                    <a:pt x="260051" y="67573"/>
                    <a:pt x="255992" y="71857"/>
                    <a:pt x="250763" y="75020"/>
                  </a:cubicBezTo>
                  <a:cubicBezTo>
                    <a:pt x="245542" y="78182"/>
                    <a:pt x="240467" y="79764"/>
                    <a:pt x="235544" y="79764"/>
                  </a:cubicBezTo>
                  <a:cubicBezTo>
                    <a:pt x="230501" y="79764"/>
                    <a:pt x="226386" y="78164"/>
                    <a:pt x="223182" y="74964"/>
                  </a:cubicBezTo>
                  <a:cubicBezTo>
                    <a:pt x="220019" y="71728"/>
                    <a:pt x="218445" y="67554"/>
                    <a:pt x="218445" y="62443"/>
                  </a:cubicBezTo>
                  <a:cubicBezTo>
                    <a:pt x="218445" y="57037"/>
                    <a:pt x="219987" y="51613"/>
                    <a:pt x="223077" y="46170"/>
                  </a:cubicBezTo>
                  <a:cubicBezTo>
                    <a:pt x="226200" y="40728"/>
                    <a:pt x="230356" y="36425"/>
                    <a:pt x="235544" y="33263"/>
                  </a:cubicBezTo>
                  <a:cubicBezTo>
                    <a:pt x="240765" y="30099"/>
                    <a:pt x="245801" y="28519"/>
                    <a:pt x="250658" y="28519"/>
                  </a:cubicBezTo>
                  <a:cubicBezTo>
                    <a:pt x="255508" y="28519"/>
                    <a:pt x="259502" y="30118"/>
                    <a:pt x="262625" y="33317"/>
                  </a:cubicBezTo>
                  <a:cubicBezTo>
                    <a:pt x="265788" y="36517"/>
                    <a:pt x="267370" y="40673"/>
                    <a:pt x="267370" y="45784"/>
                  </a:cubicBezTo>
                  <a:close/>
                  <a:moveTo>
                    <a:pt x="258211" y="41978"/>
                  </a:moveTo>
                  <a:cubicBezTo>
                    <a:pt x="258211" y="38558"/>
                    <a:pt x="257364" y="35947"/>
                    <a:pt x="255678" y="34145"/>
                  </a:cubicBezTo>
                  <a:cubicBezTo>
                    <a:pt x="254023" y="32306"/>
                    <a:pt x="251869" y="31387"/>
                    <a:pt x="249222" y="31387"/>
                  </a:cubicBezTo>
                  <a:cubicBezTo>
                    <a:pt x="243815" y="31387"/>
                    <a:pt x="238837" y="35266"/>
                    <a:pt x="234269" y="43026"/>
                  </a:cubicBezTo>
                  <a:cubicBezTo>
                    <a:pt x="229751" y="50749"/>
                    <a:pt x="227491" y="58434"/>
                    <a:pt x="227491" y="66084"/>
                  </a:cubicBezTo>
                  <a:cubicBezTo>
                    <a:pt x="227491" y="69577"/>
                    <a:pt x="228371" y="72280"/>
                    <a:pt x="230138" y="74192"/>
                  </a:cubicBezTo>
                  <a:cubicBezTo>
                    <a:pt x="231897" y="76068"/>
                    <a:pt x="234124" y="77006"/>
                    <a:pt x="236811" y="77006"/>
                  </a:cubicBezTo>
                  <a:cubicBezTo>
                    <a:pt x="241992" y="77006"/>
                    <a:pt x="246849" y="73162"/>
                    <a:pt x="251376" y="65477"/>
                  </a:cubicBezTo>
                  <a:cubicBezTo>
                    <a:pt x="255936" y="57754"/>
                    <a:pt x="258211" y="49921"/>
                    <a:pt x="258211" y="41978"/>
                  </a:cubicBezTo>
                  <a:close/>
                  <a:moveTo>
                    <a:pt x="277521" y="31608"/>
                  </a:moveTo>
                  <a:lnTo>
                    <a:pt x="296549" y="28519"/>
                  </a:lnTo>
                  <a:lnTo>
                    <a:pt x="288608" y="55327"/>
                  </a:lnTo>
                  <a:cubicBezTo>
                    <a:pt x="295040" y="44331"/>
                    <a:pt x="300890" y="36645"/>
                    <a:pt x="306151" y="32269"/>
                  </a:cubicBezTo>
                  <a:cubicBezTo>
                    <a:pt x="309129" y="29769"/>
                    <a:pt x="311558" y="28519"/>
                    <a:pt x="313430" y="28519"/>
                  </a:cubicBezTo>
                  <a:cubicBezTo>
                    <a:pt x="314640" y="28519"/>
                    <a:pt x="315601" y="28886"/>
                    <a:pt x="316294" y="29622"/>
                  </a:cubicBezTo>
                  <a:cubicBezTo>
                    <a:pt x="316997" y="30321"/>
                    <a:pt x="317343" y="31350"/>
                    <a:pt x="317343" y="32711"/>
                  </a:cubicBezTo>
                  <a:cubicBezTo>
                    <a:pt x="317343" y="35138"/>
                    <a:pt x="316722" y="37455"/>
                    <a:pt x="315471" y="39661"/>
                  </a:cubicBezTo>
                  <a:cubicBezTo>
                    <a:pt x="314592" y="41316"/>
                    <a:pt x="313317" y="42144"/>
                    <a:pt x="311663" y="42144"/>
                  </a:cubicBezTo>
                  <a:cubicBezTo>
                    <a:pt x="310815" y="42144"/>
                    <a:pt x="310081" y="41868"/>
                    <a:pt x="309460" y="41316"/>
                  </a:cubicBezTo>
                  <a:cubicBezTo>
                    <a:pt x="308871" y="40765"/>
                    <a:pt x="308499" y="39918"/>
                    <a:pt x="308354" y="38779"/>
                  </a:cubicBezTo>
                  <a:cubicBezTo>
                    <a:pt x="308282" y="38080"/>
                    <a:pt x="308112" y="37620"/>
                    <a:pt x="307862" y="37400"/>
                  </a:cubicBezTo>
                  <a:cubicBezTo>
                    <a:pt x="307563" y="37105"/>
                    <a:pt x="307216" y="36958"/>
                    <a:pt x="306813" y="36958"/>
                  </a:cubicBezTo>
                  <a:cubicBezTo>
                    <a:pt x="306183" y="36958"/>
                    <a:pt x="305594" y="37105"/>
                    <a:pt x="305046" y="37400"/>
                  </a:cubicBezTo>
                  <a:cubicBezTo>
                    <a:pt x="304086" y="37915"/>
                    <a:pt x="302633" y="39349"/>
                    <a:pt x="300688" y="41702"/>
                  </a:cubicBezTo>
                  <a:cubicBezTo>
                    <a:pt x="297638" y="45306"/>
                    <a:pt x="294330" y="49977"/>
                    <a:pt x="290755" y="55713"/>
                  </a:cubicBezTo>
                  <a:cubicBezTo>
                    <a:pt x="289214" y="58140"/>
                    <a:pt x="287890" y="60880"/>
                    <a:pt x="286785" y="63932"/>
                  </a:cubicBezTo>
                  <a:cubicBezTo>
                    <a:pt x="285244" y="68125"/>
                    <a:pt x="284356" y="70644"/>
                    <a:pt x="284138" y="71490"/>
                  </a:cubicBezTo>
                  <a:lnTo>
                    <a:pt x="282371" y="78440"/>
                  </a:lnTo>
                  <a:lnTo>
                    <a:pt x="273930" y="78440"/>
                  </a:lnTo>
                  <a:lnTo>
                    <a:pt x="284138" y="44185"/>
                  </a:lnTo>
                  <a:cubicBezTo>
                    <a:pt x="285316" y="40213"/>
                    <a:pt x="285905" y="37381"/>
                    <a:pt x="285905" y="35689"/>
                  </a:cubicBezTo>
                  <a:cubicBezTo>
                    <a:pt x="285905" y="35027"/>
                    <a:pt x="285631" y="34476"/>
                    <a:pt x="285074" y="34035"/>
                  </a:cubicBezTo>
                  <a:cubicBezTo>
                    <a:pt x="284340" y="33447"/>
                    <a:pt x="283363" y="33152"/>
                    <a:pt x="282153" y="33152"/>
                  </a:cubicBezTo>
                  <a:cubicBezTo>
                    <a:pt x="281378" y="33152"/>
                    <a:pt x="279966" y="33317"/>
                    <a:pt x="277908" y="33648"/>
                  </a:cubicBezTo>
                  <a:lnTo>
                    <a:pt x="277521" y="31608"/>
                  </a:lnTo>
                  <a:close/>
                  <a:moveTo>
                    <a:pt x="344981" y="14839"/>
                  </a:moveTo>
                  <a:lnTo>
                    <a:pt x="340680" y="29842"/>
                  </a:lnTo>
                  <a:lnTo>
                    <a:pt x="349338" y="29842"/>
                  </a:lnTo>
                  <a:lnTo>
                    <a:pt x="348402" y="33317"/>
                  </a:lnTo>
                  <a:lnTo>
                    <a:pt x="339801" y="33317"/>
                  </a:lnTo>
                  <a:lnTo>
                    <a:pt x="330311" y="65863"/>
                  </a:lnTo>
                  <a:cubicBezTo>
                    <a:pt x="329278" y="69356"/>
                    <a:pt x="328761" y="71618"/>
                    <a:pt x="328761" y="72648"/>
                  </a:cubicBezTo>
                  <a:cubicBezTo>
                    <a:pt x="328761" y="73273"/>
                    <a:pt x="328915" y="73751"/>
                    <a:pt x="329205" y="74082"/>
                  </a:cubicBezTo>
                  <a:cubicBezTo>
                    <a:pt x="329504" y="74413"/>
                    <a:pt x="329851" y="74579"/>
                    <a:pt x="330254" y="74579"/>
                  </a:cubicBezTo>
                  <a:cubicBezTo>
                    <a:pt x="331174" y="74579"/>
                    <a:pt x="332385" y="73935"/>
                    <a:pt x="333894" y="72648"/>
                  </a:cubicBezTo>
                  <a:cubicBezTo>
                    <a:pt x="334781" y="71912"/>
                    <a:pt x="336742" y="69651"/>
                    <a:pt x="339801" y="65863"/>
                  </a:cubicBezTo>
                  <a:lnTo>
                    <a:pt x="341616" y="67242"/>
                  </a:lnTo>
                  <a:cubicBezTo>
                    <a:pt x="338235" y="72170"/>
                    <a:pt x="335031" y="75644"/>
                    <a:pt x="332022" y="77667"/>
                  </a:cubicBezTo>
                  <a:cubicBezTo>
                    <a:pt x="329964" y="79065"/>
                    <a:pt x="327882" y="79764"/>
                    <a:pt x="325784" y="79764"/>
                  </a:cubicBezTo>
                  <a:cubicBezTo>
                    <a:pt x="324170" y="79764"/>
                    <a:pt x="322847" y="79267"/>
                    <a:pt x="321814" y="78274"/>
                  </a:cubicBezTo>
                  <a:cubicBezTo>
                    <a:pt x="320781" y="77245"/>
                    <a:pt x="320273" y="75939"/>
                    <a:pt x="320273" y="74357"/>
                  </a:cubicBezTo>
                  <a:cubicBezTo>
                    <a:pt x="320273" y="72372"/>
                    <a:pt x="320862" y="69338"/>
                    <a:pt x="322032" y="65256"/>
                  </a:cubicBezTo>
                  <a:lnTo>
                    <a:pt x="331247" y="33317"/>
                  </a:lnTo>
                  <a:lnTo>
                    <a:pt x="322919" y="33317"/>
                  </a:lnTo>
                  <a:lnTo>
                    <a:pt x="323468" y="31166"/>
                  </a:lnTo>
                  <a:cubicBezTo>
                    <a:pt x="327511" y="30063"/>
                    <a:pt x="330876" y="28427"/>
                    <a:pt x="333563" y="26257"/>
                  </a:cubicBezTo>
                  <a:cubicBezTo>
                    <a:pt x="336250" y="24051"/>
                    <a:pt x="339244" y="20244"/>
                    <a:pt x="342552" y="14839"/>
                  </a:cubicBezTo>
                  <a:lnTo>
                    <a:pt x="344981" y="14839"/>
                  </a:lnTo>
                  <a:close/>
                </a:path>
              </a:pathLst>
            </a:custGeom>
            <a:solidFill>
              <a:srgbClr val="000000"/>
            </a:solidFill>
            <a:ln w="807" cap="flat">
              <a:noFill/>
              <a:prstDash val="solid"/>
              <a:miter/>
            </a:ln>
          </p:spPr>
        </p:sp>
        <p:sp>
          <p:nvSpPr>
            <p:cNvPr id="39" name="任意形状 38">
              <a:extLst>
                <a:ext uri="{FF2B5EF4-FFF2-40B4-BE49-F238E27FC236}">
                  <a16:creationId xmlns:a16="http://schemas.microsoft.com/office/drawing/2014/main" id="{191CF031-D0C7-1E15-BF1D-90842BE05FED}"/>
                </a:ext>
              </a:extLst>
            </p:cNvPr>
            <p:cNvSpPr/>
            <p:nvPr/>
          </p:nvSpPr>
          <p:spPr>
            <a:xfrm>
              <a:off x="4830299" y="1857811"/>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3182BA"/>
              </a:solidFill>
              <a:prstDash val="solid"/>
              <a:miter/>
            </a:ln>
          </p:spPr>
        </p:sp>
        <p:sp>
          <p:nvSpPr>
            <p:cNvPr id="40" name="任意形状 39">
              <a:extLst>
                <a:ext uri="{FF2B5EF4-FFF2-40B4-BE49-F238E27FC236}">
                  <a16:creationId xmlns:a16="http://schemas.microsoft.com/office/drawing/2014/main" id="{6BEFC93B-05E6-AF45-D7F1-F4BFB7B30B3A}"/>
                </a:ext>
              </a:extLst>
            </p:cNvPr>
            <p:cNvSpPr/>
            <p:nvPr/>
          </p:nvSpPr>
          <p:spPr>
            <a:xfrm>
              <a:off x="4871872" y="1886529"/>
              <a:ext cx="75270" cy="87841"/>
            </a:xfrm>
            <a:custGeom>
              <a:avLst/>
              <a:gdLst>
                <a:gd name="csX0" fmla="*/ 21295 w 64094"/>
                <a:gd name="csY0" fmla="*/ 4081 h 74798"/>
                <a:gd name="csX1" fmla="*/ 21295 w 64094"/>
                <a:gd name="csY1" fmla="*/ 33648 h 74798"/>
                <a:gd name="csX2" fmla="*/ 37732 w 64094"/>
                <a:gd name="csY2" fmla="*/ 33648 h 74798"/>
                <a:gd name="csX3" fmla="*/ 46278 w 64094"/>
                <a:gd name="csY3" fmla="*/ 31717 h 74798"/>
                <a:gd name="csX4" fmla="*/ 49481 w 64094"/>
                <a:gd name="csY4" fmla="*/ 22781 h 74798"/>
                <a:gd name="csX5" fmla="*/ 51523 w 64094"/>
                <a:gd name="csY5" fmla="*/ 22781 h 74798"/>
                <a:gd name="csX6" fmla="*/ 51523 w 64094"/>
                <a:gd name="csY6" fmla="*/ 48818 h 74798"/>
                <a:gd name="csX7" fmla="*/ 49481 w 64094"/>
                <a:gd name="csY7" fmla="*/ 48818 h 74798"/>
                <a:gd name="csX8" fmla="*/ 47940 w 64094"/>
                <a:gd name="csY8" fmla="*/ 41812 h 74798"/>
                <a:gd name="csX9" fmla="*/ 44680 w 64094"/>
                <a:gd name="csY9" fmla="*/ 38778 h 74798"/>
                <a:gd name="csX10" fmla="*/ 37732 w 64094"/>
                <a:gd name="csY10" fmla="*/ 37675 h 74798"/>
                <a:gd name="csX11" fmla="*/ 21295 w 64094"/>
                <a:gd name="csY11" fmla="*/ 37675 h 74798"/>
                <a:gd name="csX12" fmla="*/ 21295 w 64094"/>
                <a:gd name="csY12" fmla="*/ 62332 h 74798"/>
                <a:gd name="csX13" fmla="*/ 21731 w 64094"/>
                <a:gd name="csY13" fmla="*/ 68400 h 74798"/>
                <a:gd name="csX14" fmla="*/ 23280 w 64094"/>
                <a:gd name="csY14" fmla="*/ 70110 h 74798"/>
                <a:gd name="csX15" fmla="*/ 27468 w 64094"/>
                <a:gd name="csY15" fmla="*/ 70717 h 74798"/>
                <a:gd name="csX16" fmla="*/ 40161 w 64094"/>
                <a:gd name="csY16" fmla="*/ 70717 h 74798"/>
                <a:gd name="csX17" fmla="*/ 49368 w 64094"/>
                <a:gd name="csY17" fmla="*/ 69835 h 74798"/>
                <a:gd name="csX18" fmla="*/ 54888 w 64094"/>
                <a:gd name="csY18" fmla="*/ 66359 h 74798"/>
                <a:gd name="csX19" fmla="*/ 61892 w 64094"/>
                <a:gd name="csY19" fmla="*/ 56044 h 74798"/>
                <a:gd name="csX20" fmla="*/ 64095 w 64094"/>
                <a:gd name="csY20" fmla="*/ 56044 h 74798"/>
                <a:gd name="csX21" fmla="*/ 57647 w 64094"/>
                <a:gd name="csY21" fmla="*/ 74799 h 74798"/>
                <a:gd name="csX22" fmla="*/ 0 w 64094"/>
                <a:gd name="csY22" fmla="*/ 74799 h 74798"/>
                <a:gd name="csX23" fmla="*/ 0 w 64094"/>
                <a:gd name="csY23" fmla="*/ 72758 h 74798"/>
                <a:gd name="csX24" fmla="*/ 2647 w 64094"/>
                <a:gd name="csY24" fmla="*/ 72758 h 74798"/>
                <a:gd name="csX25" fmla="*/ 7666 w 64094"/>
                <a:gd name="csY25" fmla="*/ 71489 h 74798"/>
                <a:gd name="csX26" fmla="*/ 10038 w 64094"/>
                <a:gd name="csY26" fmla="*/ 68841 h 74798"/>
                <a:gd name="csX27" fmla="*/ 10700 w 64094"/>
                <a:gd name="csY27" fmla="*/ 61615 h 74798"/>
                <a:gd name="csX28" fmla="*/ 10700 w 64094"/>
                <a:gd name="csY28" fmla="*/ 13018 h 74798"/>
                <a:gd name="csX29" fmla="*/ 9272 w 64094"/>
                <a:gd name="csY29" fmla="*/ 4247 h 74798"/>
                <a:gd name="csX30" fmla="*/ 2647 w 64094"/>
                <a:gd name="csY30" fmla="*/ 2041 h 74798"/>
                <a:gd name="csX31" fmla="*/ 0 w 64094"/>
                <a:gd name="csY31" fmla="*/ 2041 h 74798"/>
                <a:gd name="csX32" fmla="*/ 0 w 64094"/>
                <a:gd name="csY32" fmla="*/ 0 h 74798"/>
                <a:gd name="csX33" fmla="*/ 57647 w 64094"/>
                <a:gd name="csY33" fmla="*/ 0 h 74798"/>
                <a:gd name="csX34" fmla="*/ 58470 w 64094"/>
                <a:gd name="csY34" fmla="*/ 16382 h 74798"/>
                <a:gd name="csX35" fmla="*/ 56324 w 64094"/>
                <a:gd name="csY35" fmla="*/ 16382 h 74798"/>
                <a:gd name="csX36" fmla="*/ 53726 w 64094"/>
                <a:gd name="csY36" fmla="*/ 8274 h 74798"/>
                <a:gd name="csX37" fmla="*/ 49594 w 64094"/>
                <a:gd name="csY37" fmla="*/ 4909 h 74798"/>
                <a:gd name="csX38" fmla="*/ 41815 w 64094"/>
                <a:gd name="csY38" fmla="*/ 4081 h 74798"/>
                <a:gd name="csX39" fmla="*/ 21295 w 64094"/>
                <a:gd name="csY39" fmla="*/ 4081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798">
                  <a:moveTo>
                    <a:pt x="21295" y="4081"/>
                  </a:moveTo>
                  <a:lnTo>
                    <a:pt x="21295" y="33648"/>
                  </a:lnTo>
                  <a:lnTo>
                    <a:pt x="37732" y="33648"/>
                  </a:lnTo>
                  <a:cubicBezTo>
                    <a:pt x="42001" y="33648"/>
                    <a:pt x="44849" y="33004"/>
                    <a:pt x="46278" y="31717"/>
                  </a:cubicBezTo>
                  <a:cubicBezTo>
                    <a:pt x="48190" y="30026"/>
                    <a:pt x="49263" y="27048"/>
                    <a:pt x="49481" y="22781"/>
                  </a:cubicBezTo>
                  <a:lnTo>
                    <a:pt x="51523" y="22781"/>
                  </a:lnTo>
                  <a:lnTo>
                    <a:pt x="51523" y="48818"/>
                  </a:lnTo>
                  <a:lnTo>
                    <a:pt x="49481" y="48818"/>
                  </a:lnTo>
                  <a:cubicBezTo>
                    <a:pt x="48965" y="45177"/>
                    <a:pt x="48448" y="42842"/>
                    <a:pt x="47940" y="41812"/>
                  </a:cubicBezTo>
                  <a:cubicBezTo>
                    <a:pt x="47278" y="40525"/>
                    <a:pt x="46189" y="39514"/>
                    <a:pt x="44680" y="38778"/>
                  </a:cubicBezTo>
                  <a:cubicBezTo>
                    <a:pt x="43171" y="38043"/>
                    <a:pt x="40855" y="37675"/>
                    <a:pt x="37732" y="37675"/>
                  </a:cubicBezTo>
                  <a:lnTo>
                    <a:pt x="21295" y="37675"/>
                  </a:lnTo>
                  <a:lnTo>
                    <a:pt x="21295" y="62332"/>
                  </a:lnTo>
                  <a:cubicBezTo>
                    <a:pt x="21295" y="65642"/>
                    <a:pt x="21440" y="67665"/>
                    <a:pt x="21731" y="68400"/>
                  </a:cubicBezTo>
                  <a:cubicBezTo>
                    <a:pt x="22029" y="69099"/>
                    <a:pt x="22546" y="69669"/>
                    <a:pt x="23280" y="70110"/>
                  </a:cubicBezTo>
                  <a:cubicBezTo>
                    <a:pt x="24014" y="70515"/>
                    <a:pt x="25410" y="70717"/>
                    <a:pt x="27468" y="70717"/>
                  </a:cubicBezTo>
                  <a:lnTo>
                    <a:pt x="40161" y="70717"/>
                  </a:lnTo>
                  <a:cubicBezTo>
                    <a:pt x="44389" y="70717"/>
                    <a:pt x="47456" y="70423"/>
                    <a:pt x="49368" y="69835"/>
                  </a:cubicBezTo>
                  <a:cubicBezTo>
                    <a:pt x="51281" y="69246"/>
                    <a:pt x="53120" y="68088"/>
                    <a:pt x="54888" y="66359"/>
                  </a:cubicBezTo>
                  <a:cubicBezTo>
                    <a:pt x="57163" y="64079"/>
                    <a:pt x="59503" y="60640"/>
                    <a:pt x="61892" y="56044"/>
                  </a:cubicBezTo>
                  <a:lnTo>
                    <a:pt x="64095" y="56044"/>
                  </a:lnTo>
                  <a:lnTo>
                    <a:pt x="57647" y="74799"/>
                  </a:lnTo>
                  <a:lnTo>
                    <a:pt x="0" y="74799"/>
                  </a:lnTo>
                  <a:lnTo>
                    <a:pt x="0" y="72758"/>
                  </a:lnTo>
                  <a:lnTo>
                    <a:pt x="2647" y="72758"/>
                  </a:lnTo>
                  <a:cubicBezTo>
                    <a:pt x="4414" y="72758"/>
                    <a:pt x="6084" y="72335"/>
                    <a:pt x="7666" y="71489"/>
                  </a:cubicBezTo>
                  <a:cubicBezTo>
                    <a:pt x="8844" y="70901"/>
                    <a:pt x="9635" y="70019"/>
                    <a:pt x="10038" y="68841"/>
                  </a:cubicBezTo>
                  <a:cubicBezTo>
                    <a:pt x="10482" y="67665"/>
                    <a:pt x="10700" y="65256"/>
                    <a:pt x="10700" y="61615"/>
                  </a:cubicBezTo>
                  <a:lnTo>
                    <a:pt x="10700" y="13018"/>
                  </a:lnTo>
                  <a:cubicBezTo>
                    <a:pt x="10700" y="8274"/>
                    <a:pt x="10224" y="5351"/>
                    <a:pt x="9272" y="4247"/>
                  </a:cubicBezTo>
                  <a:cubicBezTo>
                    <a:pt x="7940" y="2776"/>
                    <a:pt x="5737" y="2041"/>
                    <a:pt x="2647" y="2041"/>
                  </a:cubicBezTo>
                  <a:lnTo>
                    <a:pt x="0" y="2041"/>
                  </a:lnTo>
                  <a:lnTo>
                    <a:pt x="0" y="0"/>
                  </a:lnTo>
                  <a:lnTo>
                    <a:pt x="57647" y="0"/>
                  </a:lnTo>
                  <a:lnTo>
                    <a:pt x="58470" y="16382"/>
                  </a:lnTo>
                  <a:lnTo>
                    <a:pt x="56324" y="16382"/>
                  </a:lnTo>
                  <a:cubicBezTo>
                    <a:pt x="55549" y="12448"/>
                    <a:pt x="54686" y="9745"/>
                    <a:pt x="53726" y="8274"/>
                  </a:cubicBezTo>
                  <a:cubicBezTo>
                    <a:pt x="52806" y="6803"/>
                    <a:pt x="51426" y="5682"/>
                    <a:pt x="49594" y="4909"/>
                  </a:cubicBezTo>
                  <a:cubicBezTo>
                    <a:pt x="48117" y="4357"/>
                    <a:pt x="45527" y="4081"/>
                    <a:pt x="41815" y="4081"/>
                  </a:cubicBezTo>
                  <a:lnTo>
                    <a:pt x="21295" y="4081"/>
                  </a:lnTo>
                  <a:close/>
                </a:path>
              </a:pathLst>
            </a:custGeom>
            <a:solidFill>
              <a:srgbClr val="000000"/>
            </a:solidFill>
            <a:ln w="807" cap="flat">
              <a:noFill/>
              <a:prstDash val="solid"/>
              <a:miter/>
            </a:ln>
          </p:spPr>
        </p:sp>
        <p:sp>
          <p:nvSpPr>
            <p:cNvPr id="41" name="任意形状 40">
              <a:extLst>
                <a:ext uri="{FF2B5EF4-FFF2-40B4-BE49-F238E27FC236}">
                  <a16:creationId xmlns:a16="http://schemas.microsoft.com/office/drawing/2014/main" id="{EA7E3DC3-C3E1-C4FF-EFA8-0FAFC5131879}"/>
                </a:ext>
              </a:extLst>
            </p:cNvPr>
            <p:cNvSpPr/>
            <p:nvPr/>
          </p:nvSpPr>
          <p:spPr>
            <a:xfrm>
              <a:off x="4829351" y="2343951"/>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3182BA"/>
              </a:solidFill>
              <a:prstDash val="solid"/>
              <a:miter/>
            </a:ln>
          </p:spPr>
        </p:sp>
        <p:sp>
          <p:nvSpPr>
            <p:cNvPr id="42" name="任意形状 41">
              <a:extLst>
                <a:ext uri="{FF2B5EF4-FFF2-40B4-BE49-F238E27FC236}">
                  <a16:creationId xmlns:a16="http://schemas.microsoft.com/office/drawing/2014/main" id="{3418FA0B-467B-08D5-9C51-55F764F99613}"/>
                </a:ext>
              </a:extLst>
            </p:cNvPr>
            <p:cNvSpPr/>
            <p:nvPr/>
          </p:nvSpPr>
          <p:spPr>
            <a:xfrm>
              <a:off x="4870924" y="2372669"/>
              <a:ext cx="75270" cy="87841"/>
            </a:xfrm>
            <a:custGeom>
              <a:avLst/>
              <a:gdLst>
                <a:gd name="csX0" fmla="*/ 21295 w 64094"/>
                <a:gd name="csY0" fmla="*/ 4081 h 74798"/>
                <a:gd name="csX1" fmla="*/ 21295 w 64094"/>
                <a:gd name="csY1" fmla="*/ 33648 h 74798"/>
                <a:gd name="csX2" fmla="*/ 37732 w 64094"/>
                <a:gd name="csY2" fmla="*/ 33648 h 74798"/>
                <a:gd name="csX3" fmla="*/ 46278 w 64094"/>
                <a:gd name="csY3" fmla="*/ 31717 h 74798"/>
                <a:gd name="csX4" fmla="*/ 49481 w 64094"/>
                <a:gd name="csY4" fmla="*/ 22781 h 74798"/>
                <a:gd name="csX5" fmla="*/ 51523 w 64094"/>
                <a:gd name="csY5" fmla="*/ 22781 h 74798"/>
                <a:gd name="csX6" fmla="*/ 51523 w 64094"/>
                <a:gd name="csY6" fmla="*/ 48818 h 74798"/>
                <a:gd name="csX7" fmla="*/ 49481 w 64094"/>
                <a:gd name="csY7" fmla="*/ 48818 h 74798"/>
                <a:gd name="csX8" fmla="*/ 47940 w 64094"/>
                <a:gd name="csY8" fmla="*/ 41812 h 74798"/>
                <a:gd name="csX9" fmla="*/ 44680 w 64094"/>
                <a:gd name="csY9" fmla="*/ 38778 h 74798"/>
                <a:gd name="csX10" fmla="*/ 37732 w 64094"/>
                <a:gd name="csY10" fmla="*/ 37675 h 74798"/>
                <a:gd name="csX11" fmla="*/ 21295 w 64094"/>
                <a:gd name="csY11" fmla="*/ 37675 h 74798"/>
                <a:gd name="csX12" fmla="*/ 21295 w 64094"/>
                <a:gd name="csY12" fmla="*/ 62333 h 74798"/>
                <a:gd name="csX13" fmla="*/ 21731 w 64094"/>
                <a:gd name="csY13" fmla="*/ 68400 h 74798"/>
                <a:gd name="csX14" fmla="*/ 23280 w 64094"/>
                <a:gd name="csY14" fmla="*/ 70110 h 74798"/>
                <a:gd name="csX15" fmla="*/ 27468 w 64094"/>
                <a:gd name="csY15" fmla="*/ 70717 h 74798"/>
                <a:gd name="csX16" fmla="*/ 40161 w 64094"/>
                <a:gd name="csY16" fmla="*/ 70717 h 74798"/>
                <a:gd name="csX17" fmla="*/ 49368 w 64094"/>
                <a:gd name="csY17" fmla="*/ 69835 h 74798"/>
                <a:gd name="csX18" fmla="*/ 54888 w 64094"/>
                <a:gd name="csY18" fmla="*/ 66359 h 74798"/>
                <a:gd name="csX19" fmla="*/ 61892 w 64094"/>
                <a:gd name="csY19" fmla="*/ 56044 h 74798"/>
                <a:gd name="csX20" fmla="*/ 64095 w 64094"/>
                <a:gd name="csY20" fmla="*/ 56044 h 74798"/>
                <a:gd name="csX21" fmla="*/ 57647 w 64094"/>
                <a:gd name="csY21" fmla="*/ 74799 h 74798"/>
                <a:gd name="csX22" fmla="*/ 0 w 64094"/>
                <a:gd name="csY22" fmla="*/ 74799 h 74798"/>
                <a:gd name="csX23" fmla="*/ 0 w 64094"/>
                <a:gd name="csY23" fmla="*/ 72758 h 74798"/>
                <a:gd name="csX24" fmla="*/ 2647 w 64094"/>
                <a:gd name="csY24" fmla="*/ 72758 h 74798"/>
                <a:gd name="csX25" fmla="*/ 7666 w 64094"/>
                <a:gd name="csY25" fmla="*/ 71489 h 74798"/>
                <a:gd name="csX26" fmla="*/ 10038 w 64094"/>
                <a:gd name="csY26" fmla="*/ 68841 h 74798"/>
                <a:gd name="csX27" fmla="*/ 10700 w 64094"/>
                <a:gd name="csY27" fmla="*/ 61615 h 74798"/>
                <a:gd name="csX28" fmla="*/ 10700 w 64094"/>
                <a:gd name="csY28" fmla="*/ 13018 h 74798"/>
                <a:gd name="csX29" fmla="*/ 9272 w 64094"/>
                <a:gd name="csY29" fmla="*/ 4247 h 74798"/>
                <a:gd name="csX30" fmla="*/ 2647 w 64094"/>
                <a:gd name="csY30" fmla="*/ 2041 h 74798"/>
                <a:gd name="csX31" fmla="*/ 0 w 64094"/>
                <a:gd name="csY31" fmla="*/ 2041 h 74798"/>
                <a:gd name="csX32" fmla="*/ 0 w 64094"/>
                <a:gd name="csY32" fmla="*/ 0 h 74798"/>
                <a:gd name="csX33" fmla="*/ 57647 w 64094"/>
                <a:gd name="csY33" fmla="*/ 0 h 74798"/>
                <a:gd name="csX34" fmla="*/ 58470 w 64094"/>
                <a:gd name="csY34" fmla="*/ 16382 h 74798"/>
                <a:gd name="csX35" fmla="*/ 56324 w 64094"/>
                <a:gd name="csY35" fmla="*/ 16382 h 74798"/>
                <a:gd name="csX36" fmla="*/ 53726 w 64094"/>
                <a:gd name="csY36" fmla="*/ 8274 h 74798"/>
                <a:gd name="csX37" fmla="*/ 49594 w 64094"/>
                <a:gd name="csY37" fmla="*/ 4909 h 74798"/>
                <a:gd name="csX38" fmla="*/ 41815 w 64094"/>
                <a:gd name="csY38" fmla="*/ 4081 h 74798"/>
                <a:gd name="csX39" fmla="*/ 21295 w 64094"/>
                <a:gd name="csY39" fmla="*/ 4081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798">
                  <a:moveTo>
                    <a:pt x="21295" y="4081"/>
                  </a:moveTo>
                  <a:lnTo>
                    <a:pt x="21295" y="33648"/>
                  </a:lnTo>
                  <a:lnTo>
                    <a:pt x="37732" y="33648"/>
                  </a:lnTo>
                  <a:cubicBezTo>
                    <a:pt x="42001" y="33648"/>
                    <a:pt x="44849" y="33004"/>
                    <a:pt x="46278" y="31717"/>
                  </a:cubicBezTo>
                  <a:cubicBezTo>
                    <a:pt x="48190" y="30026"/>
                    <a:pt x="49263" y="27048"/>
                    <a:pt x="49481" y="22781"/>
                  </a:cubicBezTo>
                  <a:lnTo>
                    <a:pt x="51523" y="22781"/>
                  </a:lnTo>
                  <a:lnTo>
                    <a:pt x="51523" y="48818"/>
                  </a:lnTo>
                  <a:lnTo>
                    <a:pt x="49481" y="48818"/>
                  </a:lnTo>
                  <a:cubicBezTo>
                    <a:pt x="48965" y="45177"/>
                    <a:pt x="48448" y="42842"/>
                    <a:pt x="47940" y="41812"/>
                  </a:cubicBezTo>
                  <a:cubicBezTo>
                    <a:pt x="47278" y="40525"/>
                    <a:pt x="46189" y="39514"/>
                    <a:pt x="44680" y="38778"/>
                  </a:cubicBezTo>
                  <a:cubicBezTo>
                    <a:pt x="43171" y="38043"/>
                    <a:pt x="40855" y="37675"/>
                    <a:pt x="37732" y="37675"/>
                  </a:cubicBezTo>
                  <a:lnTo>
                    <a:pt x="21295" y="37675"/>
                  </a:lnTo>
                  <a:lnTo>
                    <a:pt x="21295" y="62333"/>
                  </a:lnTo>
                  <a:cubicBezTo>
                    <a:pt x="21295" y="65642"/>
                    <a:pt x="21440" y="67665"/>
                    <a:pt x="21731" y="68400"/>
                  </a:cubicBezTo>
                  <a:cubicBezTo>
                    <a:pt x="22029" y="69099"/>
                    <a:pt x="22546" y="69669"/>
                    <a:pt x="23280" y="70110"/>
                  </a:cubicBezTo>
                  <a:cubicBezTo>
                    <a:pt x="24014" y="70515"/>
                    <a:pt x="25410" y="70717"/>
                    <a:pt x="27468" y="70717"/>
                  </a:cubicBezTo>
                  <a:lnTo>
                    <a:pt x="40161" y="70717"/>
                  </a:lnTo>
                  <a:cubicBezTo>
                    <a:pt x="44389" y="70717"/>
                    <a:pt x="47456" y="70423"/>
                    <a:pt x="49368" y="69835"/>
                  </a:cubicBezTo>
                  <a:cubicBezTo>
                    <a:pt x="51281" y="69245"/>
                    <a:pt x="53120" y="68088"/>
                    <a:pt x="54888" y="66359"/>
                  </a:cubicBezTo>
                  <a:cubicBezTo>
                    <a:pt x="57163" y="64079"/>
                    <a:pt x="59503" y="60640"/>
                    <a:pt x="61892" y="56044"/>
                  </a:cubicBezTo>
                  <a:lnTo>
                    <a:pt x="64095" y="56044"/>
                  </a:lnTo>
                  <a:lnTo>
                    <a:pt x="57647" y="74799"/>
                  </a:lnTo>
                  <a:lnTo>
                    <a:pt x="0" y="74799"/>
                  </a:lnTo>
                  <a:lnTo>
                    <a:pt x="0" y="72758"/>
                  </a:lnTo>
                  <a:lnTo>
                    <a:pt x="2647" y="72758"/>
                  </a:lnTo>
                  <a:cubicBezTo>
                    <a:pt x="4414" y="72758"/>
                    <a:pt x="6084" y="72335"/>
                    <a:pt x="7666" y="71489"/>
                  </a:cubicBezTo>
                  <a:cubicBezTo>
                    <a:pt x="8844" y="70901"/>
                    <a:pt x="9635" y="70019"/>
                    <a:pt x="10038" y="68841"/>
                  </a:cubicBezTo>
                  <a:cubicBezTo>
                    <a:pt x="10482" y="67665"/>
                    <a:pt x="10700" y="65256"/>
                    <a:pt x="10700" y="61615"/>
                  </a:cubicBezTo>
                  <a:lnTo>
                    <a:pt x="10700" y="13018"/>
                  </a:lnTo>
                  <a:cubicBezTo>
                    <a:pt x="10700" y="8274"/>
                    <a:pt x="10224" y="5351"/>
                    <a:pt x="9272" y="4247"/>
                  </a:cubicBezTo>
                  <a:cubicBezTo>
                    <a:pt x="7940" y="2776"/>
                    <a:pt x="5737" y="2041"/>
                    <a:pt x="2647" y="2041"/>
                  </a:cubicBezTo>
                  <a:lnTo>
                    <a:pt x="0" y="2041"/>
                  </a:lnTo>
                  <a:lnTo>
                    <a:pt x="0" y="0"/>
                  </a:lnTo>
                  <a:lnTo>
                    <a:pt x="57647" y="0"/>
                  </a:lnTo>
                  <a:lnTo>
                    <a:pt x="58470" y="16382"/>
                  </a:lnTo>
                  <a:lnTo>
                    <a:pt x="56324" y="16382"/>
                  </a:lnTo>
                  <a:cubicBezTo>
                    <a:pt x="55549" y="12448"/>
                    <a:pt x="54686" y="9745"/>
                    <a:pt x="53726" y="8274"/>
                  </a:cubicBezTo>
                  <a:cubicBezTo>
                    <a:pt x="52806" y="6803"/>
                    <a:pt x="51426" y="5682"/>
                    <a:pt x="49594" y="4909"/>
                  </a:cubicBezTo>
                  <a:cubicBezTo>
                    <a:pt x="48117" y="4357"/>
                    <a:pt x="45527" y="4081"/>
                    <a:pt x="41815" y="4081"/>
                  </a:cubicBezTo>
                  <a:lnTo>
                    <a:pt x="21295" y="4081"/>
                  </a:lnTo>
                  <a:close/>
                </a:path>
              </a:pathLst>
            </a:custGeom>
            <a:solidFill>
              <a:srgbClr val="000000"/>
            </a:solidFill>
            <a:ln w="807" cap="flat">
              <a:noFill/>
              <a:prstDash val="solid"/>
              <a:miter/>
            </a:ln>
          </p:spPr>
        </p:sp>
        <p:sp>
          <p:nvSpPr>
            <p:cNvPr id="43" name="任意形状 42">
              <a:extLst>
                <a:ext uri="{FF2B5EF4-FFF2-40B4-BE49-F238E27FC236}">
                  <a16:creationId xmlns:a16="http://schemas.microsoft.com/office/drawing/2014/main" id="{D610FB73-5579-2970-1A89-61CC7F06C850}"/>
                </a:ext>
              </a:extLst>
            </p:cNvPr>
            <p:cNvSpPr/>
            <p:nvPr/>
          </p:nvSpPr>
          <p:spPr>
            <a:xfrm>
              <a:off x="4592440" y="3285907"/>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3182BA"/>
              </a:solidFill>
              <a:prstDash val="solid"/>
              <a:miter/>
            </a:ln>
          </p:spPr>
        </p:sp>
        <p:sp>
          <p:nvSpPr>
            <p:cNvPr id="44" name="任意形状 43">
              <a:extLst>
                <a:ext uri="{FF2B5EF4-FFF2-40B4-BE49-F238E27FC236}">
                  <a16:creationId xmlns:a16="http://schemas.microsoft.com/office/drawing/2014/main" id="{72DEB397-17BB-CD67-C534-64FCA15BBCF4}"/>
                </a:ext>
              </a:extLst>
            </p:cNvPr>
            <p:cNvSpPr/>
            <p:nvPr/>
          </p:nvSpPr>
          <p:spPr>
            <a:xfrm>
              <a:off x="4634014" y="3314622"/>
              <a:ext cx="75270" cy="87845"/>
            </a:xfrm>
            <a:custGeom>
              <a:avLst/>
              <a:gdLst>
                <a:gd name="csX0" fmla="*/ 21295 w 64094"/>
                <a:gd name="csY0" fmla="*/ 4083 h 74802"/>
                <a:gd name="csX1" fmla="*/ 21295 w 64094"/>
                <a:gd name="csY1" fmla="*/ 33649 h 74802"/>
                <a:gd name="csX2" fmla="*/ 37732 w 64094"/>
                <a:gd name="csY2" fmla="*/ 33649 h 74802"/>
                <a:gd name="csX3" fmla="*/ 46278 w 64094"/>
                <a:gd name="csY3" fmla="*/ 31721 h 74802"/>
                <a:gd name="csX4" fmla="*/ 49481 w 64094"/>
                <a:gd name="csY4" fmla="*/ 22788 h 74802"/>
                <a:gd name="csX5" fmla="*/ 51523 w 64094"/>
                <a:gd name="csY5" fmla="*/ 22788 h 74802"/>
                <a:gd name="csX6" fmla="*/ 51523 w 64094"/>
                <a:gd name="csY6" fmla="*/ 48820 h 74802"/>
                <a:gd name="csX7" fmla="*/ 49481 w 64094"/>
                <a:gd name="csY7" fmla="*/ 48820 h 74802"/>
                <a:gd name="csX8" fmla="*/ 47940 w 64094"/>
                <a:gd name="csY8" fmla="*/ 41815 h 74802"/>
                <a:gd name="csX9" fmla="*/ 44680 w 64094"/>
                <a:gd name="csY9" fmla="*/ 38781 h 74802"/>
                <a:gd name="csX10" fmla="*/ 37732 w 64094"/>
                <a:gd name="csY10" fmla="*/ 37676 h 74802"/>
                <a:gd name="csX11" fmla="*/ 21295 w 64094"/>
                <a:gd name="csY11" fmla="*/ 37676 h 74802"/>
                <a:gd name="csX12" fmla="*/ 21295 w 64094"/>
                <a:gd name="csY12" fmla="*/ 62336 h 74802"/>
                <a:gd name="csX13" fmla="*/ 21731 w 64094"/>
                <a:gd name="csY13" fmla="*/ 68404 h 74802"/>
                <a:gd name="csX14" fmla="*/ 23280 w 64094"/>
                <a:gd name="csY14" fmla="*/ 70114 h 74802"/>
                <a:gd name="csX15" fmla="*/ 27468 w 64094"/>
                <a:gd name="csY15" fmla="*/ 70720 h 74802"/>
                <a:gd name="csX16" fmla="*/ 40161 w 64094"/>
                <a:gd name="csY16" fmla="*/ 70720 h 74802"/>
                <a:gd name="csX17" fmla="*/ 49368 w 64094"/>
                <a:gd name="csY17" fmla="*/ 69840 h 74802"/>
                <a:gd name="csX18" fmla="*/ 54888 w 64094"/>
                <a:gd name="csY18" fmla="*/ 66362 h 74802"/>
                <a:gd name="csX19" fmla="*/ 61892 w 64094"/>
                <a:gd name="csY19" fmla="*/ 56050 h 74802"/>
                <a:gd name="csX20" fmla="*/ 64095 w 64094"/>
                <a:gd name="csY20" fmla="*/ 56050 h 74802"/>
                <a:gd name="csX21" fmla="*/ 57647 w 64094"/>
                <a:gd name="csY21" fmla="*/ 74803 h 74802"/>
                <a:gd name="csX22" fmla="*/ 0 w 64094"/>
                <a:gd name="csY22" fmla="*/ 74803 h 74802"/>
                <a:gd name="csX23" fmla="*/ 0 w 64094"/>
                <a:gd name="csY23" fmla="*/ 72761 h 74802"/>
                <a:gd name="csX24" fmla="*/ 2647 w 64094"/>
                <a:gd name="csY24" fmla="*/ 72761 h 74802"/>
                <a:gd name="csX25" fmla="*/ 7666 w 64094"/>
                <a:gd name="csY25" fmla="*/ 71494 h 74802"/>
                <a:gd name="csX26" fmla="*/ 10038 w 64094"/>
                <a:gd name="csY26" fmla="*/ 68848 h 74802"/>
                <a:gd name="csX27" fmla="*/ 10700 w 64094"/>
                <a:gd name="csY27" fmla="*/ 61618 h 74802"/>
                <a:gd name="csX28" fmla="*/ 10700 w 64094"/>
                <a:gd name="csY28" fmla="*/ 13024 h 74802"/>
                <a:gd name="csX29" fmla="*/ 9272 w 64094"/>
                <a:gd name="csY29" fmla="*/ 4252 h 74802"/>
                <a:gd name="csX30" fmla="*/ 2647 w 64094"/>
                <a:gd name="csY30" fmla="*/ 2041 h 74802"/>
                <a:gd name="csX31" fmla="*/ 0 w 64094"/>
                <a:gd name="csY31" fmla="*/ 2041 h 74802"/>
                <a:gd name="csX32" fmla="*/ 0 w 64094"/>
                <a:gd name="csY32" fmla="*/ 0 h 74802"/>
                <a:gd name="csX33" fmla="*/ 57647 w 64094"/>
                <a:gd name="csY33" fmla="*/ 0 h 74802"/>
                <a:gd name="csX34" fmla="*/ 58470 w 64094"/>
                <a:gd name="csY34" fmla="*/ 16389 h 74802"/>
                <a:gd name="csX35" fmla="*/ 56324 w 64094"/>
                <a:gd name="csY35" fmla="*/ 16389 h 74802"/>
                <a:gd name="csX36" fmla="*/ 53726 w 64094"/>
                <a:gd name="csY36" fmla="*/ 8279 h 74802"/>
                <a:gd name="csX37" fmla="*/ 49594 w 64094"/>
                <a:gd name="csY37" fmla="*/ 4914 h 74802"/>
                <a:gd name="csX38" fmla="*/ 41815 w 64094"/>
                <a:gd name="csY38" fmla="*/ 4083 h 74802"/>
                <a:gd name="csX39" fmla="*/ 21295 w 64094"/>
                <a:gd name="csY39" fmla="*/ 4083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802">
                  <a:moveTo>
                    <a:pt x="21295" y="4083"/>
                  </a:moveTo>
                  <a:lnTo>
                    <a:pt x="21295" y="33649"/>
                  </a:lnTo>
                  <a:lnTo>
                    <a:pt x="37732" y="33649"/>
                  </a:lnTo>
                  <a:cubicBezTo>
                    <a:pt x="42001" y="33649"/>
                    <a:pt x="44849" y="33012"/>
                    <a:pt x="46278" y="31721"/>
                  </a:cubicBezTo>
                  <a:cubicBezTo>
                    <a:pt x="48190" y="30026"/>
                    <a:pt x="49263" y="27048"/>
                    <a:pt x="49481" y="22788"/>
                  </a:cubicBezTo>
                  <a:lnTo>
                    <a:pt x="51523" y="22788"/>
                  </a:lnTo>
                  <a:lnTo>
                    <a:pt x="51523" y="48820"/>
                  </a:lnTo>
                  <a:lnTo>
                    <a:pt x="49481" y="48820"/>
                  </a:lnTo>
                  <a:cubicBezTo>
                    <a:pt x="48965" y="45180"/>
                    <a:pt x="48448" y="42848"/>
                    <a:pt x="47940" y="41815"/>
                  </a:cubicBezTo>
                  <a:cubicBezTo>
                    <a:pt x="47278" y="40532"/>
                    <a:pt x="46189" y="39516"/>
                    <a:pt x="44680" y="38781"/>
                  </a:cubicBezTo>
                  <a:cubicBezTo>
                    <a:pt x="43171" y="38047"/>
                    <a:pt x="40855" y="37676"/>
                    <a:pt x="37732" y="37676"/>
                  </a:cubicBezTo>
                  <a:lnTo>
                    <a:pt x="21295" y="37676"/>
                  </a:lnTo>
                  <a:lnTo>
                    <a:pt x="21295" y="62336"/>
                  </a:lnTo>
                  <a:cubicBezTo>
                    <a:pt x="21295" y="65644"/>
                    <a:pt x="21440" y="67670"/>
                    <a:pt x="21731" y="68404"/>
                  </a:cubicBezTo>
                  <a:cubicBezTo>
                    <a:pt x="22029" y="69106"/>
                    <a:pt x="22546" y="69671"/>
                    <a:pt x="23280" y="70114"/>
                  </a:cubicBezTo>
                  <a:cubicBezTo>
                    <a:pt x="24014" y="70518"/>
                    <a:pt x="25410" y="70720"/>
                    <a:pt x="27468" y="70720"/>
                  </a:cubicBezTo>
                  <a:lnTo>
                    <a:pt x="40161" y="70720"/>
                  </a:lnTo>
                  <a:cubicBezTo>
                    <a:pt x="44389" y="70720"/>
                    <a:pt x="47456" y="70429"/>
                    <a:pt x="49368" y="69840"/>
                  </a:cubicBezTo>
                  <a:cubicBezTo>
                    <a:pt x="51281" y="69251"/>
                    <a:pt x="53120" y="68089"/>
                    <a:pt x="54888" y="66362"/>
                  </a:cubicBezTo>
                  <a:cubicBezTo>
                    <a:pt x="57163" y="64087"/>
                    <a:pt x="59503" y="60641"/>
                    <a:pt x="61892" y="56050"/>
                  </a:cubicBezTo>
                  <a:lnTo>
                    <a:pt x="64095" y="56050"/>
                  </a:lnTo>
                  <a:lnTo>
                    <a:pt x="57647" y="74803"/>
                  </a:lnTo>
                  <a:lnTo>
                    <a:pt x="0" y="74803"/>
                  </a:lnTo>
                  <a:lnTo>
                    <a:pt x="0" y="72761"/>
                  </a:lnTo>
                  <a:lnTo>
                    <a:pt x="2647" y="72761"/>
                  </a:lnTo>
                  <a:cubicBezTo>
                    <a:pt x="4414" y="72761"/>
                    <a:pt x="6084" y="72342"/>
                    <a:pt x="7666" y="71494"/>
                  </a:cubicBezTo>
                  <a:cubicBezTo>
                    <a:pt x="8844" y="70905"/>
                    <a:pt x="9635" y="70026"/>
                    <a:pt x="10038" y="68848"/>
                  </a:cubicBezTo>
                  <a:cubicBezTo>
                    <a:pt x="10482" y="67670"/>
                    <a:pt x="10700" y="65257"/>
                    <a:pt x="10700" y="61618"/>
                  </a:cubicBezTo>
                  <a:lnTo>
                    <a:pt x="10700" y="13024"/>
                  </a:lnTo>
                  <a:cubicBezTo>
                    <a:pt x="10700" y="8279"/>
                    <a:pt x="10224" y="5358"/>
                    <a:pt x="9272" y="4252"/>
                  </a:cubicBezTo>
                  <a:cubicBezTo>
                    <a:pt x="7940" y="2784"/>
                    <a:pt x="5737" y="2041"/>
                    <a:pt x="2647" y="2041"/>
                  </a:cubicBezTo>
                  <a:lnTo>
                    <a:pt x="0" y="2041"/>
                  </a:lnTo>
                  <a:lnTo>
                    <a:pt x="0" y="0"/>
                  </a:lnTo>
                  <a:lnTo>
                    <a:pt x="57647" y="0"/>
                  </a:lnTo>
                  <a:lnTo>
                    <a:pt x="58470" y="16389"/>
                  </a:lnTo>
                  <a:lnTo>
                    <a:pt x="56324" y="16389"/>
                  </a:lnTo>
                  <a:cubicBezTo>
                    <a:pt x="55549" y="12451"/>
                    <a:pt x="54686" y="9748"/>
                    <a:pt x="53726" y="8279"/>
                  </a:cubicBezTo>
                  <a:cubicBezTo>
                    <a:pt x="52806" y="6810"/>
                    <a:pt x="51426" y="5689"/>
                    <a:pt x="49594" y="4914"/>
                  </a:cubicBezTo>
                  <a:cubicBezTo>
                    <a:pt x="48117" y="4365"/>
                    <a:pt x="45527" y="4083"/>
                    <a:pt x="41815" y="4083"/>
                  </a:cubicBezTo>
                  <a:lnTo>
                    <a:pt x="21295" y="4083"/>
                  </a:lnTo>
                  <a:close/>
                </a:path>
              </a:pathLst>
            </a:custGeom>
            <a:solidFill>
              <a:srgbClr val="000000"/>
            </a:solidFill>
            <a:ln w="807" cap="flat">
              <a:noFill/>
              <a:prstDash val="solid"/>
              <a:miter/>
            </a:ln>
          </p:spPr>
        </p:sp>
        <p:sp>
          <p:nvSpPr>
            <p:cNvPr id="45" name="任意形状 44">
              <a:extLst>
                <a:ext uri="{FF2B5EF4-FFF2-40B4-BE49-F238E27FC236}">
                  <a16:creationId xmlns:a16="http://schemas.microsoft.com/office/drawing/2014/main" id="{3A19CF26-AC6B-D005-D7B6-ECB894AF97C2}"/>
                </a:ext>
              </a:extLst>
            </p:cNvPr>
            <p:cNvSpPr/>
            <p:nvPr/>
          </p:nvSpPr>
          <p:spPr>
            <a:xfrm>
              <a:off x="3630043" y="2761094"/>
              <a:ext cx="177825" cy="91855"/>
            </a:xfrm>
            <a:custGeom>
              <a:avLst/>
              <a:gdLst>
                <a:gd name="csX0" fmla="*/ 71882 w 151421"/>
                <a:gd name="csY0" fmla="*/ 0 h 78216"/>
                <a:gd name="csX1" fmla="*/ 66306 w 151421"/>
                <a:gd name="csY1" fmla="*/ 24216 h 78216"/>
                <a:gd name="csX2" fmla="*/ 64321 w 151421"/>
                <a:gd name="csY2" fmla="*/ 24216 h 78216"/>
                <a:gd name="csX3" fmla="*/ 64103 w 151421"/>
                <a:gd name="csY3" fmla="*/ 18148 h 78216"/>
                <a:gd name="csX4" fmla="*/ 62828 w 151421"/>
                <a:gd name="csY4" fmla="*/ 12241 h 78216"/>
                <a:gd name="csX5" fmla="*/ 59851 w 151421"/>
                <a:gd name="csY5" fmla="*/ 7771 h 78216"/>
                <a:gd name="csX6" fmla="*/ 54831 w 151421"/>
                <a:gd name="csY6" fmla="*/ 4793 h 78216"/>
                <a:gd name="csX7" fmla="*/ 48101 w 151421"/>
                <a:gd name="csY7" fmla="*/ 3696 h 78216"/>
                <a:gd name="csX8" fmla="*/ 30841 w 151421"/>
                <a:gd name="csY8" fmla="*/ 9094 h 78216"/>
                <a:gd name="csX9" fmla="*/ 16058 w 151421"/>
                <a:gd name="csY9" fmla="*/ 28574 h 78216"/>
                <a:gd name="csX10" fmla="*/ 11644 w 151421"/>
                <a:gd name="csY10" fmla="*/ 49586 h 78216"/>
                <a:gd name="csX11" fmla="*/ 17987 w 151421"/>
                <a:gd name="csY11" fmla="*/ 66960 h 78216"/>
                <a:gd name="csX12" fmla="*/ 34480 w 151421"/>
                <a:gd name="csY12" fmla="*/ 73415 h 78216"/>
                <a:gd name="csX13" fmla="*/ 48101 w 151421"/>
                <a:gd name="csY13" fmla="*/ 69994 h 78216"/>
                <a:gd name="csX14" fmla="*/ 59245 w 151421"/>
                <a:gd name="csY14" fmla="*/ 59463 h 78216"/>
                <a:gd name="csX15" fmla="*/ 61836 w 151421"/>
                <a:gd name="csY15" fmla="*/ 59463 h 78216"/>
                <a:gd name="csX16" fmla="*/ 48376 w 151421"/>
                <a:gd name="csY16" fmla="*/ 73689 h 78216"/>
                <a:gd name="csX17" fmla="*/ 30672 w 151421"/>
                <a:gd name="csY17" fmla="*/ 78216 h 78216"/>
                <a:gd name="csX18" fmla="*/ 14452 w 151421"/>
                <a:gd name="csY18" fmla="*/ 74408 h 78216"/>
                <a:gd name="csX19" fmla="*/ 3696 w 151421"/>
                <a:gd name="csY19" fmla="*/ 63595 h 78216"/>
                <a:gd name="csX20" fmla="*/ 0 w 151421"/>
                <a:gd name="csY20" fmla="*/ 48650 h 78216"/>
                <a:gd name="csX21" fmla="*/ 6569 w 151421"/>
                <a:gd name="csY21" fmla="*/ 24821 h 78216"/>
                <a:gd name="csX22" fmla="*/ 24547 w 151421"/>
                <a:gd name="csY22" fmla="*/ 6617 h 78216"/>
                <a:gd name="csX23" fmla="*/ 47666 w 151421"/>
                <a:gd name="csY23" fmla="*/ 0 h 78216"/>
                <a:gd name="csX24" fmla="*/ 59907 w 151421"/>
                <a:gd name="csY24" fmla="*/ 2590 h 78216"/>
                <a:gd name="csX25" fmla="*/ 64208 w 151421"/>
                <a:gd name="csY25" fmla="*/ 3696 h 78216"/>
                <a:gd name="csX26" fmla="*/ 66532 w 151421"/>
                <a:gd name="csY26" fmla="*/ 3139 h 78216"/>
                <a:gd name="csX27" fmla="*/ 69840 w 151421"/>
                <a:gd name="csY27" fmla="*/ 0 h 78216"/>
                <a:gd name="csX28" fmla="*/ 71882 w 151421"/>
                <a:gd name="csY28" fmla="*/ 0 h 78216"/>
                <a:gd name="csX29" fmla="*/ 126100 w 151421"/>
                <a:gd name="csY29" fmla="*/ 1703 h 78216"/>
                <a:gd name="csX30" fmla="*/ 151422 w 151421"/>
                <a:gd name="csY30" fmla="*/ 1703 h 78216"/>
                <a:gd name="csX31" fmla="*/ 150816 w 151421"/>
                <a:gd name="csY31" fmla="*/ 3744 h 78216"/>
                <a:gd name="csX32" fmla="*/ 141440 w 151421"/>
                <a:gd name="csY32" fmla="*/ 7004 h 78216"/>
                <a:gd name="csX33" fmla="*/ 130570 w 151421"/>
                <a:gd name="csY33" fmla="*/ 16768 h 78216"/>
                <a:gd name="csX34" fmla="*/ 111155 w 151421"/>
                <a:gd name="csY34" fmla="*/ 36627 h 78216"/>
                <a:gd name="csX35" fmla="*/ 116618 w 151421"/>
                <a:gd name="csY35" fmla="*/ 56647 h 78216"/>
                <a:gd name="csX36" fmla="*/ 119483 w 151421"/>
                <a:gd name="csY36" fmla="*/ 65531 h 78216"/>
                <a:gd name="csX37" fmla="*/ 122130 w 151421"/>
                <a:gd name="csY37" fmla="*/ 70986 h 78216"/>
                <a:gd name="csX38" fmla="*/ 125438 w 151421"/>
                <a:gd name="csY38" fmla="*/ 73471 h 78216"/>
                <a:gd name="csX39" fmla="*/ 131563 w 151421"/>
                <a:gd name="csY39" fmla="*/ 74464 h 78216"/>
                <a:gd name="csX40" fmla="*/ 130958 w 151421"/>
                <a:gd name="csY40" fmla="*/ 76506 h 78216"/>
                <a:gd name="csX41" fmla="*/ 101609 w 151421"/>
                <a:gd name="csY41" fmla="*/ 76506 h 78216"/>
                <a:gd name="csX42" fmla="*/ 102215 w 151421"/>
                <a:gd name="csY42" fmla="*/ 74464 h 78216"/>
                <a:gd name="csX43" fmla="*/ 108726 w 151421"/>
                <a:gd name="csY43" fmla="*/ 72753 h 78216"/>
                <a:gd name="csX44" fmla="*/ 110219 w 151421"/>
                <a:gd name="csY44" fmla="*/ 69889 h 78216"/>
                <a:gd name="csX45" fmla="*/ 108783 w 151421"/>
                <a:gd name="csY45" fmla="*/ 63102 h 78216"/>
                <a:gd name="csX46" fmla="*/ 103538 w 151421"/>
                <a:gd name="csY46" fmla="*/ 44293 h 78216"/>
                <a:gd name="csX47" fmla="*/ 86003 w 151421"/>
                <a:gd name="csY47" fmla="*/ 61997 h 78216"/>
                <a:gd name="csX48" fmla="*/ 79879 w 151421"/>
                <a:gd name="csY48" fmla="*/ 68896 h 78216"/>
                <a:gd name="csX49" fmla="*/ 79273 w 151421"/>
                <a:gd name="csY49" fmla="*/ 70825 h 78216"/>
                <a:gd name="csX50" fmla="*/ 80928 w 151421"/>
                <a:gd name="csY50" fmla="*/ 73528 h 78216"/>
                <a:gd name="csX51" fmla="*/ 85616 w 151421"/>
                <a:gd name="csY51" fmla="*/ 74464 h 78216"/>
                <a:gd name="csX52" fmla="*/ 85059 w 151421"/>
                <a:gd name="csY52" fmla="*/ 76506 h 78216"/>
                <a:gd name="csX53" fmla="*/ 60181 w 151421"/>
                <a:gd name="csY53" fmla="*/ 76506 h 78216"/>
                <a:gd name="csX54" fmla="*/ 60795 w 151421"/>
                <a:gd name="csY54" fmla="*/ 74464 h 78216"/>
                <a:gd name="csX55" fmla="*/ 68460 w 151421"/>
                <a:gd name="csY55" fmla="*/ 72310 h 78216"/>
                <a:gd name="csX56" fmla="*/ 80484 w 151421"/>
                <a:gd name="csY56" fmla="*/ 61997 h 78216"/>
                <a:gd name="csX57" fmla="*/ 102215 w 151421"/>
                <a:gd name="csY57" fmla="*/ 40153 h 78216"/>
                <a:gd name="csX58" fmla="*/ 96259 w 151421"/>
                <a:gd name="csY58" fmla="*/ 18584 h 78216"/>
                <a:gd name="csX59" fmla="*/ 91515 w 151421"/>
                <a:gd name="csY59" fmla="*/ 6399 h 78216"/>
                <a:gd name="csX60" fmla="*/ 84510 w 151421"/>
                <a:gd name="csY60" fmla="*/ 3744 h 78216"/>
                <a:gd name="csX61" fmla="*/ 85059 w 151421"/>
                <a:gd name="csY61" fmla="*/ 1703 h 78216"/>
                <a:gd name="csX62" fmla="*/ 111817 w 151421"/>
                <a:gd name="csY62" fmla="*/ 1703 h 78216"/>
                <a:gd name="csX63" fmla="*/ 111155 w 151421"/>
                <a:gd name="csY63" fmla="*/ 3744 h 78216"/>
                <a:gd name="csX64" fmla="*/ 106136 w 151421"/>
                <a:gd name="csY64" fmla="*/ 4244 h 78216"/>
                <a:gd name="csX65" fmla="*/ 104151 w 151421"/>
                <a:gd name="csY65" fmla="*/ 5681 h 78216"/>
                <a:gd name="csX66" fmla="*/ 103489 w 151421"/>
                <a:gd name="csY66" fmla="*/ 7827 h 78216"/>
                <a:gd name="csX67" fmla="*/ 104813 w 151421"/>
                <a:gd name="csY67" fmla="*/ 14008 h 78216"/>
                <a:gd name="csX68" fmla="*/ 109889 w 151421"/>
                <a:gd name="csY68" fmla="*/ 32431 h 78216"/>
                <a:gd name="csX69" fmla="*/ 121637 w 151421"/>
                <a:gd name="csY69" fmla="*/ 20738 h 78216"/>
                <a:gd name="csX70" fmla="*/ 131175 w 151421"/>
                <a:gd name="csY70" fmla="*/ 9538 h 78216"/>
                <a:gd name="csX71" fmla="*/ 132111 w 151421"/>
                <a:gd name="csY71" fmla="*/ 6891 h 78216"/>
                <a:gd name="csX72" fmla="*/ 131071 w 151421"/>
                <a:gd name="csY72" fmla="*/ 4906 h 78216"/>
                <a:gd name="csX73" fmla="*/ 125495 w 151421"/>
                <a:gd name="csY73" fmla="*/ 3744 h 78216"/>
                <a:gd name="csX74" fmla="*/ 126100 w 151421"/>
                <a:gd name="csY74"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Lst>
              <a:rect l="l" t="t" r="r" b="b"/>
              <a:pathLst>
                <a:path w="151421"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126100" y="1703"/>
                  </a:moveTo>
                  <a:lnTo>
                    <a:pt x="151422" y="1703"/>
                  </a:lnTo>
                  <a:lnTo>
                    <a:pt x="150816" y="3744"/>
                  </a:lnTo>
                  <a:cubicBezTo>
                    <a:pt x="147250" y="4261"/>
                    <a:pt x="144119" y="5350"/>
                    <a:pt x="141440" y="7004"/>
                  </a:cubicBezTo>
                  <a:cubicBezTo>
                    <a:pt x="138793" y="8618"/>
                    <a:pt x="135170" y="11878"/>
                    <a:pt x="130570" y="16768"/>
                  </a:cubicBezTo>
                  <a:lnTo>
                    <a:pt x="111155" y="36627"/>
                  </a:lnTo>
                  <a:lnTo>
                    <a:pt x="116618" y="56647"/>
                  </a:lnTo>
                  <a:cubicBezTo>
                    <a:pt x="117127" y="58559"/>
                    <a:pt x="118087" y="61521"/>
                    <a:pt x="119483" y="65531"/>
                  </a:cubicBezTo>
                  <a:cubicBezTo>
                    <a:pt x="120363" y="68105"/>
                    <a:pt x="121250" y="69921"/>
                    <a:pt x="122130" y="70986"/>
                  </a:cubicBezTo>
                  <a:cubicBezTo>
                    <a:pt x="123017" y="72059"/>
                    <a:pt x="124115" y="72882"/>
                    <a:pt x="125438" y="73471"/>
                  </a:cubicBezTo>
                  <a:cubicBezTo>
                    <a:pt x="126802" y="74020"/>
                    <a:pt x="128843" y="74351"/>
                    <a:pt x="131563" y="74464"/>
                  </a:cubicBezTo>
                  <a:lnTo>
                    <a:pt x="130958" y="76506"/>
                  </a:lnTo>
                  <a:lnTo>
                    <a:pt x="101609" y="76506"/>
                  </a:lnTo>
                  <a:lnTo>
                    <a:pt x="102215" y="74464"/>
                  </a:lnTo>
                  <a:cubicBezTo>
                    <a:pt x="105233" y="74351"/>
                    <a:pt x="107403" y="73786"/>
                    <a:pt x="108726" y="72753"/>
                  </a:cubicBezTo>
                  <a:cubicBezTo>
                    <a:pt x="109719" y="72019"/>
                    <a:pt x="110219" y="71067"/>
                    <a:pt x="110219" y="69889"/>
                  </a:cubicBezTo>
                  <a:cubicBezTo>
                    <a:pt x="110219" y="68856"/>
                    <a:pt x="109735" y="66596"/>
                    <a:pt x="108783" y="63102"/>
                  </a:cubicBezTo>
                  <a:lnTo>
                    <a:pt x="103538" y="44293"/>
                  </a:lnTo>
                  <a:lnTo>
                    <a:pt x="86003" y="61997"/>
                  </a:lnTo>
                  <a:cubicBezTo>
                    <a:pt x="82582" y="65491"/>
                    <a:pt x="80540" y="67791"/>
                    <a:pt x="79879" y="68896"/>
                  </a:cubicBezTo>
                  <a:cubicBezTo>
                    <a:pt x="79475" y="69558"/>
                    <a:pt x="79273" y="70195"/>
                    <a:pt x="79273" y="70825"/>
                  </a:cubicBezTo>
                  <a:cubicBezTo>
                    <a:pt x="79273" y="71930"/>
                    <a:pt x="79822" y="72826"/>
                    <a:pt x="80928" y="73528"/>
                  </a:cubicBezTo>
                  <a:cubicBezTo>
                    <a:pt x="81436" y="73818"/>
                    <a:pt x="83001" y="74133"/>
                    <a:pt x="85616" y="74464"/>
                  </a:cubicBezTo>
                  <a:lnTo>
                    <a:pt x="85059" y="76506"/>
                  </a:lnTo>
                  <a:lnTo>
                    <a:pt x="60181" y="76506"/>
                  </a:lnTo>
                  <a:lnTo>
                    <a:pt x="60795" y="74464"/>
                  </a:lnTo>
                  <a:cubicBezTo>
                    <a:pt x="63917" y="74173"/>
                    <a:pt x="66475" y="73455"/>
                    <a:pt x="68460" y="72310"/>
                  </a:cubicBezTo>
                  <a:cubicBezTo>
                    <a:pt x="71366" y="70583"/>
                    <a:pt x="75376" y="67145"/>
                    <a:pt x="80484" y="61997"/>
                  </a:cubicBezTo>
                  <a:lnTo>
                    <a:pt x="102215" y="40153"/>
                  </a:lnTo>
                  <a:lnTo>
                    <a:pt x="96259" y="18584"/>
                  </a:lnTo>
                  <a:cubicBezTo>
                    <a:pt x="94460" y="11967"/>
                    <a:pt x="92878" y="7900"/>
                    <a:pt x="91515" y="6399"/>
                  </a:cubicBezTo>
                  <a:cubicBezTo>
                    <a:pt x="90191" y="4850"/>
                    <a:pt x="87859" y="3970"/>
                    <a:pt x="84510" y="3744"/>
                  </a:cubicBezTo>
                  <a:lnTo>
                    <a:pt x="85059" y="1703"/>
                  </a:lnTo>
                  <a:lnTo>
                    <a:pt x="111817" y="1703"/>
                  </a:lnTo>
                  <a:lnTo>
                    <a:pt x="111155" y="3744"/>
                  </a:lnTo>
                  <a:cubicBezTo>
                    <a:pt x="108686" y="3744"/>
                    <a:pt x="107016" y="3914"/>
                    <a:pt x="106136" y="4244"/>
                  </a:cubicBezTo>
                  <a:cubicBezTo>
                    <a:pt x="105289" y="4535"/>
                    <a:pt x="104627" y="5019"/>
                    <a:pt x="104151" y="5681"/>
                  </a:cubicBezTo>
                  <a:cubicBezTo>
                    <a:pt x="103707" y="6302"/>
                    <a:pt x="103489" y="7020"/>
                    <a:pt x="103489" y="7827"/>
                  </a:cubicBezTo>
                  <a:cubicBezTo>
                    <a:pt x="103489" y="8715"/>
                    <a:pt x="103925" y="10773"/>
                    <a:pt x="104813" y="14008"/>
                  </a:cubicBezTo>
                  <a:lnTo>
                    <a:pt x="109889" y="32431"/>
                  </a:lnTo>
                  <a:lnTo>
                    <a:pt x="121637" y="20738"/>
                  </a:lnTo>
                  <a:cubicBezTo>
                    <a:pt x="126269" y="16106"/>
                    <a:pt x="129449" y="12370"/>
                    <a:pt x="131175" y="9538"/>
                  </a:cubicBezTo>
                  <a:cubicBezTo>
                    <a:pt x="131805" y="8546"/>
                    <a:pt x="132111" y="7666"/>
                    <a:pt x="132111" y="6891"/>
                  </a:cubicBezTo>
                  <a:cubicBezTo>
                    <a:pt x="132111" y="6044"/>
                    <a:pt x="131764" y="5382"/>
                    <a:pt x="131071" y="4906"/>
                  </a:cubicBezTo>
                  <a:cubicBezTo>
                    <a:pt x="130070" y="4244"/>
                    <a:pt x="128214" y="3857"/>
                    <a:pt x="125495" y="3744"/>
                  </a:cubicBezTo>
                  <a:lnTo>
                    <a:pt x="126100" y="1703"/>
                  </a:lnTo>
                  <a:close/>
                </a:path>
              </a:pathLst>
            </a:custGeom>
            <a:solidFill>
              <a:srgbClr val="000000"/>
            </a:solidFill>
            <a:ln w="807" cap="flat">
              <a:noFill/>
              <a:prstDash val="solid"/>
              <a:miter/>
            </a:ln>
          </p:spPr>
        </p:sp>
        <p:sp>
          <p:nvSpPr>
            <p:cNvPr id="46" name="任意形状 45">
              <a:extLst>
                <a:ext uri="{FF2B5EF4-FFF2-40B4-BE49-F238E27FC236}">
                  <a16:creationId xmlns:a16="http://schemas.microsoft.com/office/drawing/2014/main" id="{9504FC0D-2D3C-E30F-A71C-0DADC9E9EAB9}"/>
                </a:ext>
              </a:extLst>
            </p:cNvPr>
            <p:cNvSpPr/>
            <p:nvPr/>
          </p:nvSpPr>
          <p:spPr>
            <a:xfrm>
              <a:off x="4058672" y="2520213"/>
              <a:ext cx="472181" cy="85894"/>
            </a:xfrm>
            <a:custGeom>
              <a:avLst/>
              <a:gdLst>
                <a:gd name="csX0" fmla="*/ 24717 w 402071"/>
                <a:gd name="csY0" fmla="*/ 8215 h 73140"/>
                <a:gd name="csX1" fmla="*/ 20416 w 402071"/>
                <a:gd name="csY1" fmla="*/ 23224 h 73140"/>
                <a:gd name="csX2" fmla="*/ 29074 w 402071"/>
                <a:gd name="csY2" fmla="*/ 23224 h 73140"/>
                <a:gd name="csX3" fmla="*/ 28138 w 402071"/>
                <a:gd name="csY3" fmla="*/ 26693 h 73140"/>
                <a:gd name="csX4" fmla="*/ 19528 w 402071"/>
                <a:gd name="csY4" fmla="*/ 26693 h 73140"/>
                <a:gd name="csX5" fmla="*/ 10038 w 402071"/>
                <a:gd name="csY5" fmla="*/ 59237 h 73140"/>
                <a:gd name="csX6" fmla="*/ 8497 w 402071"/>
                <a:gd name="csY6" fmla="*/ 66023 h 73140"/>
                <a:gd name="csX7" fmla="*/ 8941 w 402071"/>
                <a:gd name="csY7" fmla="*/ 67460 h 73140"/>
                <a:gd name="csX8" fmla="*/ 9990 w 402071"/>
                <a:gd name="csY8" fmla="*/ 67952 h 73140"/>
                <a:gd name="csX9" fmla="*/ 13629 w 402071"/>
                <a:gd name="csY9" fmla="*/ 66023 h 73140"/>
                <a:gd name="csX10" fmla="*/ 19528 w 402071"/>
                <a:gd name="csY10" fmla="*/ 59237 h 73140"/>
                <a:gd name="csX11" fmla="*/ 21351 w 402071"/>
                <a:gd name="csY11" fmla="*/ 60617 h 73140"/>
                <a:gd name="csX12" fmla="*/ 11749 w 402071"/>
                <a:gd name="csY12" fmla="*/ 71043 h 73140"/>
                <a:gd name="csX13" fmla="*/ 5520 w 402071"/>
                <a:gd name="csY13" fmla="*/ 73141 h 73140"/>
                <a:gd name="csX14" fmla="*/ 1549 w 402071"/>
                <a:gd name="csY14" fmla="*/ 71648 h 73140"/>
                <a:gd name="csX15" fmla="*/ 0 w 402071"/>
                <a:gd name="csY15" fmla="*/ 67734 h 73140"/>
                <a:gd name="csX16" fmla="*/ 1767 w 402071"/>
                <a:gd name="csY16" fmla="*/ 58632 h 73140"/>
                <a:gd name="csX17" fmla="*/ 10982 w 402071"/>
                <a:gd name="csY17" fmla="*/ 26693 h 73140"/>
                <a:gd name="csX18" fmla="*/ 2647 w 402071"/>
                <a:gd name="csY18" fmla="*/ 26693 h 73140"/>
                <a:gd name="csX19" fmla="*/ 3204 w 402071"/>
                <a:gd name="csY19" fmla="*/ 24547 h 73140"/>
                <a:gd name="csX20" fmla="*/ 13298 w 402071"/>
                <a:gd name="csY20" fmla="*/ 19633 h 73140"/>
                <a:gd name="csX21" fmla="*/ 22288 w 402071"/>
                <a:gd name="csY21" fmla="*/ 8215 h 73140"/>
                <a:gd name="csX22" fmla="*/ 24717 w 402071"/>
                <a:gd name="csY22" fmla="*/ 8215 h 73140"/>
                <a:gd name="csX23" fmla="*/ 40266 w 402071"/>
                <a:gd name="csY23" fmla="*/ 51022 h 73140"/>
                <a:gd name="csX24" fmla="*/ 39887 w 402071"/>
                <a:gd name="csY24" fmla="*/ 55598 h 73140"/>
                <a:gd name="csX25" fmla="*/ 43357 w 402071"/>
                <a:gd name="csY25" fmla="*/ 63982 h 73140"/>
                <a:gd name="csX26" fmla="*/ 51797 w 402071"/>
                <a:gd name="csY26" fmla="*/ 67403 h 73140"/>
                <a:gd name="csX27" fmla="*/ 59415 w 402071"/>
                <a:gd name="csY27" fmla="*/ 65806 h 73140"/>
                <a:gd name="csX28" fmla="*/ 70332 w 402071"/>
                <a:gd name="csY28" fmla="*/ 58575 h 73140"/>
                <a:gd name="csX29" fmla="*/ 71495 w 402071"/>
                <a:gd name="csY29" fmla="*/ 60181 h 73140"/>
                <a:gd name="csX30" fmla="*/ 46560 w 402071"/>
                <a:gd name="csY30" fmla="*/ 73141 h 73140"/>
                <a:gd name="csX31" fmla="*/ 34424 w 402071"/>
                <a:gd name="csY31" fmla="*/ 68065 h 73140"/>
                <a:gd name="csX32" fmla="*/ 30341 w 402071"/>
                <a:gd name="csY32" fmla="*/ 56865 h 73140"/>
                <a:gd name="csX33" fmla="*/ 35416 w 402071"/>
                <a:gd name="csY33" fmla="*/ 40040 h 73140"/>
                <a:gd name="csX34" fmla="*/ 48158 w 402071"/>
                <a:gd name="csY34" fmla="*/ 26693 h 73140"/>
                <a:gd name="csX35" fmla="*/ 63933 w 402071"/>
                <a:gd name="csY35" fmla="*/ 21892 h 73140"/>
                <a:gd name="csX36" fmla="*/ 72592 w 402071"/>
                <a:gd name="csY36" fmla="*/ 24264 h 73140"/>
                <a:gd name="csX37" fmla="*/ 75408 w 402071"/>
                <a:gd name="csY37" fmla="*/ 29897 h 73140"/>
                <a:gd name="csX38" fmla="*/ 71769 w 402071"/>
                <a:gd name="csY38" fmla="*/ 38668 h 73140"/>
                <a:gd name="csX39" fmla="*/ 57647 w 402071"/>
                <a:gd name="csY39" fmla="*/ 47488 h 73140"/>
                <a:gd name="csX40" fmla="*/ 40266 w 402071"/>
                <a:gd name="csY40" fmla="*/ 51022 h 73140"/>
                <a:gd name="csX41" fmla="*/ 40654 w 402071"/>
                <a:gd name="csY41" fmla="*/ 48319 h 73140"/>
                <a:gd name="csX42" fmla="*/ 53952 w 402071"/>
                <a:gd name="csY42" fmla="*/ 45116 h 73140"/>
                <a:gd name="csX43" fmla="*/ 64103 w 402071"/>
                <a:gd name="csY43" fmla="*/ 37894 h 73140"/>
                <a:gd name="csX44" fmla="*/ 67516 w 402071"/>
                <a:gd name="csY44" fmla="*/ 29840 h 73140"/>
                <a:gd name="csX45" fmla="*/ 66032 w 402071"/>
                <a:gd name="csY45" fmla="*/ 26088 h 73140"/>
                <a:gd name="csX46" fmla="*/ 61892 w 402071"/>
                <a:gd name="csY46" fmla="*/ 24652 h 73140"/>
                <a:gd name="csX47" fmla="*/ 49925 w 402071"/>
                <a:gd name="csY47" fmla="*/ 30664 h 73140"/>
                <a:gd name="csX48" fmla="*/ 40654 w 402071"/>
                <a:gd name="csY48" fmla="*/ 48319 h 73140"/>
                <a:gd name="csX49" fmla="*/ 101940 w 402071"/>
                <a:gd name="csY49" fmla="*/ 21892 h 73140"/>
                <a:gd name="csX50" fmla="*/ 94605 w 402071"/>
                <a:gd name="csY50" fmla="*/ 46996 h 73140"/>
                <a:gd name="csX51" fmla="*/ 110381 w 402071"/>
                <a:gd name="csY51" fmla="*/ 26750 h 73140"/>
                <a:gd name="csX52" fmla="*/ 120968 w 402071"/>
                <a:gd name="csY52" fmla="*/ 21892 h 73140"/>
                <a:gd name="csX53" fmla="*/ 125495 w 402071"/>
                <a:gd name="csY53" fmla="*/ 23716 h 73140"/>
                <a:gd name="csX54" fmla="*/ 127318 w 402071"/>
                <a:gd name="csY54" fmla="*/ 28461 h 73140"/>
                <a:gd name="csX55" fmla="*/ 125712 w 402071"/>
                <a:gd name="csY55" fmla="*/ 37288 h 73140"/>
                <a:gd name="csX56" fmla="*/ 118983 w 402071"/>
                <a:gd name="csY56" fmla="*/ 60512 h 73140"/>
                <a:gd name="csX57" fmla="*/ 117829 w 402071"/>
                <a:gd name="csY57" fmla="*/ 65418 h 73140"/>
                <a:gd name="csX58" fmla="*/ 118264 w 402071"/>
                <a:gd name="csY58" fmla="*/ 66742 h 73140"/>
                <a:gd name="csX59" fmla="*/ 119209 w 402071"/>
                <a:gd name="csY59" fmla="*/ 67242 h 73140"/>
                <a:gd name="csX60" fmla="*/ 120806 w 402071"/>
                <a:gd name="csY60" fmla="*/ 66524 h 73140"/>
                <a:gd name="csX61" fmla="*/ 127205 w 402071"/>
                <a:gd name="csY61" fmla="*/ 59463 h 73140"/>
                <a:gd name="csX62" fmla="*/ 128916 w 402071"/>
                <a:gd name="csY62" fmla="*/ 60512 h 73140"/>
                <a:gd name="csX63" fmla="*/ 119209 w 402071"/>
                <a:gd name="csY63" fmla="*/ 70986 h 73140"/>
                <a:gd name="csX64" fmla="*/ 113471 w 402071"/>
                <a:gd name="csY64" fmla="*/ 73141 h 73140"/>
                <a:gd name="csX65" fmla="*/ 110211 w 402071"/>
                <a:gd name="csY65" fmla="*/ 71874 h 73140"/>
                <a:gd name="csX66" fmla="*/ 109001 w 402071"/>
                <a:gd name="csY66" fmla="*/ 68565 h 73140"/>
                <a:gd name="csX67" fmla="*/ 110873 w 402071"/>
                <a:gd name="csY67" fmla="*/ 59463 h 73140"/>
                <a:gd name="csX68" fmla="*/ 117272 w 402071"/>
                <a:gd name="csY68" fmla="*/ 37288 h 73140"/>
                <a:gd name="csX69" fmla="*/ 118490 w 402071"/>
                <a:gd name="csY69" fmla="*/ 30833 h 73140"/>
                <a:gd name="csX70" fmla="*/ 117772 w 402071"/>
                <a:gd name="csY70" fmla="*/ 29066 h 73140"/>
                <a:gd name="csX71" fmla="*/ 116005 w 402071"/>
                <a:gd name="csY71" fmla="*/ 28348 h 73140"/>
                <a:gd name="csX72" fmla="*/ 112309 w 402071"/>
                <a:gd name="csY72" fmla="*/ 29671 h 73140"/>
                <a:gd name="csX73" fmla="*/ 103812 w 402071"/>
                <a:gd name="csY73" fmla="*/ 37894 h 73140"/>
                <a:gd name="csX74" fmla="*/ 94492 w 402071"/>
                <a:gd name="csY74" fmla="*/ 52459 h 73140"/>
                <a:gd name="csX75" fmla="*/ 90191 w 402071"/>
                <a:gd name="csY75" fmla="*/ 62715 h 73140"/>
                <a:gd name="csX76" fmla="*/ 87432 w 402071"/>
                <a:gd name="csY76" fmla="*/ 71817 h 73140"/>
                <a:gd name="csX77" fmla="*/ 79160 w 402071"/>
                <a:gd name="csY77" fmla="*/ 71817 h 73140"/>
                <a:gd name="csX78" fmla="*/ 89199 w 402071"/>
                <a:gd name="csY78" fmla="*/ 37288 h 73140"/>
                <a:gd name="csX79" fmla="*/ 90966 w 402071"/>
                <a:gd name="csY79" fmla="*/ 29784 h 73140"/>
                <a:gd name="csX80" fmla="*/ 89973 w 402071"/>
                <a:gd name="csY80" fmla="*/ 27686 h 73140"/>
                <a:gd name="csX81" fmla="*/ 87601 w 402071"/>
                <a:gd name="csY81" fmla="*/ 26750 h 73140"/>
                <a:gd name="csX82" fmla="*/ 85285 w 402071"/>
                <a:gd name="csY82" fmla="*/ 26968 h 73140"/>
                <a:gd name="csX83" fmla="*/ 83187 w 402071"/>
                <a:gd name="csY83" fmla="*/ 27299 h 73140"/>
                <a:gd name="csX84" fmla="*/ 82856 w 402071"/>
                <a:gd name="csY84" fmla="*/ 25314 h 73140"/>
                <a:gd name="csX85" fmla="*/ 101940 w 402071"/>
                <a:gd name="csY85" fmla="*/ 21892 h 73140"/>
                <a:gd name="csX86" fmla="*/ 174476 w 402071"/>
                <a:gd name="csY86" fmla="*/ 21892 h 73140"/>
                <a:gd name="csX87" fmla="*/ 171111 w 402071"/>
                <a:gd name="csY87" fmla="*/ 38830 h 73140"/>
                <a:gd name="csX88" fmla="*/ 169069 w 402071"/>
                <a:gd name="csY88" fmla="*/ 38830 h 73140"/>
                <a:gd name="csX89" fmla="*/ 165930 w 402071"/>
                <a:gd name="csY89" fmla="*/ 28073 h 73140"/>
                <a:gd name="csX90" fmla="*/ 158813 w 402071"/>
                <a:gd name="csY90" fmla="*/ 24708 h 73140"/>
                <a:gd name="csX91" fmla="*/ 153350 w 402071"/>
                <a:gd name="csY91" fmla="*/ 26588 h 73140"/>
                <a:gd name="csX92" fmla="*/ 151365 w 402071"/>
                <a:gd name="csY92" fmla="*/ 31107 h 73140"/>
                <a:gd name="csX93" fmla="*/ 152140 w 402071"/>
                <a:gd name="csY93" fmla="*/ 34585 h 73140"/>
                <a:gd name="csX94" fmla="*/ 155666 w 402071"/>
                <a:gd name="csY94" fmla="*/ 39217 h 73140"/>
                <a:gd name="csX95" fmla="*/ 164937 w 402071"/>
                <a:gd name="csY95" fmla="*/ 51022 h 73140"/>
                <a:gd name="csX96" fmla="*/ 167028 w 402071"/>
                <a:gd name="csY96" fmla="*/ 58527 h 73140"/>
                <a:gd name="csX97" fmla="*/ 162234 w 402071"/>
                <a:gd name="csY97" fmla="*/ 68727 h 73140"/>
                <a:gd name="csX98" fmla="*/ 150203 w 402071"/>
                <a:gd name="csY98" fmla="*/ 73141 h 73140"/>
                <a:gd name="csX99" fmla="*/ 141052 w 402071"/>
                <a:gd name="csY99" fmla="*/ 71268 h 73140"/>
                <a:gd name="csX100" fmla="*/ 138236 w 402071"/>
                <a:gd name="csY100" fmla="*/ 70607 h 73140"/>
                <a:gd name="csX101" fmla="*/ 134484 w 402071"/>
                <a:gd name="csY101" fmla="*/ 73141 h 73140"/>
                <a:gd name="csX102" fmla="*/ 132442 w 402071"/>
                <a:gd name="csY102" fmla="*/ 73141 h 73140"/>
                <a:gd name="csX103" fmla="*/ 135807 w 402071"/>
                <a:gd name="csY103" fmla="*/ 55267 h 73140"/>
                <a:gd name="csX104" fmla="*/ 137849 w 402071"/>
                <a:gd name="csY104" fmla="*/ 55267 h 73140"/>
                <a:gd name="csX105" fmla="*/ 141327 w 402071"/>
                <a:gd name="csY105" fmla="*/ 67129 h 73140"/>
                <a:gd name="csX106" fmla="*/ 149929 w 402071"/>
                <a:gd name="csY106" fmla="*/ 70607 h 73140"/>
                <a:gd name="csX107" fmla="*/ 156554 w 402071"/>
                <a:gd name="csY107" fmla="*/ 68283 h 73140"/>
                <a:gd name="csX108" fmla="*/ 159031 w 402071"/>
                <a:gd name="csY108" fmla="*/ 62497 h 73140"/>
                <a:gd name="csX109" fmla="*/ 158151 w 402071"/>
                <a:gd name="csY109" fmla="*/ 58414 h 73140"/>
                <a:gd name="csX110" fmla="*/ 151639 w 402071"/>
                <a:gd name="csY110" fmla="*/ 49255 h 73140"/>
                <a:gd name="csX111" fmla="*/ 145297 w 402071"/>
                <a:gd name="csY111" fmla="*/ 40484 h 73140"/>
                <a:gd name="csX112" fmla="*/ 143917 w 402071"/>
                <a:gd name="csY112" fmla="*/ 34642 h 73140"/>
                <a:gd name="csX113" fmla="*/ 147782 w 402071"/>
                <a:gd name="csY113" fmla="*/ 25588 h 73140"/>
                <a:gd name="csX114" fmla="*/ 157820 w 402071"/>
                <a:gd name="csY114" fmla="*/ 21892 h 73140"/>
                <a:gd name="csX115" fmla="*/ 161016 w 402071"/>
                <a:gd name="csY115" fmla="*/ 22175 h 73140"/>
                <a:gd name="csX116" fmla="*/ 164607 w 402071"/>
                <a:gd name="csY116" fmla="*/ 23441 h 73140"/>
                <a:gd name="csX117" fmla="*/ 168407 w 402071"/>
                <a:gd name="csY117" fmla="*/ 24490 h 73140"/>
                <a:gd name="csX118" fmla="*/ 172386 w 402071"/>
                <a:gd name="csY118" fmla="*/ 21892 h 73140"/>
                <a:gd name="csX119" fmla="*/ 174476 w 402071"/>
                <a:gd name="csY119" fmla="*/ 21892 h 73140"/>
                <a:gd name="csX120" fmla="*/ 229751 w 402071"/>
                <a:gd name="csY120" fmla="*/ 39161 h 73140"/>
                <a:gd name="csX121" fmla="*/ 225337 w 402071"/>
                <a:gd name="csY121" fmla="*/ 55541 h 73140"/>
                <a:gd name="csX122" fmla="*/ 213144 w 402071"/>
                <a:gd name="csY122" fmla="*/ 68396 h 73140"/>
                <a:gd name="csX123" fmla="*/ 197925 w 402071"/>
                <a:gd name="csY123" fmla="*/ 73141 h 73140"/>
                <a:gd name="csX124" fmla="*/ 185563 w 402071"/>
                <a:gd name="csY124" fmla="*/ 68339 h 73140"/>
                <a:gd name="csX125" fmla="*/ 180818 w 402071"/>
                <a:gd name="csY125" fmla="*/ 55824 h 73140"/>
                <a:gd name="csX126" fmla="*/ 185458 w 402071"/>
                <a:gd name="csY126" fmla="*/ 39548 h 73140"/>
                <a:gd name="csX127" fmla="*/ 197925 w 402071"/>
                <a:gd name="csY127" fmla="*/ 26637 h 73140"/>
                <a:gd name="csX128" fmla="*/ 213039 w 402071"/>
                <a:gd name="csY128" fmla="*/ 21892 h 73140"/>
                <a:gd name="csX129" fmla="*/ 225006 w 402071"/>
                <a:gd name="csY129" fmla="*/ 26693 h 73140"/>
                <a:gd name="csX130" fmla="*/ 229751 w 402071"/>
                <a:gd name="csY130" fmla="*/ 39161 h 73140"/>
                <a:gd name="csX131" fmla="*/ 220592 w 402071"/>
                <a:gd name="csY131" fmla="*/ 35352 h 73140"/>
                <a:gd name="csX132" fmla="*/ 218058 w 402071"/>
                <a:gd name="csY132" fmla="*/ 27525 h 73140"/>
                <a:gd name="csX133" fmla="*/ 211603 w 402071"/>
                <a:gd name="csY133" fmla="*/ 24765 h 73140"/>
                <a:gd name="csX134" fmla="*/ 196650 w 402071"/>
                <a:gd name="csY134" fmla="*/ 36401 h 73140"/>
                <a:gd name="csX135" fmla="*/ 189872 w 402071"/>
                <a:gd name="csY135" fmla="*/ 59463 h 73140"/>
                <a:gd name="csX136" fmla="*/ 192519 w 402071"/>
                <a:gd name="csY136" fmla="*/ 67573 h 73140"/>
                <a:gd name="csX137" fmla="*/ 199192 w 402071"/>
                <a:gd name="csY137" fmla="*/ 70381 h 73140"/>
                <a:gd name="csX138" fmla="*/ 213749 w 402071"/>
                <a:gd name="csY138" fmla="*/ 58858 h 73140"/>
                <a:gd name="csX139" fmla="*/ 220592 w 402071"/>
                <a:gd name="csY139" fmla="*/ 35352 h 73140"/>
                <a:gd name="csX140" fmla="*/ 239902 w 402071"/>
                <a:gd name="csY140" fmla="*/ 24983 h 73140"/>
                <a:gd name="csX141" fmla="*/ 258929 w 402071"/>
                <a:gd name="csY141" fmla="*/ 21892 h 73140"/>
                <a:gd name="csX142" fmla="*/ 250989 w 402071"/>
                <a:gd name="csY142" fmla="*/ 48707 h 73140"/>
                <a:gd name="csX143" fmla="*/ 268532 w 402071"/>
                <a:gd name="csY143" fmla="*/ 25644 h 73140"/>
                <a:gd name="csX144" fmla="*/ 275811 w 402071"/>
                <a:gd name="csY144" fmla="*/ 21892 h 73140"/>
                <a:gd name="csX145" fmla="*/ 278675 w 402071"/>
                <a:gd name="csY145" fmla="*/ 22998 h 73140"/>
                <a:gd name="csX146" fmla="*/ 279724 w 402071"/>
                <a:gd name="csY146" fmla="*/ 26088 h 73140"/>
                <a:gd name="csX147" fmla="*/ 277852 w 402071"/>
                <a:gd name="csY147" fmla="*/ 33036 h 73140"/>
                <a:gd name="csX148" fmla="*/ 274043 w 402071"/>
                <a:gd name="csY148" fmla="*/ 35521 h 73140"/>
                <a:gd name="csX149" fmla="*/ 271840 w 402071"/>
                <a:gd name="csY149" fmla="*/ 34690 h 73140"/>
                <a:gd name="csX150" fmla="*/ 270735 w 402071"/>
                <a:gd name="csY150" fmla="*/ 32156 h 73140"/>
                <a:gd name="csX151" fmla="*/ 270234 w 402071"/>
                <a:gd name="csY151" fmla="*/ 30777 h 73140"/>
                <a:gd name="csX152" fmla="*/ 269194 w 402071"/>
                <a:gd name="csY152" fmla="*/ 30333 h 73140"/>
                <a:gd name="csX153" fmla="*/ 267426 w 402071"/>
                <a:gd name="csY153" fmla="*/ 30777 h 73140"/>
                <a:gd name="csX154" fmla="*/ 263069 w 402071"/>
                <a:gd name="csY154" fmla="*/ 35077 h 73140"/>
                <a:gd name="csX155" fmla="*/ 253136 w 402071"/>
                <a:gd name="csY155" fmla="*/ 49094 h 73140"/>
                <a:gd name="csX156" fmla="*/ 249165 w 402071"/>
                <a:gd name="csY156" fmla="*/ 57309 h 73140"/>
                <a:gd name="csX157" fmla="*/ 246519 w 402071"/>
                <a:gd name="csY157" fmla="*/ 64869 h 73140"/>
                <a:gd name="csX158" fmla="*/ 244752 w 402071"/>
                <a:gd name="csY158" fmla="*/ 71817 h 73140"/>
                <a:gd name="csX159" fmla="*/ 236311 w 402071"/>
                <a:gd name="csY159" fmla="*/ 71817 h 73140"/>
                <a:gd name="csX160" fmla="*/ 246519 w 402071"/>
                <a:gd name="csY160" fmla="*/ 37563 h 73140"/>
                <a:gd name="csX161" fmla="*/ 248286 w 402071"/>
                <a:gd name="csY161" fmla="*/ 29066 h 73140"/>
                <a:gd name="csX162" fmla="*/ 247455 w 402071"/>
                <a:gd name="csY162" fmla="*/ 27412 h 73140"/>
                <a:gd name="csX163" fmla="*/ 244534 w 402071"/>
                <a:gd name="csY163" fmla="*/ 26532 h 73140"/>
                <a:gd name="csX164" fmla="*/ 240289 w 402071"/>
                <a:gd name="csY164" fmla="*/ 27024 h 73140"/>
                <a:gd name="csX165" fmla="*/ 239902 w 402071"/>
                <a:gd name="csY165" fmla="*/ 24983 h 73140"/>
                <a:gd name="csX166" fmla="*/ 303279 w 402071"/>
                <a:gd name="csY166" fmla="*/ 0 h 73140"/>
                <a:gd name="csX167" fmla="*/ 307200 w 402071"/>
                <a:gd name="csY167" fmla="*/ 1598 h 73140"/>
                <a:gd name="csX168" fmla="*/ 308798 w 402071"/>
                <a:gd name="csY168" fmla="*/ 5511 h 73140"/>
                <a:gd name="csX169" fmla="*/ 307144 w 402071"/>
                <a:gd name="csY169" fmla="*/ 9433 h 73140"/>
                <a:gd name="csX170" fmla="*/ 303279 w 402071"/>
                <a:gd name="csY170" fmla="*/ 11031 h 73140"/>
                <a:gd name="csX171" fmla="*/ 299365 w 402071"/>
                <a:gd name="csY171" fmla="*/ 9433 h 73140"/>
                <a:gd name="csX172" fmla="*/ 297767 w 402071"/>
                <a:gd name="csY172" fmla="*/ 5511 h 73140"/>
                <a:gd name="csX173" fmla="*/ 299365 w 402071"/>
                <a:gd name="csY173" fmla="*/ 1598 h 73140"/>
                <a:gd name="csX174" fmla="*/ 303279 w 402071"/>
                <a:gd name="csY174" fmla="*/ 0 h 73140"/>
                <a:gd name="csX175" fmla="*/ 303997 w 402071"/>
                <a:gd name="csY175" fmla="*/ 21892 h 73140"/>
                <a:gd name="csX176" fmla="*/ 293079 w 402071"/>
                <a:gd name="csY176" fmla="*/ 60560 h 73140"/>
                <a:gd name="csX177" fmla="*/ 291973 w 402071"/>
                <a:gd name="csY177" fmla="*/ 65257 h 73140"/>
                <a:gd name="csX178" fmla="*/ 292466 w 402071"/>
                <a:gd name="csY178" fmla="*/ 66685 h 73140"/>
                <a:gd name="csX179" fmla="*/ 293741 w 402071"/>
                <a:gd name="csY179" fmla="*/ 67242 h 73140"/>
                <a:gd name="csX180" fmla="*/ 295726 w 402071"/>
                <a:gd name="csY180" fmla="*/ 66354 h 73140"/>
                <a:gd name="csX181" fmla="*/ 302068 w 402071"/>
                <a:gd name="csY181" fmla="*/ 59294 h 73140"/>
                <a:gd name="csX182" fmla="*/ 303997 w 402071"/>
                <a:gd name="csY182" fmla="*/ 60560 h 73140"/>
                <a:gd name="csX183" fmla="*/ 295169 w 402071"/>
                <a:gd name="csY183" fmla="*/ 70219 h 73140"/>
                <a:gd name="csX184" fmla="*/ 288003 w 402071"/>
                <a:gd name="csY184" fmla="*/ 73141 h 73140"/>
                <a:gd name="csX185" fmla="*/ 284308 w 402071"/>
                <a:gd name="csY185" fmla="*/ 71817 h 73140"/>
                <a:gd name="csX186" fmla="*/ 282871 w 402071"/>
                <a:gd name="csY186" fmla="*/ 68396 h 73140"/>
                <a:gd name="csX187" fmla="*/ 284251 w 402071"/>
                <a:gd name="csY187" fmla="*/ 61609 h 73140"/>
                <a:gd name="csX188" fmla="*/ 291417 w 402071"/>
                <a:gd name="csY188" fmla="*/ 36901 h 73140"/>
                <a:gd name="csX189" fmla="*/ 293184 w 402071"/>
                <a:gd name="csY189" fmla="*/ 29284 h 73140"/>
                <a:gd name="csX190" fmla="*/ 292304 w 402071"/>
                <a:gd name="csY190" fmla="*/ 27299 h 73140"/>
                <a:gd name="csX191" fmla="*/ 289988 w 402071"/>
                <a:gd name="csY191" fmla="*/ 26532 h 73140"/>
                <a:gd name="csX192" fmla="*/ 284969 w 402071"/>
                <a:gd name="csY192" fmla="*/ 27137 h 73140"/>
                <a:gd name="csX193" fmla="*/ 284969 w 402071"/>
                <a:gd name="csY193" fmla="*/ 24983 h 73140"/>
                <a:gd name="csX194" fmla="*/ 303997 w 402071"/>
                <a:gd name="csY194" fmla="*/ 21892 h 73140"/>
                <a:gd name="csX195" fmla="*/ 318949 w 402071"/>
                <a:gd name="csY195" fmla="*/ 23224 h 73140"/>
                <a:gd name="csX196" fmla="*/ 353970 w 402071"/>
                <a:gd name="csY196" fmla="*/ 23224 h 73140"/>
                <a:gd name="csX197" fmla="*/ 353970 w 402071"/>
                <a:gd name="csY197" fmla="*/ 24595 h 73140"/>
                <a:gd name="csX198" fmla="*/ 315802 w 402071"/>
                <a:gd name="csY198" fmla="*/ 64313 h 73140"/>
                <a:gd name="csX199" fmla="*/ 331965 w 402071"/>
                <a:gd name="csY199" fmla="*/ 64313 h 73140"/>
                <a:gd name="csX200" fmla="*/ 339244 w 402071"/>
                <a:gd name="csY200" fmla="*/ 63877 h 73140"/>
                <a:gd name="csX201" fmla="*/ 342060 w 402071"/>
                <a:gd name="csY201" fmla="*/ 61997 h 73140"/>
                <a:gd name="csX202" fmla="*/ 344981 w 402071"/>
                <a:gd name="csY202" fmla="*/ 56816 h 73140"/>
                <a:gd name="csX203" fmla="*/ 347023 w 402071"/>
                <a:gd name="csY203" fmla="*/ 56816 h 73140"/>
                <a:gd name="csX204" fmla="*/ 342221 w 402071"/>
                <a:gd name="csY204" fmla="*/ 71817 h 73140"/>
                <a:gd name="csX205" fmla="*/ 306313 w 402071"/>
                <a:gd name="csY205" fmla="*/ 71817 h 73140"/>
                <a:gd name="csX206" fmla="*/ 306313 w 402071"/>
                <a:gd name="csY206" fmla="*/ 70219 h 73140"/>
                <a:gd name="csX207" fmla="*/ 344489 w 402071"/>
                <a:gd name="csY207" fmla="*/ 30502 h 73140"/>
                <a:gd name="csX208" fmla="*/ 328600 w 402071"/>
                <a:gd name="csY208" fmla="*/ 30502 h 73140"/>
                <a:gd name="csX209" fmla="*/ 322532 w 402071"/>
                <a:gd name="csY209" fmla="*/ 30777 h 73140"/>
                <a:gd name="csX210" fmla="*/ 319442 w 402071"/>
                <a:gd name="csY210" fmla="*/ 32544 h 73140"/>
                <a:gd name="csX211" fmla="*/ 316351 w 402071"/>
                <a:gd name="csY211" fmla="*/ 37175 h 73140"/>
                <a:gd name="csX212" fmla="*/ 314261 w 402071"/>
                <a:gd name="csY212" fmla="*/ 37175 h 73140"/>
                <a:gd name="csX213" fmla="*/ 318949 w 402071"/>
                <a:gd name="csY213" fmla="*/ 23224 h 73140"/>
                <a:gd name="csX214" fmla="*/ 366938 w 402071"/>
                <a:gd name="csY214" fmla="*/ 51022 h 73140"/>
                <a:gd name="csX215" fmla="*/ 366550 w 402071"/>
                <a:gd name="csY215" fmla="*/ 55598 h 73140"/>
                <a:gd name="csX216" fmla="*/ 370028 w 402071"/>
                <a:gd name="csY216" fmla="*/ 63982 h 73140"/>
                <a:gd name="csX217" fmla="*/ 378469 w 402071"/>
                <a:gd name="csY217" fmla="*/ 67403 h 73140"/>
                <a:gd name="csX218" fmla="*/ 386078 w 402071"/>
                <a:gd name="csY218" fmla="*/ 65806 h 73140"/>
                <a:gd name="csX219" fmla="*/ 396996 w 402071"/>
                <a:gd name="csY219" fmla="*/ 58575 h 73140"/>
                <a:gd name="csX220" fmla="*/ 398158 w 402071"/>
                <a:gd name="csY220" fmla="*/ 60181 h 73140"/>
                <a:gd name="csX221" fmla="*/ 373224 w 402071"/>
                <a:gd name="csY221" fmla="*/ 73141 h 73140"/>
                <a:gd name="csX222" fmla="*/ 361087 w 402071"/>
                <a:gd name="csY222" fmla="*/ 68065 h 73140"/>
                <a:gd name="csX223" fmla="*/ 357004 w 402071"/>
                <a:gd name="csY223" fmla="*/ 56865 h 73140"/>
                <a:gd name="csX224" fmla="*/ 362080 w 402071"/>
                <a:gd name="csY224" fmla="*/ 40040 h 73140"/>
                <a:gd name="csX225" fmla="*/ 374821 w 402071"/>
                <a:gd name="csY225" fmla="*/ 26693 h 73140"/>
                <a:gd name="csX226" fmla="*/ 390597 w 402071"/>
                <a:gd name="csY226" fmla="*/ 21892 h 73140"/>
                <a:gd name="csX227" fmla="*/ 399264 w 402071"/>
                <a:gd name="csY227" fmla="*/ 24264 h 73140"/>
                <a:gd name="csX228" fmla="*/ 402072 w 402071"/>
                <a:gd name="csY228" fmla="*/ 29897 h 73140"/>
                <a:gd name="csX229" fmla="*/ 398432 w 402071"/>
                <a:gd name="csY229" fmla="*/ 38668 h 73140"/>
                <a:gd name="csX230" fmla="*/ 384311 w 402071"/>
                <a:gd name="csY230" fmla="*/ 47488 h 73140"/>
                <a:gd name="csX231" fmla="*/ 366938 w 402071"/>
                <a:gd name="csY231" fmla="*/ 51022 h 73140"/>
                <a:gd name="csX232" fmla="*/ 367325 w 402071"/>
                <a:gd name="csY232" fmla="*/ 48319 h 73140"/>
                <a:gd name="csX233" fmla="*/ 380615 w 402071"/>
                <a:gd name="csY233" fmla="*/ 45116 h 73140"/>
                <a:gd name="csX234" fmla="*/ 390766 w 402071"/>
                <a:gd name="csY234" fmla="*/ 37894 h 73140"/>
                <a:gd name="csX235" fmla="*/ 394188 w 402071"/>
                <a:gd name="csY235" fmla="*/ 29840 h 73140"/>
                <a:gd name="csX236" fmla="*/ 392695 w 402071"/>
                <a:gd name="csY236" fmla="*/ 26088 h 73140"/>
                <a:gd name="csX237" fmla="*/ 388564 w 402071"/>
                <a:gd name="csY237" fmla="*/ 24652 h 73140"/>
                <a:gd name="csX238" fmla="*/ 376589 w 402071"/>
                <a:gd name="csY238" fmla="*/ 30664 h 73140"/>
                <a:gd name="csX239" fmla="*/ 367325 w 402071"/>
                <a:gd name="csY239" fmla="*/ 48319 h 73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Lst>
              <a:rect l="l" t="t" r="r" b="b"/>
              <a:pathLst>
                <a:path w="402071" h="73140">
                  <a:moveTo>
                    <a:pt x="24717" y="8215"/>
                  </a:moveTo>
                  <a:lnTo>
                    <a:pt x="20416" y="23224"/>
                  </a:lnTo>
                  <a:lnTo>
                    <a:pt x="29074" y="23224"/>
                  </a:lnTo>
                  <a:lnTo>
                    <a:pt x="28138" y="26693"/>
                  </a:lnTo>
                  <a:lnTo>
                    <a:pt x="19528" y="26693"/>
                  </a:lnTo>
                  <a:lnTo>
                    <a:pt x="10038" y="59237"/>
                  </a:lnTo>
                  <a:cubicBezTo>
                    <a:pt x="9013" y="62731"/>
                    <a:pt x="8497" y="64999"/>
                    <a:pt x="8497" y="66023"/>
                  </a:cubicBezTo>
                  <a:cubicBezTo>
                    <a:pt x="8497" y="66653"/>
                    <a:pt x="8642" y="67129"/>
                    <a:pt x="8941" y="67460"/>
                  </a:cubicBezTo>
                  <a:cubicBezTo>
                    <a:pt x="9231" y="67791"/>
                    <a:pt x="9578" y="67952"/>
                    <a:pt x="9990" y="67952"/>
                  </a:cubicBezTo>
                  <a:cubicBezTo>
                    <a:pt x="10902" y="67952"/>
                    <a:pt x="12120" y="67315"/>
                    <a:pt x="13629" y="66023"/>
                  </a:cubicBezTo>
                  <a:cubicBezTo>
                    <a:pt x="14509" y="65289"/>
                    <a:pt x="16478" y="63030"/>
                    <a:pt x="19528" y="59237"/>
                  </a:cubicBezTo>
                  <a:lnTo>
                    <a:pt x="21351" y="60617"/>
                  </a:lnTo>
                  <a:cubicBezTo>
                    <a:pt x="17962" y="65547"/>
                    <a:pt x="14767" y="69025"/>
                    <a:pt x="11749" y="71043"/>
                  </a:cubicBezTo>
                  <a:cubicBezTo>
                    <a:pt x="9691" y="72439"/>
                    <a:pt x="7617" y="73141"/>
                    <a:pt x="5520" y="73141"/>
                  </a:cubicBezTo>
                  <a:cubicBezTo>
                    <a:pt x="3898" y="73141"/>
                    <a:pt x="2574" y="72648"/>
                    <a:pt x="1549" y="71648"/>
                  </a:cubicBezTo>
                  <a:cubicBezTo>
                    <a:pt x="516" y="70623"/>
                    <a:pt x="0" y="69316"/>
                    <a:pt x="0" y="67734"/>
                  </a:cubicBezTo>
                  <a:cubicBezTo>
                    <a:pt x="0" y="65749"/>
                    <a:pt x="589" y="62715"/>
                    <a:pt x="1767" y="58632"/>
                  </a:cubicBezTo>
                  <a:lnTo>
                    <a:pt x="10982" y="26693"/>
                  </a:lnTo>
                  <a:lnTo>
                    <a:pt x="2647" y="26693"/>
                  </a:lnTo>
                  <a:lnTo>
                    <a:pt x="3204" y="24547"/>
                  </a:lnTo>
                  <a:cubicBezTo>
                    <a:pt x="7246" y="23441"/>
                    <a:pt x="10611" y="21803"/>
                    <a:pt x="13298" y="19633"/>
                  </a:cubicBezTo>
                  <a:cubicBezTo>
                    <a:pt x="15977" y="17430"/>
                    <a:pt x="18979" y="13621"/>
                    <a:pt x="22288" y="8215"/>
                  </a:cubicBezTo>
                  <a:lnTo>
                    <a:pt x="24717" y="8215"/>
                  </a:lnTo>
                  <a:close/>
                  <a:moveTo>
                    <a:pt x="40266" y="51022"/>
                  </a:moveTo>
                  <a:cubicBezTo>
                    <a:pt x="40016" y="52862"/>
                    <a:pt x="39887" y="54387"/>
                    <a:pt x="39887" y="55598"/>
                  </a:cubicBezTo>
                  <a:cubicBezTo>
                    <a:pt x="39887" y="58874"/>
                    <a:pt x="41041" y="61666"/>
                    <a:pt x="43357" y="63982"/>
                  </a:cubicBezTo>
                  <a:cubicBezTo>
                    <a:pt x="45673" y="66265"/>
                    <a:pt x="48489" y="67403"/>
                    <a:pt x="51797" y="67403"/>
                  </a:cubicBezTo>
                  <a:cubicBezTo>
                    <a:pt x="54444" y="67403"/>
                    <a:pt x="56986" y="66871"/>
                    <a:pt x="59415" y="65806"/>
                  </a:cubicBezTo>
                  <a:cubicBezTo>
                    <a:pt x="61876" y="64700"/>
                    <a:pt x="65515" y="62295"/>
                    <a:pt x="70332" y="58575"/>
                  </a:cubicBezTo>
                  <a:lnTo>
                    <a:pt x="71495" y="60181"/>
                  </a:lnTo>
                  <a:cubicBezTo>
                    <a:pt x="62780" y="68824"/>
                    <a:pt x="54468" y="73141"/>
                    <a:pt x="46560" y="73141"/>
                  </a:cubicBezTo>
                  <a:cubicBezTo>
                    <a:pt x="41186" y="73141"/>
                    <a:pt x="37143" y="71446"/>
                    <a:pt x="34424" y="68065"/>
                  </a:cubicBezTo>
                  <a:cubicBezTo>
                    <a:pt x="31705" y="64684"/>
                    <a:pt x="30341" y="60948"/>
                    <a:pt x="30341" y="56865"/>
                  </a:cubicBezTo>
                  <a:cubicBezTo>
                    <a:pt x="30341" y="51386"/>
                    <a:pt x="32035" y="45777"/>
                    <a:pt x="35416" y="40040"/>
                  </a:cubicBezTo>
                  <a:cubicBezTo>
                    <a:pt x="38798" y="34311"/>
                    <a:pt x="43050" y="29857"/>
                    <a:pt x="48158" y="26693"/>
                  </a:cubicBezTo>
                  <a:cubicBezTo>
                    <a:pt x="53266" y="23498"/>
                    <a:pt x="58527" y="21892"/>
                    <a:pt x="63933" y="21892"/>
                  </a:cubicBezTo>
                  <a:cubicBezTo>
                    <a:pt x="67831" y="21892"/>
                    <a:pt x="70720" y="22683"/>
                    <a:pt x="72592" y="24264"/>
                  </a:cubicBezTo>
                  <a:cubicBezTo>
                    <a:pt x="74472" y="25846"/>
                    <a:pt x="75408" y="27726"/>
                    <a:pt x="75408" y="29897"/>
                  </a:cubicBezTo>
                  <a:cubicBezTo>
                    <a:pt x="75408" y="32947"/>
                    <a:pt x="74198" y="35868"/>
                    <a:pt x="71769" y="38668"/>
                  </a:cubicBezTo>
                  <a:cubicBezTo>
                    <a:pt x="68565" y="42308"/>
                    <a:pt x="63861" y="45245"/>
                    <a:pt x="57647" y="47488"/>
                  </a:cubicBezTo>
                  <a:cubicBezTo>
                    <a:pt x="53524" y="48997"/>
                    <a:pt x="47738" y="50175"/>
                    <a:pt x="40266" y="51022"/>
                  </a:cubicBezTo>
                  <a:close/>
                  <a:moveTo>
                    <a:pt x="40654" y="48319"/>
                  </a:moveTo>
                  <a:cubicBezTo>
                    <a:pt x="46100" y="47690"/>
                    <a:pt x="50530" y="46625"/>
                    <a:pt x="53952" y="45116"/>
                  </a:cubicBezTo>
                  <a:cubicBezTo>
                    <a:pt x="58470" y="43098"/>
                    <a:pt x="61860" y="40686"/>
                    <a:pt x="64103" y="37894"/>
                  </a:cubicBezTo>
                  <a:cubicBezTo>
                    <a:pt x="66379" y="35061"/>
                    <a:pt x="67516" y="32374"/>
                    <a:pt x="67516" y="29840"/>
                  </a:cubicBezTo>
                  <a:cubicBezTo>
                    <a:pt x="67516" y="28291"/>
                    <a:pt x="67024" y="27040"/>
                    <a:pt x="66032" y="26088"/>
                  </a:cubicBezTo>
                  <a:cubicBezTo>
                    <a:pt x="65071" y="25136"/>
                    <a:pt x="63691" y="24652"/>
                    <a:pt x="61892" y="24652"/>
                  </a:cubicBezTo>
                  <a:cubicBezTo>
                    <a:pt x="58140" y="24652"/>
                    <a:pt x="54154" y="26661"/>
                    <a:pt x="49925" y="30664"/>
                  </a:cubicBezTo>
                  <a:cubicBezTo>
                    <a:pt x="45729" y="34642"/>
                    <a:pt x="42639" y="40524"/>
                    <a:pt x="40654" y="48319"/>
                  </a:cubicBezTo>
                  <a:close/>
                  <a:moveTo>
                    <a:pt x="101940" y="21892"/>
                  </a:moveTo>
                  <a:lnTo>
                    <a:pt x="94605" y="46996"/>
                  </a:lnTo>
                  <a:cubicBezTo>
                    <a:pt x="101480" y="36732"/>
                    <a:pt x="106741" y="29986"/>
                    <a:pt x="110381" y="26750"/>
                  </a:cubicBezTo>
                  <a:cubicBezTo>
                    <a:pt x="114060" y="23514"/>
                    <a:pt x="117587" y="21892"/>
                    <a:pt x="120968" y="21892"/>
                  </a:cubicBezTo>
                  <a:cubicBezTo>
                    <a:pt x="122807" y="21892"/>
                    <a:pt x="124316" y="22505"/>
                    <a:pt x="125495" y="23716"/>
                  </a:cubicBezTo>
                  <a:cubicBezTo>
                    <a:pt x="126705" y="24926"/>
                    <a:pt x="127318" y="26508"/>
                    <a:pt x="127318" y="28461"/>
                  </a:cubicBezTo>
                  <a:cubicBezTo>
                    <a:pt x="127318" y="30664"/>
                    <a:pt x="126778" y="33609"/>
                    <a:pt x="125712" y="37288"/>
                  </a:cubicBezTo>
                  <a:lnTo>
                    <a:pt x="118983" y="60512"/>
                  </a:lnTo>
                  <a:cubicBezTo>
                    <a:pt x="118216" y="63191"/>
                    <a:pt x="117829" y="64829"/>
                    <a:pt x="117829" y="65418"/>
                  </a:cubicBezTo>
                  <a:cubicBezTo>
                    <a:pt x="117829" y="65935"/>
                    <a:pt x="117974" y="66378"/>
                    <a:pt x="118264" y="66742"/>
                  </a:cubicBezTo>
                  <a:cubicBezTo>
                    <a:pt x="118563" y="67072"/>
                    <a:pt x="118878" y="67242"/>
                    <a:pt x="119209" y="67242"/>
                  </a:cubicBezTo>
                  <a:cubicBezTo>
                    <a:pt x="119644" y="67242"/>
                    <a:pt x="120177" y="67000"/>
                    <a:pt x="120806" y="66524"/>
                  </a:cubicBezTo>
                  <a:cubicBezTo>
                    <a:pt x="122751" y="64974"/>
                    <a:pt x="124889" y="62626"/>
                    <a:pt x="127205" y="59463"/>
                  </a:cubicBezTo>
                  <a:lnTo>
                    <a:pt x="128916" y="60512"/>
                  </a:lnTo>
                  <a:cubicBezTo>
                    <a:pt x="125495" y="65402"/>
                    <a:pt x="122259" y="68896"/>
                    <a:pt x="119209" y="70986"/>
                  </a:cubicBezTo>
                  <a:cubicBezTo>
                    <a:pt x="117070" y="72422"/>
                    <a:pt x="115158" y="73141"/>
                    <a:pt x="113471" y="73141"/>
                  </a:cubicBezTo>
                  <a:cubicBezTo>
                    <a:pt x="112107" y="73141"/>
                    <a:pt x="111026" y="72721"/>
                    <a:pt x="110211" y="71874"/>
                  </a:cubicBezTo>
                  <a:cubicBezTo>
                    <a:pt x="109404" y="71067"/>
                    <a:pt x="109001" y="69961"/>
                    <a:pt x="109001" y="68565"/>
                  </a:cubicBezTo>
                  <a:cubicBezTo>
                    <a:pt x="109001" y="66798"/>
                    <a:pt x="109630" y="63764"/>
                    <a:pt x="110873" y="59463"/>
                  </a:cubicBezTo>
                  <a:lnTo>
                    <a:pt x="117272" y="37288"/>
                  </a:lnTo>
                  <a:cubicBezTo>
                    <a:pt x="118087" y="34529"/>
                    <a:pt x="118490" y="32374"/>
                    <a:pt x="118490" y="30833"/>
                  </a:cubicBezTo>
                  <a:cubicBezTo>
                    <a:pt x="118490" y="30099"/>
                    <a:pt x="118248" y="29510"/>
                    <a:pt x="117772" y="29066"/>
                  </a:cubicBezTo>
                  <a:cubicBezTo>
                    <a:pt x="117296" y="28590"/>
                    <a:pt x="116707" y="28348"/>
                    <a:pt x="116005" y="28348"/>
                  </a:cubicBezTo>
                  <a:cubicBezTo>
                    <a:pt x="114980" y="28348"/>
                    <a:pt x="113746" y="28791"/>
                    <a:pt x="112309" y="29671"/>
                  </a:cubicBezTo>
                  <a:cubicBezTo>
                    <a:pt x="109590" y="31325"/>
                    <a:pt x="106758" y="34069"/>
                    <a:pt x="103812" y="37894"/>
                  </a:cubicBezTo>
                  <a:cubicBezTo>
                    <a:pt x="100875" y="41678"/>
                    <a:pt x="97768" y="46536"/>
                    <a:pt x="94492" y="52459"/>
                  </a:cubicBezTo>
                  <a:cubicBezTo>
                    <a:pt x="92765" y="55582"/>
                    <a:pt x="91329" y="59003"/>
                    <a:pt x="90191" y="62715"/>
                  </a:cubicBezTo>
                  <a:lnTo>
                    <a:pt x="87432" y="71817"/>
                  </a:lnTo>
                  <a:lnTo>
                    <a:pt x="79160" y="71817"/>
                  </a:lnTo>
                  <a:lnTo>
                    <a:pt x="89199" y="37288"/>
                  </a:lnTo>
                  <a:cubicBezTo>
                    <a:pt x="90377" y="33133"/>
                    <a:pt x="90966" y="30631"/>
                    <a:pt x="90966" y="29784"/>
                  </a:cubicBezTo>
                  <a:cubicBezTo>
                    <a:pt x="90966" y="28977"/>
                    <a:pt x="90635" y="28275"/>
                    <a:pt x="89973" y="27686"/>
                  </a:cubicBezTo>
                  <a:cubicBezTo>
                    <a:pt x="89344" y="27065"/>
                    <a:pt x="88553" y="26750"/>
                    <a:pt x="87601" y="26750"/>
                  </a:cubicBezTo>
                  <a:cubicBezTo>
                    <a:pt x="87157" y="26750"/>
                    <a:pt x="86382" y="26823"/>
                    <a:pt x="85285" y="26968"/>
                  </a:cubicBezTo>
                  <a:lnTo>
                    <a:pt x="83187" y="27299"/>
                  </a:lnTo>
                  <a:lnTo>
                    <a:pt x="82856" y="25314"/>
                  </a:lnTo>
                  <a:lnTo>
                    <a:pt x="101940" y="21892"/>
                  </a:lnTo>
                  <a:close/>
                  <a:moveTo>
                    <a:pt x="174476" y="21892"/>
                  </a:moveTo>
                  <a:lnTo>
                    <a:pt x="171111" y="38830"/>
                  </a:lnTo>
                  <a:lnTo>
                    <a:pt x="169069" y="38830"/>
                  </a:lnTo>
                  <a:cubicBezTo>
                    <a:pt x="168892" y="33899"/>
                    <a:pt x="167843" y="30316"/>
                    <a:pt x="165930" y="28073"/>
                  </a:cubicBezTo>
                  <a:cubicBezTo>
                    <a:pt x="164018" y="25830"/>
                    <a:pt x="161645" y="24708"/>
                    <a:pt x="158813" y="24708"/>
                  </a:cubicBezTo>
                  <a:cubicBezTo>
                    <a:pt x="156529" y="24708"/>
                    <a:pt x="154714" y="25338"/>
                    <a:pt x="153350" y="26588"/>
                  </a:cubicBezTo>
                  <a:cubicBezTo>
                    <a:pt x="152027" y="27831"/>
                    <a:pt x="151365" y="29340"/>
                    <a:pt x="151365" y="31107"/>
                  </a:cubicBezTo>
                  <a:cubicBezTo>
                    <a:pt x="151365" y="32318"/>
                    <a:pt x="151623" y="33480"/>
                    <a:pt x="152140" y="34585"/>
                  </a:cubicBezTo>
                  <a:cubicBezTo>
                    <a:pt x="152688" y="35683"/>
                    <a:pt x="153866" y="37232"/>
                    <a:pt x="155666" y="39217"/>
                  </a:cubicBezTo>
                  <a:cubicBezTo>
                    <a:pt x="160451" y="44438"/>
                    <a:pt x="163533" y="48376"/>
                    <a:pt x="164937" y="51022"/>
                  </a:cubicBezTo>
                  <a:cubicBezTo>
                    <a:pt x="166334" y="53669"/>
                    <a:pt x="167028" y="56171"/>
                    <a:pt x="167028" y="58527"/>
                  </a:cubicBezTo>
                  <a:cubicBezTo>
                    <a:pt x="167028" y="62344"/>
                    <a:pt x="165430" y="65749"/>
                    <a:pt x="162234" y="68727"/>
                  </a:cubicBezTo>
                  <a:cubicBezTo>
                    <a:pt x="159071" y="71672"/>
                    <a:pt x="155061" y="73141"/>
                    <a:pt x="150203" y="73141"/>
                  </a:cubicBezTo>
                  <a:cubicBezTo>
                    <a:pt x="147556" y="73141"/>
                    <a:pt x="144506" y="72519"/>
                    <a:pt x="141052" y="71268"/>
                  </a:cubicBezTo>
                  <a:cubicBezTo>
                    <a:pt x="139834" y="70825"/>
                    <a:pt x="138898" y="70607"/>
                    <a:pt x="138236" y="70607"/>
                  </a:cubicBezTo>
                  <a:cubicBezTo>
                    <a:pt x="136582" y="70607"/>
                    <a:pt x="135331" y="71446"/>
                    <a:pt x="134484" y="73141"/>
                  </a:cubicBezTo>
                  <a:lnTo>
                    <a:pt x="132442" y="73141"/>
                  </a:lnTo>
                  <a:lnTo>
                    <a:pt x="135807" y="55267"/>
                  </a:lnTo>
                  <a:lnTo>
                    <a:pt x="137849" y="55267"/>
                  </a:lnTo>
                  <a:cubicBezTo>
                    <a:pt x="138075" y="60859"/>
                    <a:pt x="139229" y="64813"/>
                    <a:pt x="141327" y="67129"/>
                  </a:cubicBezTo>
                  <a:cubicBezTo>
                    <a:pt x="143425" y="69445"/>
                    <a:pt x="146289" y="70607"/>
                    <a:pt x="149929" y="70607"/>
                  </a:cubicBezTo>
                  <a:cubicBezTo>
                    <a:pt x="152729" y="70607"/>
                    <a:pt x="154932" y="69832"/>
                    <a:pt x="156554" y="68283"/>
                  </a:cubicBezTo>
                  <a:cubicBezTo>
                    <a:pt x="158208" y="66709"/>
                    <a:pt x="159031" y="64773"/>
                    <a:pt x="159031" y="62497"/>
                  </a:cubicBezTo>
                  <a:cubicBezTo>
                    <a:pt x="159031" y="61020"/>
                    <a:pt x="158740" y="59665"/>
                    <a:pt x="158151" y="58414"/>
                  </a:cubicBezTo>
                  <a:cubicBezTo>
                    <a:pt x="157118" y="56203"/>
                    <a:pt x="154948" y="53153"/>
                    <a:pt x="151639" y="49255"/>
                  </a:cubicBezTo>
                  <a:cubicBezTo>
                    <a:pt x="148371" y="45358"/>
                    <a:pt x="146257" y="42437"/>
                    <a:pt x="145297" y="40484"/>
                  </a:cubicBezTo>
                  <a:cubicBezTo>
                    <a:pt x="144377" y="38539"/>
                    <a:pt x="143917" y="36586"/>
                    <a:pt x="143917" y="34642"/>
                  </a:cubicBezTo>
                  <a:cubicBezTo>
                    <a:pt x="143917" y="31075"/>
                    <a:pt x="145208" y="28057"/>
                    <a:pt x="147782" y="25588"/>
                  </a:cubicBezTo>
                  <a:cubicBezTo>
                    <a:pt x="150389" y="23127"/>
                    <a:pt x="153737" y="21892"/>
                    <a:pt x="157820" y="21892"/>
                  </a:cubicBezTo>
                  <a:cubicBezTo>
                    <a:pt x="158999" y="21892"/>
                    <a:pt x="160064" y="21989"/>
                    <a:pt x="161016" y="22175"/>
                  </a:cubicBezTo>
                  <a:cubicBezTo>
                    <a:pt x="161532" y="22279"/>
                    <a:pt x="162726" y="22707"/>
                    <a:pt x="164607" y="23441"/>
                  </a:cubicBezTo>
                  <a:cubicBezTo>
                    <a:pt x="166519" y="24135"/>
                    <a:pt x="167786" y="24490"/>
                    <a:pt x="168407" y="24490"/>
                  </a:cubicBezTo>
                  <a:cubicBezTo>
                    <a:pt x="169989" y="24490"/>
                    <a:pt x="171312" y="23627"/>
                    <a:pt x="172386" y="21892"/>
                  </a:cubicBezTo>
                  <a:lnTo>
                    <a:pt x="174476" y="21892"/>
                  </a:lnTo>
                  <a:close/>
                  <a:moveTo>
                    <a:pt x="229751" y="39161"/>
                  </a:moveTo>
                  <a:cubicBezTo>
                    <a:pt x="229751" y="44680"/>
                    <a:pt x="228282" y="50135"/>
                    <a:pt x="225337" y="55541"/>
                  </a:cubicBezTo>
                  <a:cubicBezTo>
                    <a:pt x="222432" y="60948"/>
                    <a:pt x="218365" y="65233"/>
                    <a:pt x="213144" y="68396"/>
                  </a:cubicBezTo>
                  <a:cubicBezTo>
                    <a:pt x="207923" y="71559"/>
                    <a:pt x="202847" y="73141"/>
                    <a:pt x="197925" y="73141"/>
                  </a:cubicBezTo>
                  <a:cubicBezTo>
                    <a:pt x="192882" y="73141"/>
                    <a:pt x="188766" y="71543"/>
                    <a:pt x="185563" y="68339"/>
                  </a:cubicBezTo>
                  <a:cubicBezTo>
                    <a:pt x="182400" y="65104"/>
                    <a:pt x="180818" y="60932"/>
                    <a:pt x="180818" y="55824"/>
                  </a:cubicBezTo>
                  <a:cubicBezTo>
                    <a:pt x="180818" y="50417"/>
                    <a:pt x="182367" y="44987"/>
                    <a:pt x="185458" y="39548"/>
                  </a:cubicBezTo>
                  <a:cubicBezTo>
                    <a:pt x="188581" y="34101"/>
                    <a:pt x="192737" y="29800"/>
                    <a:pt x="197925" y="26637"/>
                  </a:cubicBezTo>
                  <a:cubicBezTo>
                    <a:pt x="203146" y="23474"/>
                    <a:pt x="208181" y="21892"/>
                    <a:pt x="213039" y="21892"/>
                  </a:cubicBezTo>
                  <a:cubicBezTo>
                    <a:pt x="217889" y="21892"/>
                    <a:pt x="221883" y="23498"/>
                    <a:pt x="225006" y="26693"/>
                  </a:cubicBezTo>
                  <a:cubicBezTo>
                    <a:pt x="228169" y="29897"/>
                    <a:pt x="229751" y="34053"/>
                    <a:pt x="229751" y="39161"/>
                  </a:cubicBezTo>
                  <a:close/>
                  <a:moveTo>
                    <a:pt x="220592" y="35352"/>
                  </a:moveTo>
                  <a:cubicBezTo>
                    <a:pt x="220592" y="31938"/>
                    <a:pt x="219745" y="29324"/>
                    <a:pt x="218058" y="27525"/>
                  </a:cubicBezTo>
                  <a:cubicBezTo>
                    <a:pt x="216404" y="25685"/>
                    <a:pt x="214249" y="24765"/>
                    <a:pt x="211603" y="24765"/>
                  </a:cubicBezTo>
                  <a:cubicBezTo>
                    <a:pt x="206196" y="24765"/>
                    <a:pt x="201209" y="28646"/>
                    <a:pt x="196650" y="36401"/>
                  </a:cubicBezTo>
                  <a:cubicBezTo>
                    <a:pt x="192131" y="44123"/>
                    <a:pt x="189872" y="51813"/>
                    <a:pt x="189872" y="59463"/>
                  </a:cubicBezTo>
                  <a:cubicBezTo>
                    <a:pt x="189872" y="62957"/>
                    <a:pt x="190751" y="65660"/>
                    <a:pt x="192519" y="67573"/>
                  </a:cubicBezTo>
                  <a:cubicBezTo>
                    <a:pt x="194278" y="69445"/>
                    <a:pt x="196505" y="70381"/>
                    <a:pt x="199192" y="70381"/>
                  </a:cubicBezTo>
                  <a:cubicBezTo>
                    <a:pt x="204373" y="70381"/>
                    <a:pt x="209230" y="66540"/>
                    <a:pt x="213749" y="58858"/>
                  </a:cubicBezTo>
                  <a:cubicBezTo>
                    <a:pt x="218316" y="51135"/>
                    <a:pt x="220592" y="43300"/>
                    <a:pt x="220592" y="35352"/>
                  </a:cubicBezTo>
                  <a:close/>
                  <a:moveTo>
                    <a:pt x="239902" y="24983"/>
                  </a:moveTo>
                  <a:lnTo>
                    <a:pt x="258929" y="21892"/>
                  </a:lnTo>
                  <a:lnTo>
                    <a:pt x="250989" y="48707"/>
                  </a:lnTo>
                  <a:cubicBezTo>
                    <a:pt x="257420" y="37708"/>
                    <a:pt x="263271" y="30026"/>
                    <a:pt x="268532" y="25644"/>
                  </a:cubicBezTo>
                  <a:cubicBezTo>
                    <a:pt x="271509" y="23143"/>
                    <a:pt x="273930" y="21892"/>
                    <a:pt x="275811" y="21892"/>
                  </a:cubicBezTo>
                  <a:cubicBezTo>
                    <a:pt x="277021" y="21892"/>
                    <a:pt x="277981" y="22263"/>
                    <a:pt x="278675" y="22998"/>
                  </a:cubicBezTo>
                  <a:cubicBezTo>
                    <a:pt x="279377" y="23700"/>
                    <a:pt x="279724" y="24724"/>
                    <a:pt x="279724" y="26088"/>
                  </a:cubicBezTo>
                  <a:cubicBezTo>
                    <a:pt x="279724" y="28517"/>
                    <a:pt x="279103" y="30833"/>
                    <a:pt x="277852" y="33036"/>
                  </a:cubicBezTo>
                  <a:cubicBezTo>
                    <a:pt x="276964" y="34690"/>
                    <a:pt x="275697" y="35521"/>
                    <a:pt x="274043" y="35521"/>
                  </a:cubicBezTo>
                  <a:cubicBezTo>
                    <a:pt x="273196" y="35521"/>
                    <a:pt x="272462" y="35247"/>
                    <a:pt x="271840" y="34690"/>
                  </a:cubicBezTo>
                  <a:cubicBezTo>
                    <a:pt x="271251" y="34141"/>
                    <a:pt x="270880" y="33294"/>
                    <a:pt x="270735" y="32156"/>
                  </a:cubicBezTo>
                  <a:cubicBezTo>
                    <a:pt x="270662" y="31454"/>
                    <a:pt x="270493" y="30994"/>
                    <a:pt x="270234" y="30777"/>
                  </a:cubicBezTo>
                  <a:cubicBezTo>
                    <a:pt x="269944" y="30486"/>
                    <a:pt x="269597" y="30333"/>
                    <a:pt x="269194" y="30333"/>
                  </a:cubicBezTo>
                  <a:cubicBezTo>
                    <a:pt x="268564" y="30333"/>
                    <a:pt x="267975" y="30486"/>
                    <a:pt x="267426" y="30777"/>
                  </a:cubicBezTo>
                  <a:cubicBezTo>
                    <a:pt x="266466" y="31293"/>
                    <a:pt x="265014" y="32729"/>
                    <a:pt x="263069" y="35077"/>
                  </a:cubicBezTo>
                  <a:cubicBezTo>
                    <a:pt x="260019" y="38684"/>
                    <a:pt x="256702" y="43357"/>
                    <a:pt x="253136" y="49094"/>
                  </a:cubicBezTo>
                  <a:cubicBezTo>
                    <a:pt x="251594" y="51515"/>
                    <a:pt x="250271" y="54258"/>
                    <a:pt x="249165" y="57309"/>
                  </a:cubicBezTo>
                  <a:cubicBezTo>
                    <a:pt x="247624" y="61505"/>
                    <a:pt x="246737" y="64022"/>
                    <a:pt x="246519" y="64869"/>
                  </a:cubicBezTo>
                  <a:lnTo>
                    <a:pt x="244752" y="71817"/>
                  </a:lnTo>
                  <a:lnTo>
                    <a:pt x="236311" y="71817"/>
                  </a:lnTo>
                  <a:lnTo>
                    <a:pt x="246519" y="37563"/>
                  </a:lnTo>
                  <a:cubicBezTo>
                    <a:pt x="247697" y="33593"/>
                    <a:pt x="248286" y="30760"/>
                    <a:pt x="248286" y="29066"/>
                  </a:cubicBezTo>
                  <a:cubicBezTo>
                    <a:pt x="248286" y="28404"/>
                    <a:pt x="248012" y="27855"/>
                    <a:pt x="247455" y="27412"/>
                  </a:cubicBezTo>
                  <a:cubicBezTo>
                    <a:pt x="246720" y="26823"/>
                    <a:pt x="245744" y="26532"/>
                    <a:pt x="244534" y="26532"/>
                  </a:cubicBezTo>
                  <a:cubicBezTo>
                    <a:pt x="243759" y="26532"/>
                    <a:pt x="242347" y="26693"/>
                    <a:pt x="240289" y="27024"/>
                  </a:cubicBezTo>
                  <a:lnTo>
                    <a:pt x="239902" y="24983"/>
                  </a:lnTo>
                  <a:close/>
                  <a:moveTo>
                    <a:pt x="303279" y="0"/>
                  </a:moveTo>
                  <a:cubicBezTo>
                    <a:pt x="304828" y="0"/>
                    <a:pt x="306127" y="533"/>
                    <a:pt x="307200" y="1598"/>
                  </a:cubicBezTo>
                  <a:cubicBezTo>
                    <a:pt x="308265" y="2663"/>
                    <a:pt x="308798" y="3970"/>
                    <a:pt x="308798" y="5511"/>
                  </a:cubicBezTo>
                  <a:cubicBezTo>
                    <a:pt x="308798" y="7020"/>
                    <a:pt x="308241" y="8328"/>
                    <a:pt x="307144" y="9433"/>
                  </a:cubicBezTo>
                  <a:cubicBezTo>
                    <a:pt x="306079" y="10498"/>
                    <a:pt x="304787" y="11031"/>
                    <a:pt x="303279" y="11031"/>
                  </a:cubicBezTo>
                  <a:cubicBezTo>
                    <a:pt x="301770" y="11031"/>
                    <a:pt x="300470" y="10498"/>
                    <a:pt x="299365" y="9433"/>
                  </a:cubicBezTo>
                  <a:cubicBezTo>
                    <a:pt x="298300" y="8328"/>
                    <a:pt x="297767" y="7020"/>
                    <a:pt x="297767" y="5511"/>
                  </a:cubicBezTo>
                  <a:cubicBezTo>
                    <a:pt x="297767" y="3970"/>
                    <a:pt x="298300" y="2663"/>
                    <a:pt x="299365" y="1598"/>
                  </a:cubicBezTo>
                  <a:cubicBezTo>
                    <a:pt x="300430" y="533"/>
                    <a:pt x="301737" y="0"/>
                    <a:pt x="303279" y="0"/>
                  </a:cubicBezTo>
                  <a:close/>
                  <a:moveTo>
                    <a:pt x="303997" y="21892"/>
                  </a:moveTo>
                  <a:lnTo>
                    <a:pt x="293079" y="60560"/>
                  </a:lnTo>
                  <a:cubicBezTo>
                    <a:pt x="292337" y="63175"/>
                    <a:pt x="291973" y="64740"/>
                    <a:pt x="291973" y="65257"/>
                  </a:cubicBezTo>
                  <a:cubicBezTo>
                    <a:pt x="291973" y="65838"/>
                    <a:pt x="292135" y="66322"/>
                    <a:pt x="292466" y="66685"/>
                  </a:cubicBezTo>
                  <a:cubicBezTo>
                    <a:pt x="292837" y="67056"/>
                    <a:pt x="293256" y="67242"/>
                    <a:pt x="293741" y="67242"/>
                  </a:cubicBezTo>
                  <a:cubicBezTo>
                    <a:pt x="294289" y="67242"/>
                    <a:pt x="294951" y="66943"/>
                    <a:pt x="295726" y="66354"/>
                  </a:cubicBezTo>
                  <a:cubicBezTo>
                    <a:pt x="297816" y="64700"/>
                    <a:pt x="299930" y="62344"/>
                    <a:pt x="302068" y="59294"/>
                  </a:cubicBezTo>
                  <a:lnTo>
                    <a:pt x="303997" y="60560"/>
                  </a:lnTo>
                  <a:cubicBezTo>
                    <a:pt x="301495" y="64385"/>
                    <a:pt x="298558" y="67605"/>
                    <a:pt x="295169" y="70219"/>
                  </a:cubicBezTo>
                  <a:cubicBezTo>
                    <a:pt x="292667" y="72164"/>
                    <a:pt x="290279" y="73141"/>
                    <a:pt x="288003" y="73141"/>
                  </a:cubicBezTo>
                  <a:cubicBezTo>
                    <a:pt x="286494" y="73141"/>
                    <a:pt x="285260" y="72697"/>
                    <a:pt x="284308" y="71817"/>
                  </a:cubicBezTo>
                  <a:cubicBezTo>
                    <a:pt x="283347" y="70897"/>
                    <a:pt x="282871" y="69759"/>
                    <a:pt x="282871" y="68396"/>
                  </a:cubicBezTo>
                  <a:cubicBezTo>
                    <a:pt x="282871" y="67040"/>
                    <a:pt x="283331" y="64773"/>
                    <a:pt x="284251" y="61609"/>
                  </a:cubicBezTo>
                  <a:lnTo>
                    <a:pt x="291417" y="36901"/>
                  </a:lnTo>
                  <a:cubicBezTo>
                    <a:pt x="292595" y="32858"/>
                    <a:pt x="293184" y="30316"/>
                    <a:pt x="293184" y="29284"/>
                  </a:cubicBezTo>
                  <a:cubicBezTo>
                    <a:pt x="293184" y="28477"/>
                    <a:pt x="292893" y="27815"/>
                    <a:pt x="292304" y="27299"/>
                  </a:cubicBezTo>
                  <a:cubicBezTo>
                    <a:pt x="291747" y="26790"/>
                    <a:pt x="290981" y="26532"/>
                    <a:pt x="289988" y="26532"/>
                  </a:cubicBezTo>
                  <a:cubicBezTo>
                    <a:pt x="289173" y="26532"/>
                    <a:pt x="287503" y="26734"/>
                    <a:pt x="284969" y="27137"/>
                  </a:cubicBezTo>
                  <a:lnTo>
                    <a:pt x="284969" y="24983"/>
                  </a:lnTo>
                  <a:lnTo>
                    <a:pt x="303997" y="21892"/>
                  </a:lnTo>
                  <a:close/>
                  <a:moveTo>
                    <a:pt x="318949" y="23224"/>
                  </a:moveTo>
                  <a:lnTo>
                    <a:pt x="353970" y="23224"/>
                  </a:lnTo>
                  <a:lnTo>
                    <a:pt x="353970" y="24595"/>
                  </a:lnTo>
                  <a:lnTo>
                    <a:pt x="315802" y="64313"/>
                  </a:lnTo>
                  <a:lnTo>
                    <a:pt x="331965" y="64313"/>
                  </a:lnTo>
                  <a:cubicBezTo>
                    <a:pt x="335790" y="64313"/>
                    <a:pt x="338219" y="64167"/>
                    <a:pt x="339244" y="63877"/>
                  </a:cubicBezTo>
                  <a:cubicBezTo>
                    <a:pt x="340276" y="63578"/>
                    <a:pt x="341213" y="62957"/>
                    <a:pt x="342060" y="61997"/>
                  </a:cubicBezTo>
                  <a:cubicBezTo>
                    <a:pt x="342939" y="61045"/>
                    <a:pt x="343916" y="59318"/>
                    <a:pt x="344981" y="56816"/>
                  </a:cubicBezTo>
                  <a:lnTo>
                    <a:pt x="347023" y="56816"/>
                  </a:lnTo>
                  <a:lnTo>
                    <a:pt x="342221" y="71817"/>
                  </a:lnTo>
                  <a:lnTo>
                    <a:pt x="306313" y="71817"/>
                  </a:lnTo>
                  <a:lnTo>
                    <a:pt x="306313" y="70219"/>
                  </a:lnTo>
                  <a:lnTo>
                    <a:pt x="344489" y="30502"/>
                  </a:lnTo>
                  <a:lnTo>
                    <a:pt x="328600" y="30502"/>
                  </a:lnTo>
                  <a:cubicBezTo>
                    <a:pt x="325251" y="30502"/>
                    <a:pt x="323234" y="30591"/>
                    <a:pt x="322532" y="30777"/>
                  </a:cubicBezTo>
                  <a:cubicBezTo>
                    <a:pt x="321499" y="30994"/>
                    <a:pt x="320474" y="31583"/>
                    <a:pt x="319442" y="32544"/>
                  </a:cubicBezTo>
                  <a:cubicBezTo>
                    <a:pt x="318449" y="33464"/>
                    <a:pt x="317416" y="35005"/>
                    <a:pt x="316351" y="37175"/>
                  </a:cubicBezTo>
                  <a:lnTo>
                    <a:pt x="314261" y="37175"/>
                  </a:lnTo>
                  <a:lnTo>
                    <a:pt x="318949" y="23224"/>
                  </a:lnTo>
                  <a:close/>
                  <a:moveTo>
                    <a:pt x="366938" y="51022"/>
                  </a:moveTo>
                  <a:cubicBezTo>
                    <a:pt x="366679" y="52862"/>
                    <a:pt x="366550" y="54387"/>
                    <a:pt x="366550" y="55598"/>
                  </a:cubicBezTo>
                  <a:cubicBezTo>
                    <a:pt x="366550" y="58874"/>
                    <a:pt x="367712" y="61666"/>
                    <a:pt x="370028" y="63982"/>
                  </a:cubicBezTo>
                  <a:cubicBezTo>
                    <a:pt x="372344" y="66265"/>
                    <a:pt x="375152" y="67403"/>
                    <a:pt x="378469" y="67403"/>
                  </a:cubicBezTo>
                  <a:cubicBezTo>
                    <a:pt x="381116" y="67403"/>
                    <a:pt x="383649" y="66871"/>
                    <a:pt x="386078" y="65806"/>
                  </a:cubicBezTo>
                  <a:cubicBezTo>
                    <a:pt x="388539" y="64700"/>
                    <a:pt x="392179" y="62295"/>
                    <a:pt x="396996" y="58575"/>
                  </a:cubicBezTo>
                  <a:lnTo>
                    <a:pt x="398158" y="60181"/>
                  </a:lnTo>
                  <a:cubicBezTo>
                    <a:pt x="389443" y="68824"/>
                    <a:pt x="381132" y="73141"/>
                    <a:pt x="373224" y="73141"/>
                  </a:cubicBezTo>
                  <a:cubicBezTo>
                    <a:pt x="367858" y="73141"/>
                    <a:pt x="363815" y="71446"/>
                    <a:pt x="361087" y="68065"/>
                  </a:cubicBezTo>
                  <a:cubicBezTo>
                    <a:pt x="358368" y="64684"/>
                    <a:pt x="357004" y="60948"/>
                    <a:pt x="357004" y="56865"/>
                  </a:cubicBezTo>
                  <a:cubicBezTo>
                    <a:pt x="357004" y="51386"/>
                    <a:pt x="358699" y="45777"/>
                    <a:pt x="362080" y="40040"/>
                  </a:cubicBezTo>
                  <a:cubicBezTo>
                    <a:pt x="365469" y="34311"/>
                    <a:pt x="369713" y="29857"/>
                    <a:pt x="374821" y="26693"/>
                  </a:cubicBezTo>
                  <a:cubicBezTo>
                    <a:pt x="379937" y="23498"/>
                    <a:pt x="385199" y="21892"/>
                    <a:pt x="390597" y="21892"/>
                  </a:cubicBezTo>
                  <a:cubicBezTo>
                    <a:pt x="394502" y="21892"/>
                    <a:pt x="397383" y="22683"/>
                    <a:pt x="399264" y="24264"/>
                  </a:cubicBezTo>
                  <a:cubicBezTo>
                    <a:pt x="401136" y="25846"/>
                    <a:pt x="402072" y="27726"/>
                    <a:pt x="402072" y="29897"/>
                  </a:cubicBezTo>
                  <a:cubicBezTo>
                    <a:pt x="402072" y="32947"/>
                    <a:pt x="400861" y="35868"/>
                    <a:pt x="398432" y="38668"/>
                  </a:cubicBezTo>
                  <a:cubicBezTo>
                    <a:pt x="395237" y="42308"/>
                    <a:pt x="390524" y="45245"/>
                    <a:pt x="384311" y="47488"/>
                  </a:cubicBezTo>
                  <a:cubicBezTo>
                    <a:pt x="380196" y="48997"/>
                    <a:pt x="374402" y="50175"/>
                    <a:pt x="366938" y="51022"/>
                  </a:cubicBezTo>
                  <a:close/>
                  <a:moveTo>
                    <a:pt x="367325" y="48319"/>
                  </a:moveTo>
                  <a:cubicBezTo>
                    <a:pt x="372764" y="47690"/>
                    <a:pt x="377194" y="46625"/>
                    <a:pt x="380615" y="45116"/>
                  </a:cubicBezTo>
                  <a:cubicBezTo>
                    <a:pt x="385142" y="43098"/>
                    <a:pt x="388523" y="40686"/>
                    <a:pt x="390766" y="37894"/>
                  </a:cubicBezTo>
                  <a:cubicBezTo>
                    <a:pt x="393050" y="35061"/>
                    <a:pt x="394188" y="32374"/>
                    <a:pt x="394188" y="29840"/>
                  </a:cubicBezTo>
                  <a:cubicBezTo>
                    <a:pt x="394188" y="28291"/>
                    <a:pt x="393688" y="27040"/>
                    <a:pt x="392695" y="26088"/>
                  </a:cubicBezTo>
                  <a:cubicBezTo>
                    <a:pt x="391743" y="25136"/>
                    <a:pt x="390363" y="24652"/>
                    <a:pt x="388564" y="24652"/>
                  </a:cubicBezTo>
                  <a:cubicBezTo>
                    <a:pt x="384811" y="24652"/>
                    <a:pt x="380817" y="26661"/>
                    <a:pt x="376589" y="30664"/>
                  </a:cubicBezTo>
                  <a:cubicBezTo>
                    <a:pt x="372401" y="34642"/>
                    <a:pt x="369310" y="40524"/>
                    <a:pt x="367325" y="48319"/>
                  </a:cubicBezTo>
                  <a:close/>
                </a:path>
              </a:pathLst>
            </a:custGeom>
            <a:solidFill>
              <a:srgbClr val="000000"/>
            </a:solidFill>
            <a:ln w="807" cap="flat">
              <a:noFill/>
              <a:prstDash val="solid"/>
              <a:miter/>
            </a:ln>
          </p:spPr>
        </p:sp>
        <p:sp>
          <p:nvSpPr>
            <p:cNvPr id="47" name="任意形状 46">
              <a:extLst>
                <a:ext uri="{FF2B5EF4-FFF2-40B4-BE49-F238E27FC236}">
                  <a16:creationId xmlns:a16="http://schemas.microsoft.com/office/drawing/2014/main" id="{627D5C27-6BD9-A4FF-0C5F-9F1E9FBAE25E}"/>
                </a:ext>
              </a:extLst>
            </p:cNvPr>
            <p:cNvSpPr/>
            <p:nvPr/>
          </p:nvSpPr>
          <p:spPr>
            <a:xfrm>
              <a:off x="5020424" y="1544317"/>
              <a:ext cx="321961" cy="117834"/>
            </a:xfrm>
            <a:custGeom>
              <a:avLst/>
              <a:gdLst>
                <a:gd name="csX0" fmla="*/ 27694 w 274156"/>
                <a:gd name="csY0" fmla="*/ 78219 h 100338"/>
                <a:gd name="csX1" fmla="*/ 13460 w 274156"/>
                <a:gd name="csY1" fmla="*/ 89748 h 100338"/>
                <a:gd name="csX2" fmla="*/ 19697 w 274156"/>
                <a:gd name="csY2" fmla="*/ 89141 h 100338"/>
                <a:gd name="csX3" fmla="*/ 24765 w 274156"/>
                <a:gd name="csY3" fmla="*/ 89472 h 100338"/>
                <a:gd name="csX4" fmla="*/ 34811 w 274156"/>
                <a:gd name="csY4" fmla="*/ 91513 h 100338"/>
                <a:gd name="csX5" fmla="*/ 48271 w 274156"/>
                <a:gd name="csY5" fmla="*/ 93278 h 100338"/>
                <a:gd name="csX6" fmla="*/ 58640 w 274156"/>
                <a:gd name="csY6" fmla="*/ 91127 h 100338"/>
                <a:gd name="csX7" fmla="*/ 66968 w 274156"/>
                <a:gd name="csY7" fmla="*/ 84066 h 100338"/>
                <a:gd name="csX8" fmla="*/ 68791 w 274156"/>
                <a:gd name="csY8" fmla="*/ 84949 h 100338"/>
                <a:gd name="csX9" fmla="*/ 55380 w 274156"/>
                <a:gd name="csY9" fmla="*/ 96699 h 100338"/>
                <a:gd name="csX10" fmla="*/ 38999 w 274156"/>
                <a:gd name="csY10" fmla="*/ 100339 h 100338"/>
                <a:gd name="csX11" fmla="*/ 25870 w 274156"/>
                <a:gd name="csY11" fmla="*/ 98463 h 100338"/>
                <a:gd name="csX12" fmla="*/ 8053 w 274156"/>
                <a:gd name="csY12" fmla="*/ 95650 h 100338"/>
                <a:gd name="csX13" fmla="*/ 4906 w 274156"/>
                <a:gd name="csY13" fmla="*/ 95926 h 100338"/>
                <a:gd name="csX14" fmla="*/ 1267 w 274156"/>
                <a:gd name="csY14" fmla="*/ 97250 h 100338"/>
                <a:gd name="csX15" fmla="*/ 0 w 274156"/>
                <a:gd name="csY15" fmla="*/ 95760 h 100338"/>
                <a:gd name="csX16" fmla="*/ 22619 w 274156"/>
                <a:gd name="csY16" fmla="*/ 77888 h 100338"/>
                <a:gd name="csX17" fmla="*/ 6730 w 274156"/>
                <a:gd name="csY17" fmla="*/ 68676 h 100338"/>
                <a:gd name="csX18" fmla="*/ 1323 w 274156"/>
                <a:gd name="csY18" fmla="*/ 52073 h 100338"/>
                <a:gd name="csX19" fmla="*/ 8602 w 274156"/>
                <a:gd name="csY19" fmla="*/ 27084 h 100338"/>
                <a:gd name="csX20" fmla="*/ 27307 w 274156"/>
                <a:gd name="csY20" fmla="*/ 7116 h 100338"/>
                <a:gd name="csX21" fmla="*/ 49699 w 274156"/>
                <a:gd name="csY21" fmla="*/ 0 h 100338"/>
                <a:gd name="csX22" fmla="*/ 63603 w 274156"/>
                <a:gd name="csY22" fmla="*/ 3310 h 100338"/>
                <a:gd name="csX23" fmla="*/ 72536 w 274156"/>
                <a:gd name="csY23" fmla="*/ 12963 h 100338"/>
                <a:gd name="csX24" fmla="*/ 75682 w 274156"/>
                <a:gd name="csY24" fmla="*/ 25871 h 100338"/>
                <a:gd name="csX25" fmla="*/ 68452 w 274156"/>
                <a:gd name="csY25" fmla="*/ 51576 h 100338"/>
                <a:gd name="csX26" fmla="*/ 50474 w 274156"/>
                <a:gd name="csY26" fmla="*/ 71324 h 100338"/>
                <a:gd name="csX27" fmla="*/ 27694 w 274156"/>
                <a:gd name="csY27" fmla="*/ 78219 h 100338"/>
                <a:gd name="csX28" fmla="*/ 48376 w 274156"/>
                <a:gd name="csY28" fmla="*/ 3530 h 100338"/>
                <a:gd name="csX29" fmla="*/ 37563 w 274156"/>
                <a:gd name="csY29" fmla="*/ 6288 h 100338"/>
                <a:gd name="csX30" fmla="*/ 27137 w 274156"/>
                <a:gd name="csY30" fmla="*/ 15225 h 100338"/>
                <a:gd name="csX31" fmla="*/ 17817 w 274156"/>
                <a:gd name="csY31" fmla="*/ 31442 h 100338"/>
                <a:gd name="csX32" fmla="*/ 12798 w 274156"/>
                <a:gd name="csY32" fmla="*/ 54775 h 100338"/>
                <a:gd name="csX33" fmla="*/ 16825 w 274156"/>
                <a:gd name="csY33" fmla="*/ 68676 h 100338"/>
                <a:gd name="csX34" fmla="*/ 29179 w 274156"/>
                <a:gd name="csY34" fmla="*/ 74689 h 100338"/>
                <a:gd name="csX35" fmla="*/ 38999 w 274156"/>
                <a:gd name="csY35" fmla="*/ 72207 h 100338"/>
                <a:gd name="csX36" fmla="*/ 49037 w 274156"/>
                <a:gd name="csY36" fmla="*/ 63767 h 100338"/>
                <a:gd name="csX37" fmla="*/ 60125 w 274156"/>
                <a:gd name="csY37" fmla="*/ 44405 h 100338"/>
                <a:gd name="csX38" fmla="*/ 64595 w 274156"/>
                <a:gd name="csY38" fmla="*/ 22561 h 100338"/>
                <a:gd name="csX39" fmla="*/ 60569 w 274156"/>
                <a:gd name="csY39" fmla="*/ 9322 h 100338"/>
                <a:gd name="csX40" fmla="*/ 48376 w 274156"/>
                <a:gd name="csY40" fmla="*/ 3530 h 100338"/>
                <a:gd name="csX41" fmla="*/ 93943 w 274156"/>
                <a:gd name="csY41" fmla="*/ 1710 h 100338"/>
                <a:gd name="csX42" fmla="*/ 123396 w 274156"/>
                <a:gd name="csY42" fmla="*/ 1710 h 100338"/>
                <a:gd name="csX43" fmla="*/ 140722 w 274156"/>
                <a:gd name="csY43" fmla="*/ 6730 h 100338"/>
                <a:gd name="csX44" fmla="*/ 146451 w 274156"/>
                <a:gd name="csY44" fmla="*/ 18865 h 100338"/>
                <a:gd name="csX45" fmla="*/ 142811 w 274156"/>
                <a:gd name="csY45" fmla="*/ 29898 h 100338"/>
                <a:gd name="csX46" fmla="*/ 131999 w 274156"/>
                <a:gd name="csY46" fmla="*/ 38613 h 100338"/>
                <a:gd name="csX47" fmla="*/ 116505 w 274156"/>
                <a:gd name="csY47" fmla="*/ 41923 h 100338"/>
                <a:gd name="csX48" fmla="*/ 103320 w 274156"/>
                <a:gd name="csY48" fmla="*/ 40047 h 100338"/>
                <a:gd name="csX49" fmla="*/ 97365 w 274156"/>
                <a:gd name="csY49" fmla="*/ 60457 h 100338"/>
                <a:gd name="csX50" fmla="*/ 95267 w 274156"/>
                <a:gd name="csY50" fmla="*/ 70055 h 100338"/>
                <a:gd name="csX51" fmla="*/ 96751 w 274156"/>
                <a:gd name="csY51" fmla="*/ 72979 h 100338"/>
                <a:gd name="csX52" fmla="*/ 103869 w 274156"/>
                <a:gd name="csY52" fmla="*/ 74468 h 100338"/>
                <a:gd name="csX53" fmla="*/ 103320 w 274156"/>
                <a:gd name="csY53" fmla="*/ 76509 h 100338"/>
                <a:gd name="csX54" fmla="*/ 73584 w 274156"/>
                <a:gd name="csY54" fmla="*/ 76509 h 100338"/>
                <a:gd name="csX55" fmla="*/ 74190 w 274156"/>
                <a:gd name="csY55" fmla="*/ 74468 h 100338"/>
                <a:gd name="csX56" fmla="*/ 82300 w 274156"/>
                <a:gd name="csY56" fmla="*/ 72483 h 100338"/>
                <a:gd name="csX57" fmla="*/ 87270 w 274156"/>
                <a:gd name="csY57" fmla="*/ 61340 h 100338"/>
                <a:gd name="csX58" fmla="*/ 99624 w 274156"/>
                <a:gd name="csY58" fmla="*/ 18755 h 100338"/>
                <a:gd name="csX59" fmla="*/ 101827 w 274156"/>
                <a:gd name="csY59" fmla="*/ 8495 h 100338"/>
                <a:gd name="csX60" fmla="*/ 100229 w 274156"/>
                <a:gd name="csY60" fmla="*/ 5296 h 100338"/>
                <a:gd name="csX61" fmla="*/ 93330 w 274156"/>
                <a:gd name="csY61" fmla="*/ 3751 h 100338"/>
                <a:gd name="csX62" fmla="*/ 93943 w 274156"/>
                <a:gd name="csY62" fmla="*/ 1710 h 100338"/>
                <a:gd name="csX63" fmla="*/ 104256 w 274156"/>
                <a:gd name="csY63" fmla="*/ 36572 h 100338"/>
                <a:gd name="csX64" fmla="*/ 114294 w 274156"/>
                <a:gd name="csY64" fmla="*/ 38172 h 100338"/>
                <a:gd name="csX65" fmla="*/ 125220 w 274156"/>
                <a:gd name="csY65" fmla="*/ 35690 h 100338"/>
                <a:gd name="csX66" fmla="*/ 132943 w 274156"/>
                <a:gd name="csY66" fmla="*/ 28243 h 100338"/>
                <a:gd name="csX67" fmla="*/ 135751 w 274156"/>
                <a:gd name="csY67" fmla="*/ 17928 h 100338"/>
                <a:gd name="csX68" fmla="*/ 132330 w 274156"/>
                <a:gd name="csY68" fmla="*/ 9102 h 100338"/>
                <a:gd name="csX69" fmla="*/ 121960 w 274156"/>
                <a:gd name="csY69" fmla="*/ 5847 h 100338"/>
                <a:gd name="csX70" fmla="*/ 112858 w 274156"/>
                <a:gd name="csY70" fmla="*/ 6785 h 100338"/>
                <a:gd name="csX71" fmla="*/ 104256 w 274156"/>
                <a:gd name="csY71" fmla="*/ 36572 h 100338"/>
                <a:gd name="csX72" fmla="*/ 160136 w 274156"/>
                <a:gd name="csY72" fmla="*/ 1710 h 100338"/>
                <a:gd name="csX73" fmla="*/ 191744 w 274156"/>
                <a:gd name="csY73" fmla="*/ 1710 h 100338"/>
                <a:gd name="csX74" fmla="*/ 191139 w 274156"/>
                <a:gd name="csY74" fmla="*/ 3751 h 100338"/>
                <a:gd name="csX75" fmla="*/ 184183 w 274156"/>
                <a:gd name="csY75" fmla="*/ 4689 h 100338"/>
                <a:gd name="csX76" fmla="*/ 180657 w 274156"/>
                <a:gd name="csY76" fmla="*/ 7502 h 100338"/>
                <a:gd name="csX77" fmla="*/ 177623 w 274156"/>
                <a:gd name="csY77" fmla="*/ 15059 h 100338"/>
                <a:gd name="csX78" fmla="*/ 169957 w 274156"/>
                <a:gd name="csY78" fmla="*/ 41537 h 100338"/>
                <a:gd name="csX79" fmla="*/ 167528 w 274156"/>
                <a:gd name="csY79" fmla="*/ 50804 h 100338"/>
                <a:gd name="csX80" fmla="*/ 166866 w 274156"/>
                <a:gd name="csY80" fmla="*/ 57368 h 100338"/>
                <a:gd name="csX81" fmla="*/ 171829 w 274156"/>
                <a:gd name="csY81" fmla="*/ 68676 h 100338"/>
                <a:gd name="csX82" fmla="*/ 185119 w 274156"/>
                <a:gd name="csY82" fmla="*/ 73255 h 100338"/>
                <a:gd name="csX83" fmla="*/ 194883 w 274156"/>
                <a:gd name="csY83" fmla="*/ 71214 h 100338"/>
                <a:gd name="csX84" fmla="*/ 202226 w 274156"/>
                <a:gd name="csY84" fmla="*/ 65422 h 100338"/>
                <a:gd name="csX85" fmla="*/ 207850 w 274156"/>
                <a:gd name="csY85" fmla="*/ 55327 h 100338"/>
                <a:gd name="csX86" fmla="*/ 212321 w 274156"/>
                <a:gd name="csY86" fmla="*/ 42419 h 100338"/>
                <a:gd name="csX87" fmla="*/ 218938 w 274156"/>
                <a:gd name="csY87" fmla="*/ 19582 h 100338"/>
                <a:gd name="csX88" fmla="*/ 221423 w 274156"/>
                <a:gd name="csY88" fmla="*/ 8440 h 100338"/>
                <a:gd name="csX89" fmla="*/ 219713 w 274156"/>
                <a:gd name="csY89" fmla="*/ 5351 h 100338"/>
                <a:gd name="csX90" fmla="*/ 212926 w 274156"/>
                <a:gd name="csY90" fmla="*/ 3751 h 100338"/>
                <a:gd name="csX91" fmla="*/ 213531 w 274156"/>
                <a:gd name="csY91" fmla="*/ 1710 h 100338"/>
                <a:gd name="csX92" fmla="*/ 237304 w 274156"/>
                <a:gd name="csY92" fmla="*/ 1710 h 100338"/>
                <a:gd name="csX93" fmla="*/ 236698 w 274156"/>
                <a:gd name="csY93" fmla="*/ 3751 h 100338"/>
                <a:gd name="csX94" fmla="*/ 230630 w 274156"/>
                <a:gd name="csY94" fmla="*/ 4578 h 100338"/>
                <a:gd name="csX95" fmla="*/ 227435 w 274156"/>
                <a:gd name="csY95" fmla="*/ 7447 h 100338"/>
                <a:gd name="csX96" fmla="*/ 224344 w 274156"/>
                <a:gd name="csY96" fmla="*/ 15445 h 100338"/>
                <a:gd name="csX97" fmla="*/ 216235 w 274156"/>
                <a:gd name="csY97" fmla="*/ 43192 h 100338"/>
                <a:gd name="csX98" fmla="*/ 208843 w 274156"/>
                <a:gd name="csY98" fmla="*/ 63160 h 100338"/>
                <a:gd name="csX99" fmla="*/ 198748 w 274156"/>
                <a:gd name="csY99" fmla="*/ 73916 h 100338"/>
                <a:gd name="csX100" fmla="*/ 182424 w 274156"/>
                <a:gd name="csY100" fmla="*/ 78219 h 100338"/>
                <a:gd name="csX101" fmla="*/ 164276 w 274156"/>
                <a:gd name="csY101" fmla="*/ 71876 h 100338"/>
                <a:gd name="csX102" fmla="*/ 157377 w 274156"/>
                <a:gd name="csY102" fmla="*/ 57258 h 100338"/>
                <a:gd name="csX103" fmla="*/ 157982 w 274156"/>
                <a:gd name="csY103" fmla="*/ 50307 h 100338"/>
                <a:gd name="csX104" fmla="*/ 160136 w 274156"/>
                <a:gd name="csY104" fmla="*/ 41923 h 100338"/>
                <a:gd name="csX105" fmla="*/ 167528 w 274156"/>
                <a:gd name="csY105" fmla="*/ 16493 h 100338"/>
                <a:gd name="csX106" fmla="*/ 169069 w 274156"/>
                <a:gd name="csY106" fmla="*/ 8385 h 100338"/>
                <a:gd name="csX107" fmla="*/ 167471 w 274156"/>
                <a:gd name="csY107" fmla="*/ 5240 h 100338"/>
                <a:gd name="csX108" fmla="*/ 159580 w 274156"/>
                <a:gd name="csY108" fmla="*/ 3751 h 100338"/>
                <a:gd name="csX109" fmla="*/ 160136 w 274156"/>
                <a:gd name="csY109" fmla="*/ 1710 h 100338"/>
                <a:gd name="csX110" fmla="*/ 274156 w 274156"/>
                <a:gd name="csY110" fmla="*/ 166 h 100338"/>
                <a:gd name="csX111" fmla="*/ 256396 w 274156"/>
                <a:gd name="csY111" fmla="*/ 62001 h 100338"/>
                <a:gd name="csX112" fmla="*/ 254847 w 274156"/>
                <a:gd name="csY112" fmla="*/ 69890 h 100338"/>
                <a:gd name="csX113" fmla="*/ 256226 w 274156"/>
                <a:gd name="csY113" fmla="*/ 73034 h 100338"/>
                <a:gd name="csX114" fmla="*/ 262843 w 274156"/>
                <a:gd name="csY114" fmla="*/ 74468 h 100338"/>
                <a:gd name="csX115" fmla="*/ 262295 w 274156"/>
                <a:gd name="csY115" fmla="*/ 76509 h 100338"/>
                <a:gd name="csX116" fmla="*/ 233882 w 274156"/>
                <a:gd name="csY116" fmla="*/ 76509 h 100338"/>
                <a:gd name="csX117" fmla="*/ 234657 w 274156"/>
                <a:gd name="csY117" fmla="*/ 74468 h 100338"/>
                <a:gd name="csX118" fmla="*/ 240612 w 274156"/>
                <a:gd name="csY118" fmla="*/ 73751 h 100338"/>
                <a:gd name="csX119" fmla="*/ 244090 w 274156"/>
                <a:gd name="csY119" fmla="*/ 71103 h 100338"/>
                <a:gd name="csX120" fmla="*/ 247786 w 274156"/>
                <a:gd name="csY120" fmla="*/ 62001 h 100338"/>
                <a:gd name="csX121" fmla="*/ 260584 w 274156"/>
                <a:gd name="csY121" fmla="*/ 17597 h 100338"/>
                <a:gd name="csX122" fmla="*/ 261850 w 274156"/>
                <a:gd name="csY122" fmla="*/ 12963 h 100338"/>
                <a:gd name="csX123" fmla="*/ 262020 w 274156"/>
                <a:gd name="csY123" fmla="*/ 10812 h 100338"/>
                <a:gd name="csX124" fmla="*/ 260971 w 274156"/>
                <a:gd name="csY124" fmla="*/ 7778 h 100338"/>
                <a:gd name="csX125" fmla="*/ 258098 w 274156"/>
                <a:gd name="csY125" fmla="*/ 6675 h 100338"/>
                <a:gd name="csX126" fmla="*/ 253636 w 274156"/>
                <a:gd name="csY126" fmla="*/ 7336 h 100338"/>
                <a:gd name="csX127" fmla="*/ 252918 w 274156"/>
                <a:gd name="csY127" fmla="*/ 5351 h 100338"/>
                <a:gd name="csX128" fmla="*/ 271510 w 274156"/>
                <a:gd name="csY128" fmla="*/ 166 h 100338"/>
                <a:gd name="csX129" fmla="*/ 274156 w 274156"/>
                <a:gd name="csY129" fmla="*/ 166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6" h="100338">
                  <a:moveTo>
                    <a:pt x="27694" y="78219"/>
                  </a:moveTo>
                  <a:lnTo>
                    <a:pt x="13460" y="89748"/>
                  </a:lnTo>
                  <a:cubicBezTo>
                    <a:pt x="15703" y="89343"/>
                    <a:pt x="17785" y="89141"/>
                    <a:pt x="19697" y="89141"/>
                  </a:cubicBezTo>
                  <a:cubicBezTo>
                    <a:pt x="21529" y="89141"/>
                    <a:pt x="23224" y="89251"/>
                    <a:pt x="24765" y="89472"/>
                  </a:cubicBezTo>
                  <a:cubicBezTo>
                    <a:pt x="26346" y="89693"/>
                    <a:pt x="29695" y="90373"/>
                    <a:pt x="34811" y="91513"/>
                  </a:cubicBezTo>
                  <a:cubicBezTo>
                    <a:pt x="39959" y="92690"/>
                    <a:pt x="44446" y="93278"/>
                    <a:pt x="48271" y="93278"/>
                  </a:cubicBezTo>
                  <a:cubicBezTo>
                    <a:pt x="52346" y="93278"/>
                    <a:pt x="55808" y="92561"/>
                    <a:pt x="58640" y="91127"/>
                  </a:cubicBezTo>
                  <a:cubicBezTo>
                    <a:pt x="61505" y="89729"/>
                    <a:pt x="64281" y="87376"/>
                    <a:pt x="66968" y="84066"/>
                  </a:cubicBezTo>
                  <a:lnTo>
                    <a:pt x="68791" y="84949"/>
                  </a:lnTo>
                  <a:cubicBezTo>
                    <a:pt x="64999" y="90392"/>
                    <a:pt x="60528" y="94308"/>
                    <a:pt x="55380" y="96699"/>
                  </a:cubicBezTo>
                  <a:cubicBezTo>
                    <a:pt x="50232" y="99125"/>
                    <a:pt x="44777" y="100339"/>
                    <a:pt x="38999" y="100339"/>
                  </a:cubicBezTo>
                  <a:cubicBezTo>
                    <a:pt x="35804" y="100339"/>
                    <a:pt x="31422" y="99714"/>
                    <a:pt x="25870" y="98463"/>
                  </a:cubicBezTo>
                  <a:cubicBezTo>
                    <a:pt x="17374" y="96588"/>
                    <a:pt x="11434" y="95650"/>
                    <a:pt x="8053" y="95650"/>
                  </a:cubicBezTo>
                  <a:cubicBezTo>
                    <a:pt x="6770" y="95650"/>
                    <a:pt x="5721" y="95742"/>
                    <a:pt x="4906" y="95926"/>
                  </a:cubicBezTo>
                  <a:cubicBezTo>
                    <a:pt x="4099" y="96110"/>
                    <a:pt x="2889" y="96551"/>
                    <a:pt x="1267" y="97250"/>
                  </a:cubicBezTo>
                  <a:lnTo>
                    <a:pt x="0" y="95760"/>
                  </a:lnTo>
                  <a:lnTo>
                    <a:pt x="22619" y="77888"/>
                  </a:lnTo>
                  <a:cubicBezTo>
                    <a:pt x="15630" y="76932"/>
                    <a:pt x="10337" y="73862"/>
                    <a:pt x="6730" y="68676"/>
                  </a:cubicBezTo>
                  <a:cubicBezTo>
                    <a:pt x="3123" y="63491"/>
                    <a:pt x="1323" y="57956"/>
                    <a:pt x="1323" y="52073"/>
                  </a:cubicBezTo>
                  <a:cubicBezTo>
                    <a:pt x="1323" y="44019"/>
                    <a:pt x="3752" y="35690"/>
                    <a:pt x="8602" y="27084"/>
                  </a:cubicBezTo>
                  <a:cubicBezTo>
                    <a:pt x="13500" y="18479"/>
                    <a:pt x="19730" y="11823"/>
                    <a:pt x="27307" y="7116"/>
                  </a:cubicBezTo>
                  <a:cubicBezTo>
                    <a:pt x="34916" y="2372"/>
                    <a:pt x="42380" y="0"/>
                    <a:pt x="49699" y="0"/>
                  </a:cubicBezTo>
                  <a:cubicBezTo>
                    <a:pt x="55146" y="0"/>
                    <a:pt x="59778" y="1103"/>
                    <a:pt x="63603" y="3310"/>
                  </a:cubicBezTo>
                  <a:cubicBezTo>
                    <a:pt x="67460" y="5516"/>
                    <a:pt x="70446" y="8734"/>
                    <a:pt x="72536" y="12963"/>
                  </a:cubicBezTo>
                  <a:cubicBezTo>
                    <a:pt x="74634" y="17155"/>
                    <a:pt x="75682" y="21458"/>
                    <a:pt x="75682" y="25871"/>
                  </a:cubicBezTo>
                  <a:cubicBezTo>
                    <a:pt x="75682" y="34329"/>
                    <a:pt x="73270" y="42897"/>
                    <a:pt x="68452" y="51576"/>
                  </a:cubicBezTo>
                  <a:cubicBezTo>
                    <a:pt x="63635" y="60255"/>
                    <a:pt x="57647" y="66837"/>
                    <a:pt x="50474" y="71324"/>
                  </a:cubicBezTo>
                  <a:cubicBezTo>
                    <a:pt x="43340" y="75774"/>
                    <a:pt x="35747" y="78072"/>
                    <a:pt x="27694" y="78219"/>
                  </a:cubicBezTo>
                  <a:close/>
                  <a:moveTo>
                    <a:pt x="48376" y="3530"/>
                  </a:moveTo>
                  <a:cubicBezTo>
                    <a:pt x="44696" y="3530"/>
                    <a:pt x="41097" y="4450"/>
                    <a:pt x="37563" y="6288"/>
                  </a:cubicBezTo>
                  <a:cubicBezTo>
                    <a:pt x="34069" y="8090"/>
                    <a:pt x="30599" y="11069"/>
                    <a:pt x="27137" y="15225"/>
                  </a:cubicBezTo>
                  <a:cubicBezTo>
                    <a:pt x="23684" y="19343"/>
                    <a:pt x="20577" y="24749"/>
                    <a:pt x="17817" y="31442"/>
                  </a:cubicBezTo>
                  <a:cubicBezTo>
                    <a:pt x="14468" y="39680"/>
                    <a:pt x="12798" y="47457"/>
                    <a:pt x="12798" y="54775"/>
                  </a:cubicBezTo>
                  <a:cubicBezTo>
                    <a:pt x="12798" y="59998"/>
                    <a:pt x="14138" y="64631"/>
                    <a:pt x="16825" y="68676"/>
                  </a:cubicBezTo>
                  <a:cubicBezTo>
                    <a:pt x="19512" y="72684"/>
                    <a:pt x="23627" y="74689"/>
                    <a:pt x="29179" y="74689"/>
                  </a:cubicBezTo>
                  <a:cubicBezTo>
                    <a:pt x="32487" y="74689"/>
                    <a:pt x="35764" y="73862"/>
                    <a:pt x="38999" y="72207"/>
                  </a:cubicBezTo>
                  <a:cubicBezTo>
                    <a:pt x="42235" y="70552"/>
                    <a:pt x="45584" y="67739"/>
                    <a:pt x="49037" y="63767"/>
                  </a:cubicBezTo>
                  <a:cubicBezTo>
                    <a:pt x="53452" y="58692"/>
                    <a:pt x="57147" y="52238"/>
                    <a:pt x="60125" y="44405"/>
                  </a:cubicBezTo>
                  <a:cubicBezTo>
                    <a:pt x="63102" y="36572"/>
                    <a:pt x="64595" y="29291"/>
                    <a:pt x="64595" y="22561"/>
                  </a:cubicBezTo>
                  <a:cubicBezTo>
                    <a:pt x="64595" y="17597"/>
                    <a:pt x="63256" y="13184"/>
                    <a:pt x="60569" y="9322"/>
                  </a:cubicBezTo>
                  <a:cubicBezTo>
                    <a:pt x="57881" y="5461"/>
                    <a:pt x="53823" y="3530"/>
                    <a:pt x="48376" y="3530"/>
                  </a:cubicBezTo>
                  <a:close/>
                  <a:moveTo>
                    <a:pt x="93943" y="1710"/>
                  </a:moveTo>
                  <a:lnTo>
                    <a:pt x="123396" y="1710"/>
                  </a:lnTo>
                  <a:cubicBezTo>
                    <a:pt x="131119" y="1710"/>
                    <a:pt x="136896" y="3383"/>
                    <a:pt x="140722" y="6730"/>
                  </a:cubicBezTo>
                  <a:cubicBezTo>
                    <a:pt x="144546" y="10039"/>
                    <a:pt x="146451" y="14085"/>
                    <a:pt x="146451" y="18865"/>
                  </a:cubicBezTo>
                  <a:cubicBezTo>
                    <a:pt x="146451" y="22653"/>
                    <a:pt x="145240" y="26331"/>
                    <a:pt x="142811" y="29898"/>
                  </a:cubicBezTo>
                  <a:cubicBezTo>
                    <a:pt x="140391" y="33465"/>
                    <a:pt x="136784" y="36370"/>
                    <a:pt x="131999" y="38613"/>
                  </a:cubicBezTo>
                  <a:cubicBezTo>
                    <a:pt x="127222" y="40820"/>
                    <a:pt x="122057" y="41923"/>
                    <a:pt x="116505" y="41923"/>
                  </a:cubicBezTo>
                  <a:cubicBezTo>
                    <a:pt x="113044" y="41923"/>
                    <a:pt x="108654" y="41298"/>
                    <a:pt x="103320" y="40047"/>
                  </a:cubicBezTo>
                  <a:lnTo>
                    <a:pt x="97365" y="60457"/>
                  </a:lnTo>
                  <a:cubicBezTo>
                    <a:pt x="95961" y="65311"/>
                    <a:pt x="95267" y="68511"/>
                    <a:pt x="95267" y="70055"/>
                  </a:cubicBezTo>
                  <a:cubicBezTo>
                    <a:pt x="95267" y="71232"/>
                    <a:pt x="95759" y="72207"/>
                    <a:pt x="96751" y="72979"/>
                  </a:cubicBezTo>
                  <a:cubicBezTo>
                    <a:pt x="97744" y="73751"/>
                    <a:pt x="100117" y="74247"/>
                    <a:pt x="103869" y="74468"/>
                  </a:cubicBezTo>
                  <a:lnTo>
                    <a:pt x="103320" y="76509"/>
                  </a:lnTo>
                  <a:lnTo>
                    <a:pt x="73584" y="76509"/>
                  </a:lnTo>
                  <a:lnTo>
                    <a:pt x="74190" y="74468"/>
                  </a:lnTo>
                  <a:cubicBezTo>
                    <a:pt x="78087" y="74468"/>
                    <a:pt x="80790" y="73806"/>
                    <a:pt x="82300" y="72483"/>
                  </a:cubicBezTo>
                  <a:cubicBezTo>
                    <a:pt x="83849" y="71122"/>
                    <a:pt x="85503" y="67408"/>
                    <a:pt x="87270" y="61340"/>
                  </a:cubicBezTo>
                  <a:lnTo>
                    <a:pt x="99624" y="18755"/>
                  </a:lnTo>
                  <a:cubicBezTo>
                    <a:pt x="101093" y="13643"/>
                    <a:pt x="101827" y="10223"/>
                    <a:pt x="101827" y="8495"/>
                  </a:cubicBezTo>
                  <a:cubicBezTo>
                    <a:pt x="101827" y="7208"/>
                    <a:pt x="101295" y="6141"/>
                    <a:pt x="100229" y="5296"/>
                  </a:cubicBezTo>
                  <a:cubicBezTo>
                    <a:pt x="99197" y="4450"/>
                    <a:pt x="96905" y="3935"/>
                    <a:pt x="93330" y="3751"/>
                  </a:cubicBezTo>
                  <a:lnTo>
                    <a:pt x="93943" y="1710"/>
                  </a:lnTo>
                  <a:close/>
                  <a:moveTo>
                    <a:pt x="104256" y="36572"/>
                  </a:moveTo>
                  <a:cubicBezTo>
                    <a:pt x="108412" y="37639"/>
                    <a:pt x="111761" y="38172"/>
                    <a:pt x="114294" y="38172"/>
                  </a:cubicBezTo>
                  <a:cubicBezTo>
                    <a:pt x="118305" y="38172"/>
                    <a:pt x="121944" y="37344"/>
                    <a:pt x="125220" y="35690"/>
                  </a:cubicBezTo>
                  <a:cubicBezTo>
                    <a:pt x="128529" y="34035"/>
                    <a:pt x="131103" y="31552"/>
                    <a:pt x="132943" y="28243"/>
                  </a:cubicBezTo>
                  <a:cubicBezTo>
                    <a:pt x="134815" y="24933"/>
                    <a:pt x="135751" y="21495"/>
                    <a:pt x="135751" y="17928"/>
                  </a:cubicBezTo>
                  <a:cubicBezTo>
                    <a:pt x="135751" y="14213"/>
                    <a:pt x="134613" y="11271"/>
                    <a:pt x="132330" y="9102"/>
                  </a:cubicBezTo>
                  <a:cubicBezTo>
                    <a:pt x="130054" y="6932"/>
                    <a:pt x="126600" y="5847"/>
                    <a:pt x="121960" y="5847"/>
                  </a:cubicBezTo>
                  <a:cubicBezTo>
                    <a:pt x="119459" y="5847"/>
                    <a:pt x="116425" y="6160"/>
                    <a:pt x="112858" y="6785"/>
                  </a:cubicBezTo>
                  <a:lnTo>
                    <a:pt x="104256" y="36572"/>
                  </a:lnTo>
                  <a:close/>
                  <a:moveTo>
                    <a:pt x="160136" y="1710"/>
                  </a:moveTo>
                  <a:lnTo>
                    <a:pt x="191744" y="1710"/>
                  </a:lnTo>
                  <a:lnTo>
                    <a:pt x="191139" y="3751"/>
                  </a:lnTo>
                  <a:cubicBezTo>
                    <a:pt x="187903" y="3825"/>
                    <a:pt x="185579" y="4137"/>
                    <a:pt x="184183" y="4689"/>
                  </a:cubicBezTo>
                  <a:cubicBezTo>
                    <a:pt x="182828" y="5204"/>
                    <a:pt x="181649" y="6141"/>
                    <a:pt x="180657" y="7502"/>
                  </a:cubicBezTo>
                  <a:cubicBezTo>
                    <a:pt x="179696" y="8863"/>
                    <a:pt x="178688" y="11382"/>
                    <a:pt x="177623" y="15059"/>
                  </a:cubicBezTo>
                  <a:lnTo>
                    <a:pt x="169957" y="41537"/>
                  </a:lnTo>
                  <a:cubicBezTo>
                    <a:pt x="168593" y="46244"/>
                    <a:pt x="167786" y="49333"/>
                    <a:pt x="167528" y="50804"/>
                  </a:cubicBezTo>
                  <a:cubicBezTo>
                    <a:pt x="167084" y="53157"/>
                    <a:pt x="166866" y="55346"/>
                    <a:pt x="166866" y="57368"/>
                  </a:cubicBezTo>
                  <a:cubicBezTo>
                    <a:pt x="166866" y="61818"/>
                    <a:pt x="168521" y="65587"/>
                    <a:pt x="171829" y="68676"/>
                  </a:cubicBezTo>
                  <a:cubicBezTo>
                    <a:pt x="175137" y="71729"/>
                    <a:pt x="179568" y="73255"/>
                    <a:pt x="185119" y="73255"/>
                  </a:cubicBezTo>
                  <a:cubicBezTo>
                    <a:pt x="188767" y="73255"/>
                    <a:pt x="192018" y="72575"/>
                    <a:pt x="194883" y="71214"/>
                  </a:cubicBezTo>
                  <a:cubicBezTo>
                    <a:pt x="197756" y="69816"/>
                    <a:pt x="200201" y="67885"/>
                    <a:pt x="202226" y="65422"/>
                  </a:cubicBezTo>
                  <a:cubicBezTo>
                    <a:pt x="204284" y="62921"/>
                    <a:pt x="206156" y="59556"/>
                    <a:pt x="207850" y="55327"/>
                  </a:cubicBezTo>
                  <a:cubicBezTo>
                    <a:pt x="209545" y="51061"/>
                    <a:pt x="211030" y="46759"/>
                    <a:pt x="212321" y="42419"/>
                  </a:cubicBezTo>
                  <a:lnTo>
                    <a:pt x="218938" y="19582"/>
                  </a:lnTo>
                  <a:cubicBezTo>
                    <a:pt x="220592" y="13882"/>
                    <a:pt x="221423" y="10168"/>
                    <a:pt x="221423" y="8440"/>
                  </a:cubicBezTo>
                  <a:cubicBezTo>
                    <a:pt x="221423" y="7226"/>
                    <a:pt x="220850" y="6197"/>
                    <a:pt x="219713" y="5351"/>
                  </a:cubicBezTo>
                  <a:cubicBezTo>
                    <a:pt x="218607" y="4468"/>
                    <a:pt x="216348" y="3935"/>
                    <a:pt x="212926" y="3751"/>
                  </a:cubicBezTo>
                  <a:lnTo>
                    <a:pt x="213531" y="1710"/>
                  </a:lnTo>
                  <a:lnTo>
                    <a:pt x="237304" y="1710"/>
                  </a:lnTo>
                  <a:lnTo>
                    <a:pt x="236698" y="3751"/>
                  </a:lnTo>
                  <a:cubicBezTo>
                    <a:pt x="233906" y="3751"/>
                    <a:pt x="231881" y="4027"/>
                    <a:pt x="230630" y="4578"/>
                  </a:cubicBezTo>
                  <a:cubicBezTo>
                    <a:pt x="229420" y="5093"/>
                    <a:pt x="228355" y="6049"/>
                    <a:pt x="227435" y="7447"/>
                  </a:cubicBezTo>
                  <a:cubicBezTo>
                    <a:pt x="226515" y="8808"/>
                    <a:pt x="225482" y="11474"/>
                    <a:pt x="224344" y="15445"/>
                  </a:cubicBezTo>
                  <a:lnTo>
                    <a:pt x="216235" y="43192"/>
                  </a:lnTo>
                  <a:cubicBezTo>
                    <a:pt x="213620" y="52201"/>
                    <a:pt x="211159" y="58857"/>
                    <a:pt x="208843" y="63160"/>
                  </a:cubicBezTo>
                  <a:cubicBezTo>
                    <a:pt x="206527" y="67425"/>
                    <a:pt x="203162" y="71011"/>
                    <a:pt x="198748" y="73916"/>
                  </a:cubicBezTo>
                  <a:cubicBezTo>
                    <a:pt x="194374" y="76785"/>
                    <a:pt x="188928" y="78219"/>
                    <a:pt x="182424" y="78219"/>
                  </a:cubicBezTo>
                  <a:cubicBezTo>
                    <a:pt x="174919" y="78219"/>
                    <a:pt x="168867" y="76105"/>
                    <a:pt x="164276" y="71876"/>
                  </a:cubicBezTo>
                  <a:cubicBezTo>
                    <a:pt x="159676" y="67609"/>
                    <a:pt x="157377" y="62737"/>
                    <a:pt x="157377" y="57258"/>
                  </a:cubicBezTo>
                  <a:cubicBezTo>
                    <a:pt x="157377" y="55088"/>
                    <a:pt x="157579" y="52771"/>
                    <a:pt x="157982" y="50307"/>
                  </a:cubicBezTo>
                  <a:cubicBezTo>
                    <a:pt x="158280" y="48689"/>
                    <a:pt x="158999" y="45894"/>
                    <a:pt x="160136" y="41923"/>
                  </a:cubicBezTo>
                  <a:lnTo>
                    <a:pt x="167528" y="16493"/>
                  </a:lnTo>
                  <a:cubicBezTo>
                    <a:pt x="168553" y="12816"/>
                    <a:pt x="169069" y="10113"/>
                    <a:pt x="169069" y="8385"/>
                  </a:cubicBezTo>
                  <a:cubicBezTo>
                    <a:pt x="169069" y="7024"/>
                    <a:pt x="168537" y="5976"/>
                    <a:pt x="167471" y="5240"/>
                  </a:cubicBezTo>
                  <a:cubicBezTo>
                    <a:pt x="166439" y="4468"/>
                    <a:pt x="163816" y="3972"/>
                    <a:pt x="159580" y="3751"/>
                  </a:cubicBezTo>
                  <a:lnTo>
                    <a:pt x="160136" y="1710"/>
                  </a:lnTo>
                  <a:close/>
                  <a:moveTo>
                    <a:pt x="274156" y="166"/>
                  </a:moveTo>
                  <a:lnTo>
                    <a:pt x="256396" y="62001"/>
                  </a:lnTo>
                  <a:cubicBezTo>
                    <a:pt x="255363" y="65642"/>
                    <a:pt x="254847" y="68272"/>
                    <a:pt x="254847" y="69890"/>
                  </a:cubicBezTo>
                  <a:cubicBezTo>
                    <a:pt x="254847" y="71250"/>
                    <a:pt x="255306" y="72299"/>
                    <a:pt x="256226" y="73034"/>
                  </a:cubicBezTo>
                  <a:cubicBezTo>
                    <a:pt x="257187" y="73732"/>
                    <a:pt x="259389" y="74211"/>
                    <a:pt x="262843" y="74468"/>
                  </a:cubicBezTo>
                  <a:lnTo>
                    <a:pt x="262295" y="76509"/>
                  </a:lnTo>
                  <a:lnTo>
                    <a:pt x="233882" y="76509"/>
                  </a:lnTo>
                  <a:lnTo>
                    <a:pt x="234657" y="74468"/>
                  </a:lnTo>
                  <a:cubicBezTo>
                    <a:pt x="237675" y="74395"/>
                    <a:pt x="239660" y="74155"/>
                    <a:pt x="240612" y="73751"/>
                  </a:cubicBezTo>
                  <a:cubicBezTo>
                    <a:pt x="242161" y="73089"/>
                    <a:pt x="243315" y="72207"/>
                    <a:pt x="244090" y="71103"/>
                  </a:cubicBezTo>
                  <a:cubicBezTo>
                    <a:pt x="245300" y="69411"/>
                    <a:pt x="246535" y="66378"/>
                    <a:pt x="247786" y="62001"/>
                  </a:cubicBezTo>
                  <a:lnTo>
                    <a:pt x="260584" y="17597"/>
                  </a:lnTo>
                  <a:cubicBezTo>
                    <a:pt x="261358" y="14912"/>
                    <a:pt x="261778" y="13368"/>
                    <a:pt x="261850" y="12963"/>
                  </a:cubicBezTo>
                  <a:cubicBezTo>
                    <a:pt x="261964" y="12227"/>
                    <a:pt x="262020" y="11510"/>
                    <a:pt x="262020" y="10812"/>
                  </a:cubicBezTo>
                  <a:cubicBezTo>
                    <a:pt x="262020" y="9525"/>
                    <a:pt x="261665" y="8513"/>
                    <a:pt x="260971" y="7778"/>
                  </a:cubicBezTo>
                  <a:cubicBezTo>
                    <a:pt x="260269" y="7042"/>
                    <a:pt x="259317" y="6675"/>
                    <a:pt x="258098" y="6675"/>
                  </a:cubicBezTo>
                  <a:cubicBezTo>
                    <a:pt x="257146" y="6675"/>
                    <a:pt x="255653" y="6895"/>
                    <a:pt x="253636" y="7336"/>
                  </a:cubicBezTo>
                  <a:lnTo>
                    <a:pt x="252918" y="5351"/>
                  </a:lnTo>
                  <a:lnTo>
                    <a:pt x="271510" y="166"/>
                  </a:lnTo>
                  <a:lnTo>
                    <a:pt x="274156" y="166"/>
                  </a:lnTo>
                  <a:close/>
                </a:path>
              </a:pathLst>
            </a:custGeom>
            <a:solidFill>
              <a:srgbClr val="000000"/>
            </a:solidFill>
            <a:ln w="807" cap="flat">
              <a:noFill/>
              <a:prstDash val="solid"/>
              <a:miter/>
            </a:ln>
          </p:spPr>
        </p:sp>
        <p:sp>
          <p:nvSpPr>
            <p:cNvPr id="48" name="任意形状 47">
              <a:extLst>
                <a:ext uri="{FF2B5EF4-FFF2-40B4-BE49-F238E27FC236}">
                  <a16:creationId xmlns:a16="http://schemas.microsoft.com/office/drawing/2014/main" id="{319D8B1B-6F55-8D27-8F75-CC42118A35BC}"/>
                </a:ext>
              </a:extLst>
            </p:cNvPr>
            <p:cNvSpPr/>
            <p:nvPr/>
          </p:nvSpPr>
          <p:spPr>
            <a:xfrm>
              <a:off x="5004314" y="2690021"/>
              <a:ext cx="328755" cy="117830"/>
            </a:xfrm>
            <a:custGeom>
              <a:avLst/>
              <a:gdLst>
                <a:gd name="csX0" fmla="*/ 27694 w 279941"/>
                <a:gd name="csY0" fmla="*/ 78216 h 100334"/>
                <a:gd name="csX1" fmla="*/ 13460 w 279941"/>
                <a:gd name="csY1" fmla="*/ 89747 h 100334"/>
                <a:gd name="csX2" fmla="*/ 19697 w 279941"/>
                <a:gd name="csY2" fmla="*/ 89134 h 100334"/>
                <a:gd name="csX3" fmla="*/ 24765 w 279941"/>
                <a:gd name="csY3" fmla="*/ 89465 h 100334"/>
                <a:gd name="csX4" fmla="*/ 34811 w 279941"/>
                <a:gd name="csY4" fmla="*/ 91506 h 100334"/>
                <a:gd name="csX5" fmla="*/ 48271 w 279941"/>
                <a:gd name="csY5" fmla="*/ 93274 h 100334"/>
                <a:gd name="csX6" fmla="*/ 58640 w 279941"/>
                <a:gd name="csY6" fmla="*/ 91127 h 100334"/>
                <a:gd name="csX7" fmla="*/ 66968 w 279941"/>
                <a:gd name="csY7" fmla="*/ 84067 h 100334"/>
                <a:gd name="csX8" fmla="*/ 68791 w 279941"/>
                <a:gd name="csY8" fmla="*/ 84946 h 100334"/>
                <a:gd name="csX9" fmla="*/ 55380 w 279941"/>
                <a:gd name="csY9" fmla="*/ 96695 h 100334"/>
                <a:gd name="csX10" fmla="*/ 38999 w 279941"/>
                <a:gd name="csY10" fmla="*/ 100334 h 100334"/>
                <a:gd name="csX11" fmla="*/ 25870 w 279941"/>
                <a:gd name="csY11" fmla="*/ 98462 h 100334"/>
                <a:gd name="csX12" fmla="*/ 8053 w 279941"/>
                <a:gd name="csY12" fmla="*/ 95646 h 100334"/>
                <a:gd name="csX13" fmla="*/ 4906 w 279941"/>
                <a:gd name="csY13" fmla="*/ 95920 h 100334"/>
                <a:gd name="csX14" fmla="*/ 1267 w 279941"/>
                <a:gd name="csY14" fmla="*/ 97244 h 100334"/>
                <a:gd name="csX15" fmla="*/ 0 w 279941"/>
                <a:gd name="csY15" fmla="*/ 95759 h 100334"/>
                <a:gd name="csX16" fmla="*/ 22619 w 279941"/>
                <a:gd name="csY16" fmla="*/ 77885 h 100334"/>
                <a:gd name="csX17" fmla="*/ 6730 w 279941"/>
                <a:gd name="csY17" fmla="*/ 68670 h 100334"/>
                <a:gd name="csX18" fmla="*/ 1323 w 279941"/>
                <a:gd name="csY18" fmla="*/ 52072 h 100334"/>
                <a:gd name="csX19" fmla="*/ 8602 w 279941"/>
                <a:gd name="csY19" fmla="*/ 27081 h 100334"/>
                <a:gd name="csX20" fmla="*/ 27307 w 279941"/>
                <a:gd name="csY20" fmla="*/ 7109 h 100334"/>
                <a:gd name="csX21" fmla="*/ 49699 w 279941"/>
                <a:gd name="csY21" fmla="*/ 0 h 100334"/>
                <a:gd name="csX22" fmla="*/ 63603 w 279941"/>
                <a:gd name="csY22" fmla="*/ 3309 h 100334"/>
                <a:gd name="csX23" fmla="*/ 72536 w 279941"/>
                <a:gd name="csY23" fmla="*/ 12959 h 100334"/>
                <a:gd name="csX24" fmla="*/ 75682 w 279941"/>
                <a:gd name="csY24" fmla="*/ 25870 h 100334"/>
                <a:gd name="csX25" fmla="*/ 68452 w 279941"/>
                <a:gd name="csY25" fmla="*/ 51571 h 100334"/>
                <a:gd name="csX26" fmla="*/ 50474 w 279941"/>
                <a:gd name="csY26" fmla="*/ 71317 h 100334"/>
                <a:gd name="csX27" fmla="*/ 27694 w 279941"/>
                <a:gd name="csY27" fmla="*/ 78216 h 100334"/>
                <a:gd name="csX28" fmla="*/ 48376 w 279941"/>
                <a:gd name="csY28" fmla="*/ 3526 h 100334"/>
                <a:gd name="csX29" fmla="*/ 37563 w 279941"/>
                <a:gd name="csY29" fmla="*/ 6286 h 100334"/>
                <a:gd name="csX30" fmla="*/ 27137 w 279941"/>
                <a:gd name="csY30" fmla="*/ 15219 h 100334"/>
                <a:gd name="csX31" fmla="*/ 17817 w 279941"/>
                <a:gd name="csY31" fmla="*/ 31438 h 100334"/>
                <a:gd name="csX32" fmla="*/ 12798 w 279941"/>
                <a:gd name="csY32" fmla="*/ 54775 h 100334"/>
                <a:gd name="csX33" fmla="*/ 16825 w 279941"/>
                <a:gd name="csY33" fmla="*/ 68670 h 100334"/>
                <a:gd name="csX34" fmla="*/ 29179 w 279941"/>
                <a:gd name="csY34" fmla="*/ 74682 h 100334"/>
                <a:gd name="csX35" fmla="*/ 38999 w 279941"/>
                <a:gd name="csY35" fmla="*/ 72205 h 100334"/>
                <a:gd name="csX36" fmla="*/ 49037 w 279941"/>
                <a:gd name="csY36" fmla="*/ 63764 h 100334"/>
                <a:gd name="csX37" fmla="*/ 60125 w 279941"/>
                <a:gd name="csY37" fmla="*/ 44398 h 100334"/>
                <a:gd name="csX38" fmla="*/ 64595 w 279941"/>
                <a:gd name="csY38" fmla="*/ 22554 h 100334"/>
                <a:gd name="csX39" fmla="*/ 60569 w 279941"/>
                <a:gd name="csY39" fmla="*/ 9320 h 100334"/>
                <a:gd name="csX40" fmla="*/ 48376 w 279941"/>
                <a:gd name="csY40" fmla="*/ 3526 h 100334"/>
                <a:gd name="csX41" fmla="*/ 93943 w 279941"/>
                <a:gd name="csY41" fmla="*/ 1703 h 100334"/>
                <a:gd name="csX42" fmla="*/ 123396 w 279941"/>
                <a:gd name="csY42" fmla="*/ 1703 h 100334"/>
                <a:gd name="csX43" fmla="*/ 140722 w 279941"/>
                <a:gd name="csY43" fmla="*/ 6730 h 100334"/>
                <a:gd name="csX44" fmla="*/ 146451 w 279941"/>
                <a:gd name="csY44" fmla="*/ 18858 h 100334"/>
                <a:gd name="csX45" fmla="*/ 142811 w 279941"/>
                <a:gd name="csY45" fmla="*/ 29897 h 100334"/>
                <a:gd name="csX46" fmla="*/ 131999 w 279941"/>
                <a:gd name="csY46" fmla="*/ 38612 h 100334"/>
                <a:gd name="csX47" fmla="*/ 116505 w 279941"/>
                <a:gd name="csY47" fmla="*/ 41920 h 100334"/>
                <a:gd name="csX48" fmla="*/ 103320 w 279941"/>
                <a:gd name="csY48" fmla="*/ 40040 h 100334"/>
                <a:gd name="csX49" fmla="*/ 97365 w 279941"/>
                <a:gd name="csY49" fmla="*/ 60456 h 100334"/>
                <a:gd name="csX50" fmla="*/ 95267 w 279941"/>
                <a:gd name="csY50" fmla="*/ 70050 h 100334"/>
                <a:gd name="csX51" fmla="*/ 96751 w 279941"/>
                <a:gd name="csY51" fmla="*/ 72971 h 100334"/>
                <a:gd name="csX52" fmla="*/ 103869 w 279941"/>
                <a:gd name="csY52" fmla="*/ 74464 h 100334"/>
                <a:gd name="csX53" fmla="*/ 103320 w 279941"/>
                <a:gd name="csY53" fmla="*/ 76506 h 100334"/>
                <a:gd name="csX54" fmla="*/ 73584 w 279941"/>
                <a:gd name="csY54" fmla="*/ 76506 h 100334"/>
                <a:gd name="csX55" fmla="*/ 74190 w 279941"/>
                <a:gd name="csY55" fmla="*/ 74464 h 100334"/>
                <a:gd name="csX56" fmla="*/ 82300 w 279941"/>
                <a:gd name="csY56" fmla="*/ 72479 h 100334"/>
                <a:gd name="csX57" fmla="*/ 87270 w 279941"/>
                <a:gd name="csY57" fmla="*/ 61335 h 100334"/>
                <a:gd name="csX58" fmla="*/ 99624 w 279941"/>
                <a:gd name="csY58" fmla="*/ 18753 h 100334"/>
                <a:gd name="csX59" fmla="*/ 101827 w 279941"/>
                <a:gd name="csY59" fmla="*/ 8489 h 100334"/>
                <a:gd name="csX60" fmla="*/ 100229 w 279941"/>
                <a:gd name="csY60" fmla="*/ 5294 h 100334"/>
                <a:gd name="csX61" fmla="*/ 93330 w 279941"/>
                <a:gd name="csY61" fmla="*/ 3744 h 100334"/>
                <a:gd name="csX62" fmla="*/ 93943 w 279941"/>
                <a:gd name="csY62" fmla="*/ 1703 h 100334"/>
                <a:gd name="csX63" fmla="*/ 104256 w 279941"/>
                <a:gd name="csY63" fmla="*/ 36570 h 100334"/>
                <a:gd name="csX64" fmla="*/ 114294 w 279941"/>
                <a:gd name="csY64" fmla="*/ 38168 h 100334"/>
                <a:gd name="csX65" fmla="*/ 125220 w 279941"/>
                <a:gd name="csY65" fmla="*/ 35683 h 100334"/>
                <a:gd name="csX66" fmla="*/ 132943 w 279941"/>
                <a:gd name="csY66" fmla="*/ 28243 h 100334"/>
                <a:gd name="csX67" fmla="*/ 135751 w 279941"/>
                <a:gd name="csY67" fmla="*/ 17922 h 100334"/>
                <a:gd name="csX68" fmla="*/ 132330 w 279941"/>
                <a:gd name="csY68" fmla="*/ 9094 h 100334"/>
                <a:gd name="csX69" fmla="*/ 121960 w 279941"/>
                <a:gd name="csY69" fmla="*/ 5842 h 100334"/>
                <a:gd name="csX70" fmla="*/ 112858 w 279941"/>
                <a:gd name="csY70" fmla="*/ 6778 h 100334"/>
                <a:gd name="csX71" fmla="*/ 104256 w 279941"/>
                <a:gd name="csY71" fmla="*/ 36570 h 100334"/>
                <a:gd name="csX72" fmla="*/ 160136 w 279941"/>
                <a:gd name="csY72" fmla="*/ 1703 h 100334"/>
                <a:gd name="csX73" fmla="*/ 191744 w 279941"/>
                <a:gd name="csY73" fmla="*/ 1703 h 100334"/>
                <a:gd name="csX74" fmla="*/ 191139 w 279941"/>
                <a:gd name="csY74" fmla="*/ 3744 h 100334"/>
                <a:gd name="csX75" fmla="*/ 184183 w 279941"/>
                <a:gd name="csY75" fmla="*/ 4688 h 100334"/>
                <a:gd name="csX76" fmla="*/ 180657 w 279941"/>
                <a:gd name="csY76" fmla="*/ 7496 h 100334"/>
                <a:gd name="csX77" fmla="*/ 177623 w 279941"/>
                <a:gd name="csY77" fmla="*/ 15057 h 100334"/>
                <a:gd name="csX78" fmla="*/ 169957 w 279941"/>
                <a:gd name="csY78" fmla="*/ 41533 h 100334"/>
                <a:gd name="csX79" fmla="*/ 167528 w 279941"/>
                <a:gd name="csY79" fmla="*/ 50797 h 100334"/>
                <a:gd name="csX80" fmla="*/ 166866 w 279941"/>
                <a:gd name="csY80" fmla="*/ 57365 h 100334"/>
                <a:gd name="csX81" fmla="*/ 171829 w 279941"/>
                <a:gd name="csY81" fmla="*/ 68670 h 100334"/>
                <a:gd name="csX82" fmla="*/ 185119 w 279941"/>
                <a:gd name="csY82" fmla="*/ 73254 h 100334"/>
                <a:gd name="csX83" fmla="*/ 194883 w 279941"/>
                <a:gd name="csY83" fmla="*/ 71212 h 100334"/>
                <a:gd name="csX84" fmla="*/ 202226 w 279941"/>
                <a:gd name="csY84" fmla="*/ 65418 h 100334"/>
                <a:gd name="csX85" fmla="*/ 207850 w 279941"/>
                <a:gd name="csY85" fmla="*/ 55323 h 100334"/>
                <a:gd name="csX86" fmla="*/ 212321 w 279941"/>
                <a:gd name="csY86" fmla="*/ 42413 h 100334"/>
                <a:gd name="csX87" fmla="*/ 218938 w 279941"/>
                <a:gd name="csY87" fmla="*/ 19576 h 100334"/>
                <a:gd name="csX88" fmla="*/ 221423 w 279941"/>
                <a:gd name="csY88" fmla="*/ 8433 h 100334"/>
                <a:gd name="csX89" fmla="*/ 219713 w 279941"/>
                <a:gd name="csY89" fmla="*/ 5350 h 100334"/>
                <a:gd name="csX90" fmla="*/ 212926 w 279941"/>
                <a:gd name="csY90" fmla="*/ 3744 h 100334"/>
                <a:gd name="csX91" fmla="*/ 213531 w 279941"/>
                <a:gd name="csY91" fmla="*/ 1703 h 100334"/>
                <a:gd name="csX92" fmla="*/ 237304 w 279941"/>
                <a:gd name="csY92" fmla="*/ 1703 h 100334"/>
                <a:gd name="csX93" fmla="*/ 236698 w 279941"/>
                <a:gd name="csY93" fmla="*/ 3744 h 100334"/>
                <a:gd name="csX94" fmla="*/ 230630 w 279941"/>
                <a:gd name="csY94" fmla="*/ 4575 h 100334"/>
                <a:gd name="csX95" fmla="*/ 227435 w 279941"/>
                <a:gd name="csY95" fmla="*/ 7440 h 100334"/>
                <a:gd name="csX96" fmla="*/ 224344 w 279941"/>
                <a:gd name="csY96" fmla="*/ 15445 h 100334"/>
                <a:gd name="csX97" fmla="*/ 216235 w 279941"/>
                <a:gd name="csY97" fmla="*/ 43187 h 100334"/>
                <a:gd name="csX98" fmla="*/ 208843 w 279941"/>
                <a:gd name="csY98" fmla="*/ 63159 h 100334"/>
                <a:gd name="csX99" fmla="*/ 198748 w 279941"/>
                <a:gd name="csY99" fmla="*/ 73915 h 100334"/>
                <a:gd name="csX100" fmla="*/ 182424 w 279941"/>
                <a:gd name="csY100" fmla="*/ 78216 h 100334"/>
                <a:gd name="csX101" fmla="*/ 164276 w 279941"/>
                <a:gd name="csY101" fmla="*/ 71874 h 100334"/>
                <a:gd name="csX102" fmla="*/ 157377 w 279941"/>
                <a:gd name="csY102" fmla="*/ 57252 h 100334"/>
                <a:gd name="csX103" fmla="*/ 157982 w 279941"/>
                <a:gd name="csY103" fmla="*/ 50304 h 100334"/>
                <a:gd name="csX104" fmla="*/ 160136 w 279941"/>
                <a:gd name="csY104" fmla="*/ 41920 h 100334"/>
                <a:gd name="csX105" fmla="*/ 167528 w 279941"/>
                <a:gd name="csY105" fmla="*/ 16486 h 100334"/>
                <a:gd name="csX106" fmla="*/ 169069 w 279941"/>
                <a:gd name="csY106" fmla="*/ 8384 h 100334"/>
                <a:gd name="csX107" fmla="*/ 167471 w 279941"/>
                <a:gd name="csY107" fmla="*/ 5237 h 100334"/>
                <a:gd name="csX108" fmla="*/ 159580 w 279941"/>
                <a:gd name="csY108" fmla="*/ 3744 h 100334"/>
                <a:gd name="csX109" fmla="*/ 160136 w 279941"/>
                <a:gd name="csY109" fmla="*/ 1703 h 100334"/>
                <a:gd name="csX110" fmla="*/ 265990 w 279941"/>
                <a:gd name="csY110" fmla="*/ 76506 h 100334"/>
                <a:gd name="csX111" fmla="*/ 228758 w 279941"/>
                <a:gd name="csY111" fmla="*/ 76506 h 100334"/>
                <a:gd name="csX112" fmla="*/ 228758 w 279941"/>
                <a:gd name="csY112" fmla="*/ 74464 h 100334"/>
                <a:gd name="csX113" fmla="*/ 266378 w 279941"/>
                <a:gd name="csY113" fmla="*/ 35352 h 100334"/>
                <a:gd name="csX114" fmla="*/ 270622 w 279941"/>
                <a:gd name="csY114" fmla="*/ 21561 h 100334"/>
                <a:gd name="csX115" fmla="*/ 267096 w 279941"/>
                <a:gd name="csY115" fmla="*/ 12241 h 100334"/>
                <a:gd name="csX116" fmla="*/ 257937 w 279941"/>
                <a:gd name="csY116" fmla="*/ 8602 h 100334"/>
                <a:gd name="csX117" fmla="*/ 245139 w 279941"/>
                <a:gd name="csY117" fmla="*/ 16050 h 100334"/>
                <a:gd name="csX118" fmla="*/ 243210 w 279941"/>
                <a:gd name="csY118" fmla="*/ 15162 h 100334"/>
                <a:gd name="csX119" fmla="*/ 251425 w 279941"/>
                <a:gd name="csY119" fmla="*/ 4132 h 100334"/>
                <a:gd name="csX120" fmla="*/ 263126 w 279941"/>
                <a:gd name="csY120" fmla="*/ 161 h 100334"/>
                <a:gd name="csX121" fmla="*/ 275092 w 279941"/>
                <a:gd name="csY121" fmla="*/ 5068 h 100334"/>
                <a:gd name="csX122" fmla="*/ 279942 w 279941"/>
                <a:gd name="csY122" fmla="*/ 16873 h 100334"/>
                <a:gd name="csX123" fmla="*/ 278239 w 279941"/>
                <a:gd name="csY123" fmla="*/ 25870 h 100334"/>
                <a:gd name="csX124" fmla="*/ 268475 w 279941"/>
                <a:gd name="csY124" fmla="*/ 40323 h 100334"/>
                <a:gd name="csX125" fmla="*/ 239620 w 279941"/>
                <a:gd name="csY125" fmla="*/ 68509 h 100334"/>
                <a:gd name="csX126" fmla="*/ 258381 w 279941"/>
                <a:gd name="csY126" fmla="*/ 68509 h 100334"/>
                <a:gd name="csX127" fmla="*/ 265821 w 279941"/>
                <a:gd name="csY127" fmla="*/ 66629 h 100334"/>
                <a:gd name="csX128" fmla="*/ 270017 w 279941"/>
                <a:gd name="csY128" fmla="*/ 61610 h 100334"/>
                <a:gd name="csX129" fmla="*/ 272220 w 279941"/>
                <a:gd name="csY129" fmla="*/ 61610 h 100334"/>
                <a:gd name="csX130" fmla="*/ 265990 w 279941"/>
                <a:gd name="csY130" fmla="*/ 76506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1"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4" y="96582"/>
                    <a:pt x="11434" y="95646"/>
                    <a:pt x="8053"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6" y="8731"/>
                    <a:pt x="72536" y="12959"/>
                  </a:cubicBezTo>
                  <a:cubicBezTo>
                    <a:pt x="74634"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4"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6" y="1703"/>
                  </a:lnTo>
                  <a:cubicBezTo>
                    <a:pt x="131119" y="1703"/>
                    <a:pt x="136896" y="3381"/>
                    <a:pt x="140722" y="6730"/>
                  </a:cubicBezTo>
                  <a:cubicBezTo>
                    <a:pt x="144546" y="10038"/>
                    <a:pt x="146451" y="14081"/>
                    <a:pt x="146451" y="18858"/>
                  </a:cubicBezTo>
                  <a:cubicBezTo>
                    <a:pt x="146451" y="22651"/>
                    <a:pt x="145240" y="26330"/>
                    <a:pt x="142811"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1" y="72971"/>
                  </a:cubicBezTo>
                  <a:cubicBezTo>
                    <a:pt x="97744" y="73746"/>
                    <a:pt x="100117" y="74246"/>
                    <a:pt x="103869" y="74464"/>
                  </a:cubicBezTo>
                  <a:lnTo>
                    <a:pt x="103320" y="76506"/>
                  </a:lnTo>
                  <a:lnTo>
                    <a:pt x="73584"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1" y="65580"/>
                    <a:pt x="171829" y="68670"/>
                  </a:cubicBezTo>
                  <a:cubicBezTo>
                    <a:pt x="175137" y="71728"/>
                    <a:pt x="179568"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4" y="76780"/>
                    <a:pt x="188928" y="78216"/>
                    <a:pt x="182424" y="78216"/>
                  </a:cubicBezTo>
                  <a:cubicBezTo>
                    <a:pt x="174919" y="78216"/>
                    <a:pt x="168867" y="76102"/>
                    <a:pt x="164276" y="71874"/>
                  </a:cubicBezTo>
                  <a:cubicBezTo>
                    <a:pt x="159676" y="67605"/>
                    <a:pt x="157377" y="62731"/>
                    <a:pt x="157377" y="57252"/>
                  </a:cubicBezTo>
                  <a:cubicBezTo>
                    <a:pt x="157377" y="55081"/>
                    <a:pt x="157579"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9" y="4462"/>
                    <a:pt x="163816" y="3970"/>
                    <a:pt x="159580" y="3744"/>
                  </a:cubicBezTo>
                  <a:lnTo>
                    <a:pt x="160136" y="1703"/>
                  </a:lnTo>
                  <a:close/>
                  <a:moveTo>
                    <a:pt x="265990" y="76506"/>
                  </a:moveTo>
                  <a:lnTo>
                    <a:pt x="228758" y="76506"/>
                  </a:lnTo>
                  <a:lnTo>
                    <a:pt x="228758" y="74464"/>
                  </a:lnTo>
                  <a:cubicBezTo>
                    <a:pt x="247729" y="57841"/>
                    <a:pt x="260269" y="44809"/>
                    <a:pt x="266378" y="35352"/>
                  </a:cubicBezTo>
                  <a:cubicBezTo>
                    <a:pt x="269210" y="30978"/>
                    <a:pt x="270622" y="26379"/>
                    <a:pt x="270622" y="21561"/>
                  </a:cubicBezTo>
                  <a:cubicBezTo>
                    <a:pt x="270622" y="17737"/>
                    <a:pt x="269444" y="14630"/>
                    <a:pt x="267096" y="12241"/>
                  </a:cubicBezTo>
                  <a:cubicBezTo>
                    <a:pt x="264739" y="9812"/>
                    <a:pt x="261689" y="8602"/>
                    <a:pt x="257937" y="8602"/>
                  </a:cubicBezTo>
                  <a:cubicBezTo>
                    <a:pt x="252748" y="8602"/>
                    <a:pt x="248488" y="11087"/>
                    <a:pt x="245139" y="16050"/>
                  </a:cubicBezTo>
                  <a:lnTo>
                    <a:pt x="243210" y="15162"/>
                  </a:lnTo>
                  <a:cubicBezTo>
                    <a:pt x="245083" y="10426"/>
                    <a:pt x="247826" y="6746"/>
                    <a:pt x="251425" y="4132"/>
                  </a:cubicBezTo>
                  <a:cubicBezTo>
                    <a:pt x="255032" y="1485"/>
                    <a:pt x="258929" y="161"/>
                    <a:pt x="263126" y="161"/>
                  </a:cubicBezTo>
                  <a:cubicBezTo>
                    <a:pt x="267862" y="161"/>
                    <a:pt x="271856" y="1800"/>
                    <a:pt x="275092" y="5068"/>
                  </a:cubicBezTo>
                  <a:cubicBezTo>
                    <a:pt x="278328" y="8311"/>
                    <a:pt x="279942" y="12241"/>
                    <a:pt x="279942" y="16873"/>
                  </a:cubicBezTo>
                  <a:cubicBezTo>
                    <a:pt x="279942" y="20109"/>
                    <a:pt x="279377" y="23111"/>
                    <a:pt x="278239" y="25870"/>
                  </a:cubicBezTo>
                  <a:cubicBezTo>
                    <a:pt x="276472" y="30171"/>
                    <a:pt x="273212" y="34989"/>
                    <a:pt x="268475" y="40323"/>
                  </a:cubicBezTo>
                  <a:cubicBezTo>
                    <a:pt x="261261" y="48481"/>
                    <a:pt x="251651" y="57882"/>
                    <a:pt x="239620" y="68509"/>
                  </a:cubicBezTo>
                  <a:lnTo>
                    <a:pt x="258381" y="68509"/>
                  </a:lnTo>
                  <a:cubicBezTo>
                    <a:pt x="261391" y="68509"/>
                    <a:pt x="263876" y="67879"/>
                    <a:pt x="265821" y="66629"/>
                  </a:cubicBezTo>
                  <a:cubicBezTo>
                    <a:pt x="267774" y="65378"/>
                    <a:pt x="269170" y="63708"/>
                    <a:pt x="270017" y="61610"/>
                  </a:cubicBezTo>
                  <a:lnTo>
                    <a:pt x="272220" y="61610"/>
                  </a:lnTo>
                  <a:lnTo>
                    <a:pt x="265990" y="76506"/>
                  </a:lnTo>
                  <a:close/>
                </a:path>
              </a:pathLst>
            </a:custGeom>
            <a:solidFill>
              <a:srgbClr val="000000"/>
            </a:solidFill>
            <a:ln w="807" cap="flat">
              <a:noFill/>
              <a:prstDash val="solid"/>
              <a:miter/>
            </a:ln>
          </p:spPr>
        </p:sp>
        <p:sp>
          <p:nvSpPr>
            <p:cNvPr id="49" name="任意形状 48">
              <a:extLst>
                <a:ext uri="{FF2B5EF4-FFF2-40B4-BE49-F238E27FC236}">
                  <a16:creationId xmlns:a16="http://schemas.microsoft.com/office/drawing/2014/main" id="{74DE60A7-31BE-6B29-FE8A-251343882600}"/>
                </a:ext>
              </a:extLst>
            </p:cNvPr>
            <p:cNvSpPr/>
            <p:nvPr/>
          </p:nvSpPr>
          <p:spPr>
            <a:xfrm>
              <a:off x="3724049" y="3073816"/>
              <a:ext cx="326756" cy="117830"/>
            </a:xfrm>
            <a:custGeom>
              <a:avLst/>
              <a:gdLst>
                <a:gd name="csX0" fmla="*/ 27694 w 278239"/>
                <a:gd name="csY0" fmla="*/ 78216 h 100334"/>
                <a:gd name="csX1" fmla="*/ 13460 w 278239"/>
                <a:gd name="csY1" fmla="*/ 89747 h 100334"/>
                <a:gd name="csX2" fmla="*/ 19697 w 278239"/>
                <a:gd name="csY2" fmla="*/ 89134 h 100334"/>
                <a:gd name="csX3" fmla="*/ 24765 w 278239"/>
                <a:gd name="csY3" fmla="*/ 89465 h 100334"/>
                <a:gd name="csX4" fmla="*/ 34811 w 278239"/>
                <a:gd name="csY4" fmla="*/ 91506 h 100334"/>
                <a:gd name="csX5" fmla="*/ 48271 w 278239"/>
                <a:gd name="csY5" fmla="*/ 93274 h 100334"/>
                <a:gd name="csX6" fmla="*/ 58640 w 278239"/>
                <a:gd name="csY6" fmla="*/ 91127 h 100334"/>
                <a:gd name="csX7" fmla="*/ 66968 w 278239"/>
                <a:gd name="csY7" fmla="*/ 84067 h 100334"/>
                <a:gd name="csX8" fmla="*/ 68791 w 278239"/>
                <a:gd name="csY8" fmla="*/ 84946 h 100334"/>
                <a:gd name="csX9" fmla="*/ 55380 w 278239"/>
                <a:gd name="csY9" fmla="*/ 96695 h 100334"/>
                <a:gd name="csX10" fmla="*/ 38999 w 278239"/>
                <a:gd name="csY10" fmla="*/ 100334 h 100334"/>
                <a:gd name="csX11" fmla="*/ 25870 w 278239"/>
                <a:gd name="csY11" fmla="*/ 98462 h 100334"/>
                <a:gd name="csX12" fmla="*/ 8053 w 278239"/>
                <a:gd name="csY12" fmla="*/ 95646 h 100334"/>
                <a:gd name="csX13" fmla="*/ 4906 w 278239"/>
                <a:gd name="csY13" fmla="*/ 95920 h 100334"/>
                <a:gd name="csX14" fmla="*/ 1267 w 278239"/>
                <a:gd name="csY14" fmla="*/ 97244 h 100334"/>
                <a:gd name="csX15" fmla="*/ 0 w 278239"/>
                <a:gd name="csY15" fmla="*/ 95759 h 100334"/>
                <a:gd name="csX16" fmla="*/ 22618 w 278239"/>
                <a:gd name="csY16" fmla="*/ 77885 h 100334"/>
                <a:gd name="csX17" fmla="*/ 6730 w 278239"/>
                <a:gd name="csY17" fmla="*/ 68670 h 100334"/>
                <a:gd name="csX18" fmla="*/ 1323 w 278239"/>
                <a:gd name="csY18" fmla="*/ 52072 h 100334"/>
                <a:gd name="csX19" fmla="*/ 8602 w 278239"/>
                <a:gd name="csY19" fmla="*/ 27081 h 100334"/>
                <a:gd name="csX20" fmla="*/ 27307 w 278239"/>
                <a:gd name="csY20" fmla="*/ 7109 h 100334"/>
                <a:gd name="csX21" fmla="*/ 49699 w 278239"/>
                <a:gd name="csY21" fmla="*/ 0 h 100334"/>
                <a:gd name="csX22" fmla="*/ 63603 w 278239"/>
                <a:gd name="csY22" fmla="*/ 3309 h 100334"/>
                <a:gd name="csX23" fmla="*/ 72536 w 278239"/>
                <a:gd name="csY23" fmla="*/ 12959 h 100334"/>
                <a:gd name="csX24" fmla="*/ 75682 w 278239"/>
                <a:gd name="csY24" fmla="*/ 25870 h 100334"/>
                <a:gd name="csX25" fmla="*/ 68452 w 278239"/>
                <a:gd name="csY25" fmla="*/ 51571 h 100334"/>
                <a:gd name="csX26" fmla="*/ 50474 w 278239"/>
                <a:gd name="csY26" fmla="*/ 71317 h 100334"/>
                <a:gd name="csX27" fmla="*/ 27694 w 278239"/>
                <a:gd name="csY27" fmla="*/ 78216 h 100334"/>
                <a:gd name="csX28" fmla="*/ 48376 w 278239"/>
                <a:gd name="csY28" fmla="*/ 3526 h 100334"/>
                <a:gd name="csX29" fmla="*/ 37563 w 278239"/>
                <a:gd name="csY29" fmla="*/ 6286 h 100334"/>
                <a:gd name="csX30" fmla="*/ 27137 w 278239"/>
                <a:gd name="csY30" fmla="*/ 15219 h 100334"/>
                <a:gd name="csX31" fmla="*/ 17817 w 278239"/>
                <a:gd name="csY31" fmla="*/ 31438 h 100334"/>
                <a:gd name="csX32" fmla="*/ 12798 w 278239"/>
                <a:gd name="csY32" fmla="*/ 54775 h 100334"/>
                <a:gd name="csX33" fmla="*/ 16825 w 278239"/>
                <a:gd name="csY33" fmla="*/ 68670 h 100334"/>
                <a:gd name="csX34" fmla="*/ 29179 w 278239"/>
                <a:gd name="csY34" fmla="*/ 74682 h 100334"/>
                <a:gd name="csX35" fmla="*/ 38999 w 278239"/>
                <a:gd name="csY35" fmla="*/ 72205 h 100334"/>
                <a:gd name="csX36" fmla="*/ 49037 w 278239"/>
                <a:gd name="csY36" fmla="*/ 63764 h 100334"/>
                <a:gd name="csX37" fmla="*/ 60125 w 278239"/>
                <a:gd name="csY37" fmla="*/ 44398 h 100334"/>
                <a:gd name="csX38" fmla="*/ 64595 w 278239"/>
                <a:gd name="csY38" fmla="*/ 22554 h 100334"/>
                <a:gd name="csX39" fmla="*/ 60569 w 278239"/>
                <a:gd name="csY39" fmla="*/ 9320 h 100334"/>
                <a:gd name="csX40" fmla="*/ 48376 w 278239"/>
                <a:gd name="csY40" fmla="*/ 3526 h 100334"/>
                <a:gd name="csX41" fmla="*/ 93944 w 278239"/>
                <a:gd name="csY41" fmla="*/ 1703 h 100334"/>
                <a:gd name="csX42" fmla="*/ 123397 w 278239"/>
                <a:gd name="csY42" fmla="*/ 1703 h 100334"/>
                <a:gd name="csX43" fmla="*/ 140722 w 278239"/>
                <a:gd name="csY43" fmla="*/ 6730 h 100334"/>
                <a:gd name="csX44" fmla="*/ 146451 w 278239"/>
                <a:gd name="csY44" fmla="*/ 18858 h 100334"/>
                <a:gd name="csX45" fmla="*/ 142812 w 278239"/>
                <a:gd name="csY45" fmla="*/ 29897 h 100334"/>
                <a:gd name="csX46" fmla="*/ 131999 w 278239"/>
                <a:gd name="csY46" fmla="*/ 38612 h 100334"/>
                <a:gd name="csX47" fmla="*/ 116505 w 278239"/>
                <a:gd name="csY47" fmla="*/ 41920 h 100334"/>
                <a:gd name="csX48" fmla="*/ 103320 w 278239"/>
                <a:gd name="csY48" fmla="*/ 40040 h 100334"/>
                <a:gd name="csX49" fmla="*/ 97365 w 278239"/>
                <a:gd name="csY49" fmla="*/ 60456 h 100334"/>
                <a:gd name="csX50" fmla="*/ 95267 w 278239"/>
                <a:gd name="csY50" fmla="*/ 70050 h 100334"/>
                <a:gd name="csX51" fmla="*/ 96752 w 278239"/>
                <a:gd name="csY51" fmla="*/ 72971 h 100334"/>
                <a:gd name="csX52" fmla="*/ 103869 w 278239"/>
                <a:gd name="csY52" fmla="*/ 74464 h 100334"/>
                <a:gd name="csX53" fmla="*/ 103320 w 278239"/>
                <a:gd name="csY53" fmla="*/ 76506 h 100334"/>
                <a:gd name="csX54" fmla="*/ 73585 w 278239"/>
                <a:gd name="csY54" fmla="*/ 76506 h 100334"/>
                <a:gd name="csX55" fmla="*/ 74190 w 278239"/>
                <a:gd name="csY55" fmla="*/ 74464 h 100334"/>
                <a:gd name="csX56" fmla="*/ 82300 w 278239"/>
                <a:gd name="csY56" fmla="*/ 72479 h 100334"/>
                <a:gd name="csX57" fmla="*/ 87270 w 278239"/>
                <a:gd name="csY57" fmla="*/ 61335 h 100334"/>
                <a:gd name="csX58" fmla="*/ 99624 w 278239"/>
                <a:gd name="csY58" fmla="*/ 18753 h 100334"/>
                <a:gd name="csX59" fmla="*/ 101827 w 278239"/>
                <a:gd name="csY59" fmla="*/ 8489 h 100334"/>
                <a:gd name="csX60" fmla="*/ 100230 w 278239"/>
                <a:gd name="csY60" fmla="*/ 5294 h 100334"/>
                <a:gd name="csX61" fmla="*/ 93330 w 278239"/>
                <a:gd name="csY61" fmla="*/ 3744 h 100334"/>
                <a:gd name="csX62" fmla="*/ 93944 w 278239"/>
                <a:gd name="csY62" fmla="*/ 1703 h 100334"/>
                <a:gd name="csX63" fmla="*/ 104256 w 278239"/>
                <a:gd name="csY63" fmla="*/ 36570 h 100334"/>
                <a:gd name="csX64" fmla="*/ 114294 w 278239"/>
                <a:gd name="csY64" fmla="*/ 38168 h 100334"/>
                <a:gd name="csX65" fmla="*/ 125220 w 278239"/>
                <a:gd name="csY65" fmla="*/ 35683 h 100334"/>
                <a:gd name="csX66" fmla="*/ 132943 w 278239"/>
                <a:gd name="csY66" fmla="*/ 28243 h 100334"/>
                <a:gd name="csX67" fmla="*/ 135751 w 278239"/>
                <a:gd name="csY67" fmla="*/ 17922 h 100334"/>
                <a:gd name="csX68" fmla="*/ 132330 w 278239"/>
                <a:gd name="csY68" fmla="*/ 9094 h 100334"/>
                <a:gd name="csX69" fmla="*/ 121960 w 278239"/>
                <a:gd name="csY69" fmla="*/ 5842 h 100334"/>
                <a:gd name="csX70" fmla="*/ 112858 w 278239"/>
                <a:gd name="csY70" fmla="*/ 6778 h 100334"/>
                <a:gd name="csX71" fmla="*/ 104256 w 278239"/>
                <a:gd name="csY71" fmla="*/ 36570 h 100334"/>
                <a:gd name="csX72" fmla="*/ 160136 w 278239"/>
                <a:gd name="csY72" fmla="*/ 1703 h 100334"/>
                <a:gd name="csX73" fmla="*/ 191744 w 278239"/>
                <a:gd name="csY73" fmla="*/ 1703 h 100334"/>
                <a:gd name="csX74" fmla="*/ 191139 w 278239"/>
                <a:gd name="csY74" fmla="*/ 3744 h 100334"/>
                <a:gd name="csX75" fmla="*/ 184183 w 278239"/>
                <a:gd name="csY75" fmla="*/ 4688 h 100334"/>
                <a:gd name="csX76" fmla="*/ 180657 w 278239"/>
                <a:gd name="csY76" fmla="*/ 7496 h 100334"/>
                <a:gd name="csX77" fmla="*/ 177623 w 278239"/>
                <a:gd name="csY77" fmla="*/ 15057 h 100334"/>
                <a:gd name="csX78" fmla="*/ 169957 w 278239"/>
                <a:gd name="csY78" fmla="*/ 41533 h 100334"/>
                <a:gd name="csX79" fmla="*/ 167528 w 278239"/>
                <a:gd name="csY79" fmla="*/ 50797 h 100334"/>
                <a:gd name="csX80" fmla="*/ 166866 w 278239"/>
                <a:gd name="csY80" fmla="*/ 57365 h 100334"/>
                <a:gd name="csX81" fmla="*/ 171829 w 278239"/>
                <a:gd name="csY81" fmla="*/ 68670 h 100334"/>
                <a:gd name="csX82" fmla="*/ 185119 w 278239"/>
                <a:gd name="csY82" fmla="*/ 73254 h 100334"/>
                <a:gd name="csX83" fmla="*/ 194883 w 278239"/>
                <a:gd name="csY83" fmla="*/ 71212 h 100334"/>
                <a:gd name="csX84" fmla="*/ 202226 w 278239"/>
                <a:gd name="csY84" fmla="*/ 65418 h 100334"/>
                <a:gd name="csX85" fmla="*/ 207850 w 278239"/>
                <a:gd name="csY85" fmla="*/ 55323 h 100334"/>
                <a:gd name="csX86" fmla="*/ 212321 w 278239"/>
                <a:gd name="csY86" fmla="*/ 42413 h 100334"/>
                <a:gd name="csX87" fmla="*/ 218938 w 278239"/>
                <a:gd name="csY87" fmla="*/ 19576 h 100334"/>
                <a:gd name="csX88" fmla="*/ 221423 w 278239"/>
                <a:gd name="csY88" fmla="*/ 8433 h 100334"/>
                <a:gd name="csX89" fmla="*/ 219712 w 278239"/>
                <a:gd name="csY89" fmla="*/ 5350 h 100334"/>
                <a:gd name="csX90" fmla="*/ 212926 w 278239"/>
                <a:gd name="csY90" fmla="*/ 3744 h 100334"/>
                <a:gd name="csX91" fmla="*/ 213531 w 278239"/>
                <a:gd name="csY91" fmla="*/ 1703 h 100334"/>
                <a:gd name="csX92" fmla="*/ 237304 w 278239"/>
                <a:gd name="csY92" fmla="*/ 1703 h 100334"/>
                <a:gd name="csX93" fmla="*/ 236698 w 278239"/>
                <a:gd name="csY93" fmla="*/ 3744 h 100334"/>
                <a:gd name="csX94" fmla="*/ 230630 w 278239"/>
                <a:gd name="csY94" fmla="*/ 4575 h 100334"/>
                <a:gd name="csX95" fmla="*/ 227435 w 278239"/>
                <a:gd name="csY95" fmla="*/ 7440 h 100334"/>
                <a:gd name="csX96" fmla="*/ 224344 w 278239"/>
                <a:gd name="csY96" fmla="*/ 15445 h 100334"/>
                <a:gd name="csX97" fmla="*/ 216235 w 278239"/>
                <a:gd name="csY97" fmla="*/ 43187 h 100334"/>
                <a:gd name="csX98" fmla="*/ 208843 w 278239"/>
                <a:gd name="csY98" fmla="*/ 63159 h 100334"/>
                <a:gd name="csX99" fmla="*/ 198748 w 278239"/>
                <a:gd name="csY99" fmla="*/ 73915 h 100334"/>
                <a:gd name="csX100" fmla="*/ 182424 w 278239"/>
                <a:gd name="csY100" fmla="*/ 78216 h 100334"/>
                <a:gd name="csX101" fmla="*/ 164276 w 278239"/>
                <a:gd name="csY101" fmla="*/ 71874 h 100334"/>
                <a:gd name="csX102" fmla="*/ 157377 w 278239"/>
                <a:gd name="csY102" fmla="*/ 57252 h 100334"/>
                <a:gd name="csX103" fmla="*/ 157982 w 278239"/>
                <a:gd name="csY103" fmla="*/ 50304 h 100334"/>
                <a:gd name="csX104" fmla="*/ 160136 w 278239"/>
                <a:gd name="csY104" fmla="*/ 41920 h 100334"/>
                <a:gd name="csX105" fmla="*/ 167528 w 278239"/>
                <a:gd name="csY105" fmla="*/ 16486 h 100334"/>
                <a:gd name="csX106" fmla="*/ 169069 w 278239"/>
                <a:gd name="csY106" fmla="*/ 8384 h 100334"/>
                <a:gd name="csX107" fmla="*/ 167471 w 278239"/>
                <a:gd name="csY107" fmla="*/ 5237 h 100334"/>
                <a:gd name="csX108" fmla="*/ 159580 w 278239"/>
                <a:gd name="csY108" fmla="*/ 3744 h 100334"/>
                <a:gd name="csX109" fmla="*/ 160136 w 278239"/>
                <a:gd name="csY109" fmla="*/ 1703 h 100334"/>
                <a:gd name="csX110" fmla="*/ 244259 w 278239"/>
                <a:gd name="csY110" fmla="*/ 35634 h 100334"/>
                <a:gd name="csX111" fmla="*/ 244259 w 278239"/>
                <a:gd name="csY111" fmla="*/ 34028 h 100334"/>
                <a:gd name="csX112" fmla="*/ 264166 w 278239"/>
                <a:gd name="csY112" fmla="*/ 26088 h 100334"/>
                <a:gd name="csX113" fmla="*/ 268911 w 278239"/>
                <a:gd name="csY113" fmla="*/ 16106 h 100334"/>
                <a:gd name="csX114" fmla="*/ 266152 w 278239"/>
                <a:gd name="csY114" fmla="*/ 8933 h 100334"/>
                <a:gd name="csX115" fmla="*/ 259478 w 278239"/>
                <a:gd name="csY115" fmla="*/ 6068 h 100334"/>
                <a:gd name="csX116" fmla="*/ 248504 w 278239"/>
                <a:gd name="csY116" fmla="*/ 13734 h 100334"/>
                <a:gd name="csX117" fmla="*/ 246462 w 278239"/>
                <a:gd name="csY117" fmla="*/ 13129 h 100334"/>
                <a:gd name="csX118" fmla="*/ 253797 w 278239"/>
                <a:gd name="csY118" fmla="*/ 3470 h 100334"/>
                <a:gd name="csX119" fmla="*/ 263674 w 278239"/>
                <a:gd name="csY119" fmla="*/ 161 h 100334"/>
                <a:gd name="csX120" fmla="*/ 274213 w 278239"/>
                <a:gd name="csY120" fmla="*/ 4075 h 100334"/>
                <a:gd name="csX121" fmla="*/ 278239 w 278239"/>
                <a:gd name="csY121" fmla="*/ 13895 h 100334"/>
                <a:gd name="csX122" fmla="*/ 274431 w 278239"/>
                <a:gd name="csY122" fmla="*/ 23659 h 100334"/>
                <a:gd name="csX123" fmla="*/ 261463 w 278239"/>
                <a:gd name="csY123" fmla="*/ 32043 h 100334"/>
                <a:gd name="csX124" fmla="*/ 270130 w 278239"/>
                <a:gd name="csY124" fmla="*/ 38886 h 100334"/>
                <a:gd name="csX125" fmla="*/ 273051 w 278239"/>
                <a:gd name="csY125" fmla="*/ 49530 h 100334"/>
                <a:gd name="csX126" fmla="*/ 269081 w 278239"/>
                <a:gd name="csY126" fmla="*/ 63377 h 100334"/>
                <a:gd name="csX127" fmla="*/ 258155 w 278239"/>
                <a:gd name="csY127" fmla="*/ 74077 h 100334"/>
                <a:gd name="csX128" fmla="*/ 243646 w 278239"/>
                <a:gd name="csY128" fmla="*/ 77829 h 100334"/>
                <a:gd name="csX129" fmla="*/ 233116 w 278239"/>
                <a:gd name="csY129" fmla="*/ 75400 h 100334"/>
                <a:gd name="csX130" fmla="*/ 230743 w 278239"/>
                <a:gd name="csY130" fmla="*/ 71543 h 100334"/>
                <a:gd name="csX131" fmla="*/ 232123 w 278239"/>
                <a:gd name="csY131" fmla="*/ 68234 h 100334"/>
                <a:gd name="csX132" fmla="*/ 235593 w 278239"/>
                <a:gd name="csY132" fmla="*/ 66855 h 100334"/>
                <a:gd name="csX133" fmla="*/ 238466 w 278239"/>
                <a:gd name="csY133" fmla="*/ 67290 h 100334"/>
                <a:gd name="csX134" fmla="*/ 242767 w 278239"/>
                <a:gd name="csY134" fmla="*/ 69501 h 100334"/>
                <a:gd name="csX135" fmla="*/ 248173 w 278239"/>
                <a:gd name="csY135" fmla="*/ 72092 h 100334"/>
                <a:gd name="csX136" fmla="*/ 252143 w 278239"/>
                <a:gd name="csY136" fmla="*/ 72697 h 100334"/>
                <a:gd name="csX137" fmla="*/ 260309 w 278239"/>
                <a:gd name="csY137" fmla="*/ 66960 h 100334"/>
                <a:gd name="csX138" fmla="*/ 263561 w 278239"/>
                <a:gd name="csY138" fmla="*/ 54662 h 100334"/>
                <a:gd name="csX139" fmla="*/ 261358 w 278239"/>
                <a:gd name="csY139" fmla="*/ 45229 h 100334"/>
                <a:gd name="csX140" fmla="*/ 254516 w 278239"/>
                <a:gd name="csY140" fmla="*/ 38555 h 100334"/>
                <a:gd name="csX141" fmla="*/ 244259 w 278239"/>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9" h="100334">
                  <a:moveTo>
                    <a:pt x="27694" y="78216"/>
                  </a:moveTo>
                  <a:lnTo>
                    <a:pt x="13460" y="89747"/>
                  </a:lnTo>
                  <a:cubicBezTo>
                    <a:pt x="15703" y="89336"/>
                    <a:pt x="17785" y="89134"/>
                    <a:pt x="19697" y="89134"/>
                  </a:cubicBezTo>
                  <a:cubicBezTo>
                    <a:pt x="21529" y="89134"/>
                    <a:pt x="23224" y="89247"/>
                    <a:pt x="24765" y="89465"/>
                  </a:cubicBezTo>
                  <a:cubicBezTo>
                    <a:pt x="26347"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3" y="96582"/>
                    <a:pt x="11434" y="95646"/>
                    <a:pt x="8053" y="95646"/>
                  </a:cubicBezTo>
                  <a:cubicBezTo>
                    <a:pt x="6770" y="95646"/>
                    <a:pt x="5721" y="95735"/>
                    <a:pt x="4906" y="95920"/>
                  </a:cubicBezTo>
                  <a:cubicBezTo>
                    <a:pt x="4099" y="96106"/>
                    <a:pt x="2889" y="96550"/>
                    <a:pt x="1267" y="97244"/>
                  </a:cubicBezTo>
                  <a:lnTo>
                    <a:pt x="0" y="95759"/>
                  </a:lnTo>
                  <a:lnTo>
                    <a:pt x="22618"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5" y="8731"/>
                    <a:pt x="72536" y="12959"/>
                  </a:cubicBezTo>
                  <a:cubicBezTo>
                    <a:pt x="74634" y="17155"/>
                    <a:pt x="75682" y="21456"/>
                    <a:pt x="75682" y="25870"/>
                  </a:cubicBezTo>
                  <a:cubicBezTo>
                    <a:pt x="75682" y="34327"/>
                    <a:pt x="73270" y="42897"/>
                    <a:pt x="68452" y="51571"/>
                  </a:cubicBezTo>
                  <a:cubicBezTo>
                    <a:pt x="63635" y="60254"/>
                    <a:pt x="57648" y="66830"/>
                    <a:pt x="50474" y="71317"/>
                  </a:cubicBezTo>
                  <a:cubicBezTo>
                    <a:pt x="43341"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3"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2" y="5455"/>
                    <a:pt x="53823" y="3526"/>
                    <a:pt x="48376" y="3526"/>
                  </a:cubicBezTo>
                  <a:close/>
                  <a:moveTo>
                    <a:pt x="93944" y="1703"/>
                  </a:moveTo>
                  <a:lnTo>
                    <a:pt x="123397" y="1703"/>
                  </a:lnTo>
                  <a:cubicBezTo>
                    <a:pt x="131119" y="1703"/>
                    <a:pt x="136897" y="3381"/>
                    <a:pt x="140722" y="6730"/>
                  </a:cubicBezTo>
                  <a:cubicBezTo>
                    <a:pt x="144546" y="10038"/>
                    <a:pt x="146451" y="14081"/>
                    <a:pt x="146451" y="18858"/>
                  </a:cubicBezTo>
                  <a:cubicBezTo>
                    <a:pt x="146451" y="22651"/>
                    <a:pt x="145240" y="26330"/>
                    <a:pt x="142812"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7" y="74246"/>
                    <a:pt x="103869" y="74464"/>
                  </a:cubicBezTo>
                  <a:lnTo>
                    <a:pt x="103320" y="76506"/>
                  </a:lnTo>
                  <a:lnTo>
                    <a:pt x="73585"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30" y="5294"/>
                  </a:cubicBezTo>
                  <a:cubicBezTo>
                    <a:pt x="99197" y="4446"/>
                    <a:pt x="96905" y="3930"/>
                    <a:pt x="93330" y="3744"/>
                  </a:cubicBezTo>
                  <a:lnTo>
                    <a:pt x="93944"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7" y="5197"/>
                    <a:pt x="181649" y="6141"/>
                    <a:pt x="180657" y="7496"/>
                  </a:cubicBezTo>
                  <a:cubicBezTo>
                    <a:pt x="179697"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7"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2" y="5350"/>
                  </a:cubicBezTo>
                  <a:cubicBezTo>
                    <a:pt x="218607" y="4462"/>
                    <a:pt x="216347"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5" y="76780"/>
                    <a:pt x="188928" y="78216"/>
                    <a:pt x="182424" y="78216"/>
                  </a:cubicBezTo>
                  <a:cubicBezTo>
                    <a:pt x="174919" y="78216"/>
                    <a:pt x="168867" y="76102"/>
                    <a:pt x="164276" y="71874"/>
                  </a:cubicBezTo>
                  <a:cubicBezTo>
                    <a:pt x="159676" y="67605"/>
                    <a:pt x="157377" y="62731"/>
                    <a:pt x="157377" y="57252"/>
                  </a:cubicBezTo>
                  <a:cubicBezTo>
                    <a:pt x="157377" y="55081"/>
                    <a:pt x="157578"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8" y="4462"/>
                    <a:pt x="163816" y="3970"/>
                    <a:pt x="159580" y="3744"/>
                  </a:cubicBezTo>
                  <a:lnTo>
                    <a:pt x="160136" y="1703"/>
                  </a:lnTo>
                  <a:close/>
                  <a:moveTo>
                    <a:pt x="244259" y="35634"/>
                  </a:moveTo>
                  <a:lnTo>
                    <a:pt x="244259" y="34028"/>
                  </a:lnTo>
                  <a:cubicBezTo>
                    <a:pt x="253152" y="32673"/>
                    <a:pt x="259793" y="30026"/>
                    <a:pt x="264166" y="26088"/>
                  </a:cubicBezTo>
                  <a:cubicBezTo>
                    <a:pt x="267330" y="23296"/>
                    <a:pt x="268911" y="19964"/>
                    <a:pt x="268911" y="16106"/>
                  </a:cubicBezTo>
                  <a:cubicBezTo>
                    <a:pt x="268911" y="13202"/>
                    <a:pt x="267991" y="10805"/>
                    <a:pt x="266152" y="8933"/>
                  </a:cubicBezTo>
                  <a:cubicBezTo>
                    <a:pt x="264320" y="7020"/>
                    <a:pt x="262093" y="6068"/>
                    <a:pt x="259478" y="6068"/>
                  </a:cubicBezTo>
                  <a:cubicBezTo>
                    <a:pt x="255363" y="6068"/>
                    <a:pt x="251699" y="8618"/>
                    <a:pt x="248504" y="13734"/>
                  </a:cubicBezTo>
                  <a:lnTo>
                    <a:pt x="246462" y="13129"/>
                  </a:lnTo>
                  <a:cubicBezTo>
                    <a:pt x="248375" y="8860"/>
                    <a:pt x="250820" y="5641"/>
                    <a:pt x="253797" y="3470"/>
                  </a:cubicBezTo>
                  <a:cubicBezTo>
                    <a:pt x="256815" y="1267"/>
                    <a:pt x="260108" y="161"/>
                    <a:pt x="263674" y="161"/>
                  </a:cubicBezTo>
                  <a:cubicBezTo>
                    <a:pt x="268016" y="161"/>
                    <a:pt x="271526" y="1469"/>
                    <a:pt x="274213" y="4075"/>
                  </a:cubicBezTo>
                  <a:cubicBezTo>
                    <a:pt x="276892" y="6649"/>
                    <a:pt x="278239" y="9925"/>
                    <a:pt x="278239" y="13895"/>
                  </a:cubicBezTo>
                  <a:cubicBezTo>
                    <a:pt x="278239" y="17277"/>
                    <a:pt x="276965" y="20537"/>
                    <a:pt x="274431" y="23659"/>
                  </a:cubicBezTo>
                  <a:cubicBezTo>
                    <a:pt x="271929" y="26790"/>
                    <a:pt x="267604" y="29582"/>
                    <a:pt x="261463" y="32043"/>
                  </a:cubicBezTo>
                  <a:cubicBezTo>
                    <a:pt x="265288" y="33625"/>
                    <a:pt x="268177" y="35909"/>
                    <a:pt x="270130" y="38886"/>
                  </a:cubicBezTo>
                  <a:cubicBezTo>
                    <a:pt x="272074" y="41823"/>
                    <a:pt x="273051" y="45374"/>
                    <a:pt x="273051" y="49530"/>
                  </a:cubicBezTo>
                  <a:cubicBezTo>
                    <a:pt x="273051" y="54129"/>
                    <a:pt x="271728" y="58745"/>
                    <a:pt x="269081" y="63377"/>
                  </a:cubicBezTo>
                  <a:cubicBezTo>
                    <a:pt x="266434" y="67976"/>
                    <a:pt x="262787" y="71543"/>
                    <a:pt x="258155" y="74077"/>
                  </a:cubicBezTo>
                  <a:cubicBezTo>
                    <a:pt x="253563" y="76578"/>
                    <a:pt x="248722" y="77829"/>
                    <a:pt x="243646" y="77829"/>
                  </a:cubicBezTo>
                  <a:cubicBezTo>
                    <a:pt x="239014" y="77829"/>
                    <a:pt x="235504" y="77022"/>
                    <a:pt x="233116" y="75400"/>
                  </a:cubicBezTo>
                  <a:cubicBezTo>
                    <a:pt x="231534" y="74303"/>
                    <a:pt x="230743" y="73012"/>
                    <a:pt x="230743" y="71543"/>
                  </a:cubicBezTo>
                  <a:cubicBezTo>
                    <a:pt x="230743" y="70252"/>
                    <a:pt x="231203" y="69154"/>
                    <a:pt x="232123" y="68234"/>
                  </a:cubicBezTo>
                  <a:cubicBezTo>
                    <a:pt x="233075" y="67315"/>
                    <a:pt x="234237" y="66855"/>
                    <a:pt x="235593" y="66855"/>
                  </a:cubicBezTo>
                  <a:cubicBezTo>
                    <a:pt x="236553" y="66855"/>
                    <a:pt x="237505" y="67000"/>
                    <a:pt x="238466" y="67290"/>
                  </a:cubicBezTo>
                  <a:cubicBezTo>
                    <a:pt x="239055" y="67476"/>
                    <a:pt x="240483" y="68210"/>
                    <a:pt x="242767" y="69501"/>
                  </a:cubicBezTo>
                  <a:cubicBezTo>
                    <a:pt x="245083" y="70784"/>
                    <a:pt x="246882" y="71648"/>
                    <a:pt x="248173" y="72092"/>
                  </a:cubicBezTo>
                  <a:cubicBezTo>
                    <a:pt x="249456" y="72495"/>
                    <a:pt x="250787" y="72697"/>
                    <a:pt x="252143" y="72697"/>
                  </a:cubicBezTo>
                  <a:cubicBezTo>
                    <a:pt x="255452" y="72697"/>
                    <a:pt x="258179" y="70784"/>
                    <a:pt x="260309" y="66960"/>
                  </a:cubicBezTo>
                  <a:cubicBezTo>
                    <a:pt x="262480" y="63102"/>
                    <a:pt x="263561" y="59003"/>
                    <a:pt x="263561" y="54662"/>
                  </a:cubicBezTo>
                  <a:cubicBezTo>
                    <a:pt x="263561" y="51127"/>
                    <a:pt x="262827" y="47988"/>
                    <a:pt x="261358" y="45229"/>
                  </a:cubicBezTo>
                  <a:cubicBezTo>
                    <a:pt x="259922" y="42469"/>
                    <a:pt x="257638" y="40250"/>
                    <a:pt x="254516" y="38555"/>
                  </a:cubicBezTo>
                  <a:cubicBezTo>
                    <a:pt x="251393" y="36829"/>
                    <a:pt x="247971" y="35852"/>
                    <a:pt x="244259" y="35634"/>
                  </a:cubicBezTo>
                  <a:close/>
                </a:path>
              </a:pathLst>
            </a:custGeom>
            <a:solidFill>
              <a:srgbClr val="000000"/>
            </a:solidFill>
            <a:ln w="807" cap="flat">
              <a:noFill/>
              <a:prstDash val="solid"/>
              <a:miter/>
            </a:ln>
          </p:spPr>
        </p:sp>
        <p:sp>
          <p:nvSpPr>
            <p:cNvPr id="50" name="任意形状 49">
              <a:extLst>
                <a:ext uri="{FF2B5EF4-FFF2-40B4-BE49-F238E27FC236}">
                  <a16:creationId xmlns:a16="http://schemas.microsoft.com/office/drawing/2014/main" id="{CA3C8B9F-7C2D-D768-38A0-E94EB3EB4432}"/>
                </a:ext>
              </a:extLst>
            </p:cNvPr>
            <p:cNvSpPr/>
            <p:nvPr/>
          </p:nvSpPr>
          <p:spPr>
            <a:xfrm>
              <a:off x="4643074" y="1790704"/>
              <a:ext cx="187538" cy="91857"/>
            </a:xfrm>
            <a:custGeom>
              <a:avLst/>
              <a:gdLst>
                <a:gd name="csX0" fmla="*/ 71882 w 159692"/>
                <a:gd name="csY0" fmla="*/ 0 h 78218"/>
                <a:gd name="csX1" fmla="*/ 66306 w 159692"/>
                <a:gd name="csY1" fmla="*/ 24215 h 78218"/>
                <a:gd name="csX2" fmla="*/ 64321 w 159692"/>
                <a:gd name="csY2" fmla="*/ 24215 h 78218"/>
                <a:gd name="csX3" fmla="*/ 64103 w 159692"/>
                <a:gd name="csY3" fmla="*/ 18148 h 78218"/>
                <a:gd name="csX4" fmla="*/ 62828 w 159692"/>
                <a:gd name="csY4" fmla="*/ 12245 h 78218"/>
                <a:gd name="csX5" fmla="*/ 59851 w 159692"/>
                <a:gd name="csY5" fmla="*/ 7777 h 78218"/>
                <a:gd name="csX6" fmla="*/ 54831 w 159692"/>
                <a:gd name="csY6" fmla="*/ 4799 h 78218"/>
                <a:gd name="csX7" fmla="*/ 48101 w 159692"/>
                <a:gd name="csY7" fmla="*/ 3696 h 78218"/>
                <a:gd name="csX8" fmla="*/ 30841 w 159692"/>
                <a:gd name="csY8" fmla="*/ 9101 h 78218"/>
                <a:gd name="csX9" fmla="*/ 16058 w 159692"/>
                <a:gd name="csY9" fmla="*/ 28574 h 78218"/>
                <a:gd name="csX10" fmla="*/ 11644 w 159692"/>
                <a:gd name="csY10" fmla="*/ 49590 h 78218"/>
                <a:gd name="csX11" fmla="*/ 17987 w 159692"/>
                <a:gd name="csY11" fmla="*/ 66966 h 78218"/>
                <a:gd name="csX12" fmla="*/ 34480 w 159692"/>
                <a:gd name="csY12" fmla="*/ 73420 h 78218"/>
                <a:gd name="csX13" fmla="*/ 48101 w 159692"/>
                <a:gd name="csY13" fmla="*/ 70000 h 78218"/>
                <a:gd name="csX14" fmla="*/ 59245 w 159692"/>
                <a:gd name="csY14" fmla="*/ 59464 h 78218"/>
                <a:gd name="csX15" fmla="*/ 61836 w 159692"/>
                <a:gd name="csY15" fmla="*/ 59464 h 78218"/>
                <a:gd name="csX16" fmla="*/ 48376 w 159692"/>
                <a:gd name="csY16" fmla="*/ 73696 h 78218"/>
                <a:gd name="csX17" fmla="*/ 30672 w 159692"/>
                <a:gd name="csY17" fmla="*/ 78219 h 78218"/>
                <a:gd name="csX18" fmla="*/ 14452 w 159692"/>
                <a:gd name="csY18" fmla="*/ 74412 h 78218"/>
                <a:gd name="csX19" fmla="*/ 3696 w 159692"/>
                <a:gd name="csY19" fmla="*/ 63601 h 78218"/>
                <a:gd name="csX20" fmla="*/ 0 w 159692"/>
                <a:gd name="csY20" fmla="*/ 48653 h 78218"/>
                <a:gd name="csX21" fmla="*/ 6569 w 159692"/>
                <a:gd name="csY21" fmla="*/ 24822 h 78218"/>
                <a:gd name="csX22" fmla="*/ 24547 w 159692"/>
                <a:gd name="csY22" fmla="*/ 6619 h 78218"/>
                <a:gd name="csX23" fmla="*/ 47666 w 159692"/>
                <a:gd name="csY23" fmla="*/ 0 h 78218"/>
                <a:gd name="csX24" fmla="*/ 59907 w 159692"/>
                <a:gd name="csY24" fmla="*/ 2592 h 78218"/>
                <a:gd name="csX25" fmla="*/ 64208 w 159692"/>
                <a:gd name="csY25" fmla="*/ 3696 h 78218"/>
                <a:gd name="csX26" fmla="*/ 66532 w 159692"/>
                <a:gd name="csY26" fmla="*/ 3144 h 78218"/>
                <a:gd name="csX27" fmla="*/ 69840 w 159692"/>
                <a:gd name="csY27" fmla="*/ 0 h 78218"/>
                <a:gd name="csX28" fmla="*/ 71882 w 159692"/>
                <a:gd name="csY28" fmla="*/ 0 h 78218"/>
                <a:gd name="csX29" fmla="*/ 82525 w 159692"/>
                <a:gd name="csY29" fmla="*/ 1710 h 78218"/>
                <a:gd name="csX30" fmla="*/ 114133 w 159692"/>
                <a:gd name="csY30" fmla="*/ 1710 h 78218"/>
                <a:gd name="csX31" fmla="*/ 113528 w 159692"/>
                <a:gd name="csY31" fmla="*/ 3751 h 78218"/>
                <a:gd name="csX32" fmla="*/ 106572 w 159692"/>
                <a:gd name="csY32" fmla="*/ 4688 h 78218"/>
                <a:gd name="csX33" fmla="*/ 103046 w 159692"/>
                <a:gd name="csY33" fmla="*/ 7501 h 78218"/>
                <a:gd name="csX34" fmla="*/ 100012 w 159692"/>
                <a:gd name="csY34" fmla="*/ 15059 h 78218"/>
                <a:gd name="csX35" fmla="*/ 92346 w 159692"/>
                <a:gd name="csY35" fmla="*/ 41536 h 78218"/>
                <a:gd name="csX36" fmla="*/ 89917 w 159692"/>
                <a:gd name="csY36" fmla="*/ 50804 h 78218"/>
                <a:gd name="csX37" fmla="*/ 89255 w 159692"/>
                <a:gd name="csY37" fmla="*/ 57367 h 78218"/>
                <a:gd name="csX38" fmla="*/ 94218 w 159692"/>
                <a:gd name="csY38" fmla="*/ 68676 h 78218"/>
                <a:gd name="csX39" fmla="*/ 107516 w 159692"/>
                <a:gd name="csY39" fmla="*/ 73254 h 78218"/>
                <a:gd name="csX40" fmla="*/ 117280 w 159692"/>
                <a:gd name="csY40" fmla="*/ 71214 h 78218"/>
                <a:gd name="csX41" fmla="*/ 124615 w 159692"/>
                <a:gd name="csY41" fmla="*/ 65421 h 78218"/>
                <a:gd name="csX42" fmla="*/ 130239 w 159692"/>
                <a:gd name="csY42" fmla="*/ 55327 h 78218"/>
                <a:gd name="csX43" fmla="*/ 134710 w 159692"/>
                <a:gd name="csY43" fmla="*/ 42419 h 78218"/>
                <a:gd name="csX44" fmla="*/ 141327 w 159692"/>
                <a:gd name="csY44" fmla="*/ 19582 h 78218"/>
                <a:gd name="csX45" fmla="*/ 143812 w 159692"/>
                <a:gd name="csY45" fmla="*/ 8440 h 78218"/>
                <a:gd name="csX46" fmla="*/ 142101 w 159692"/>
                <a:gd name="csY46" fmla="*/ 5350 h 78218"/>
                <a:gd name="csX47" fmla="*/ 135315 w 159692"/>
                <a:gd name="csY47" fmla="*/ 3751 h 78218"/>
                <a:gd name="csX48" fmla="*/ 135920 w 159692"/>
                <a:gd name="csY48" fmla="*/ 1710 h 78218"/>
                <a:gd name="csX49" fmla="*/ 159693 w 159692"/>
                <a:gd name="csY49" fmla="*/ 1710 h 78218"/>
                <a:gd name="csX50" fmla="*/ 159087 w 159692"/>
                <a:gd name="csY50" fmla="*/ 3751 h 78218"/>
                <a:gd name="csX51" fmla="*/ 153019 w 159692"/>
                <a:gd name="csY51" fmla="*/ 4578 h 78218"/>
                <a:gd name="csX52" fmla="*/ 149824 w 159692"/>
                <a:gd name="csY52" fmla="*/ 7446 h 78218"/>
                <a:gd name="csX53" fmla="*/ 146733 w 159692"/>
                <a:gd name="csY53" fmla="*/ 15445 h 78218"/>
                <a:gd name="csX54" fmla="*/ 138623 w 159692"/>
                <a:gd name="csY54" fmla="*/ 43191 h 78218"/>
                <a:gd name="csX55" fmla="*/ 131232 w 159692"/>
                <a:gd name="csY55" fmla="*/ 63160 h 78218"/>
                <a:gd name="csX56" fmla="*/ 121137 w 159692"/>
                <a:gd name="csY56" fmla="*/ 73916 h 78218"/>
                <a:gd name="csX57" fmla="*/ 104813 w 159692"/>
                <a:gd name="csY57" fmla="*/ 78219 h 78218"/>
                <a:gd name="csX58" fmla="*/ 86665 w 159692"/>
                <a:gd name="csY58" fmla="*/ 71875 h 78218"/>
                <a:gd name="csX59" fmla="*/ 79766 w 159692"/>
                <a:gd name="csY59" fmla="*/ 57258 h 78218"/>
                <a:gd name="csX60" fmla="*/ 80371 w 159692"/>
                <a:gd name="csY60" fmla="*/ 50307 h 78218"/>
                <a:gd name="csX61" fmla="*/ 82525 w 159692"/>
                <a:gd name="csY61" fmla="*/ 41923 h 78218"/>
                <a:gd name="csX62" fmla="*/ 89917 w 159692"/>
                <a:gd name="csY62" fmla="*/ 16493 h 78218"/>
                <a:gd name="csX63" fmla="*/ 91458 w 159692"/>
                <a:gd name="csY63" fmla="*/ 8384 h 78218"/>
                <a:gd name="csX64" fmla="*/ 89860 w 159692"/>
                <a:gd name="csY64" fmla="*/ 5240 h 78218"/>
                <a:gd name="csX65" fmla="*/ 81977 w 159692"/>
                <a:gd name="csY65" fmla="*/ 3751 h 78218"/>
                <a:gd name="csX66" fmla="*/ 82525 w 159692"/>
                <a:gd name="csY66" fmla="*/ 1710 h 782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8">
                  <a:moveTo>
                    <a:pt x="71882" y="0"/>
                  </a:moveTo>
                  <a:lnTo>
                    <a:pt x="66306" y="24215"/>
                  </a:lnTo>
                  <a:lnTo>
                    <a:pt x="64321" y="24215"/>
                  </a:lnTo>
                  <a:lnTo>
                    <a:pt x="64103" y="18148"/>
                  </a:lnTo>
                  <a:cubicBezTo>
                    <a:pt x="63917" y="15941"/>
                    <a:pt x="63498" y="13974"/>
                    <a:pt x="62828" y="12245"/>
                  </a:cubicBezTo>
                  <a:cubicBezTo>
                    <a:pt x="62166" y="10517"/>
                    <a:pt x="61174" y="9028"/>
                    <a:pt x="59851" y="7777"/>
                  </a:cubicBezTo>
                  <a:cubicBezTo>
                    <a:pt x="58527" y="6490"/>
                    <a:pt x="56857" y="5498"/>
                    <a:pt x="54831" y="4799"/>
                  </a:cubicBezTo>
                  <a:cubicBezTo>
                    <a:pt x="52814" y="4063"/>
                    <a:pt x="50571" y="3696"/>
                    <a:pt x="48101" y="3696"/>
                  </a:cubicBezTo>
                  <a:cubicBezTo>
                    <a:pt x="41525" y="3696"/>
                    <a:pt x="35763" y="5498"/>
                    <a:pt x="30841" y="9101"/>
                  </a:cubicBezTo>
                  <a:cubicBezTo>
                    <a:pt x="24547" y="13698"/>
                    <a:pt x="19625" y="20189"/>
                    <a:pt x="16058" y="28574"/>
                  </a:cubicBezTo>
                  <a:cubicBezTo>
                    <a:pt x="13113" y="35487"/>
                    <a:pt x="11644" y="42492"/>
                    <a:pt x="11644" y="49590"/>
                  </a:cubicBezTo>
                  <a:cubicBezTo>
                    <a:pt x="11644" y="56834"/>
                    <a:pt x="13758" y="62626"/>
                    <a:pt x="17987" y="66966"/>
                  </a:cubicBezTo>
                  <a:cubicBezTo>
                    <a:pt x="22215" y="71268"/>
                    <a:pt x="27710" y="73420"/>
                    <a:pt x="34480" y="73420"/>
                  </a:cubicBezTo>
                  <a:cubicBezTo>
                    <a:pt x="39588" y="73420"/>
                    <a:pt x="44131" y="72280"/>
                    <a:pt x="48101" y="70000"/>
                  </a:cubicBezTo>
                  <a:cubicBezTo>
                    <a:pt x="52112" y="67720"/>
                    <a:pt x="55824" y="64208"/>
                    <a:pt x="59245" y="59464"/>
                  </a:cubicBezTo>
                  <a:lnTo>
                    <a:pt x="61836" y="59464"/>
                  </a:lnTo>
                  <a:cubicBezTo>
                    <a:pt x="57793" y="65899"/>
                    <a:pt x="53306" y="70643"/>
                    <a:pt x="48376" y="73696"/>
                  </a:cubicBezTo>
                  <a:cubicBezTo>
                    <a:pt x="43454" y="76711"/>
                    <a:pt x="37547" y="78219"/>
                    <a:pt x="30672" y="78219"/>
                  </a:cubicBezTo>
                  <a:cubicBezTo>
                    <a:pt x="24571" y="78219"/>
                    <a:pt x="19165" y="76950"/>
                    <a:pt x="14452" y="74412"/>
                  </a:cubicBezTo>
                  <a:cubicBezTo>
                    <a:pt x="9748" y="71838"/>
                    <a:pt x="6165" y="68234"/>
                    <a:pt x="3696" y="63601"/>
                  </a:cubicBezTo>
                  <a:cubicBezTo>
                    <a:pt x="1235" y="58968"/>
                    <a:pt x="0" y="53985"/>
                    <a:pt x="0" y="48653"/>
                  </a:cubicBezTo>
                  <a:cubicBezTo>
                    <a:pt x="0" y="40488"/>
                    <a:pt x="2195" y="32545"/>
                    <a:pt x="6569" y="24822"/>
                  </a:cubicBezTo>
                  <a:cubicBezTo>
                    <a:pt x="10942" y="17100"/>
                    <a:pt x="16938" y="11032"/>
                    <a:pt x="24547" y="6619"/>
                  </a:cubicBezTo>
                  <a:cubicBezTo>
                    <a:pt x="32197" y="2206"/>
                    <a:pt x="39903" y="0"/>
                    <a:pt x="47666" y="0"/>
                  </a:cubicBezTo>
                  <a:cubicBezTo>
                    <a:pt x="51305" y="0"/>
                    <a:pt x="55388" y="864"/>
                    <a:pt x="59907" y="2592"/>
                  </a:cubicBezTo>
                  <a:cubicBezTo>
                    <a:pt x="61892" y="3328"/>
                    <a:pt x="63328" y="3696"/>
                    <a:pt x="64208" y="3696"/>
                  </a:cubicBezTo>
                  <a:cubicBezTo>
                    <a:pt x="65096" y="3696"/>
                    <a:pt x="65862" y="3512"/>
                    <a:pt x="66532" y="3144"/>
                  </a:cubicBezTo>
                  <a:cubicBezTo>
                    <a:pt x="67194" y="2776"/>
                    <a:pt x="68291" y="1728"/>
                    <a:pt x="69840" y="0"/>
                  </a:cubicBezTo>
                  <a:lnTo>
                    <a:pt x="71882" y="0"/>
                  </a:lnTo>
                  <a:close/>
                  <a:moveTo>
                    <a:pt x="82525" y="1710"/>
                  </a:moveTo>
                  <a:lnTo>
                    <a:pt x="114133" y="1710"/>
                  </a:lnTo>
                  <a:lnTo>
                    <a:pt x="113528" y="3751"/>
                  </a:lnTo>
                  <a:cubicBezTo>
                    <a:pt x="110292" y="3824"/>
                    <a:pt x="107976" y="4136"/>
                    <a:pt x="106572" y="4688"/>
                  </a:cubicBezTo>
                  <a:cubicBezTo>
                    <a:pt x="105216" y="5203"/>
                    <a:pt x="104038" y="6141"/>
                    <a:pt x="103046" y="7501"/>
                  </a:cubicBezTo>
                  <a:cubicBezTo>
                    <a:pt x="102085" y="8863"/>
                    <a:pt x="101077" y="11381"/>
                    <a:pt x="100012" y="15059"/>
                  </a:cubicBezTo>
                  <a:lnTo>
                    <a:pt x="92346" y="41536"/>
                  </a:lnTo>
                  <a:cubicBezTo>
                    <a:pt x="90982" y="46243"/>
                    <a:pt x="90175" y="49333"/>
                    <a:pt x="89917" y="50804"/>
                  </a:cubicBezTo>
                  <a:cubicBezTo>
                    <a:pt x="89473" y="53157"/>
                    <a:pt x="89255" y="55345"/>
                    <a:pt x="89255" y="57367"/>
                  </a:cubicBezTo>
                  <a:cubicBezTo>
                    <a:pt x="89255" y="61818"/>
                    <a:pt x="90909" y="65587"/>
                    <a:pt x="94218" y="68676"/>
                  </a:cubicBezTo>
                  <a:cubicBezTo>
                    <a:pt x="97526" y="71728"/>
                    <a:pt x="101956" y="73254"/>
                    <a:pt x="107516" y="73254"/>
                  </a:cubicBezTo>
                  <a:cubicBezTo>
                    <a:pt x="111155" y="73254"/>
                    <a:pt x="114407" y="72574"/>
                    <a:pt x="117280" y="71214"/>
                  </a:cubicBezTo>
                  <a:cubicBezTo>
                    <a:pt x="120145" y="69816"/>
                    <a:pt x="122590" y="67885"/>
                    <a:pt x="124615" y="65421"/>
                  </a:cubicBezTo>
                  <a:cubicBezTo>
                    <a:pt x="126673" y="62921"/>
                    <a:pt x="128545" y="59556"/>
                    <a:pt x="130239" y="55327"/>
                  </a:cubicBezTo>
                  <a:cubicBezTo>
                    <a:pt x="131934" y="51061"/>
                    <a:pt x="133419" y="46759"/>
                    <a:pt x="134710" y="42419"/>
                  </a:cubicBezTo>
                  <a:lnTo>
                    <a:pt x="141327" y="19582"/>
                  </a:lnTo>
                  <a:cubicBezTo>
                    <a:pt x="142981" y="13882"/>
                    <a:pt x="143812" y="10167"/>
                    <a:pt x="143812" y="8440"/>
                  </a:cubicBezTo>
                  <a:cubicBezTo>
                    <a:pt x="143812" y="7226"/>
                    <a:pt x="143239" y="6196"/>
                    <a:pt x="142101" y="5350"/>
                  </a:cubicBezTo>
                  <a:cubicBezTo>
                    <a:pt x="140996" y="4468"/>
                    <a:pt x="138737" y="3935"/>
                    <a:pt x="135315" y="3751"/>
                  </a:cubicBezTo>
                  <a:lnTo>
                    <a:pt x="135920" y="1710"/>
                  </a:lnTo>
                  <a:lnTo>
                    <a:pt x="159693" y="1710"/>
                  </a:lnTo>
                  <a:lnTo>
                    <a:pt x="159087" y="3751"/>
                  </a:lnTo>
                  <a:cubicBezTo>
                    <a:pt x="156295" y="3751"/>
                    <a:pt x="154270" y="4027"/>
                    <a:pt x="153019" y="4578"/>
                  </a:cubicBezTo>
                  <a:cubicBezTo>
                    <a:pt x="151809" y="5093"/>
                    <a:pt x="150744" y="6049"/>
                    <a:pt x="149824" y="7446"/>
                  </a:cubicBezTo>
                  <a:cubicBezTo>
                    <a:pt x="148904" y="8807"/>
                    <a:pt x="147871" y="11473"/>
                    <a:pt x="146733" y="15445"/>
                  </a:cubicBezTo>
                  <a:lnTo>
                    <a:pt x="138623" y="43191"/>
                  </a:lnTo>
                  <a:cubicBezTo>
                    <a:pt x="136017" y="52201"/>
                    <a:pt x="133548" y="58857"/>
                    <a:pt x="131232" y="63160"/>
                  </a:cubicBezTo>
                  <a:cubicBezTo>
                    <a:pt x="128916" y="67425"/>
                    <a:pt x="125551" y="71011"/>
                    <a:pt x="121137" y="73916"/>
                  </a:cubicBezTo>
                  <a:cubicBezTo>
                    <a:pt x="116763" y="76785"/>
                    <a:pt x="111317" y="78219"/>
                    <a:pt x="104813" y="78219"/>
                  </a:cubicBezTo>
                  <a:cubicBezTo>
                    <a:pt x="97308" y="78219"/>
                    <a:pt x="91256" y="76104"/>
                    <a:pt x="86665" y="71875"/>
                  </a:cubicBezTo>
                  <a:cubicBezTo>
                    <a:pt x="82065" y="67609"/>
                    <a:pt x="79766" y="62737"/>
                    <a:pt x="79766" y="57258"/>
                  </a:cubicBezTo>
                  <a:cubicBezTo>
                    <a:pt x="79766" y="55088"/>
                    <a:pt x="79967" y="52771"/>
                    <a:pt x="80371" y="50307"/>
                  </a:cubicBezTo>
                  <a:cubicBezTo>
                    <a:pt x="80669" y="48689"/>
                    <a:pt x="81388" y="45894"/>
                    <a:pt x="82525" y="41923"/>
                  </a:cubicBezTo>
                  <a:lnTo>
                    <a:pt x="89917" y="16493"/>
                  </a:lnTo>
                  <a:cubicBezTo>
                    <a:pt x="90950" y="12816"/>
                    <a:pt x="91458" y="10112"/>
                    <a:pt x="91458" y="8384"/>
                  </a:cubicBezTo>
                  <a:cubicBezTo>
                    <a:pt x="91458" y="7024"/>
                    <a:pt x="90926" y="5975"/>
                    <a:pt x="89860" y="5240"/>
                  </a:cubicBezTo>
                  <a:cubicBezTo>
                    <a:pt x="88827" y="4468"/>
                    <a:pt x="86205" y="3971"/>
                    <a:pt x="81977" y="3751"/>
                  </a:cubicBezTo>
                  <a:lnTo>
                    <a:pt x="82525" y="1710"/>
                  </a:lnTo>
                  <a:close/>
                </a:path>
              </a:pathLst>
            </a:custGeom>
            <a:solidFill>
              <a:srgbClr val="000000"/>
            </a:solidFill>
            <a:ln w="807" cap="flat">
              <a:noFill/>
              <a:prstDash val="solid"/>
              <a:miter/>
            </a:ln>
          </p:spPr>
        </p:sp>
        <p:sp>
          <p:nvSpPr>
            <p:cNvPr id="51" name="任意形状 50">
              <a:extLst>
                <a:ext uri="{FF2B5EF4-FFF2-40B4-BE49-F238E27FC236}">
                  <a16:creationId xmlns:a16="http://schemas.microsoft.com/office/drawing/2014/main" id="{4B01DD1B-CA0B-9EDB-AC27-8C1A01364817}"/>
                </a:ext>
              </a:extLst>
            </p:cNvPr>
            <p:cNvSpPr/>
            <p:nvPr/>
          </p:nvSpPr>
          <p:spPr>
            <a:xfrm>
              <a:off x="4623173" y="2492911"/>
              <a:ext cx="187538" cy="91855"/>
            </a:xfrm>
            <a:custGeom>
              <a:avLst/>
              <a:gdLst>
                <a:gd name="csX0" fmla="*/ 71882 w 159692"/>
                <a:gd name="csY0" fmla="*/ 0 h 78216"/>
                <a:gd name="csX1" fmla="*/ 66306 w 159692"/>
                <a:gd name="csY1" fmla="*/ 24216 h 78216"/>
                <a:gd name="csX2" fmla="*/ 64321 w 159692"/>
                <a:gd name="csY2" fmla="*/ 24216 h 78216"/>
                <a:gd name="csX3" fmla="*/ 64103 w 159692"/>
                <a:gd name="csY3" fmla="*/ 18148 h 78216"/>
                <a:gd name="csX4" fmla="*/ 62828 w 159692"/>
                <a:gd name="csY4" fmla="*/ 12241 h 78216"/>
                <a:gd name="csX5" fmla="*/ 59851 w 159692"/>
                <a:gd name="csY5" fmla="*/ 7771 h 78216"/>
                <a:gd name="csX6" fmla="*/ 54831 w 159692"/>
                <a:gd name="csY6" fmla="*/ 4793 h 78216"/>
                <a:gd name="csX7" fmla="*/ 48101 w 159692"/>
                <a:gd name="csY7" fmla="*/ 3696 h 78216"/>
                <a:gd name="csX8" fmla="*/ 30841 w 159692"/>
                <a:gd name="csY8" fmla="*/ 9094 h 78216"/>
                <a:gd name="csX9" fmla="*/ 16058 w 159692"/>
                <a:gd name="csY9" fmla="*/ 28574 h 78216"/>
                <a:gd name="csX10" fmla="*/ 11644 w 159692"/>
                <a:gd name="csY10" fmla="*/ 49586 h 78216"/>
                <a:gd name="csX11" fmla="*/ 17987 w 159692"/>
                <a:gd name="csY11" fmla="*/ 66960 h 78216"/>
                <a:gd name="csX12" fmla="*/ 34480 w 159692"/>
                <a:gd name="csY12" fmla="*/ 73415 h 78216"/>
                <a:gd name="csX13" fmla="*/ 48101 w 159692"/>
                <a:gd name="csY13" fmla="*/ 69994 h 78216"/>
                <a:gd name="csX14" fmla="*/ 59245 w 159692"/>
                <a:gd name="csY14" fmla="*/ 59463 h 78216"/>
                <a:gd name="csX15" fmla="*/ 61836 w 159692"/>
                <a:gd name="csY15" fmla="*/ 59463 h 78216"/>
                <a:gd name="csX16" fmla="*/ 48376 w 159692"/>
                <a:gd name="csY16" fmla="*/ 73689 h 78216"/>
                <a:gd name="csX17" fmla="*/ 30672 w 159692"/>
                <a:gd name="csY17" fmla="*/ 78216 h 78216"/>
                <a:gd name="csX18" fmla="*/ 14452 w 159692"/>
                <a:gd name="csY18" fmla="*/ 74408 h 78216"/>
                <a:gd name="csX19" fmla="*/ 3696 w 159692"/>
                <a:gd name="csY19" fmla="*/ 63595 h 78216"/>
                <a:gd name="csX20" fmla="*/ 0 w 159692"/>
                <a:gd name="csY20" fmla="*/ 48650 h 78216"/>
                <a:gd name="csX21" fmla="*/ 6569 w 159692"/>
                <a:gd name="csY21" fmla="*/ 24821 h 78216"/>
                <a:gd name="csX22" fmla="*/ 24547 w 159692"/>
                <a:gd name="csY22" fmla="*/ 6617 h 78216"/>
                <a:gd name="csX23" fmla="*/ 47666 w 159692"/>
                <a:gd name="csY23" fmla="*/ 0 h 78216"/>
                <a:gd name="csX24" fmla="*/ 59907 w 159692"/>
                <a:gd name="csY24" fmla="*/ 2590 h 78216"/>
                <a:gd name="csX25" fmla="*/ 64208 w 159692"/>
                <a:gd name="csY25" fmla="*/ 3696 h 78216"/>
                <a:gd name="csX26" fmla="*/ 66532 w 159692"/>
                <a:gd name="csY26" fmla="*/ 3139 h 78216"/>
                <a:gd name="csX27" fmla="*/ 69840 w 159692"/>
                <a:gd name="csY27" fmla="*/ 0 h 78216"/>
                <a:gd name="csX28" fmla="*/ 71882 w 159692"/>
                <a:gd name="csY28" fmla="*/ 0 h 78216"/>
                <a:gd name="csX29" fmla="*/ 82525 w 159692"/>
                <a:gd name="csY29" fmla="*/ 1703 h 78216"/>
                <a:gd name="csX30" fmla="*/ 114133 w 159692"/>
                <a:gd name="csY30" fmla="*/ 1703 h 78216"/>
                <a:gd name="csX31" fmla="*/ 113528 w 159692"/>
                <a:gd name="csY31" fmla="*/ 3744 h 78216"/>
                <a:gd name="csX32" fmla="*/ 106572 w 159692"/>
                <a:gd name="csY32" fmla="*/ 4688 h 78216"/>
                <a:gd name="csX33" fmla="*/ 103046 w 159692"/>
                <a:gd name="csY33" fmla="*/ 7496 h 78216"/>
                <a:gd name="csX34" fmla="*/ 100012 w 159692"/>
                <a:gd name="csY34" fmla="*/ 15057 h 78216"/>
                <a:gd name="csX35" fmla="*/ 92346 w 159692"/>
                <a:gd name="csY35" fmla="*/ 41533 h 78216"/>
                <a:gd name="csX36" fmla="*/ 89917 w 159692"/>
                <a:gd name="csY36" fmla="*/ 50797 h 78216"/>
                <a:gd name="csX37" fmla="*/ 89255 w 159692"/>
                <a:gd name="csY37" fmla="*/ 57365 h 78216"/>
                <a:gd name="csX38" fmla="*/ 94218 w 159692"/>
                <a:gd name="csY38" fmla="*/ 68670 h 78216"/>
                <a:gd name="csX39" fmla="*/ 107516 w 159692"/>
                <a:gd name="csY39" fmla="*/ 73254 h 78216"/>
                <a:gd name="csX40" fmla="*/ 117280 w 159692"/>
                <a:gd name="csY40" fmla="*/ 71212 h 78216"/>
                <a:gd name="csX41" fmla="*/ 124615 w 159692"/>
                <a:gd name="csY41" fmla="*/ 65418 h 78216"/>
                <a:gd name="csX42" fmla="*/ 130239 w 159692"/>
                <a:gd name="csY42" fmla="*/ 55323 h 78216"/>
                <a:gd name="csX43" fmla="*/ 134710 w 159692"/>
                <a:gd name="csY43" fmla="*/ 42413 h 78216"/>
                <a:gd name="csX44" fmla="*/ 141327 w 159692"/>
                <a:gd name="csY44" fmla="*/ 19576 h 78216"/>
                <a:gd name="csX45" fmla="*/ 143812 w 159692"/>
                <a:gd name="csY45" fmla="*/ 8433 h 78216"/>
                <a:gd name="csX46" fmla="*/ 142101 w 159692"/>
                <a:gd name="csY46" fmla="*/ 5350 h 78216"/>
                <a:gd name="csX47" fmla="*/ 135315 w 159692"/>
                <a:gd name="csY47" fmla="*/ 3744 h 78216"/>
                <a:gd name="csX48" fmla="*/ 135920 w 159692"/>
                <a:gd name="csY48" fmla="*/ 1703 h 78216"/>
                <a:gd name="csX49" fmla="*/ 159693 w 159692"/>
                <a:gd name="csY49" fmla="*/ 1703 h 78216"/>
                <a:gd name="csX50" fmla="*/ 159087 w 159692"/>
                <a:gd name="csY50" fmla="*/ 3744 h 78216"/>
                <a:gd name="csX51" fmla="*/ 153019 w 159692"/>
                <a:gd name="csY51" fmla="*/ 4575 h 78216"/>
                <a:gd name="csX52" fmla="*/ 149824 w 159692"/>
                <a:gd name="csY52" fmla="*/ 7440 h 78216"/>
                <a:gd name="csX53" fmla="*/ 146733 w 159692"/>
                <a:gd name="csY53" fmla="*/ 15445 h 78216"/>
                <a:gd name="csX54" fmla="*/ 138623 w 159692"/>
                <a:gd name="csY54" fmla="*/ 43187 h 78216"/>
                <a:gd name="csX55" fmla="*/ 131232 w 159692"/>
                <a:gd name="csY55" fmla="*/ 63159 h 78216"/>
                <a:gd name="csX56" fmla="*/ 121137 w 159692"/>
                <a:gd name="csY56" fmla="*/ 73915 h 78216"/>
                <a:gd name="csX57" fmla="*/ 104813 w 159692"/>
                <a:gd name="csY57" fmla="*/ 78216 h 78216"/>
                <a:gd name="csX58" fmla="*/ 86665 w 159692"/>
                <a:gd name="csY58" fmla="*/ 71874 h 78216"/>
                <a:gd name="csX59" fmla="*/ 79766 w 159692"/>
                <a:gd name="csY59" fmla="*/ 57252 h 78216"/>
                <a:gd name="csX60" fmla="*/ 80371 w 159692"/>
                <a:gd name="csY60" fmla="*/ 50304 h 78216"/>
                <a:gd name="csX61" fmla="*/ 82525 w 159692"/>
                <a:gd name="csY61" fmla="*/ 41920 h 78216"/>
                <a:gd name="csX62" fmla="*/ 89917 w 159692"/>
                <a:gd name="csY62" fmla="*/ 16486 h 78216"/>
                <a:gd name="csX63" fmla="*/ 91458 w 159692"/>
                <a:gd name="csY63" fmla="*/ 8384 h 78216"/>
                <a:gd name="csX64" fmla="*/ 89860 w 159692"/>
                <a:gd name="csY64" fmla="*/ 5237 h 78216"/>
                <a:gd name="csX65" fmla="*/ 81977 w 159692"/>
                <a:gd name="csY65" fmla="*/ 3744 h 78216"/>
                <a:gd name="csX66" fmla="*/ 82525 w 159692"/>
                <a:gd name="csY66"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82525" y="1703"/>
                  </a:moveTo>
                  <a:lnTo>
                    <a:pt x="114133" y="1703"/>
                  </a:lnTo>
                  <a:lnTo>
                    <a:pt x="113528" y="3744"/>
                  </a:lnTo>
                  <a:cubicBezTo>
                    <a:pt x="110292" y="3825"/>
                    <a:pt x="107976" y="4132"/>
                    <a:pt x="106572" y="4688"/>
                  </a:cubicBezTo>
                  <a:cubicBezTo>
                    <a:pt x="105216" y="5197"/>
                    <a:pt x="104038" y="6141"/>
                    <a:pt x="103046" y="7496"/>
                  </a:cubicBezTo>
                  <a:cubicBezTo>
                    <a:pt x="102085" y="8860"/>
                    <a:pt x="101077" y="11378"/>
                    <a:pt x="100012" y="15057"/>
                  </a:cubicBezTo>
                  <a:lnTo>
                    <a:pt x="92346" y="41533"/>
                  </a:lnTo>
                  <a:cubicBezTo>
                    <a:pt x="90982" y="46237"/>
                    <a:pt x="90175" y="49328"/>
                    <a:pt x="89917" y="50797"/>
                  </a:cubicBezTo>
                  <a:cubicBezTo>
                    <a:pt x="89473" y="53153"/>
                    <a:pt x="89255" y="55340"/>
                    <a:pt x="89255" y="57365"/>
                  </a:cubicBezTo>
                  <a:cubicBezTo>
                    <a:pt x="89255" y="61811"/>
                    <a:pt x="90909" y="65580"/>
                    <a:pt x="94218" y="68670"/>
                  </a:cubicBezTo>
                  <a:cubicBezTo>
                    <a:pt x="97526" y="71728"/>
                    <a:pt x="101956" y="73254"/>
                    <a:pt x="107516" y="73254"/>
                  </a:cubicBezTo>
                  <a:cubicBezTo>
                    <a:pt x="111155" y="73254"/>
                    <a:pt x="114407" y="72568"/>
                    <a:pt x="117280" y="71212"/>
                  </a:cubicBezTo>
                  <a:cubicBezTo>
                    <a:pt x="120145" y="69816"/>
                    <a:pt x="122590" y="67879"/>
                    <a:pt x="124615" y="65418"/>
                  </a:cubicBezTo>
                  <a:cubicBezTo>
                    <a:pt x="126673" y="62917"/>
                    <a:pt x="128545" y="59552"/>
                    <a:pt x="130239" y="55323"/>
                  </a:cubicBezTo>
                  <a:cubicBezTo>
                    <a:pt x="131934" y="51055"/>
                    <a:pt x="133419" y="46754"/>
                    <a:pt x="134710" y="42413"/>
                  </a:cubicBezTo>
                  <a:lnTo>
                    <a:pt x="141327" y="19576"/>
                  </a:lnTo>
                  <a:cubicBezTo>
                    <a:pt x="142981" y="13879"/>
                    <a:pt x="143812" y="10167"/>
                    <a:pt x="143812" y="8433"/>
                  </a:cubicBezTo>
                  <a:cubicBezTo>
                    <a:pt x="143812" y="7222"/>
                    <a:pt x="143239" y="6189"/>
                    <a:pt x="142101" y="5350"/>
                  </a:cubicBezTo>
                  <a:cubicBezTo>
                    <a:pt x="140996" y="4462"/>
                    <a:pt x="138737" y="3930"/>
                    <a:pt x="135315" y="3744"/>
                  </a:cubicBezTo>
                  <a:lnTo>
                    <a:pt x="135920" y="1703"/>
                  </a:lnTo>
                  <a:lnTo>
                    <a:pt x="159693" y="1703"/>
                  </a:lnTo>
                  <a:lnTo>
                    <a:pt x="159087" y="3744"/>
                  </a:lnTo>
                  <a:cubicBezTo>
                    <a:pt x="156295" y="3744"/>
                    <a:pt x="154270" y="4027"/>
                    <a:pt x="153019" y="4575"/>
                  </a:cubicBezTo>
                  <a:cubicBezTo>
                    <a:pt x="151809" y="5092"/>
                    <a:pt x="150744" y="6044"/>
                    <a:pt x="149824" y="7440"/>
                  </a:cubicBezTo>
                  <a:cubicBezTo>
                    <a:pt x="148904" y="8804"/>
                    <a:pt x="147871" y="11467"/>
                    <a:pt x="146733" y="15445"/>
                  </a:cubicBezTo>
                  <a:lnTo>
                    <a:pt x="138623" y="43187"/>
                  </a:lnTo>
                  <a:cubicBezTo>
                    <a:pt x="136017" y="52201"/>
                    <a:pt x="133548" y="58850"/>
                    <a:pt x="131232" y="63159"/>
                  </a:cubicBezTo>
                  <a:cubicBezTo>
                    <a:pt x="128916" y="67419"/>
                    <a:pt x="125551" y="71010"/>
                    <a:pt x="121137" y="73915"/>
                  </a:cubicBezTo>
                  <a:cubicBezTo>
                    <a:pt x="116763" y="76780"/>
                    <a:pt x="111317" y="78216"/>
                    <a:pt x="104813" y="78216"/>
                  </a:cubicBezTo>
                  <a:cubicBezTo>
                    <a:pt x="97308" y="78216"/>
                    <a:pt x="91256" y="76102"/>
                    <a:pt x="86665" y="71874"/>
                  </a:cubicBezTo>
                  <a:cubicBezTo>
                    <a:pt x="82065" y="67605"/>
                    <a:pt x="79766" y="62731"/>
                    <a:pt x="79766" y="57252"/>
                  </a:cubicBezTo>
                  <a:cubicBezTo>
                    <a:pt x="79766" y="55081"/>
                    <a:pt x="79967" y="52765"/>
                    <a:pt x="80371" y="50304"/>
                  </a:cubicBezTo>
                  <a:cubicBezTo>
                    <a:pt x="80669" y="48682"/>
                    <a:pt x="81388" y="45890"/>
                    <a:pt x="82525" y="41920"/>
                  </a:cubicBezTo>
                  <a:lnTo>
                    <a:pt x="89917" y="16486"/>
                  </a:lnTo>
                  <a:cubicBezTo>
                    <a:pt x="90950" y="12814"/>
                    <a:pt x="91458" y="10111"/>
                    <a:pt x="91458" y="8384"/>
                  </a:cubicBezTo>
                  <a:cubicBezTo>
                    <a:pt x="91458" y="7020"/>
                    <a:pt x="90926" y="5971"/>
                    <a:pt x="89860" y="5237"/>
                  </a:cubicBezTo>
                  <a:cubicBezTo>
                    <a:pt x="88827" y="4462"/>
                    <a:pt x="86205" y="3970"/>
                    <a:pt x="81977" y="3744"/>
                  </a:cubicBezTo>
                  <a:lnTo>
                    <a:pt x="82525" y="1703"/>
                  </a:lnTo>
                  <a:close/>
                </a:path>
              </a:pathLst>
            </a:custGeom>
            <a:solidFill>
              <a:srgbClr val="000000"/>
            </a:solidFill>
            <a:ln w="807" cap="flat">
              <a:noFill/>
              <a:prstDash val="solid"/>
              <a:miter/>
            </a:ln>
          </p:spPr>
        </p:sp>
        <p:sp>
          <p:nvSpPr>
            <p:cNvPr id="52" name="任意形状 51">
              <a:extLst>
                <a:ext uri="{FF2B5EF4-FFF2-40B4-BE49-F238E27FC236}">
                  <a16:creationId xmlns:a16="http://schemas.microsoft.com/office/drawing/2014/main" id="{017D6ADA-AB7E-5261-EAEB-83E1DF02DF1A}"/>
                </a:ext>
              </a:extLst>
            </p:cNvPr>
            <p:cNvSpPr/>
            <p:nvPr/>
          </p:nvSpPr>
          <p:spPr>
            <a:xfrm>
              <a:off x="4623173" y="2492911"/>
              <a:ext cx="187538" cy="91855"/>
            </a:xfrm>
            <a:custGeom>
              <a:avLst/>
              <a:gdLst>
                <a:gd name="csX0" fmla="*/ 71882 w 159692"/>
                <a:gd name="csY0" fmla="*/ 0 h 78216"/>
                <a:gd name="csX1" fmla="*/ 66306 w 159692"/>
                <a:gd name="csY1" fmla="*/ 24216 h 78216"/>
                <a:gd name="csX2" fmla="*/ 64321 w 159692"/>
                <a:gd name="csY2" fmla="*/ 24216 h 78216"/>
                <a:gd name="csX3" fmla="*/ 64103 w 159692"/>
                <a:gd name="csY3" fmla="*/ 18148 h 78216"/>
                <a:gd name="csX4" fmla="*/ 62828 w 159692"/>
                <a:gd name="csY4" fmla="*/ 12241 h 78216"/>
                <a:gd name="csX5" fmla="*/ 59851 w 159692"/>
                <a:gd name="csY5" fmla="*/ 7771 h 78216"/>
                <a:gd name="csX6" fmla="*/ 54831 w 159692"/>
                <a:gd name="csY6" fmla="*/ 4793 h 78216"/>
                <a:gd name="csX7" fmla="*/ 48101 w 159692"/>
                <a:gd name="csY7" fmla="*/ 3696 h 78216"/>
                <a:gd name="csX8" fmla="*/ 30841 w 159692"/>
                <a:gd name="csY8" fmla="*/ 9094 h 78216"/>
                <a:gd name="csX9" fmla="*/ 16058 w 159692"/>
                <a:gd name="csY9" fmla="*/ 28574 h 78216"/>
                <a:gd name="csX10" fmla="*/ 11644 w 159692"/>
                <a:gd name="csY10" fmla="*/ 49586 h 78216"/>
                <a:gd name="csX11" fmla="*/ 17987 w 159692"/>
                <a:gd name="csY11" fmla="*/ 66960 h 78216"/>
                <a:gd name="csX12" fmla="*/ 34480 w 159692"/>
                <a:gd name="csY12" fmla="*/ 73415 h 78216"/>
                <a:gd name="csX13" fmla="*/ 48101 w 159692"/>
                <a:gd name="csY13" fmla="*/ 69994 h 78216"/>
                <a:gd name="csX14" fmla="*/ 59245 w 159692"/>
                <a:gd name="csY14" fmla="*/ 59463 h 78216"/>
                <a:gd name="csX15" fmla="*/ 61836 w 159692"/>
                <a:gd name="csY15" fmla="*/ 59463 h 78216"/>
                <a:gd name="csX16" fmla="*/ 48376 w 159692"/>
                <a:gd name="csY16" fmla="*/ 73689 h 78216"/>
                <a:gd name="csX17" fmla="*/ 30672 w 159692"/>
                <a:gd name="csY17" fmla="*/ 78216 h 78216"/>
                <a:gd name="csX18" fmla="*/ 14452 w 159692"/>
                <a:gd name="csY18" fmla="*/ 74408 h 78216"/>
                <a:gd name="csX19" fmla="*/ 3696 w 159692"/>
                <a:gd name="csY19" fmla="*/ 63595 h 78216"/>
                <a:gd name="csX20" fmla="*/ 0 w 159692"/>
                <a:gd name="csY20" fmla="*/ 48650 h 78216"/>
                <a:gd name="csX21" fmla="*/ 6569 w 159692"/>
                <a:gd name="csY21" fmla="*/ 24821 h 78216"/>
                <a:gd name="csX22" fmla="*/ 24547 w 159692"/>
                <a:gd name="csY22" fmla="*/ 6617 h 78216"/>
                <a:gd name="csX23" fmla="*/ 47666 w 159692"/>
                <a:gd name="csY23" fmla="*/ 0 h 78216"/>
                <a:gd name="csX24" fmla="*/ 59907 w 159692"/>
                <a:gd name="csY24" fmla="*/ 2590 h 78216"/>
                <a:gd name="csX25" fmla="*/ 64208 w 159692"/>
                <a:gd name="csY25" fmla="*/ 3696 h 78216"/>
                <a:gd name="csX26" fmla="*/ 66532 w 159692"/>
                <a:gd name="csY26" fmla="*/ 3139 h 78216"/>
                <a:gd name="csX27" fmla="*/ 69840 w 159692"/>
                <a:gd name="csY27" fmla="*/ 0 h 78216"/>
                <a:gd name="csX28" fmla="*/ 71882 w 159692"/>
                <a:gd name="csY28" fmla="*/ 0 h 78216"/>
                <a:gd name="csX29" fmla="*/ 82525 w 159692"/>
                <a:gd name="csY29" fmla="*/ 1703 h 78216"/>
                <a:gd name="csX30" fmla="*/ 114133 w 159692"/>
                <a:gd name="csY30" fmla="*/ 1703 h 78216"/>
                <a:gd name="csX31" fmla="*/ 113528 w 159692"/>
                <a:gd name="csY31" fmla="*/ 3744 h 78216"/>
                <a:gd name="csX32" fmla="*/ 106572 w 159692"/>
                <a:gd name="csY32" fmla="*/ 4688 h 78216"/>
                <a:gd name="csX33" fmla="*/ 103046 w 159692"/>
                <a:gd name="csY33" fmla="*/ 7496 h 78216"/>
                <a:gd name="csX34" fmla="*/ 100012 w 159692"/>
                <a:gd name="csY34" fmla="*/ 15057 h 78216"/>
                <a:gd name="csX35" fmla="*/ 92346 w 159692"/>
                <a:gd name="csY35" fmla="*/ 41533 h 78216"/>
                <a:gd name="csX36" fmla="*/ 89917 w 159692"/>
                <a:gd name="csY36" fmla="*/ 50797 h 78216"/>
                <a:gd name="csX37" fmla="*/ 89255 w 159692"/>
                <a:gd name="csY37" fmla="*/ 57365 h 78216"/>
                <a:gd name="csX38" fmla="*/ 94218 w 159692"/>
                <a:gd name="csY38" fmla="*/ 68670 h 78216"/>
                <a:gd name="csX39" fmla="*/ 107516 w 159692"/>
                <a:gd name="csY39" fmla="*/ 73254 h 78216"/>
                <a:gd name="csX40" fmla="*/ 117280 w 159692"/>
                <a:gd name="csY40" fmla="*/ 71212 h 78216"/>
                <a:gd name="csX41" fmla="*/ 124615 w 159692"/>
                <a:gd name="csY41" fmla="*/ 65418 h 78216"/>
                <a:gd name="csX42" fmla="*/ 130239 w 159692"/>
                <a:gd name="csY42" fmla="*/ 55323 h 78216"/>
                <a:gd name="csX43" fmla="*/ 134710 w 159692"/>
                <a:gd name="csY43" fmla="*/ 42413 h 78216"/>
                <a:gd name="csX44" fmla="*/ 141327 w 159692"/>
                <a:gd name="csY44" fmla="*/ 19576 h 78216"/>
                <a:gd name="csX45" fmla="*/ 143812 w 159692"/>
                <a:gd name="csY45" fmla="*/ 8433 h 78216"/>
                <a:gd name="csX46" fmla="*/ 142101 w 159692"/>
                <a:gd name="csY46" fmla="*/ 5350 h 78216"/>
                <a:gd name="csX47" fmla="*/ 135315 w 159692"/>
                <a:gd name="csY47" fmla="*/ 3744 h 78216"/>
                <a:gd name="csX48" fmla="*/ 135920 w 159692"/>
                <a:gd name="csY48" fmla="*/ 1703 h 78216"/>
                <a:gd name="csX49" fmla="*/ 159693 w 159692"/>
                <a:gd name="csY49" fmla="*/ 1703 h 78216"/>
                <a:gd name="csX50" fmla="*/ 159087 w 159692"/>
                <a:gd name="csY50" fmla="*/ 3744 h 78216"/>
                <a:gd name="csX51" fmla="*/ 153019 w 159692"/>
                <a:gd name="csY51" fmla="*/ 4575 h 78216"/>
                <a:gd name="csX52" fmla="*/ 149824 w 159692"/>
                <a:gd name="csY52" fmla="*/ 7440 h 78216"/>
                <a:gd name="csX53" fmla="*/ 146733 w 159692"/>
                <a:gd name="csY53" fmla="*/ 15445 h 78216"/>
                <a:gd name="csX54" fmla="*/ 138623 w 159692"/>
                <a:gd name="csY54" fmla="*/ 43187 h 78216"/>
                <a:gd name="csX55" fmla="*/ 131232 w 159692"/>
                <a:gd name="csY55" fmla="*/ 63159 h 78216"/>
                <a:gd name="csX56" fmla="*/ 121137 w 159692"/>
                <a:gd name="csY56" fmla="*/ 73915 h 78216"/>
                <a:gd name="csX57" fmla="*/ 104813 w 159692"/>
                <a:gd name="csY57" fmla="*/ 78216 h 78216"/>
                <a:gd name="csX58" fmla="*/ 86665 w 159692"/>
                <a:gd name="csY58" fmla="*/ 71874 h 78216"/>
                <a:gd name="csX59" fmla="*/ 79766 w 159692"/>
                <a:gd name="csY59" fmla="*/ 57252 h 78216"/>
                <a:gd name="csX60" fmla="*/ 80371 w 159692"/>
                <a:gd name="csY60" fmla="*/ 50304 h 78216"/>
                <a:gd name="csX61" fmla="*/ 82525 w 159692"/>
                <a:gd name="csY61" fmla="*/ 41920 h 78216"/>
                <a:gd name="csX62" fmla="*/ 89917 w 159692"/>
                <a:gd name="csY62" fmla="*/ 16486 h 78216"/>
                <a:gd name="csX63" fmla="*/ 91458 w 159692"/>
                <a:gd name="csY63" fmla="*/ 8384 h 78216"/>
                <a:gd name="csX64" fmla="*/ 89860 w 159692"/>
                <a:gd name="csY64" fmla="*/ 5237 h 78216"/>
                <a:gd name="csX65" fmla="*/ 81977 w 159692"/>
                <a:gd name="csY65" fmla="*/ 3744 h 78216"/>
                <a:gd name="csX66" fmla="*/ 82525 w 159692"/>
                <a:gd name="csY66"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82525" y="1703"/>
                  </a:moveTo>
                  <a:lnTo>
                    <a:pt x="114133" y="1703"/>
                  </a:lnTo>
                  <a:lnTo>
                    <a:pt x="113528" y="3744"/>
                  </a:lnTo>
                  <a:cubicBezTo>
                    <a:pt x="110292" y="3825"/>
                    <a:pt x="107976" y="4132"/>
                    <a:pt x="106572" y="4688"/>
                  </a:cubicBezTo>
                  <a:cubicBezTo>
                    <a:pt x="105216" y="5197"/>
                    <a:pt x="104038" y="6141"/>
                    <a:pt x="103046" y="7496"/>
                  </a:cubicBezTo>
                  <a:cubicBezTo>
                    <a:pt x="102085" y="8860"/>
                    <a:pt x="101077" y="11378"/>
                    <a:pt x="100012" y="15057"/>
                  </a:cubicBezTo>
                  <a:lnTo>
                    <a:pt x="92346" y="41533"/>
                  </a:lnTo>
                  <a:cubicBezTo>
                    <a:pt x="90982" y="46237"/>
                    <a:pt x="90175" y="49328"/>
                    <a:pt x="89917" y="50797"/>
                  </a:cubicBezTo>
                  <a:cubicBezTo>
                    <a:pt x="89473" y="53153"/>
                    <a:pt x="89255" y="55340"/>
                    <a:pt x="89255" y="57365"/>
                  </a:cubicBezTo>
                  <a:cubicBezTo>
                    <a:pt x="89255" y="61811"/>
                    <a:pt x="90909" y="65580"/>
                    <a:pt x="94218" y="68670"/>
                  </a:cubicBezTo>
                  <a:cubicBezTo>
                    <a:pt x="97526" y="71728"/>
                    <a:pt x="101956" y="73254"/>
                    <a:pt x="107516" y="73254"/>
                  </a:cubicBezTo>
                  <a:cubicBezTo>
                    <a:pt x="111155" y="73254"/>
                    <a:pt x="114407" y="72568"/>
                    <a:pt x="117280" y="71212"/>
                  </a:cubicBezTo>
                  <a:cubicBezTo>
                    <a:pt x="120145" y="69816"/>
                    <a:pt x="122590" y="67879"/>
                    <a:pt x="124615" y="65418"/>
                  </a:cubicBezTo>
                  <a:cubicBezTo>
                    <a:pt x="126673" y="62917"/>
                    <a:pt x="128545" y="59552"/>
                    <a:pt x="130239" y="55323"/>
                  </a:cubicBezTo>
                  <a:cubicBezTo>
                    <a:pt x="131934" y="51055"/>
                    <a:pt x="133419" y="46754"/>
                    <a:pt x="134710" y="42413"/>
                  </a:cubicBezTo>
                  <a:lnTo>
                    <a:pt x="141327" y="19576"/>
                  </a:lnTo>
                  <a:cubicBezTo>
                    <a:pt x="142981" y="13879"/>
                    <a:pt x="143812" y="10167"/>
                    <a:pt x="143812" y="8433"/>
                  </a:cubicBezTo>
                  <a:cubicBezTo>
                    <a:pt x="143812" y="7222"/>
                    <a:pt x="143239" y="6189"/>
                    <a:pt x="142101" y="5350"/>
                  </a:cubicBezTo>
                  <a:cubicBezTo>
                    <a:pt x="140996" y="4462"/>
                    <a:pt x="138737" y="3930"/>
                    <a:pt x="135315" y="3744"/>
                  </a:cubicBezTo>
                  <a:lnTo>
                    <a:pt x="135920" y="1703"/>
                  </a:lnTo>
                  <a:lnTo>
                    <a:pt x="159693" y="1703"/>
                  </a:lnTo>
                  <a:lnTo>
                    <a:pt x="159087" y="3744"/>
                  </a:lnTo>
                  <a:cubicBezTo>
                    <a:pt x="156295" y="3744"/>
                    <a:pt x="154270" y="4027"/>
                    <a:pt x="153019" y="4575"/>
                  </a:cubicBezTo>
                  <a:cubicBezTo>
                    <a:pt x="151809" y="5092"/>
                    <a:pt x="150744" y="6044"/>
                    <a:pt x="149824" y="7440"/>
                  </a:cubicBezTo>
                  <a:cubicBezTo>
                    <a:pt x="148904" y="8804"/>
                    <a:pt x="147871" y="11467"/>
                    <a:pt x="146733" y="15445"/>
                  </a:cubicBezTo>
                  <a:lnTo>
                    <a:pt x="138623" y="43187"/>
                  </a:lnTo>
                  <a:cubicBezTo>
                    <a:pt x="136017" y="52201"/>
                    <a:pt x="133548" y="58850"/>
                    <a:pt x="131232" y="63159"/>
                  </a:cubicBezTo>
                  <a:cubicBezTo>
                    <a:pt x="128916" y="67419"/>
                    <a:pt x="125551" y="71010"/>
                    <a:pt x="121137" y="73915"/>
                  </a:cubicBezTo>
                  <a:cubicBezTo>
                    <a:pt x="116763" y="76780"/>
                    <a:pt x="111317" y="78216"/>
                    <a:pt x="104813" y="78216"/>
                  </a:cubicBezTo>
                  <a:cubicBezTo>
                    <a:pt x="97308" y="78216"/>
                    <a:pt x="91256" y="76102"/>
                    <a:pt x="86665" y="71874"/>
                  </a:cubicBezTo>
                  <a:cubicBezTo>
                    <a:pt x="82065" y="67605"/>
                    <a:pt x="79766" y="62731"/>
                    <a:pt x="79766" y="57252"/>
                  </a:cubicBezTo>
                  <a:cubicBezTo>
                    <a:pt x="79766" y="55081"/>
                    <a:pt x="79967" y="52765"/>
                    <a:pt x="80371" y="50304"/>
                  </a:cubicBezTo>
                  <a:cubicBezTo>
                    <a:pt x="80669" y="48682"/>
                    <a:pt x="81388" y="45890"/>
                    <a:pt x="82525" y="41920"/>
                  </a:cubicBezTo>
                  <a:lnTo>
                    <a:pt x="89917" y="16486"/>
                  </a:lnTo>
                  <a:cubicBezTo>
                    <a:pt x="90950" y="12814"/>
                    <a:pt x="91458" y="10111"/>
                    <a:pt x="91458" y="8384"/>
                  </a:cubicBezTo>
                  <a:cubicBezTo>
                    <a:pt x="91458" y="7020"/>
                    <a:pt x="90926" y="5971"/>
                    <a:pt x="89860" y="5237"/>
                  </a:cubicBezTo>
                  <a:cubicBezTo>
                    <a:pt x="88827" y="4462"/>
                    <a:pt x="86205" y="3970"/>
                    <a:pt x="81977" y="3744"/>
                  </a:cubicBezTo>
                  <a:lnTo>
                    <a:pt x="82525" y="1703"/>
                  </a:lnTo>
                  <a:close/>
                </a:path>
              </a:pathLst>
            </a:custGeom>
            <a:solidFill>
              <a:srgbClr val="000000"/>
            </a:solidFill>
            <a:ln w="807" cap="flat">
              <a:noFill/>
              <a:prstDash val="solid"/>
              <a:miter/>
            </a:ln>
          </p:spPr>
        </p:sp>
        <p:sp>
          <p:nvSpPr>
            <p:cNvPr id="56" name="任意形状 55">
              <a:extLst>
                <a:ext uri="{FF2B5EF4-FFF2-40B4-BE49-F238E27FC236}">
                  <a16:creationId xmlns:a16="http://schemas.microsoft.com/office/drawing/2014/main" id="{005CF7D3-CDFF-B7F7-DC75-D0477CA6F0A5}"/>
                </a:ext>
              </a:extLst>
            </p:cNvPr>
            <p:cNvSpPr/>
            <p:nvPr/>
          </p:nvSpPr>
          <p:spPr>
            <a:xfrm>
              <a:off x="4309096" y="2165795"/>
              <a:ext cx="580905" cy="75810"/>
            </a:xfrm>
            <a:custGeom>
              <a:avLst/>
              <a:gdLst>
                <a:gd name="csX0" fmla="*/ 0 w 494651"/>
                <a:gd name="csY0" fmla="*/ 0 h 64554"/>
                <a:gd name="csX1" fmla="*/ 494651 w 494651"/>
                <a:gd name="csY1" fmla="*/ 0 h 64554"/>
                <a:gd name="csX2" fmla="*/ 494651 w 494651"/>
                <a:gd name="csY2" fmla="*/ 64555 h 64554"/>
                <a:gd name="csX3" fmla="*/ 0 w 494651"/>
                <a:gd name="csY3" fmla="*/ 64555 h 64554"/>
              </a:gdLst>
              <a:ahLst/>
              <a:cxnLst>
                <a:cxn ang="0">
                  <a:pos x="csX0" y="csY0"/>
                </a:cxn>
                <a:cxn ang="0">
                  <a:pos x="csX1" y="csY1"/>
                </a:cxn>
                <a:cxn ang="0">
                  <a:pos x="csX2" y="csY2"/>
                </a:cxn>
                <a:cxn ang="0">
                  <a:pos x="csX3" y="csY3"/>
                </a:cxn>
              </a:cxnLst>
              <a:rect l="l" t="t" r="r" b="b"/>
              <a:pathLst>
                <a:path w="494651" h="64554">
                  <a:moveTo>
                    <a:pt x="0" y="0"/>
                  </a:moveTo>
                  <a:lnTo>
                    <a:pt x="494651" y="0"/>
                  </a:lnTo>
                  <a:lnTo>
                    <a:pt x="494651" y="64555"/>
                  </a:lnTo>
                  <a:lnTo>
                    <a:pt x="0" y="64555"/>
                  </a:lnTo>
                  <a:close/>
                </a:path>
              </a:pathLst>
            </a:custGeom>
            <a:solidFill>
              <a:srgbClr val="FFFFFF"/>
            </a:solidFill>
            <a:ln w="807" cap="flat">
              <a:noFill/>
              <a:prstDash val="solid"/>
              <a:miter/>
            </a:ln>
          </p:spPr>
        </p:sp>
        <p:sp>
          <p:nvSpPr>
            <p:cNvPr id="58" name="任意形状 57">
              <a:extLst>
                <a:ext uri="{FF2B5EF4-FFF2-40B4-BE49-F238E27FC236}">
                  <a16:creationId xmlns:a16="http://schemas.microsoft.com/office/drawing/2014/main" id="{72AB4CA3-C6AA-4E94-3BAF-3651D9FF43A0}"/>
                </a:ext>
              </a:extLst>
            </p:cNvPr>
            <p:cNvSpPr/>
            <p:nvPr/>
          </p:nvSpPr>
          <p:spPr>
            <a:xfrm>
              <a:off x="4458823" y="2125045"/>
              <a:ext cx="414119" cy="123193"/>
            </a:xfrm>
            <a:custGeom>
              <a:avLst/>
              <a:gdLst>
                <a:gd name="csX0" fmla="*/ 0 w 352630"/>
                <a:gd name="csY0" fmla="*/ 0 h 104901"/>
                <a:gd name="csX1" fmla="*/ 352631 w 352630"/>
                <a:gd name="csY1" fmla="*/ 0 h 104901"/>
                <a:gd name="csX2" fmla="*/ 352631 w 352630"/>
                <a:gd name="csY2" fmla="*/ 104902 h 104901"/>
                <a:gd name="csX3" fmla="*/ 0 w 352630"/>
                <a:gd name="csY3" fmla="*/ 104902 h 104901"/>
              </a:gdLst>
              <a:ahLst/>
              <a:cxnLst>
                <a:cxn ang="0">
                  <a:pos x="csX0" y="csY0"/>
                </a:cxn>
                <a:cxn ang="0">
                  <a:pos x="csX1" y="csY1"/>
                </a:cxn>
                <a:cxn ang="0">
                  <a:pos x="csX2" y="csY2"/>
                </a:cxn>
                <a:cxn ang="0">
                  <a:pos x="csX3" y="csY3"/>
                </a:cxn>
              </a:cxnLst>
              <a:rect l="l" t="t" r="r" b="b"/>
              <a:pathLst>
                <a:path w="352630" h="104901">
                  <a:moveTo>
                    <a:pt x="0" y="0"/>
                  </a:moveTo>
                  <a:lnTo>
                    <a:pt x="352631" y="0"/>
                  </a:lnTo>
                  <a:lnTo>
                    <a:pt x="352631" y="104902"/>
                  </a:lnTo>
                  <a:lnTo>
                    <a:pt x="0" y="104902"/>
                  </a:lnTo>
                  <a:close/>
                </a:path>
              </a:pathLst>
            </a:custGeom>
            <a:solidFill>
              <a:srgbClr val="FFFFFF"/>
            </a:solidFill>
            <a:ln w="807" cap="flat">
              <a:noFill/>
              <a:prstDash val="solid"/>
              <a:miter/>
            </a:ln>
          </p:spPr>
        </p:sp>
        <p:sp>
          <p:nvSpPr>
            <p:cNvPr id="59" name="任意形状 58">
              <a:extLst>
                <a:ext uri="{FF2B5EF4-FFF2-40B4-BE49-F238E27FC236}">
                  <a16:creationId xmlns:a16="http://schemas.microsoft.com/office/drawing/2014/main" id="{3B118C42-693B-B745-C848-8D89FDBACE9A}"/>
                </a:ext>
              </a:extLst>
            </p:cNvPr>
            <p:cNvSpPr/>
            <p:nvPr/>
          </p:nvSpPr>
          <p:spPr>
            <a:xfrm>
              <a:off x="4518524" y="1527084"/>
              <a:ext cx="822553" cy="529732"/>
            </a:xfrm>
            <a:custGeom>
              <a:avLst/>
              <a:gdLst>
                <a:gd name="csX0" fmla="*/ 0 w 700419"/>
                <a:gd name="csY0" fmla="*/ 0 h 451076"/>
                <a:gd name="csX1" fmla="*/ 700420 w 700419"/>
                <a:gd name="csY1" fmla="*/ 0 h 451076"/>
                <a:gd name="csX2" fmla="*/ 700420 w 700419"/>
                <a:gd name="csY2" fmla="*/ 451077 h 451076"/>
                <a:gd name="csX3" fmla="*/ 0 w 700419"/>
                <a:gd name="csY3" fmla="*/ 451077 h 451076"/>
                <a:gd name="csX4" fmla="*/ 0 w 700419"/>
                <a:gd name="csY4" fmla="*/ 0 h 451076"/>
              </a:gdLst>
              <a:ahLst/>
              <a:cxnLst>
                <a:cxn ang="0">
                  <a:pos x="csX0" y="csY0"/>
                </a:cxn>
                <a:cxn ang="0">
                  <a:pos x="csX1" y="csY1"/>
                </a:cxn>
                <a:cxn ang="0">
                  <a:pos x="csX2" y="csY2"/>
                </a:cxn>
                <a:cxn ang="0">
                  <a:pos x="csX3" y="csY3"/>
                </a:cxn>
                <a:cxn ang="0">
                  <a:pos x="csX4" y="csY4"/>
                </a:cxn>
              </a:cxnLst>
              <a:rect l="l" t="t" r="r" b="b"/>
              <a:pathLst>
                <a:path w="700419" h="451076">
                  <a:moveTo>
                    <a:pt x="0" y="0"/>
                  </a:moveTo>
                  <a:lnTo>
                    <a:pt x="700420" y="0"/>
                  </a:lnTo>
                  <a:lnTo>
                    <a:pt x="700420" y="451077"/>
                  </a:lnTo>
                  <a:lnTo>
                    <a:pt x="0" y="451077"/>
                  </a:lnTo>
                  <a:lnTo>
                    <a:pt x="0" y="0"/>
                  </a:lnTo>
                  <a:close/>
                </a:path>
              </a:pathLst>
            </a:custGeom>
            <a:solidFill>
              <a:srgbClr val="F6C3A8">
                <a:alpha val="50000"/>
              </a:srgbClr>
            </a:solidFill>
            <a:ln w="807" cap="flat">
              <a:noFill/>
              <a:prstDash val="solid"/>
              <a:miter/>
            </a:ln>
          </p:spPr>
        </p:sp>
        <p:sp>
          <p:nvSpPr>
            <p:cNvPr id="60" name="任意形状 59">
              <a:extLst>
                <a:ext uri="{FF2B5EF4-FFF2-40B4-BE49-F238E27FC236}">
                  <a16:creationId xmlns:a16="http://schemas.microsoft.com/office/drawing/2014/main" id="{587FDF8D-F87C-7E19-1EE9-225B2D2A3F6C}"/>
                </a:ext>
              </a:extLst>
            </p:cNvPr>
            <p:cNvSpPr/>
            <p:nvPr/>
          </p:nvSpPr>
          <p:spPr>
            <a:xfrm>
              <a:off x="4514735" y="2327841"/>
              <a:ext cx="822553" cy="485192"/>
            </a:xfrm>
            <a:custGeom>
              <a:avLst/>
              <a:gdLst>
                <a:gd name="csX0" fmla="*/ 0 w 700419"/>
                <a:gd name="csY0" fmla="*/ 0 h 413150"/>
                <a:gd name="csX1" fmla="*/ 700420 w 700419"/>
                <a:gd name="csY1" fmla="*/ 0 h 413150"/>
                <a:gd name="csX2" fmla="*/ 700420 w 700419"/>
                <a:gd name="csY2" fmla="*/ 413151 h 413150"/>
                <a:gd name="csX3" fmla="*/ 0 w 700419"/>
                <a:gd name="csY3" fmla="*/ 413151 h 413150"/>
                <a:gd name="csX4" fmla="*/ 0 w 700419"/>
                <a:gd name="csY4" fmla="*/ 0 h 413150"/>
              </a:gdLst>
              <a:ahLst/>
              <a:cxnLst>
                <a:cxn ang="0">
                  <a:pos x="csX0" y="csY0"/>
                </a:cxn>
                <a:cxn ang="0">
                  <a:pos x="csX1" y="csY1"/>
                </a:cxn>
                <a:cxn ang="0">
                  <a:pos x="csX2" y="csY2"/>
                </a:cxn>
                <a:cxn ang="0">
                  <a:pos x="csX3" y="csY3"/>
                </a:cxn>
                <a:cxn ang="0">
                  <a:pos x="csX4" y="csY4"/>
                </a:cxn>
              </a:cxnLst>
              <a:rect l="l" t="t" r="r" b="b"/>
              <a:pathLst>
                <a:path w="700419" h="413150">
                  <a:moveTo>
                    <a:pt x="0" y="0"/>
                  </a:moveTo>
                  <a:lnTo>
                    <a:pt x="700420" y="0"/>
                  </a:lnTo>
                  <a:lnTo>
                    <a:pt x="700420" y="413151"/>
                  </a:lnTo>
                  <a:lnTo>
                    <a:pt x="0" y="413151"/>
                  </a:lnTo>
                  <a:lnTo>
                    <a:pt x="0" y="0"/>
                  </a:lnTo>
                  <a:close/>
                </a:path>
              </a:pathLst>
            </a:custGeom>
            <a:solidFill>
              <a:srgbClr val="FFC28C">
                <a:alpha val="50000"/>
              </a:srgbClr>
            </a:solidFill>
            <a:ln w="807" cap="flat">
              <a:noFill/>
              <a:prstDash val="solid"/>
              <a:miter/>
            </a:ln>
          </p:spPr>
        </p:sp>
        <p:sp>
          <p:nvSpPr>
            <p:cNvPr id="61" name="任意形状 60">
              <a:extLst>
                <a:ext uri="{FF2B5EF4-FFF2-40B4-BE49-F238E27FC236}">
                  <a16:creationId xmlns:a16="http://schemas.microsoft.com/office/drawing/2014/main" id="{48F2F735-F4B5-1E23-3FF9-D0ABCEFBFACA}"/>
                </a:ext>
              </a:extLst>
            </p:cNvPr>
            <p:cNvSpPr/>
            <p:nvPr/>
          </p:nvSpPr>
          <p:spPr>
            <a:xfrm>
              <a:off x="3582253" y="2554328"/>
              <a:ext cx="593224" cy="535418"/>
            </a:xfrm>
            <a:custGeom>
              <a:avLst/>
              <a:gdLst>
                <a:gd name="csX0" fmla="*/ 0 w 505141"/>
                <a:gd name="csY0" fmla="*/ 0 h 455918"/>
                <a:gd name="csX1" fmla="*/ 505141 w 505141"/>
                <a:gd name="csY1" fmla="*/ 0 h 455918"/>
                <a:gd name="csX2" fmla="*/ 505141 w 505141"/>
                <a:gd name="csY2" fmla="*/ 455918 h 455918"/>
                <a:gd name="csX3" fmla="*/ 0 w 505141"/>
                <a:gd name="csY3" fmla="*/ 455918 h 455918"/>
                <a:gd name="csX4" fmla="*/ 0 w 505141"/>
                <a:gd name="csY4" fmla="*/ 0 h 455918"/>
              </a:gdLst>
              <a:ahLst/>
              <a:cxnLst>
                <a:cxn ang="0">
                  <a:pos x="csX0" y="csY0"/>
                </a:cxn>
                <a:cxn ang="0">
                  <a:pos x="csX1" y="csY1"/>
                </a:cxn>
                <a:cxn ang="0">
                  <a:pos x="csX2" y="csY2"/>
                </a:cxn>
                <a:cxn ang="0">
                  <a:pos x="csX3" y="csY3"/>
                </a:cxn>
                <a:cxn ang="0">
                  <a:pos x="csX4" y="csY4"/>
                </a:cxn>
              </a:cxnLst>
              <a:rect l="l" t="t" r="r" b="b"/>
              <a:pathLst>
                <a:path w="505141" h="455918">
                  <a:moveTo>
                    <a:pt x="0" y="0"/>
                  </a:moveTo>
                  <a:lnTo>
                    <a:pt x="505141" y="0"/>
                  </a:lnTo>
                  <a:lnTo>
                    <a:pt x="505141" y="455918"/>
                  </a:lnTo>
                  <a:lnTo>
                    <a:pt x="0" y="455918"/>
                  </a:lnTo>
                  <a:lnTo>
                    <a:pt x="0" y="0"/>
                  </a:lnTo>
                  <a:close/>
                </a:path>
              </a:pathLst>
            </a:custGeom>
            <a:solidFill>
              <a:srgbClr val="D1E7F7">
                <a:alpha val="50000"/>
              </a:srgbClr>
            </a:solidFill>
            <a:ln w="807" cap="flat">
              <a:noFill/>
              <a:prstDash val="solid"/>
              <a:miter/>
            </a:ln>
          </p:spPr>
        </p:sp>
        <p:sp>
          <p:nvSpPr>
            <p:cNvPr id="62" name="任意形状 61">
              <a:extLst>
                <a:ext uri="{FF2B5EF4-FFF2-40B4-BE49-F238E27FC236}">
                  <a16:creationId xmlns:a16="http://schemas.microsoft.com/office/drawing/2014/main" id="{C92C4D4F-178A-8E8E-DA84-5D1E09EF305E}"/>
                </a:ext>
              </a:extLst>
            </p:cNvPr>
            <p:cNvSpPr/>
            <p:nvPr/>
          </p:nvSpPr>
          <p:spPr>
            <a:xfrm>
              <a:off x="3846646" y="2578966"/>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63" name="任意形状 62">
              <a:extLst>
                <a:ext uri="{FF2B5EF4-FFF2-40B4-BE49-F238E27FC236}">
                  <a16:creationId xmlns:a16="http://schemas.microsoft.com/office/drawing/2014/main" id="{0DDE7AA0-3DD8-3781-A4CE-300A3D09E703}"/>
                </a:ext>
              </a:extLst>
            </p:cNvPr>
            <p:cNvSpPr/>
            <p:nvPr/>
          </p:nvSpPr>
          <p:spPr>
            <a:xfrm>
              <a:off x="3879776" y="2618019"/>
              <a:ext cx="55399" cy="83127"/>
            </a:xfrm>
            <a:custGeom>
              <a:avLst/>
              <a:gdLst>
                <a:gd name="csX0" fmla="*/ 0 w 47173"/>
                <a:gd name="csY0" fmla="*/ 31721 h 70784"/>
                <a:gd name="csX1" fmla="*/ 8400 w 47173"/>
                <a:gd name="csY1" fmla="*/ 10353 h 70784"/>
                <a:gd name="csX2" fmla="*/ 27291 w 47173"/>
                <a:gd name="csY2" fmla="*/ 113 h 70784"/>
                <a:gd name="csX3" fmla="*/ 37450 w 47173"/>
                <a:gd name="csY3" fmla="*/ 5899 h 70784"/>
                <a:gd name="csX4" fmla="*/ 38007 w 47173"/>
                <a:gd name="csY4" fmla="*/ 5229 h 70784"/>
                <a:gd name="csX5" fmla="*/ 39217 w 47173"/>
                <a:gd name="csY5" fmla="*/ 4011 h 70784"/>
                <a:gd name="csX6" fmla="*/ 40984 w 47173"/>
                <a:gd name="csY6" fmla="*/ 2671 h 70784"/>
                <a:gd name="csX7" fmla="*/ 46068 w 47173"/>
                <a:gd name="csY7" fmla="*/ 0 h 70784"/>
                <a:gd name="csX8" fmla="*/ 46843 w 47173"/>
                <a:gd name="csY8" fmla="*/ 339 h 70784"/>
                <a:gd name="csX9" fmla="*/ 47173 w 47173"/>
                <a:gd name="csY9" fmla="*/ 896 h 70784"/>
                <a:gd name="csX10" fmla="*/ 39556 w 47173"/>
                <a:gd name="csY10" fmla="*/ 32608 h 70784"/>
                <a:gd name="csX11" fmla="*/ 31713 w 47173"/>
                <a:gd name="csY11" fmla="*/ 64668 h 70784"/>
                <a:gd name="csX12" fmla="*/ 36683 w 47173"/>
                <a:gd name="csY12" fmla="*/ 65668 h 70784"/>
                <a:gd name="csX13" fmla="*/ 39443 w 47173"/>
                <a:gd name="csY13" fmla="*/ 65668 h 70784"/>
                <a:gd name="csX14" fmla="*/ 40105 w 47173"/>
                <a:gd name="csY14" fmla="*/ 66669 h 70784"/>
                <a:gd name="csX15" fmla="*/ 39774 w 47173"/>
                <a:gd name="csY15" fmla="*/ 68670 h 70784"/>
                <a:gd name="csX16" fmla="*/ 38668 w 47173"/>
                <a:gd name="csY16" fmla="*/ 70784 h 70784"/>
                <a:gd name="csX17" fmla="*/ 37232 w 47173"/>
                <a:gd name="csY17" fmla="*/ 70784 h 70784"/>
                <a:gd name="csX18" fmla="*/ 25297 w 47173"/>
                <a:gd name="csY18" fmla="*/ 70567 h 70784"/>
                <a:gd name="csX19" fmla="*/ 19665 w 47173"/>
                <a:gd name="csY19" fmla="*/ 70567 h 70784"/>
                <a:gd name="csX20" fmla="*/ 15582 w 47173"/>
                <a:gd name="csY20" fmla="*/ 70567 h 70784"/>
                <a:gd name="csX21" fmla="*/ 13702 w 47173"/>
                <a:gd name="csY21" fmla="*/ 70671 h 70784"/>
                <a:gd name="csX22" fmla="*/ 12152 w 47173"/>
                <a:gd name="csY22" fmla="*/ 69784 h 70784"/>
                <a:gd name="csX23" fmla="*/ 12378 w 47173"/>
                <a:gd name="csY23" fmla="*/ 68113 h 70784"/>
                <a:gd name="csX24" fmla="*/ 13153 w 47173"/>
                <a:gd name="csY24" fmla="*/ 65999 h 70784"/>
                <a:gd name="csX25" fmla="*/ 15356 w 47173"/>
                <a:gd name="csY25" fmla="*/ 65668 h 70784"/>
                <a:gd name="csX26" fmla="*/ 21763 w 47173"/>
                <a:gd name="csY26" fmla="*/ 64886 h 70784"/>
                <a:gd name="csX27" fmla="*/ 24862 w 47173"/>
                <a:gd name="csY27" fmla="*/ 55098 h 70784"/>
                <a:gd name="csX28" fmla="*/ 27178 w 47173"/>
                <a:gd name="csY28" fmla="*/ 45632 h 70784"/>
                <a:gd name="csX29" fmla="*/ 26403 w 47173"/>
                <a:gd name="csY29" fmla="*/ 45971 h 70784"/>
                <a:gd name="csX30" fmla="*/ 15356 w 47173"/>
                <a:gd name="csY30" fmla="*/ 50304 h 70784"/>
                <a:gd name="csX31" fmla="*/ 4640 w 47173"/>
                <a:gd name="csY31" fmla="*/ 45858 h 70784"/>
                <a:gd name="csX32" fmla="*/ 0 w 47173"/>
                <a:gd name="csY32" fmla="*/ 31721 h 70784"/>
                <a:gd name="csX33" fmla="*/ 35247 w 47173"/>
                <a:gd name="csY33" fmla="*/ 12911 h 70784"/>
                <a:gd name="csX34" fmla="*/ 26960 w 47173"/>
                <a:gd name="csY34" fmla="*/ 4123 h 70784"/>
                <a:gd name="csX35" fmla="*/ 19560 w 47173"/>
                <a:gd name="csY35" fmla="*/ 7569 h 70784"/>
                <a:gd name="csX36" fmla="*/ 14033 w 47173"/>
                <a:gd name="csY36" fmla="*/ 16583 h 70784"/>
                <a:gd name="csX37" fmla="*/ 9506 w 47173"/>
                <a:gd name="csY37" fmla="*/ 34835 h 70784"/>
                <a:gd name="csX38" fmla="*/ 9506 w 47173"/>
                <a:gd name="csY38" fmla="*/ 36062 h 70784"/>
                <a:gd name="csX39" fmla="*/ 9393 w 47173"/>
                <a:gd name="csY39" fmla="*/ 37402 h 70784"/>
                <a:gd name="csX40" fmla="*/ 11378 w 47173"/>
                <a:gd name="csY40" fmla="*/ 44301 h 70784"/>
                <a:gd name="csX41" fmla="*/ 16131 w 47173"/>
                <a:gd name="csY41" fmla="*/ 46302 h 70784"/>
                <a:gd name="csX42" fmla="*/ 28396 w 47173"/>
                <a:gd name="csY42" fmla="*/ 38289 h 70784"/>
                <a:gd name="csX43" fmla="*/ 29276 w 47173"/>
                <a:gd name="csY43" fmla="*/ 37063 h 70784"/>
                <a:gd name="csX44" fmla="*/ 35247 w 47173"/>
                <a:gd name="csY44" fmla="*/ 12911 h 70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7173" h="70784">
                  <a:moveTo>
                    <a:pt x="0" y="31721"/>
                  </a:moveTo>
                  <a:cubicBezTo>
                    <a:pt x="0" y="24224"/>
                    <a:pt x="2800" y="17107"/>
                    <a:pt x="8400" y="10353"/>
                  </a:cubicBezTo>
                  <a:cubicBezTo>
                    <a:pt x="13992" y="3599"/>
                    <a:pt x="20295" y="186"/>
                    <a:pt x="27291" y="113"/>
                  </a:cubicBezTo>
                  <a:cubicBezTo>
                    <a:pt x="31713" y="113"/>
                    <a:pt x="35094" y="2042"/>
                    <a:pt x="37450" y="5899"/>
                  </a:cubicBezTo>
                  <a:cubicBezTo>
                    <a:pt x="37531" y="5826"/>
                    <a:pt x="37708" y="5600"/>
                    <a:pt x="38007" y="5229"/>
                  </a:cubicBezTo>
                  <a:cubicBezTo>
                    <a:pt x="38297" y="4866"/>
                    <a:pt x="38709" y="4454"/>
                    <a:pt x="39217" y="4011"/>
                  </a:cubicBezTo>
                  <a:cubicBezTo>
                    <a:pt x="39733" y="3567"/>
                    <a:pt x="40323" y="3115"/>
                    <a:pt x="40984" y="2671"/>
                  </a:cubicBezTo>
                  <a:cubicBezTo>
                    <a:pt x="43494" y="896"/>
                    <a:pt x="45188" y="0"/>
                    <a:pt x="46068" y="0"/>
                  </a:cubicBezTo>
                  <a:cubicBezTo>
                    <a:pt x="46366" y="0"/>
                    <a:pt x="46625" y="113"/>
                    <a:pt x="46843" y="339"/>
                  </a:cubicBezTo>
                  <a:cubicBezTo>
                    <a:pt x="47061" y="557"/>
                    <a:pt x="47173" y="742"/>
                    <a:pt x="47173" y="896"/>
                  </a:cubicBezTo>
                  <a:cubicBezTo>
                    <a:pt x="47173" y="1557"/>
                    <a:pt x="44632" y="12136"/>
                    <a:pt x="39556" y="32608"/>
                  </a:cubicBezTo>
                  <a:cubicBezTo>
                    <a:pt x="34327" y="53685"/>
                    <a:pt x="31713" y="64369"/>
                    <a:pt x="31713" y="64668"/>
                  </a:cubicBezTo>
                  <a:cubicBezTo>
                    <a:pt x="31713" y="65257"/>
                    <a:pt x="33367" y="65596"/>
                    <a:pt x="36683" y="65668"/>
                  </a:cubicBezTo>
                  <a:lnTo>
                    <a:pt x="39443" y="65668"/>
                  </a:lnTo>
                  <a:cubicBezTo>
                    <a:pt x="39887" y="66257"/>
                    <a:pt x="40105" y="66596"/>
                    <a:pt x="40105" y="66669"/>
                  </a:cubicBezTo>
                  <a:cubicBezTo>
                    <a:pt x="40105" y="66742"/>
                    <a:pt x="39992" y="67411"/>
                    <a:pt x="39774" y="68670"/>
                  </a:cubicBezTo>
                  <a:cubicBezTo>
                    <a:pt x="39475" y="69639"/>
                    <a:pt x="39112" y="70341"/>
                    <a:pt x="38668" y="70784"/>
                  </a:cubicBezTo>
                  <a:lnTo>
                    <a:pt x="37232" y="70784"/>
                  </a:lnTo>
                  <a:cubicBezTo>
                    <a:pt x="34948" y="70639"/>
                    <a:pt x="30970" y="70567"/>
                    <a:pt x="25297" y="70567"/>
                  </a:cubicBezTo>
                  <a:cubicBezTo>
                    <a:pt x="23240" y="70567"/>
                    <a:pt x="21360" y="70567"/>
                    <a:pt x="19665" y="70567"/>
                  </a:cubicBezTo>
                  <a:cubicBezTo>
                    <a:pt x="17970" y="70567"/>
                    <a:pt x="16607" y="70567"/>
                    <a:pt x="15582" y="70567"/>
                  </a:cubicBezTo>
                  <a:cubicBezTo>
                    <a:pt x="14549" y="70567"/>
                    <a:pt x="13920" y="70599"/>
                    <a:pt x="13702" y="70671"/>
                  </a:cubicBezTo>
                  <a:cubicBezTo>
                    <a:pt x="12669" y="70671"/>
                    <a:pt x="12152" y="70381"/>
                    <a:pt x="12152" y="69784"/>
                  </a:cubicBezTo>
                  <a:cubicBezTo>
                    <a:pt x="12152" y="69566"/>
                    <a:pt x="12225" y="69009"/>
                    <a:pt x="12378" y="68113"/>
                  </a:cubicBezTo>
                  <a:cubicBezTo>
                    <a:pt x="12669" y="66927"/>
                    <a:pt x="12927" y="66225"/>
                    <a:pt x="13153" y="65999"/>
                  </a:cubicBezTo>
                  <a:cubicBezTo>
                    <a:pt x="13371" y="65781"/>
                    <a:pt x="14105" y="65668"/>
                    <a:pt x="15356" y="65668"/>
                  </a:cubicBezTo>
                  <a:cubicBezTo>
                    <a:pt x="18890" y="65668"/>
                    <a:pt x="21029" y="65410"/>
                    <a:pt x="21763" y="64886"/>
                  </a:cubicBezTo>
                  <a:cubicBezTo>
                    <a:pt x="22352" y="64514"/>
                    <a:pt x="23385" y="61254"/>
                    <a:pt x="24862" y="55098"/>
                  </a:cubicBezTo>
                  <a:cubicBezTo>
                    <a:pt x="26330" y="48933"/>
                    <a:pt x="27105" y="45785"/>
                    <a:pt x="27178" y="45632"/>
                  </a:cubicBezTo>
                  <a:cubicBezTo>
                    <a:pt x="27178" y="45560"/>
                    <a:pt x="26919" y="45673"/>
                    <a:pt x="26403" y="45971"/>
                  </a:cubicBezTo>
                  <a:cubicBezTo>
                    <a:pt x="22869" y="48860"/>
                    <a:pt x="19189" y="50304"/>
                    <a:pt x="15356" y="50304"/>
                  </a:cubicBezTo>
                  <a:cubicBezTo>
                    <a:pt x="11305" y="50304"/>
                    <a:pt x="7739" y="48828"/>
                    <a:pt x="4640" y="45858"/>
                  </a:cubicBezTo>
                  <a:cubicBezTo>
                    <a:pt x="1549" y="42889"/>
                    <a:pt x="0" y="38176"/>
                    <a:pt x="0" y="31721"/>
                  </a:cubicBezTo>
                  <a:close/>
                  <a:moveTo>
                    <a:pt x="35247" y="12911"/>
                  </a:moveTo>
                  <a:cubicBezTo>
                    <a:pt x="33552" y="7053"/>
                    <a:pt x="30785" y="4123"/>
                    <a:pt x="26960" y="4123"/>
                  </a:cubicBezTo>
                  <a:cubicBezTo>
                    <a:pt x="24377" y="4123"/>
                    <a:pt x="21916" y="5269"/>
                    <a:pt x="19560" y="7569"/>
                  </a:cubicBezTo>
                  <a:cubicBezTo>
                    <a:pt x="17204" y="9869"/>
                    <a:pt x="15356" y="12879"/>
                    <a:pt x="14033" y="16583"/>
                  </a:cubicBezTo>
                  <a:cubicBezTo>
                    <a:pt x="11894" y="22449"/>
                    <a:pt x="10385" y="28533"/>
                    <a:pt x="9506" y="34835"/>
                  </a:cubicBezTo>
                  <a:cubicBezTo>
                    <a:pt x="9506" y="35061"/>
                    <a:pt x="9506" y="35465"/>
                    <a:pt x="9506" y="36062"/>
                  </a:cubicBezTo>
                  <a:cubicBezTo>
                    <a:pt x="9506" y="36659"/>
                    <a:pt x="9465" y="37103"/>
                    <a:pt x="9393" y="37402"/>
                  </a:cubicBezTo>
                  <a:cubicBezTo>
                    <a:pt x="9393" y="40734"/>
                    <a:pt x="10054" y="43034"/>
                    <a:pt x="11378" y="44301"/>
                  </a:cubicBezTo>
                  <a:cubicBezTo>
                    <a:pt x="12709" y="45560"/>
                    <a:pt x="14291" y="46229"/>
                    <a:pt x="16131" y="46302"/>
                  </a:cubicBezTo>
                  <a:cubicBezTo>
                    <a:pt x="20109" y="46302"/>
                    <a:pt x="24200" y="43631"/>
                    <a:pt x="28396" y="38289"/>
                  </a:cubicBezTo>
                  <a:lnTo>
                    <a:pt x="29276" y="37063"/>
                  </a:lnTo>
                  <a:lnTo>
                    <a:pt x="35247" y="12911"/>
                  </a:lnTo>
                  <a:close/>
                </a:path>
              </a:pathLst>
            </a:custGeom>
            <a:solidFill>
              <a:srgbClr val="000000"/>
            </a:solidFill>
            <a:ln w="807" cap="flat">
              <a:noFill/>
              <a:prstDash val="solid"/>
              <a:miter/>
            </a:ln>
          </p:spPr>
        </p:sp>
        <p:sp>
          <p:nvSpPr>
            <p:cNvPr id="448" name="任意形状 447">
              <a:extLst>
                <a:ext uri="{FF2B5EF4-FFF2-40B4-BE49-F238E27FC236}">
                  <a16:creationId xmlns:a16="http://schemas.microsoft.com/office/drawing/2014/main" id="{7A114F58-D362-1908-4CDA-E55409A87A3E}"/>
                </a:ext>
              </a:extLst>
            </p:cNvPr>
            <p:cNvSpPr/>
            <p:nvPr/>
          </p:nvSpPr>
          <p:spPr>
            <a:xfrm>
              <a:off x="3937941" y="2633854"/>
              <a:ext cx="36597" cy="61539"/>
            </a:xfrm>
            <a:custGeom>
              <a:avLst/>
              <a:gdLst>
                <a:gd name="csX0" fmla="*/ 4608 w 31163"/>
                <a:gd name="csY0" fmla="*/ 18648 h 52402"/>
                <a:gd name="csX1" fmla="*/ 1251 w 31163"/>
                <a:gd name="csY1" fmla="*/ 17228 h 52402"/>
                <a:gd name="csX2" fmla="*/ 0 w 31163"/>
                <a:gd name="csY2" fmla="*/ 13766 h 52402"/>
                <a:gd name="csX3" fmla="*/ 4139 w 31163"/>
                <a:gd name="csY3" fmla="*/ 4091 h 52402"/>
                <a:gd name="csX4" fmla="*/ 14452 w 31163"/>
                <a:gd name="csY4" fmla="*/ 0 h 52402"/>
                <a:gd name="csX5" fmla="*/ 26322 w 31163"/>
                <a:gd name="csY5" fmla="*/ 4406 h 52402"/>
                <a:gd name="csX6" fmla="*/ 31164 w 31163"/>
                <a:gd name="csY6" fmla="*/ 15816 h 52402"/>
                <a:gd name="csX7" fmla="*/ 29606 w 31163"/>
                <a:gd name="csY7" fmla="*/ 22263 h 52402"/>
                <a:gd name="csX8" fmla="*/ 25854 w 31163"/>
                <a:gd name="csY8" fmla="*/ 27613 h 52402"/>
                <a:gd name="csX9" fmla="*/ 19608 w 31163"/>
                <a:gd name="csY9" fmla="*/ 33439 h 52402"/>
                <a:gd name="csX10" fmla="*/ 11797 w 31163"/>
                <a:gd name="csY10" fmla="*/ 40678 h 52402"/>
                <a:gd name="csX11" fmla="*/ 7190 w 31163"/>
                <a:gd name="csY11" fmla="*/ 45083 h 52402"/>
                <a:gd name="csX12" fmla="*/ 13129 w 31163"/>
                <a:gd name="csY12" fmla="*/ 45164 h 52402"/>
                <a:gd name="csX13" fmla="*/ 26169 w 31163"/>
                <a:gd name="csY13" fmla="*/ 44769 h 52402"/>
                <a:gd name="csX14" fmla="*/ 28041 w 31163"/>
                <a:gd name="csY14" fmla="*/ 37764 h 52402"/>
                <a:gd name="csX15" fmla="*/ 28041 w 31163"/>
                <a:gd name="csY15" fmla="*/ 37531 h 52402"/>
                <a:gd name="csX16" fmla="*/ 31164 w 31163"/>
                <a:gd name="csY16" fmla="*/ 37531 h 52402"/>
                <a:gd name="csX17" fmla="*/ 31164 w 31163"/>
                <a:gd name="csY17" fmla="*/ 37764 h 52402"/>
                <a:gd name="csX18" fmla="*/ 30155 w 31163"/>
                <a:gd name="csY18" fmla="*/ 44930 h 52402"/>
                <a:gd name="csX19" fmla="*/ 28977 w 31163"/>
                <a:gd name="csY19" fmla="*/ 52168 h 52402"/>
                <a:gd name="csX20" fmla="*/ 28977 w 31163"/>
                <a:gd name="csY20" fmla="*/ 52402 h 52402"/>
                <a:gd name="csX21" fmla="*/ 0 w 31163"/>
                <a:gd name="csY21" fmla="*/ 52402 h 52402"/>
                <a:gd name="csX22" fmla="*/ 0 w 31163"/>
                <a:gd name="csY22" fmla="*/ 50909 h 52402"/>
                <a:gd name="csX23" fmla="*/ 0 w 31163"/>
                <a:gd name="csY23" fmla="*/ 49965 h 52402"/>
                <a:gd name="csX24" fmla="*/ 468 w 31163"/>
                <a:gd name="csY24" fmla="*/ 48787 h 52402"/>
                <a:gd name="csX25" fmla="*/ 2816 w 31163"/>
                <a:gd name="csY25" fmla="*/ 46027 h 52402"/>
                <a:gd name="csX26" fmla="*/ 6722 w 31163"/>
                <a:gd name="csY26" fmla="*/ 41622 h 52402"/>
                <a:gd name="csX27" fmla="*/ 9376 w 31163"/>
                <a:gd name="csY27" fmla="*/ 38709 h 52402"/>
                <a:gd name="csX28" fmla="*/ 12031 w 31163"/>
                <a:gd name="csY28" fmla="*/ 35804 h 52402"/>
                <a:gd name="csX29" fmla="*/ 14299 w 31163"/>
                <a:gd name="csY29" fmla="*/ 33205 h 52402"/>
                <a:gd name="csX30" fmla="*/ 16486 w 31163"/>
                <a:gd name="csY30" fmla="*/ 30526 h 52402"/>
                <a:gd name="csX31" fmla="*/ 18277 w 31163"/>
                <a:gd name="csY31" fmla="*/ 28170 h 52402"/>
                <a:gd name="csX32" fmla="*/ 19923 w 31163"/>
                <a:gd name="csY32" fmla="*/ 25652 h 52402"/>
                <a:gd name="csX33" fmla="*/ 21093 w 31163"/>
                <a:gd name="csY33" fmla="*/ 23369 h 52402"/>
                <a:gd name="csX34" fmla="*/ 22110 w 31163"/>
                <a:gd name="csY34" fmla="*/ 20851 h 52402"/>
                <a:gd name="csX35" fmla="*/ 22651 w 31163"/>
                <a:gd name="csY35" fmla="*/ 18487 h 52402"/>
                <a:gd name="csX36" fmla="*/ 22885 w 31163"/>
                <a:gd name="csY36" fmla="*/ 15897 h 52402"/>
                <a:gd name="csX37" fmla="*/ 20230 w 31163"/>
                <a:gd name="csY37" fmla="*/ 7319 h 52402"/>
                <a:gd name="csX38" fmla="*/ 12653 w 31163"/>
                <a:gd name="csY38" fmla="*/ 3696 h 52402"/>
                <a:gd name="csX39" fmla="*/ 8126 w 31163"/>
                <a:gd name="csY39" fmla="*/ 5035 h 52402"/>
                <a:gd name="csX40" fmla="*/ 5390 w 31163"/>
                <a:gd name="csY40" fmla="*/ 7634 h 52402"/>
                <a:gd name="csX41" fmla="*/ 4608 w 31163"/>
                <a:gd name="csY41" fmla="*/ 9126 h 52402"/>
                <a:gd name="csX42" fmla="*/ 5003 w 31163"/>
                <a:gd name="csY42" fmla="*/ 9207 h 52402"/>
                <a:gd name="csX43" fmla="*/ 7892 w 31163"/>
                <a:gd name="csY43" fmla="*/ 10304 h 52402"/>
                <a:gd name="csX44" fmla="*/ 9376 w 31163"/>
                <a:gd name="csY44" fmla="*/ 13928 h 52402"/>
                <a:gd name="csX45" fmla="*/ 8126 w 31163"/>
                <a:gd name="csY45" fmla="*/ 17228 h 52402"/>
                <a:gd name="csX46" fmla="*/ 4608 w 31163"/>
                <a:gd name="csY46" fmla="*/ 18648 h 52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1163" h="52402">
                  <a:moveTo>
                    <a:pt x="4608" y="18648"/>
                  </a:moveTo>
                  <a:cubicBezTo>
                    <a:pt x="3204" y="18648"/>
                    <a:pt x="2090" y="18172"/>
                    <a:pt x="1251" y="17228"/>
                  </a:cubicBezTo>
                  <a:cubicBezTo>
                    <a:pt x="420" y="16284"/>
                    <a:pt x="0" y="15130"/>
                    <a:pt x="0" y="13766"/>
                  </a:cubicBezTo>
                  <a:cubicBezTo>
                    <a:pt x="0" y="10046"/>
                    <a:pt x="1380" y="6819"/>
                    <a:pt x="4139" y="4091"/>
                  </a:cubicBezTo>
                  <a:cubicBezTo>
                    <a:pt x="6899" y="1364"/>
                    <a:pt x="10337" y="0"/>
                    <a:pt x="14452" y="0"/>
                  </a:cubicBezTo>
                  <a:cubicBezTo>
                    <a:pt x="19189" y="0"/>
                    <a:pt x="23151" y="1469"/>
                    <a:pt x="26322" y="4406"/>
                  </a:cubicBezTo>
                  <a:cubicBezTo>
                    <a:pt x="29501" y="7343"/>
                    <a:pt x="31115" y="11144"/>
                    <a:pt x="31164" y="15816"/>
                  </a:cubicBezTo>
                  <a:cubicBezTo>
                    <a:pt x="31164" y="18067"/>
                    <a:pt x="30647" y="20222"/>
                    <a:pt x="29606" y="22263"/>
                  </a:cubicBezTo>
                  <a:cubicBezTo>
                    <a:pt x="28565" y="24313"/>
                    <a:pt x="27315" y="26096"/>
                    <a:pt x="25854" y="27613"/>
                  </a:cubicBezTo>
                  <a:cubicBezTo>
                    <a:pt x="24402" y="29138"/>
                    <a:pt x="22312" y="31083"/>
                    <a:pt x="19608" y="33439"/>
                  </a:cubicBezTo>
                  <a:cubicBezTo>
                    <a:pt x="17736" y="35069"/>
                    <a:pt x="15130" y="37482"/>
                    <a:pt x="11797" y="40678"/>
                  </a:cubicBezTo>
                  <a:lnTo>
                    <a:pt x="7190" y="45083"/>
                  </a:lnTo>
                  <a:lnTo>
                    <a:pt x="13129" y="45164"/>
                  </a:lnTo>
                  <a:cubicBezTo>
                    <a:pt x="21303" y="45164"/>
                    <a:pt x="25644" y="45035"/>
                    <a:pt x="26169" y="44769"/>
                  </a:cubicBezTo>
                  <a:cubicBezTo>
                    <a:pt x="26532" y="44664"/>
                    <a:pt x="27161" y="42332"/>
                    <a:pt x="28041" y="37764"/>
                  </a:cubicBezTo>
                  <a:lnTo>
                    <a:pt x="28041" y="37531"/>
                  </a:lnTo>
                  <a:lnTo>
                    <a:pt x="31164" y="37531"/>
                  </a:lnTo>
                  <a:lnTo>
                    <a:pt x="31164" y="37764"/>
                  </a:lnTo>
                  <a:cubicBezTo>
                    <a:pt x="31115" y="37926"/>
                    <a:pt x="30776" y="40314"/>
                    <a:pt x="30155" y="44930"/>
                  </a:cubicBezTo>
                  <a:cubicBezTo>
                    <a:pt x="29526" y="49546"/>
                    <a:pt x="29138" y="51959"/>
                    <a:pt x="28977" y="52168"/>
                  </a:cubicBezTo>
                  <a:lnTo>
                    <a:pt x="28977" y="52402"/>
                  </a:lnTo>
                  <a:lnTo>
                    <a:pt x="0" y="52402"/>
                  </a:lnTo>
                  <a:lnTo>
                    <a:pt x="0" y="50909"/>
                  </a:lnTo>
                  <a:lnTo>
                    <a:pt x="0" y="49965"/>
                  </a:lnTo>
                  <a:cubicBezTo>
                    <a:pt x="0" y="49594"/>
                    <a:pt x="161" y="49207"/>
                    <a:pt x="468" y="48787"/>
                  </a:cubicBezTo>
                  <a:cubicBezTo>
                    <a:pt x="783" y="48368"/>
                    <a:pt x="1565" y="47448"/>
                    <a:pt x="2816" y="46027"/>
                  </a:cubicBezTo>
                  <a:cubicBezTo>
                    <a:pt x="4325" y="44349"/>
                    <a:pt x="5624" y="42881"/>
                    <a:pt x="6722" y="41622"/>
                  </a:cubicBezTo>
                  <a:cubicBezTo>
                    <a:pt x="7190" y="41097"/>
                    <a:pt x="8077" y="40129"/>
                    <a:pt x="9376" y="38709"/>
                  </a:cubicBezTo>
                  <a:cubicBezTo>
                    <a:pt x="10676" y="37297"/>
                    <a:pt x="11563" y="36328"/>
                    <a:pt x="12031" y="35804"/>
                  </a:cubicBezTo>
                  <a:cubicBezTo>
                    <a:pt x="12499" y="35279"/>
                    <a:pt x="13258" y="34408"/>
                    <a:pt x="14299" y="33205"/>
                  </a:cubicBezTo>
                  <a:cubicBezTo>
                    <a:pt x="15340" y="31995"/>
                    <a:pt x="16066" y="31107"/>
                    <a:pt x="16486" y="30526"/>
                  </a:cubicBezTo>
                  <a:cubicBezTo>
                    <a:pt x="16897" y="29953"/>
                    <a:pt x="17502" y="29163"/>
                    <a:pt x="18277" y="28170"/>
                  </a:cubicBezTo>
                  <a:cubicBezTo>
                    <a:pt x="19060" y="27169"/>
                    <a:pt x="19608" y="26330"/>
                    <a:pt x="19923" y="25652"/>
                  </a:cubicBezTo>
                  <a:cubicBezTo>
                    <a:pt x="20230" y="24967"/>
                    <a:pt x="20625" y="24208"/>
                    <a:pt x="21093" y="23369"/>
                  </a:cubicBezTo>
                  <a:cubicBezTo>
                    <a:pt x="21561" y="22530"/>
                    <a:pt x="21900" y="21690"/>
                    <a:pt x="22110" y="20851"/>
                  </a:cubicBezTo>
                  <a:cubicBezTo>
                    <a:pt x="22312" y="20012"/>
                    <a:pt x="22497" y="19221"/>
                    <a:pt x="22651" y="18487"/>
                  </a:cubicBezTo>
                  <a:cubicBezTo>
                    <a:pt x="22812" y="17753"/>
                    <a:pt x="22885" y="16889"/>
                    <a:pt x="22885" y="15897"/>
                  </a:cubicBezTo>
                  <a:cubicBezTo>
                    <a:pt x="22885" y="12588"/>
                    <a:pt x="22005" y="9732"/>
                    <a:pt x="20230" y="7319"/>
                  </a:cubicBezTo>
                  <a:cubicBezTo>
                    <a:pt x="18463" y="4906"/>
                    <a:pt x="15937" y="3696"/>
                    <a:pt x="12653" y="3696"/>
                  </a:cubicBezTo>
                  <a:cubicBezTo>
                    <a:pt x="10934" y="3696"/>
                    <a:pt x="9425" y="4140"/>
                    <a:pt x="8126" y="5035"/>
                  </a:cubicBezTo>
                  <a:cubicBezTo>
                    <a:pt x="6827" y="5923"/>
                    <a:pt x="5915" y="6794"/>
                    <a:pt x="5390" y="7634"/>
                  </a:cubicBezTo>
                  <a:cubicBezTo>
                    <a:pt x="4874" y="8473"/>
                    <a:pt x="4608" y="8965"/>
                    <a:pt x="4608" y="9126"/>
                  </a:cubicBezTo>
                  <a:cubicBezTo>
                    <a:pt x="4608" y="9175"/>
                    <a:pt x="4745" y="9207"/>
                    <a:pt x="5003" y="9207"/>
                  </a:cubicBezTo>
                  <a:cubicBezTo>
                    <a:pt x="5939" y="9207"/>
                    <a:pt x="6899" y="9570"/>
                    <a:pt x="7892" y="10304"/>
                  </a:cubicBezTo>
                  <a:cubicBezTo>
                    <a:pt x="8884" y="11039"/>
                    <a:pt x="9376" y="12249"/>
                    <a:pt x="9376" y="13928"/>
                  </a:cubicBezTo>
                  <a:cubicBezTo>
                    <a:pt x="9376" y="15235"/>
                    <a:pt x="8957" y="16340"/>
                    <a:pt x="8126" y="17228"/>
                  </a:cubicBezTo>
                  <a:cubicBezTo>
                    <a:pt x="7295" y="18124"/>
                    <a:pt x="6125" y="18592"/>
                    <a:pt x="4608" y="18648"/>
                  </a:cubicBezTo>
                  <a:close/>
                </a:path>
              </a:pathLst>
            </a:custGeom>
            <a:solidFill>
              <a:srgbClr val="000000"/>
            </a:solidFill>
            <a:ln w="807" cap="flat">
              <a:noFill/>
              <a:prstDash val="solid"/>
              <a:miter/>
            </a:ln>
          </p:spPr>
        </p:sp>
        <p:sp>
          <p:nvSpPr>
            <p:cNvPr id="449" name="任意形状 448">
              <a:extLst>
                <a:ext uri="{FF2B5EF4-FFF2-40B4-BE49-F238E27FC236}">
                  <a16:creationId xmlns:a16="http://schemas.microsoft.com/office/drawing/2014/main" id="{40B21666-64F1-1634-C32D-ACB2F665133A}"/>
                </a:ext>
              </a:extLst>
            </p:cNvPr>
            <p:cNvSpPr/>
            <p:nvPr/>
          </p:nvSpPr>
          <p:spPr>
            <a:xfrm>
              <a:off x="4829351" y="2581810"/>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000000"/>
              </a:solidFill>
              <a:prstDash val="solid"/>
              <a:miter/>
            </a:ln>
          </p:spPr>
        </p:sp>
        <p:sp>
          <p:nvSpPr>
            <p:cNvPr id="450" name="任意形状 449">
              <a:extLst>
                <a:ext uri="{FF2B5EF4-FFF2-40B4-BE49-F238E27FC236}">
                  <a16:creationId xmlns:a16="http://schemas.microsoft.com/office/drawing/2014/main" id="{6898408E-81CC-7FBD-C29C-E3630B5371F9}"/>
                </a:ext>
              </a:extLst>
            </p:cNvPr>
            <p:cNvSpPr/>
            <p:nvPr/>
          </p:nvSpPr>
          <p:spPr>
            <a:xfrm>
              <a:off x="4862481" y="2620862"/>
              <a:ext cx="55399" cy="83127"/>
            </a:xfrm>
            <a:custGeom>
              <a:avLst/>
              <a:gdLst>
                <a:gd name="csX0" fmla="*/ 0 w 47173"/>
                <a:gd name="csY0" fmla="*/ 31721 h 70784"/>
                <a:gd name="csX1" fmla="*/ 8400 w 47173"/>
                <a:gd name="csY1" fmla="*/ 10353 h 70784"/>
                <a:gd name="csX2" fmla="*/ 27291 w 47173"/>
                <a:gd name="csY2" fmla="*/ 113 h 70784"/>
                <a:gd name="csX3" fmla="*/ 37450 w 47173"/>
                <a:gd name="csY3" fmla="*/ 5899 h 70784"/>
                <a:gd name="csX4" fmla="*/ 38007 w 47173"/>
                <a:gd name="csY4" fmla="*/ 5229 h 70784"/>
                <a:gd name="csX5" fmla="*/ 39217 w 47173"/>
                <a:gd name="csY5" fmla="*/ 4011 h 70784"/>
                <a:gd name="csX6" fmla="*/ 40984 w 47173"/>
                <a:gd name="csY6" fmla="*/ 2671 h 70784"/>
                <a:gd name="csX7" fmla="*/ 46068 w 47173"/>
                <a:gd name="csY7" fmla="*/ 0 h 70784"/>
                <a:gd name="csX8" fmla="*/ 46843 w 47173"/>
                <a:gd name="csY8" fmla="*/ 339 h 70784"/>
                <a:gd name="csX9" fmla="*/ 47173 w 47173"/>
                <a:gd name="csY9" fmla="*/ 896 h 70784"/>
                <a:gd name="csX10" fmla="*/ 39556 w 47173"/>
                <a:gd name="csY10" fmla="*/ 32608 h 70784"/>
                <a:gd name="csX11" fmla="*/ 31713 w 47173"/>
                <a:gd name="csY11" fmla="*/ 64668 h 70784"/>
                <a:gd name="csX12" fmla="*/ 36683 w 47173"/>
                <a:gd name="csY12" fmla="*/ 65668 h 70784"/>
                <a:gd name="csX13" fmla="*/ 39443 w 47173"/>
                <a:gd name="csY13" fmla="*/ 65668 h 70784"/>
                <a:gd name="csX14" fmla="*/ 40105 w 47173"/>
                <a:gd name="csY14" fmla="*/ 66669 h 70784"/>
                <a:gd name="csX15" fmla="*/ 39774 w 47173"/>
                <a:gd name="csY15" fmla="*/ 68670 h 70784"/>
                <a:gd name="csX16" fmla="*/ 38668 w 47173"/>
                <a:gd name="csY16" fmla="*/ 70784 h 70784"/>
                <a:gd name="csX17" fmla="*/ 37232 w 47173"/>
                <a:gd name="csY17" fmla="*/ 70784 h 70784"/>
                <a:gd name="csX18" fmla="*/ 25297 w 47173"/>
                <a:gd name="csY18" fmla="*/ 70567 h 70784"/>
                <a:gd name="csX19" fmla="*/ 19665 w 47173"/>
                <a:gd name="csY19" fmla="*/ 70567 h 70784"/>
                <a:gd name="csX20" fmla="*/ 15582 w 47173"/>
                <a:gd name="csY20" fmla="*/ 70567 h 70784"/>
                <a:gd name="csX21" fmla="*/ 13702 w 47173"/>
                <a:gd name="csY21" fmla="*/ 70671 h 70784"/>
                <a:gd name="csX22" fmla="*/ 12152 w 47173"/>
                <a:gd name="csY22" fmla="*/ 69784 h 70784"/>
                <a:gd name="csX23" fmla="*/ 12378 w 47173"/>
                <a:gd name="csY23" fmla="*/ 68113 h 70784"/>
                <a:gd name="csX24" fmla="*/ 13153 w 47173"/>
                <a:gd name="csY24" fmla="*/ 65999 h 70784"/>
                <a:gd name="csX25" fmla="*/ 15356 w 47173"/>
                <a:gd name="csY25" fmla="*/ 65668 h 70784"/>
                <a:gd name="csX26" fmla="*/ 21763 w 47173"/>
                <a:gd name="csY26" fmla="*/ 64886 h 70784"/>
                <a:gd name="csX27" fmla="*/ 24862 w 47173"/>
                <a:gd name="csY27" fmla="*/ 55098 h 70784"/>
                <a:gd name="csX28" fmla="*/ 27178 w 47173"/>
                <a:gd name="csY28" fmla="*/ 45632 h 70784"/>
                <a:gd name="csX29" fmla="*/ 26403 w 47173"/>
                <a:gd name="csY29" fmla="*/ 45971 h 70784"/>
                <a:gd name="csX30" fmla="*/ 15356 w 47173"/>
                <a:gd name="csY30" fmla="*/ 50304 h 70784"/>
                <a:gd name="csX31" fmla="*/ 4640 w 47173"/>
                <a:gd name="csY31" fmla="*/ 45858 h 70784"/>
                <a:gd name="csX32" fmla="*/ 0 w 47173"/>
                <a:gd name="csY32" fmla="*/ 31721 h 70784"/>
                <a:gd name="csX33" fmla="*/ 35247 w 47173"/>
                <a:gd name="csY33" fmla="*/ 12911 h 70784"/>
                <a:gd name="csX34" fmla="*/ 26960 w 47173"/>
                <a:gd name="csY34" fmla="*/ 4123 h 70784"/>
                <a:gd name="csX35" fmla="*/ 19560 w 47173"/>
                <a:gd name="csY35" fmla="*/ 7569 h 70784"/>
                <a:gd name="csX36" fmla="*/ 14033 w 47173"/>
                <a:gd name="csY36" fmla="*/ 16583 h 70784"/>
                <a:gd name="csX37" fmla="*/ 9506 w 47173"/>
                <a:gd name="csY37" fmla="*/ 34835 h 70784"/>
                <a:gd name="csX38" fmla="*/ 9506 w 47173"/>
                <a:gd name="csY38" fmla="*/ 36062 h 70784"/>
                <a:gd name="csX39" fmla="*/ 9393 w 47173"/>
                <a:gd name="csY39" fmla="*/ 37402 h 70784"/>
                <a:gd name="csX40" fmla="*/ 11378 w 47173"/>
                <a:gd name="csY40" fmla="*/ 44301 h 70784"/>
                <a:gd name="csX41" fmla="*/ 16131 w 47173"/>
                <a:gd name="csY41" fmla="*/ 46302 h 70784"/>
                <a:gd name="csX42" fmla="*/ 28396 w 47173"/>
                <a:gd name="csY42" fmla="*/ 38289 h 70784"/>
                <a:gd name="csX43" fmla="*/ 29276 w 47173"/>
                <a:gd name="csY43" fmla="*/ 37063 h 70784"/>
                <a:gd name="csX44" fmla="*/ 35247 w 47173"/>
                <a:gd name="csY44" fmla="*/ 12911 h 70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7173" h="70784">
                  <a:moveTo>
                    <a:pt x="0" y="31721"/>
                  </a:moveTo>
                  <a:cubicBezTo>
                    <a:pt x="0" y="24224"/>
                    <a:pt x="2800" y="17107"/>
                    <a:pt x="8400" y="10353"/>
                  </a:cubicBezTo>
                  <a:cubicBezTo>
                    <a:pt x="13992" y="3599"/>
                    <a:pt x="20295" y="186"/>
                    <a:pt x="27291" y="113"/>
                  </a:cubicBezTo>
                  <a:cubicBezTo>
                    <a:pt x="31713" y="113"/>
                    <a:pt x="35094" y="2042"/>
                    <a:pt x="37450" y="5899"/>
                  </a:cubicBezTo>
                  <a:cubicBezTo>
                    <a:pt x="37531" y="5826"/>
                    <a:pt x="37708" y="5600"/>
                    <a:pt x="38007" y="5229"/>
                  </a:cubicBezTo>
                  <a:cubicBezTo>
                    <a:pt x="38297" y="4866"/>
                    <a:pt x="38709" y="4454"/>
                    <a:pt x="39217" y="4011"/>
                  </a:cubicBezTo>
                  <a:cubicBezTo>
                    <a:pt x="39733" y="3567"/>
                    <a:pt x="40323" y="3115"/>
                    <a:pt x="40984" y="2671"/>
                  </a:cubicBezTo>
                  <a:cubicBezTo>
                    <a:pt x="43494" y="896"/>
                    <a:pt x="45188" y="0"/>
                    <a:pt x="46068" y="0"/>
                  </a:cubicBezTo>
                  <a:cubicBezTo>
                    <a:pt x="46366" y="0"/>
                    <a:pt x="46625" y="113"/>
                    <a:pt x="46843" y="339"/>
                  </a:cubicBezTo>
                  <a:cubicBezTo>
                    <a:pt x="47061" y="557"/>
                    <a:pt x="47173" y="742"/>
                    <a:pt x="47173" y="896"/>
                  </a:cubicBezTo>
                  <a:cubicBezTo>
                    <a:pt x="47173" y="1557"/>
                    <a:pt x="44632" y="12136"/>
                    <a:pt x="39556" y="32608"/>
                  </a:cubicBezTo>
                  <a:cubicBezTo>
                    <a:pt x="34327" y="53685"/>
                    <a:pt x="31713" y="64369"/>
                    <a:pt x="31713" y="64668"/>
                  </a:cubicBezTo>
                  <a:cubicBezTo>
                    <a:pt x="31713" y="65257"/>
                    <a:pt x="33367" y="65596"/>
                    <a:pt x="36683" y="65668"/>
                  </a:cubicBezTo>
                  <a:lnTo>
                    <a:pt x="39443" y="65668"/>
                  </a:lnTo>
                  <a:cubicBezTo>
                    <a:pt x="39887" y="66257"/>
                    <a:pt x="40105" y="66596"/>
                    <a:pt x="40105" y="66669"/>
                  </a:cubicBezTo>
                  <a:cubicBezTo>
                    <a:pt x="40105" y="66742"/>
                    <a:pt x="39992" y="67411"/>
                    <a:pt x="39774" y="68670"/>
                  </a:cubicBezTo>
                  <a:cubicBezTo>
                    <a:pt x="39475" y="69639"/>
                    <a:pt x="39112" y="70341"/>
                    <a:pt x="38668" y="70784"/>
                  </a:cubicBezTo>
                  <a:lnTo>
                    <a:pt x="37232" y="70784"/>
                  </a:lnTo>
                  <a:cubicBezTo>
                    <a:pt x="34948" y="70639"/>
                    <a:pt x="30970" y="70567"/>
                    <a:pt x="25297" y="70567"/>
                  </a:cubicBezTo>
                  <a:cubicBezTo>
                    <a:pt x="23240" y="70567"/>
                    <a:pt x="21360" y="70567"/>
                    <a:pt x="19665" y="70567"/>
                  </a:cubicBezTo>
                  <a:cubicBezTo>
                    <a:pt x="17970" y="70567"/>
                    <a:pt x="16607" y="70567"/>
                    <a:pt x="15582" y="70567"/>
                  </a:cubicBezTo>
                  <a:cubicBezTo>
                    <a:pt x="14549" y="70567"/>
                    <a:pt x="13920" y="70599"/>
                    <a:pt x="13702" y="70671"/>
                  </a:cubicBezTo>
                  <a:cubicBezTo>
                    <a:pt x="12669" y="70671"/>
                    <a:pt x="12152" y="70381"/>
                    <a:pt x="12152" y="69784"/>
                  </a:cubicBezTo>
                  <a:cubicBezTo>
                    <a:pt x="12152" y="69566"/>
                    <a:pt x="12225" y="69009"/>
                    <a:pt x="12378" y="68113"/>
                  </a:cubicBezTo>
                  <a:cubicBezTo>
                    <a:pt x="12669" y="66927"/>
                    <a:pt x="12927" y="66225"/>
                    <a:pt x="13153" y="65999"/>
                  </a:cubicBezTo>
                  <a:cubicBezTo>
                    <a:pt x="13371" y="65781"/>
                    <a:pt x="14105" y="65668"/>
                    <a:pt x="15356" y="65668"/>
                  </a:cubicBezTo>
                  <a:cubicBezTo>
                    <a:pt x="18890" y="65668"/>
                    <a:pt x="21029" y="65410"/>
                    <a:pt x="21763" y="64886"/>
                  </a:cubicBezTo>
                  <a:cubicBezTo>
                    <a:pt x="22352" y="64514"/>
                    <a:pt x="23385" y="61254"/>
                    <a:pt x="24862" y="55098"/>
                  </a:cubicBezTo>
                  <a:cubicBezTo>
                    <a:pt x="26330" y="48933"/>
                    <a:pt x="27105" y="45785"/>
                    <a:pt x="27178" y="45632"/>
                  </a:cubicBezTo>
                  <a:cubicBezTo>
                    <a:pt x="27178" y="45560"/>
                    <a:pt x="26919" y="45673"/>
                    <a:pt x="26403" y="45971"/>
                  </a:cubicBezTo>
                  <a:cubicBezTo>
                    <a:pt x="22869" y="48860"/>
                    <a:pt x="19189" y="50304"/>
                    <a:pt x="15356" y="50304"/>
                  </a:cubicBezTo>
                  <a:cubicBezTo>
                    <a:pt x="11305" y="50304"/>
                    <a:pt x="7739" y="48828"/>
                    <a:pt x="4640" y="45858"/>
                  </a:cubicBezTo>
                  <a:cubicBezTo>
                    <a:pt x="1549" y="42889"/>
                    <a:pt x="0" y="38176"/>
                    <a:pt x="0" y="31721"/>
                  </a:cubicBezTo>
                  <a:close/>
                  <a:moveTo>
                    <a:pt x="35247" y="12911"/>
                  </a:moveTo>
                  <a:cubicBezTo>
                    <a:pt x="33552" y="7053"/>
                    <a:pt x="30785" y="4123"/>
                    <a:pt x="26960" y="4123"/>
                  </a:cubicBezTo>
                  <a:cubicBezTo>
                    <a:pt x="24377" y="4123"/>
                    <a:pt x="21916" y="5269"/>
                    <a:pt x="19560" y="7569"/>
                  </a:cubicBezTo>
                  <a:cubicBezTo>
                    <a:pt x="17204" y="9869"/>
                    <a:pt x="15356" y="12879"/>
                    <a:pt x="14033" y="16583"/>
                  </a:cubicBezTo>
                  <a:cubicBezTo>
                    <a:pt x="11894" y="22449"/>
                    <a:pt x="10385" y="28533"/>
                    <a:pt x="9506" y="34835"/>
                  </a:cubicBezTo>
                  <a:cubicBezTo>
                    <a:pt x="9506" y="35061"/>
                    <a:pt x="9506" y="35465"/>
                    <a:pt x="9506" y="36062"/>
                  </a:cubicBezTo>
                  <a:cubicBezTo>
                    <a:pt x="9506" y="36659"/>
                    <a:pt x="9465" y="37103"/>
                    <a:pt x="9393" y="37402"/>
                  </a:cubicBezTo>
                  <a:cubicBezTo>
                    <a:pt x="9393" y="40734"/>
                    <a:pt x="10054" y="43034"/>
                    <a:pt x="11378" y="44301"/>
                  </a:cubicBezTo>
                  <a:cubicBezTo>
                    <a:pt x="12709" y="45560"/>
                    <a:pt x="14291" y="46229"/>
                    <a:pt x="16131" y="46302"/>
                  </a:cubicBezTo>
                  <a:cubicBezTo>
                    <a:pt x="20109" y="46302"/>
                    <a:pt x="24200" y="43631"/>
                    <a:pt x="28396" y="38289"/>
                  </a:cubicBezTo>
                  <a:lnTo>
                    <a:pt x="29276" y="37063"/>
                  </a:lnTo>
                  <a:lnTo>
                    <a:pt x="35247" y="12911"/>
                  </a:lnTo>
                  <a:close/>
                </a:path>
              </a:pathLst>
            </a:custGeom>
            <a:solidFill>
              <a:srgbClr val="000000"/>
            </a:solidFill>
            <a:ln w="807" cap="flat">
              <a:noFill/>
              <a:prstDash val="solid"/>
              <a:miter/>
            </a:ln>
          </p:spPr>
        </p:sp>
        <p:sp>
          <p:nvSpPr>
            <p:cNvPr id="451" name="任意形状 450">
              <a:extLst>
                <a:ext uri="{FF2B5EF4-FFF2-40B4-BE49-F238E27FC236}">
                  <a16:creationId xmlns:a16="http://schemas.microsoft.com/office/drawing/2014/main" id="{973B9ECE-7A8F-2000-E048-5BB6D096C3ED}"/>
                </a:ext>
              </a:extLst>
            </p:cNvPr>
            <p:cNvSpPr/>
            <p:nvPr/>
          </p:nvSpPr>
          <p:spPr>
            <a:xfrm>
              <a:off x="4920647" y="2636697"/>
              <a:ext cx="36597" cy="61539"/>
            </a:xfrm>
            <a:custGeom>
              <a:avLst/>
              <a:gdLst>
                <a:gd name="csX0" fmla="*/ 4608 w 31163"/>
                <a:gd name="csY0" fmla="*/ 18648 h 52402"/>
                <a:gd name="csX1" fmla="*/ 1251 w 31163"/>
                <a:gd name="csY1" fmla="*/ 17228 h 52402"/>
                <a:gd name="csX2" fmla="*/ 0 w 31163"/>
                <a:gd name="csY2" fmla="*/ 13766 h 52402"/>
                <a:gd name="csX3" fmla="*/ 4139 w 31163"/>
                <a:gd name="csY3" fmla="*/ 4091 h 52402"/>
                <a:gd name="csX4" fmla="*/ 14452 w 31163"/>
                <a:gd name="csY4" fmla="*/ 0 h 52402"/>
                <a:gd name="csX5" fmla="*/ 26322 w 31163"/>
                <a:gd name="csY5" fmla="*/ 4406 h 52402"/>
                <a:gd name="csX6" fmla="*/ 31164 w 31163"/>
                <a:gd name="csY6" fmla="*/ 15816 h 52402"/>
                <a:gd name="csX7" fmla="*/ 29606 w 31163"/>
                <a:gd name="csY7" fmla="*/ 22263 h 52402"/>
                <a:gd name="csX8" fmla="*/ 25854 w 31163"/>
                <a:gd name="csY8" fmla="*/ 27613 h 52402"/>
                <a:gd name="csX9" fmla="*/ 19608 w 31163"/>
                <a:gd name="csY9" fmla="*/ 33439 h 52402"/>
                <a:gd name="csX10" fmla="*/ 11797 w 31163"/>
                <a:gd name="csY10" fmla="*/ 40678 h 52402"/>
                <a:gd name="csX11" fmla="*/ 7190 w 31163"/>
                <a:gd name="csY11" fmla="*/ 45083 h 52402"/>
                <a:gd name="csX12" fmla="*/ 13129 w 31163"/>
                <a:gd name="csY12" fmla="*/ 45164 h 52402"/>
                <a:gd name="csX13" fmla="*/ 26169 w 31163"/>
                <a:gd name="csY13" fmla="*/ 44769 h 52402"/>
                <a:gd name="csX14" fmla="*/ 28041 w 31163"/>
                <a:gd name="csY14" fmla="*/ 37764 h 52402"/>
                <a:gd name="csX15" fmla="*/ 28041 w 31163"/>
                <a:gd name="csY15" fmla="*/ 37531 h 52402"/>
                <a:gd name="csX16" fmla="*/ 31164 w 31163"/>
                <a:gd name="csY16" fmla="*/ 37531 h 52402"/>
                <a:gd name="csX17" fmla="*/ 31164 w 31163"/>
                <a:gd name="csY17" fmla="*/ 37764 h 52402"/>
                <a:gd name="csX18" fmla="*/ 30155 w 31163"/>
                <a:gd name="csY18" fmla="*/ 44930 h 52402"/>
                <a:gd name="csX19" fmla="*/ 28977 w 31163"/>
                <a:gd name="csY19" fmla="*/ 52168 h 52402"/>
                <a:gd name="csX20" fmla="*/ 28977 w 31163"/>
                <a:gd name="csY20" fmla="*/ 52402 h 52402"/>
                <a:gd name="csX21" fmla="*/ 0 w 31163"/>
                <a:gd name="csY21" fmla="*/ 52402 h 52402"/>
                <a:gd name="csX22" fmla="*/ 0 w 31163"/>
                <a:gd name="csY22" fmla="*/ 50909 h 52402"/>
                <a:gd name="csX23" fmla="*/ 0 w 31163"/>
                <a:gd name="csY23" fmla="*/ 49965 h 52402"/>
                <a:gd name="csX24" fmla="*/ 468 w 31163"/>
                <a:gd name="csY24" fmla="*/ 48787 h 52402"/>
                <a:gd name="csX25" fmla="*/ 2816 w 31163"/>
                <a:gd name="csY25" fmla="*/ 46027 h 52402"/>
                <a:gd name="csX26" fmla="*/ 6722 w 31163"/>
                <a:gd name="csY26" fmla="*/ 41622 h 52402"/>
                <a:gd name="csX27" fmla="*/ 9376 w 31163"/>
                <a:gd name="csY27" fmla="*/ 38709 h 52402"/>
                <a:gd name="csX28" fmla="*/ 12031 w 31163"/>
                <a:gd name="csY28" fmla="*/ 35804 h 52402"/>
                <a:gd name="csX29" fmla="*/ 14299 w 31163"/>
                <a:gd name="csY29" fmla="*/ 33205 h 52402"/>
                <a:gd name="csX30" fmla="*/ 16486 w 31163"/>
                <a:gd name="csY30" fmla="*/ 30526 h 52402"/>
                <a:gd name="csX31" fmla="*/ 18277 w 31163"/>
                <a:gd name="csY31" fmla="*/ 28170 h 52402"/>
                <a:gd name="csX32" fmla="*/ 19923 w 31163"/>
                <a:gd name="csY32" fmla="*/ 25652 h 52402"/>
                <a:gd name="csX33" fmla="*/ 21093 w 31163"/>
                <a:gd name="csY33" fmla="*/ 23369 h 52402"/>
                <a:gd name="csX34" fmla="*/ 22110 w 31163"/>
                <a:gd name="csY34" fmla="*/ 20851 h 52402"/>
                <a:gd name="csX35" fmla="*/ 22651 w 31163"/>
                <a:gd name="csY35" fmla="*/ 18487 h 52402"/>
                <a:gd name="csX36" fmla="*/ 22885 w 31163"/>
                <a:gd name="csY36" fmla="*/ 15897 h 52402"/>
                <a:gd name="csX37" fmla="*/ 20230 w 31163"/>
                <a:gd name="csY37" fmla="*/ 7319 h 52402"/>
                <a:gd name="csX38" fmla="*/ 12653 w 31163"/>
                <a:gd name="csY38" fmla="*/ 3696 h 52402"/>
                <a:gd name="csX39" fmla="*/ 8126 w 31163"/>
                <a:gd name="csY39" fmla="*/ 5035 h 52402"/>
                <a:gd name="csX40" fmla="*/ 5390 w 31163"/>
                <a:gd name="csY40" fmla="*/ 7634 h 52402"/>
                <a:gd name="csX41" fmla="*/ 4608 w 31163"/>
                <a:gd name="csY41" fmla="*/ 9126 h 52402"/>
                <a:gd name="csX42" fmla="*/ 5003 w 31163"/>
                <a:gd name="csY42" fmla="*/ 9207 h 52402"/>
                <a:gd name="csX43" fmla="*/ 7892 w 31163"/>
                <a:gd name="csY43" fmla="*/ 10304 h 52402"/>
                <a:gd name="csX44" fmla="*/ 9376 w 31163"/>
                <a:gd name="csY44" fmla="*/ 13928 h 52402"/>
                <a:gd name="csX45" fmla="*/ 8126 w 31163"/>
                <a:gd name="csY45" fmla="*/ 17228 h 52402"/>
                <a:gd name="csX46" fmla="*/ 4608 w 31163"/>
                <a:gd name="csY46" fmla="*/ 18648 h 52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1163" h="52402">
                  <a:moveTo>
                    <a:pt x="4608" y="18648"/>
                  </a:moveTo>
                  <a:cubicBezTo>
                    <a:pt x="3204" y="18648"/>
                    <a:pt x="2090" y="18172"/>
                    <a:pt x="1251" y="17228"/>
                  </a:cubicBezTo>
                  <a:cubicBezTo>
                    <a:pt x="420" y="16284"/>
                    <a:pt x="0" y="15130"/>
                    <a:pt x="0" y="13766"/>
                  </a:cubicBezTo>
                  <a:cubicBezTo>
                    <a:pt x="0" y="10046"/>
                    <a:pt x="1380" y="6819"/>
                    <a:pt x="4139" y="4091"/>
                  </a:cubicBezTo>
                  <a:cubicBezTo>
                    <a:pt x="6899" y="1364"/>
                    <a:pt x="10337" y="0"/>
                    <a:pt x="14452" y="0"/>
                  </a:cubicBezTo>
                  <a:cubicBezTo>
                    <a:pt x="19189" y="0"/>
                    <a:pt x="23151" y="1469"/>
                    <a:pt x="26322" y="4406"/>
                  </a:cubicBezTo>
                  <a:cubicBezTo>
                    <a:pt x="29501" y="7343"/>
                    <a:pt x="31115" y="11144"/>
                    <a:pt x="31164" y="15816"/>
                  </a:cubicBezTo>
                  <a:cubicBezTo>
                    <a:pt x="31164" y="18067"/>
                    <a:pt x="30647" y="20222"/>
                    <a:pt x="29606" y="22263"/>
                  </a:cubicBezTo>
                  <a:cubicBezTo>
                    <a:pt x="28566" y="24313"/>
                    <a:pt x="27315" y="26096"/>
                    <a:pt x="25854" y="27613"/>
                  </a:cubicBezTo>
                  <a:cubicBezTo>
                    <a:pt x="24402" y="29138"/>
                    <a:pt x="22312" y="31083"/>
                    <a:pt x="19608" y="33439"/>
                  </a:cubicBezTo>
                  <a:cubicBezTo>
                    <a:pt x="17736" y="35069"/>
                    <a:pt x="15130" y="37482"/>
                    <a:pt x="11797" y="40678"/>
                  </a:cubicBezTo>
                  <a:lnTo>
                    <a:pt x="7190" y="45083"/>
                  </a:lnTo>
                  <a:lnTo>
                    <a:pt x="13129" y="45164"/>
                  </a:lnTo>
                  <a:cubicBezTo>
                    <a:pt x="21303" y="45164"/>
                    <a:pt x="25644" y="45035"/>
                    <a:pt x="26169" y="44769"/>
                  </a:cubicBezTo>
                  <a:cubicBezTo>
                    <a:pt x="26532" y="44664"/>
                    <a:pt x="27161" y="42332"/>
                    <a:pt x="28041" y="37764"/>
                  </a:cubicBezTo>
                  <a:lnTo>
                    <a:pt x="28041" y="37531"/>
                  </a:lnTo>
                  <a:lnTo>
                    <a:pt x="31164" y="37531"/>
                  </a:lnTo>
                  <a:lnTo>
                    <a:pt x="31164" y="37764"/>
                  </a:lnTo>
                  <a:cubicBezTo>
                    <a:pt x="31115" y="37926"/>
                    <a:pt x="30776" y="40314"/>
                    <a:pt x="30155" y="44930"/>
                  </a:cubicBezTo>
                  <a:cubicBezTo>
                    <a:pt x="29526" y="49546"/>
                    <a:pt x="29139" y="51959"/>
                    <a:pt x="28977" y="52168"/>
                  </a:cubicBezTo>
                  <a:lnTo>
                    <a:pt x="28977" y="52402"/>
                  </a:lnTo>
                  <a:lnTo>
                    <a:pt x="0" y="52402"/>
                  </a:lnTo>
                  <a:lnTo>
                    <a:pt x="0" y="50909"/>
                  </a:lnTo>
                  <a:lnTo>
                    <a:pt x="0" y="49965"/>
                  </a:lnTo>
                  <a:cubicBezTo>
                    <a:pt x="0" y="49594"/>
                    <a:pt x="161" y="49207"/>
                    <a:pt x="468" y="48787"/>
                  </a:cubicBezTo>
                  <a:cubicBezTo>
                    <a:pt x="783" y="48368"/>
                    <a:pt x="1565" y="47448"/>
                    <a:pt x="2816" y="46027"/>
                  </a:cubicBezTo>
                  <a:cubicBezTo>
                    <a:pt x="4325" y="44349"/>
                    <a:pt x="5624" y="42881"/>
                    <a:pt x="6722" y="41622"/>
                  </a:cubicBezTo>
                  <a:cubicBezTo>
                    <a:pt x="7190" y="41097"/>
                    <a:pt x="8077" y="40129"/>
                    <a:pt x="9376" y="38709"/>
                  </a:cubicBezTo>
                  <a:cubicBezTo>
                    <a:pt x="10676" y="37297"/>
                    <a:pt x="11563" y="36328"/>
                    <a:pt x="12031" y="35804"/>
                  </a:cubicBezTo>
                  <a:cubicBezTo>
                    <a:pt x="12499" y="35279"/>
                    <a:pt x="13258" y="34408"/>
                    <a:pt x="14299" y="33205"/>
                  </a:cubicBezTo>
                  <a:cubicBezTo>
                    <a:pt x="15340" y="31995"/>
                    <a:pt x="16066" y="31107"/>
                    <a:pt x="16486" y="30526"/>
                  </a:cubicBezTo>
                  <a:cubicBezTo>
                    <a:pt x="16897" y="29953"/>
                    <a:pt x="17502" y="29163"/>
                    <a:pt x="18277" y="28170"/>
                  </a:cubicBezTo>
                  <a:cubicBezTo>
                    <a:pt x="19060" y="27169"/>
                    <a:pt x="19608" y="26330"/>
                    <a:pt x="19923" y="25652"/>
                  </a:cubicBezTo>
                  <a:cubicBezTo>
                    <a:pt x="20230" y="24967"/>
                    <a:pt x="20625" y="24208"/>
                    <a:pt x="21093" y="23369"/>
                  </a:cubicBezTo>
                  <a:cubicBezTo>
                    <a:pt x="21561" y="22530"/>
                    <a:pt x="21900" y="21690"/>
                    <a:pt x="22110" y="20851"/>
                  </a:cubicBezTo>
                  <a:cubicBezTo>
                    <a:pt x="22312" y="20012"/>
                    <a:pt x="22497" y="19221"/>
                    <a:pt x="22651" y="18487"/>
                  </a:cubicBezTo>
                  <a:cubicBezTo>
                    <a:pt x="22812" y="17753"/>
                    <a:pt x="22885" y="16889"/>
                    <a:pt x="22885" y="15897"/>
                  </a:cubicBezTo>
                  <a:cubicBezTo>
                    <a:pt x="22885" y="12588"/>
                    <a:pt x="22005" y="9732"/>
                    <a:pt x="20230" y="7319"/>
                  </a:cubicBezTo>
                  <a:cubicBezTo>
                    <a:pt x="18463" y="4906"/>
                    <a:pt x="15937" y="3696"/>
                    <a:pt x="12653" y="3696"/>
                  </a:cubicBezTo>
                  <a:cubicBezTo>
                    <a:pt x="10934" y="3696"/>
                    <a:pt x="9425" y="4140"/>
                    <a:pt x="8126" y="5035"/>
                  </a:cubicBezTo>
                  <a:cubicBezTo>
                    <a:pt x="6827" y="5923"/>
                    <a:pt x="5915" y="6794"/>
                    <a:pt x="5390" y="7634"/>
                  </a:cubicBezTo>
                  <a:cubicBezTo>
                    <a:pt x="4874" y="8473"/>
                    <a:pt x="4608" y="8965"/>
                    <a:pt x="4608" y="9126"/>
                  </a:cubicBezTo>
                  <a:cubicBezTo>
                    <a:pt x="4608" y="9175"/>
                    <a:pt x="4745" y="9207"/>
                    <a:pt x="5003" y="9207"/>
                  </a:cubicBezTo>
                  <a:cubicBezTo>
                    <a:pt x="5939" y="9207"/>
                    <a:pt x="6899" y="9570"/>
                    <a:pt x="7892" y="10304"/>
                  </a:cubicBezTo>
                  <a:cubicBezTo>
                    <a:pt x="8884" y="11039"/>
                    <a:pt x="9376" y="12249"/>
                    <a:pt x="9376" y="13928"/>
                  </a:cubicBezTo>
                  <a:cubicBezTo>
                    <a:pt x="9376" y="15235"/>
                    <a:pt x="8957" y="16340"/>
                    <a:pt x="8126" y="17228"/>
                  </a:cubicBezTo>
                  <a:cubicBezTo>
                    <a:pt x="7295" y="18124"/>
                    <a:pt x="6125" y="18592"/>
                    <a:pt x="4608" y="18648"/>
                  </a:cubicBezTo>
                  <a:close/>
                </a:path>
              </a:pathLst>
            </a:custGeom>
            <a:solidFill>
              <a:srgbClr val="000000"/>
            </a:solidFill>
            <a:ln w="807" cap="flat">
              <a:noFill/>
              <a:prstDash val="solid"/>
              <a:miter/>
            </a:ln>
          </p:spPr>
        </p:sp>
        <p:sp>
          <p:nvSpPr>
            <p:cNvPr id="495" name="任意形状 494">
              <a:extLst>
                <a:ext uri="{FF2B5EF4-FFF2-40B4-BE49-F238E27FC236}">
                  <a16:creationId xmlns:a16="http://schemas.microsoft.com/office/drawing/2014/main" id="{4686DFAB-C035-E81B-AE9C-487924C41A65}"/>
                </a:ext>
              </a:extLst>
            </p:cNvPr>
            <p:cNvSpPr/>
            <p:nvPr/>
          </p:nvSpPr>
          <p:spPr>
            <a:xfrm>
              <a:off x="4830299" y="1605738"/>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000000"/>
              </a:solidFill>
              <a:prstDash val="solid"/>
              <a:miter/>
            </a:ln>
          </p:spPr>
        </p:sp>
        <p:sp>
          <p:nvSpPr>
            <p:cNvPr id="496" name="任意形状 495">
              <a:extLst>
                <a:ext uri="{FF2B5EF4-FFF2-40B4-BE49-F238E27FC236}">
                  <a16:creationId xmlns:a16="http://schemas.microsoft.com/office/drawing/2014/main" id="{B2207620-748D-91F0-6971-18251B011A8E}"/>
                </a:ext>
              </a:extLst>
            </p:cNvPr>
            <p:cNvSpPr/>
            <p:nvPr/>
          </p:nvSpPr>
          <p:spPr>
            <a:xfrm>
              <a:off x="4863467" y="1643677"/>
              <a:ext cx="56602" cy="84306"/>
            </a:xfrm>
            <a:custGeom>
              <a:avLst/>
              <a:gdLst>
                <a:gd name="csX0" fmla="*/ 0 w 48198"/>
                <a:gd name="csY0" fmla="*/ 32169 h 71788"/>
                <a:gd name="csX1" fmla="*/ 8578 w 48198"/>
                <a:gd name="csY1" fmla="*/ 10497 h 71788"/>
                <a:gd name="csX2" fmla="*/ 27880 w 48198"/>
                <a:gd name="csY2" fmla="*/ 113 h 71788"/>
                <a:gd name="csX3" fmla="*/ 38265 w 48198"/>
                <a:gd name="csY3" fmla="*/ 5983 h 71788"/>
                <a:gd name="csX4" fmla="*/ 38830 w 48198"/>
                <a:gd name="csY4" fmla="*/ 5306 h 71788"/>
                <a:gd name="csX5" fmla="*/ 40072 w 48198"/>
                <a:gd name="csY5" fmla="*/ 4064 h 71788"/>
                <a:gd name="csX6" fmla="*/ 41880 w 48198"/>
                <a:gd name="csY6" fmla="*/ 2709 h 71788"/>
                <a:gd name="csX7" fmla="*/ 47069 w 48198"/>
                <a:gd name="csY7" fmla="*/ 0 h 71788"/>
                <a:gd name="csX8" fmla="*/ 47859 w 48198"/>
                <a:gd name="csY8" fmla="*/ 339 h 71788"/>
                <a:gd name="csX9" fmla="*/ 48198 w 48198"/>
                <a:gd name="csY9" fmla="*/ 903 h 71788"/>
                <a:gd name="csX10" fmla="*/ 40411 w 48198"/>
                <a:gd name="csY10" fmla="*/ 33073 h 71788"/>
                <a:gd name="csX11" fmla="*/ 32398 w 48198"/>
                <a:gd name="csY11" fmla="*/ 65580 h 71788"/>
                <a:gd name="csX12" fmla="*/ 37474 w 48198"/>
                <a:gd name="csY12" fmla="*/ 66596 h 71788"/>
                <a:gd name="csX13" fmla="*/ 40298 w 48198"/>
                <a:gd name="csY13" fmla="*/ 66596 h 71788"/>
                <a:gd name="csX14" fmla="*/ 40976 w 48198"/>
                <a:gd name="csY14" fmla="*/ 67612 h 71788"/>
                <a:gd name="csX15" fmla="*/ 40637 w 48198"/>
                <a:gd name="csY15" fmla="*/ 69644 h 71788"/>
                <a:gd name="csX16" fmla="*/ 39508 w 48198"/>
                <a:gd name="csY16" fmla="*/ 71789 h 71788"/>
                <a:gd name="csX17" fmla="*/ 38039 w 48198"/>
                <a:gd name="csY17" fmla="*/ 71789 h 71788"/>
                <a:gd name="csX18" fmla="*/ 25846 w 48198"/>
                <a:gd name="csY18" fmla="*/ 71563 h 71788"/>
                <a:gd name="csX19" fmla="*/ 20093 w 48198"/>
                <a:gd name="csY19" fmla="*/ 71563 h 71788"/>
                <a:gd name="csX20" fmla="*/ 15913 w 48198"/>
                <a:gd name="csY20" fmla="*/ 71563 h 71788"/>
                <a:gd name="csX21" fmla="*/ 14000 w 48198"/>
                <a:gd name="csY21" fmla="*/ 71676 h 71788"/>
                <a:gd name="csX22" fmla="*/ 12419 w 48198"/>
                <a:gd name="csY22" fmla="*/ 70773 h 71788"/>
                <a:gd name="csX23" fmla="*/ 12645 w 48198"/>
                <a:gd name="csY23" fmla="*/ 69080 h 71788"/>
                <a:gd name="csX24" fmla="*/ 13435 w 48198"/>
                <a:gd name="csY24" fmla="*/ 66935 h 71788"/>
                <a:gd name="csX25" fmla="*/ 15687 w 48198"/>
                <a:gd name="csY25" fmla="*/ 66596 h 71788"/>
                <a:gd name="csX26" fmla="*/ 22239 w 48198"/>
                <a:gd name="csY26" fmla="*/ 65806 h 71788"/>
                <a:gd name="csX27" fmla="*/ 25394 w 48198"/>
                <a:gd name="csY27" fmla="*/ 55874 h 71788"/>
                <a:gd name="csX28" fmla="*/ 27767 w 48198"/>
                <a:gd name="csY28" fmla="*/ 46279 h 71788"/>
                <a:gd name="csX29" fmla="*/ 26976 w 48198"/>
                <a:gd name="csY29" fmla="*/ 46617 h 71788"/>
                <a:gd name="csX30" fmla="*/ 15687 w 48198"/>
                <a:gd name="csY30" fmla="*/ 51020 h 71788"/>
                <a:gd name="csX31" fmla="*/ 4745 w 48198"/>
                <a:gd name="csY31" fmla="*/ 46504 h 71788"/>
                <a:gd name="csX32" fmla="*/ 0 w 48198"/>
                <a:gd name="csY32" fmla="*/ 32169 h 71788"/>
                <a:gd name="csX33" fmla="*/ 36006 w 48198"/>
                <a:gd name="csY33" fmla="*/ 13093 h 71788"/>
                <a:gd name="csX34" fmla="*/ 27541 w 48198"/>
                <a:gd name="csY34" fmla="*/ 4177 h 71788"/>
                <a:gd name="csX35" fmla="*/ 19980 w 48198"/>
                <a:gd name="csY35" fmla="*/ 7676 h 71788"/>
                <a:gd name="csX36" fmla="*/ 14331 w 48198"/>
                <a:gd name="csY36" fmla="*/ 16819 h 71788"/>
                <a:gd name="csX37" fmla="*/ 9707 w 48198"/>
                <a:gd name="csY37" fmla="*/ 35330 h 71788"/>
                <a:gd name="csX38" fmla="*/ 9707 w 48198"/>
                <a:gd name="csY38" fmla="*/ 36572 h 71788"/>
                <a:gd name="csX39" fmla="*/ 9594 w 48198"/>
                <a:gd name="csY39" fmla="*/ 37926 h 71788"/>
                <a:gd name="csX40" fmla="*/ 11628 w 48198"/>
                <a:gd name="csY40" fmla="*/ 44924 h 71788"/>
                <a:gd name="csX41" fmla="*/ 16478 w 48198"/>
                <a:gd name="csY41" fmla="*/ 46956 h 71788"/>
                <a:gd name="csX42" fmla="*/ 29009 w 48198"/>
                <a:gd name="csY42" fmla="*/ 38830 h 71788"/>
                <a:gd name="csX43" fmla="*/ 29913 w 48198"/>
                <a:gd name="csY43" fmla="*/ 37588 h 71788"/>
                <a:gd name="csX44" fmla="*/ 36006 w 48198"/>
                <a:gd name="csY44" fmla="*/ 13093 h 71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8198" h="71788">
                  <a:moveTo>
                    <a:pt x="0" y="32169"/>
                  </a:moveTo>
                  <a:cubicBezTo>
                    <a:pt x="0" y="24570"/>
                    <a:pt x="2857" y="17345"/>
                    <a:pt x="8578" y="10497"/>
                  </a:cubicBezTo>
                  <a:cubicBezTo>
                    <a:pt x="14299" y="3650"/>
                    <a:pt x="20730" y="188"/>
                    <a:pt x="27880" y="113"/>
                  </a:cubicBezTo>
                  <a:cubicBezTo>
                    <a:pt x="32398" y="113"/>
                    <a:pt x="35860" y="2070"/>
                    <a:pt x="38265" y="5983"/>
                  </a:cubicBezTo>
                  <a:cubicBezTo>
                    <a:pt x="38338" y="5908"/>
                    <a:pt x="38531" y="5682"/>
                    <a:pt x="38830" y="5306"/>
                  </a:cubicBezTo>
                  <a:cubicBezTo>
                    <a:pt x="39128" y="4929"/>
                    <a:pt x="39548" y="4515"/>
                    <a:pt x="40072" y="4064"/>
                  </a:cubicBezTo>
                  <a:cubicBezTo>
                    <a:pt x="40597" y="3612"/>
                    <a:pt x="41202" y="3161"/>
                    <a:pt x="41880" y="2709"/>
                  </a:cubicBezTo>
                  <a:cubicBezTo>
                    <a:pt x="44438" y="903"/>
                    <a:pt x="46165" y="0"/>
                    <a:pt x="47069" y="0"/>
                  </a:cubicBezTo>
                  <a:cubicBezTo>
                    <a:pt x="47367" y="0"/>
                    <a:pt x="47633" y="113"/>
                    <a:pt x="47859" y="339"/>
                  </a:cubicBezTo>
                  <a:cubicBezTo>
                    <a:pt x="48085" y="565"/>
                    <a:pt x="48198" y="753"/>
                    <a:pt x="48198" y="903"/>
                  </a:cubicBezTo>
                  <a:cubicBezTo>
                    <a:pt x="48198" y="1580"/>
                    <a:pt x="45600" y="12303"/>
                    <a:pt x="40411" y="33073"/>
                  </a:cubicBezTo>
                  <a:cubicBezTo>
                    <a:pt x="35069" y="54444"/>
                    <a:pt x="32398" y="65279"/>
                    <a:pt x="32398" y="65580"/>
                  </a:cubicBezTo>
                  <a:cubicBezTo>
                    <a:pt x="32398" y="66183"/>
                    <a:pt x="34085" y="66521"/>
                    <a:pt x="37474" y="66596"/>
                  </a:cubicBezTo>
                  <a:lnTo>
                    <a:pt x="40298" y="66596"/>
                  </a:lnTo>
                  <a:cubicBezTo>
                    <a:pt x="40750" y="67198"/>
                    <a:pt x="40976" y="67537"/>
                    <a:pt x="40976" y="67612"/>
                  </a:cubicBezTo>
                  <a:cubicBezTo>
                    <a:pt x="40976" y="67688"/>
                    <a:pt x="40863" y="68365"/>
                    <a:pt x="40637" y="69644"/>
                  </a:cubicBezTo>
                  <a:cubicBezTo>
                    <a:pt x="40331" y="70623"/>
                    <a:pt x="39959" y="71337"/>
                    <a:pt x="39508" y="71789"/>
                  </a:cubicBezTo>
                  <a:lnTo>
                    <a:pt x="38039" y="71789"/>
                  </a:lnTo>
                  <a:cubicBezTo>
                    <a:pt x="35707" y="71638"/>
                    <a:pt x="31640" y="71563"/>
                    <a:pt x="25846" y="71563"/>
                  </a:cubicBezTo>
                  <a:cubicBezTo>
                    <a:pt x="23740" y="71563"/>
                    <a:pt x="21820" y="71563"/>
                    <a:pt x="20093" y="71563"/>
                  </a:cubicBezTo>
                  <a:cubicBezTo>
                    <a:pt x="18358" y="71563"/>
                    <a:pt x="16970" y="71563"/>
                    <a:pt x="15913" y="71563"/>
                  </a:cubicBezTo>
                  <a:cubicBezTo>
                    <a:pt x="14864" y="71563"/>
                    <a:pt x="14226" y="71601"/>
                    <a:pt x="14000" y="71676"/>
                  </a:cubicBezTo>
                  <a:cubicBezTo>
                    <a:pt x="12943" y="71676"/>
                    <a:pt x="12419" y="71375"/>
                    <a:pt x="12419" y="70773"/>
                  </a:cubicBezTo>
                  <a:cubicBezTo>
                    <a:pt x="12419" y="70547"/>
                    <a:pt x="12491" y="69983"/>
                    <a:pt x="12645" y="69080"/>
                  </a:cubicBezTo>
                  <a:cubicBezTo>
                    <a:pt x="12943" y="67876"/>
                    <a:pt x="13210" y="67161"/>
                    <a:pt x="13435" y="66935"/>
                  </a:cubicBezTo>
                  <a:cubicBezTo>
                    <a:pt x="13661" y="66709"/>
                    <a:pt x="14412" y="66596"/>
                    <a:pt x="15687" y="66596"/>
                  </a:cubicBezTo>
                  <a:cubicBezTo>
                    <a:pt x="19302" y="66596"/>
                    <a:pt x="21481" y="66333"/>
                    <a:pt x="22239" y="65806"/>
                  </a:cubicBezTo>
                  <a:cubicBezTo>
                    <a:pt x="22836" y="65430"/>
                    <a:pt x="23893" y="62119"/>
                    <a:pt x="25394" y="55874"/>
                  </a:cubicBezTo>
                  <a:cubicBezTo>
                    <a:pt x="26903" y="49628"/>
                    <a:pt x="27694" y="46429"/>
                    <a:pt x="27767" y="46279"/>
                  </a:cubicBezTo>
                  <a:cubicBezTo>
                    <a:pt x="27767" y="46203"/>
                    <a:pt x="27500" y="46316"/>
                    <a:pt x="26976" y="46617"/>
                  </a:cubicBezTo>
                  <a:cubicBezTo>
                    <a:pt x="23369" y="49552"/>
                    <a:pt x="19600" y="51020"/>
                    <a:pt x="15687" y="51020"/>
                  </a:cubicBezTo>
                  <a:cubicBezTo>
                    <a:pt x="11547" y="51020"/>
                    <a:pt x="7900" y="49515"/>
                    <a:pt x="4745" y="46504"/>
                  </a:cubicBezTo>
                  <a:cubicBezTo>
                    <a:pt x="1582" y="43495"/>
                    <a:pt x="0" y="38717"/>
                    <a:pt x="0" y="32169"/>
                  </a:cubicBezTo>
                  <a:close/>
                  <a:moveTo>
                    <a:pt x="36006" y="13093"/>
                  </a:moveTo>
                  <a:cubicBezTo>
                    <a:pt x="34279" y="7149"/>
                    <a:pt x="31454" y="4177"/>
                    <a:pt x="27541" y="4177"/>
                  </a:cubicBezTo>
                  <a:cubicBezTo>
                    <a:pt x="24910" y="4177"/>
                    <a:pt x="22384" y="5343"/>
                    <a:pt x="19980" y="7676"/>
                  </a:cubicBezTo>
                  <a:cubicBezTo>
                    <a:pt x="17567" y="10008"/>
                    <a:pt x="15687" y="13056"/>
                    <a:pt x="14331" y="16819"/>
                  </a:cubicBezTo>
                  <a:cubicBezTo>
                    <a:pt x="12152" y="22764"/>
                    <a:pt x="10611" y="28934"/>
                    <a:pt x="9707" y="35330"/>
                  </a:cubicBezTo>
                  <a:cubicBezTo>
                    <a:pt x="9707" y="35556"/>
                    <a:pt x="9707" y="35970"/>
                    <a:pt x="9707" y="36572"/>
                  </a:cubicBezTo>
                  <a:cubicBezTo>
                    <a:pt x="9707" y="37174"/>
                    <a:pt x="9667" y="37625"/>
                    <a:pt x="9594" y="37926"/>
                  </a:cubicBezTo>
                  <a:cubicBezTo>
                    <a:pt x="9594" y="41313"/>
                    <a:pt x="10272" y="43645"/>
                    <a:pt x="11628" y="44924"/>
                  </a:cubicBezTo>
                  <a:cubicBezTo>
                    <a:pt x="12984" y="46203"/>
                    <a:pt x="14598" y="46881"/>
                    <a:pt x="16478" y="46956"/>
                  </a:cubicBezTo>
                  <a:cubicBezTo>
                    <a:pt x="20545" y="46956"/>
                    <a:pt x="24716" y="44247"/>
                    <a:pt x="29009" y="38830"/>
                  </a:cubicBezTo>
                  <a:lnTo>
                    <a:pt x="29913" y="37588"/>
                  </a:lnTo>
                  <a:lnTo>
                    <a:pt x="36006" y="13093"/>
                  </a:lnTo>
                  <a:close/>
                </a:path>
              </a:pathLst>
            </a:custGeom>
            <a:solidFill>
              <a:srgbClr val="000000"/>
            </a:solidFill>
            <a:ln w="807" cap="flat">
              <a:noFill/>
              <a:prstDash val="solid"/>
              <a:miter/>
            </a:ln>
          </p:spPr>
        </p:sp>
        <p:sp>
          <p:nvSpPr>
            <p:cNvPr id="497" name="任意形状 496">
              <a:extLst>
                <a:ext uri="{FF2B5EF4-FFF2-40B4-BE49-F238E27FC236}">
                  <a16:creationId xmlns:a16="http://schemas.microsoft.com/office/drawing/2014/main" id="{599F817C-DD29-D0B5-2880-063D2024FE14}"/>
                </a:ext>
              </a:extLst>
            </p:cNvPr>
            <p:cNvSpPr/>
            <p:nvPr/>
          </p:nvSpPr>
          <p:spPr>
            <a:xfrm>
              <a:off x="4925992" y="1659734"/>
              <a:ext cx="32238" cy="62416"/>
            </a:xfrm>
            <a:custGeom>
              <a:avLst/>
              <a:gdLst>
                <a:gd name="csX0" fmla="*/ 10377 w 27451"/>
                <a:gd name="csY0" fmla="*/ 7023 h 53148"/>
                <a:gd name="csX1" fmla="*/ 9336 w 27451"/>
                <a:gd name="csY1" fmla="*/ 7422 h 53148"/>
                <a:gd name="csX2" fmla="*/ 6141 w 27451"/>
                <a:gd name="csY2" fmla="*/ 8220 h 53148"/>
                <a:gd name="csX3" fmla="*/ 1517 w 27451"/>
                <a:gd name="csY3" fmla="*/ 8779 h 53148"/>
                <a:gd name="csX4" fmla="*/ 0 w 27451"/>
                <a:gd name="csY4" fmla="*/ 8779 h 53148"/>
                <a:gd name="csX5" fmla="*/ 0 w 27451"/>
                <a:gd name="csY5" fmla="*/ 5108 h 53148"/>
                <a:gd name="csX6" fmla="*/ 1517 w 27451"/>
                <a:gd name="csY6" fmla="*/ 5108 h 53148"/>
                <a:gd name="csX7" fmla="*/ 8457 w 27451"/>
                <a:gd name="csY7" fmla="*/ 3910 h 53148"/>
                <a:gd name="csX8" fmla="*/ 12927 w 27451"/>
                <a:gd name="csY8" fmla="*/ 1996 h 53148"/>
                <a:gd name="csX9" fmla="*/ 15162 w 27451"/>
                <a:gd name="csY9" fmla="*/ 240 h 53148"/>
                <a:gd name="csX10" fmla="*/ 16123 w 27451"/>
                <a:gd name="csY10" fmla="*/ 0 h 53148"/>
                <a:gd name="csX11" fmla="*/ 17478 w 27451"/>
                <a:gd name="csY11" fmla="*/ 479 h 53148"/>
                <a:gd name="csX12" fmla="*/ 17478 w 27451"/>
                <a:gd name="csY12" fmla="*/ 24340 h 53148"/>
                <a:gd name="csX13" fmla="*/ 17559 w 27451"/>
                <a:gd name="csY13" fmla="*/ 48281 h 53148"/>
                <a:gd name="csX14" fmla="*/ 18511 w 27451"/>
                <a:gd name="csY14" fmla="*/ 49000 h 53148"/>
                <a:gd name="csX15" fmla="*/ 20431 w 27451"/>
                <a:gd name="csY15" fmla="*/ 49318 h 53148"/>
                <a:gd name="csX16" fmla="*/ 25378 w 27451"/>
                <a:gd name="csY16" fmla="*/ 49478 h 53148"/>
                <a:gd name="csX17" fmla="*/ 27452 w 27451"/>
                <a:gd name="csY17" fmla="*/ 49478 h 53148"/>
                <a:gd name="csX18" fmla="*/ 27452 w 27451"/>
                <a:gd name="csY18" fmla="*/ 53149 h 53148"/>
                <a:gd name="csX19" fmla="*/ 26573 w 27451"/>
                <a:gd name="csY19" fmla="*/ 53149 h 53148"/>
                <a:gd name="csX20" fmla="*/ 13887 w 27451"/>
                <a:gd name="csY20" fmla="*/ 52910 h 53148"/>
                <a:gd name="csX21" fmla="*/ 1356 w 27451"/>
                <a:gd name="csY21" fmla="*/ 53149 h 53148"/>
                <a:gd name="csX22" fmla="*/ 395 w 27451"/>
                <a:gd name="csY22" fmla="*/ 53149 h 53148"/>
                <a:gd name="csX23" fmla="*/ 395 w 27451"/>
                <a:gd name="csY23" fmla="*/ 49478 h 53148"/>
                <a:gd name="csX24" fmla="*/ 2477 w 27451"/>
                <a:gd name="csY24" fmla="*/ 49478 h 53148"/>
                <a:gd name="csX25" fmla="*/ 5503 w 27451"/>
                <a:gd name="csY25" fmla="*/ 49478 h 53148"/>
                <a:gd name="csX26" fmla="*/ 7505 w 27451"/>
                <a:gd name="csY26" fmla="*/ 49398 h 53148"/>
                <a:gd name="csX27" fmla="*/ 8780 w 27451"/>
                <a:gd name="csY27" fmla="*/ 49158 h 53148"/>
                <a:gd name="csX28" fmla="*/ 9417 w 27451"/>
                <a:gd name="csY28" fmla="*/ 49000 h 53148"/>
                <a:gd name="csX29" fmla="*/ 9893 w 27451"/>
                <a:gd name="csY29" fmla="*/ 48600 h 53148"/>
                <a:gd name="csX30" fmla="*/ 10377 w 27451"/>
                <a:gd name="csY30" fmla="*/ 48281 h 53148"/>
                <a:gd name="csX31" fmla="*/ 10377 w 27451"/>
                <a:gd name="csY31" fmla="*/ 7023 h 531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7451" h="53148">
                  <a:moveTo>
                    <a:pt x="10377" y="7023"/>
                  </a:moveTo>
                  <a:lnTo>
                    <a:pt x="9336" y="7422"/>
                  </a:lnTo>
                  <a:cubicBezTo>
                    <a:pt x="8594" y="7688"/>
                    <a:pt x="7529" y="7954"/>
                    <a:pt x="6141" y="8220"/>
                  </a:cubicBezTo>
                  <a:cubicBezTo>
                    <a:pt x="4761" y="8486"/>
                    <a:pt x="3220" y="8672"/>
                    <a:pt x="1517" y="8779"/>
                  </a:cubicBezTo>
                  <a:lnTo>
                    <a:pt x="0" y="8779"/>
                  </a:lnTo>
                  <a:lnTo>
                    <a:pt x="0" y="5108"/>
                  </a:lnTo>
                  <a:lnTo>
                    <a:pt x="1517" y="5108"/>
                  </a:lnTo>
                  <a:cubicBezTo>
                    <a:pt x="4019" y="5001"/>
                    <a:pt x="6335" y="4602"/>
                    <a:pt x="8457" y="3910"/>
                  </a:cubicBezTo>
                  <a:cubicBezTo>
                    <a:pt x="10587" y="3219"/>
                    <a:pt x="12080" y="2581"/>
                    <a:pt x="12927" y="1996"/>
                  </a:cubicBezTo>
                  <a:cubicBezTo>
                    <a:pt x="13783" y="1410"/>
                    <a:pt x="14525" y="825"/>
                    <a:pt x="15162" y="240"/>
                  </a:cubicBezTo>
                  <a:cubicBezTo>
                    <a:pt x="15267" y="80"/>
                    <a:pt x="15590" y="0"/>
                    <a:pt x="16123" y="0"/>
                  </a:cubicBezTo>
                  <a:cubicBezTo>
                    <a:pt x="16599" y="0"/>
                    <a:pt x="17050" y="160"/>
                    <a:pt x="17478" y="479"/>
                  </a:cubicBezTo>
                  <a:lnTo>
                    <a:pt x="17478" y="24340"/>
                  </a:lnTo>
                  <a:lnTo>
                    <a:pt x="17559" y="48281"/>
                  </a:lnTo>
                  <a:cubicBezTo>
                    <a:pt x="17930" y="48653"/>
                    <a:pt x="18245" y="48893"/>
                    <a:pt x="18511" y="49000"/>
                  </a:cubicBezTo>
                  <a:cubicBezTo>
                    <a:pt x="18777" y="49105"/>
                    <a:pt x="19415" y="49212"/>
                    <a:pt x="20431" y="49318"/>
                  </a:cubicBezTo>
                  <a:cubicBezTo>
                    <a:pt x="21440" y="49425"/>
                    <a:pt x="23086" y="49478"/>
                    <a:pt x="25378" y="49478"/>
                  </a:cubicBezTo>
                  <a:lnTo>
                    <a:pt x="27452" y="49478"/>
                  </a:lnTo>
                  <a:lnTo>
                    <a:pt x="27452" y="53149"/>
                  </a:lnTo>
                  <a:lnTo>
                    <a:pt x="26573" y="53149"/>
                  </a:lnTo>
                  <a:cubicBezTo>
                    <a:pt x="25459" y="52989"/>
                    <a:pt x="21231" y="52910"/>
                    <a:pt x="13887" y="52910"/>
                  </a:cubicBezTo>
                  <a:cubicBezTo>
                    <a:pt x="6649" y="52910"/>
                    <a:pt x="2477" y="52989"/>
                    <a:pt x="1356" y="53149"/>
                  </a:cubicBezTo>
                  <a:lnTo>
                    <a:pt x="395" y="53149"/>
                  </a:lnTo>
                  <a:lnTo>
                    <a:pt x="395" y="49478"/>
                  </a:lnTo>
                  <a:lnTo>
                    <a:pt x="2477" y="49478"/>
                  </a:lnTo>
                  <a:cubicBezTo>
                    <a:pt x="3647" y="49478"/>
                    <a:pt x="4656" y="49478"/>
                    <a:pt x="5503" y="49478"/>
                  </a:cubicBezTo>
                  <a:cubicBezTo>
                    <a:pt x="6359" y="49478"/>
                    <a:pt x="7020" y="49451"/>
                    <a:pt x="7505" y="49398"/>
                  </a:cubicBezTo>
                  <a:cubicBezTo>
                    <a:pt x="7981" y="49345"/>
                    <a:pt x="8408" y="49265"/>
                    <a:pt x="8780" y="49158"/>
                  </a:cubicBezTo>
                  <a:cubicBezTo>
                    <a:pt x="9151" y="49053"/>
                    <a:pt x="9361" y="49000"/>
                    <a:pt x="9417" y="49000"/>
                  </a:cubicBezTo>
                  <a:cubicBezTo>
                    <a:pt x="9473" y="49000"/>
                    <a:pt x="9627" y="48866"/>
                    <a:pt x="9893" y="48600"/>
                  </a:cubicBezTo>
                  <a:cubicBezTo>
                    <a:pt x="10159" y="48334"/>
                    <a:pt x="10321" y="48228"/>
                    <a:pt x="10377" y="48281"/>
                  </a:cubicBezTo>
                  <a:lnTo>
                    <a:pt x="10377" y="7023"/>
                  </a:lnTo>
                  <a:close/>
                </a:path>
              </a:pathLst>
            </a:custGeom>
            <a:solidFill>
              <a:srgbClr val="000000"/>
            </a:solidFill>
            <a:ln w="807" cap="flat">
              <a:noFill/>
              <a:prstDash val="solid"/>
              <a:miter/>
            </a:ln>
          </p:spPr>
        </p:sp>
        <p:sp>
          <p:nvSpPr>
            <p:cNvPr id="498" name="任意形状 497">
              <a:extLst>
                <a:ext uri="{FF2B5EF4-FFF2-40B4-BE49-F238E27FC236}">
                  <a16:creationId xmlns:a16="http://schemas.microsoft.com/office/drawing/2014/main" id="{694DCABB-0767-9EF8-A908-B75079852AF6}"/>
                </a:ext>
              </a:extLst>
            </p:cNvPr>
            <p:cNvSpPr/>
            <p:nvPr/>
          </p:nvSpPr>
          <p:spPr>
            <a:xfrm>
              <a:off x="3854227" y="2855678"/>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499" name="任意形状 498">
              <a:extLst>
                <a:ext uri="{FF2B5EF4-FFF2-40B4-BE49-F238E27FC236}">
                  <a16:creationId xmlns:a16="http://schemas.microsoft.com/office/drawing/2014/main" id="{D6264321-BB6E-2295-AB23-D8E31368917F}"/>
                </a:ext>
              </a:extLst>
            </p:cNvPr>
            <p:cNvSpPr/>
            <p:nvPr/>
          </p:nvSpPr>
          <p:spPr>
            <a:xfrm>
              <a:off x="3887394" y="2895101"/>
              <a:ext cx="54972" cy="81876"/>
            </a:xfrm>
            <a:custGeom>
              <a:avLst/>
              <a:gdLst>
                <a:gd name="csX0" fmla="*/ 0 w 46810"/>
                <a:gd name="csY0" fmla="*/ 31244 h 69719"/>
                <a:gd name="csX1" fmla="*/ 8328 w 46810"/>
                <a:gd name="csY1" fmla="*/ 10192 h 69719"/>
                <a:gd name="csX2" fmla="*/ 27081 w 46810"/>
                <a:gd name="csY2" fmla="*/ 105 h 69719"/>
                <a:gd name="csX3" fmla="*/ 37159 w 46810"/>
                <a:gd name="csY3" fmla="*/ 5810 h 69719"/>
                <a:gd name="csX4" fmla="*/ 37708 w 46810"/>
                <a:gd name="csY4" fmla="*/ 5148 h 69719"/>
                <a:gd name="csX5" fmla="*/ 38918 w 46810"/>
                <a:gd name="csY5" fmla="*/ 3946 h 69719"/>
                <a:gd name="csX6" fmla="*/ 40669 w 46810"/>
                <a:gd name="csY6" fmla="*/ 2631 h 69719"/>
                <a:gd name="csX7" fmla="*/ 45713 w 46810"/>
                <a:gd name="csY7" fmla="*/ 0 h 69719"/>
                <a:gd name="csX8" fmla="*/ 46480 w 46810"/>
                <a:gd name="csY8" fmla="*/ 331 h 69719"/>
                <a:gd name="csX9" fmla="*/ 46810 w 46810"/>
                <a:gd name="csY9" fmla="*/ 880 h 69719"/>
                <a:gd name="csX10" fmla="*/ 39241 w 46810"/>
                <a:gd name="csY10" fmla="*/ 32116 h 69719"/>
                <a:gd name="csX11" fmla="*/ 31462 w 46810"/>
                <a:gd name="csY11" fmla="*/ 63691 h 69719"/>
                <a:gd name="csX12" fmla="*/ 36393 w 46810"/>
                <a:gd name="csY12" fmla="*/ 64676 h 69719"/>
                <a:gd name="csX13" fmla="*/ 39136 w 46810"/>
                <a:gd name="csY13" fmla="*/ 64676 h 69719"/>
                <a:gd name="csX14" fmla="*/ 39790 w 46810"/>
                <a:gd name="csY14" fmla="*/ 65660 h 69719"/>
                <a:gd name="csX15" fmla="*/ 39467 w 46810"/>
                <a:gd name="csY15" fmla="*/ 67637 h 69719"/>
                <a:gd name="csX16" fmla="*/ 38370 w 46810"/>
                <a:gd name="csY16" fmla="*/ 69719 h 69719"/>
                <a:gd name="csX17" fmla="*/ 36942 w 46810"/>
                <a:gd name="csY17" fmla="*/ 69719 h 69719"/>
                <a:gd name="csX18" fmla="*/ 25104 w 46810"/>
                <a:gd name="csY18" fmla="*/ 69501 h 69719"/>
                <a:gd name="csX19" fmla="*/ 19512 w 46810"/>
                <a:gd name="csY19" fmla="*/ 69501 h 69719"/>
                <a:gd name="csX20" fmla="*/ 15461 w 46810"/>
                <a:gd name="csY20" fmla="*/ 69501 h 69719"/>
                <a:gd name="csX21" fmla="*/ 13597 w 46810"/>
                <a:gd name="csY21" fmla="*/ 69606 h 69719"/>
                <a:gd name="csX22" fmla="*/ 12056 w 46810"/>
                <a:gd name="csY22" fmla="*/ 68735 h 69719"/>
                <a:gd name="csX23" fmla="*/ 12282 w 46810"/>
                <a:gd name="csY23" fmla="*/ 67089 h 69719"/>
                <a:gd name="csX24" fmla="*/ 13048 w 46810"/>
                <a:gd name="csY24" fmla="*/ 65007 h 69719"/>
                <a:gd name="csX25" fmla="*/ 15235 w 46810"/>
                <a:gd name="csY25" fmla="*/ 64676 h 69719"/>
                <a:gd name="csX26" fmla="*/ 21594 w 46810"/>
                <a:gd name="csY26" fmla="*/ 63909 h 69719"/>
                <a:gd name="csX27" fmla="*/ 24668 w 46810"/>
                <a:gd name="csY27" fmla="*/ 54258 h 69719"/>
                <a:gd name="csX28" fmla="*/ 26968 w 46810"/>
                <a:gd name="csY28" fmla="*/ 44946 h 69719"/>
                <a:gd name="csX29" fmla="*/ 26201 w 46810"/>
                <a:gd name="csY29" fmla="*/ 45277 h 69719"/>
                <a:gd name="csX30" fmla="*/ 15235 w 46810"/>
                <a:gd name="csY30" fmla="*/ 49546 h 69719"/>
                <a:gd name="csX31" fmla="*/ 4608 w 46810"/>
                <a:gd name="csY31" fmla="*/ 45164 h 69719"/>
                <a:gd name="csX32" fmla="*/ 0 w 46810"/>
                <a:gd name="csY32" fmla="*/ 31244 h 69719"/>
                <a:gd name="csX33" fmla="*/ 34973 w 46810"/>
                <a:gd name="csY33" fmla="*/ 12717 h 69719"/>
                <a:gd name="csX34" fmla="*/ 26750 w 46810"/>
                <a:gd name="csY34" fmla="*/ 4059 h 69719"/>
                <a:gd name="csX35" fmla="*/ 19407 w 46810"/>
                <a:gd name="csY35" fmla="*/ 7456 h 69719"/>
                <a:gd name="csX36" fmla="*/ 13920 w 46810"/>
                <a:gd name="csY36" fmla="*/ 16332 h 69719"/>
                <a:gd name="csX37" fmla="*/ 9425 w 46810"/>
                <a:gd name="csY37" fmla="*/ 34311 h 69719"/>
                <a:gd name="csX38" fmla="*/ 9425 w 46810"/>
                <a:gd name="csY38" fmla="*/ 35513 h 69719"/>
                <a:gd name="csX39" fmla="*/ 9320 w 46810"/>
                <a:gd name="csY39" fmla="*/ 36829 h 69719"/>
                <a:gd name="csX40" fmla="*/ 11289 w 46810"/>
                <a:gd name="csY40" fmla="*/ 43631 h 69719"/>
                <a:gd name="csX41" fmla="*/ 16002 w 46810"/>
                <a:gd name="csY41" fmla="*/ 45600 h 69719"/>
                <a:gd name="csX42" fmla="*/ 28170 w 46810"/>
                <a:gd name="csY42" fmla="*/ 37708 h 69719"/>
                <a:gd name="csX43" fmla="*/ 29050 w 46810"/>
                <a:gd name="csY43" fmla="*/ 36506 h 69719"/>
                <a:gd name="csX44" fmla="*/ 34973 w 46810"/>
                <a:gd name="csY44" fmla="*/ 12717 h 69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6810" h="69719">
                  <a:moveTo>
                    <a:pt x="0" y="31244"/>
                  </a:moveTo>
                  <a:cubicBezTo>
                    <a:pt x="0" y="23861"/>
                    <a:pt x="2776" y="16841"/>
                    <a:pt x="8328" y="10192"/>
                  </a:cubicBezTo>
                  <a:cubicBezTo>
                    <a:pt x="13887" y="3542"/>
                    <a:pt x="20133" y="186"/>
                    <a:pt x="27081" y="105"/>
                  </a:cubicBezTo>
                  <a:cubicBezTo>
                    <a:pt x="31462" y="105"/>
                    <a:pt x="34827" y="2009"/>
                    <a:pt x="37159" y="5810"/>
                  </a:cubicBezTo>
                  <a:cubicBezTo>
                    <a:pt x="37232" y="5737"/>
                    <a:pt x="37418" y="5519"/>
                    <a:pt x="37708" y="5148"/>
                  </a:cubicBezTo>
                  <a:cubicBezTo>
                    <a:pt x="38007" y="4785"/>
                    <a:pt x="38402" y="4382"/>
                    <a:pt x="38918" y="3946"/>
                  </a:cubicBezTo>
                  <a:cubicBezTo>
                    <a:pt x="39427" y="3510"/>
                    <a:pt x="40016" y="3066"/>
                    <a:pt x="40669" y="2631"/>
                  </a:cubicBezTo>
                  <a:cubicBezTo>
                    <a:pt x="43155" y="880"/>
                    <a:pt x="44833" y="0"/>
                    <a:pt x="45713" y="0"/>
                  </a:cubicBezTo>
                  <a:cubicBezTo>
                    <a:pt x="46003" y="0"/>
                    <a:pt x="46262" y="105"/>
                    <a:pt x="46480" y="331"/>
                  </a:cubicBezTo>
                  <a:cubicBezTo>
                    <a:pt x="46697" y="549"/>
                    <a:pt x="46810" y="726"/>
                    <a:pt x="46810" y="880"/>
                  </a:cubicBezTo>
                  <a:cubicBezTo>
                    <a:pt x="46810" y="1533"/>
                    <a:pt x="44285" y="11951"/>
                    <a:pt x="39241" y="32116"/>
                  </a:cubicBezTo>
                  <a:cubicBezTo>
                    <a:pt x="34053" y="52870"/>
                    <a:pt x="31462" y="63401"/>
                    <a:pt x="31462" y="63691"/>
                  </a:cubicBezTo>
                  <a:cubicBezTo>
                    <a:pt x="31462" y="64272"/>
                    <a:pt x="33109" y="64603"/>
                    <a:pt x="36393" y="64676"/>
                  </a:cubicBezTo>
                  <a:lnTo>
                    <a:pt x="39136" y="64676"/>
                  </a:lnTo>
                  <a:cubicBezTo>
                    <a:pt x="39572" y="65265"/>
                    <a:pt x="39790" y="65588"/>
                    <a:pt x="39790" y="65660"/>
                  </a:cubicBezTo>
                  <a:cubicBezTo>
                    <a:pt x="39790" y="65733"/>
                    <a:pt x="39685" y="66395"/>
                    <a:pt x="39467" y="67637"/>
                  </a:cubicBezTo>
                  <a:cubicBezTo>
                    <a:pt x="39169" y="68589"/>
                    <a:pt x="38806" y="69283"/>
                    <a:pt x="38370" y="69719"/>
                  </a:cubicBezTo>
                  <a:lnTo>
                    <a:pt x="36942" y="69719"/>
                  </a:lnTo>
                  <a:cubicBezTo>
                    <a:pt x="34674" y="69574"/>
                    <a:pt x="30728" y="69501"/>
                    <a:pt x="25104" y="69501"/>
                  </a:cubicBezTo>
                  <a:cubicBezTo>
                    <a:pt x="23054" y="69501"/>
                    <a:pt x="21190" y="69501"/>
                    <a:pt x="19512" y="69501"/>
                  </a:cubicBezTo>
                  <a:cubicBezTo>
                    <a:pt x="17833" y="69501"/>
                    <a:pt x="16478" y="69501"/>
                    <a:pt x="15461" y="69501"/>
                  </a:cubicBezTo>
                  <a:cubicBezTo>
                    <a:pt x="14436" y="69501"/>
                    <a:pt x="13815" y="69534"/>
                    <a:pt x="13597" y="69606"/>
                  </a:cubicBezTo>
                  <a:cubicBezTo>
                    <a:pt x="12572" y="69606"/>
                    <a:pt x="12056" y="69316"/>
                    <a:pt x="12056" y="68735"/>
                  </a:cubicBezTo>
                  <a:cubicBezTo>
                    <a:pt x="12056" y="68517"/>
                    <a:pt x="12128" y="67968"/>
                    <a:pt x="12282" y="67089"/>
                  </a:cubicBezTo>
                  <a:cubicBezTo>
                    <a:pt x="12572" y="65919"/>
                    <a:pt x="12822" y="65225"/>
                    <a:pt x="13048" y="65007"/>
                  </a:cubicBezTo>
                  <a:cubicBezTo>
                    <a:pt x="13266" y="64789"/>
                    <a:pt x="13992" y="64676"/>
                    <a:pt x="15235" y="64676"/>
                  </a:cubicBezTo>
                  <a:cubicBezTo>
                    <a:pt x="18745" y="64676"/>
                    <a:pt x="20867" y="64418"/>
                    <a:pt x="21594" y="63909"/>
                  </a:cubicBezTo>
                  <a:cubicBezTo>
                    <a:pt x="22183" y="63546"/>
                    <a:pt x="23207" y="60326"/>
                    <a:pt x="24668" y="54258"/>
                  </a:cubicBezTo>
                  <a:cubicBezTo>
                    <a:pt x="26128" y="48198"/>
                    <a:pt x="26895" y="45092"/>
                    <a:pt x="26968" y="44946"/>
                  </a:cubicBezTo>
                  <a:cubicBezTo>
                    <a:pt x="26968" y="44874"/>
                    <a:pt x="26710" y="44979"/>
                    <a:pt x="26201" y="45277"/>
                  </a:cubicBezTo>
                  <a:cubicBezTo>
                    <a:pt x="22691" y="48126"/>
                    <a:pt x="19036" y="49546"/>
                    <a:pt x="15235" y="49546"/>
                  </a:cubicBezTo>
                  <a:cubicBezTo>
                    <a:pt x="11216" y="49546"/>
                    <a:pt x="7674" y="48085"/>
                    <a:pt x="4608" y="45164"/>
                  </a:cubicBezTo>
                  <a:cubicBezTo>
                    <a:pt x="1533" y="42243"/>
                    <a:pt x="0" y="37603"/>
                    <a:pt x="0" y="31244"/>
                  </a:cubicBezTo>
                  <a:close/>
                  <a:moveTo>
                    <a:pt x="34973" y="12717"/>
                  </a:moveTo>
                  <a:cubicBezTo>
                    <a:pt x="33286" y="6940"/>
                    <a:pt x="30551" y="4059"/>
                    <a:pt x="26750" y="4059"/>
                  </a:cubicBezTo>
                  <a:cubicBezTo>
                    <a:pt x="24192" y="4059"/>
                    <a:pt x="21739" y="5189"/>
                    <a:pt x="19407" y="7456"/>
                  </a:cubicBezTo>
                  <a:cubicBezTo>
                    <a:pt x="17067" y="9716"/>
                    <a:pt x="15235" y="12677"/>
                    <a:pt x="13920" y="16332"/>
                  </a:cubicBezTo>
                  <a:cubicBezTo>
                    <a:pt x="11805" y="22110"/>
                    <a:pt x="10305" y="28098"/>
                    <a:pt x="9425" y="34311"/>
                  </a:cubicBezTo>
                  <a:cubicBezTo>
                    <a:pt x="9425" y="34529"/>
                    <a:pt x="9425" y="34932"/>
                    <a:pt x="9425" y="35513"/>
                  </a:cubicBezTo>
                  <a:cubicBezTo>
                    <a:pt x="9425" y="36102"/>
                    <a:pt x="9393" y="36538"/>
                    <a:pt x="9320" y="36829"/>
                  </a:cubicBezTo>
                  <a:cubicBezTo>
                    <a:pt x="9320" y="40121"/>
                    <a:pt x="9974" y="42388"/>
                    <a:pt x="11289" y="43631"/>
                  </a:cubicBezTo>
                  <a:cubicBezTo>
                    <a:pt x="12604" y="44874"/>
                    <a:pt x="14178" y="45527"/>
                    <a:pt x="16002" y="45600"/>
                  </a:cubicBezTo>
                  <a:cubicBezTo>
                    <a:pt x="19947" y="45600"/>
                    <a:pt x="24006" y="42969"/>
                    <a:pt x="28170" y="37708"/>
                  </a:cubicBezTo>
                  <a:lnTo>
                    <a:pt x="29050" y="36506"/>
                  </a:lnTo>
                  <a:lnTo>
                    <a:pt x="34973" y="12717"/>
                  </a:lnTo>
                  <a:close/>
                </a:path>
              </a:pathLst>
            </a:custGeom>
            <a:solidFill>
              <a:srgbClr val="000000"/>
            </a:solidFill>
            <a:ln w="807" cap="flat">
              <a:noFill/>
              <a:prstDash val="solid"/>
              <a:miter/>
            </a:ln>
          </p:spPr>
        </p:sp>
        <p:sp>
          <p:nvSpPr>
            <p:cNvPr id="500" name="任意形状 499">
              <a:extLst>
                <a:ext uri="{FF2B5EF4-FFF2-40B4-BE49-F238E27FC236}">
                  <a16:creationId xmlns:a16="http://schemas.microsoft.com/office/drawing/2014/main" id="{3D6857A0-FE3A-6EAC-25F0-106F071C11C7}"/>
                </a:ext>
              </a:extLst>
            </p:cNvPr>
            <p:cNvSpPr/>
            <p:nvPr/>
          </p:nvSpPr>
          <p:spPr>
            <a:xfrm>
              <a:off x="3944385" y="2910783"/>
              <a:ext cx="37773" cy="62534"/>
            </a:xfrm>
            <a:custGeom>
              <a:avLst/>
              <a:gdLst>
                <a:gd name="csX0" fmla="*/ 6585 w 32164"/>
                <a:gd name="csY0" fmla="*/ 15655 h 53249"/>
                <a:gd name="csX1" fmla="*/ 3333 w 32164"/>
                <a:gd name="csY1" fmla="*/ 14339 h 53249"/>
                <a:gd name="csX2" fmla="*/ 2090 w 32164"/>
                <a:gd name="csY2" fmla="*/ 10926 h 53249"/>
                <a:gd name="csX3" fmla="*/ 5810 w 32164"/>
                <a:gd name="csY3" fmla="*/ 3333 h 53249"/>
                <a:gd name="csX4" fmla="*/ 14807 w 32164"/>
                <a:gd name="csY4" fmla="*/ 0 h 53249"/>
                <a:gd name="csX5" fmla="*/ 18213 w 32164"/>
                <a:gd name="csY5" fmla="*/ 81 h 53249"/>
                <a:gd name="csX6" fmla="*/ 26968 w 32164"/>
                <a:gd name="csY6" fmla="*/ 4188 h 53249"/>
                <a:gd name="csX7" fmla="*/ 30074 w 32164"/>
                <a:gd name="csY7" fmla="*/ 11087 h 53249"/>
                <a:gd name="csX8" fmla="*/ 27436 w 32164"/>
                <a:gd name="csY8" fmla="*/ 18915 h 53249"/>
                <a:gd name="csX9" fmla="*/ 20149 w 32164"/>
                <a:gd name="csY9" fmla="*/ 24418 h 53249"/>
                <a:gd name="csX10" fmla="*/ 19915 w 32164"/>
                <a:gd name="csY10" fmla="*/ 24571 h 53249"/>
                <a:gd name="csX11" fmla="*/ 20617 w 32164"/>
                <a:gd name="csY11" fmla="*/ 24805 h 53249"/>
                <a:gd name="csX12" fmla="*/ 22861 w 32164"/>
                <a:gd name="csY12" fmla="*/ 25499 h 53249"/>
                <a:gd name="csX13" fmla="*/ 25806 w 32164"/>
                <a:gd name="csY13" fmla="*/ 27129 h 53249"/>
                <a:gd name="csX14" fmla="*/ 32165 w 32164"/>
                <a:gd name="csY14" fmla="*/ 37974 h 53249"/>
                <a:gd name="csX15" fmla="*/ 27363 w 32164"/>
                <a:gd name="csY15" fmla="*/ 48674 h 53249"/>
                <a:gd name="csX16" fmla="*/ 15195 w 32164"/>
                <a:gd name="csY16" fmla="*/ 53250 h 53249"/>
                <a:gd name="csX17" fmla="*/ 4495 w 32164"/>
                <a:gd name="csY17" fmla="*/ 49917 h 53249"/>
                <a:gd name="csX18" fmla="*/ 0 w 32164"/>
                <a:gd name="csY18" fmla="*/ 41468 h 53249"/>
                <a:gd name="csX19" fmla="*/ 1396 w 32164"/>
                <a:gd name="csY19" fmla="*/ 37974 h 53249"/>
                <a:gd name="csX20" fmla="*/ 4882 w 32164"/>
                <a:gd name="csY20" fmla="*/ 36586 h 53249"/>
                <a:gd name="csX21" fmla="*/ 8449 w 32164"/>
                <a:gd name="csY21" fmla="*/ 37974 h 53249"/>
                <a:gd name="csX22" fmla="*/ 9845 w 32164"/>
                <a:gd name="csY22" fmla="*/ 41468 h 53249"/>
                <a:gd name="csX23" fmla="*/ 9611 w 32164"/>
                <a:gd name="csY23" fmla="*/ 43018 h 53249"/>
                <a:gd name="csX24" fmla="*/ 9070 w 32164"/>
                <a:gd name="csY24" fmla="*/ 44252 h 53249"/>
                <a:gd name="csX25" fmla="*/ 8215 w 32164"/>
                <a:gd name="csY25" fmla="*/ 45188 h 53249"/>
                <a:gd name="csX26" fmla="*/ 7287 w 32164"/>
                <a:gd name="csY26" fmla="*/ 45810 h 53249"/>
                <a:gd name="csX27" fmla="*/ 6512 w 32164"/>
                <a:gd name="csY27" fmla="*/ 46116 h 53249"/>
                <a:gd name="csX28" fmla="*/ 5891 w 32164"/>
                <a:gd name="csY28" fmla="*/ 46350 h 53249"/>
                <a:gd name="csX29" fmla="*/ 5584 w 32164"/>
                <a:gd name="csY29" fmla="*/ 46423 h 53249"/>
                <a:gd name="csX30" fmla="*/ 15195 w 32164"/>
                <a:gd name="csY30" fmla="*/ 49917 h 53249"/>
                <a:gd name="csX31" fmla="*/ 21626 w 32164"/>
                <a:gd name="csY31" fmla="*/ 45810 h 53249"/>
                <a:gd name="csX32" fmla="*/ 22941 w 32164"/>
                <a:gd name="csY32" fmla="*/ 37974 h 53249"/>
                <a:gd name="csX33" fmla="*/ 22941 w 32164"/>
                <a:gd name="csY33" fmla="*/ 36425 h 53249"/>
                <a:gd name="csX34" fmla="*/ 17979 w 32164"/>
                <a:gd name="csY34" fmla="*/ 26588 h 53249"/>
                <a:gd name="csX35" fmla="*/ 13250 w 32164"/>
                <a:gd name="csY35" fmla="*/ 26040 h 53249"/>
                <a:gd name="csX36" fmla="*/ 9998 w 32164"/>
                <a:gd name="csY36" fmla="*/ 25967 h 53249"/>
                <a:gd name="csX37" fmla="*/ 9764 w 32164"/>
                <a:gd name="csY37" fmla="*/ 25814 h 53249"/>
                <a:gd name="csX38" fmla="*/ 9611 w 32164"/>
                <a:gd name="csY38" fmla="*/ 24571 h 53249"/>
                <a:gd name="csX39" fmla="*/ 10232 w 32164"/>
                <a:gd name="csY39" fmla="*/ 23175 h 53249"/>
                <a:gd name="csX40" fmla="*/ 14727 w 32164"/>
                <a:gd name="csY40" fmla="*/ 22788 h 53249"/>
                <a:gd name="csX41" fmla="*/ 19528 w 32164"/>
                <a:gd name="csY41" fmla="*/ 19536 h 53249"/>
                <a:gd name="csX42" fmla="*/ 21699 w 32164"/>
                <a:gd name="csY42" fmla="*/ 10853 h 53249"/>
                <a:gd name="csX43" fmla="*/ 21699 w 32164"/>
                <a:gd name="csY43" fmla="*/ 10232 h 53249"/>
                <a:gd name="csX44" fmla="*/ 18987 w 32164"/>
                <a:gd name="csY44" fmla="*/ 4107 h 53249"/>
                <a:gd name="csX45" fmla="*/ 15348 w 32164"/>
                <a:gd name="csY45" fmla="*/ 3026 h 53249"/>
                <a:gd name="csX46" fmla="*/ 10773 w 32164"/>
                <a:gd name="csY46" fmla="*/ 3873 h 53249"/>
                <a:gd name="csX47" fmla="*/ 7827 w 32164"/>
                <a:gd name="csY47" fmla="*/ 5657 h 53249"/>
                <a:gd name="csX48" fmla="*/ 6972 w 32164"/>
                <a:gd name="csY48" fmla="*/ 6593 h 53249"/>
                <a:gd name="csX49" fmla="*/ 7206 w 32164"/>
                <a:gd name="csY49" fmla="*/ 6593 h 53249"/>
                <a:gd name="csX50" fmla="*/ 7827 w 32164"/>
                <a:gd name="csY50" fmla="*/ 6746 h 53249"/>
                <a:gd name="csX51" fmla="*/ 8602 w 32164"/>
                <a:gd name="csY51" fmla="*/ 7133 h 53249"/>
                <a:gd name="csX52" fmla="*/ 9530 w 32164"/>
                <a:gd name="csY52" fmla="*/ 7674 h 53249"/>
                <a:gd name="csX53" fmla="*/ 10305 w 32164"/>
                <a:gd name="csY53" fmla="*/ 8529 h 53249"/>
                <a:gd name="csX54" fmla="*/ 10926 w 32164"/>
                <a:gd name="csY54" fmla="*/ 9691 h 53249"/>
                <a:gd name="csX55" fmla="*/ 11160 w 32164"/>
                <a:gd name="csY55" fmla="*/ 11241 h 53249"/>
                <a:gd name="csX56" fmla="*/ 10079 w 32164"/>
                <a:gd name="csY56" fmla="*/ 14258 h 53249"/>
                <a:gd name="csX57" fmla="*/ 6585 w 32164"/>
                <a:gd name="csY57" fmla="*/ 15655 h 53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32164" h="53249">
                  <a:moveTo>
                    <a:pt x="6585" y="15655"/>
                  </a:moveTo>
                  <a:cubicBezTo>
                    <a:pt x="5197" y="15655"/>
                    <a:pt x="4107" y="15219"/>
                    <a:pt x="3333" y="14339"/>
                  </a:cubicBezTo>
                  <a:cubicBezTo>
                    <a:pt x="2558" y="13460"/>
                    <a:pt x="2147" y="12322"/>
                    <a:pt x="2090" y="10926"/>
                  </a:cubicBezTo>
                  <a:cubicBezTo>
                    <a:pt x="2090" y="8086"/>
                    <a:pt x="3333" y="5552"/>
                    <a:pt x="5810" y="3333"/>
                  </a:cubicBezTo>
                  <a:cubicBezTo>
                    <a:pt x="8295" y="1114"/>
                    <a:pt x="11289" y="0"/>
                    <a:pt x="14807" y="0"/>
                  </a:cubicBezTo>
                  <a:cubicBezTo>
                    <a:pt x="16615" y="0"/>
                    <a:pt x="17753" y="24"/>
                    <a:pt x="18213" y="81"/>
                  </a:cubicBezTo>
                  <a:cubicBezTo>
                    <a:pt x="22037" y="702"/>
                    <a:pt x="24959" y="2066"/>
                    <a:pt x="26968" y="4188"/>
                  </a:cubicBezTo>
                  <a:cubicBezTo>
                    <a:pt x="28985" y="6302"/>
                    <a:pt x="30018" y="8602"/>
                    <a:pt x="30074" y="11087"/>
                  </a:cubicBezTo>
                  <a:cubicBezTo>
                    <a:pt x="30074" y="13774"/>
                    <a:pt x="29195" y="16381"/>
                    <a:pt x="27436" y="18915"/>
                  </a:cubicBezTo>
                  <a:cubicBezTo>
                    <a:pt x="25677" y="21440"/>
                    <a:pt x="23248" y="23280"/>
                    <a:pt x="20149" y="24418"/>
                  </a:cubicBezTo>
                  <a:lnTo>
                    <a:pt x="19915" y="24571"/>
                  </a:lnTo>
                  <a:cubicBezTo>
                    <a:pt x="19915" y="24620"/>
                    <a:pt x="20149" y="24700"/>
                    <a:pt x="20617" y="24805"/>
                  </a:cubicBezTo>
                  <a:cubicBezTo>
                    <a:pt x="21085" y="24902"/>
                    <a:pt x="21828" y="25136"/>
                    <a:pt x="22861" y="25499"/>
                  </a:cubicBezTo>
                  <a:cubicBezTo>
                    <a:pt x="23902" y="25862"/>
                    <a:pt x="24878" y="26403"/>
                    <a:pt x="25806" y="27129"/>
                  </a:cubicBezTo>
                  <a:cubicBezTo>
                    <a:pt x="30042" y="29865"/>
                    <a:pt x="32165" y="33480"/>
                    <a:pt x="32165" y="37974"/>
                  </a:cubicBezTo>
                  <a:cubicBezTo>
                    <a:pt x="32165" y="42057"/>
                    <a:pt x="30567" y="45624"/>
                    <a:pt x="27363" y="48674"/>
                  </a:cubicBezTo>
                  <a:cubicBezTo>
                    <a:pt x="24160" y="51724"/>
                    <a:pt x="20101" y="53250"/>
                    <a:pt x="15195" y="53250"/>
                  </a:cubicBezTo>
                  <a:cubicBezTo>
                    <a:pt x="11055" y="53250"/>
                    <a:pt x="7496" y="52136"/>
                    <a:pt x="4495" y="49917"/>
                  </a:cubicBezTo>
                  <a:cubicBezTo>
                    <a:pt x="1501" y="47690"/>
                    <a:pt x="0" y="44874"/>
                    <a:pt x="0" y="41468"/>
                  </a:cubicBezTo>
                  <a:cubicBezTo>
                    <a:pt x="0" y="40016"/>
                    <a:pt x="468" y="38854"/>
                    <a:pt x="1396" y="37974"/>
                  </a:cubicBezTo>
                  <a:cubicBezTo>
                    <a:pt x="2324" y="37103"/>
                    <a:pt x="3486" y="36635"/>
                    <a:pt x="4882" y="36586"/>
                  </a:cubicBezTo>
                  <a:cubicBezTo>
                    <a:pt x="6326" y="36586"/>
                    <a:pt x="7521" y="37046"/>
                    <a:pt x="8449" y="37974"/>
                  </a:cubicBezTo>
                  <a:cubicBezTo>
                    <a:pt x="9377" y="38910"/>
                    <a:pt x="9845" y="40072"/>
                    <a:pt x="9845" y="41468"/>
                  </a:cubicBezTo>
                  <a:cubicBezTo>
                    <a:pt x="9845" y="42033"/>
                    <a:pt x="9764" y="42550"/>
                    <a:pt x="9611" y="43018"/>
                  </a:cubicBezTo>
                  <a:cubicBezTo>
                    <a:pt x="9457" y="43478"/>
                    <a:pt x="9272" y="43897"/>
                    <a:pt x="9070" y="44252"/>
                  </a:cubicBezTo>
                  <a:cubicBezTo>
                    <a:pt x="8860" y="44615"/>
                    <a:pt x="8578" y="44930"/>
                    <a:pt x="8215" y="45188"/>
                  </a:cubicBezTo>
                  <a:cubicBezTo>
                    <a:pt x="7852" y="45447"/>
                    <a:pt x="7545" y="45648"/>
                    <a:pt x="7287" y="45810"/>
                  </a:cubicBezTo>
                  <a:cubicBezTo>
                    <a:pt x="7029" y="45963"/>
                    <a:pt x="6770" y="46068"/>
                    <a:pt x="6512" y="46116"/>
                  </a:cubicBezTo>
                  <a:cubicBezTo>
                    <a:pt x="6254" y="46165"/>
                    <a:pt x="6044" y="46245"/>
                    <a:pt x="5891" y="46350"/>
                  </a:cubicBezTo>
                  <a:lnTo>
                    <a:pt x="5584" y="46423"/>
                  </a:lnTo>
                  <a:cubicBezTo>
                    <a:pt x="8215" y="48755"/>
                    <a:pt x="11418" y="49917"/>
                    <a:pt x="15195" y="49917"/>
                  </a:cubicBezTo>
                  <a:cubicBezTo>
                    <a:pt x="18035" y="49917"/>
                    <a:pt x="20173" y="48545"/>
                    <a:pt x="21626" y="45810"/>
                  </a:cubicBezTo>
                  <a:cubicBezTo>
                    <a:pt x="22506" y="44099"/>
                    <a:pt x="22941" y="41493"/>
                    <a:pt x="22941" y="37974"/>
                  </a:cubicBezTo>
                  <a:lnTo>
                    <a:pt x="22941" y="36425"/>
                  </a:lnTo>
                  <a:cubicBezTo>
                    <a:pt x="22941" y="31519"/>
                    <a:pt x="21287" y="28235"/>
                    <a:pt x="17979" y="26588"/>
                  </a:cubicBezTo>
                  <a:cubicBezTo>
                    <a:pt x="17204" y="26274"/>
                    <a:pt x="15630" y="26096"/>
                    <a:pt x="13250" y="26040"/>
                  </a:cubicBezTo>
                  <a:lnTo>
                    <a:pt x="9998" y="25967"/>
                  </a:lnTo>
                  <a:lnTo>
                    <a:pt x="9764" y="25814"/>
                  </a:lnTo>
                  <a:cubicBezTo>
                    <a:pt x="9659" y="25652"/>
                    <a:pt x="9611" y="25241"/>
                    <a:pt x="9611" y="24571"/>
                  </a:cubicBezTo>
                  <a:cubicBezTo>
                    <a:pt x="9611" y="23643"/>
                    <a:pt x="9821" y="23175"/>
                    <a:pt x="10232" y="23175"/>
                  </a:cubicBezTo>
                  <a:cubicBezTo>
                    <a:pt x="11677" y="23175"/>
                    <a:pt x="13177" y="23046"/>
                    <a:pt x="14727" y="22788"/>
                  </a:cubicBezTo>
                  <a:cubicBezTo>
                    <a:pt x="16486" y="22530"/>
                    <a:pt x="18084" y="21440"/>
                    <a:pt x="19528" y="19536"/>
                  </a:cubicBezTo>
                  <a:cubicBezTo>
                    <a:pt x="20980" y="17623"/>
                    <a:pt x="21699" y="14727"/>
                    <a:pt x="21699" y="10853"/>
                  </a:cubicBezTo>
                  <a:lnTo>
                    <a:pt x="21699" y="10232"/>
                  </a:lnTo>
                  <a:cubicBezTo>
                    <a:pt x="21699" y="7287"/>
                    <a:pt x="20795" y="5245"/>
                    <a:pt x="18987" y="4107"/>
                  </a:cubicBezTo>
                  <a:cubicBezTo>
                    <a:pt x="17850" y="3389"/>
                    <a:pt x="16639" y="3026"/>
                    <a:pt x="15348" y="3026"/>
                  </a:cubicBezTo>
                  <a:cubicBezTo>
                    <a:pt x="13694" y="3026"/>
                    <a:pt x="12169" y="3308"/>
                    <a:pt x="10773" y="3873"/>
                  </a:cubicBezTo>
                  <a:cubicBezTo>
                    <a:pt x="9377" y="4446"/>
                    <a:pt x="8400" y="5035"/>
                    <a:pt x="7827" y="5657"/>
                  </a:cubicBezTo>
                  <a:cubicBezTo>
                    <a:pt x="7262" y="6278"/>
                    <a:pt x="6972" y="6593"/>
                    <a:pt x="6972" y="6593"/>
                  </a:cubicBezTo>
                  <a:lnTo>
                    <a:pt x="7206" y="6593"/>
                  </a:lnTo>
                  <a:cubicBezTo>
                    <a:pt x="7367" y="6641"/>
                    <a:pt x="7569" y="6689"/>
                    <a:pt x="7827" y="6746"/>
                  </a:cubicBezTo>
                  <a:cubicBezTo>
                    <a:pt x="8086" y="6794"/>
                    <a:pt x="8344" y="6923"/>
                    <a:pt x="8602" y="7133"/>
                  </a:cubicBezTo>
                  <a:cubicBezTo>
                    <a:pt x="8860" y="7335"/>
                    <a:pt x="9175" y="7521"/>
                    <a:pt x="9530" y="7674"/>
                  </a:cubicBezTo>
                  <a:cubicBezTo>
                    <a:pt x="9893" y="7827"/>
                    <a:pt x="10151" y="8110"/>
                    <a:pt x="10305" y="8529"/>
                  </a:cubicBezTo>
                  <a:cubicBezTo>
                    <a:pt x="10466" y="8941"/>
                    <a:pt x="10668" y="9328"/>
                    <a:pt x="10926" y="9691"/>
                  </a:cubicBezTo>
                  <a:cubicBezTo>
                    <a:pt x="11184" y="10054"/>
                    <a:pt x="11265" y="10571"/>
                    <a:pt x="11160" y="11241"/>
                  </a:cubicBezTo>
                  <a:cubicBezTo>
                    <a:pt x="11160" y="12378"/>
                    <a:pt x="10797" y="13387"/>
                    <a:pt x="10079" y="14258"/>
                  </a:cubicBezTo>
                  <a:cubicBezTo>
                    <a:pt x="9352" y="15138"/>
                    <a:pt x="8191" y="15606"/>
                    <a:pt x="6585" y="15655"/>
                  </a:cubicBezTo>
                  <a:close/>
                </a:path>
              </a:pathLst>
            </a:custGeom>
            <a:solidFill>
              <a:srgbClr val="000000"/>
            </a:solidFill>
            <a:ln w="807" cap="flat">
              <a:noFill/>
              <a:prstDash val="solid"/>
              <a:miter/>
            </a:ln>
          </p:spPr>
        </p:sp>
        <p:sp>
          <p:nvSpPr>
            <p:cNvPr id="501" name="任意形状 500">
              <a:extLst>
                <a:ext uri="{FF2B5EF4-FFF2-40B4-BE49-F238E27FC236}">
                  <a16:creationId xmlns:a16="http://schemas.microsoft.com/office/drawing/2014/main" id="{1F26A512-47CE-ABEE-2AA8-2311878622EC}"/>
                </a:ext>
              </a:extLst>
            </p:cNvPr>
            <p:cNvSpPr/>
            <p:nvPr/>
          </p:nvSpPr>
          <p:spPr>
            <a:xfrm>
              <a:off x="3939515" y="2735327"/>
              <a:ext cx="947" cy="115612"/>
            </a:xfrm>
            <a:custGeom>
              <a:avLst/>
              <a:gdLst>
                <a:gd name="csX0" fmla="*/ 0 w 806"/>
                <a:gd name="csY0" fmla="*/ 0 h 98446"/>
                <a:gd name="csX1" fmla="*/ 0 w 806"/>
                <a:gd name="csY1" fmla="*/ 98446 h 98446"/>
              </a:gdLst>
              <a:ahLst/>
              <a:cxnLst>
                <a:cxn ang="0">
                  <a:pos x="csX0" y="csY0"/>
                </a:cxn>
                <a:cxn ang="0">
                  <a:pos x="csX1" y="csY1"/>
                </a:cxn>
              </a:cxnLst>
              <a:rect l="l" t="t" r="r" b="b"/>
              <a:pathLst>
                <a:path w="806" h="98446">
                  <a:moveTo>
                    <a:pt x="0" y="0"/>
                  </a:moveTo>
                  <a:lnTo>
                    <a:pt x="0" y="98446"/>
                  </a:lnTo>
                </a:path>
              </a:pathLst>
            </a:custGeom>
            <a:ln w="8069" cap="flat">
              <a:solidFill>
                <a:srgbClr val="000000"/>
              </a:solidFill>
              <a:prstDash val="solid"/>
              <a:miter/>
            </a:ln>
          </p:spPr>
        </p:sp>
        <p:sp>
          <p:nvSpPr>
            <p:cNvPr id="502" name="任意形状 501">
              <a:extLst>
                <a:ext uri="{FF2B5EF4-FFF2-40B4-BE49-F238E27FC236}">
                  <a16:creationId xmlns:a16="http://schemas.microsoft.com/office/drawing/2014/main" id="{A8A87E1C-D75A-F8C2-6CF0-E83C885617AC}"/>
                </a:ext>
              </a:extLst>
            </p:cNvPr>
            <p:cNvSpPr/>
            <p:nvPr/>
          </p:nvSpPr>
          <p:spPr>
            <a:xfrm>
              <a:off x="4910848" y="2025543"/>
              <a:ext cx="947" cy="376214"/>
            </a:xfrm>
            <a:custGeom>
              <a:avLst/>
              <a:gdLst>
                <a:gd name="csX0" fmla="*/ 0 w 806"/>
                <a:gd name="csY0" fmla="*/ 0 h 320353"/>
                <a:gd name="csX1" fmla="*/ 0 w 806"/>
                <a:gd name="csY1" fmla="*/ 320353 h 320353"/>
              </a:gdLst>
              <a:ahLst/>
              <a:cxnLst>
                <a:cxn ang="0">
                  <a:pos x="csX0" y="csY0"/>
                </a:cxn>
                <a:cxn ang="0">
                  <a:pos x="csX1" y="csY1"/>
                </a:cxn>
              </a:cxnLst>
              <a:rect l="l" t="t" r="r" b="b"/>
              <a:pathLst>
                <a:path w="806" h="320353">
                  <a:moveTo>
                    <a:pt x="0" y="0"/>
                  </a:moveTo>
                  <a:lnTo>
                    <a:pt x="0" y="320353"/>
                  </a:lnTo>
                </a:path>
              </a:pathLst>
            </a:custGeom>
            <a:noFill/>
            <a:ln w="12104" cap="flat">
              <a:solidFill>
                <a:srgbClr val="3182BA"/>
              </a:solidFill>
              <a:custDash>
                <a:ds d="2250000" sp="2250000"/>
              </a:custDash>
              <a:miter/>
            </a:ln>
          </p:spPr>
        </p:sp>
        <p:sp>
          <p:nvSpPr>
            <p:cNvPr id="503" name="任意形状 502">
              <a:extLst>
                <a:ext uri="{FF2B5EF4-FFF2-40B4-BE49-F238E27FC236}">
                  <a16:creationId xmlns:a16="http://schemas.microsoft.com/office/drawing/2014/main" id="{AA981D01-4F25-10E8-9C5A-1CC8B4F1BF94}"/>
                </a:ext>
              </a:extLst>
            </p:cNvPr>
            <p:cNvSpPr/>
            <p:nvPr/>
          </p:nvSpPr>
          <p:spPr>
            <a:xfrm>
              <a:off x="4915587" y="1781052"/>
              <a:ext cx="947" cy="73915"/>
            </a:xfrm>
            <a:custGeom>
              <a:avLst/>
              <a:gdLst>
                <a:gd name="csX0" fmla="*/ 0 w 806"/>
                <a:gd name="csY0" fmla="*/ 0 h 62940"/>
                <a:gd name="csX1" fmla="*/ 0 w 806"/>
                <a:gd name="csY1" fmla="*/ 62941 h 62940"/>
              </a:gdLst>
              <a:ahLst/>
              <a:cxnLst>
                <a:cxn ang="0">
                  <a:pos x="csX0" y="csY0"/>
                </a:cxn>
                <a:cxn ang="0">
                  <a:pos x="csX1" y="csY1"/>
                </a:cxn>
              </a:cxnLst>
              <a:rect l="l" t="t" r="r" b="b"/>
              <a:pathLst>
                <a:path w="806" h="62940">
                  <a:moveTo>
                    <a:pt x="0" y="0"/>
                  </a:moveTo>
                  <a:lnTo>
                    <a:pt x="0" y="62941"/>
                  </a:lnTo>
                </a:path>
              </a:pathLst>
            </a:custGeom>
            <a:ln w="8069" cap="flat">
              <a:solidFill>
                <a:srgbClr val="000000"/>
              </a:solidFill>
              <a:prstDash val="solid"/>
              <a:miter/>
            </a:ln>
          </p:spPr>
        </p:sp>
        <p:sp>
          <p:nvSpPr>
            <p:cNvPr id="504" name="任意形状 503">
              <a:extLst>
                <a:ext uri="{FF2B5EF4-FFF2-40B4-BE49-F238E27FC236}">
                  <a16:creationId xmlns:a16="http://schemas.microsoft.com/office/drawing/2014/main" id="{EC2CFBE2-49E4-4440-3F24-216954EE00D5}"/>
                </a:ext>
              </a:extLst>
            </p:cNvPr>
            <p:cNvSpPr/>
            <p:nvPr/>
          </p:nvSpPr>
          <p:spPr>
            <a:xfrm>
              <a:off x="4911796" y="2498417"/>
              <a:ext cx="947" cy="72967"/>
            </a:xfrm>
            <a:custGeom>
              <a:avLst/>
              <a:gdLst>
                <a:gd name="csX0" fmla="*/ 0 w 806"/>
                <a:gd name="csY0" fmla="*/ 0 h 62133"/>
                <a:gd name="csX1" fmla="*/ 0 w 806"/>
                <a:gd name="csY1" fmla="*/ 62134 h 62133"/>
              </a:gdLst>
              <a:ahLst/>
              <a:cxnLst>
                <a:cxn ang="0">
                  <a:pos x="csX0" y="csY0"/>
                </a:cxn>
                <a:cxn ang="0">
                  <a:pos x="csX1" y="csY1"/>
                </a:cxn>
              </a:cxnLst>
              <a:rect l="l" t="t" r="r" b="b"/>
              <a:pathLst>
                <a:path w="806" h="62133">
                  <a:moveTo>
                    <a:pt x="0" y="0"/>
                  </a:moveTo>
                  <a:lnTo>
                    <a:pt x="0" y="62134"/>
                  </a:lnTo>
                </a:path>
              </a:pathLst>
            </a:custGeom>
            <a:ln w="8069" cap="flat">
              <a:solidFill>
                <a:srgbClr val="000000"/>
              </a:solidFill>
              <a:prstDash val="solid"/>
              <a:miter/>
            </a:ln>
          </p:spPr>
        </p:sp>
        <p:sp>
          <p:nvSpPr>
            <p:cNvPr id="505" name="任意形状 504">
              <a:extLst>
                <a:ext uri="{FF2B5EF4-FFF2-40B4-BE49-F238E27FC236}">
                  <a16:creationId xmlns:a16="http://schemas.microsoft.com/office/drawing/2014/main" id="{194AF105-63AD-4042-98C6-E4FAEE5052C1}"/>
                </a:ext>
              </a:extLst>
            </p:cNvPr>
            <p:cNvSpPr/>
            <p:nvPr/>
          </p:nvSpPr>
          <p:spPr>
            <a:xfrm>
              <a:off x="4008693" y="2612866"/>
              <a:ext cx="820182" cy="104671"/>
            </a:xfrm>
            <a:custGeom>
              <a:avLst/>
              <a:gdLst>
                <a:gd name="csX0" fmla="*/ 696627 w 698400"/>
                <a:gd name="csY0" fmla="*/ 48842 h 89129"/>
                <a:gd name="csX1" fmla="*/ 696627 w 698400"/>
                <a:gd name="csY1" fmla="*/ 40288 h 89129"/>
                <a:gd name="csX2" fmla="*/ 658112 w 698400"/>
                <a:gd name="csY2" fmla="*/ 1773 h 89129"/>
                <a:gd name="csX3" fmla="*/ 649559 w 698400"/>
                <a:gd name="csY3" fmla="*/ 1773 h 89129"/>
                <a:gd name="csX4" fmla="*/ 649559 w 698400"/>
                <a:gd name="csY4" fmla="*/ 10327 h 89129"/>
                <a:gd name="csX5" fmla="*/ 683789 w 698400"/>
                <a:gd name="csY5" fmla="*/ 44565 h 89129"/>
                <a:gd name="csX6" fmla="*/ 649559 w 698400"/>
                <a:gd name="csY6" fmla="*/ 78803 h 89129"/>
                <a:gd name="csX7" fmla="*/ 649559 w 698400"/>
                <a:gd name="csY7" fmla="*/ 87357 h 89129"/>
                <a:gd name="csX8" fmla="*/ 658112 w 698400"/>
                <a:gd name="csY8" fmla="*/ 87357 h 89129"/>
                <a:gd name="csX9" fmla="*/ 696627 w 698400"/>
                <a:gd name="csY9" fmla="*/ 48842 h 89129"/>
                <a:gd name="csX10" fmla="*/ 0 w 698400"/>
                <a:gd name="csY10" fmla="*/ 50617 h 89129"/>
                <a:gd name="csX11" fmla="*/ 15735 w 698400"/>
                <a:gd name="csY11" fmla="*/ 50617 h 89129"/>
                <a:gd name="csX12" fmla="*/ 15735 w 698400"/>
                <a:gd name="csY12" fmla="*/ 38513 h 89129"/>
                <a:gd name="csX13" fmla="*/ 0 w 698400"/>
                <a:gd name="csY13" fmla="*/ 38513 h 89129"/>
                <a:gd name="csX14" fmla="*/ 0 w 698400"/>
                <a:gd name="csY14" fmla="*/ 50617 h 89129"/>
                <a:gd name="csX15" fmla="*/ 47206 w 698400"/>
                <a:gd name="csY15" fmla="*/ 50617 h 89129"/>
                <a:gd name="csX16" fmla="*/ 78676 w 698400"/>
                <a:gd name="csY16" fmla="*/ 50617 h 89129"/>
                <a:gd name="csX17" fmla="*/ 78676 w 698400"/>
                <a:gd name="csY17" fmla="*/ 38513 h 89129"/>
                <a:gd name="csX18" fmla="*/ 47206 w 698400"/>
                <a:gd name="csY18" fmla="*/ 38513 h 89129"/>
                <a:gd name="csX19" fmla="*/ 47206 w 698400"/>
                <a:gd name="csY19" fmla="*/ 50617 h 89129"/>
                <a:gd name="csX20" fmla="*/ 110147 w 698400"/>
                <a:gd name="csY20" fmla="*/ 50617 h 89129"/>
                <a:gd name="csX21" fmla="*/ 141617 w 698400"/>
                <a:gd name="csY21" fmla="*/ 50617 h 89129"/>
                <a:gd name="csX22" fmla="*/ 141617 w 698400"/>
                <a:gd name="csY22" fmla="*/ 38513 h 89129"/>
                <a:gd name="csX23" fmla="*/ 110147 w 698400"/>
                <a:gd name="csY23" fmla="*/ 38513 h 89129"/>
                <a:gd name="csX24" fmla="*/ 110147 w 698400"/>
                <a:gd name="csY24" fmla="*/ 50617 h 89129"/>
                <a:gd name="csX25" fmla="*/ 173088 w 698400"/>
                <a:gd name="csY25" fmla="*/ 50617 h 89129"/>
                <a:gd name="csX26" fmla="*/ 204558 w 698400"/>
                <a:gd name="csY26" fmla="*/ 50617 h 89129"/>
                <a:gd name="csX27" fmla="*/ 204558 w 698400"/>
                <a:gd name="csY27" fmla="*/ 38513 h 89129"/>
                <a:gd name="csX28" fmla="*/ 173088 w 698400"/>
                <a:gd name="csY28" fmla="*/ 38513 h 89129"/>
                <a:gd name="csX29" fmla="*/ 173088 w 698400"/>
                <a:gd name="csY29" fmla="*/ 50617 h 89129"/>
                <a:gd name="csX30" fmla="*/ 236029 w 698400"/>
                <a:gd name="csY30" fmla="*/ 50617 h 89129"/>
                <a:gd name="csX31" fmla="*/ 267499 w 698400"/>
                <a:gd name="csY31" fmla="*/ 50617 h 89129"/>
                <a:gd name="csX32" fmla="*/ 267499 w 698400"/>
                <a:gd name="csY32" fmla="*/ 38513 h 89129"/>
                <a:gd name="csX33" fmla="*/ 236029 w 698400"/>
                <a:gd name="csY33" fmla="*/ 38513 h 89129"/>
                <a:gd name="csX34" fmla="*/ 236029 w 698400"/>
                <a:gd name="csY34" fmla="*/ 50617 h 89129"/>
                <a:gd name="csX35" fmla="*/ 298970 w 698400"/>
                <a:gd name="csY35" fmla="*/ 50617 h 89129"/>
                <a:gd name="csX36" fmla="*/ 330440 w 698400"/>
                <a:gd name="csY36" fmla="*/ 50617 h 89129"/>
                <a:gd name="csX37" fmla="*/ 330440 w 698400"/>
                <a:gd name="csY37" fmla="*/ 38513 h 89129"/>
                <a:gd name="csX38" fmla="*/ 298970 w 698400"/>
                <a:gd name="csY38" fmla="*/ 38513 h 89129"/>
                <a:gd name="csX39" fmla="*/ 298970 w 698400"/>
                <a:gd name="csY39" fmla="*/ 50617 h 89129"/>
                <a:gd name="csX40" fmla="*/ 361910 w 698400"/>
                <a:gd name="csY40" fmla="*/ 50617 h 89129"/>
                <a:gd name="csX41" fmla="*/ 393381 w 698400"/>
                <a:gd name="csY41" fmla="*/ 50617 h 89129"/>
                <a:gd name="csX42" fmla="*/ 393381 w 698400"/>
                <a:gd name="csY42" fmla="*/ 38513 h 89129"/>
                <a:gd name="csX43" fmla="*/ 361910 w 698400"/>
                <a:gd name="csY43" fmla="*/ 38513 h 89129"/>
                <a:gd name="csX44" fmla="*/ 361910 w 698400"/>
                <a:gd name="csY44" fmla="*/ 50617 h 89129"/>
                <a:gd name="csX45" fmla="*/ 424851 w 698400"/>
                <a:gd name="csY45" fmla="*/ 50617 h 89129"/>
                <a:gd name="csX46" fmla="*/ 456322 w 698400"/>
                <a:gd name="csY46" fmla="*/ 50617 h 89129"/>
                <a:gd name="csX47" fmla="*/ 456322 w 698400"/>
                <a:gd name="csY47" fmla="*/ 38513 h 89129"/>
                <a:gd name="csX48" fmla="*/ 424851 w 698400"/>
                <a:gd name="csY48" fmla="*/ 38513 h 89129"/>
                <a:gd name="csX49" fmla="*/ 424851 w 698400"/>
                <a:gd name="csY49" fmla="*/ 50617 h 89129"/>
                <a:gd name="csX50" fmla="*/ 487792 w 698400"/>
                <a:gd name="csY50" fmla="*/ 50617 h 89129"/>
                <a:gd name="csX51" fmla="*/ 519263 w 698400"/>
                <a:gd name="csY51" fmla="*/ 50617 h 89129"/>
                <a:gd name="csX52" fmla="*/ 519263 w 698400"/>
                <a:gd name="csY52" fmla="*/ 38513 h 89129"/>
                <a:gd name="csX53" fmla="*/ 487792 w 698400"/>
                <a:gd name="csY53" fmla="*/ 38513 h 89129"/>
                <a:gd name="csX54" fmla="*/ 487792 w 698400"/>
                <a:gd name="csY54" fmla="*/ 50617 h 89129"/>
                <a:gd name="csX55" fmla="*/ 550733 w 698400"/>
                <a:gd name="csY55" fmla="*/ 50617 h 89129"/>
                <a:gd name="csX56" fmla="*/ 582204 w 698400"/>
                <a:gd name="csY56" fmla="*/ 50617 h 89129"/>
                <a:gd name="csX57" fmla="*/ 582204 w 698400"/>
                <a:gd name="csY57" fmla="*/ 38513 h 89129"/>
                <a:gd name="csX58" fmla="*/ 550733 w 698400"/>
                <a:gd name="csY58" fmla="*/ 38513 h 89129"/>
                <a:gd name="csX59" fmla="*/ 550733 w 698400"/>
                <a:gd name="csY59" fmla="*/ 50617 h 89129"/>
                <a:gd name="csX60" fmla="*/ 613674 w 698400"/>
                <a:gd name="csY60" fmla="*/ 50617 h 89129"/>
                <a:gd name="csX61" fmla="*/ 645145 w 698400"/>
                <a:gd name="csY61" fmla="*/ 50617 h 89129"/>
                <a:gd name="csX62" fmla="*/ 645145 w 698400"/>
                <a:gd name="csY62" fmla="*/ 38513 h 89129"/>
                <a:gd name="csX63" fmla="*/ 613674 w 698400"/>
                <a:gd name="csY63" fmla="*/ 38513 h 89129"/>
                <a:gd name="csX64" fmla="*/ 613674 w 698400"/>
                <a:gd name="csY64" fmla="*/ 50617 h 89129"/>
                <a:gd name="csX65" fmla="*/ 676615 w 698400"/>
                <a:gd name="csY65" fmla="*/ 50617 h 89129"/>
                <a:gd name="csX66" fmla="*/ 692350 w 698400"/>
                <a:gd name="csY66" fmla="*/ 50617 h 89129"/>
                <a:gd name="csX67" fmla="*/ 692350 w 698400"/>
                <a:gd name="csY67" fmla="*/ 38513 h 89129"/>
                <a:gd name="csX68" fmla="*/ 676615 w 698400"/>
                <a:gd name="csY68" fmla="*/ 38513 h 89129"/>
                <a:gd name="csX69" fmla="*/ 676615 w 698400"/>
                <a:gd name="csY69" fmla="*/ 50617 h 89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698400" h="89129">
                  <a:moveTo>
                    <a:pt x="696627" y="48842"/>
                  </a:moveTo>
                  <a:cubicBezTo>
                    <a:pt x="698992" y="46477"/>
                    <a:pt x="698992" y="42653"/>
                    <a:pt x="696627" y="40288"/>
                  </a:cubicBezTo>
                  <a:lnTo>
                    <a:pt x="658112" y="1773"/>
                  </a:lnTo>
                  <a:cubicBezTo>
                    <a:pt x="655748" y="-591"/>
                    <a:pt x="651923" y="-591"/>
                    <a:pt x="649559" y="1773"/>
                  </a:cubicBezTo>
                  <a:cubicBezTo>
                    <a:pt x="647194" y="4138"/>
                    <a:pt x="647194" y="7962"/>
                    <a:pt x="649559" y="10327"/>
                  </a:cubicBezTo>
                  <a:lnTo>
                    <a:pt x="683789" y="44565"/>
                  </a:lnTo>
                  <a:lnTo>
                    <a:pt x="649559" y="78803"/>
                  </a:lnTo>
                  <a:cubicBezTo>
                    <a:pt x="647194" y="81168"/>
                    <a:pt x="647194" y="84992"/>
                    <a:pt x="649559" y="87357"/>
                  </a:cubicBezTo>
                  <a:cubicBezTo>
                    <a:pt x="651923" y="89721"/>
                    <a:pt x="655748" y="89721"/>
                    <a:pt x="658112" y="87357"/>
                  </a:cubicBezTo>
                  <a:lnTo>
                    <a:pt x="696627" y="48842"/>
                  </a:lnTo>
                  <a:close/>
                  <a:moveTo>
                    <a:pt x="0" y="50617"/>
                  </a:moveTo>
                  <a:lnTo>
                    <a:pt x="15735" y="50617"/>
                  </a:lnTo>
                  <a:lnTo>
                    <a:pt x="15735" y="38513"/>
                  </a:lnTo>
                  <a:lnTo>
                    <a:pt x="0" y="38513"/>
                  </a:lnTo>
                  <a:lnTo>
                    <a:pt x="0" y="50617"/>
                  </a:lnTo>
                  <a:close/>
                  <a:moveTo>
                    <a:pt x="47206" y="50617"/>
                  </a:moveTo>
                  <a:lnTo>
                    <a:pt x="78676" y="50617"/>
                  </a:lnTo>
                  <a:lnTo>
                    <a:pt x="78676" y="38513"/>
                  </a:lnTo>
                  <a:lnTo>
                    <a:pt x="47206" y="38513"/>
                  </a:lnTo>
                  <a:lnTo>
                    <a:pt x="47206" y="50617"/>
                  </a:lnTo>
                  <a:close/>
                  <a:moveTo>
                    <a:pt x="110147" y="50617"/>
                  </a:moveTo>
                  <a:lnTo>
                    <a:pt x="141617" y="50617"/>
                  </a:lnTo>
                  <a:lnTo>
                    <a:pt x="141617" y="38513"/>
                  </a:lnTo>
                  <a:lnTo>
                    <a:pt x="110147" y="38513"/>
                  </a:lnTo>
                  <a:lnTo>
                    <a:pt x="110147" y="50617"/>
                  </a:lnTo>
                  <a:close/>
                  <a:moveTo>
                    <a:pt x="173088" y="50617"/>
                  </a:moveTo>
                  <a:lnTo>
                    <a:pt x="204558" y="50617"/>
                  </a:lnTo>
                  <a:lnTo>
                    <a:pt x="204558" y="38513"/>
                  </a:lnTo>
                  <a:lnTo>
                    <a:pt x="173088" y="38513"/>
                  </a:lnTo>
                  <a:lnTo>
                    <a:pt x="173088" y="50617"/>
                  </a:lnTo>
                  <a:close/>
                  <a:moveTo>
                    <a:pt x="236029" y="50617"/>
                  </a:moveTo>
                  <a:lnTo>
                    <a:pt x="267499" y="50617"/>
                  </a:lnTo>
                  <a:lnTo>
                    <a:pt x="267499" y="38513"/>
                  </a:lnTo>
                  <a:lnTo>
                    <a:pt x="236029" y="38513"/>
                  </a:lnTo>
                  <a:lnTo>
                    <a:pt x="236029" y="50617"/>
                  </a:lnTo>
                  <a:close/>
                  <a:moveTo>
                    <a:pt x="298970" y="50617"/>
                  </a:moveTo>
                  <a:lnTo>
                    <a:pt x="330440" y="50617"/>
                  </a:lnTo>
                  <a:lnTo>
                    <a:pt x="330440" y="38513"/>
                  </a:lnTo>
                  <a:lnTo>
                    <a:pt x="298970" y="38513"/>
                  </a:lnTo>
                  <a:lnTo>
                    <a:pt x="298970" y="50617"/>
                  </a:lnTo>
                  <a:close/>
                  <a:moveTo>
                    <a:pt x="361910" y="50617"/>
                  </a:moveTo>
                  <a:lnTo>
                    <a:pt x="393381" y="50617"/>
                  </a:lnTo>
                  <a:lnTo>
                    <a:pt x="393381" y="38513"/>
                  </a:lnTo>
                  <a:lnTo>
                    <a:pt x="361910" y="38513"/>
                  </a:lnTo>
                  <a:lnTo>
                    <a:pt x="361910" y="50617"/>
                  </a:lnTo>
                  <a:close/>
                  <a:moveTo>
                    <a:pt x="424851" y="50617"/>
                  </a:moveTo>
                  <a:lnTo>
                    <a:pt x="456322" y="50617"/>
                  </a:lnTo>
                  <a:lnTo>
                    <a:pt x="456322" y="38513"/>
                  </a:lnTo>
                  <a:lnTo>
                    <a:pt x="424851" y="38513"/>
                  </a:lnTo>
                  <a:lnTo>
                    <a:pt x="424851" y="50617"/>
                  </a:lnTo>
                  <a:close/>
                  <a:moveTo>
                    <a:pt x="487792" y="50617"/>
                  </a:moveTo>
                  <a:lnTo>
                    <a:pt x="519263" y="50617"/>
                  </a:lnTo>
                  <a:lnTo>
                    <a:pt x="519263" y="38513"/>
                  </a:lnTo>
                  <a:lnTo>
                    <a:pt x="487792" y="38513"/>
                  </a:lnTo>
                  <a:lnTo>
                    <a:pt x="487792" y="50617"/>
                  </a:lnTo>
                  <a:close/>
                  <a:moveTo>
                    <a:pt x="550733" y="50617"/>
                  </a:moveTo>
                  <a:lnTo>
                    <a:pt x="582204" y="50617"/>
                  </a:lnTo>
                  <a:lnTo>
                    <a:pt x="582204" y="38513"/>
                  </a:lnTo>
                  <a:lnTo>
                    <a:pt x="550733" y="38513"/>
                  </a:lnTo>
                  <a:lnTo>
                    <a:pt x="550733" y="50617"/>
                  </a:lnTo>
                  <a:close/>
                  <a:moveTo>
                    <a:pt x="613674" y="50617"/>
                  </a:moveTo>
                  <a:lnTo>
                    <a:pt x="645145" y="50617"/>
                  </a:lnTo>
                  <a:lnTo>
                    <a:pt x="645145" y="38513"/>
                  </a:lnTo>
                  <a:lnTo>
                    <a:pt x="613674" y="38513"/>
                  </a:lnTo>
                  <a:lnTo>
                    <a:pt x="613674" y="50617"/>
                  </a:lnTo>
                  <a:close/>
                  <a:moveTo>
                    <a:pt x="676615" y="50617"/>
                  </a:moveTo>
                  <a:lnTo>
                    <a:pt x="692350" y="50617"/>
                  </a:lnTo>
                  <a:lnTo>
                    <a:pt x="692350" y="38513"/>
                  </a:lnTo>
                  <a:lnTo>
                    <a:pt x="676615" y="38513"/>
                  </a:lnTo>
                  <a:lnTo>
                    <a:pt x="676615" y="50617"/>
                  </a:lnTo>
                  <a:close/>
                </a:path>
              </a:pathLst>
            </a:custGeom>
            <a:solidFill>
              <a:srgbClr val="FB8501"/>
            </a:solidFill>
            <a:ln w="807" cap="flat">
              <a:noFill/>
              <a:prstDash val="solid"/>
              <a:miter/>
            </a:ln>
          </p:spPr>
        </p:sp>
        <p:sp>
          <p:nvSpPr>
            <p:cNvPr id="506" name="任意形状 505">
              <a:extLst>
                <a:ext uri="{FF2B5EF4-FFF2-40B4-BE49-F238E27FC236}">
                  <a16:creationId xmlns:a16="http://schemas.microsoft.com/office/drawing/2014/main" id="{978210D6-7DAE-5F59-FB9A-33A0434CE6DC}"/>
                </a:ext>
              </a:extLst>
            </p:cNvPr>
            <p:cNvSpPr/>
            <p:nvPr/>
          </p:nvSpPr>
          <p:spPr>
            <a:xfrm>
              <a:off x="5022538" y="1895057"/>
              <a:ext cx="242018" cy="87841"/>
            </a:xfrm>
            <a:custGeom>
              <a:avLst/>
              <a:gdLst>
                <a:gd name="csX0" fmla="*/ 39104 w 206083"/>
                <a:gd name="csY0" fmla="*/ 4027 h 74798"/>
                <a:gd name="csX1" fmla="*/ 30559 w 206083"/>
                <a:gd name="csY1" fmla="*/ 33594 h 74798"/>
                <a:gd name="csX2" fmla="*/ 37563 w 206083"/>
                <a:gd name="csY2" fmla="*/ 33594 h 74798"/>
                <a:gd name="csX3" fmla="*/ 48432 w 206083"/>
                <a:gd name="csY3" fmla="*/ 31332 h 74798"/>
                <a:gd name="csX4" fmla="*/ 54218 w 206083"/>
                <a:gd name="csY4" fmla="*/ 22836 h 74798"/>
                <a:gd name="csX5" fmla="*/ 56260 w 206083"/>
                <a:gd name="csY5" fmla="*/ 22836 h 74798"/>
                <a:gd name="csX6" fmla="*/ 48594 w 206083"/>
                <a:gd name="csY6" fmla="*/ 49976 h 74798"/>
                <a:gd name="csX7" fmla="*/ 46391 w 206083"/>
                <a:gd name="csY7" fmla="*/ 49976 h 74798"/>
                <a:gd name="csX8" fmla="*/ 47383 w 206083"/>
                <a:gd name="csY8" fmla="*/ 44129 h 74798"/>
                <a:gd name="csX9" fmla="*/ 46391 w 206083"/>
                <a:gd name="csY9" fmla="*/ 40323 h 74798"/>
                <a:gd name="csX10" fmla="*/ 43736 w 206083"/>
                <a:gd name="csY10" fmla="*/ 38227 h 74798"/>
                <a:gd name="csX11" fmla="*/ 36675 w 206083"/>
                <a:gd name="csY11" fmla="*/ 37510 h 74798"/>
                <a:gd name="csX12" fmla="*/ 29566 w 206083"/>
                <a:gd name="csY12" fmla="*/ 37510 h 74798"/>
                <a:gd name="csX13" fmla="*/ 22336 w 206083"/>
                <a:gd name="csY13" fmla="*/ 62277 h 74798"/>
                <a:gd name="csX14" fmla="*/ 21287 w 206083"/>
                <a:gd name="csY14" fmla="*/ 67738 h 74798"/>
                <a:gd name="csX15" fmla="*/ 22667 w 206083"/>
                <a:gd name="csY15" fmla="*/ 70276 h 74798"/>
                <a:gd name="csX16" fmla="*/ 27355 w 206083"/>
                <a:gd name="csY16" fmla="*/ 71048 h 74798"/>
                <a:gd name="csX17" fmla="*/ 33972 w 206083"/>
                <a:gd name="csY17" fmla="*/ 71048 h 74798"/>
                <a:gd name="csX18" fmla="*/ 51184 w 206083"/>
                <a:gd name="csY18" fmla="*/ 67242 h 74798"/>
                <a:gd name="csX19" fmla="*/ 62828 w 206083"/>
                <a:gd name="csY19" fmla="*/ 54003 h 74798"/>
                <a:gd name="csX20" fmla="*/ 64870 w 206083"/>
                <a:gd name="csY20" fmla="*/ 54003 h 74798"/>
                <a:gd name="csX21" fmla="*/ 57809 w 206083"/>
                <a:gd name="csY21" fmla="*/ 74799 h 74798"/>
                <a:gd name="csX22" fmla="*/ 0 w 206083"/>
                <a:gd name="csY22" fmla="*/ 74799 h 74798"/>
                <a:gd name="csX23" fmla="*/ 710 w 206083"/>
                <a:gd name="csY23" fmla="*/ 72758 h 74798"/>
                <a:gd name="csX24" fmla="*/ 6504 w 206083"/>
                <a:gd name="csY24" fmla="*/ 71986 h 74798"/>
                <a:gd name="csX25" fmla="*/ 9708 w 206083"/>
                <a:gd name="csY25" fmla="*/ 69448 h 74798"/>
                <a:gd name="csX26" fmla="*/ 13234 w 206083"/>
                <a:gd name="csY26" fmla="*/ 59960 h 74798"/>
                <a:gd name="csX27" fmla="*/ 26363 w 206083"/>
                <a:gd name="csY27" fmla="*/ 14838 h 74798"/>
                <a:gd name="csX28" fmla="*/ 27912 w 206083"/>
                <a:gd name="csY28" fmla="*/ 6509 h 74798"/>
                <a:gd name="csX29" fmla="*/ 26419 w 206083"/>
                <a:gd name="csY29" fmla="*/ 3254 h 74798"/>
                <a:gd name="csX30" fmla="*/ 20738 w 206083"/>
                <a:gd name="csY30" fmla="*/ 2041 h 74798"/>
                <a:gd name="csX31" fmla="*/ 19576 w 206083"/>
                <a:gd name="csY31" fmla="*/ 2041 h 74798"/>
                <a:gd name="csX32" fmla="*/ 20238 w 206083"/>
                <a:gd name="csY32" fmla="*/ 0 h 74798"/>
                <a:gd name="csX33" fmla="*/ 73972 w 206083"/>
                <a:gd name="csY33" fmla="*/ 0 h 74798"/>
                <a:gd name="csX34" fmla="*/ 69332 w 206083"/>
                <a:gd name="csY34" fmla="*/ 18037 h 74798"/>
                <a:gd name="csX35" fmla="*/ 67290 w 206083"/>
                <a:gd name="csY35" fmla="*/ 18037 h 74798"/>
                <a:gd name="csX36" fmla="*/ 67678 w 206083"/>
                <a:gd name="csY36" fmla="*/ 13791 h 74798"/>
                <a:gd name="csX37" fmla="*/ 66249 w 206083"/>
                <a:gd name="csY37" fmla="*/ 8881 h 74798"/>
                <a:gd name="csX38" fmla="*/ 60786 w 206083"/>
                <a:gd name="csY38" fmla="*/ 5019 h 74798"/>
                <a:gd name="csX39" fmla="*/ 48594 w 206083"/>
                <a:gd name="csY39" fmla="*/ 4027 h 74798"/>
                <a:gd name="csX40" fmla="*/ 39104 w 206083"/>
                <a:gd name="csY40" fmla="*/ 4027 h 74798"/>
                <a:gd name="csX41" fmla="*/ 89247 w 206083"/>
                <a:gd name="csY41" fmla="*/ 0 h 74798"/>
                <a:gd name="csX42" fmla="*/ 118700 w 206083"/>
                <a:gd name="csY42" fmla="*/ 0 h 74798"/>
                <a:gd name="csX43" fmla="*/ 136025 w 206083"/>
                <a:gd name="csY43" fmla="*/ 5019 h 74798"/>
                <a:gd name="csX44" fmla="*/ 141763 w 206083"/>
                <a:gd name="csY44" fmla="*/ 17155 h 74798"/>
                <a:gd name="csX45" fmla="*/ 138123 w 206083"/>
                <a:gd name="csY45" fmla="*/ 28187 h 74798"/>
                <a:gd name="csX46" fmla="*/ 127310 w 206083"/>
                <a:gd name="csY46" fmla="*/ 36903 h 74798"/>
                <a:gd name="csX47" fmla="*/ 111809 w 206083"/>
                <a:gd name="csY47" fmla="*/ 40213 h 74798"/>
                <a:gd name="csX48" fmla="*/ 98624 w 206083"/>
                <a:gd name="csY48" fmla="*/ 38337 h 74798"/>
                <a:gd name="csX49" fmla="*/ 92669 w 206083"/>
                <a:gd name="csY49" fmla="*/ 58746 h 74798"/>
                <a:gd name="csX50" fmla="*/ 90571 w 206083"/>
                <a:gd name="csY50" fmla="*/ 68345 h 74798"/>
                <a:gd name="csX51" fmla="*/ 92064 w 206083"/>
                <a:gd name="csY51" fmla="*/ 71268 h 74798"/>
                <a:gd name="csX52" fmla="*/ 99181 w 206083"/>
                <a:gd name="csY52" fmla="*/ 72758 h 74798"/>
                <a:gd name="csX53" fmla="*/ 98624 w 206083"/>
                <a:gd name="csY53" fmla="*/ 74799 h 74798"/>
                <a:gd name="csX54" fmla="*/ 68896 w 206083"/>
                <a:gd name="csY54" fmla="*/ 74799 h 74798"/>
                <a:gd name="csX55" fmla="*/ 69502 w 206083"/>
                <a:gd name="csY55" fmla="*/ 72758 h 74798"/>
                <a:gd name="csX56" fmla="*/ 77611 w 206083"/>
                <a:gd name="csY56" fmla="*/ 70772 h 74798"/>
                <a:gd name="csX57" fmla="*/ 82574 w 206083"/>
                <a:gd name="csY57" fmla="*/ 59629 h 74798"/>
                <a:gd name="csX58" fmla="*/ 94928 w 206083"/>
                <a:gd name="csY58" fmla="*/ 17045 h 74798"/>
                <a:gd name="csX59" fmla="*/ 97139 w 206083"/>
                <a:gd name="csY59" fmla="*/ 6785 h 74798"/>
                <a:gd name="csX60" fmla="*/ 95533 w 206083"/>
                <a:gd name="csY60" fmla="*/ 3585 h 74798"/>
                <a:gd name="csX61" fmla="*/ 88642 w 206083"/>
                <a:gd name="csY61" fmla="*/ 2041 h 74798"/>
                <a:gd name="csX62" fmla="*/ 89247 w 206083"/>
                <a:gd name="csY62" fmla="*/ 0 h 74798"/>
                <a:gd name="csX63" fmla="*/ 99560 w 206083"/>
                <a:gd name="csY63" fmla="*/ 34862 h 74798"/>
                <a:gd name="csX64" fmla="*/ 109606 w 206083"/>
                <a:gd name="csY64" fmla="*/ 36461 h 74798"/>
                <a:gd name="csX65" fmla="*/ 120524 w 206083"/>
                <a:gd name="csY65" fmla="*/ 33979 h 74798"/>
                <a:gd name="csX66" fmla="*/ 128246 w 206083"/>
                <a:gd name="csY66" fmla="*/ 26533 h 74798"/>
                <a:gd name="csX67" fmla="*/ 131062 w 206083"/>
                <a:gd name="csY67" fmla="*/ 16217 h 74798"/>
                <a:gd name="csX68" fmla="*/ 127641 w 206083"/>
                <a:gd name="csY68" fmla="*/ 7392 h 74798"/>
                <a:gd name="csX69" fmla="*/ 117272 w 206083"/>
                <a:gd name="csY69" fmla="*/ 4137 h 74798"/>
                <a:gd name="csX70" fmla="*/ 108170 w 206083"/>
                <a:gd name="csY70" fmla="*/ 5075 h 74798"/>
                <a:gd name="csX71" fmla="*/ 99560 w 206083"/>
                <a:gd name="csY71" fmla="*/ 34862 h 74798"/>
                <a:gd name="csX72" fmla="*/ 187605 w 206083"/>
                <a:gd name="csY72" fmla="*/ 74799 h 74798"/>
                <a:gd name="csX73" fmla="*/ 175629 w 206083"/>
                <a:gd name="csY73" fmla="*/ 38447 h 74798"/>
                <a:gd name="csX74" fmla="*/ 167028 w 206083"/>
                <a:gd name="csY74" fmla="*/ 37620 h 74798"/>
                <a:gd name="csX75" fmla="*/ 160572 w 206083"/>
                <a:gd name="csY75" fmla="*/ 60236 h 74798"/>
                <a:gd name="csX76" fmla="*/ 159305 w 206083"/>
                <a:gd name="csY76" fmla="*/ 67683 h 74798"/>
                <a:gd name="csX77" fmla="*/ 160903 w 206083"/>
                <a:gd name="csY77" fmla="*/ 71323 h 74798"/>
                <a:gd name="csX78" fmla="*/ 167520 w 206083"/>
                <a:gd name="csY78" fmla="*/ 72758 h 74798"/>
                <a:gd name="csX79" fmla="*/ 167028 w 206083"/>
                <a:gd name="csY79" fmla="*/ 74799 h 74798"/>
                <a:gd name="csX80" fmla="*/ 138067 w 206083"/>
                <a:gd name="csY80" fmla="*/ 74799 h 74798"/>
                <a:gd name="csX81" fmla="*/ 138672 w 206083"/>
                <a:gd name="csY81" fmla="*/ 72758 h 74798"/>
                <a:gd name="csX82" fmla="*/ 144191 w 206083"/>
                <a:gd name="csY82" fmla="*/ 71930 h 74798"/>
                <a:gd name="csX83" fmla="*/ 147500 w 206083"/>
                <a:gd name="csY83" fmla="*/ 69393 h 74798"/>
                <a:gd name="csX84" fmla="*/ 151196 w 206083"/>
                <a:gd name="csY84" fmla="*/ 60236 h 74798"/>
                <a:gd name="csX85" fmla="*/ 164268 w 206083"/>
                <a:gd name="csY85" fmla="*/ 15059 h 74798"/>
                <a:gd name="csX86" fmla="*/ 165591 w 206083"/>
                <a:gd name="csY86" fmla="*/ 8053 h 74798"/>
                <a:gd name="csX87" fmla="*/ 163493 w 206083"/>
                <a:gd name="csY87" fmla="*/ 3751 h 74798"/>
                <a:gd name="csX88" fmla="*/ 157595 w 206083"/>
                <a:gd name="csY88" fmla="*/ 2041 h 74798"/>
                <a:gd name="csX89" fmla="*/ 158256 w 206083"/>
                <a:gd name="csY89" fmla="*/ 0 h 74798"/>
                <a:gd name="csX90" fmla="*/ 182634 w 206083"/>
                <a:gd name="csY90" fmla="*/ 0 h 74798"/>
                <a:gd name="csX91" fmla="*/ 200289 w 206083"/>
                <a:gd name="csY91" fmla="*/ 4633 h 74798"/>
                <a:gd name="csX92" fmla="*/ 205696 w 206083"/>
                <a:gd name="csY92" fmla="*/ 16824 h 74798"/>
                <a:gd name="csX93" fmla="*/ 200120 w 206083"/>
                <a:gd name="csY93" fmla="*/ 30063 h 74798"/>
                <a:gd name="csX94" fmla="*/ 184950 w 206083"/>
                <a:gd name="csY94" fmla="*/ 37620 h 74798"/>
                <a:gd name="csX95" fmla="*/ 192236 w 206083"/>
                <a:gd name="csY95" fmla="*/ 59519 h 74798"/>
                <a:gd name="csX96" fmla="*/ 197530 w 206083"/>
                <a:gd name="csY96" fmla="*/ 70000 h 74798"/>
                <a:gd name="csX97" fmla="*/ 206083 w 206083"/>
                <a:gd name="csY97" fmla="*/ 72758 h 74798"/>
                <a:gd name="csX98" fmla="*/ 205470 w 206083"/>
                <a:gd name="csY98" fmla="*/ 74799 h 74798"/>
                <a:gd name="csX99" fmla="*/ 187605 w 206083"/>
                <a:gd name="csY99" fmla="*/ 74799 h 74798"/>
                <a:gd name="csX100" fmla="*/ 167963 w 206083"/>
                <a:gd name="csY100" fmla="*/ 34475 h 74798"/>
                <a:gd name="csX101" fmla="*/ 174250 w 206083"/>
                <a:gd name="csY101" fmla="*/ 34973 h 74798"/>
                <a:gd name="csX102" fmla="*/ 189259 w 206083"/>
                <a:gd name="csY102" fmla="*/ 29732 h 74798"/>
                <a:gd name="csX103" fmla="*/ 194770 w 206083"/>
                <a:gd name="csY103" fmla="*/ 16604 h 74798"/>
                <a:gd name="csX104" fmla="*/ 191300 w 206083"/>
                <a:gd name="csY104" fmla="*/ 7226 h 74798"/>
                <a:gd name="csX105" fmla="*/ 180980 w 206083"/>
                <a:gd name="csY105" fmla="*/ 3972 h 74798"/>
                <a:gd name="csX106" fmla="*/ 176792 w 206083"/>
                <a:gd name="csY106" fmla="*/ 4412 h 74798"/>
                <a:gd name="csX107" fmla="*/ 167963 w 206083"/>
                <a:gd name="csY107" fmla="*/ 34475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06083" h="74798">
                  <a:moveTo>
                    <a:pt x="39104" y="4027"/>
                  </a:moveTo>
                  <a:lnTo>
                    <a:pt x="30559" y="33594"/>
                  </a:lnTo>
                  <a:lnTo>
                    <a:pt x="37563" y="33594"/>
                  </a:lnTo>
                  <a:cubicBezTo>
                    <a:pt x="42566" y="33594"/>
                    <a:pt x="46189" y="32839"/>
                    <a:pt x="48432" y="31332"/>
                  </a:cubicBezTo>
                  <a:cubicBezTo>
                    <a:pt x="50667" y="29787"/>
                    <a:pt x="52604" y="26956"/>
                    <a:pt x="54218" y="22836"/>
                  </a:cubicBezTo>
                  <a:lnTo>
                    <a:pt x="56260" y="22836"/>
                  </a:lnTo>
                  <a:lnTo>
                    <a:pt x="48594" y="49976"/>
                  </a:lnTo>
                  <a:lnTo>
                    <a:pt x="46391" y="49976"/>
                  </a:lnTo>
                  <a:cubicBezTo>
                    <a:pt x="47052" y="47696"/>
                    <a:pt x="47383" y="45747"/>
                    <a:pt x="47383" y="44129"/>
                  </a:cubicBezTo>
                  <a:cubicBezTo>
                    <a:pt x="47383" y="42548"/>
                    <a:pt x="47052" y="41279"/>
                    <a:pt x="46391" y="40323"/>
                  </a:cubicBezTo>
                  <a:cubicBezTo>
                    <a:pt x="45761" y="39366"/>
                    <a:pt x="44882" y="38668"/>
                    <a:pt x="43736" y="38227"/>
                  </a:cubicBezTo>
                  <a:cubicBezTo>
                    <a:pt x="42639" y="37748"/>
                    <a:pt x="40282" y="37510"/>
                    <a:pt x="36675" y="37510"/>
                  </a:cubicBezTo>
                  <a:lnTo>
                    <a:pt x="29566" y="37510"/>
                  </a:lnTo>
                  <a:lnTo>
                    <a:pt x="22336" y="62277"/>
                  </a:lnTo>
                  <a:cubicBezTo>
                    <a:pt x="21642" y="64668"/>
                    <a:pt x="21287" y="66488"/>
                    <a:pt x="21287" y="67738"/>
                  </a:cubicBezTo>
                  <a:cubicBezTo>
                    <a:pt x="21287" y="68694"/>
                    <a:pt x="21747" y="69540"/>
                    <a:pt x="22667" y="70276"/>
                  </a:cubicBezTo>
                  <a:cubicBezTo>
                    <a:pt x="23296" y="70791"/>
                    <a:pt x="24854" y="71048"/>
                    <a:pt x="27355" y="71048"/>
                  </a:cubicBezTo>
                  <a:lnTo>
                    <a:pt x="33972" y="71048"/>
                  </a:lnTo>
                  <a:cubicBezTo>
                    <a:pt x="41146" y="71048"/>
                    <a:pt x="46883" y="69779"/>
                    <a:pt x="51184" y="67242"/>
                  </a:cubicBezTo>
                  <a:cubicBezTo>
                    <a:pt x="55525" y="64704"/>
                    <a:pt x="59407" y="60291"/>
                    <a:pt x="62828" y="54003"/>
                  </a:cubicBezTo>
                  <a:lnTo>
                    <a:pt x="64870" y="54003"/>
                  </a:lnTo>
                  <a:lnTo>
                    <a:pt x="57809" y="74799"/>
                  </a:lnTo>
                  <a:lnTo>
                    <a:pt x="0" y="74799"/>
                  </a:lnTo>
                  <a:lnTo>
                    <a:pt x="710" y="72758"/>
                  </a:lnTo>
                  <a:cubicBezTo>
                    <a:pt x="3583" y="72685"/>
                    <a:pt x="5511" y="72427"/>
                    <a:pt x="6504" y="71986"/>
                  </a:cubicBezTo>
                  <a:cubicBezTo>
                    <a:pt x="7973" y="71323"/>
                    <a:pt x="9046" y="70478"/>
                    <a:pt x="9708" y="69448"/>
                  </a:cubicBezTo>
                  <a:cubicBezTo>
                    <a:pt x="10700" y="67941"/>
                    <a:pt x="11878" y="64777"/>
                    <a:pt x="13234" y="59960"/>
                  </a:cubicBezTo>
                  <a:lnTo>
                    <a:pt x="26363" y="14838"/>
                  </a:lnTo>
                  <a:cubicBezTo>
                    <a:pt x="27396" y="11198"/>
                    <a:pt x="27912" y="8421"/>
                    <a:pt x="27912" y="6509"/>
                  </a:cubicBezTo>
                  <a:cubicBezTo>
                    <a:pt x="27912" y="5111"/>
                    <a:pt x="27412" y="4027"/>
                    <a:pt x="26419" y="3254"/>
                  </a:cubicBezTo>
                  <a:cubicBezTo>
                    <a:pt x="25459" y="2445"/>
                    <a:pt x="23571" y="2041"/>
                    <a:pt x="20738" y="2041"/>
                  </a:cubicBezTo>
                  <a:lnTo>
                    <a:pt x="19576" y="2041"/>
                  </a:lnTo>
                  <a:lnTo>
                    <a:pt x="20238" y="0"/>
                  </a:lnTo>
                  <a:lnTo>
                    <a:pt x="73972" y="0"/>
                  </a:lnTo>
                  <a:lnTo>
                    <a:pt x="69332" y="18037"/>
                  </a:lnTo>
                  <a:lnTo>
                    <a:pt x="67290" y="18037"/>
                  </a:lnTo>
                  <a:cubicBezTo>
                    <a:pt x="67549" y="16346"/>
                    <a:pt x="67678" y="14930"/>
                    <a:pt x="67678" y="13791"/>
                  </a:cubicBezTo>
                  <a:cubicBezTo>
                    <a:pt x="67678" y="11841"/>
                    <a:pt x="67202" y="10204"/>
                    <a:pt x="66249" y="8881"/>
                  </a:cubicBezTo>
                  <a:cubicBezTo>
                    <a:pt x="64999" y="7189"/>
                    <a:pt x="63175" y="5902"/>
                    <a:pt x="60786" y="5019"/>
                  </a:cubicBezTo>
                  <a:cubicBezTo>
                    <a:pt x="59019" y="4357"/>
                    <a:pt x="54952" y="4027"/>
                    <a:pt x="48594" y="4027"/>
                  </a:cubicBezTo>
                  <a:lnTo>
                    <a:pt x="39104" y="4027"/>
                  </a:lnTo>
                  <a:close/>
                  <a:moveTo>
                    <a:pt x="89247" y="0"/>
                  </a:moveTo>
                  <a:lnTo>
                    <a:pt x="118700" y="0"/>
                  </a:lnTo>
                  <a:cubicBezTo>
                    <a:pt x="126431" y="0"/>
                    <a:pt x="132200" y="1673"/>
                    <a:pt x="136025" y="5019"/>
                  </a:cubicBezTo>
                  <a:cubicBezTo>
                    <a:pt x="139850" y="8329"/>
                    <a:pt x="141763" y="12374"/>
                    <a:pt x="141763" y="17155"/>
                  </a:cubicBezTo>
                  <a:cubicBezTo>
                    <a:pt x="141763" y="20942"/>
                    <a:pt x="140552" y="24620"/>
                    <a:pt x="138123" y="28187"/>
                  </a:cubicBezTo>
                  <a:cubicBezTo>
                    <a:pt x="135694" y="31755"/>
                    <a:pt x="132087" y="34659"/>
                    <a:pt x="127310" y="36903"/>
                  </a:cubicBezTo>
                  <a:cubicBezTo>
                    <a:pt x="122525" y="39109"/>
                    <a:pt x="117361" y="40213"/>
                    <a:pt x="111809" y="40213"/>
                  </a:cubicBezTo>
                  <a:cubicBezTo>
                    <a:pt x="108355" y="40213"/>
                    <a:pt x="103958" y="39587"/>
                    <a:pt x="98624" y="38337"/>
                  </a:cubicBezTo>
                  <a:lnTo>
                    <a:pt x="92669" y="58746"/>
                  </a:lnTo>
                  <a:cubicBezTo>
                    <a:pt x="91273" y="63601"/>
                    <a:pt x="90571" y="66800"/>
                    <a:pt x="90571" y="68345"/>
                  </a:cubicBezTo>
                  <a:cubicBezTo>
                    <a:pt x="90571" y="69521"/>
                    <a:pt x="91071" y="70496"/>
                    <a:pt x="92064" y="71268"/>
                  </a:cubicBezTo>
                  <a:cubicBezTo>
                    <a:pt x="93056" y="72041"/>
                    <a:pt x="95428" y="72537"/>
                    <a:pt x="99181" y="72758"/>
                  </a:cubicBezTo>
                  <a:lnTo>
                    <a:pt x="98624" y="74799"/>
                  </a:lnTo>
                  <a:lnTo>
                    <a:pt x="68896" y="74799"/>
                  </a:lnTo>
                  <a:lnTo>
                    <a:pt x="69502" y="72758"/>
                  </a:lnTo>
                  <a:cubicBezTo>
                    <a:pt x="73399" y="72758"/>
                    <a:pt x="76102" y="72096"/>
                    <a:pt x="77611" y="70772"/>
                  </a:cubicBezTo>
                  <a:cubicBezTo>
                    <a:pt x="79153" y="69412"/>
                    <a:pt x="80807" y="65697"/>
                    <a:pt x="82574" y="59629"/>
                  </a:cubicBezTo>
                  <a:lnTo>
                    <a:pt x="94928" y="17045"/>
                  </a:lnTo>
                  <a:cubicBezTo>
                    <a:pt x="96396" y="11933"/>
                    <a:pt x="97139" y="8513"/>
                    <a:pt x="97139" y="6785"/>
                  </a:cubicBezTo>
                  <a:cubicBezTo>
                    <a:pt x="97139" y="5498"/>
                    <a:pt x="96606" y="4431"/>
                    <a:pt x="95533" y="3585"/>
                  </a:cubicBezTo>
                  <a:cubicBezTo>
                    <a:pt x="94508" y="2740"/>
                    <a:pt x="92209" y="2225"/>
                    <a:pt x="88642" y="2041"/>
                  </a:cubicBezTo>
                  <a:lnTo>
                    <a:pt x="89247" y="0"/>
                  </a:lnTo>
                  <a:close/>
                  <a:moveTo>
                    <a:pt x="99560" y="34862"/>
                  </a:moveTo>
                  <a:cubicBezTo>
                    <a:pt x="103716" y="35928"/>
                    <a:pt x="107064" y="36461"/>
                    <a:pt x="109606" y="36461"/>
                  </a:cubicBezTo>
                  <a:cubicBezTo>
                    <a:pt x="113608" y="36461"/>
                    <a:pt x="117248" y="35634"/>
                    <a:pt x="120524" y="33979"/>
                  </a:cubicBezTo>
                  <a:cubicBezTo>
                    <a:pt x="123832" y="32324"/>
                    <a:pt x="126406" y="29842"/>
                    <a:pt x="128246" y="26533"/>
                  </a:cubicBezTo>
                  <a:cubicBezTo>
                    <a:pt x="130127" y="23223"/>
                    <a:pt x="131062" y="19784"/>
                    <a:pt x="131062" y="16217"/>
                  </a:cubicBezTo>
                  <a:cubicBezTo>
                    <a:pt x="131062" y="12503"/>
                    <a:pt x="129917" y="9561"/>
                    <a:pt x="127641" y="7392"/>
                  </a:cubicBezTo>
                  <a:cubicBezTo>
                    <a:pt x="125357" y="5222"/>
                    <a:pt x="121904" y="4137"/>
                    <a:pt x="117272" y="4137"/>
                  </a:cubicBezTo>
                  <a:cubicBezTo>
                    <a:pt x="114770" y="4137"/>
                    <a:pt x="111736" y="4449"/>
                    <a:pt x="108170" y="5075"/>
                  </a:cubicBezTo>
                  <a:lnTo>
                    <a:pt x="99560" y="34862"/>
                  </a:lnTo>
                  <a:close/>
                  <a:moveTo>
                    <a:pt x="187605" y="74799"/>
                  </a:moveTo>
                  <a:lnTo>
                    <a:pt x="175629" y="38447"/>
                  </a:lnTo>
                  <a:cubicBezTo>
                    <a:pt x="172837" y="38484"/>
                    <a:pt x="169965" y="38208"/>
                    <a:pt x="167028" y="37620"/>
                  </a:cubicBezTo>
                  <a:lnTo>
                    <a:pt x="160572" y="60236"/>
                  </a:lnTo>
                  <a:cubicBezTo>
                    <a:pt x="159725" y="63178"/>
                    <a:pt x="159305" y="65660"/>
                    <a:pt x="159305" y="67683"/>
                  </a:cubicBezTo>
                  <a:cubicBezTo>
                    <a:pt x="159305" y="69228"/>
                    <a:pt x="159838" y="70441"/>
                    <a:pt x="160903" y="71323"/>
                  </a:cubicBezTo>
                  <a:cubicBezTo>
                    <a:pt x="161710" y="71986"/>
                    <a:pt x="163921" y="72464"/>
                    <a:pt x="167520" y="72758"/>
                  </a:cubicBezTo>
                  <a:lnTo>
                    <a:pt x="167028" y="74799"/>
                  </a:lnTo>
                  <a:lnTo>
                    <a:pt x="138067" y="74799"/>
                  </a:lnTo>
                  <a:lnTo>
                    <a:pt x="138672" y="72758"/>
                  </a:lnTo>
                  <a:cubicBezTo>
                    <a:pt x="141391" y="72648"/>
                    <a:pt x="143231" y="72372"/>
                    <a:pt x="144191" y="71930"/>
                  </a:cubicBezTo>
                  <a:cubicBezTo>
                    <a:pt x="145700" y="71306"/>
                    <a:pt x="146798" y="70459"/>
                    <a:pt x="147500" y="69393"/>
                  </a:cubicBezTo>
                  <a:cubicBezTo>
                    <a:pt x="148678" y="67665"/>
                    <a:pt x="149904" y="64612"/>
                    <a:pt x="151196" y="60236"/>
                  </a:cubicBezTo>
                  <a:lnTo>
                    <a:pt x="164268" y="15059"/>
                  </a:lnTo>
                  <a:cubicBezTo>
                    <a:pt x="165147" y="12044"/>
                    <a:pt x="165591" y="9708"/>
                    <a:pt x="165591" y="8053"/>
                  </a:cubicBezTo>
                  <a:cubicBezTo>
                    <a:pt x="165591" y="6362"/>
                    <a:pt x="164889" y="4927"/>
                    <a:pt x="163493" y="3751"/>
                  </a:cubicBezTo>
                  <a:cubicBezTo>
                    <a:pt x="162138" y="2574"/>
                    <a:pt x="160169" y="2004"/>
                    <a:pt x="157595" y="2041"/>
                  </a:cubicBezTo>
                  <a:lnTo>
                    <a:pt x="158256" y="0"/>
                  </a:lnTo>
                  <a:lnTo>
                    <a:pt x="182634" y="0"/>
                  </a:lnTo>
                  <a:cubicBezTo>
                    <a:pt x="190800" y="0"/>
                    <a:pt x="196683" y="1544"/>
                    <a:pt x="200289" y="4633"/>
                  </a:cubicBezTo>
                  <a:cubicBezTo>
                    <a:pt x="203888" y="7722"/>
                    <a:pt x="205696" y="11786"/>
                    <a:pt x="205696" y="16824"/>
                  </a:cubicBezTo>
                  <a:cubicBezTo>
                    <a:pt x="205696" y="21641"/>
                    <a:pt x="203840" y="26054"/>
                    <a:pt x="200120" y="30063"/>
                  </a:cubicBezTo>
                  <a:cubicBezTo>
                    <a:pt x="196449" y="34034"/>
                    <a:pt x="191389" y="36553"/>
                    <a:pt x="184950" y="37620"/>
                  </a:cubicBezTo>
                  <a:lnTo>
                    <a:pt x="192236" y="59519"/>
                  </a:lnTo>
                  <a:cubicBezTo>
                    <a:pt x="194003" y="64888"/>
                    <a:pt x="195763" y="68382"/>
                    <a:pt x="197530" y="70000"/>
                  </a:cubicBezTo>
                  <a:cubicBezTo>
                    <a:pt x="199297" y="71618"/>
                    <a:pt x="202146" y="72537"/>
                    <a:pt x="206083" y="72758"/>
                  </a:cubicBezTo>
                  <a:lnTo>
                    <a:pt x="205470" y="74799"/>
                  </a:lnTo>
                  <a:lnTo>
                    <a:pt x="187605" y="74799"/>
                  </a:lnTo>
                  <a:close/>
                  <a:moveTo>
                    <a:pt x="167963" y="34475"/>
                  </a:moveTo>
                  <a:cubicBezTo>
                    <a:pt x="170320" y="34806"/>
                    <a:pt x="172410" y="34973"/>
                    <a:pt x="174250" y="34973"/>
                  </a:cubicBezTo>
                  <a:cubicBezTo>
                    <a:pt x="180576" y="34973"/>
                    <a:pt x="185579" y="33226"/>
                    <a:pt x="189259" y="29732"/>
                  </a:cubicBezTo>
                  <a:cubicBezTo>
                    <a:pt x="192930" y="26201"/>
                    <a:pt x="194770" y="21825"/>
                    <a:pt x="194770" y="16604"/>
                  </a:cubicBezTo>
                  <a:cubicBezTo>
                    <a:pt x="194770" y="12521"/>
                    <a:pt x="193616" y="9396"/>
                    <a:pt x="191300" y="7226"/>
                  </a:cubicBezTo>
                  <a:cubicBezTo>
                    <a:pt x="189017" y="5056"/>
                    <a:pt x="185579" y="3972"/>
                    <a:pt x="180980" y="3972"/>
                  </a:cubicBezTo>
                  <a:cubicBezTo>
                    <a:pt x="179802" y="3972"/>
                    <a:pt x="178406" y="4119"/>
                    <a:pt x="176792" y="4412"/>
                  </a:cubicBezTo>
                  <a:lnTo>
                    <a:pt x="167963" y="34475"/>
                  </a:lnTo>
                  <a:close/>
                </a:path>
              </a:pathLst>
            </a:custGeom>
            <a:solidFill>
              <a:srgbClr val="000000"/>
            </a:solidFill>
            <a:ln w="807" cap="flat">
              <a:noFill/>
              <a:prstDash val="solid"/>
              <a:miter/>
            </a:ln>
          </p:spPr>
        </p:sp>
        <p:sp>
          <p:nvSpPr>
            <p:cNvPr id="507" name="任意形状 506">
              <a:extLst>
                <a:ext uri="{FF2B5EF4-FFF2-40B4-BE49-F238E27FC236}">
                  <a16:creationId xmlns:a16="http://schemas.microsoft.com/office/drawing/2014/main" id="{5FE5631F-BCCB-1C86-F401-3DF303E85678}"/>
                </a:ext>
              </a:extLst>
            </p:cNvPr>
            <p:cNvSpPr/>
            <p:nvPr/>
          </p:nvSpPr>
          <p:spPr>
            <a:xfrm>
              <a:off x="5011167" y="2380251"/>
              <a:ext cx="242018" cy="87841"/>
            </a:xfrm>
            <a:custGeom>
              <a:avLst/>
              <a:gdLst>
                <a:gd name="csX0" fmla="*/ 39104 w 206083"/>
                <a:gd name="csY0" fmla="*/ 4027 h 74798"/>
                <a:gd name="csX1" fmla="*/ 30559 w 206083"/>
                <a:gd name="csY1" fmla="*/ 33593 h 74798"/>
                <a:gd name="csX2" fmla="*/ 37563 w 206083"/>
                <a:gd name="csY2" fmla="*/ 33593 h 74798"/>
                <a:gd name="csX3" fmla="*/ 48432 w 206083"/>
                <a:gd name="csY3" fmla="*/ 31332 h 74798"/>
                <a:gd name="csX4" fmla="*/ 54218 w 206083"/>
                <a:gd name="csY4" fmla="*/ 22836 h 74798"/>
                <a:gd name="csX5" fmla="*/ 56260 w 206083"/>
                <a:gd name="csY5" fmla="*/ 22836 h 74798"/>
                <a:gd name="csX6" fmla="*/ 48594 w 206083"/>
                <a:gd name="csY6" fmla="*/ 49976 h 74798"/>
                <a:gd name="csX7" fmla="*/ 46391 w 206083"/>
                <a:gd name="csY7" fmla="*/ 49976 h 74798"/>
                <a:gd name="csX8" fmla="*/ 47383 w 206083"/>
                <a:gd name="csY8" fmla="*/ 44129 h 74798"/>
                <a:gd name="csX9" fmla="*/ 46391 w 206083"/>
                <a:gd name="csY9" fmla="*/ 40323 h 74798"/>
                <a:gd name="csX10" fmla="*/ 43736 w 206083"/>
                <a:gd name="csY10" fmla="*/ 38227 h 74798"/>
                <a:gd name="csX11" fmla="*/ 36675 w 206083"/>
                <a:gd name="csY11" fmla="*/ 37510 h 74798"/>
                <a:gd name="csX12" fmla="*/ 29566 w 206083"/>
                <a:gd name="csY12" fmla="*/ 37510 h 74798"/>
                <a:gd name="csX13" fmla="*/ 22336 w 206083"/>
                <a:gd name="csY13" fmla="*/ 62277 h 74798"/>
                <a:gd name="csX14" fmla="*/ 21287 w 206083"/>
                <a:gd name="csY14" fmla="*/ 67738 h 74798"/>
                <a:gd name="csX15" fmla="*/ 22667 w 206083"/>
                <a:gd name="csY15" fmla="*/ 70272 h 74798"/>
                <a:gd name="csX16" fmla="*/ 27355 w 206083"/>
                <a:gd name="csY16" fmla="*/ 71047 h 74798"/>
                <a:gd name="csX17" fmla="*/ 33972 w 206083"/>
                <a:gd name="csY17" fmla="*/ 71047 h 74798"/>
                <a:gd name="csX18" fmla="*/ 51184 w 206083"/>
                <a:gd name="csY18" fmla="*/ 67242 h 74798"/>
                <a:gd name="csX19" fmla="*/ 62828 w 206083"/>
                <a:gd name="csY19" fmla="*/ 54003 h 74798"/>
                <a:gd name="csX20" fmla="*/ 64870 w 206083"/>
                <a:gd name="csY20" fmla="*/ 54003 h 74798"/>
                <a:gd name="csX21" fmla="*/ 57809 w 206083"/>
                <a:gd name="csY21" fmla="*/ 74799 h 74798"/>
                <a:gd name="csX22" fmla="*/ 0 w 206083"/>
                <a:gd name="csY22" fmla="*/ 74799 h 74798"/>
                <a:gd name="csX23" fmla="*/ 710 w 206083"/>
                <a:gd name="csY23" fmla="*/ 72757 h 74798"/>
                <a:gd name="csX24" fmla="*/ 6504 w 206083"/>
                <a:gd name="csY24" fmla="*/ 71983 h 74798"/>
                <a:gd name="csX25" fmla="*/ 9708 w 206083"/>
                <a:gd name="csY25" fmla="*/ 69449 h 74798"/>
                <a:gd name="csX26" fmla="*/ 13234 w 206083"/>
                <a:gd name="csY26" fmla="*/ 59960 h 74798"/>
                <a:gd name="csX27" fmla="*/ 26363 w 206083"/>
                <a:gd name="csY27" fmla="*/ 14838 h 74798"/>
                <a:gd name="csX28" fmla="*/ 27912 w 206083"/>
                <a:gd name="csY28" fmla="*/ 6509 h 74798"/>
                <a:gd name="csX29" fmla="*/ 26419 w 206083"/>
                <a:gd name="csY29" fmla="*/ 3254 h 74798"/>
                <a:gd name="csX30" fmla="*/ 20738 w 206083"/>
                <a:gd name="csY30" fmla="*/ 2041 h 74798"/>
                <a:gd name="csX31" fmla="*/ 19576 w 206083"/>
                <a:gd name="csY31" fmla="*/ 2041 h 74798"/>
                <a:gd name="csX32" fmla="*/ 20238 w 206083"/>
                <a:gd name="csY32" fmla="*/ 0 h 74798"/>
                <a:gd name="csX33" fmla="*/ 73972 w 206083"/>
                <a:gd name="csY33" fmla="*/ 0 h 74798"/>
                <a:gd name="csX34" fmla="*/ 69332 w 206083"/>
                <a:gd name="csY34" fmla="*/ 18037 h 74798"/>
                <a:gd name="csX35" fmla="*/ 67290 w 206083"/>
                <a:gd name="csY35" fmla="*/ 18037 h 74798"/>
                <a:gd name="csX36" fmla="*/ 67678 w 206083"/>
                <a:gd name="csY36" fmla="*/ 13791 h 74798"/>
                <a:gd name="csX37" fmla="*/ 66249 w 206083"/>
                <a:gd name="csY37" fmla="*/ 8881 h 74798"/>
                <a:gd name="csX38" fmla="*/ 60786 w 206083"/>
                <a:gd name="csY38" fmla="*/ 5019 h 74798"/>
                <a:gd name="csX39" fmla="*/ 48594 w 206083"/>
                <a:gd name="csY39" fmla="*/ 4027 h 74798"/>
                <a:gd name="csX40" fmla="*/ 39104 w 206083"/>
                <a:gd name="csY40" fmla="*/ 4027 h 74798"/>
                <a:gd name="csX41" fmla="*/ 89247 w 206083"/>
                <a:gd name="csY41" fmla="*/ 0 h 74798"/>
                <a:gd name="csX42" fmla="*/ 118700 w 206083"/>
                <a:gd name="csY42" fmla="*/ 0 h 74798"/>
                <a:gd name="csX43" fmla="*/ 136025 w 206083"/>
                <a:gd name="csY43" fmla="*/ 5019 h 74798"/>
                <a:gd name="csX44" fmla="*/ 141763 w 206083"/>
                <a:gd name="csY44" fmla="*/ 17155 h 74798"/>
                <a:gd name="csX45" fmla="*/ 138123 w 206083"/>
                <a:gd name="csY45" fmla="*/ 28187 h 74798"/>
                <a:gd name="csX46" fmla="*/ 127310 w 206083"/>
                <a:gd name="csY46" fmla="*/ 36903 h 74798"/>
                <a:gd name="csX47" fmla="*/ 111809 w 206083"/>
                <a:gd name="csY47" fmla="*/ 40213 h 74798"/>
                <a:gd name="csX48" fmla="*/ 98624 w 206083"/>
                <a:gd name="csY48" fmla="*/ 38337 h 74798"/>
                <a:gd name="csX49" fmla="*/ 92669 w 206083"/>
                <a:gd name="csY49" fmla="*/ 58746 h 74798"/>
                <a:gd name="csX50" fmla="*/ 90571 w 206083"/>
                <a:gd name="csY50" fmla="*/ 68343 h 74798"/>
                <a:gd name="csX51" fmla="*/ 92064 w 206083"/>
                <a:gd name="csY51" fmla="*/ 71264 h 74798"/>
                <a:gd name="csX52" fmla="*/ 99181 w 206083"/>
                <a:gd name="csY52" fmla="*/ 72757 h 74798"/>
                <a:gd name="csX53" fmla="*/ 98624 w 206083"/>
                <a:gd name="csY53" fmla="*/ 74799 h 74798"/>
                <a:gd name="csX54" fmla="*/ 68896 w 206083"/>
                <a:gd name="csY54" fmla="*/ 74799 h 74798"/>
                <a:gd name="csX55" fmla="*/ 69502 w 206083"/>
                <a:gd name="csY55" fmla="*/ 72757 h 74798"/>
                <a:gd name="csX56" fmla="*/ 77611 w 206083"/>
                <a:gd name="csY56" fmla="*/ 70772 h 74798"/>
                <a:gd name="csX57" fmla="*/ 82574 w 206083"/>
                <a:gd name="csY57" fmla="*/ 59629 h 74798"/>
                <a:gd name="csX58" fmla="*/ 94928 w 206083"/>
                <a:gd name="csY58" fmla="*/ 17045 h 74798"/>
                <a:gd name="csX59" fmla="*/ 97139 w 206083"/>
                <a:gd name="csY59" fmla="*/ 6785 h 74798"/>
                <a:gd name="csX60" fmla="*/ 95533 w 206083"/>
                <a:gd name="csY60" fmla="*/ 3585 h 74798"/>
                <a:gd name="csX61" fmla="*/ 88642 w 206083"/>
                <a:gd name="csY61" fmla="*/ 2041 h 74798"/>
                <a:gd name="csX62" fmla="*/ 89247 w 206083"/>
                <a:gd name="csY62" fmla="*/ 0 h 74798"/>
                <a:gd name="csX63" fmla="*/ 99560 w 206083"/>
                <a:gd name="csY63" fmla="*/ 34862 h 74798"/>
                <a:gd name="csX64" fmla="*/ 109606 w 206083"/>
                <a:gd name="csY64" fmla="*/ 36461 h 74798"/>
                <a:gd name="csX65" fmla="*/ 120524 w 206083"/>
                <a:gd name="csY65" fmla="*/ 33979 h 74798"/>
                <a:gd name="csX66" fmla="*/ 128246 w 206083"/>
                <a:gd name="csY66" fmla="*/ 26533 h 74798"/>
                <a:gd name="csX67" fmla="*/ 131062 w 206083"/>
                <a:gd name="csY67" fmla="*/ 16217 h 74798"/>
                <a:gd name="csX68" fmla="*/ 127641 w 206083"/>
                <a:gd name="csY68" fmla="*/ 7392 h 74798"/>
                <a:gd name="csX69" fmla="*/ 117272 w 206083"/>
                <a:gd name="csY69" fmla="*/ 4137 h 74798"/>
                <a:gd name="csX70" fmla="*/ 108170 w 206083"/>
                <a:gd name="csY70" fmla="*/ 5075 h 74798"/>
                <a:gd name="csX71" fmla="*/ 99560 w 206083"/>
                <a:gd name="csY71" fmla="*/ 34862 h 74798"/>
                <a:gd name="csX72" fmla="*/ 187605 w 206083"/>
                <a:gd name="csY72" fmla="*/ 74799 h 74798"/>
                <a:gd name="csX73" fmla="*/ 175629 w 206083"/>
                <a:gd name="csY73" fmla="*/ 38447 h 74798"/>
                <a:gd name="csX74" fmla="*/ 167028 w 206083"/>
                <a:gd name="csY74" fmla="*/ 37620 h 74798"/>
                <a:gd name="csX75" fmla="*/ 160572 w 206083"/>
                <a:gd name="csY75" fmla="*/ 60236 h 74798"/>
                <a:gd name="csX76" fmla="*/ 159305 w 206083"/>
                <a:gd name="csY76" fmla="*/ 67683 h 74798"/>
                <a:gd name="csX77" fmla="*/ 160903 w 206083"/>
                <a:gd name="csY77" fmla="*/ 71321 h 74798"/>
                <a:gd name="csX78" fmla="*/ 167520 w 206083"/>
                <a:gd name="csY78" fmla="*/ 72757 h 74798"/>
                <a:gd name="csX79" fmla="*/ 167028 w 206083"/>
                <a:gd name="csY79" fmla="*/ 74799 h 74798"/>
                <a:gd name="csX80" fmla="*/ 138067 w 206083"/>
                <a:gd name="csY80" fmla="*/ 74799 h 74798"/>
                <a:gd name="csX81" fmla="*/ 138672 w 206083"/>
                <a:gd name="csY81" fmla="*/ 72757 h 74798"/>
                <a:gd name="csX82" fmla="*/ 144191 w 206083"/>
                <a:gd name="csY82" fmla="*/ 71934 h 74798"/>
                <a:gd name="csX83" fmla="*/ 147500 w 206083"/>
                <a:gd name="csY83" fmla="*/ 69392 h 74798"/>
                <a:gd name="csX84" fmla="*/ 151196 w 206083"/>
                <a:gd name="csY84" fmla="*/ 60236 h 74798"/>
                <a:gd name="csX85" fmla="*/ 164268 w 206083"/>
                <a:gd name="csY85" fmla="*/ 15059 h 74798"/>
                <a:gd name="csX86" fmla="*/ 165591 w 206083"/>
                <a:gd name="csY86" fmla="*/ 8053 h 74798"/>
                <a:gd name="csX87" fmla="*/ 163493 w 206083"/>
                <a:gd name="csY87" fmla="*/ 3751 h 74798"/>
                <a:gd name="csX88" fmla="*/ 157595 w 206083"/>
                <a:gd name="csY88" fmla="*/ 2041 h 74798"/>
                <a:gd name="csX89" fmla="*/ 158256 w 206083"/>
                <a:gd name="csY89" fmla="*/ 0 h 74798"/>
                <a:gd name="csX90" fmla="*/ 182634 w 206083"/>
                <a:gd name="csY90" fmla="*/ 0 h 74798"/>
                <a:gd name="csX91" fmla="*/ 200289 w 206083"/>
                <a:gd name="csY91" fmla="*/ 4633 h 74798"/>
                <a:gd name="csX92" fmla="*/ 205696 w 206083"/>
                <a:gd name="csY92" fmla="*/ 16824 h 74798"/>
                <a:gd name="csX93" fmla="*/ 200120 w 206083"/>
                <a:gd name="csY93" fmla="*/ 30063 h 74798"/>
                <a:gd name="csX94" fmla="*/ 184950 w 206083"/>
                <a:gd name="csY94" fmla="*/ 37620 h 74798"/>
                <a:gd name="csX95" fmla="*/ 192236 w 206083"/>
                <a:gd name="csY95" fmla="*/ 59519 h 74798"/>
                <a:gd name="csX96" fmla="*/ 197530 w 206083"/>
                <a:gd name="csY96" fmla="*/ 69998 h 74798"/>
                <a:gd name="csX97" fmla="*/ 206083 w 206083"/>
                <a:gd name="csY97" fmla="*/ 72757 h 74798"/>
                <a:gd name="csX98" fmla="*/ 205470 w 206083"/>
                <a:gd name="csY98" fmla="*/ 74799 h 74798"/>
                <a:gd name="csX99" fmla="*/ 187605 w 206083"/>
                <a:gd name="csY99" fmla="*/ 74799 h 74798"/>
                <a:gd name="csX100" fmla="*/ 167963 w 206083"/>
                <a:gd name="csY100" fmla="*/ 34475 h 74798"/>
                <a:gd name="csX101" fmla="*/ 174250 w 206083"/>
                <a:gd name="csY101" fmla="*/ 34973 h 74798"/>
                <a:gd name="csX102" fmla="*/ 189259 w 206083"/>
                <a:gd name="csY102" fmla="*/ 29732 h 74798"/>
                <a:gd name="csX103" fmla="*/ 194770 w 206083"/>
                <a:gd name="csY103" fmla="*/ 16603 h 74798"/>
                <a:gd name="csX104" fmla="*/ 191300 w 206083"/>
                <a:gd name="csY104" fmla="*/ 7226 h 74798"/>
                <a:gd name="csX105" fmla="*/ 180980 w 206083"/>
                <a:gd name="csY105" fmla="*/ 3972 h 74798"/>
                <a:gd name="csX106" fmla="*/ 176792 w 206083"/>
                <a:gd name="csY106" fmla="*/ 4412 h 74798"/>
                <a:gd name="csX107" fmla="*/ 167963 w 206083"/>
                <a:gd name="csY107" fmla="*/ 34475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06083" h="74798">
                  <a:moveTo>
                    <a:pt x="39104" y="4027"/>
                  </a:moveTo>
                  <a:lnTo>
                    <a:pt x="30559" y="33593"/>
                  </a:lnTo>
                  <a:lnTo>
                    <a:pt x="37563" y="33593"/>
                  </a:lnTo>
                  <a:cubicBezTo>
                    <a:pt x="42566" y="33593"/>
                    <a:pt x="46189" y="32839"/>
                    <a:pt x="48432" y="31332"/>
                  </a:cubicBezTo>
                  <a:cubicBezTo>
                    <a:pt x="50667" y="29787"/>
                    <a:pt x="52604" y="26956"/>
                    <a:pt x="54218" y="22836"/>
                  </a:cubicBezTo>
                  <a:lnTo>
                    <a:pt x="56260" y="22836"/>
                  </a:lnTo>
                  <a:lnTo>
                    <a:pt x="48594" y="49976"/>
                  </a:lnTo>
                  <a:lnTo>
                    <a:pt x="46391" y="49976"/>
                  </a:lnTo>
                  <a:cubicBezTo>
                    <a:pt x="47052" y="47696"/>
                    <a:pt x="47383" y="45747"/>
                    <a:pt x="47383" y="44129"/>
                  </a:cubicBezTo>
                  <a:cubicBezTo>
                    <a:pt x="47383" y="42548"/>
                    <a:pt x="47052" y="41279"/>
                    <a:pt x="46391" y="40323"/>
                  </a:cubicBezTo>
                  <a:cubicBezTo>
                    <a:pt x="45761" y="39366"/>
                    <a:pt x="44882" y="38668"/>
                    <a:pt x="43736" y="38227"/>
                  </a:cubicBezTo>
                  <a:cubicBezTo>
                    <a:pt x="42639" y="37748"/>
                    <a:pt x="40282" y="37510"/>
                    <a:pt x="36675" y="37510"/>
                  </a:cubicBezTo>
                  <a:lnTo>
                    <a:pt x="29566" y="37510"/>
                  </a:lnTo>
                  <a:lnTo>
                    <a:pt x="22336" y="62277"/>
                  </a:lnTo>
                  <a:cubicBezTo>
                    <a:pt x="21642" y="64668"/>
                    <a:pt x="21287" y="66488"/>
                    <a:pt x="21287" y="67738"/>
                  </a:cubicBezTo>
                  <a:cubicBezTo>
                    <a:pt x="21287" y="68690"/>
                    <a:pt x="21747" y="69538"/>
                    <a:pt x="22667" y="70272"/>
                  </a:cubicBezTo>
                  <a:cubicBezTo>
                    <a:pt x="23296" y="70788"/>
                    <a:pt x="24854" y="71047"/>
                    <a:pt x="27355" y="71047"/>
                  </a:cubicBezTo>
                  <a:lnTo>
                    <a:pt x="33972" y="71047"/>
                  </a:lnTo>
                  <a:cubicBezTo>
                    <a:pt x="41146" y="71047"/>
                    <a:pt x="46883" y="69780"/>
                    <a:pt x="51184" y="67242"/>
                  </a:cubicBezTo>
                  <a:cubicBezTo>
                    <a:pt x="55525" y="64704"/>
                    <a:pt x="59407" y="60291"/>
                    <a:pt x="62828" y="54003"/>
                  </a:cubicBezTo>
                  <a:lnTo>
                    <a:pt x="64870" y="54003"/>
                  </a:lnTo>
                  <a:lnTo>
                    <a:pt x="57809" y="74799"/>
                  </a:lnTo>
                  <a:lnTo>
                    <a:pt x="0" y="74799"/>
                  </a:lnTo>
                  <a:lnTo>
                    <a:pt x="710" y="72757"/>
                  </a:lnTo>
                  <a:cubicBezTo>
                    <a:pt x="3583" y="72685"/>
                    <a:pt x="5511" y="72426"/>
                    <a:pt x="6504" y="71983"/>
                  </a:cubicBezTo>
                  <a:cubicBezTo>
                    <a:pt x="7973" y="71321"/>
                    <a:pt x="9046" y="70482"/>
                    <a:pt x="9708" y="69449"/>
                  </a:cubicBezTo>
                  <a:cubicBezTo>
                    <a:pt x="10700" y="67941"/>
                    <a:pt x="11878" y="64777"/>
                    <a:pt x="13234" y="59960"/>
                  </a:cubicBezTo>
                  <a:lnTo>
                    <a:pt x="26363" y="14838"/>
                  </a:lnTo>
                  <a:cubicBezTo>
                    <a:pt x="27396" y="11198"/>
                    <a:pt x="27912" y="8421"/>
                    <a:pt x="27912" y="6509"/>
                  </a:cubicBezTo>
                  <a:cubicBezTo>
                    <a:pt x="27912" y="5111"/>
                    <a:pt x="27412" y="4027"/>
                    <a:pt x="26419" y="3254"/>
                  </a:cubicBezTo>
                  <a:cubicBezTo>
                    <a:pt x="25459" y="2445"/>
                    <a:pt x="23571" y="2041"/>
                    <a:pt x="20738" y="2041"/>
                  </a:cubicBezTo>
                  <a:lnTo>
                    <a:pt x="19576" y="2041"/>
                  </a:lnTo>
                  <a:lnTo>
                    <a:pt x="20238" y="0"/>
                  </a:lnTo>
                  <a:lnTo>
                    <a:pt x="73972" y="0"/>
                  </a:lnTo>
                  <a:lnTo>
                    <a:pt x="69332" y="18037"/>
                  </a:lnTo>
                  <a:lnTo>
                    <a:pt x="67290" y="18037"/>
                  </a:lnTo>
                  <a:cubicBezTo>
                    <a:pt x="67549" y="16346"/>
                    <a:pt x="67678" y="14930"/>
                    <a:pt x="67678" y="13791"/>
                  </a:cubicBezTo>
                  <a:cubicBezTo>
                    <a:pt x="67678" y="11841"/>
                    <a:pt x="67202" y="10204"/>
                    <a:pt x="66249" y="8881"/>
                  </a:cubicBezTo>
                  <a:cubicBezTo>
                    <a:pt x="64999" y="7189"/>
                    <a:pt x="63175" y="5902"/>
                    <a:pt x="60786" y="5019"/>
                  </a:cubicBezTo>
                  <a:cubicBezTo>
                    <a:pt x="59019" y="4357"/>
                    <a:pt x="54952" y="4027"/>
                    <a:pt x="48594" y="4027"/>
                  </a:cubicBezTo>
                  <a:lnTo>
                    <a:pt x="39104" y="4027"/>
                  </a:lnTo>
                  <a:close/>
                  <a:moveTo>
                    <a:pt x="89247" y="0"/>
                  </a:moveTo>
                  <a:lnTo>
                    <a:pt x="118700" y="0"/>
                  </a:lnTo>
                  <a:cubicBezTo>
                    <a:pt x="126431" y="0"/>
                    <a:pt x="132200" y="1673"/>
                    <a:pt x="136025" y="5019"/>
                  </a:cubicBezTo>
                  <a:cubicBezTo>
                    <a:pt x="139850" y="8329"/>
                    <a:pt x="141763" y="12374"/>
                    <a:pt x="141763" y="17155"/>
                  </a:cubicBezTo>
                  <a:cubicBezTo>
                    <a:pt x="141763" y="20942"/>
                    <a:pt x="140552" y="24620"/>
                    <a:pt x="138123" y="28187"/>
                  </a:cubicBezTo>
                  <a:cubicBezTo>
                    <a:pt x="135694" y="31754"/>
                    <a:pt x="132087" y="34659"/>
                    <a:pt x="127310" y="36903"/>
                  </a:cubicBezTo>
                  <a:cubicBezTo>
                    <a:pt x="122525" y="39109"/>
                    <a:pt x="117361" y="40213"/>
                    <a:pt x="111809" y="40213"/>
                  </a:cubicBezTo>
                  <a:cubicBezTo>
                    <a:pt x="108355" y="40213"/>
                    <a:pt x="103958" y="39587"/>
                    <a:pt x="98624" y="38337"/>
                  </a:cubicBezTo>
                  <a:lnTo>
                    <a:pt x="92669" y="58746"/>
                  </a:lnTo>
                  <a:cubicBezTo>
                    <a:pt x="91273" y="63601"/>
                    <a:pt x="90571" y="66800"/>
                    <a:pt x="90571" y="68343"/>
                  </a:cubicBezTo>
                  <a:cubicBezTo>
                    <a:pt x="90571" y="69521"/>
                    <a:pt x="91071" y="70498"/>
                    <a:pt x="92064" y="71264"/>
                  </a:cubicBezTo>
                  <a:cubicBezTo>
                    <a:pt x="93056" y="72039"/>
                    <a:pt x="95428" y="72539"/>
                    <a:pt x="99181" y="72757"/>
                  </a:cubicBezTo>
                  <a:lnTo>
                    <a:pt x="98624" y="74799"/>
                  </a:lnTo>
                  <a:lnTo>
                    <a:pt x="68896" y="74799"/>
                  </a:lnTo>
                  <a:lnTo>
                    <a:pt x="69502" y="72757"/>
                  </a:lnTo>
                  <a:cubicBezTo>
                    <a:pt x="73399" y="72757"/>
                    <a:pt x="76102" y="72096"/>
                    <a:pt x="77611" y="70772"/>
                  </a:cubicBezTo>
                  <a:cubicBezTo>
                    <a:pt x="79153" y="69409"/>
                    <a:pt x="80807" y="65697"/>
                    <a:pt x="82574" y="59629"/>
                  </a:cubicBezTo>
                  <a:lnTo>
                    <a:pt x="94928" y="17045"/>
                  </a:lnTo>
                  <a:cubicBezTo>
                    <a:pt x="96396" y="11933"/>
                    <a:pt x="97139" y="8513"/>
                    <a:pt x="97139" y="6785"/>
                  </a:cubicBezTo>
                  <a:cubicBezTo>
                    <a:pt x="97139" y="5498"/>
                    <a:pt x="96606" y="4431"/>
                    <a:pt x="95533" y="3585"/>
                  </a:cubicBezTo>
                  <a:cubicBezTo>
                    <a:pt x="94508" y="2740"/>
                    <a:pt x="92209" y="2225"/>
                    <a:pt x="88642" y="2041"/>
                  </a:cubicBezTo>
                  <a:lnTo>
                    <a:pt x="89247" y="0"/>
                  </a:lnTo>
                  <a:close/>
                  <a:moveTo>
                    <a:pt x="99560" y="34862"/>
                  </a:moveTo>
                  <a:cubicBezTo>
                    <a:pt x="103716" y="35928"/>
                    <a:pt x="107064" y="36461"/>
                    <a:pt x="109606" y="36461"/>
                  </a:cubicBezTo>
                  <a:cubicBezTo>
                    <a:pt x="113608" y="36461"/>
                    <a:pt x="117248" y="35634"/>
                    <a:pt x="120524" y="33979"/>
                  </a:cubicBezTo>
                  <a:cubicBezTo>
                    <a:pt x="123832" y="32324"/>
                    <a:pt x="126406" y="29842"/>
                    <a:pt x="128246" y="26533"/>
                  </a:cubicBezTo>
                  <a:cubicBezTo>
                    <a:pt x="130127" y="23223"/>
                    <a:pt x="131062" y="19784"/>
                    <a:pt x="131062" y="16217"/>
                  </a:cubicBezTo>
                  <a:cubicBezTo>
                    <a:pt x="131062" y="12503"/>
                    <a:pt x="129917" y="9561"/>
                    <a:pt x="127641" y="7392"/>
                  </a:cubicBezTo>
                  <a:cubicBezTo>
                    <a:pt x="125357" y="5222"/>
                    <a:pt x="121904" y="4137"/>
                    <a:pt x="117272" y="4137"/>
                  </a:cubicBezTo>
                  <a:cubicBezTo>
                    <a:pt x="114770" y="4137"/>
                    <a:pt x="111736" y="4449"/>
                    <a:pt x="108170" y="5075"/>
                  </a:cubicBezTo>
                  <a:lnTo>
                    <a:pt x="99560" y="34862"/>
                  </a:lnTo>
                  <a:close/>
                  <a:moveTo>
                    <a:pt x="187605" y="74799"/>
                  </a:moveTo>
                  <a:lnTo>
                    <a:pt x="175629" y="38447"/>
                  </a:lnTo>
                  <a:cubicBezTo>
                    <a:pt x="172837" y="38484"/>
                    <a:pt x="169965" y="38208"/>
                    <a:pt x="167028" y="37620"/>
                  </a:cubicBezTo>
                  <a:lnTo>
                    <a:pt x="160572" y="60236"/>
                  </a:lnTo>
                  <a:cubicBezTo>
                    <a:pt x="159725" y="63178"/>
                    <a:pt x="159305" y="65660"/>
                    <a:pt x="159305" y="67683"/>
                  </a:cubicBezTo>
                  <a:cubicBezTo>
                    <a:pt x="159305" y="69231"/>
                    <a:pt x="159838" y="70441"/>
                    <a:pt x="160903" y="71321"/>
                  </a:cubicBezTo>
                  <a:cubicBezTo>
                    <a:pt x="161710" y="71983"/>
                    <a:pt x="163921" y="72467"/>
                    <a:pt x="167520" y="72757"/>
                  </a:cubicBezTo>
                  <a:lnTo>
                    <a:pt x="167028" y="74799"/>
                  </a:lnTo>
                  <a:lnTo>
                    <a:pt x="138067" y="74799"/>
                  </a:lnTo>
                  <a:lnTo>
                    <a:pt x="138672" y="72757"/>
                  </a:lnTo>
                  <a:cubicBezTo>
                    <a:pt x="141391" y="72644"/>
                    <a:pt x="143231" y="72370"/>
                    <a:pt x="144191" y="71934"/>
                  </a:cubicBezTo>
                  <a:cubicBezTo>
                    <a:pt x="145700" y="71305"/>
                    <a:pt x="146798" y="70458"/>
                    <a:pt x="147500" y="69392"/>
                  </a:cubicBezTo>
                  <a:cubicBezTo>
                    <a:pt x="148678" y="67665"/>
                    <a:pt x="149904" y="64612"/>
                    <a:pt x="151196" y="60236"/>
                  </a:cubicBezTo>
                  <a:lnTo>
                    <a:pt x="164268" y="15059"/>
                  </a:lnTo>
                  <a:cubicBezTo>
                    <a:pt x="165147" y="12043"/>
                    <a:pt x="165591" y="9708"/>
                    <a:pt x="165591" y="8053"/>
                  </a:cubicBezTo>
                  <a:cubicBezTo>
                    <a:pt x="165591" y="6362"/>
                    <a:pt x="164889" y="4927"/>
                    <a:pt x="163493" y="3751"/>
                  </a:cubicBezTo>
                  <a:cubicBezTo>
                    <a:pt x="162138" y="2574"/>
                    <a:pt x="160169" y="2004"/>
                    <a:pt x="157595" y="2041"/>
                  </a:cubicBezTo>
                  <a:lnTo>
                    <a:pt x="158256" y="0"/>
                  </a:lnTo>
                  <a:lnTo>
                    <a:pt x="182634" y="0"/>
                  </a:lnTo>
                  <a:cubicBezTo>
                    <a:pt x="190800" y="0"/>
                    <a:pt x="196683" y="1544"/>
                    <a:pt x="200289" y="4633"/>
                  </a:cubicBezTo>
                  <a:cubicBezTo>
                    <a:pt x="203888" y="7722"/>
                    <a:pt x="205696" y="11786"/>
                    <a:pt x="205696" y="16824"/>
                  </a:cubicBezTo>
                  <a:cubicBezTo>
                    <a:pt x="205696" y="21641"/>
                    <a:pt x="203840" y="26054"/>
                    <a:pt x="200120" y="30063"/>
                  </a:cubicBezTo>
                  <a:cubicBezTo>
                    <a:pt x="196449" y="34034"/>
                    <a:pt x="191389" y="36553"/>
                    <a:pt x="184950" y="37620"/>
                  </a:cubicBezTo>
                  <a:lnTo>
                    <a:pt x="192236" y="59519"/>
                  </a:lnTo>
                  <a:cubicBezTo>
                    <a:pt x="194003" y="64888"/>
                    <a:pt x="195763" y="68384"/>
                    <a:pt x="197530" y="69998"/>
                  </a:cubicBezTo>
                  <a:cubicBezTo>
                    <a:pt x="199297" y="71620"/>
                    <a:pt x="202146" y="72539"/>
                    <a:pt x="206083" y="72757"/>
                  </a:cubicBezTo>
                  <a:lnTo>
                    <a:pt x="205470" y="74799"/>
                  </a:lnTo>
                  <a:lnTo>
                    <a:pt x="187605" y="74799"/>
                  </a:lnTo>
                  <a:close/>
                  <a:moveTo>
                    <a:pt x="167963" y="34475"/>
                  </a:moveTo>
                  <a:cubicBezTo>
                    <a:pt x="170320" y="34806"/>
                    <a:pt x="172410" y="34973"/>
                    <a:pt x="174250" y="34973"/>
                  </a:cubicBezTo>
                  <a:cubicBezTo>
                    <a:pt x="180576" y="34973"/>
                    <a:pt x="185579" y="33226"/>
                    <a:pt x="189259" y="29732"/>
                  </a:cubicBezTo>
                  <a:cubicBezTo>
                    <a:pt x="192930" y="26201"/>
                    <a:pt x="194770" y="21825"/>
                    <a:pt x="194770" y="16603"/>
                  </a:cubicBezTo>
                  <a:cubicBezTo>
                    <a:pt x="194770" y="12521"/>
                    <a:pt x="193616" y="9396"/>
                    <a:pt x="191300" y="7226"/>
                  </a:cubicBezTo>
                  <a:cubicBezTo>
                    <a:pt x="189017" y="5056"/>
                    <a:pt x="185579" y="3972"/>
                    <a:pt x="180980" y="3972"/>
                  </a:cubicBezTo>
                  <a:cubicBezTo>
                    <a:pt x="179802" y="3972"/>
                    <a:pt x="178406" y="4119"/>
                    <a:pt x="176792" y="4412"/>
                  </a:cubicBezTo>
                  <a:lnTo>
                    <a:pt x="167963" y="34475"/>
                  </a:lnTo>
                  <a:close/>
                </a:path>
              </a:pathLst>
            </a:custGeom>
            <a:solidFill>
              <a:srgbClr val="000000"/>
            </a:solidFill>
            <a:ln w="807" cap="flat">
              <a:noFill/>
              <a:prstDash val="solid"/>
              <a:miter/>
            </a:ln>
          </p:spPr>
        </p:sp>
        <p:sp>
          <p:nvSpPr>
            <p:cNvPr id="508" name="任意形状 507">
              <a:extLst>
                <a:ext uri="{FF2B5EF4-FFF2-40B4-BE49-F238E27FC236}">
                  <a16:creationId xmlns:a16="http://schemas.microsoft.com/office/drawing/2014/main" id="{FB90B32C-9B5E-B143-62E9-30E9CC071019}"/>
                </a:ext>
              </a:extLst>
            </p:cNvPr>
            <p:cNvSpPr/>
            <p:nvPr/>
          </p:nvSpPr>
          <p:spPr>
            <a:xfrm>
              <a:off x="4407404" y="2129588"/>
              <a:ext cx="410253" cy="120491"/>
            </a:xfrm>
            <a:custGeom>
              <a:avLst/>
              <a:gdLst>
                <a:gd name="csX0" fmla="*/ 24717 w 349338"/>
                <a:gd name="csY0" fmla="*/ 14839 h 102600"/>
                <a:gd name="csX1" fmla="*/ 20416 w 349338"/>
                <a:gd name="csY1" fmla="*/ 29842 h 102600"/>
                <a:gd name="csX2" fmla="*/ 29074 w 349338"/>
                <a:gd name="csY2" fmla="*/ 29842 h 102600"/>
                <a:gd name="csX3" fmla="*/ 28138 w 349338"/>
                <a:gd name="csY3" fmla="*/ 33317 h 102600"/>
                <a:gd name="csX4" fmla="*/ 19528 w 349338"/>
                <a:gd name="csY4" fmla="*/ 33317 h 102600"/>
                <a:gd name="csX5" fmla="*/ 10038 w 349338"/>
                <a:gd name="csY5" fmla="*/ 65863 h 102600"/>
                <a:gd name="csX6" fmla="*/ 8497 w 349338"/>
                <a:gd name="csY6" fmla="*/ 72648 h 102600"/>
                <a:gd name="csX7" fmla="*/ 8941 w 349338"/>
                <a:gd name="csY7" fmla="*/ 74082 h 102600"/>
                <a:gd name="csX8" fmla="*/ 9990 w 349338"/>
                <a:gd name="csY8" fmla="*/ 74579 h 102600"/>
                <a:gd name="csX9" fmla="*/ 13629 w 349338"/>
                <a:gd name="csY9" fmla="*/ 72648 h 102600"/>
                <a:gd name="csX10" fmla="*/ 19528 w 349338"/>
                <a:gd name="csY10" fmla="*/ 65863 h 102600"/>
                <a:gd name="csX11" fmla="*/ 21351 w 349338"/>
                <a:gd name="csY11" fmla="*/ 67242 h 102600"/>
                <a:gd name="csX12" fmla="*/ 11749 w 349338"/>
                <a:gd name="csY12" fmla="*/ 77667 h 102600"/>
                <a:gd name="csX13" fmla="*/ 5520 w 349338"/>
                <a:gd name="csY13" fmla="*/ 79764 h 102600"/>
                <a:gd name="csX14" fmla="*/ 1549 w 349338"/>
                <a:gd name="csY14" fmla="*/ 78274 h 102600"/>
                <a:gd name="csX15" fmla="*/ 0 w 349338"/>
                <a:gd name="csY15" fmla="*/ 74357 h 102600"/>
                <a:gd name="csX16" fmla="*/ 1767 w 349338"/>
                <a:gd name="csY16" fmla="*/ 65256 h 102600"/>
                <a:gd name="csX17" fmla="*/ 10982 w 349338"/>
                <a:gd name="csY17" fmla="*/ 33317 h 102600"/>
                <a:gd name="csX18" fmla="*/ 2647 w 349338"/>
                <a:gd name="csY18" fmla="*/ 33317 h 102600"/>
                <a:gd name="csX19" fmla="*/ 3204 w 349338"/>
                <a:gd name="csY19" fmla="*/ 31166 h 102600"/>
                <a:gd name="csX20" fmla="*/ 13298 w 349338"/>
                <a:gd name="csY20" fmla="*/ 26257 h 102600"/>
                <a:gd name="csX21" fmla="*/ 22288 w 349338"/>
                <a:gd name="csY21" fmla="*/ 14839 h 102600"/>
                <a:gd name="csX22" fmla="*/ 24717 w 349338"/>
                <a:gd name="csY22" fmla="*/ 14839 h 102600"/>
                <a:gd name="csX23" fmla="*/ 40266 w 349338"/>
                <a:gd name="csY23" fmla="*/ 57644 h 102600"/>
                <a:gd name="csX24" fmla="*/ 39887 w 349338"/>
                <a:gd name="csY24" fmla="*/ 62222 h 102600"/>
                <a:gd name="csX25" fmla="*/ 43357 w 349338"/>
                <a:gd name="csY25" fmla="*/ 70607 h 102600"/>
                <a:gd name="csX26" fmla="*/ 51797 w 349338"/>
                <a:gd name="csY26" fmla="*/ 74027 h 102600"/>
                <a:gd name="csX27" fmla="*/ 59415 w 349338"/>
                <a:gd name="csY27" fmla="*/ 72427 h 102600"/>
                <a:gd name="csX28" fmla="*/ 70332 w 349338"/>
                <a:gd name="csY28" fmla="*/ 65201 h 102600"/>
                <a:gd name="csX29" fmla="*/ 71495 w 349338"/>
                <a:gd name="csY29" fmla="*/ 66800 h 102600"/>
                <a:gd name="csX30" fmla="*/ 46560 w 349338"/>
                <a:gd name="csY30" fmla="*/ 79764 h 102600"/>
                <a:gd name="csX31" fmla="*/ 34424 w 349338"/>
                <a:gd name="csY31" fmla="*/ 74689 h 102600"/>
                <a:gd name="csX32" fmla="*/ 30341 w 349338"/>
                <a:gd name="csY32" fmla="*/ 63491 h 102600"/>
                <a:gd name="csX33" fmla="*/ 35416 w 349338"/>
                <a:gd name="csY33" fmla="*/ 46667 h 102600"/>
                <a:gd name="csX34" fmla="*/ 48158 w 349338"/>
                <a:gd name="csY34" fmla="*/ 33317 h 102600"/>
                <a:gd name="csX35" fmla="*/ 63933 w 349338"/>
                <a:gd name="csY35" fmla="*/ 28519 h 102600"/>
                <a:gd name="csX36" fmla="*/ 72592 w 349338"/>
                <a:gd name="csY36" fmla="*/ 30890 h 102600"/>
                <a:gd name="csX37" fmla="*/ 75408 w 349338"/>
                <a:gd name="csY37" fmla="*/ 36517 h 102600"/>
                <a:gd name="csX38" fmla="*/ 71769 w 349338"/>
                <a:gd name="csY38" fmla="*/ 45288 h 102600"/>
                <a:gd name="csX39" fmla="*/ 57647 w 349338"/>
                <a:gd name="csY39" fmla="*/ 54114 h 102600"/>
                <a:gd name="csX40" fmla="*/ 40266 w 349338"/>
                <a:gd name="csY40" fmla="*/ 57644 h 102600"/>
                <a:gd name="csX41" fmla="*/ 40654 w 349338"/>
                <a:gd name="csY41" fmla="*/ 54941 h 102600"/>
                <a:gd name="csX42" fmla="*/ 53952 w 349338"/>
                <a:gd name="csY42" fmla="*/ 51741 h 102600"/>
                <a:gd name="csX43" fmla="*/ 64103 w 349338"/>
                <a:gd name="csY43" fmla="*/ 44515 h 102600"/>
                <a:gd name="csX44" fmla="*/ 67516 w 349338"/>
                <a:gd name="csY44" fmla="*/ 36462 h 102600"/>
                <a:gd name="csX45" fmla="*/ 66032 w 349338"/>
                <a:gd name="csY45" fmla="*/ 32711 h 102600"/>
                <a:gd name="csX46" fmla="*/ 61892 w 349338"/>
                <a:gd name="csY46" fmla="*/ 31277 h 102600"/>
                <a:gd name="csX47" fmla="*/ 49925 w 349338"/>
                <a:gd name="csY47" fmla="*/ 37289 h 102600"/>
                <a:gd name="csX48" fmla="*/ 40654 w 349338"/>
                <a:gd name="csY48" fmla="*/ 54941 h 102600"/>
                <a:gd name="csX49" fmla="*/ 110599 w 349338"/>
                <a:gd name="csY49" fmla="*/ 0 h 102600"/>
                <a:gd name="csX50" fmla="*/ 91732 w 349338"/>
                <a:gd name="csY50" fmla="*/ 65643 h 102600"/>
                <a:gd name="csX51" fmla="*/ 90353 w 349338"/>
                <a:gd name="csY51" fmla="*/ 71655 h 102600"/>
                <a:gd name="csX52" fmla="*/ 90853 w 349338"/>
                <a:gd name="csY52" fmla="*/ 73034 h 102600"/>
                <a:gd name="csX53" fmla="*/ 92176 w 349338"/>
                <a:gd name="csY53" fmla="*/ 73585 h 102600"/>
                <a:gd name="csX54" fmla="*/ 94436 w 349338"/>
                <a:gd name="csY54" fmla="*/ 72648 h 102600"/>
                <a:gd name="csX55" fmla="*/ 100447 w 349338"/>
                <a:gd name="csY55" fmla="*/ 65643 h 102600"/>
                <a:gd name="csX56" fmla="*/ 102110 w 349338"/>
                <a:gd name="csY56" fmla="*/ 67352 h 102600"/>
                <a:gd name="csX57" fmla="*/ 92451 w 349338"/>
                <a:gd name="csY57" fmla="*/ 77667 h 102600"/>
                <a:gd name="csX58" fmla="*/ 86277 w 349338"/>
                <a:gd name="csY58" fmla="*/ 79764 h 102600"/>
                <a:gd name="csX59" fmla="*/ 82743 w 349338"/>
                <a:gd name="csY59" fmla="*/ 78329 h 102600"/>
                <a:gd name="csX60" fmla="*/ 81363 w 349338"/>
                <a:gd name="csY60" fmla="*/ 75020 h 102600"/>
                <a:gd name="csX61" fmla="*/ 83130 w 349338"/>
                <a:gd name="csY61" fmla="*/ 66856 h 102600"/>
                <a:gd name="csX62" fmla="*/ 98083 w 349338"/>
                <a:gd name="csY62" fmla="*/ 15114 h 102600"/>
                <a:gd name="csX63" fmla="*/ 99899 w 349338"/>
                <a:gd name="csY63" fmla="*/ 7833 h 102600"/>
                <a:gd name="csX64" fmla="*/ 98850 w 349338"/>
                <a:gd name="csY64" fmla="*/ 5682 h 102600"/>
                <a:gd name="csX65" fmla="*/ 95598 w 349338"/>
                <a:gd name="csY65" fmla="*/ 4799 h 102600"/>
                <a:gd name="csX66" fmla="*/ 91732 w 349338"/>
                <a:gd name="csY66" fmla="*/ 5185 h 102600"/>
                <a:gd name="csX67" fmla="*/ 91732 w 349338"/>
                <a:gd name="csY67" fmla="*/ 3144 h 102600"/>
                <a:gd name="csX68" fmla="*/ 110599 w 349338"/>
                <a:gd name="csY68" fmla="*/ 0 h 102600"/>
                <a:gd name="csX69" fmla="*/ 121912 w 349338"/>
                <a:gd name="csY69" fmla="*/ 57644 h 102600"/>
                <a:gd name="csX70" fmla="*/ 121525 w 349338"/>
                <a:gd name="csY70" fmla="*/ 62222 h 102600"/>
                <a:gd name="csX71" fmla="*/ 124994 w 349338"/>
                <a:gd name="csY71" fmla="*/ 70607 h 102600"/>
                <a:gd name="csX72" fmla="*/ 133435 w 349338"/>
                <a:gd name="csY72" fmla="*/ 74027 h 102600"/>
                <a:gd name="csX73" fmla="*/ 141052 w 349338"/>
                <a:gd name="csY73" fmla="*/ 72427 h 102600"/>
                <a:gd name="csX74" fmla="*/ 151970 w 349338"/>
                <a:gd name="csY74" fmla="*/ 65201 h 102600"/>
                <a:gd name="csX75" fmla="*/ 153132 w 349338"/>
                <a:gd name="csY75" fmla="*/ 66800 h 102600"/>
                <a:gd name="csX76" fmla="*/ 128198 w 349338"/>
                <a:gd name="csY76" fmla="*/ 79764 h 102600"/>
                <a:gd name="csX77" fmla="*/ 116062 w 349338"/>
                <a:gd name="csY77" fmla="*/ 74689 h 102600"/>
                <a:gd name="csX78" fmla="*/ 111978 w 349338"/>
                <a:gd name="csY78" fmla="*/ 63491 h 102600"/>
                <a:gd name="csX79" fmla="*/ 117054 w 349338"/>
                <a:gd name="csY79" fmla="*/ 46667 h 102600"/>
                <a:gd name="csX80" fmla="*/ 129796 w 349338"/>
                <a:gd name="csY80" fmla="*/ 33317 h 102600"/>
                <a:gd name="csX81" fmla="*/ 145571 w 349338"/>
                <a:gd name="csY81" fmla="*/ 28519 h 102600"/>
                <a:gd name="csX82" fmla="*/ 154238 w 349338"/>
                <a:gd name="csY82" fmla="*/ 30890 h 102600"/>
                <a:gd name="csX83" fmla="*/ 157046 w 349338"/>
                <a:gd name="csY83" fmla="*/ 36517 h 102600"/>
                <a:gd name="csX84" fmla="*/ 153407 w 349338"/>
                <a:gd name="csY84" fmla="*/ 45288 h 102600"/>
                <a:gd name="csX85" fmla="*/ 139285 w 349338"/>
                <a:gd name="csY85" fmla="*/ 54114 h 102600"/>
                <a:gd name="csX86" fmla="*/ 121912 w 349338"/>
                <a:gd name="csY86" fmla="*/ 57644 h 102600"/>
                <a:gd name="csX87" fmla="*/ 122291 w 349338"/>
                <a:gd name="csY87" fmla="*/ 54941 h 102600"/>
                <a:gd name="csX88" fmla="*/ 135589 w 349338"/>
                <a:gd name="csY88" fmla="*/ 51741 h 102600"/>
                <a:gd name="csX89" fmla="*/ 145741 w 349338"/>
                <a:gd name="csY89" fmla="*/ 44515 h 102600"/>
                <a:gd name="csX90" fmla="*/ 149162 w 349338"/>
                <a:gd name="csY90" fmla="*/ 36462 h 102600"/>
                <a:gd name="csX91" fmla="*/ 147669 w 349338"/>
                <a:gd name="csY91" fmla="*/ 32711 h 102600"/>
                <a:gd name="csX92" fmla="*/ 143530 w 349338"/>
                <a:gd name="csY92" fmla="*/ 31277 h 102600"/>
                <a:gd name="csX93" fmla="*/ 131563 w 349338"/>
                <a:gd name="csY93" fmla="*/ 37289 h 102600"/>
                <a:gd name="csX94" fmla="*/ 122291 w 349338"/>
                <a:gd name="csY94" fmla="*/ 54941 h 102600"/>
                <a:gd name="csX95" fmla="*/ 183634 w 349338"/>
                <a:gd name="csY95" fmla="*/ 28519 h 102600"/>
                <a:gd name="csX96" fmla="*/ 179826 w 349338"/>
                <a:gd name="csY96" fmla="*/ 41205 h 102600"/>
                <a:gd name="csX97" fmla="*/ 190534 w 349338"/>
                <a:gd name="csY97" fmla="*/ 31332 h 102600"/>
                <a:gd name="csX98" fmla="*/ 200185 w 349338"/>
                <a:gd name="csY98" fmla="*/ 28519 h 102600"/>
                <a:gd name="csX99" fmla="*/ 208569 w 349338"/>
                <a:gd name="csY99" fmla="*/ 32435 h 102600"/>
                <a:gd name="csX100" fmla="*/ 212046 w 349338"/>
                <a:gd name="csY100" fmla="*/ 42529 h 102600"/>
                <a:gd name="csX101" fmla="*/ 202170 w 349338"/>
                <a:gd name="csY101" fmla="*/ 67242 h 102600"/>
                <a:gd name="csX102" fmla="*/ 179164 w 349338"/>
                <a:gd name="csY102" fmla="*/ 79764 h 102600"/>
                <a:gd name="csX103" fmla="*/ 174258 w 349338"/>
                <a:gd name="csY103" fmla="*/ 79157 h 102600"/>
                <a:gd name="csX104" fmla="*/ 169513 w 349338"/>
                <a:gd name="csY104" fmla="*/ 77006 h 102600"/>
                <a:gd name="csX105" fmla="*/ 165486 w 349338"/>
                <a:gd name="csY105" fmla="*/ 91237 h 102600"/>
                <a:gd name="csX106" fmla="*/ 164276 w 349338"/>
                <a:gd name="csY106" fmla="*/ 96698 h 102600"/>
                <a:gd name="csX107" fmla="*/ 164881 w 349338"/>
                <a:gd name="csY107" fmla="*/ 98739 h 102600"/>
                <a:gd name="csX108" fmla="*/ 166979 w 349338"/>
                <a:gd name="csY108" fmla="*/ 100063 h 102600"/>
                <a:gd name="csX109" fmla="*/ 172660 w 349338"/>
                <a:gd name="csY109" fmla="*/ 100559 h 102600"/>
                <a:gd name="csX110" fmla="*/ 172160 w 349338"/>
                <a:gd name="csY110" fmla="*/ 102600 h 102600"/>
                <a:gd name="csX111" fmla="*/ 146176 w 349338"/>
                <a:gd name="csY111" fmla="*/ 102600 h 102600"/>
                <a:gd name="csX112" fmla="*/ 146733 w 349338"/>
                <a:gd name="csY112" fmla="*/ 100559 h 102600"/>
                <a:gd name="csX113" fmla="*/ 153681 w 349338"/>
                <a:gd name="csY113" fmla="*/ 98795 h 102600"/>
                <a:gd name="csX114" fmla="*/ 157433 w 349338"/>
                <a:gd name="csY114" fmla="*/ 90244 h 102600"/>
                <a:gd name="csX115" fmla="*/ 171385 w 349338"/>
                <a:gd name="csY115" fmla="*/ 41923 h 102600"/>
                <a:gd name="csX116" fmla="*/ 172660 w 349338"/>
                <a:gd name="csY116" fmla="*/ 36241 h 102600"/>
                <a:gd name="csX117" fmla="*/ 171772 w 349338"/>
                <a:gd name="csY117" fmla="*/ 33924 h 102600"/>
                <a:gd name="csX118" fmla="*/ 169182 w 349338"/>
                <a:gd name="csY118" fmla="*/ 33097 h 102600"/>
                <a:gd name="csX119" fmla="*/ 164712 w 349338"/>
                <a:gd name="csY119" fmla="*/ 33483 h 102600"/>
                <a:gd name="csX120" fmla="*/ 164712 w 349338"/>
                <a:gd name="csY120" fmla="*/ 31332 h 102600"/>
                <a:gd name="csX121" fmla="*/ 183634 w 349338"/>
                <a:gd name="csY121" fmla="*/ 28519 h 102600"/>
                <a:gd name="csX122" fmla="*/ 170780 w 349338"/>
                <a:gd name="csY122" fmla="*/ 72648 h 102600"/>
                <a:gd name="csX123" fmla="*/ 179995 w 349338"/>
                <a:gd name="csY123" fmla="*/ 76730 h 102600"/>
                <a:gd name="csX124" fmla="*/ 185837 w 349338"/>
                <a:gd name="csY124" fmla="*/ 75130 h 102600"/>
                <a:gd name="csX125" fmla="*/ 191631 w 349338"/>
                <a:gd name="csY125" fmla="*/ 70386 h 102600"/>
                <a:gd name="csX126" fmla="*/ 196763 w 349338"/>
                <a:gd name="csY126" fmla="*/ 63160 h 102600"/>
                <a:gd name="csX127" fmla="*/ 200790 w 349338"/>
                <a:gd name="csY127" fmla="*/ 53451 h 102600"/>
                <a:gd name="csX128" fmla="*/ 202613 w 349338"/>
                <a:gd name="csY128" fmla="*/ 42419 h 102600"/>
                <a:gd name="csX129" fmla="*/ 200572 w 349338"/>
                <a:gd name="csY129" fmla="*/ 35689 h 102600"/>
                <a:gd name="csX130" fmla="*/ 195884 w 349338"/>
                <a:gd name="csY130" fmla="*/ 33317 h 102600"/>
                <a:gd name="csX131" fmla="*/ 184078 w 349338"/>
                <a:gd name="csY131" fmla="*/ 40158 h 102600"/>
                <a:gd name="csX132" fmla="*/ 175581 w 349338"/>
                <a:gd name="csY132" fmla="*/ 56155 h 102600"/>
                <a:gd name="csX133" fmla="*/ 170780 w 349338"/>
                <a:gd name="csY133" fmla="*/ 72648 h 102600"/>
                <a:gd name="csX134" fmla="*/ 267370 w 349338"/>
                <a:gd name="csY134" fmla="*/ 45784 h 102600"/>
                <a:gd name="csX135" fmla="*/ 262956 w 349338"/>
                <a:gd name="csY135" fmla="*/ 62167 h 102600"/>
                <a:gd name="csX136" fmla="*/ 250763 w 349338"/>
                <a:gd name="csY136" fmla="*/ 75020 h 102600"/>
                <a:gd name="csX137" fmla="*/ 235544 w 349338"/>
                <a:gd name="csY137" fmla="*/ 79764 h 102600"/>
                <a:gd name="csX138" fmla="*/ 223182 w 349338"/>
                <a:gd name="csY138" fmla="*/ 74964 h 102600"/>
                <a:gd name="csX139" fmla="*/ 218445 w 349338"/>
                <a:gd name="csY139" fmla="*/ 62443 h 102600"/>
                <a:gd name="csX140" fmla="*/ 223077 w 349338"/>
                <a:gd name="csY140" fmla="*/ 46170 h 102600"/>
                <a:gd name="csX141" fmla="*/ 235544 w 349338"/>
                <a:gd name="csY141" fmla="*/ 33263 h 102600"/>
                <a:gd name="csX142" fmla="*/ 250658 w 349338"/>
                <a:gd name="csY142" fmla="*/ 28519 h 102600"/>
                <a:gd name="csX143" fmla="*/ 262625 w 349338"/>
                <a:gd name="csY143" fmla="*/ 33317 h 102600"/>
                <a:gd name="csX144" fmla="*/ 267370 w 349338"/>
                <a:gd name="csY144" fmla="*/ 45784 h 102600"/>
                <a:gd name="csX145" fmla="*/ 258211 w 349338"/>
                <a:gd name="csY145" fmla="*/ 41978 h 102600"/>
                <a:gd name="csX146" fmla="*/ 255678 w 349338"/>
                <a:gd name="csY146" fmla="*/ 34145 h 102600"/>
                <a:gd name="csX147" fmla="*/ 249222 w 349338"/>
                <a:gd name="csY147" fmla="*/ 31387 h 102600"/>
                <a:gd name="csX148" fmla="*/ 234269 w 349338"/>
                <a:gd name="csY148" fmla="*/ 43026 h 102600"/>
                <a:gd name="csX149" fmla="*/ 227491 w 349338"/>
                <a:gd name="csY149" fmla="*/ 66084 h 102600"/>
                <a:gd name="csX150" fmla="*/ 230138 w 349338"/>
                <a:gd name="csY150" fmla="*/ 74192 h 102600"/>
                <a:gd name="csX151" fmla="*/ 236811 w 349338"/>
                <a:gd name="csY151" fmla="*/ 77006 h 102600"/>
                <a:gd name="csX152" fmla="*/ 251376 w 349338"/>
                <a:gd name="csY152" fmla="*/ 65477 h 102600"/>
                <a:gd name="csX153" fmla="*/ 258211 w 349338"/>
                <a:gd name="csY153" fmla="*/ 41978 h 102600"/>
                <a:gd name="csX154" fmla="*/ 277521 w 349338"/>
                <a:gd name="csY154" fmla="*/ 31608 h 102600"/>
                <a:gd name="csX155" fmla="*/ 296549 w 349338"/>
                <a:gd name="csY155" fmla="*/ 28519 h 102600"/>
                <a:gd name="csX156" fmla="*/ 288608 w 349338"/>
                <a:gd name="csY156" fmla="*/ 55327 h 102600"/>
                <a:gd name="csX157" fmla="*/ 306151 w 349338"/>
                <a:gd name="csY157" fmla="*/ 32269 h 102600"/>
                <a:gd name="csX158" fmla="*/ 313430 w 349338"/>
                <a:gd name="csY158" fmla="*/ 28519 h 102600"/>
                <a:gd name="csX159" fmla="*/ 316294 w 349338"/>
                <a:gd name="csY159" fmla="*/ 29622 h 102600"/>
                <a:gd name="csX160" fmla="*/ 317343 w 349338"/>
                <a:gd name="csY160" fmla="*/ 32711 h 102600"/>
                <a:gd name="csX161" fmla="*/ 315471 w 349338"/>
                <a:gd name="csY161" fmla="*/ 39661 h 102600"/>
                <a:gd name="csX162" fmla="*/ 311663 w 349338"/>
                <a:gd name="csY162" fmla="*/ 42144 h 102600"/>
                <a:gd name="csX163" fmla="*/ 309460 w 349338"/>
                <a:gd name="csY163" fmla="*/ 41316 h 102600"/>
                <a:gd name="csX164" fmla="*/ 308354 w 349338"/>
                <a:gd name="csY164" fmla="*/ 38779 h 102600"/>
                <a:gd name="csX165" fmla="*/ 307862 w 349338"/>
                <a:gd name="csY165" fmla="*/ 37400 h 102600"/>
                <a:gd name="csX166" fmla="*/ 306813 w 349338"/>
                <a:gd name="csY166" fmla="*/ 36958 h 102600"/>
                <a:gd name="csX167" fmla="*/ 305046 w 349338"/>
                <a:gd name="csY167" fmla="*/ 37400 h 102600"/>
                <a:gd name="csX168" fmla="*/ 300688 w 349338"/>
                <a:gd name="csY168" fmla="*/ 41702 h 102600"/>
                <a:gd name="csX169" fmla="*/ 290755 w 349338"/>
                <a:gd name="csY169" fmla="*/ 55713 h 102600"/>
                <a:gd name="csX170" fmla="*/ 286785 w 349338"/>
                <a:gd name="csY170" fmla="*/ 63932 h 102600"/>
                <a:gd name="csX171" fmla="*/ 284138 w 349338"/>
                <a:gd name="csY171" fmla="*/ 71490 h 102600"/>
                <a:gd name="csX172" fmla="*/ 282371 w 349338"/>
                <a:gd name="csY172" fmla="*/ 78440 h 102600"/>
                <a:gd name="csX173" fmla="*/ 273930 w 349338"/>
                <a:gd name="csY173" fmla="*/ 78440 h 102600"/>
                <a:gd name="csX174" fmla="*/ 284138 w 349338"/>
                <a:gd name="csY174" fmla="*/ 44185 h 102600"/>
                <a:gd name="csX175" fmla="*/ 285905 w 349338"/>
                <a:gd name="csY175" fmla="*/ 35689 h 102600"/>
                <a:gd name="csX176" fmla="*/ 285074 w 349338"/>
                <a:gd name="csY176" fmla="*/ 34035 h 102600"/>
                <a:gd name="csX177" fmla="*/ 282153 w 349338"/>
                <a:gd name="csY177" fmla="*/ 33152 h 102600"/>
                <a:gd name="csX178" fmla="*/ 277908 w 349338"/>
                <a:gd name="csY178" fmla="*/ 33648 h 102600"/>
                <a:gd name="csX179" fmla="*/ 277521 w 349338"/>
                <a:gd name="csY179" fmla="*/ 31608 h 102600"/>
                <a:gd name="csX180" fmla="*/ 344981 w 349338"/>
                <a:gd name="csY180" fmla="*/ 14839 h 102600"/>
                <a:gd name="csX181" fmla="*/ 340680 w 349338"/>
                <a:gd name="csY181" fmla="*/ 29842 h 102600"/>
                <a:gd name="csX182" fmla="*/ 349338 w 349338"/>
                <a:gd name="csY182" fmla="*/ 29842 h 102600"/>
                <a:gd name="csX183" fmla="*/ 348402 w 349338"/>
                <a:gd name="csY183" fmla="*/ 33317 h 102600"/>
                <a:gd name="csX184" fmla="*/ 339801 w 349338"/>
                <a:gd name="csY184" fmla="*/ 33317 h 102600"/>
                <a:gd name="csX185" fmla="*/ 330311 w 349338"/>
                <a:gd name="csY185" fmla="*/ 65863 h 102600"/>
                <a:gd name="csX186" fmla="*/ 328761 w 349338"/>
                <a:gd name="csY186" fmla="*/ 72648 h 102600"/>
                <a:gd name="csX187" fmla="*/ 329205 w 349338"/>
                <a:gd name="csY187" fmla="*/ 74082 h 102600"/>
                <a:gd name="csX188" fmla="*/ 330254 w 349338"/>
                <a:gd name="csY188" fmla="*/ 74579 h 102600"/>
                <a:gd name="csX189" fmla="*/ 333894 w 349338"/>
                <a:gd name="csY189" fmla="*/ 72648 h 102600"/>
                <a:gd name="csX190" fmla="*/ 339801 w 349338"/>
                <a:gd name="csY190" fmla="*/ 65863 h 102600"/>
                <a:gd name="csX191" fmla="*/ 341616 w 349338"/>
                <a:gd name="csY191" fmla="*/ 67242 h 102600"/>
                <a:gd name="csX192" fmla="*/ 332022 w 349338"/>
                <a:gd name="csY192" fmla="*/ 77667 h 102600"/>
                <a:gd name="csX193" fmla="*/ 325784 w 349338"/>
                <a:gd name="csY193" fmla="*/ 79764 h 102600"/>
                <a:gd name="csX194" fmla="*/ 321814 w 349338"/>
                <a:gd name="csY194" fmla="*/ 78274 h 102600"/>
                <a:gd name="csX195" fmla="*/ 320273 w 349338"/>
                <a:gd name="csY195" fmla="*/ 74357 h 102600"/>
                <a:gd name="csX196" fmla="*/ 322032 w 349338"/>
                <a:gd name="csY196" fmla="*/ 65256 h 102600"/>
                <a:gd name="csX197" fmla="*/ 331247 w 349338"/>
                <a:gd name="csY197" fmla="*/ 33317 h 102600"/>
                <a:gd name="csX198" fmla="*/ 322919 w 349338"/>
                <a:gd name="csY198" fmla="*/ 33317 h 102600"/>
                <a:gd name="csX199" fmla="*/ 323468 w 349338"/>
                <a:gd name="csY199" fmla="*/ 31166 h 102600"/>
                <a:gd name="csX200" fmla="*/ 333563 w 349338"/>
                <a:gd name="csY200" fmla="*/ 26257 h 102600"/>
                <a:gd name="csX201" fmla="*/ 342552 w 349338"/>
                <a:gd name="csY201" fmla="*/ 14839 h 102600"/>
                <a:gd name="csX202" fmla="*/ 344981 w 349338"/>
                <a:gd name="csY202" fmla="*/ 14839 h 10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Lst>
              <a:rect l="l" t="t" r="r" b="b"/>
              <a:pathLst>
                <a:path w="349338" h="102600">
                  <a:moveTo>
                    <a:pt x="24717" y="14839"/>
                  </a:moveTo>
                  <a:lnTo>
                    <a:pt x="20416" y="29842"/>
                  </a:lnTo>
                  <a:lnTo>
                    <a:pt x="29074" y="29842"/>
                  </a:lnTo>
                  <a:lnTo>
                    <a:pt x="28138" y="33317"/>
                  </a:lnTo>
                  <a:lnTo>
                    <a:pt x="19528" y="33317"/>
                  </a:lnTo>
                  <a:lnTo>
                    <a:pt x="10038" y="65863"/>
                  </a:lnTo>
                  <a:cubicBezTo>
                    <a:pt x="9013" y="69356"/>
                    <a:pt x="8497" y="71618"/>
                    <a:pt x="8497" y="72648"/>
                  </a:cubicBezTo>
                  <a:cubicBezTo>
                    <a:pt x="8497" y="73273"/>
                    <a:pt x="8642" y="73751"/>
                    <a:pt x="8941" y="74082"/>
                  </a:cubicBezTo>
                  <a:cubicBezTo>
                    <a:pt x="9231" y="74413"/>
                    <a:pt x="9578" y="74579"/>
                    <a:pt x="9990" y="74579"/>
                  </a:cubicBezTo>
                  <a:cubicBezTo>
                    <a:pt x="10902" y="74579"/>
                    <a:pt x="12120" y="73935"/>
                    <a:pt x="13629" y="72648"/>
                  </a:cubicBezTo>
                  <a:cubicBezTo>
                    <a:pt x="14509" y="71912"/>
                    <a:pt x="16478" y="69651"/>
                    <a:pt x="19528" y="65863"/>
                  </a:cubicBezTo>
                  <a:lnTo>
                    <a:pt x="21351" y="67242"/>
                  </a:lnTo>
                  <a:cubicBezTo>
                    <a:pt x="17962" y="72170"/>
                    <a:pt x="14767" y="75644"/>
                    <a:pt x="11749" y="77667"/>
                  </a:cubicBezTo>
                  <a:cubicBezTo>
                    <a:pt x="9691" y="79065"/>
                    <a:pt x="7617" y="79764"/>
                    <a:pt x="5520" y="79764"/>
                  </a:cubicBezTo>
                  <a:cubicBezTo>
                    <a:pt x="3898" y="79764"/>
                    <a:pt x="2574" y="79267"/>
                    <a:pt x="1549" y="78274"/>
                  </a:cubicBezTo>
                  <a:cubicBezTo>
                    <a:pt x="516" y="77245"/>
                    <a:pt x="0" y="75939"/>
                    <a:pt x="0" y="74357"/>
                  </a:cubicBezTo>
                  <a:cubicBezTo>
                    <a:pt x="0" y="72372"/>
                    <a:pt x="589" y="69338"/>
                    <a:pt x="1767" y="65256"/>
                  </a:cubicBezTo>
                  <a:lnTo>
                    <a:pt x="10982" y="33317"/>
                  </a:lnTo>
                  <a:lnTo>
                    <a:pt x="2647" y="33317"/>
                  </a:lnTo>
                  <a:lnTo>
                    <a:pt x="3204" y="31166"/>
                  </a:lnTo>
                  <a:cubicBezTo>
                    <a:pt x="7246" y="30063"/>
                    <a:pt x="10611" y="28427"/>
                    <a:pt x="13298" y="26257"/>
                  </a:cubicBezTo>
                  <a:cubicBezTo>
                    <a:pt x="15977" y="24051"/>
                    <a:pt x="18979" y="20244"/>
                    <a:pt x="22288" y="14839"/>
                  </a:cubicBezTo>
                  <a:lnTo>
                    <a:pt x="24717" y="14839"/>
                  </a:lnTo>
                  <a:close/>
                  <a:moveTo>
                    <a:pt x="40266" y="57644"/>
                  </a:moveTo>
                  <a:cubicBezTo>
                    <a:pt x="40016" y="59482"/>
                    <a:pt x="39887" y="61008"/>
                    <a:pt x="39887" y="62222"/>
                  </a:cubicBezTo>
                  <a:cubicBezTo>
                    <a:pt x="39887" y="65495"/>
                    <a:pt x="41041" y="68290"/>
                    <a:pt x="43357" y="70607"/>
                  </a:cubicBezTo>
                  <a:cubicBezTo>
                    <a:pt x="45673" y="72886"/>
                    <a:pt x="48489" y="74027"/>
                    <a:pt x="51797" y="74027"/>
                  </a:cubicBezTo>
                  <a:cubicBezTo>
                    <a:pt x="54444" y="74027"/>
                    <a:pt x="56986" y="73493"/>
                    <a:pt x="59415" y="72427"/>
                  </a:cubicBezTo>
                  <a:cubicBezTo>
                    <a:pt x="61876" y="71324"/>
                    <a:pt x="65515" y="68915"/>
                    <a:pt x="70332" y="65201"/>
                  </a:cubicBezTo>
                  <a:lnTo>
                    <a:pt x="71495" y="66800"/>
                  </a:lnTo>
                  <a:cubicBezTo>
                    <a:pt x="62780" y="75443"/>
                    <a:pt x="54468" y="79764"/>
                    <a:pt x="46560" y="79764"/>
                  </a:cubicBezTo>
                  <a:cubicBezTo>
                    <a:pt x="41186" y="79764"/>
                    <a:pt x="37143" y="78072"/>
                    <a:pt x="34424" y="74689"/>
                  </a:cubicBezTo>
                  <a:cubicBezTo>
                    <a:pt x="31705" y="71306"/>
                    <a:pt x="30341" y="67573"/>
                    <a:pt x="30341" y="63491"/>
                  </a:cubicBezTo>
                  <a:cubicBezTo>
                    <a:pt x="30341" y="58011"/>
                    <a:pt x="32035" y="52403"/>
                    <a:pt x="35416" y="46667"/>
                  </a:cubicBezTo>
                  <a:cubicBezTo>
                    <a:pt x="38798" y="40930"/>
                    <a:pt x="43050" y="36480"/>
                    <a:pt x="48158" y="33317"/>
                  </a:cubicBezTo>
                  <a:cubicBezTo>
                    <a:pt x="53266" y="30118"/>
                    <a:pt x="58527" y="28519"/>
                    <a:pt x="63933" y="28519"/>
                  </a:cubicBezTo>
                  <a:cubicBezTo>
                    <a:pt x="67831" y="28519"/>
                    <a:pt x="70720" y="29309"/>
                    <a:pt x="72592" y="30890"/>
                  </a:cubicBezTo>
                  <a:cubicBezTo>
                    <a:pt x="74472" y="32472"/>
                    <a:pt x="75408" y="34347"/>
                    <a:pt x="75408" y="36517"/>
                  </a:cubicBezTo>
                  <a:cubicBezTo>
                    <a:pt x="75408" y="39569"/>
                    <a:pt x="74198" y="42492"/>
                    <a:pt x="71769" y="45288"/>
                  </a:cubicBezTo>
                  <a:cubicBezTo>
                    <a:pt x="68565" y="48928"/>
                    <a:pt x="63861" y="51871"/>
                    <a:pt x="57647" y="54114"/>
                  </a:cubicBezTo>
                  <a:cubicBezTo>
                    <a:pt x="53524" y="55621"/>
                    <a:pt x="47738" y="56798"/>
                    <a:pt x="40266" y="57644"/>
                  </a:cubicBezTo>
                  <a:close/>
                  <a:moveTo>
                    <a:pt x="40654" y="54941"/>
                  </a:moveTo>
                  <a:cubicBezTo>
                    <a:pt x="46100" y="54316"/>
                    <a:pt x="50530" y="53250"/>
                    <a:pt x="53952" y="51741"/>
                  </a:cubicBezTo>
                  <a:cubicBezTo>
                    <a:pt x="58470" y="49719"/>
                    <a:pt x="61860" y="47311"/>
                    <a:pt x="64103" y="44515"/>
                  </a:cubicBezTo>
                  <a:cubicBezTo>
                    <a:pt x="66379" y="41684"/>
                    <a:pt x="67516" y="38999"/>
                    <a:pt x="67516" y="36462"/>
                  </a:cubicBezTo>
                  <a:cubicBezTo>
                    <a:pt x="67516" y="34917"/>
                    <a:pt x="67024" y="33667"/>
                    <a:pt x="66032" y="32711"/>
                  </a:cubicBezTo>
                  <a:cubicBezTo>
                    <a:pt x="65071" y="31754"/>
                    <a:pt x="63691" y="31277"/>
                    <a:pt x="61892" y="31277"/>
                  </a:cubicBezTo>
                  <a:cubicBezTo>
                    <a:pt x="58140" y="31277"/>
                    <a:pt x="54154" y="33280"/>
                    <a:pt x="49925" y="37289"/>
                  </a:cubicBezTo>
                  <a:cubicBezTo>
                    <a:pt x="45729" y="41261"/>
                    <a:pt x="42639" y="47144"/>
                    <a:pt x="40654" y="54941"/>
                  </a:cubicBezTo>
                  <a:close/>
                  <a:moveTo>
                    <a:pt x="110599" y="0"/>
                  </a:moveTo>
                  <a:lnTo>
                    <a:pt x="91732" y="65643"/>
                  </a:lnTo>
                  <a:cubicBezTo>
                    <a:pt x="90813" y="68915"/>
                    <a:pt x="90353" y="70919"/>
                    <a:pt x="90353" y="71655"/>
                  </a:cubicBezTo>
                  <a:cubicBezTo>
                    <a:pt x="90353" y="72206"/>
                    <a:pt x="90522" y="72666"/>
                    <a:pt x="90853" y="73034"/>
                  </a:cubicBezTo>
                  <a:cubicBezTo>
                    <a:pt x="91224" y="73402"/>
                    <a:pt x="91660" y="73585"/>
                    <a:pt x="92176" y="73585"/>
                  </a:cubicBezTo>
                  <a:cubicBezTo>
                    <a:pt x="92878" y="73585"/>
                    <a:pt x="93629" y="73273"/>
                    <a:pt x="94436" y="72648"/>
                  </a:cubicBezTo>
                  <a:cubicBezTo>
                    <a:pt x="96348" y="71140"/>
                    <a:pt x="98357" y="68805"/>
                    <a:pt x="100447" y="65643"/>
                  </a:cubicBezTo>
                  <a:lnTo>
                    <a:pt x="102110" y="67352"/>
                  </a:lnTo>
                  <a:cubicBezTo>
                    <a:pt x="98616" y="72280"/>
                    <a:pt x="95396" y="75719"/>
                    <a:pt x="92451" y="77667"/>
                  </a:cubicBezTo>
                  <a:cubicBezTo>
                    <a:pt x="90280" y="79065"/>
                    <a:pt x="88222" y="79764"/>
                    <a:pt x="86277" y="79764"/>
                  </a:cubicBezTo>
                  <a:cubicBezTo>
                    <a:pt x="84873" y="79764"/>
                    <a:pt x="83703" y="79285"/>
                    <a:pt x="82743" y="78329"/>
                  </a:cubicBezTo>
                  <a:cubicBezTo>
                    <a:pt x="81823" y="77373"/>
                    <a:pt x="81363" y="76270"/>
                    <a:pt x="81363" y="75020"/>
                  </a:cubicBezTo>
                  <a:cubicBezTo>
                    <a:pt x="81363" y="73696"/>
                    <a:pt x="81952" y="70975"/>
                    <a:pt x="83130" y="66856"/>
                  </a:cubicBezTo>
                  <a:lnTo>
                    <a:pt x="98083" y="15114"/>
                  </a:lnTo>
                  <a:cubicBezTo>
                    <a:pt x="99293" y="10886"/>
                    <a:pt x="99899" y="8458"/>
                    <a:pt x="99899" y="7833"/>
                  </a:cubicBezTo>
                  <a:cubicBezTo>
                    <a:pt x="99899" y="6950"/>
                    <a:pt x="99552" y="6234"/>
                    <a:pt x="98850" y="5682"/>
                  </a:cubicBezTo>
                  <a:cubicBezTo>
                    <a:pt x="98156" y="5093"/>
                    <a:pt x="97066" y="4799"/>
                    <a:pt x="95598" y="4799"/>
                  </a:cubicBezTo>
                  <a:cubicBezTo>
                    <a:pt x="94750" y="4799"/>
                    <a:pt x="93467" y="4928"/>
                    <a:pt x="91732" y="5185"/>
                  </a:cubicBezTo>
                  <a:lnTo>
                    <a:pt x="91732" y="3144"/>
                  </a:lnTo>
                  <a:lnTo>
                    <a:pt x="110599" y="0"/>
                  </a:lnTo>
                  <a:close/>
                  <a:moveTo>
                    <a:pt x="121912" y="57644"/>
                  </a:moveTo>
                  <a:cubicBezTo>
                    <a:pt x="121654" y="59482"/>
                    <a:pt x="121525" y="61008"/>
                    <a:pt x="121525" y="62222"/>
                  </a:cubicBezTo>
                  <a:cubicBezTo>
                    <a:pt x="121525" y="65495"/>
                    <a:pt x="122678" y="68290"/>
                    <a:pt x="124994" y="70607"/>
                  </a:cubicBezTo>
                  <a:cubicBezTo>
                    <a:pt x="127318" y="72886"/>
                    <a:pt x="130126" y="74027"/>
                    <a:pt x="133435" y="74027"/>
                  </a:cubicBezTo>
                  <a:cubicBezTo>
                    <a:pt x="136081" y="74027"/>
                    <a:pt x="138623" y="73493"/>
                    <a:pt x="141052" y="72427"/>
                  </a:cubicBezTo>
                  <a:cubicBezTo>
                    <a:pt x="143514" y="71324"/>
                    <a:pt x="147153" y="68915"/>
                    <a:pt x="151970" y="65201"/>
                  </a:cubicBezTo>
                  <a:lnTo>
                    <a:pt x="153132" y="66800"/>
                  </a:lnTo>
                  <a:cubicBezTo>
                    <a:pt x="144417" y="75443"/>
                    <a:pt x="136106" y="79764"/>
                    <a:pt x="128198" y="79764"/>
                  </a:cubicBezTo>
                  <a:cubicBezTo>
                    <a:pt x="122832" y="79764"/>
                    <a:pt x="118781" y="78072"/>
                    <a:pt x="116062" y="74689"/>
                  </a:cubicBezTo>
                  <a:cubicBezTo>
                    <a:pt x="113342" y="71306"/>
                    <a:pt x="111978" y="67573"/>
                    <a:pt x="111978" y="63491"/>
                  </a:cubicBezTo>
                  <a:cubicBezTo>
                    <a:pt x="111978" y="58011"/>
                    <a:pt x="113673" y="52403"/>
                    <a:pt x="117054" y="46667"/>
                  </a:cubicBezTo>
                  <a:cubicBezTo>
                    <a:pt x="120435" y="40930"/>
                    <a:pt x="124688" y="36480"/>
                    <a:pt x="129796" y="33317"/>
                  </a:cubicBezTo>
                  <a:cubicBezTo>
                    <a:pt x="134911" y="30118"/>
                    <a:pt x="140165" y="28519"/>
                    <a:pt x="145571" y="28519"/>
                  </a:cubicBezTo>
                  <a:cubicBezTo>
                    <a:pt x="149469" y="28519"/>
                    <a:pt x="152357" y="29309"/>
                    <a:pt x="154238" y="30890"/>
                  </a:cubicBezTo>
                  <a:cubicBezTo>
                    <a:pt x="156110" y="32472"/>
                    <a:pt x="157046" y="34347"/>
                    <a:pt x="157046" y="36517"/>
                  </a:cubicBezTo>
                  <a:cubicBezTo>
                    <a:pt x="157046" y="39569"/>
                    <a:pt x="155835" y="42492"/>
                    <a:pt x="153407" y="45288"/>
                  </a:cubicBezTo>
                  <a:cubicBezTo>
                    <a:pt x="150203" y="48928"/>
                    <a:pt x="145499" y="51871"/>
                    <a:pt x="139285" y="54114"/>
                  </a:cubicBezTo>
                  <a:cubicBezTo>
                    <a:pt x="135170" y="55621"/>
                    <a:pt x="129376" y="56798"/>
                    <a:pt x="121912" y="57644"/>
                  </a:cubicBezTo>
                  <a:close/>
                  <a:moveTo>
                    <a:pt x="122291" y="54941"/>
                  </a:moveTo>
                  <a:cubicBezTo>
                    <a:pt x="127738" y="54316"/>
                    <a:pt x="132168" y="53250"/>
                    <a:pt x="135589" y="51741"/>
                  </a:cubicBezTo>
                  <a:cubicBezTo>
                    <a:pt x="140116" y="49719"/>
                    <a:pt x="143497" y="47311"/>
                    <a:pt x="145741" y="44515"/>
                  </a:cubicBezTo>
                  <a:cubicBezTo>
                    <a:pt x="148016" y="41684"/>
                    <a:pt x="149162" y="38999"/>
                    <a:pt x="149162" y="36462"/>
                  </a:cubicBezTo>
                  <a:cubicBezTo>
                    <a:pt x="149162" y="34917"/>
                    <a:pt x="148662" y="33667"/>
                    <a:pt x="147669" y="32711"/>
                  </a:cubicBezTo>
                  <a:cubicBezTo>
                    <a:pt x="146717" y="31754"/>
                    <a:pt x="145337" y="31277"/>
                    <a:pt x="143530" y="31277"/>
                  </a:cubicBezTo>
                  <a:cubicBezTo>
                    <a:pt x="139777" y="31277"/>
                    <a:pt x="135791" y="33280"/>
                    <a:pt x="131563" y="37289"/>
                  </a:cubicBezTo>
                  <a:cubicBezTo>
                    <a:pt x="127367" y="41261"/>
                    <a:pt x="124284" y="47144"/>
                    <a:pt x="122291" y="54941"/>
                  </a:cubicBezTo>
                  <a:close/>
                  <a:moveTo>
                    <a:pt x="183634" y="28519"/>
                  </a:moveTo>
                  <a:lnTo>
                    <a:pt x="179826" y="41205"/>
                  </a:lnTo>
                  <a:cubicBezTo>
                    <a:pt x="183836" y="36498"/>
                    <a:pt x="187403" y="33207"/>
                    <a:pt x="190534" y="31332"/>
                  </a:cubicBezTo>
                  <a:cubicBezTo>
                    <a:pt x="193689" y="29456"/>
                    <a:pt x="196908" y="28519"/>
                    <a:pt x="200185" y="28519"/>
                  </a:cubicBezTo>
                  <a:cubicBezTo>
                    <a:pt x="203453" y="28519"/>
                    <a:pt x="206253" y="29824"/>
                    <a:pt x="208569" y="32435"/>
                  </a:cubicBezTo>
                  <a:cubicBezTo>
                    <a:pt x="210885" y="35009"/>
                    <a:pt x="212046" y="38374"/>
                    <a:pt x="212046" y="42529"/>
                  </a:cubicBezTo>
                  <a:cubicBezTo>
                    <a:pt x="212046" y="50620"/>
                    <a:pt x="208754" y="58857"/>
                    <a:pt x="202170" y="67242"/>
                  </a:cubicBezTo>
                  <a:cubicBezTo>
                    <a:pt x="195585" y="75590"/>
                    <a:pt x="187919" y="79764"/>
                    <a:pt x="179164" y="79764"/>
                  </a:cubicBezTo>
                  <a:cubicBezTo>
                    <a:pt x="177324" y="79764"/>
                    <a:pt x="175694" y="79561"/>
                    <a:pt x="174258" y="79157"/>
                  </a:cubicBezTo>
                  <a:cubicBezTo>
                    <a:pt x="172862" y="78752"/>
                    <a:pt x="171280" y="78035"/>
                    <a:pt x="169513" y="77006"/>
                  </a:cubicBezTo>
                  <a:lnTo>
                    <a:pt x="165486" y="91237"/>
                  </a:lnTo>
                  <a:cubicBezTo>
                    <a:pt x="164679" y="94032"/>
                    <a:pt x="164276" y="95853"/>
                    <a:pt x="164276" y="96698"/>
                  </a:cubicBezTo>
                  <a:cubicBezTo>
                    <a:pt x="164276" y="97508"/>
                    <a:pt x="164478" y="98188"/>
                    <a:pt x="164881" y="98739"/>
                  </a:cubicBezTo>
                  <a:cubicBezTo>
                    <a:pt x="165325" y="99327"/>
                    <a:pt x="166019" y="99769"/>
                    <a:pt x="166979" y="100063"/>
                  </a:cubicBezTo>
                  <a:cubicBezTo>
                    <a:pt x="167931" y="100394"/>
                    <a:pt x="169828" y="100559"/>
                    <a:pt x="172660" y="100559"/>
                  </a:cubicBezTo>
                  <a:lnTo>
                    <a:pt x="172160" y="102600"/>
                  </a:lnTo>
                  <a:lnTo>
                    <a:pt x="146176" y="102600"/>
                  </a:lnTo>
                  <a:lnTo>
                    <a:pt x="146733" y="100559"/>
                  </a:lnTo>
                  <a:cubicBezTo>
                    <a:pt x="150155" y="100413"/>
                    <a:pt x="152470" y="99824"/>
                    <a:pt x="153681" y="98795"/>
                  </a:cubicBezTo>
                  <a:cubicBezTo>
                    <a:pt x="154859" y="97765"/>
                    <a:pt x="156110" y="94915"/>
                    <a:pt x="157433" y="90244"/>
                  </a:cubicBezTo>
                  <a:lnTo>
                    <a:pt x="171385" y="41923"/>
                  </a:lnTo>
                  <a:cubicBezTo>
                    <a:pt x="172232" y="38871"/>
                    <a:pt x="172660" y="36977"/>
                    <a:pt x="172660" y="36241"/>
                  </a:cubicBezTo>
                  <a:cubicBezTo>
                    <a:pt x="172660" y="35248"/>
                    <a:pt x="172361" y="34476"/>
                    <a:pt x="171772" y="33924"/>
                  </a:cubicBezTo>
                  <a:cubicBezTo>
                    <a:pt x="171224" y="33372"/>
                    <a:pt x="170360" y="33097"/>
                    <a:pt x="169182" y="33097"/>
                  </a:cubicBezTo>
                  <a:cubicBezTo>
                    <a:pt x="168117" y="33097"/>
                    <a:pt x="166624" y="33226"/>
                    <a:pt x="164712" y="33483"/>
                  </a:cubicBezTo>
                  <a:lnTo>
                    <a:pt x="164712" y="31332"/>
                  </a:lnTo>
                  <a:lnTo>
                    <a:pt x="183634" y="28519"/>
                  </a:lnTo>
                  <a:close/>
                  <a:moveTo>
                    <a:pt x="170780" y="72648"/>
                  </a:moveTo>
                  <a:cubicBezTo>
                    <a:pt x="173063" y="75369"/>
                    <a:pt x="176130" y="76730"/>
                    <a:pt x="179995" y="76730"/>
                  </a:cubicBezTo>
                  <a:cubicBezTo>
                    <a:pt x="181907" y="76730"/>
                    <a:pt x="183852" y="76196"/>
                    <a:pt x="185837" y="75130"/>
                  </a:cubicBezTo>
                  <a:cubicBezTo>
                    <a:pt x="187830" y="74064"/>
                    <a:pt x="189759" y="72482"/>
                    <a:pt x="191631" y="70386"/>
                  </a:cubicBezTo>
                  <a:cubicBezTo>
                    <a:pt x="193543" y="68290"/>
                    <a:pt x="195254" y="65881"/>
                    <a:pt x="196763" y="63160"/>
                  </a:cubicBezTo>
                  <a:cubicBezTo>
                    <a:pt x="198272" y="60401"/>
                    <a:pt x="199612" y="57166"/>
                    <a:pt x="200790" y="53451"/>
                  </a:cubicBezTo>
                  <a:cubicBezTo>
                    <a:pt x="202000" y="49737"/>
                    <a:pt x="202613" y="46060"/>
                    <a:pt x="202613" y="42419"/>
                  </a:cubicBezTo>
                  <a:cubicBezTo>
                    <a:pt x="202613" y="39477"/>
                    <a:pt x="201927" y="37234"/>
                    <a:pt x="200572" y="35689"/>
                  </a:cubicBezTo>
                  <a:cubicBezTo>
                    <a:pt x="199248" y="34108"/>
                    <a:pt x="197683" y="33317"/>
                    <a:pt x="195884" y="33317"/>
                  </a:cubicBezTo>
                  <a:cubicBezTo>
                    <a:pt x="191905" y="33317"/>
                    <a:pt x="187976" y="35598"/>
                    <a:pt x="184078" y="40158"/>
                  </a:cubicBezTo>
                  <a:cubicBezTo>
                    <a:pt x="180213" y="44718"/>
                    <a:pt x="177381" y="50050"/>
                    <a:pt x="175581" y="56155"/>
                  </a:cubicBezTo>
                  <a:lnTo>
                    <a:pt x="170780" y="72648"/>
                  </a:lnTo>
                  <a:close/>
                  <a:moveTo>
                    <a:pt x="267370" y="45784"/>
                  </a:moveTo>
                  <a:cubicBezTo>
                    <a:pt x="267370" y="51300"/>
                    <a:pt x="265901" y="56761"/>
                    <a:pt x="262956" y="62167"/>
                  </a:cubicBezTo>
                  <a:cubicBezTo>
                    <a:pt x="260051" y="67573"/>
                    <a:pt x="255992" y="71857"/>
                    <a:pt x="250763" y="75020"/>
                  </a:cubicBezTo>
                  <a:cubicBezTo>
                    <a:pt x="245542" y="78182"/>
                    <a:pt x="240467" y="79764"/>
                    <a:pt x="235544" y="79764"/>
                  </a:cubicBezTo>
                  <a:cubicBezTo>
                    <a:pt x="230501" y="79764"/>
                    <a:pt x="226386" y="78164"/>
                    <a:pt x="223182" y="74964"/>
                  </a:cubicBezTo>
                  <a:cubicBezTo>
                    <a:pt x="220019" y="71728"/>
                    <a:pt x="218445" y="67554"/>
                    <a:pt x="218445" y="62443"/>
                  </a:cubicBezTo>
                  <a:cubicBezTo>
                    <a:pt x="218445" y="57037"/>
                    <a:pt x="219987" y="51613"/>
                    <a:pt x="223077" y="46170"/>
                  </a:cubicBezTo>
                  <a:cubicBezTo>
                    <a:pt x="226200" y="40728"/>
                    <a:pt x="230356" y="36425"/>
                    <a:pt x="235544" y="33263"/>
                  </a:cubicBezTo>
                  <a:cubicBezTo>
                    <a:pt x="240765" y="30099"/>
                    <a:pt x="245801" y="28519"/>
                    <a:pt x="250658" y="28519"/>
                  </a:cubicBezTo>
                  <a:cubicBezTo>
                    <a:pt x="255508" y="28519"/>
                    <a:pt x="259502" y="30118"/>
                    <a:pt x="262625" y="33317"/>
                  </a:cubicBezTo>
                  <a:cubicBezTo>
                    <a:pt x="265788" y="36517"/>
                    <a:pt x="267370" y="40673"/>
                    <a:pt x="267370" y="45784"/>
                  </a:cubicBezTo>
                  <a:close/>
                  <a:moveTo>
                    <a:pt x="258211" y="41978"/>
                  </a:moveTo>
                  <a:cubicBezTo>
                    <a:pt x="258211" y="38558"/>
                    <a:pt x="257364" y="35947"/>
                    <a:pt x="255678" y="34145"/>
                  </a:cubicBezTo>
                  <a:cubicBezTo>
                    <a:pt x="254023" y="32306"/>
                    <a:pt x="251869" y="31387"/>
                    <a:pt x="249222" y="31387"/>
                  </a:cubicBezTo>
                  <a:cubicBezTo>
                    <a:pt x="243815" y="31387"/>
                    <a:pt x="238837" y="35266"/>
                    <a:pt x="234269" y="43026"/>
                  </a:cubicBezTo>
                  <a:cubicBezTo>
                    <a:pt x="229751" y="50749"/>
                    <a:pt x="227491" y="58434"/>
                    <a:pt x="227491" y="66084"/>
                  </a:cubicBezTo>
                  <a:cubicBezTo>
                    <a:pt x="227491" y="69577"/>
                    <a:pt x="228371" y="72280"/>
                    <a:pt x="230138" y="74192"/>
                  </a:cubicBezTo>
                  <a:cubicBezTo>
                    <a:pt x="231897" y="76068"/>
                    <a:pt x="234124" y="77006"/>
                    <a:pt x="236811" y="77006"/>
                  </a:cubicBezTo>
                  <a:cubicBezTo>
                    <a:pt x="241992" y="77006"/>
                    <a:pt x="246849" y="73162"/>
                    <a:pt x="251376" y="65477"/>
                  </a:cubicBezTo>
                  <a:cubicBezTo>
                    <a:pt x="255936" y="57754"/>
                    <a:pt x="258211" y="49921"/>
                    <a:pt x="258211" y="41978"/>
                  </a:cubicBezTo>
                  <a:close/>
                  <a:moveTo>
                    <a:pt x="277521" y="31608"/>
                  </a:moveTo>
                  <a:lnTo>
                    <a:pt x="296549" y="28519"/>
                  </a:lnTo>
                  <a:lnTo>
                    <a:pt x="288608" y="55327"/>
                  </a:lnTo>
                  <a:cubicBezTo>
                    <a:pt x="295040" y="44331"/>
                    <a:pt x="300890" y="36645"/>
                    <a:pt x="306151" y="32269"/>
                  </a:cubicBezTo>
                  <a:cubicBezTo>
                    <a:pt x="309129" y="29769"/>
                    <a:pt x="311558" y="28519"/>
                    <a:pt x="313430" y="28519"/>
                  </a:cubicBezTo>
                  <a:cubicBezTo>
                    <a:pt x="314640" y="28519"/>
                    <a:pt x="315601" y="28886"/>
                    <a:pt x="316294" y="29622"/>
                  </a:cubicBezTo>
                  <a:cubicBezTo>
                    <a:pt x="316997" y="30321"/>
                    <a:pt x="317343" y="31350"/>
                    <a:pt x="317343" y="32711"/>
                  </a:cubicBezTo>
                  <a:cubicBezTo>
                    <a:pt x="317343" y="35138"/>
                    <a:pt x="316722" y="37455"/>
                    <a:pt x="315471" y="39661"/>
                  </a:cubicBezTo>
                  <a:cubicBezTo>
                    <a:pt x="314592" y="41316"/>
                    <a:pt x="313317" y="42144"/>
                    <a:pt x="311663" y="42144"/>
                  </a:cubicBezTo>
                  <a:cubicBezTo>
                    <a:pt x="310815" y="42144"/>
                    <a:pt x="310081" y="41868"/>
                    <a:pt x="309460" y="41316"/>
                  </a:cubicBezTo>
                  <a:cubicBezTo>
                    <a:pt x="308871" y="40765"/>
                    <a:pt x="308499" y="39918"/>
                    <a:pt x="308354" y="38779"/>
                  </a:cubicBezTo>
                  <a:cubicBezTo>
                    <a:pt x="308282" y="38080"/>
                    <a:pt x="308112" y="37620"/>
                    <a:pt x="307862" y="37400"/>
                  </a:cubicBezTo>
                  <a:cubicBezTo>
                    <a:pt x="307563" y="37105"/>
                    <a:pt x="307216" y="36958"/>
                    <a:pt x="306813" y="36958"/>
                  </a:cubicBezTo>
                  <a:cubicBezTo>
                    <a:pt x="306183" y="36958"/>
                    <a:pt x="305594" y="37105"/>
                    <a:pt x="305046" y="37400"/>
                  </a:cubicBezTo>
                  <a:cubicBezTo>
                    <a:pt x="304086" y="37915"/>
                    <a:pt x="302633" y="39349"/>
                    <a:pt x="300688" y="41702"/>
                  </a:cubicBezTo>
                  <a:cubicBezTo>
                    <a:pt x="297638" y="45306"/>
                    <a:pt x="294330" y="49977"/>
                    <a:pt x="290755" y="55713"/>
                  </a:cubicBezTo>
                  <a:cubicBezTo>
                    <a:pt x="289214" y="58140"/>
                    <a:pt x="287890" y="60880"/>
                    <a:pt x="286785" y="63932"/>
                  </a:cubicBezTo>
                  <a:cubicBezTo>
                    <a:pt x="285244" y="68125"/>
                    <a:pt x="284356" y="70644"/>
                    <a:pt x="284138" y="71490"/>
                  </a:cubicBezTo>
                  <a:lnTo>
                    <a:pt x="282371" y="78440"/>
                  </a:lnTo>
                  <a:lnTo>
                    <a:pt x="273930" y="78440"/>
                  </a:lnTo>
                  <a:lnTo>
                    <a:pt x="284138" y="44185"/>
                  </a:lnTo>
                  <a:cubicBezTo>
                    <a:pt x="285316" y="40213"/>
                    <a:pt x="285905" y="37381"/>
                    <a:pt x="285905" y="35689"/>
                  </a:cubicBezTo>
                  <a:cubicBezTo>
                    <a:pt x="285905" y="35027"/>
                    <a:pt x="285631" y="34476"/>
                    <a:pt x="285074" y="34035"/>
                  </a:cubicBezTo>
                  <a:cubicBezTo>
                    <a:pt x="284340" y="33447"/>
                    <a:pt x="283363" y="33152"/>
                    <a:pt x="282153" y="33152"/>
                  </a:cubicBezTo>
                  <a:cubicBezTo>
                    <a:pt x="281378" y="33152"/>
                    <a:pt x="279966" y="33317"/>
                    <a:pt x="277908" y="33648"/>
                  </a:cubicBezTo>
                  <a:lnTo>
                    <a:pt x="277521" y="31608"/>
                  </a:lnTo>
                  <a:close/>
                  <a:moveTo>
                    <a:pt x="344981" y="14839"/>
                  </a:moveTo>
                  <a:lnTo>
                    <a:pt x="340680" y="29842"/>
                  </a:lnTo>
                  <a:lnTo>
                    <a:pt x="349338" y="29842"/>
                  </a:lnTo>
                  <a:lnTo>
                    <a:pt x="348402" y="33317"/>
                  </a:lnTo>
                  <a:lnTo>
                    <a:pt x="339801" y="33317"/>
                  </a:lnTo>
                  <a:lnTo>
                    <a:pt x="330311" y="65863"/>
                  </a:lnTo>
                  <a:cubicBezTo>
                    <a:pt x="329278" y="69356"/>
                    <a:pt x="328761" y="71618"/>
                    <a:pt x="328761" y="72648"/>
                  </a:cubicBezTo>
                  <a:cubicBezTo>
                    <a:pt x="328761" y="73273"/>
                    <a:pt x="328915" y="73751"/>
                    <a:pt x="329205" y="74082"/>
                  </a:cubicBezTo>
                  <a:cubicBezTo>
                    <a:pt x="329504" y="74413"/>
                    <a:pt x="329851" y="74579"/>
                    <a:pt x="330254" y="74579"/>
                  </a:cubicBezTo>
                  <a:cubicBezTo>
                    <a:pt x="331174" y="74579"/>
                    <a:pt x="332385" y="73935"/>
                    <a:pt x="333894" y="72648"/>
                  </a:cubicBezTo>
                  <a:cubicBezTo>
                    <a:pt x="334781" y="71912"/>
                    <a:pt x="336742" y="69651"/>
                    <a:pt x="339801" y="65863"/>
                  </a:cubicBezTo>
                  <a:lnTo>
                    <a:pt x="341616" y="67242"/>
                  </a:lnTo>
                  <a:cubicBezTo>
                    <a:pt x="338235" y="72170"/>
                    <a:pt x="335031" y="75644"/>
                    <a:pt x="332022" y="77667"/>
                  </a:cubicBezTo>
                  <a:cubicBezTo>
                    <a:pt x="329964" y="79065"/>
                    <a:pt x="327882" y="79764"/>
                    <a:pt x="325784" y="79764"/>
                  </a:cubicBezTo>
                  <a:cubicBezTo>
                    <a:pt x="324170" y="79764"/>
                    <a:pt x="322847" y="79267"/>
                    <a:pt x="321814" y="78274"/>
                  </a:cubicBezTo>
                  <a:cubicBezTo>
                    <a:pt x="320781" y="77245"/>
                    <a:pt x="320273" y="75939"/>
                    <a:pt x="320273" y="74357"/>
                  </a:cubicBezTo>
                  <a:cubicBezTo>
                    <a:pt x="320273" y="72372"/>
                    <a:pt x="320862" y="69338"/>
                    <a:pt x="322032" y="65256"/>
                  </a:cubicBezTo>
                  <a:lnTo>
                    <a:pt x="331247" y="33317"/>
                  </a:lnTo>
                  <a:lnTo>
                    <a:pt x="322919" y="33317"/>
                  </a:lnTo>
                  <a:lnTo>
                    <a:pt x="323468" y="31166"/>
                  </a:lnTo>
                  <a:cubicBezTo>
                    <a:pt x="327511" y="30063"/>
                    <a:pt x="330876" y="28427"/>
                    <a:pt x="333563" y="26257"/>
                  </a:cubicBezTo>
                  <a:cubicBezTo>
                    <a:pt x="336250" y="24051"/>
                    <a:pt x="339244" y="20244"/>
                    <a:pt x="342552" y="14839"/>
                  </a:cubicBezTo>
                  <a:lnTo>
                    <a:pt x="344981" y="14839"/>
                  </a:lnTo>
                  <a:close/>
                </a:path>
              </a:pathLst>
            </a:custGeom>
            <a:solidFill>
              <a:srgbClr val="000000"/>
            </a:solidFill>
            <a:ln w="807" cap="flat">
              <a:noFill/>
              <a:prstDash val="solid"/>
              <a:miter/>
            </a:ln>
          </p:spPr>
        </p:sp>
        <p:sp>
          <p:nvSpPr>
            <p:cNvPr id="509" name="任意形状 508">
              <a:extLst>
                <a:ext uri="{FF2B5EF4-FFF2-40B4-BE49-F238E27FC236}">
                  <a16:creationId xmlns:a16="http://schemas.microsoft.com/office/drawing/2014/main" id="{F17CDE11-A6E8-5EE0-9A7E-48EB76995EC7}"/>
                </a:ext>
              </a:extLst>
            </p:cNvPr>
            <p:cNvSpPr/>
            <p:nvPr/>
          </p:nvSpPr>
          <p:spPr>
            <a:xfrm>
              <a:off x="4830299" y="1857811"/>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3182BA"/>
              </a:solidFill>
              <a:prstDash val="solid"/>
              <a:miter/>
            </a:ln>
          </p:spPr>
        </p:sp>
        <p:sp>
          <p:nvSpPr>
            <p:cNvPr id="510" name="任意形状 509">
              <a:extLst>
                <a:ext uri="{FF2B5EF4-FFF2-40B4-BE49-F238E27FC236}">
                  <a16:creationId xmlns:a16="http://schemas.microsoft.com/office/drawing/2014/main" id="{FF44ECE0-ADCD-24B5-BD05-4B558D1F4AD6}"/>
                </a:ext>
              </a:extLst>
            </p:cNvPr>
            <p:cNvSpPr/>
            <p:nvPr/>
          </p:nvSpPr>
          <p:spPr>
            <a:xfrm>
              <a:off x="4871872" y="1886529"/>
              <a:ext cx="75270" cy="87841"/>
            </a:xfrm>
            <a:custGeom>
              <a:avLst/>
              <a:gdLst>
                <a:gd name="csX0" fmla="*/ 21295 w 64094"/>
                <a:gd name="csY0" fmla="*/ 4081 h 74798"/>
                <a:gd name="csX1" fmla="*/ 21295 w 64094"/>
                <a:gd name="csY1" fmla="*/ 33648 h 74798"/>
                <a:gd name="csX2" fmla="*/ 37732 w 64094"/>
                <a:gd name="csY2" fmla="*/ 33648 h 74798"/>
                <a:gd name="csX3" fmla="*/ 46278 w 64094"/>
                <a:gd name="csY3" fmla="*/ 31717 h 74798"/>
                <a:gd name="csX4" fmla="*/ 49481 w 64094"/>
                <a:gd name="csY4" fmla="*/ 22781 h 74798"/>
                <a:gd name="csX5" fmla="*/ 51523 w 64094"/>
                <a:gd name="csY5" fmla="*/ 22781 h 74798"/>
                <a:gd name="csX6" fmla="*/ 51523 w 64094"/>
                <a:gd name="csY6" fmla="*/ 48818 h 74798"/>
                <a:gd name="csX7" fmla="*/ 49481 w 64094"/>
                <a:gd name="csY7" fmla="*/ 48818 h 74798"/>
                <a:gd name="csX8" fmla="*/ 47940 w 64094"/>
                <a:gd name="csY8" fmla="*/ 41812 h 74798"/>
                <a:gd name="csX9" fmla="*/ 44680 w 64094"/>
                <a:gd name="csY9" fmla="*/ 38778 h 74798"/>
                <a:gd name="csX10" fmla="*/ 37732 w 64094"/>
                <a:gd name="csY10" fmla="*/ 37675 h 74798"/>
                <a:gd name="csX11" fmla="*/ 21295 w 64094"/>
                <a:gd name="csY11" fmla="*/ 37675 h 74798"/>
                <a:gd name="csX12" fmla="*/ 21295 w 64094"/>
                <a:gd name="csY12" fmla="*/ 62332 h 74798"/>
                <a:gd name="csX13" fmla="*/ 21731 w 64094"/>
                <a:gd name="csY13" fmla="*/ 68400 h 74798"/>
                <a:gd name="csX14" fmla="*/ 23280 w 64094"/>
                <a:gd name="csY14" fmla="*/ 70110 h 74798"/>
                <a:gd name="csX15" fmla="*/ 27468 w 64094"/>
                <a:gd name="csY15" fmla="*/ 70717 h 74798"/>
                <a:gd name="csX16" fmla="*/ 40161 w 64094"/>
                <a:gd name="csY16" fmla="*/ 70717 h 74798"/>
                <a:gd name="csX17" fmla="*/ 49368 w 64094"/>
                <a:gd name="csY17" fmla="*/ 69835 h 74798"/>
                <a:gd name="csX18" fmla="*/ 54888 w 64094"/>
                <a:gd name="csY18" fmla="*/ 66359 h 74798"/>
                <a:gd name="csX19" fmla="*/ 61892 w 64094"/>
                <a:gd name="csY19" fmla="*/ 56044 h 74798"/>
                <a:gd name="csX20" fmla="*/ 64095 w 64094"/>
                <a:gd name="csY20" fmla="*/ 56044 h 74798"/>
                <a:gd name="csX21" fmla="*/ 57647 w 64094"/>
                <a:gd name="csY21" fmla="*/ 74799 h 74798"/>
                <a:gd name="csX22" fmla="*/ 0 w 64094"/>
                <a:gd name="csY22" fmla="*/ 74799 h 74798"/>
                <a:gd name="csX23" fmla="*/ 0 w 64094"/>
                <a:gd name="csY23" fmla="*/ 72758 h 74798"/>
                <a:gd name="csX24" fmla="*/ 2647 w 64094"/>
                <a:gd name="csY24" fmla="*/ 72758 h 74798"/>
                <a:gd name="csX25" fmla="*/ 7666 w 64094"/>
                <a:gd name="csY25" fmla="*/ 71489 h 74798"/>
                <a:gd name="csX26" fmla="*/ 10038 w 64094"/>
                <a:gd name="csY26" fmla="*/ 68841 h 74798"/>
                <a:gd name="csX27" fmla="*/ 10700 w 64094"/>
                <a:gd name="csY27" fmla="*/ 61615 h 74798"/>
                <a:gd name="csX28" fmla="*/ 10700 w 64094"/>
                <a:gd name="csY28" fmla="*/ 13018 h 74798"/>
                <a:gd name="csX29" fmla="*/ 9272 w 64094"/>
                <a:gd name="csY29" fmla="*/ 4247 h 74798"/>
                <a:gd name="csX30" fmla="*/ 2647 w 64094"/>
                <a:gd name="csY30" fmla="*/ 2041 h 74798"/>
                <a:gd name="csX31" fmla="*/ 0 w 64094"/>
                <a:gd name="csY31" fmla="*/ 2041 h 74798"/>
                <a:gd name="csX32" fmla="*/ 0 w 64094"/>
                <a:gd name="csY32" fmla="*/ 0 h 74798"/>
                <a:gd name="csX33" fmla="*/ 57647 w 64094"/>
                <a:gd name="csY33" fmla="*/ 0 h 74798"/>
                <a:gd name="csX34" fmla="*/ 58470 w 64094"/>
                <a:gd name="csY34" fmla="*/ 16382 h 74798"/>
                <a:gd name="csX35" fmla="*/ 56324 w 64094"/>
                <a:gd name="csY35" fmla="*/ 16382 h 74798"/>
                <a:gd name="csX36" fmla="*/ 53726 w 64094"/>
                <a:gd name="csY36" fmla="*/ 8274 h 74798"/>
                <a:gd name="csX37" fmla="*/ 49594 w 64094"/>
                <a:gd name="csY37" fmla="*/ 4909 h 74798"/>
                <a:gd name="csX38" fmla="*/ 41815 w 64094"/>
                <a:gd name="csY38" fmla="*/ 4081 h 74798"/>
                <a:gd name="csX39" fmla="*/ 21295 w 64094"/>
                <a:gd name="csY39" fmla="*/ 4081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798">
                  <a:moveTo>
                    <a:pt x="21295" y="4081"/>
                  </a:moveTo>
                  <a:lnTo>
                    <a:pt x="21295" y="33648"/>
                  </a:lnTo>
                  <a:lnTo>
                    <a:pt x="37732" y="33648"/>
                  </a:lnTo>
                  <a:cubicBezTo>
                    <a:pt x="42001" y="33648"/>
                    <a:pt x="44849" y="33004"/>
                    <a:pt x="46278" y="31717"/>
                  </a:cubicBezTo>
                  <a:cubicBezTo>
                    <a:pt x="48190" y="30026"/>
                    <a:pt x="49263" y="27048"/>
                    <a:pt x="49481" y="22781"/>
                  </a:cubicBezTo>
                  <a:lnTo>
                    <a:pt x="51523" y="22781"/>
                  </a:lnTo>
                  <a:lnTo>
                    <a:pt x="51523" y="48818"/>
                  </a:lnTo>
                  <a:lnTo>
                    <a:pt x="49481" y="48818"/>
                  </a:lnTo>
                  <a:cubicBezTo>
                    <a:pt x="48965" y="45177"/>
                    <a:pt x="48448" y="42842"/>
                    <a:pt x="47940" y="41812"/>
                  </a:cubicBezTo>
                  <a:cubicBezTo>
                    <a:pt x="47278" y="40525"/>
                    <a:pt x="46189" y="39514"/>
                    <a:pt x="44680" y="38778"/>
                  </a:cubicBezTo>
                  <a:cubicBezTo>
                    <a:pt x="43171" y="38043"/>
                    <a:pt x="40855" y="37675"/>
                    <a:pt x="37732" y="37675"/>
                  </a:cubicBezTo>
                  <a:lnTo>
                    <a:pt x="21295" y="37675"/>
                  </a:lnTo>
                  <a:lnTo>
                    <a:pt x="21295" y="62332"/>
                  </a:lnTo>
                  <a:cubicBezTo>
                    <a:pt x="21295" y="65642"/>
                    <a:pt x="21440" y="67665"/>
                    <a:pt x="21731" y="68400"/>
                  </a:cubicBezTo>
                  <a:cubicBezTo>
                    <a:pt x="22029" y="69099"/>
                    <a:pt x="22546" y="69669"/>
                    <a:pt x="23280" y="70110"/>
                  </a:cubicBezTo>
                  <a:cubicBezTo>
                    <a:pt x="24014" y="70515"/>
                    <a:pt x="25410" y="70717"/>
                    <a:pt x="27468" y="70717"/>
                  </a:cubicBezTo>
                  <a:lnTo>
                    <a:pt x="40161" y="70717"/>
                  </a:lnTo>
                  <a:cubicBezTo>
                    <a:pt x="44389" y="70717"/>
                    <a:pt x="47456" y="70423"/>
                    <a:pt x="49368" y="69835"/>
                  </a:cubicBezTo>
                  <a:cubicBezTo>
                    <a:pt x="51281" y="69246"/>
                    <a:pt x="53120" y="68088"/>
                    <a:pt x="54888" y="66359"/>
                  </a:cubicBezTo>
                  <a:cubicBezTo>
                    <a:pt x="57163" y="64079"/>
                    <a:pt x="59503" y="60640"/>
                    <a:pt x="61892" y="56044"/>
                  </a:cubicBezTo>
                  <a:lnTo>
                    <a:pt x="64095" y="56044"/>
                  </a:lnTo>
                  <a:lnTo>
                    <a:pt x="57647" y="74799"/>
                  </a:lnTo>
                  <a:lnTo>
                    <a:pt x="0" y="74799"/>
                  </a:lnTo>
                  <a:lnTo>
                    <a:pt x="0" y="72758"/>
                  </a:lnTo>
                  <a:lnTo>
                    <a:pt x="2647" y="72758"/>
                  </a:lnTo>
                  <a:cubicBezTo>
                    <a:pt x="4414" y="72758"/>
                    <a:pt x="6084" y="72335"/>
                    <a:pt x="7666" y="71489"/>
                  </a:cubicBezTo>
                  <a:cubicBezTo>
                    <a:pt x="8844" y="70901"/>
                    <a:pt x="9635" y="70019"/>
                    <a:pt x="10038" y="68841"/>
                  </a:cubicBezTo>
                  <a:cubicBezTo>
                    <a:pt x="10482" y="67665"/>
                    <a:pt x="10700" y="65256"/>
                    <a:pt x="10700" y="61615"/>
                  </a:cubicBezTo>
                  <a:lnTo>
                    <a:pt x="10700" y="13018"/>
                  </a:lnTo>
                  <a:cubicBezTo>
                    <a:pt x="10700" y="8274"/>
                    <a:pt x="10224" y="5351"/>
                    <a:pt x="9272" y="4247"/>
                  </a:cubicBezTo>
                  <a:cubicBezTo>
                    <a:pt x="7940" y="2776"/>
                    <a:pt x="5737" y="2041"/>
                    <a:pt x="2647" y="2041"/>
                  </a:cubicBezTo>
                  <a:lnTo>
                    <a:pt x="0" y="2041"/>
                  </a:lnTo>
                  <a:lnTo>
                    <a:pt x="0" y="0"/>
                  </a:lnTo>
                  <a:lnTo>
                    <a:pt x="57647" y="0"/>
                  </a:lnTo>
                  <a:lnTo>
                    <a:pt x="58470" y="16382"/>
                  </a:lnTo>
                  <a:lnTo>
                    <a:pt x="56324" y="16382"/>
                  </a:lnTo>
                  <a:cubicBezTo>
                    <a:pt x="55549" y="12448"/>
                    <a:pt x="54686" y="9745"/>
                    <a:pt x="53726" y="8274"/>
                  </a:cubicBezTo>
                  <a:cubicBezTo>
                    <a:pt x="52806" y="6803"/>
                    <a:pt x="51426" y="5682"/>
                    <a:pt x="49594" y="4909"/>
                  </a:cubicBezTo>
                  <a:cubicBezTo>
                    <a:pt x="48117" y="4357"/>
                    <a:pt x="45527" y="4081"/>
                    <a:pt x="41815" y="4081"/>
                  </a:cubicBezTo>
                  <a:lnTo>
                    <a:pt x="21295" y="4081"/>
                  </a:lnTo>
                  <a:close/>
                </a:path>
              </a:pathLst>
            </a:custGeom>
            <a:solidFill>
              <a:srgbClr val="000000"/>
            </a:solidFill>
            <a:ln w="807" cap="flat">
              <a:noFill/>
              <a:prstDash val="solid"/>
              <a:miter/>
            </a:ln>
          </p:spPr>
        </p:sp>
        <p:sp>
          <p:nvSpPr>
            <p:cNvPr id="511" name="任意形状 510">
              <a:extLst>
                <a:ext uri="{FF2B5EF4-FFF2-40B4-BE49-F238E27FC236}">
                  <a16:creationId xmlns:a16="http://schemas.microsoft.com/office/drawing/2014/main" id="{4C0EF930-5C2B-D80E-E1C1-53A100D6631C}"/>
                </a:ext>
              </a:extLst>
            </p:cNvPr>
            <p:cNvSpPr/>
            <p:nvPr/>
          </p:nvSpPr>
          <p:spPr>
            <a:xfrm>
              <a:off x="4829351" y="2343951"/>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3182BA"/>
              </a:solidFill>
              <a:prstDash val="solid"/>
              <a:miter/>
            </a:ln>
          </p:spPr>
        </p:sp>
        <p:sp>
          <p:nvSpPr>
            <p:cNvPr id="384" name="任意形状 383">
              <a:extLst>
                <a:ext uri="{FF2B5EF4-FFF2-40B4-BE49-F238E27FC236}">
                  <a16:creationId xmlns:a16="http://schemas.microsoft.com/office/drawing/2014/main" id="{77794A5E-7B3A-0C12-5A55-C5AC51446B16}"/>
                </a:ext>
              </a:extLst>
            </p:cNvPr>
            <p:cNvSpPr/>
            <p:nvPr/>
          </p:nvSpPr>
          <p:spPr>
            <a:xfrm>
              <a:off x="4870924" y="2372669"/>
              <a:ext cx="75270" cy="87841"/>
            </a:xfrm>
            <a:custGeom>
              <a:avLst/>
              <a:gdLst>
                <a:gd name="csX0" fmla="*/ 21295 w 64094"/>
                <a:gd name="csY0" fmla="*/ 4081 h 74798"/>
                <a:gd name="csX1" fmla="*/ 21295 w 64094"/>
                <a:gd name="csY1" fmla="*/ 33648 h 74798"/>
                <a:gd name="csX2" fmla="*/ 37732 w 64094"/>
                <a:gd name="csY2" fmla="*/ 33648 h 74798"/>
                <a:gd name="csX3" fmla="*/ 46278 w 64094"/>
                <a:gd name="csY3" fmla="*/ 31717 h 74798"/>
                <a:gd name="csX4" fmla="*/ 49481 w 64094"/>
                <a:gd name="csY4" fmla="*/ 22781 h 74798"/>
                <a:gd name="csX5" fmla="*/ 51523 w 64094"/>
                <a:gd name="csY5" fmla="*/ 22781 h 74798"/>
                <a:gd name="csX6" fmla="*/ 51523 w 64094"/>
                <a:gd name="csY6" fmla="*/ 48818 h 74798"/>
                <a:gd name="csX7" fmla="*/ 49481 w 64094"/>
                <a:gd name="csY7" fmla="*/ 48818 h 74798"/>
                <a:gd name="csX8" fmla="*/ 47940 w 64094"/>
                <a:gd name="csY8" fmla="*/ 41812 h 74798"/>
                <a:gd name="csX9" fmla="*/ 44680 w 64094"/>
                <a:gd name="csY9" fmla="*/ 38778 h 74798"/>
                <a:gd name="csX10" fmla="*/ 37732 w 64094"/>
                <a:gd name="csY10" fmla="*/ 37675 h 74798"/>
                <a:gd name="csX11" fmla="*/ 21295 w 64094"/>
                <a:gd name="csY11" fmla="*/ 37675 h 74798"/>
                <a:gd name="csX12" fmla="*/ 21295 w 64094"/>
                <a:gd name="csY12" fmla="*/ 62333 h 74798"/>
                <a:gd name="csX13" fmla="*/ 21731 w 64094"/>
                <a:gd name="csY13" fmla="*/ 68400 h 74798"/>
                <a:gd name="csX14" fmla="*/ 23280 w 64094"/>
                <a:gd name="csY14" fmla="*/ 70110 h 74798"/>
                <a:gd name="csX15" fmla="*/ 27468 w 64094"/>
                <a:gd name="csY15" fmla="*/ 70717 h 74798"/>
                <a:gd name="csX16" fmla="*/ 40161 w 64094"/>
                <a:gd name="csY16" fmla="*/ 70717 h 74798"/>
                <a:gd name="csX17" fmla="*/ 49368 w 64094"/>
                <a:gd name="csY17" fmla="*/ 69835 h 74798"/>
                <a:gd name="csX18" fmla="*/ 54888 w 64094"/>
                <a:gd name="csY18" fmla="*/ 66359 h 74798"/>
                <a:gd name="csX19" fmla="*/ 61892 w 64094"/>
                <a:gd name="csY19" fmla="*/ 56044 h 74798"/>
                <a:gd name="csX20" fmla="*/ 64095 w 64094"/>
                <a:gd name="csY20" fmla="*/ 56044 h 74798"/>
                <a:gd name="csX21" fmla="*/ 57647 w 64094"/>
                <a:gd name="csY21" fmla="*/ 74799 h 74798"/>
                <a:gd name="csX22" fmla="*/ 0 w 64094"/>
                <a:gd name="csY22" fmla="*/ 74799 h 74798"/>
                <a:gd name="csX23" fmla="*/ 0 w 64094"/>
                <a:gd name="csY23" fmla="*/ 72758 h 74798"/>
                <a:gd name="csX24" fmla="*/ 2647 w 64094"/>
                <a:gd name="csY24" fmla="*/ 72758 h 74798"/>
                <a:gd name="csX25" fmla="*/ 7666 w 64094"/>
                <a:gd name="csY25" fmla="*/ 71489 h 74798"/>
                <a:gd name="csX26" fmla="*/ 10038 w 64094"/>
                <a:gd name="csY26" fmla="*/ 68841 h 74798"/>
                <a:gd name="csX27" fmla="*/ 10700 w 64094"/>
                <a:gd name="csY27" fmla="*/ 61615 h 74798"/>
                <a:gd name="csX28" fmla="*/ 10700 w 64094"/>
                <a:gd name="csY28" fmla="*/ 13018 h 74798"/>
                <a:gd name="csX29" fmla="*/ 9272 w 64094"/>
                <a:gd name="csY29" fmla="*/ 4247 h 74798"/>
                <a:gd name="csX30" fmla="*/ 2647 w 64094"/>
                <a:gd name="csY30" fmla="*/ 2041 h 74798"/>
                <a:gd name="csX31" fmla="*/ 0 w 64094"/>
                <a:gd name="csY31" fmla="*/ 2041 h 74798"/>
                <a:gd name="csX32" fmla="*/ 0 w 64094"/>
                <a:gd name="csY32" fmla="*/ 0 h 74798"/>
                <a:gd name="csX33" fmla="*/ 57647 w 64094"/>
                <a:gd name="csY33" fmla="*/ 0 h 74798"/>
                <a:gd name="csX34" fmla="*/ 58470 w 64094"/>
                <a:gd name="csY34" fmla="*/ 16382 h 74798"/>
                <a:gd name="csX35" fmla="*/ 56324 w 64094"/>
                <a:gd name="csY35" fmla="*/ 16382 h 74798"/>
                <a:gd name="csX36" fmla="*/ 53726 w 64094"/>
                <a:gd name="csY36" fmla="*/ 8274 h 74798"/>
                <a:gd name="csX37" fmla="*/ 49594 w 64094"/>
                <a:gd name="csY37" fmla="*/ 4909 h 74798"/>
                <a:gd name="csX38" fmla="*/ 41815 w 64094"/>
                <a:gd name="csY38" fmla="*/ 4081 h 74798"/>
                <a:gd name="csX39" fmla="*/ 21295 w 64094"/>
                <a:gd name="csY39" fmla="*/ 4081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798">
                  <a:moveTo>
                    <a:pt x="21295" y="4081"/>
                  </a:moveTo>
                  <a:lnTo>
                    <a:pt x="21295" y="33648"/>
                  </a:lnTo>
                  <a:lnTo>
                    <a:pt x="37732" y="33648"/>
                  </a:lnTo>
                  <a:cubicBezTo>
                    <a:pt x="42001" y="33648"/>
                    <a:pt x="44849" y="33004"/>
                    <a:pt x="46278" y="31717"/>
                  </a:cubicBezTo>
                  <a:cubicBezTo>
                    <a:pt x="48190" y="30026"/>
                    <a:pt x="49263" y="27048"/>
                    <a:pt x="49481" y="22781"/>
                  </a:cubicBezTo>
                  <a:lnTo>
                    <a:pt x="51523" y="22781"/>
                  </a:lnTo>
                  <a:lnTo>
                    <a:pt x="51523" y="48818"/>
                  </a:lnTo>
                  <a:lnTo>
                    <a:pt x="49481" y="48818"/>
                  </a:lnTo>
                  <a:cubicBezTo>
                    <a:pt x="48965" y="45177"/>
                    <a:pt x="48448" y="42842"/>
                    <a:pt x="47940" y="41812"/>
                  </a:cubicBezTo>
                  <a:cubicBezTo>
                    <a:pt x="47278" y="40525"/>
                    <a:pt x="46189" y="39514"/>
                    <a:pt x="44680" y="38778"/>
                  </a:cubicBezTo>
                  <a:cubicBezTo>
                    <a:pt x="43171" y="38043"/>
                    <a:pt x="40855" y="37675"/>
                    <a:pt x="37732" y="37675"/>
                  </a:cubicBezTo>
                  <a:lnTo>
                    <a:pt x="21295" y="37675"/>
                  </a:lnTo>
                  <a:lnTo>
                    <a:pt x="21295" y="62333"/>
                  </a:lnTo>
                  <a:cubicBezTo>
                    <a:pt x="21295" y="65642"/>
                    <a:pt x="21440" y="67665"/>
                    <a:pt x="21731" y="68400"/>
                  </a:cubicBezTo>
                  <a:cubicBezTo>
                    <a:pt x="22029" y="69099"/>
                    <a:pt x="22546" y="69669"/>
                    <a:pt x="23280" y="70110"/>
                  </a:cubicBezTo>
                  <a:cubicBezTo>
                    <a:pt x="24014" y="70515"/>
                    <a:pt x="25410" y="70717"/>
                    <a:pt x="27468" y="70717"/>
                  </a:cubicBezTo>
                  <a:lnTo>
                    <a:pt x="40161" y="70717"/>
                  </a:lnTo>
                  <a:cubicBezTo>
                    <a:pt x="44389" y="70717"/>
                    <a:pt x="47456" y="70423"/>
                    <a:pt x="49368" y="69835"/>
                  </a:cubicBezTo>
                  <a:cubicBezTo>
                    <a:pt x="51281" y="69245"/>
                    <a:pt x="53120" y="68088"/>
                    <a:pt x="54888" y="66359"/>
                  </a:cubicBezTo>
                  <a:cubicBezTo>
                    <a:pt x="57163" y="64079"/>
                    <a:pt x="59503" y="60640"/>
                    <a:pt x="61892" y="56044"/>
                  </a:cubicBezTo>
                  <a:lnTo>
                    <a:pt x="64095" y="56044"/>
                  </a:lnTo>
                  <a:lnTo>
                    <a:pt x="57647" y="74799"/>
                  </a:lnTo>
                  <a:lnTo>
                    <a:pt x="0" y="74799"/>
                  </a:lnTo>
                  <a:lnTo>
                    <a:pt x="0" y="72758"/>
                  </a:lnTo>
                  <a:lnTo>
                    <a:pt x="2647" y="72758"/>
                  </a:lnTo>
                  <a:cubicBezTo>
                    <a:pt x="4414" y="72758"/>
                    <a:pt x="6084" y="72335"/>
                    <a:pt x="7666" y="71489"/>
                  </a:cubicBezTo>
                  <a:cubicBezTo>
                    <a:pt x="8844" y="70901"/>
                    <a:pt x="9635" y="70019"/>
                    <a:pt x="10038" y="68841"/>
                  </a:cubicBezTo>
                  <a:cubicBezTo>
                    <a:pt x="10482" y="67665"/>
                    <a:pt x="10700" y="65256"/>
                    <a:pt x="10700" y="61615"/>
                  </a:cubicBezTo>
                  <a:lnTo>
                    <a:pt x="10700" y="13018"/>
                  </a:lnTo>
                  <a:cubicBezTo>
                    <a:pt x="10700" y="8274"/>
                    <a:pt x="10224" y="5351"/>
                    <a:pt x="9272" y="4247"/>
                  </a:cubicBezTo>
                  <a:cubicBezTo>
                    <a:pt x="7940" y="2776"/>
                    <a:pt x="5737" y="2041"/>
                    <a:pt x="2647" y="2041"/>
                  </a:cubicBezTo>
                  <a:lnTo>
                    <a:pt x="0" y="2041"/>
                  </a:lnTo>
                  <a:lnTo>
                    <a:pt x="0" y="0"/>
                  </a:lnTo>
                  <a:lnTo>
                    <a:pt x="57647" y="0"/>
                  </a:lnTo>
                  <a:lnTo>
                    <a:pt x="58470" y="16382"/>
                  </a:lnTo>
                  <a:lnTo>
                    <a:pt x="56324" y="16382"/>
                  </a:lnTo>
                  <a:cubicBezTo>
                    <a:pt x="55549" y="12448"/>
                    <a:pt x="54686" y="9745"/>
                    <a:pt x="53726" y="8274"/>
                  </a:cubicBezTo>
                  <a:cubicBezTo>
                    <a:pt x="52806" y="6803"/>
                    <a:pt x="51426" y="5682"/>
                    <a:pt x="49594" y="4909"/>
                  </a:cubicBezTo>
                  <a:cubicBezTo>
                    <a:pt x="48117" y="4357"/>
                    <a:pt x="45527" y="4081"/>
                    <a:pt x="41815" y="4081"/>
                  </a:cubicBezTo>
                  <a:lnTo>
                    <a:pt x="21295" y="4081"/>
                  </a:lnTo>
                  <a:close/>
                </a:path>
              </a:pathLst>
            </a:custGeom>
            <a:solidFill>
              <a:srgbClr val="000000"/>
            </a:solidFill>
            <a:ln w="807" cap="flat">
              <a:noFill/>
              <a:prstDash val="solid"/>
              <a:miter/>
            </a:ln>
          </p:spPr>
        </p:sp>
        <p:sp>
          <p:nvSpPr>
            <p:cNvPr id="385" name="任意形状 384">
              <a:extLst>
                <a:ext uri="{FF2B5EF4-FFF2-40B4-BE49-F238E27FC236}">
                  <a16:creationId xmlns:a16="http://schemas.microsoft.com/office/drawing/2014/main" id="{B211000D-6EA9-5724-84C7-E0CE52740EA9}"/>
                </a:ext>
              </a:extLst>
            </p:cNvPr>
            <p:cNvSpPr/>
            <p:nvPr/>
          </p:nvSpPr>
          <p:spPr>
            <a:xfrm>
              <a:off x="3630043" y="2761094"/>
              <a:ext cx="177825" cy="91855"/>
            </a:xfrm>
            <a:custGeom>
              <a:avLst/>
              <a:gdLst>
                <a:gd name="csX0" fmla="*/ 71882 w 151421"/>
                <a:gd name="csY0" fmla="*/ 0 h 78216"/>
                <a:gd name="csX1" fmla="*/ 66306 w 151421"/>
                <a:gd name="csY1" fmla="*/ 24216 h 78216"/>
                <a:gd name="csX2" fmla="*/ 64321 w 151421"/>
                <a:gd name="csY2" fmla="*/ 24216 h 78216"/>
                <a:gd name="csX3" fmla="*/ 64103 w 151421"/>
                <a:gd name="csY3" fmla="*/ 18148 h 78216"/>
                <a:gd name="csX4" fmla="*/ 62828 w 151421"/>
                <a:gd name="csY4" fmla="*/ 12241 h 78216"/>
                <a:gd name="csX5" fmla="*/ 59851 w 151421"/>
                <a:gd name="csY5" fmla="*/ 7771 h 78216"/>
                <a:gd name="csX6" fmla="*/ 54831 w 151421"/>
                <a:gd name="csY6" fmla="*/ 4793 h 78216"/>
                <a:gd name="csX7" fmla="*/ 48101 w 151421"/>
                <a:gd name="csY7" fmla="*/ 3696 h 78216"/>
                <a:gd name="csX8" fmla="*/ 30841 w 151421"/>
                <a:gd name="csY8" fmla="*/ 9094 h 78216"/>
                <a:gd name="csX9" fmla="*/ 16058 w 151421"/>
                <a:gd name="csY9" fmla="*/ 28574 h 78216"/>
                <a:gd name="csX10" fmla="*/ 11644 w 151421"/>
                <a:gd name="csY10" fmla="*/ 49586 h 78216"/>
                <a:gd name="csX11" fmla="*/ 17987 w 151421"/>
                <a:gd name="csY11" fmla="*/ 66960 h 78216"/>
                <a:gd name="csX12" fmla="*/ 34480 w 151421"/>
                <a:gd name="csY12" fmla="*/ 73415 h 78216"/>
                <a:gd name="csX13" fmla="*/ 48101 w 151421"/>
                <a:gd name="csY13" fmla="*/ 69994 h 78216"/>
                <a:gd name="csX14" fmla="*/ 59245 w 151421"/>
                <a:gd name="csY14" fmla="*/ 59463 h 78216"/>
                <a:gd name="csX15" fmla="*/ 61836 w 151421"/>
                <a:gd name="csY15" fmla="*/ 59463 h 78216"/>
                <a:gd name="csX16" fmla="*/ 48376 w 151421"/>
                <a:gd name="csY16" fmla="*/ 73689 h 78216"/>
                <a:gd name="csX17" fmla="*/ 30672 w 151421"/>
                <a:gd name="csY17" fmla="*/ 78216 h 78216"/>
                <a:gd name="csX18" fmla="*/ 14452 w 151421"/>
                <a:gd name="csY18" fmla="*/ 74408 h 78216"/>
                <a:gd name="csX19" fmla="*/ 3696 w 151421"/>
                <a:gd name="csY19" fmla="*/ 63595 h 78216"/>
                <a:gd name="csX20" fmla="*/ 0 w 151421"/>
                <a:gd name="csY20" fmla="*/ 48650 h 78216"/>
                <a:gd name="csX21" fmla="*/ 6569 w 151421"/>
                <a:gd name="csY21" fmla="*/ 24821 h 78216"/>
                <a:gd name="csX22" fmla="*/ 24547 w 151421"/>
                <a:gd name="csY22" fmla="*/ 6617 h 78216"/>
                <a:gd name="csX23" fmla="*/ 47666 w 151421"/>
                <a:gd name="csY23" fmla="*/ 0 h 78216"/>
                <a:gd name="csX24" fmla="*/ 59907 w 151421"/>
                <a:gd name="csY24" fmla="*/ 2590 h 78216"/>
                <a:gd name="csX25" fmla="*/ 64208 w 151421"/>
                <a:gd name="csY25" fmla="*/ 3696 h 78216"/>
                <a:gd name="csX26" fmla="*/ 66532 w 151421"/>
                <a:gd name="csY26" fmla="*/ 3139 h 78216"/>
                <a:gd name="csX27" fmla="*/ 69840 w 151421"/>
                <a:gd name="csY27" fmla="*/ 0 h 78216"/>
                <a:gd name="csX28" fmla="*/ 71882 w 151421"/>
                <a:gd name="csY28" fmla="*/ 0 h 78216"/>
                <a:gd name="csX29" fmla="*/ 126100 w 151421"/>
                <a:gd name="csY29" fmla="*/ 1703 h 78216"/>
                <a:gd name="csX30" fmla="*/ 151422 w 151421"/>
                <a:gd name="csY30" fmla="*/ 1703 h 78216"/>
                <a:gd name="csX31" fmla="*/ 150816 w 151421"/>
                <a:gd name="csY31" fmla="*/ 3744 h 78216"/>
                <a:gd name="csX32" fmla="*/ 141440 w 151421"/>
                <a:gd name="csY32" fmla="*/ 7004 h 78216"/>
                <a:gd name="csX33" fmla="*/ 130570 w 151421"/>
                <a:gd name="csY33" fmla="*/ 16768 h 78216"/>
                <a:gd name="csX34" fmla="*/ 111155 w 151421"/>
                <a:gd name="csY34" fmla="*/ 36627 h 78216"/>
                <a:gd name="csX35" fmla="*/ 116618 w 151421"/>
                <a:gd name="csY35" fmla="*/ 56647 h 78216"/>
                <a:gd name="csX36" fmla="*/ 119483 w 151421"/>
                <a:gd name="csY36" fmla="*/ 65531 h 78216"/>
                <a:gd name="csX37" fmla="*/ 122130 w 151421"/>
                <a:gd name="csY37" fmla="*/ 70986 h 78216"/>
                <a:gd name="csX38" fmla="*/ 125438 w 151421"/>
                <a:gd name="csY38" fmla="*/ 73471 h 78216"/>
                <a:gd name="csX39" fmla="*/ 131563 w 151421"/>
                <a:gd name="csY39" fmla="*/ 74464 h 78216"/>
                <a:gd name="csX40" fmla="*/ 130958 w 151421"/>
                <a:gd name="csY40" fmla="*/ 76506 h 78216"/>
                <a:gd name="csX41" fmla="*/ 101609 w 151421"/>
                <a:gd name="csY41" fmla="*/ 76506 h 78216"/>
                <a:gd name="csX42" fmla="*/ 102215 w 151421"/>
                <a:gd name="csY42" fmla="*/ 74464 h 78216"/>
                <a:gd name="csX43" fmla="*/ 108726 w 151421"/>
                <a:gd name="csY43" fmla="*/ 72753 h 78216"/>
                <a:gd name="csX44" fmla="*/ 110219 w 151421"/>
                <a:gd name="csY44" fmla="*/ 69889 h 78216"/>
                <a:gd name="csX45" fmla="*/ 108783 w 151421"/>
                <a:gd name="csY45" fmla="*/ 63102 h 78216"/>
                <a:gd name="csX46" fmla="*/ 103538 w 151421"/>
                <a:gd name="csY46" fmla="*/ 44293 h 78216"/>
                <a:gd name="csX47" fmla="*/ 86003 w 151421"/>
                <a:gd name="csY47" fmla="*/ 61997 h 78216"/>
                <a:gd name="csX48" fmla="*/ 79879 w 151421"/>
                <a:gd name="csY48" fmla="*/ 68896 h 78216"/>
                <a:gd name="csX49" fmla="*/ 79273 w 151421"/>
                <a:gd name="csY49" fmla="*/ 70825 h 78216"/>
                <a:gd name="csX50" fmla="*/ 80928 w 151421"/>
                <a:gd name="csY50" fmla="*/ 73528 h 78216"/>
                <a:gd name="csX51" fmla="*/ 85616 w 151421"/>
                <a:gd name="csY51" fmla="*/ 74464 h 78216"/>
                <a:gd name="csX52" fmla="*/ 85059 w 151421"/>
                <a:gd name="csY52" fmla="*/ 76506 h 78216"/>
                <a:gd name="csX53" fmla="*/ 60181 w 151421"/>
                <a:gd name="csY53" fmla="*/ 76506 h 78216"/>
                <a:gd name="csX54" fmla="*/ 60795 w 151421"/>
                <a:gd name="csY54" fmla="*/ 74464 h 78216"/>
                <a:gd name="csX55" fmla="*/ 68460 w 151421"/>
                <a:gd name="csY55" fmla="*/ 72310 h 78216"/>
                <a:gd name="csX56" fmla="*/ 80484 w 151421"/>
                <a:gd name="csY56" fmla="*/ 61997 h 78216"/>
                <a:gd name="csX57" fmla="*/ 102215 w 151421"/>
                <a:gd name="csY57" fmla="*/ 40153 h 78216"/>
                <a:gd name="csX58" fmla="*/ 96259 w 151421"/>
                <a:gd name="csY58" fmla="*/ 18584 h 78216"/>
                <a:gd name="csX59" fmla="*/ 91515 w 151421"/>
                <a:gd name="csY59" fmla="*/ 6399 h 78216"/>
                <a:gd name="csX60" fmla="*/ 84510 w 151421"/>
                <a:gd name="csY60" fmla="*/ 3744 h 78216"/>
                <a:gd name="csX61" fmla="*/ 85059 w 151421"/>
                <a:gd name="csY61" fmla="*/ 1703 h 78216"/>
                <a:gd name="csX62" fmla="*/ 111817 w 151421"/>
                <a:gd name="csY62" fmla="*/ 1703 h 78216"/>
                <a:gd name="csX63" fmla="*/ 111155 w 151421"/>
                <a:gd name="csY63" fmla="*/ 3744 h 78216"/>
                <a:gd name="csX64" fmla="*/ 106136 w 151421"/>
                <a:gd name="csY64" fmla="*/ 4244 h 78216"/>
                <a:gd name="csX65" fmla="*/ 104151 w 151421"/>
                <a:gd name="csY65" fmla="*/ 5681 h 78216"/>
                <a:gd name="csX66" fmla="*/ 103489 w 151421"/>
                <a:gd name="csY66" fmla="*/ 7827 h 78216"/>
                <a:gd name="csX67" fmla="*/ 104813 w 151421"/>
                <a:gd name="csY67" fmla="*/ 14008 h 78216"/>
                <a:gd name="csX68" fmla="*/ 109889 w 151421"/>
                <a:gd name="csY68" fmla="*/ 32431 h 78216"/>
                <a:gd name="csX69" fmla="*/ 121637 w 151421"/>
                <a:gd name="csY69" fmla="*/ 20738 h 78216"/>
                <a:gd name="csX70" fmla="*/ 131175 w 151421"/>
                <a:gd name="csY70" fmla="*/ 9538 h 78216"/>
                <a:gd name="csX71" fmla="*/ 132111 w 151421"/>
                <a:gd name="csY71" fmla="*/ 6891 h 78216"/>
                <a:gd name="csX72" fmla="*/ 131071 w 151421"/>
                <a:gd name="csY72" fmla="*/ 4906 h 78216"/>
                <a:gd name="csX73" fmla="*/ 125495 w 151421"/>
                <a:gd name="csY73" fmla="*/ 3744 h 78216"/>
                <a:gd name="csX74" fmla="*/ 126100 w 151421"/>
                <a:gd name="csY74"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Lst>
              <a:rect l="l" t="t" r="r" b="b"/>
              <a:pathLst>
                <a:path w="151421"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126100" y="1703"/>
                  </a:moveTo>
                  <a:lnTo>
                    <a:pt x="151422" y="1703"/>
                  </a:lnTo>
                  <a:lnTo>
                    <a:pt x="150816" y="3744"/>
                  </a:lnTo>
                  <a:cubicBezTo>
                    <a:pt x="147250" y="4261"/>
                    <a:pt x="144119" y="5350"/>
                    <a:pt x="141440" y="7004"/>
                  </a:cubicBezTo>
                  <a:cubicBezTo>
                    <a:pt x="138793" y="8618"/>
                    <a:pt x="135170" y="11878"/>
                    <a:pt x="130570" y="16768"/>
                  </a:cubicBezTo>
                  <a:lnTo>
                    <a:pt x="111155" y="36627"/>
                  </a:lnTo>
                  <a:lnTo>
                    <a:pt x="116618" y="56647"/>
                  </a:lnTo>
                  <a:cubicBezTo>
                    <a:pt x="117127" y="58559"/>
                    <a:pt x="118087" y="61521"/>
                    <a:pt x="119483" y="65531"/>
                  </a:cubicBezTo>
                  <a:cubicBezTo>
                    <a:pt x="120363" y="68105"/>
                    <a:pt x="121250" y="69921"/>
                    <a:pt x="122130" y="70986"/>
                  </a:cubicBezTo>
                  <a:cubicBezTo>
                    <a:pt x="123017" y="72059"/>
                    <a:pt x="124115" y="72882"/>
                    <a:pt x="125438" y="73471"/>
                  </a:cubicBezTo>
                  <a:cubicBezTo>
                    <a:pt x="126802" y="74020"/>
                    <a:pt x="128843" y="74351"/>
                    <a:pt x="131563" y="74464"/>
                  </a:cubicBezTo>
                  <a:lnTo>
                    <a:pt x="130958" y="76506"/>
                  </a:lnTo>
                  <a:lnTo>
                    <a:pt x="101609" y="76506"/>
                  </a:lnTo>
                  <a:lnTo>
                    <a:pt x="102215" y="74464"/>
                  </a:lnTo>
                  <a:cubicBezTo>
                    <a:pt x="105233" y="74351"/>
                    <a:pt x="107403" y="73786"/>
                    <a:pt x="108726" y="72753"/>
                  </a:cubicBezTo>
                  <a:cubicBezTo>
                    <a:pt x="109719" y="72019"/>
                    <a:pt x="110219" y="71067"/>
                    <a:pt x="110219" y="69889"/>
                  </a:cubicBezTo>
                  <a:cubicBezTo>
                    <a:pt x="110219" y="68856"/>
                    <a:pt x="109735" y="66596"/>
                    <a:pt x="108783" y="63102"/>
                  </a:cubicBezTo>
                  <a:lnTo>
                    <a:pt x="103538" y="44293"/>
                  </a:lnTo>
                  <a:lnTo>
                    <a:pt x="86003" y="61997"/>
                  </a:lnTo>
                  <a:cubicBezTo>
                    <a:pt x="82582" y="65491"/>
                    <a:pt x="80540" y="67791"/>
                    <a:pt x="79879" y="68896"/>
                  </a:cubicBezTo>
                  <a:cubicBezTo>
                    <a:pt x="79475" y="69558"/>
                    <a:pt x="79273" y="70195"/>
                    <a:pt x="79273" y="70825"/>
                  </a:cubicBezTo>
                  <a:cubicBezTo>
                    <a:pt x="79273" y="71930"/>
                    <a:pt x="79822" y="72826"/>
                    <a:pt x="80928" y="73528"/>
                  </a:cubicBezTo>
                  <a:cubicBezTo>
                    <a:pt x="81436" y="73818"/>
                    <a:pt x="83001" y="74133"/>
                    <a:pt x="85616" y="74464"/>
                  </a:cubicBezTo>
                  <a:lnTo>
                    <a:pt x="85059" y="76506"/>
                  </a:lnTo>
                  <a:lnTo>
                    <a:pt x="60181" y="76506"/>
                  </a:lnTo>
                  <a:lnTo>
                    <a:pt x="60795" y="74464"/>
                  </a:lnTo>
                  <a:cubicBezTo>
                    <a:pt x="63917" y="74173"/>
                    <a:pt x="66475" y="73455"/>
                    <a:pt x="68460" y="72310"/>
                  </a:cubicBezTo>
                  <a:cubicBezTo>
                    <a:pt x="71366" y="70583"/>
                    <a:pt x="75376" y="67145"/>
                    <a:pt x="80484" y="61997"/>
                  </a:cubicBezTo>
                  <a:lnTo>
                    <a:pt x="102215" y="40153"/>
                  </a:lnTo>
                  <a:lnTo>
                    <a:pt x="96259" y="18584"/>
                  </a:lnTo>
                  <a:cubicBezTo>
                    <a:pt x="94460" y="11967"/>
                    <a:pt x="92878" y="7900"/>
                    <a:pt x="91515" y="6399"/>
                  </a:cubicBezTo>
                  <a:cubicBezTo>
                    <a:pt x="90191" y="4850"/>
                    <a:pt x="87859" y="3970"/>
                    <a:pt x="84510" y="3744"/>
                  </a:cubicBezTo>
                  <a:lnTo>
                    <a:pt x="85059" y="1703"/>
                  </a:lnTo>
                  <a:lnTo>
                    <a:pt x="111817" y="1703"/>
                  </a:lnTo>
                  <a:lnTo>
                    <a:pt x="111155" y="3744"/>
                  </a:lnTo>
                  <a:cubicBezTo>
                    <a:pt x="108686" y="3744"/>
                    <a:pt x="107016" y="3914"/>
                    <a:pt x="106136" y="4244"/>
                  </a:cubicBezTo>
                  <a:cubicBezTo>
                    <a:pt x="105289" y="4535"/>
                    <a:pt x="104627" y="5019"/>
                    <a:pt x="104151" y="5681"/>
                  </a:cubicBezTo>
                  <a:cubicBezTo>
                    <a:pt x="103707" y="6302"/>
                    <a:pt x="103489" y="7020"/>
                    <a:pt x="103489" y="7827"/>
                  </a:cubicBezTo>
                  <a:cubicBezTo>
                    <a:pt x="103489" y="8715"/>
                    <a:pt x="103925" y="10773"/>
                    <a:pt x="104813" y="14008"/>
                  </a:cubicBezTo>
                  <a:lnTo>
                    <a:pt x="109889" y="32431"/>
                  </a:lnTo>
                  <a:lnTo>
                    <a:pt x="121637" y="20738"/>
                  </a:lnTo>
                  <a:cubicBezTo>
                    <a:pt x="126269" y="16106"/>
                    <a:pt x="129449" y="12370"/>
                    <a:pt x="131175" y="9538"/>
                  </a:cubicBezTo>
                  <a:cubicBezTo>
                    <a:pt x="131805" y="8546"/>
                    <a:pt x="132111" y="7666"/>
                    <a:pt x="132111" y="6891"/>
                  </a:cubicBezTo>
                  <a:cubicBezTo>
                    <a:pt x="132111" y="6044"/>
                    <a:pt x="131764" y="5382"/>
                    <a:pt x="131071" y="4906"/>
                  </a:cubicBezTo>
                  <a:cubicBezTo>
                    <a:pt x="130070" y="4244"/>
                    <a:pt x="128214" y="3857"/>
                    <a:pt x="125495" y="3744"/>
                  </a:cubicBezTo>
                  <a:lnTo>
                    <a:pt x="126100" y="1703"/>
                  </a:lnTo>
                  <a:close/>
                </a:path>
              </a:pathLst>
            </a:custGeom>
            <a:solidFill>
              <a:srgbClr val="000000"/>
            </a:solidFill>
            <a:ln w="807" cap="flat">
              <a:noFill/>
              <a:prstDash val="solid"/>
              <a:miter/>
            </a:ln>
          </p:spPr>
        </p:sp>
        <p:sp>
          <p:nvSpPr>
            <p:cNvPr id="386" name="任意形状 385">
              <a:extLst>
                <a:ext uri="{FF2B5EF4-FFF2-40B4-BE49-F238E27FC236}">
                  <a16:creationId xmlns:a16="http://schemas.microsoft.com/office/drawing/2014/main" id="{BA054035-CCAF-53D5-C562-A5B4E0D9760C}"/>
                </a:ext>
              </a:extLst>
            </p:cNvPr>
            <p:cNvSpPr/>
            <p:nvPr/>
          </p:nvSpPr>
          <p:spPr>
            <a:xfrm>
              <a:off x="4058672" y="2520213"/>
              <a:ext cx="472181" cy="85894"/>
            </a:xfrm>
            <a:custGeom>
              <a:avLst/>
              <a:gdLst>
                <a:gd name="csX0" fmla="*/ 24717 w 402071"/>
                <a:gd name="csY0" fmla="*/ 8215 h 73140"/>
                <a:gd name="csX1" fmla="*/ 20416 w 402071"/>
                <a:gd name="csY1" fmla="*/ 23224 h 73140"/>
                <a:gd name="csX2" fmla="*/ 29074 w 402071"/>
                <a:gd name="csY2" fmla="*/ 23224 h 73140"/>
                <a:gd name="csX3" fmla="*/ 28138 w 402071"/>
                <a:gd name="csY3" fmla="*/ 26693 h 73140"/>
                <a:gd name="csX4" fmla="*/ 19528 w 402071"/>
                <a:gd name="csY4" fmla="*/ 26693 h 73140"/>
                <a:gd name="csX5" fmla="*/ 10038 w 402071"/>
                <a:gd name="csY5" fmla="*/ 59237 h 73140"/>
                <a:gd name="csX6" fmla="*/ 8497 w 402071"/>
                <a:gd name="csY6" fmla="*/ 66023 h 73140"/>
                <a:gd name="csX7" fmla="*/ 8941 w 402071"/>
                <a:gd name="csY7" fmla="*/ 67460 h 73140"/>
                <a:gd name="csX8" fmla="*/ 9990 w 402071"/>
                <a:gd name="csY8" fmla="*/ 67952 h 73140"/>
                <a:gd name="csX9" fmla="*/ 13629 w 402071"/>
                <a:gd name="csY9" fmla="*/ 66023 h 73140"/>
                <a:gd name="csX10" fmla="*/ 19528 w 402071"/>
                <a:gd name="csY10" fmla="*/ 59237 h 73140"/>
                <a:gd name="csX11" fmla="*/ 21351 w 402071"/>
                <a:gd name="csY11" fmla="*/ 60617 h 73140"/>
                <a:gd name="csX12" fmla="*/ 11749 w 402071"/>
                <a:gd name="csY12" fmla="*/ 71043 h 73140"/>
                <a:gd name="csX13" fmla="*/ 5520 w 402071"/>
                <a:gd name="csY13" fmla="*/ 73141 h 73140"/>
                <a:gd name="csX14" fmla="*/ 1549 w 402071"/>
                <a:gd name="csY14" fmla="*/ 71648 h 73140"/>
                <a:gd name="csX15" fmla="*/ 0 w 402071"/>
                <a:gd name="csY15" fmla="*/ 67734 h 73140"/>
                <a:gd name="csX16" fmla="*/ 1767 w 402071"/>
                <a:gd name="csY16" fmla="*/ 58632 h 73140"/>
                <a:gd name="csX17" fmla="*/ 10982 w 402071"/>
                <a:gd name="csY17" fmla="*/ 26693 h 73140"/>
                <a:gd name="csX18" fmla="*/ 2647 w 402071"/>
                <a:gd name="csY18" fmla="*/ 26693 h 73140"/>
                <a:gd name="csX19" fmla="*/ 3204 w 402071"/>
                <a:gd name="csY19" fmla="*/ 24547 h 73140"/>
                <a:gd name="csX20" fmla="*/ 13298 w 402071"/>
                <a:gd name="csY20" fmla="*/ 19633 h 73140"/>
                <a:gd name="csX21" fmla="*/ 22288 w 402071"/>
                <a:gd name="csY21" fmla="*/ 8215 h 73140"/>
                <a:gd name="csX22" fmla="*/ 24717 w 402071"/>
                <a:gd name="csY22" fmla="*/ 8215 h 73140"/>
                <a:gd name="csX23" fmla="*/ 40266 w 402071"/>
                <a:gd name="csY23" fmla="*/ 51022 h 73140"/>
                <a:gd name="csX24" fmla="*/ 39887 w 402071"/>
                <a:gd name="csY24" fmla="*/ 55598 h 73140"/>
                <a:gd name="csX25" fmla="*/ 43357 w 402071"/>
                <a:gd name="csY25" fmla="*/ 63982 h 73140"/>
                <a:gd name="csX26" fmla="*/ 51797 w 402071"/>
                <a:gd name="csY26" fmla="*/ 67403 h 73140"/>
                <a:gd name="csX27" fmla="*/ 59415 w 402071"/>
                <a:gd name="csY27" fmla="*/ 65806 h 73140"/>
                <a:gd name="csX28" fmla="*/ 70332 w 402071"/>
                <a:gd name="csY28" fmla="*/ 58575 h 73140"/>
                <a:gd name="csX29" fmla="*/ 71495 w 402071"/>
                <a:gd name="csY29" fmla="*/ 60181 h 73140"/>
                <a:gd name="csX30" fmla="*/ 46560 w 402071"/>
                <a:gd name="csY30" fmla="*/ 73141 h 73140"/>
                <a:gd name="csX31" fmla="*/ 34424 w 402071"/>
                <a:gd name="csY31" fmla="*/ 68065 h 73140"/>
                <a:gd name="csX32" fmla="*/ 30341 w 402071"/>
                <a:gd name="csY32" fmla="*/ 56865 h 73140"/>
                <a:gd name="csX33" fmla="*/ 35416 w 402071"/>
                <a:gd name="csY33" fmla="*/ 40040 h 73140"/>
                <a:gd name="csX34" fmla="*/ 48158 w 402071"/>
                <a:gd name="csY34" fmla="*/ 26693 h 73140"/>
                <a:gd name="csX35" fmla="*/ 63933 w 402071"/>
                <a:gd name="csY35" fmla="*/ 21892 h 73140"/>
                <a:gd name="csX36" fmla="*/ 72592 w 402071"/>
                <a:gd name="csY36" fmla="*/ 24264 h 73140"/>
                <a:gd name="csX37" fmla="*/ 75408 w 402071"/>
                <a:gd name="csY37" fmla="*/ 29897 h 73140"/>
                <a:gd name="csX38" fmla="*/ 71769 w 402071"/>
                <a:gd name="csY38" fmla="*/ 38668 h 73140"/>
                <a:gd name="csX39" fmla="*/ 57647 w 402071"/>
                <a:gd name="csY39" fmla="*/ 47488 h 73140"/>
                <a:gd name="csX40" fmla="*/ 40266 w 402071"/>
                <a:gd name="csY40" fmla="*/ 51022 h 73140"/>
                <a:gd name="csX41" fmla="*/ 40654 w 402071"/>
                <a:gd name="csY41" fmla="*/ 48319 h 73140"/>
                <a:gd name="csX42" fmla="*/ 53952 w 402071"/>
                <a:gd name="csY42" fmla="*/ 45116 h 73140"/>
                <a:gd name="csX43" fmla="*/ 64103 w 402071"/>
                <a:gd name="csY43" fmla="*/ 37894 h 73140"/>
                <a:gd name="csX44" fmla="*/ 67516 w 402071"/>
                <a:gd name="csY44" fmla="*/ 29840 h 73140"/>
                <a:gd name="csX45" fmla="*/ 66032 w 402071"/>
                <a:gd name="csY45" fmla="*/ 26088 h 73140"/>
                <a:gd name="csX46" fmla="*/ 61892 w 402071"/>
                <a:gd name="csY46" fmla="*/ 24652 h 73140"/>
                <a:gd name="csX47" fmla="*/ 49925 w 402071"/>
                <a:gd name="csY47" fmla="*/ 30664 h 73140"/>
                <a:gd name="csX48" fmla="*/ 40654 w 402071"/>
                <a:gd name="csY48" fmla="*/ 48319 h 73140"/>
                <a:gd name="csX49" fmla="*/ 101940 w 402071"/>
                <a:gd name="csY49" fmla="*/ 21892 h 73140"/>
                <a:gd name="csX50" fmla="*/ 94605 w 402071"/>
                <a:gd name="csY50" fmla="*/ 46996 h 73140"/>
                <a:gd name="csX51" fmla="*/ 110381 w 402071"/>
                <a:gd name="csY51" fmla="*/ 26750 h 73140"/>
                <a:gd name="csX52" fmla="*/ 120968 w 402071"/>
                <a:gd name="csY52" fmla="*/ 21892 h 73140"/>
                <a:gd name="csX53" fmla="*/ 125495 w 402071"/>
                <a:gd name="csY53" fmla="*/ 23716 h 73140"/>
                <a:gd name="csX54" fmla="*/ 127318 w 402071"/>
                <a:gd name="csY54" fmla="*/ 28461 h 73140"/>
                <a:gd name="csX55" fmla="*/ 125712 w 402071"/>
                <a:gd name="csY55" fmla="*/ 37288 h 73140"/>
                <a:gd name="csX56" fmla="*/ 118983 w 402071"/>
                <a:gd name="csY56" fmla="*/ 60512 h 73140"/>
                <a:gd name="csX57" fmla="*/ 117829 w 402071"/>
                <a:gd name="csY57" fmla="*/ 65418 h 73140"/>
                <a:gd name="csX58" fmla="*/ 118264 w 402071"/>
                <a:gd name="csY58" fmla="*/ 66742 h 73140"/>
                <a:gd name="csX59" fmla="*/ 119209 w 402071"/>
                <a:gd name="csY59" fmla="*/ 67242 h 73140"/>
                <a:gd name="csX60" fmla="*/ 120806 w 402071"/>
                <a:gd name="csY60" fmla="*/ 66524 h 73140"/>
                <a:gd name="csX61" fmla="*/ 127205 w 402071"/>
                <a:gd name="csY61" fmla="*/ 59463 h 73140"/>
                <a:gd name="csX62" fmla="*/ 128916 w 402071"/>
                <a:gd name="csY62" fmla="*/ 60512 h 73140"/>
                <a:gd name="csX63" fmla="*/ 119209 w 402071"/>
                <a:gd name="csY63" fmla="*/ 70986 h 73140"/>
                <a:gd name="csX64" fmla="*/ 113471 w 402071"/>
                <a:gd name="csY64" fmla="*/ 73141 h 73140"/>
                <a:gd name="csX65" fmla="*/ 110211 w 402071"/>
                <a:gd name="csY65" fmla="*/ 71874 h 73140"/>
                <a:gd name="csX66" fmla="*/ 109001 w 402071"/>
                <a:gd name="csY66" fmla="*/ 68565 h 73140"/>
                <a:gd name="csX67" fmla="*/ 110873 w 402071"/>
                <a:gd name="csY67" fmla="*/ 59463 h 73140"/>
                <a:gd name="csX68" fmla="*/ 117272 w 402071"/>
                <a:gd name="csY68" fmla="*/ 37288 h 73140"/>
                <a:gd name="csX69" fmla="*/ 118490 w 402071"/>
                <a:gd name="csY69" fmla="*/ 30833 h 73140"/>
                <a:gd name="csX70" fmla="*/ 117772 w 402071"/>
                <a:gd name="csY70" fmla="*/ 29066 h 73140"/>
                <a:gd name="csX71" fmla="*/ 116005 w 402071"/>
                <a:gd name="csY71" fmla="*/ 28348 h 73140"/>
                <a:gd name="csX72" fmla="*/ 112309 w 402071"/>
                <a:gd name="csY72" fmla="*/ 29671 h 73140"/>
                <a:gd name="csX73" fmla="*/ 103812 w 402071"/>
                <a:gd name="csY73" fmla="*/ 37894 h 73140"/>
                <a:gd name="csX74" fmla="*/ 94492 w 402071"/>
                <a:gd name="csY74" fmla="*/ 52459 h 73140"/>
                <a:gd name="csX75" fmla="*/ 90191 w 402071"/>
                <a:gd name="csY75" fmla="*/ 62715 h 73140"/>
                <a:gd name="csX76" fmla="*/ 87432 w 402071"/>
                <a:gd name="csY76" fmla="*/ 71817 h 73140"/>
                <a:gd name="csX77" fmla="*/ 79160 w 402071"/>
                <a:gd name="csY77" fmla="*/ 71817 h 73140"/>
                <a:gd name="csX78" fmla="*/ 89199 w 402071"/>
                <a:gd name="csY78" fmla="*/ 37288 h 73140"/>
                <a:gd name="csX79" fmla="*/ 90966 w 402071"/>
                <a:gd name="csY79" fmla="*/ 29784 h 73140"/>
                <a:gd name="csX80" fmla="*/ 89973 w 402071"/>
                <a:gd name="csY80" fmla="*/ 27686 h 73140"/>
                <a:gd name="csX81" fmla="*/ 87601 w 402071"/>
                <a:gd name="csY81" fmla="*/ 26750 h 73140"/>
                <a:gd name="csX82" fmla="*/ 85285 w 402071"/>
                <a:gd name="csY82" fmla="*/ 26968 h 73140"/>
                <a:gd name="csX83" fmla="*/ 83187 w 402071"/>
                <a:gd name="csY83" fmla="*/ 27299 h 73140"/>
                <a:gd name="csX84" fmla="*/ 82856 w 402071"/>
                <a:gd name="csY84" fmla="*/ 25314 h 73140"/>
                <a:gd name="csX85" fmla="*/ 101940 w 402071"/>
                <a:gd name="csY85" fmla="*/ 21892 h 73140"/>
                <a:gd name="csX86" fmla="*/ 174476 w 402071"/>
                <a:gd name="csY86" fmla="*/ 21892 h 73140"/>
                <a:gd name="csX87" fmla="*/ 171111 w 402071"/>
                <a:gd name="csY87" fmla="*/ 38830 h 73140"/>
                <a:gd name="csX88" fmla="*/ 169069 w 402071"/>
                <a:gd name="csY88" fmla="*/ 38830 h 73140"/>
                <a:gd name="csX89" fmla="*/ 165930 w 402071"/>
                <a:gd name="csY89" fmla="*/ 28073 h 73140"/>
                <a:gd name="csX90" fmla="*/ 158813 w 402071"/>
                <a:gd name="csY90" fmla="*/ 24708 h 73140"/>
                <a:gd name="csX91" fmla="*/ 153350 w 402071"/>
                <a:gd name="csY91" fmla="*/ 26588 h 73140"/>
                <a:gd name="csX92" fmla="*/ 151365 w 402071"/>
                <a:gd name="csY92" fmla="*/ 31107 h 73140"/>
                <a:gd name="csX93" fmla="*/ 152140 w 402071"/>
                <a:gd name="csY93" fmla="*/ 34585 h 73140"/>
                <a:gd name="csX94" fmla="*/ 155666 w 402071"/>
                <a:gd name="csY94" fmla="*/ 39217 h 73140"/>
                <a:gd name="csX95" fmla="*/ 164937 w 402071"/>
                <a:gd name="csY95" fmla="*/ 51022 h 73140"/>
                <a:gd name="csX96" fmla="*/ 167028 w 402071"/>
                <a:gd name="csY96" fmla="*/ 58527 h 73140"/>
                <a:gd name="csX97" fmla="*/ 162234 w 402071"/>
                <a:gd name="csY97" fmla="*/ 68727 h 73140"/>
                <a:gd name="csX98" fmla="*/ 150203 w 402071"/>
                <a:gd name="csY98" fmla="*/ 73141 h 73140"/>
                <a:gd name="csX99" fmla="*/ 141052 w 402071"/>
                <a:gd name="csY99" fmla="*/ 71268 h 73140"/>
                <a:gd name="csX100" fmla="*/ 138236 w 402071"/>
                <a:gd name="csY100" fmla="*/ 70607 h 73140"/>
                <a:gd name="csX101" fmla="*/ 134484 w 402071"/>
                <a:gd name="csY101" fmla="*/ 73141 h 73140"/>
                <a:gd name="csX102" fmla="*/ 132442 w 402071"/>
                <a:gd name="csY102" fmla="*/ 73141 h 73140"/>
                <a:gd name="csX103" fmla="*/ 135807 w 402071"/>
                <a:gd name="csY103" fmla="*/ 55267 h 73140"/>
                <a:gd name="csX104" fmla="*/ 137849 w 402071"/>
                <a:gd name="csY104" fmla="*/ 55267 h 73140"/>
                <a:gd name="csX105" fmla="*/ 141327 w 402071"/>
                <a:gd name="csY105" fmla="*/ 67129 h 73140"/>
                <a:gd name="csX106" fmla="*/ 149929 w 402071"/>
                <a:gd name="csY106" fmla="*/ 70607 h 73140"/>
                <a:gd name="csX107" fmla="*/ 156554 w 402071"/>
                <a:gd name="csY107" fmla="*/ 68283 h 73140"/>
                <a:gd name="csX108" fmla="*/ 159031 w 402071"/>
                <a:gd name="csY108" fmla="*/ 62497 h 73140"/>
                <a:gd name="csX109" fmla="*/ 158151 w 402071"/>
                <a:gd name="csY109" fmla="*/ 58414 h 73140"/>
                <a:gd name="csX110" fmla="*/ 151639 w 402071"/>
                <a:gd name="csY110" fmla="*/ 49255 h 73140"/>
                <a:gd name="csX111" fmla="*/ 145297 w 402071"/>
                <a:gd name="csY111" fmla="*/ 40484 h 73140"/>
                <a:gd name="csX112" fmla="*/ 143917 w 402071"/>
                <a:gd name="csY112" fmla="*/ 34642 h 73140"/>
                <a:gd name="csX113" fmla="*/ 147782 w 402071"/>
                <a:gd name="csY113" fmla="*/ 25588 h 73140"/>
                <a:gd name="csX114" fmla="*/ 157820 w 402071"/>
                <a:gd name="csY114" fmla="*/ 21892 h 73140"/>
                <a:gd name="csX115" fmla="*/ 161016 w 402071"/>
                <a:gd name="csY115" fmla="*/ 22175 h 73140"/>
                <a:gd name="csX116" fmla="*/ 164607 w 402071"/>
                <a:gd name="csY116" fmla="*/ 23441 h 73140"/>
                <a:gd name="csX117" fmla="*/ 168407 w 402071"/>
                <a:gd name="csY117" fmla="*/ 24490 h 73140"/>
                <a:gd name="csX118" fmla="*/ 172386 w 402071"/>
                <a:gd name="csY118" fmla="*/ 21892 h 73140"/>
                <a:gd name="csX119" fmla="*/ 174476 w 402071"/>
                <a:gd name="csY119" fmla="*/ 21892 h 73140"/>
                <a:gd name="csX120" fmla="*/ 229751 w 402071"/>
                <a:gd name="csY120" fmla="*/ 39161 h 73140"/>
                <a:gd name="csX121" fmla="*/ 225337 w 402071"/>
                <a:gd name="csY121" fmla="*/ 55541 h 73140"/>
                <a:gd name="csX122" fmla="*/ 213144 w 402071"/>
                <a:gd name="csY122" fmla="*/ 68396 h 73140"/>
                <a:gd name="csX123" fmla="*/ 197925 w 402071"/>
                <a:gd name="csY123" fmla="*/ 73141 h 73140"/>
                <a:gd name="csX124" fmla="*/ 185563 w 402071"/>
                <a:gd name="csY124" fmla="*/ 68339 h 73140"/>
                <a:gd name="csX125" fmla="*/ 180818 w 402071"/>
                <a:gd name="csY125" fmla="*/ 55824 h 73140"/>
                <a:gd name="csX126" fmla="*/ 185458 w 402071"/>
                <a:gd name="csY126" fmla="*/ 39548 h 73140"/>
                <a:gd name="csX127" fmla="*/ 197925 w 402071"/>
                <a:gd name="csY127" fmla="*/ 26637 h 73140"/>
                <a:gd name="csX128" fmla="*/ 213039 w 402071"/>
                <a:gd name="csY128" fmla="*/ 21892 h 73140"/>
                <a:gd name="csX129" fmla="*/ 225006 w 402071"/>
                <a:gd name="csY129" fmla="*/ 26693 h 73140"/>
                <a:gd name="csX130" fmla="*/ 229751 w 402071"/>
                <a:gd name="csY130" fmla="*/ 39161 h 73140"/>
                <a:gd name="csX131" fmla="*/ 220592 w 402071"/>
                <a:gd name="csY131" fmla="*/ 35352 h 73140"/>
                <a:gd name="csX132" fmla="*/ 218058 w 402071"/>
                <a:gd name="csY132" fmla="*/ 27525 h 73140"/>
                <a:gd name="csX133" fmla="*/ 211603 w 402071"/>
                <a:gd name="csY133" fmla="*/ 24765 h 73140"/>
                <a:gd name="csX134" fmla="*/ 196650 w 402071"/>
                <a:gd name="csY134" fmla="*/ 36401 h 73140"/>
                <a:gd name="csX135" fmla="*/ 189872 w 402071"/>
                <a:gd name="csY135" fmla="*/ 59463 h 73140"/>
                <a:gd name="csX136" fmla="*/ 192519 w 402071"/>
                <a:gd name="csY136" fmla="*/ 67573 h 73140"/>
                <a:gd name="csX137" fmla="*/ 199192 w 402071"/>
                <a:gd name="csY137" fmla="*/ 70381 h 73140"/>
                <a:gd name="csX138" fmla="*/ 213749 w 402071"/>
                <a:gd name="csY138" fmla="*/ 58858 h 73140"/>
                <a:gd name="csX139" fmla="*/ 220592 w 402071"/>
                <a:gd name="csY139" fmla="*/ 35352 h 73140"/>
                <a:gd name="csX140" fmla="*/ 239902 w 402071"/>
                <a:gd name="csY140" fmla="*/ 24983 h 73140"/>
                <a:gd name="csX141" fmla="*/ 258929 w 402071"/>
                <a:gd name="csY141" fmla="*/ 21892 h 73140"/>
                <a:gd name="csX142" fmla="*/ 250989 w 402071"/>
                <a:gd name="csY142" fmla="*/ 48707 h 73140"/>
                <a:gd name="csX143" fmla="*/ 268532 w 402071"/>
                <a:gd name="csY143" fmla="*/ 25644 h 73140"/>
                <a:gd name="csX144" fmla="*/ 275811 w 402071"/>
                <a:gd name="csY144" fmla="*/ 21892 h 73140"/>
                <a:gd name="csX145" fmla="*/ 278675 w 402071"/>
                <a:gd name="csY145" fmla="*/ 22998 h 73140"/>
                <a:gd name="csX146" fmla="*/ 279724 w 402071"/>
                <a:gd name="csY146" fmla="*/ 26088 h 73140"/>
                <a:gd name="csX147" fmla="*/ 277852 w 402071"/>
                <a:gd name="csY147" fmla="*/ 33036 h 73140"/>
                <a:gd name="csX148" fmla="*/ 274043 w 402071"/>
                <a:gd name="csY148" fmla="*/ 35521 h 73140"/>
                <a:gd name="csX149" fmla="*/ 271840 w 402071"/>
                <a:gd name="csY149" fmla="*/ 34690 h 73140"/>
                <a:gd name="csX150" fmla="*/ 270735 w 402071"/>
                <a:gd name="csY150" fmla="*/ 32156 h 73140"/>
                <a:gd name="csX151" fmla="*/ 270234 w 402071"/>
                <a:gd name="csY151" fmla="*/ 30777 h 73140"/>
                <a:gd name="csX152" fmla="*/ 269194 w 402071"/>
                <a:gd name="csY152" fmla="*/ 30333 h 73140"/>
                <a:gd name="csX153" fmla="*/ 267426 w 402071"/>
                <a:gd name="csY153" fmla="*/ 30777 h 73140"/>
                <a:gd name="csX154" fmla="*/ 263069 w 402071"/>
                <a:gd name="csY154" fmla="*/ 35077 h 73140"/>
                <a:gd name="csX155" fmla="*/ 253136 w 402071"/>
                <a:gd name="csY155" fmla="*/ 49094 h 73140"/>
                <a:gd name="csX156" fmla="*/ 249165 w 402071"/>
                <a:gd name="csY156" fmla="*/ 57309 h 73140"/>
                <a:gd name="csX157" fmla="*/ 246519 w 402071"/>
                <a:gd name="csY157" fmla="*/ 64869 h 73140"/>
                <a:gd name="csX158" fmla="*/ 244752 w 402071"/>
                <a:gd name="csY158" fmla="*/ 71817 h 73140"/>
                <a:gd name="csX159" fmla="*/ 236311 w 402071"/>
                <a:gd name="csY159" fmla="*/ 71817 h 73140"/>
                <a:gd name="csX160" fmla="*/ 246519 w 402071"/>
                <a:gd name="csY160" fmla="*/ 37563 h 73140"/>
                <a:gd name="csX161" fmla="*/ 248286 w 402071"/>
                <a:gd name="csY161" fmla="*/ 29066 h 73140"/>
                <a:gd name="csX162" fmla="*/ 247455 w 402071"/>
                <a:gd name="csY162" fmla="*/ 27412 h 73140"/>
                <a:gd name="csX163" fmla="*/ 244534 w 402071"/>
                <a:gd name="csY163" fmla="*/ 26532 h 73140"/>
                <a:gd name="csX164" fmla="*/ 240289 w 402071"/>
                <a:gd name="csY164" fmla="*/ 27024 h 73140"/>
                <a:gd name="csX165" fmla="*/ 239902 w 402071"/>
                <a:gd name="csY165" fmla="*/ 24983 h 73140"/>
                <a:gd name="csX166" fmla="*/ 303279 w 402071"/>
                <a:gd name="csY166" fmla="*/ 0 h 73140"/>
                <a:gd name="csX167" fmla="*/ 307200 w 402071"/>
                <a:gd name="csY167" fmla="*/ 1598 h 73140"/>
                <a:gd name="csX168" fmla="*/ 308798 w 402071"/>
                <a:gd name="csY168" fmla="*/ 5511 h 73140"/>
                <a:gd name="csX169" fmla="*/ 307144 w 402071"/>
                <a:gd name="csY169" fmla="*/ 9433 h 73140"/>
                <a:gd name="csX170" fmla="*/ 303279 w 402071"/>
                <a:gd name="csY170" fmla="*/ 11031 h 73140"/>
                <a:gd name="csX171" fmla="*/ 299365 w 402071"/>
                <a:gd name="csY171" fmla="*/ 9433 h 73140"/>
                <a:gd name="csX172" fmla="*/ 297767 w 402071"/>
                <a:gd name="csY172" fmla="*/ 5511 h 73140"/>
                <a:gd name="csX173" fmla="*/ 299365 w 402071"/>
                <a:gd name="csY173" fmla="*/ 1598 h 73140"/>
                <a:gd name="csX174" fmla="*/ 303279 w 402071"/>
                <a:gd name="csY174" fmla="*/ 0 h 73140"/>
                <a:gd name="csX175" fmla="*/ 303997 w 402071"/>
                <a:gd name="csY175" fmla="*/ 21892 h 73140"/>
                <a:gd name="csX176" fmla="*/ 293079 w 402071"/>
                <a:gd name="csY176" fmla="*/ 60560 h 73140"/>
                <a:gd name="csX177" fmla="*/ 291973 w 402071"/>
                <a:gd name="csY177" fmla="*/ 65257 h 73140"/>
                <a:gd name="csX178" fmla="*/ 292466 w 402071"/>
                <a:gd name="csY178" fmla="*/ 66685 h 73140"/>
                <a:gd name="csX179" fmla="*/ 293741 w 402071"/>
                <a:gd name="csY179" fmla="*/ 67242 h 73140"/>
                <a:gd name="csX180" fmla="*/ 295726 w 402071"/>
                <a:gd name="csY180" fmla="*/ 66354 h 73140"/>
                <a:gd name="csX181" fmla="*/ 302068 w 402071"/>
                <a:gd name="csY181" fmla="*/ 59294 h 73140"/>
                <a:gd name="csX182" fmla="*/ 303997 w 402071"/>
                <a:gd name="csY182" fmla="*/ 60560 h 73140"/>
                <a:gd name="csX183" fmla="*/ 295169 w 402071"/>
                <a:gd name="csY183" fmla="*/ 70219 h 73140"/>
                <a:gd name="csX184" fmla="*/ 288003 w 402071"/>
                <a:gd name="csY184" fmla="*/ 73141 h 73140"/>
                <a:gd name="csX185" fmla="*/ 284308 w 402071"/>
                <a:gd name="csY185" fmla="*/ 71817 h 73140"/>
                <a:gd name="csX186" fmla="*/ 282871 w 402071"/>
                <a:gd name="csY186" fmla="*/ 68396 h 73140"/>
                <a:gd name="csX187" fmla="*/ 284251 w 402071"/>
                <a:gd name="csY187" fmla="*/ 61609 h 73140"/>
                <a:gd name="csX188" fmla="*/ 291417 w 402071"/>
                <a:gd name="csY188" fmla="*/ 36901 h 73140"/>
                <a:gd name="csX189" fmla="*/ 293184 w 402071"/>
                <a:gd name="csY189" fmla="*/ 29284 h 73140"/>
                <a:gd name="csX190" fmla="*/ 292304 w 402071"/>
                <a:gd name="csY190" fmla="*/ 27299 h 73140"/>
                <a:gd name="csX191" fmla="*/ 289988 w 402071"/>
                <a:gd name="csY191" fmla="*/ 26532 h 73140"/>
                <a:gd name="csX192" fmla="*/ 284969 w 402071"/>
                <a:gd name="csY192" fmla="*/ 27137 h 73140"/>
                <a:gd name="csX193" fmla="*/ 284969 w 402071"/>
                <a:gd name="csY193" fmla="*/ 24983 h 73140"/>
                <a:gd name="csX194" fmla="*/ 303997 w 402071"/>
                <a:gd name="csY194" fmla="*/ 21892 h 73140"/>
                <a:gd name="csX195" fmla="*/ 318949 w 402071"/>
                <a:gd name="csY195" fmla="*/ 23224 h 73140"/>
                <a:gd name="csX196" fmla="*/ 353970 w 402071"/>
                <a:gd name="csY196" fmla="*/ 23224 h 73140"/>
                <a:gd name="csX197" fmla="*/ 353970 w 402071"/>
                <a:gd name="csY197" fmla="*/ 24595 h 73140"/>
                <a:gd name="csX198" fmla="*/ 315802 w 402071"/>
                <a:gd name="csY198" fmla="*/ 64313 h 73140"/>
                <a:gd name="csX199" fmla="*/ 331965 w 402071"/>
                <a:gd name="csY199" fmla="*/ 64313 h 73140"/>
                <a:gd name="csX200" fmla="*/ 339244 w 402071"/>
                <a:gd name="csY200" fmla="*/ 63877 h 73140"/>
                <a:gd name="csX201" fmla="*/ 342060 w 402071"/>
                <a:gd name="csY201" fmla="*/ 61997 h 73140"/>
                <a:gd name="csX202" fmla="*/ 344981 w 402071"/>
                <a:gd name="csY202" fmla="*/ 56816 h 73140"/>
                <a:gd name="csX203" fmla="*/ 347023 w 402071"/>
                <a:gd name="csY203" fmla="*/ 56816 h 73140"/>
                <a:gd name="csX204" fmla="*/ 342221 w 402071"/>
                <a:gd name="csY204" fmla="*/ 71817 h 73140"/>
                <a:gd name="csX205" fmla="*/ 306313 w 402071"/>
                <a:gd name="csY205" fmla="*/ 71817 h 73140"/>
                <a:gd name="csX206" fmla="*/ 306313 w 402071"/>
                <a:gd name="csY206" fmla="*/ 70219 h 73140"/>
                <a:gd name="csX207" fmla="*/ 344489 w 402071"/>
                <a:gd name="csY207" fmla="*/ 30502 h 73140"/>
                <a:gd name="csX208" fmla="*/ 328600 w 402071"/>
                <a:gd name="csY208" fmla="*/ 30502 h 73140"/>
                <a:gd name="csX209" fmla="*/ 322532 w 402071"/>
                <a:gd name="csY209" fmla="*/ 30777 h 73140"/>
                <a:gd name="csX210" fmla="*/ 319442 w 402071"/>
                <a:gd name="csY210" fmla="*/ 32544 h 73140"/>
                <a:gd name="csX211" fmla="*/ 316351 w 402071"/>
                <a:gd name="csY211" fmla="*/ 37175 h 73140"/>
                <a:gd name="csX212" fmla="*/ 314261 w 402071"/>
                <a:gd name="csY212" fmla="*/ 37175 h 73140"/>
                <a:gd name="csX213" fmla="*/ 318949 w 402071"/>
                <a:gd name="csY213" fmla="*/ 23224 h 73140"/>
                <a:gd name="csX214" fmla="*/ 366938 w 402071"/>
                <a:gd name="csY214" fmla="*/ 51022 h 73140"/>
                <a:gd name="csX215" fmla="*/ 366550 w 402071"/>
                <a:gd name="csY215" fmla="*/ 55598 h 73140"/>
                <a:gd name="csX216" fmla="*/ 370028 w 402071"/>
                <a:gd name="csY216" fmla="*/ 63982 h 73140"/>
                <a:gd name="csX217" fmla="*/ 378469 w 402071"/>
                <a:gd name="csY217" fmla="*/ 67403 h 73140"/>
                <a:gd name="csX218" fmla="*/ 386078 w 402071"/>
                <a:gd name="csY218" fmla="*/ 65806 h 73140"/>
                <a:gd name="csX219" fmla="*/ 396996 w 402071"/>
                <a:gd name="csY219" fmla="*/ 58575 h 73140"/>
                <a:gd name="csX220" fmla="*/ 398158 w 402071"/>
                <a:gd name="csY220" fmla="*/ 60181 h 73140"/>
                <a:gd name="csX221" fmla="*/ 373224 w 402071"/>
                <a:gd name="csY221" fmla="*/ 73141 h 73140"/>
                <a:gd name="csX222" fmla="*/ 361087 w 402071"/>
                <a:gd name="csY222" fmla="*/ 68065 h 73140"/>
                <a:gd name="csX223" fmla="*/ 357004 w 402071"/>
                <a:gd name="csY223" fmla="*/ 56865 h 73140"/>
                <a:gd name="csX224" fmla="*/ 362080 w 402071"/>
                <a:gd name="csY224" fmla="*/ 40040 h 73140"/>
                <a:gd name="csX225" fmla="*/ 374821 w 402071"/>
                <a:gd name="csY225" fmla="*/ 26693 h 73140"/>
                <a:gd name="csX226" fmla="*/ 390597 w 402071"/>
                <a:gd name="csY226" fmla="*/ 21892 h 73140"/>
                <a:gd name="csX227" fmla="*/ 399264 w 402071"/>
                <a:gd name="csY227" fmla="*/ 24264 h 73140"/>
                <a:gd name="csX228" fmla="*/ 402072 w 402071"/>
                <a:gd name="csY228" fmla="*/ 29897 h 73140"/>
                <a:gd name="csX229" fmla="*/ 398432 w 402071"/>
                <a:gd name="csY229" fmla="*/ 38668 h 73140"/>
                <a:gd name="csX230" fmla="*/ 384311 w 402071"/>
                <a:gd name="csY230" fmla="*/ 47488 h 73140"/>
                <a:gd name="csX231" fmla="*/ 366938 w 402071"/>
                <a:gd name="csY231" fmla="*/ 51022 h 73140"/>
                <a:gd name="csX232" fmla="*/ 367325 w 402071"/>
                <a:gd name="csY232" fmla="*/ 48319 h 73140"/>
                <a:gd name="csX233" fmla="*/ 380615 w 402071"/>
                <a:gd name="csY233" fmla="*/ 45116 h 73140"/>
                <a:gd name="csX234" fmla="*/ 390766 w 402071"/>
                <a:gd name="csY234" fmla="*/ 37894 h 73140"/>
                <a:gd name="csX235" fmla="*/ 394188 w 402071"/>
                <a:gd name="csY235" fmla="*/ 29840 h 73140"/>
                <a:gd name="csX236" fmla="*/ 392695 w 402071"/>
                <a:gd name="csY236" fmla="*/ 26088 h 73140"/>
                <a:gd name="csX237" fmla="*/ 388564 w 402071"/>
                <a:gd name="csY237" fmla="*/ 24652 h 73140"/>
                <a:gd name="csX238" fmla="*/ 376589 w 402071"/>
                <a:gd name="csY238" fmla="*/ 30664 h 73140"/>
                <a:gd name="csX239" fmla="*/ 367325 w 402071"/>
                <a:gd name="csY239" fmla="*/ 48319 h 73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Lst>
              <a:rect l="l" t="t" r="r" b="b"/>
              <a:pathLst>
                <a:path w="402071" h="73140">
                  <a:moveTo>
                    <a:pt x="24717" y="8215"/>
                  </a:moveTo>
                  <a:lnTo>
                    <a:pt x="20416" y="23224"/>
                  </a:lnTo>
                  <a:lnTo>
                    <a:pt x="29074" y="23224"/>
                  </a:lnTo>
                  <a:lnTo>
                    <a:pt x="28138" y="26693"/>
                  </a:lnTo>
                  <a:lnTo>
                    <a:pt x="19528" y="26693"/>
                  </a:lnTo>
                  <a:lnTo>
                    <a:pt x="10038" y="59237"/>
                  </a:lnTo>
                  <a:cubicBezTo>
                    <a:pt x="9013" y="62731"/>
                    <a:pt x="8497" y="64999"/>
                    <a:pt x="8497" y="66023"/>
                  </a:cubicBezTo>
                  <a:cubicBezTo>
                    <a:pt x="8497" y="66653"/>
                    <a:pt x="8642" y="67129"/>
                    <a:pt x="8941" y="67460"/>
                  </a:cubicBezTo>
                  <a:cubicBezTo>
                    <a:pt x="9231" y="67791"/>
                    <a:pt x="9578" y="67952"/>
                    <a:pt x="9990" y="67952"/>
                  </a:cubicBezTo>
                  <a:cubicBezTo>
                    <a:pt x="10902" y="67952"/>
                    <a:pt x="12120" y="67315"/>
                    <a:pt x="13629" y="66023"/>
                  </a:cubicBezTo>
                  <a:cubicBezTo>
                    <a:pt x="14509" y="65289"/>
                    <a:pt x="16478" y="63030"/>
                    <a:pt x="19528" y="59237"/>
                  </a:cubicBezTo>
                  <a:lnTo>
                    <a:pt x="21351" y="60617"/>
                  </a:lnTo>
                  <a:cubicBezTo>
                    <a:pt x="17962" y="65547"/>
                    <a:pt x="14767" y="69025"/>
                    <a:pt x="11749" y="71043"/>
                  </a:cubicBezTo>
                  <a:cubicBezTo>
                    <a:pt x="9691" y="72439"/>
                    <a:pt x="7617" y="73141"/>
                    <a:pt x="5520" y="73141"/>
                  </a:cubicBezTo>
                  <a:cubicBezTo>
                    <a:pt x="3898" y="73141"/>
                    <a:pt x="2574" y="72648"/>
                    <a:pt x="1549" y="71648"/>
                  </a:cubicBezTo>
                  <a:cubicBezTo>
                    <a:pt x="516" y="70623"/>
                    <a:pt x="0" y="69316"/>
                    <a:pt x="0" y="67734"/>
                  </a:cubicBezTo>
                  <a:cubicBezTo>
                    <a:pt x="0" y="65749"/>
                    <a:pt x="589" y="62715"/>
                    <a:pt x="1767" y="58632"/>
                  </a:cubicBezTo>
                  <a:lnTo>
                    <a:pt x="10982" y="26693"/>
                  </a:lnTo>
                  <a:lnTo>
                    <a:pt x="2647" y="26693"/>
                  </a:lnTo>
                  <a:lnTo>
                    <a:pt x="3204" y="24547"/>
                  </a:lnTo>
                  <a:cubicBezTo>
                    <a:pt x="7246" y="23441"/>
                    <a:pt x="10611" y="21803"/>
                    <a:pt x="13298" y="19633"/>
                  </a:cubicBezTo>
                  <a:cubicBezTo>
                    <a:pt x="15977" y="17430"/>
                    <a:pt x="18979" y="13621"/>
                    <a:pt x="22288" y="8215"/>
                  </a:cubicBezTo>
                  <a:lnTo>
                    <a:pt x="24717" y="8215"/>
                  </a:lnTo>
                  <a:close/>
                  <a:moveTo>
                    <a:pt x="40266" y="51022"/>
                  </a:moveTo>
                  <a:cubicBezTo>
                    <a:pt x="40016" y="52862"/>
                    <a:pt x="39887" y="54387"/>
                    <a:pt x="39887" y="55598"/>
                  </a:cubicBezTo>
                  <a:cubicBezTo>
                    <a:pt x="39887" y="58874"/>
                    <a:pt x="41041" y="61666"/>
                    <a:pt x="43357" y="63982"/>
                  </a:cubicBezTo>
                  <a:cubicBezTo>
                    <a:pt x="45673" y="66265"/>
                    <a:pt x="48489" y="67403"/>
                    <a:pt x="51797" y="67403"/>
                  </a:cubicBezTo>
                  <a:cubicBezTo>
                    <a:pt x="54444" y="67403"/>
                    <a:pt x="56986" y="66871"/>
                    <a:pt x="59415" y="65806"/>
                  </a:cubicBezTo>
                  <a:cubicBezTo>
                    <a:pt x="61876" y="64700"/>
                    <a:pt x="65515" y="62295"/>
                    <a:pt x="70332" y="58575"/>
                  </a:cubicBezTo>
                  <a:lnTo>
                    <a:pt x="71495" y="60181"/>
                  </a:lnTo>
                  <a:cubicBezTo>
                    <a:pt x="62780" y="68824"/>
                    <a:pt x="54468" y="73141"/>
                    <a:pt x="46560" y="73141"/>
                  </a:cubicBezTo>
                  <a:cubicBezTo>
                    <a:pt x="41186" y="73141"/>
                    <a:pt x="37143" y="71446"/>
                    <a:pt x="34424" y="68065"/>
                  </a:cubicBezTo>
                  <a:cubicBezTo>
                    <a:pt x="31705" y="64684"/>
                    <a:pt x="30341" y="60948"/>
                    <a:pt x="30341" y="56865"/>
                  </a:cubicBezTo>
                  <a:cubicBezTo>
                    <a:pt x="30341" y="51386"/>
                    <a:pt x="32035" y="45777"/>
                    <a:pt x="35416" y="40040"/>
                  </a:cubicBezTo>
                  <a:cubicBezTo>
                    <a:pt x="38798" y="34311"/>
                    <a:pt x="43050" y="29857"/>
                    <a:pt x="48158" y="26693"/>
                  </a:cubicBezTo>
                  <a:cubicBezTo>
                    <a:pt x="53266" y="23498"/>
                    <a:pt x="58527" y="21892"/>
                    <a:pt x="63933" y="21892"/>
                  </a:cubicBezTo>
                  <a:cubicBezTo>
                    <a:pt x="67831" y="21892"/>
                    <a:pt x="70720" y="22683"/>
                    <a:pt x="72592" y="24264"/>
                  </a:cubicBezTo>
                  <a:cubicBezTo>
                    <a:pt x="74472" y="25846"/>
                    <a:pt x="75408" y="27726"/>
                    <a:pt x="75408" y="29897"/>
                  </a:cubicBezTo>
                  <a:cubicBezTo>
                    <a:pt x="75408" y="32947"/>
                    <a:pt x="74198" y="35868"/>
                    <a:pt x="71769" y="38668"/>
                  </a:cubicBezTo>
                  <a:cubicBezTo>
                    <a:pt x="68565" y="42308"/>
                    <a:pt x="63861" y="45245"/>
                    <a:pt x="57647" y="47488"/>
                  </a:cubicBezTo>
                  <a:cubicBezTo>
                    <a:pt x="53524" y="48997"/>
                    <a:pt x="47738" y="50175"/>
                    <a:pt x="40266" y="51022"/>
                  </a:cubicBezTo>
                  <a:close/>
                  <a:moveTo>
                    <a:pt x="40654" y="48319"/>
                  </a:moveTo>
                  <a:cubicBezTo>
                    <a:pt x="46100" y="47690"/>
                    <a:pt x="50530" y="46625"/>
                    <a:pt x="53952" y="45116"/>
                  </a:cubicBezTo>
                  <a:cubicBezTo>
                    <a:pt x="58470" y="43098"/>
                    <a:pt x="61860" y="40686"/>
                    <a:pt x="64103" y="37894"/>
                  </a:cubicBezTo>
                  <a:cubicBezTo>
                    <a:pt x="66379" y="35061"/>
                    <a:pt x="67516" y="32374"/>
                    <a:pt x="67516" y="29840"/>
                  </a:cubicBezTo>
                  <a:cubicBezTo>
                    <a:pt x="67516" y="28291"/>
                    <a:pt x="67024" y="27040"/>
                    <a:pt x="66032" y="26088"/>
                  </a:cubicBezTo>
                  <a:cubicBezTo>
                    <a:pt x="65071" y="25136"/>
                    <a:pt x="63691" y="24652"/>
                    <a:pt x="61892" y="24652"/>
                  </a:cubicBezTo>
                  <a:cubicBezTo>
                    <a:pt x="58140" y="24652"/>
                    <a:pt x="54154" y="26661"/>
                    <a:pt x="49925" y="30664"/>
                  </a:cubicBezTo>
                  <a:cubicBezTo>
                    <a:pt x="45729" y="34642"/>
                    <a:pt x="42639" y="40524"/>
                    <a:pt x="40654" y="48319"/>
                  </a:cubicBezTo>
                  <a:close/>
                  <a:moveTo>
                    <a:pt x="101940" y="21892"/>
                  </a:moveTo>
                  <a:lnTo>
                    <a:pt x="94605" y="46996"/>
                  </a:lnTo>
                  <a:cubicBezTo>
                    <a:pt x="101480" y="36732"/>
                    <a:pt x="106741" y="29986"/>
                    <a:pt x="110381" y="26750"/>
                  </a:cubicBezTo>
                  <a:cubicBezTo>
                    <a:pt x="114060" y="23514"/>
                    <a:pt x="117587" y="21892"/>
                    <a:pt x="120968" y="21892"/>
                  </a:cubicBezTo>
                  <a:cubicBezTo>
                    <a:pt x="122807" y="21892"/>
                    <a:pt x="124316" y="22505"/>
                    <a:pt x="125495" y="23716"/>
                  </a:cubicBezTo>
                  <a:cubicBezTo>
                    <a:pt x="126705" y="24926"/>
                    <a:pt x="127318" y="26508"/>
                    <a:pt x="127318" y="28461"/>
                  </a:cubicBezTo>
                  <a:cubicBezTo>
                    <a:pt x="127318" y="30664"/>
                    <a:pt x="126778" y="33609"/>
                    <a:pt x="125712" y="37288"/>
                  </a:cubicBezTo>
                  <a:lnTo>
                    <a:pt x="118983" y="60512"/>
                  </a:lnTo>
                  <a:cubicBezTo>
                    <a:pt x="118216" y="63191"/>
                    <a:pt x="117829" y="64829"/>
                    <a:pt x="117829" y="65418"/>
                  </a:cubicBezTo>
                  <a:cubicBezTo>
                    <a:pt x="117829" y="65935"/>
                    <a:pt x="117974" y="66378"/>
                    <a:pt x="118264" y="66742"/>
                  </a:cubicBezTo>
                  <a:cubicBezTo>
                    <a:pt x="118563" y="67072"/>
                    <a:pt x="118878" y="67242"/>
                    <a:pt x="119209" y="67242"/>
                  </a:cubicBezTo>
                  <a:cubicBezTo>
                    <a:pt x="119644" y="67242"/>
                    <a:pt x="120177" y="67000"/>
                    <a:pt x="120806" y="66524"/>
                  </a:cubicBezTo>
                  <a:cubicBezTo>
                    <a:pt x="122751" y="64974"/>
                    <a:pt x="124889" y="62626"/>
                    <a:pt x="127205" y="59463"/>
                  </a:cubicBezTo>
                  <a:lnTo>
                    <a:pt x="128916" y="60512"/>
                  </a:lnTo>
                  <a:cubicBezTo>
                    <a:pt x="125495" y="65402"/>
                    <a:pt x="122259" y="68896"/>
                    <a:pt x="119209" y="70986"/>
                  </a:cubicBezTo>
                  <a:cubicBezTo>
                    <a:pt x="117070" y="72422"/>
                    <a:pt x="115158" y="73141"/>
                    <a:pt x="113471" y="73141"/>
                  </a:cubicBezTo>
                  <a:cubicBezTo>
                    <a:pt x="112107" y="73141"/>
                    <a:pt x="111026" y="72721"/>
                    <a:pt x="110211" y="71874"/>
                  </a:cubicBezTo>
                  <a:cubicBezTo>
                    <a:pt x="109404" y="71067"/>
                    <a:pt x="109001" y="69961"/>
                    <a:pt x="109001" y="68565"/>
                  </a:cubicBezTo>
                  <a:cubicBezTo>
                    <a:pt x="109001" y="66798"/>
                    <a:pt x="109630" y="63764"/>
                    <a:pt x="110873" y="59463"/>
                  </a:cubicBezTo>
                  <a:lnTo>
                    <a:pt x="117272" y="37288"/>
                  </a:lnTo>
                  <a:cubicBezTo>
                    <a:pt x="118087" y="34529"/>
                    <a:pt x="118490" y="32374"/>
                    <a:pt x="118490" y="30833"/>
                  </a:cubicBezTo>
                  <a:cubicBezTo>
                    <a:pt x="118490" y="30099"/>
                    <a:pt x="118248" y="29510"/>
                    <a:pt x="117772" y="29066"/>
                  </a:cubicBezTo>
                  <a:cubicBezTo>
                    <a:pt x="117296" y="28590"/>
                    <a:pt x="116707" y="28348"/>
                    <a:pt x="116005" y="28348"/>
                  </a:cubicBezTo>
                  <a:cubicBezTo>
                    <a:pt x="114980" y="28348"/>
                    <a:pt x="113746" y="28791"/>
                    <a:pt x="112309" y="29671"/>
                  </a:cubicBezTo>
                  <a:cubicBezTo>
                    <a:pt x="109590" y="31325"/>
                    <a:pt x="106758" y="34069"/>
                    <a:pt x="103812" y="37894"/>
                  </a:cubicBezTo>
                  <a:cubicBezTo>
                    <a:pt x="100875" y="41678"/>
                    <a:pt x="97768" y="46536"/>
                    <a:pt x="94492" y="52459"/>
                  </a:cubicBezTo>
                  <a:cubicBezTo>
                    <a:pt x="92765" y="55582"/>
                    <a:pt x="91329" y="59003"/>
                    <a:pt x="90191" y="62715"/>
                  </a:cubicBezTo>
                  <a:lnTo>
                    <a:pt x="87432" y="71817"/>
                  </a:lnTo>
                  <a:lnTo>
                    <a:pt x="79160" y="71817"/>
                  </a:lnTo>
                  <a:lnTo>
                    <a:pt x="89199" y="37288"/>
                  </a:lnTo>
                  <a:cubicBezTo>
                    <a:pt x="90377" y="33133"/>
                    <a:pt x="90966" y="30631"/>
                    <a:pt x="90966" y="29784"/>
                  </a:cubicBezTo>
                  <a:cubicBezTo>
                    <a:pt x="90966" y="28977"/>
                    <a:pt x="90635" y="28275"/>
                    <a:pt x="89973" y="27686"/>
                  </a:cubicBezTo>
                  <a:cubicBezTo>
                    <a:pt x="89344" y="27065"/>
                    <a:pt x="88553" y="26750"/>
                    <a:pt x="87601" y="26750"/>
                  </a:cubicBezTo>
                  <a:cubicBezTo>
                    <a:pt x="87157" y="26750"/>
                    <a:pt x="86382" y="26823"/>
                    <a:pt x="85285" y="26968"/>
                  </a:cubicBezTo>
                  <a:lnTo>
                    <a:pt x="83187" y="27299"/>
                  </a:lnTo>
                  <a:lnTo>
                    <a:pt x="82856" y="25314"/>
                  </a:lnTo>
                  <a:lnTo>
                    <a:pt x="101940" y="21892"/>
                  </a:lnTo>
                  <a:close/>
                  <a:moveTo>
                    <a:pt x="174476" y="21892"/>
                  </a:moveTo>
                  <a:lnTo>
                    <a:pt x="171111" y="38830"/>
                  </a:lnTo>
                  <a:lnTo>
                    <a:pt x="169069" y="38830"/>
                  </a:lnTo>
                  <a:cubicBezTo>
                    <a:pt x="168892" y="33899"/>
                    <a:pt x="167843" y="30316"/>
                    <a:pt x="165930" y="28073"/>
                  </a:cubicBezTo>
                  <a:cubicBezTo>
                    <a:pt x="164018" y="25830"/>
                    <a:pt x="161645" y="24708"/>
                    <a:pt x="158813" y="24708"/>
                  </a:cubicBezTo>
                  <a:cubicBezTo>
                    <a:pt x="156529" y="24708"/>
                    <a:pt x="154714" y="25338"/>
                    <a:pt x="153350" y="26588"/>
                  </a:cubicBezTo>
                  <a:cubicBezTo>
                    <a:pt x="152027" y="27831"/>
                    <a:pt x="151365" y="29340"/>
                    <a:pt x="151365" y="31107"/>
                  </a:cubicBezTo>
                  <a:cubicBezTo>
                    <a:pt x="151365" y="32318"/>
                    <a:pt x="151623" y="33480"/>
                    <a:pt x="152140" y="34585"/>
                  </a:cubicBezTo>
                  <a:cubicBezTo>
                    <a:pt x="152688" y="35683"/>
                    <a:pt x="153866" y="37232"/>
                    <a:pt x="155666" y="39217"/>
                  </a:cubicBezTo>
                  <a:cubicBezTo>
                    <a:pt x="160451" y="44438"/>
                    <a:pt x="163533" y="48376"/>
                    <a:pt x="164937" y="51022"/>
                  </a:cubicBezTo>
                  <a:cubicBezTo>
                    <a:pt x="166334" y="53669"/>
                    <a:pt x="167028" y="56171"/>
                    <a:pt x="167028" y="58527"/>
                  </a:cubicBezTo>
                  <a:cubicBezTo>
                    <a:pt x="167028" y="62344"/>
                    <a:pt x="165430" y="65749"/>
                    <a:pt x="162234" y="68727"/>
                  </a:cubicBezTo>
                  <a:cubicBezTo>
                    <a:pt x="159071" y="71672"/>
                    <a:pt x="155061" y="73141"/>
                    <a:pt x="150203" y="73141"/>
                  </a:cubicBezTo>
                  <a:cubicBezTo>
                    <a:pt x="147556" y="73141"/>
                    <a:pt x="144506" y="72519"/>
                    <a:pt x="141052" y="71268"/>
                  </a:cubicBezTo>
                  <a:cubicBezTo>
                    <a:pt x="139834" y="70825"/>
                    <a:pt x="138898" y="70607"/>
                    <a:pt x="138236" y="70607"/>
                  </a:cubicBezTo>
                  <a:cubicBezTo>
                    <a:pt x="136582" y="70607"/>
                    <a:pt x="135331" y="71446"/>
                    <a:pt x="134484" y="73141"/>
                  </a:cubicBezTo>
                  <a:lnTo>
                    <a:pt x="132442" y="73141"/>
                  </a:lnTo>
                  <a:lnTo>
                    <a:pt x="135807" y="55267"/>
                  </a:lnTo>
                  <a:lnTo>
                    <a:pt x="137849" y="55267"/>
                  </a:lnTo>
                  <a:cubicBezTo>
                    <a:pt x="138075" y="60859"/>
                    <a:pt x="139229" y="64813"/>
                    <a:pt x="141327" y="67129"/>
                  </a:cubicBezTo>
                  <a:cubicBezTo>
                    <a:pt x="143425" y="69445"/>
                    <a:pt x="146289" y="70607"/>
                    <a:pt x="149929" y="70607"/>
                  </a:cubicBezTo>
                  <a:cubicBezTo>
                    <a:pt x="152729" y="70607"/>
                    <a:pt x="154932" y="69832"/>
                    <a:pt x="156554" y="68283"/>
                  </a:cubicBezTo>
                  <a:cubicBezTo>
                    <a:pt x="158208" y="66709"/>
                    <a:pt x="159031" y="64773"/>
                    <a:pt x="159031" y="62497"/>
                  </a:cubicBezTo>
                  <a:cubicBezTo>
                    <a:pt x="159031" y="61020"/>
                    <a:pt x="158740" y="59665"/>
                    <a:pt x="158151" y="58414"/>
                  </a:cubicBezTo>
                  <a:cubicBezTo>
                    <a:pt x="157118" y="56203"/>
                    <a:pt x="154948" y="53153"/>
                    <a:pt x="151639" y="49255"/>
                  </a:cubicBezTo>
                  <a:cubicBezTo>
                    <a:pt x="148371" y="45358"/>
                    <a:pt x="146257" y="42437"/>
                    <a:pt x="145297" y="40484"/>
                  </a:cubicBezTo>
                  <a:cubicBezTo>
                    <a:pt x="144377" y="38539"/>
                    <a:pt x="143917" y="36586"/>
                    <a:pt x="143917" y="34642"/>
                  </a:cubicBezTo>
                  <a:cubicBezTo>
                    <a:pt x="143917" y="31075"/>
                    <a:pt x="145208" y="28057"/>
                    <a:pt x="147782" y="25588"/>
                  </a:cubicBezTo>
                  <a:cubicBezTo>
                    <a:pt x="150389" y="23127"/>
                    <a:pt x="153737" y="21892"/>
                    <a:pt x="157820" y="21892"/>
                  </a:cubicBezTo>
                  <a:cubicBezTo>
                    <a:pt x="158999" y="21892"/>
                    <a:pt x="160064" y="21989"/>
                    <a:pt x="161016" y="22175"/>
                  </a:cubicBezTo>
                  <a:cubicBezTo>
                    <a:pt x="161532" y="22279"/>
                    <a:pt x="162726" y="22707"/>
                    <a:pt x="164607" y="23441"/>
                  </a:cubicBezTo>
                  <a:cubicBezTo>
                    <a:pt x="166519" y="24135"/>
                    <a:pt x="167786" y="24490"/>
                    <a:pt x="168407" y="24490"/>
                  </a:cubicBezTo>
                  <a:cubicBezTo>
                    <a:pt x="169989" y="24490"/>
                    <a:pt x="171312" y="23627"/>
                    <a:pt x="172386" y="21892"/>
                  </a:cubicBezTo>
                  <a:lnTo>
                    <a:pt x="174476" y="21892"/>
                  </a:lnTo>
                  <a:close/>
                  <a:moveTo>
                    <a:pt x="229751" y="39161"/>
                  </a:moveTo>
                  <a:cubicBezTo>
                    <a:pt x="229751" y="44680"/>
                    <a:pt x="228282" y="50135"/>
                    <a:pt x="225337" y="55541"/>
                  </a:cubicBezTo>
                  <a:cubicBezTo>
                    <a:pt x="222432" y="60948"/>
                    <a:pt x="218365" y="65233"/>
                    <a:pt x="213144" y="68396"/>
                  </a:cubicBezTo>
                  <a:cubicBezTo>
                    <a:pt x="207923" y="71559"/>
                    <a:pt x="202847" y="73141"/>
                    <a:pt x="197925" y="73141"/>
                  </a:cubicBezTo>
                  <a:cubicBezTo>
                    <a:pt x="192882" y="73141"/>
                    <a:pt x="188766" y="71543"/>
                    <a:pt x="185563" y="68339"/>
                  </a:cubicBezTo>
                  <a:cubicBezTo>
                    <a:pt x="182400" y="65104"/>
                    <a:pt x="180818" y="60932"/>
                    <a:pt x="180818" y="55824"/>
                  </a:cubicBezTo>
                  <a:cubicBezTo>
                    <a:pt x="180818" y="50417"/>
                    <a:pt x="182367" y="44987"/>
                    <a:pt x="185458" y="39548"/>
                  </a:cubicBezTo>
                  <a:cubicBezTo>
                    <a:pt x="188581" y="34101"/>
                    <a:pt x="192737" y="29800"/>
                    <a:pt x="197925" y="26637"/>
                  </a:cubicBezTo>
                  <a:cubicBezTo>
                    <a:pt x="203146" y="23474"/>
                    <a:pt x="208181" y="21892"/>
                    <a:pt x="213039" y="21892"/>
                  </a:cubicBezTo>
                  <a:cubicBezTo>
                    <a:pt x="217889" y="21892"/>
                    <a:pt x="221883" y="23498"/>
                    <a:pt x="225006" y="26693"/>
                  </a:cubicBezTo>
                  <a:cubicBezTo>
                    <a:pt x="228169" y="29897"/>
                    <a:pt x="229751" y="34053"/>
                    <a:pt x="229751" y="39161"/>
                  </a:cubicBezTo>
                  <a:close/>
                  <a:moveTo>
                    <a:pt x="220592" y="35352"/>
                  </a:moveTo>
                  <a:cubicBezTo>
                    <a:pt x="220592" y="31938"/>
                    <a:pt x="219745" y="29324"/>
                    <a:pt x="218058" y="27525"/>
                  </a:cubicBezTo>
                  <a:cubicBezTo>
                    <a:pt x="216404" y="25685"/>
                    <a:pt x="214249" y="24765"/>
                    <a:pt x="211603" y="24765"/>
                  </a:cubicBezTo>
                  <a:cubicBezTo>
                    <a:pt x="206196" y="24765"/>
                    <a:pt x="201209" y="28646"/>
                    <a:pt x="196650" y="36401"/>
                  </a:cubicBezTo>
                  <a:cubicBezTo>
                    <a:pt x="192131" y="44123"/>
                    <a:pt x="189872" y="51813"/>
                    <a:pt x="189872" y="59463"/>
                  </a:cubicBezTo>
                  <a:cubicBezTo>
                    <a:pt x="189872" y="62957"/>
                    <a:pt x="190751" y="65660"/>
                    <a:pt x="192519" y="67573"/>
                  </a:cubicBezTo>
                  <a:cubicBezTo>
                    <a:pt x="194278" y="69445"/>
                    <a:pt x="196505" y="70381"/>
                    <a:pt x="199192" y="70381"/>
                  </a:cubicBezTo>
                  <a:cubicBezTo>
                    <a:pt x="204373" y="70381"/>
                    <a:pt x="209230" y="66540"/>
                    <a:pt x="213749" y="58858"/>
                  </a:cubicBezTo>
                  <a:cubicBezTo>
                    <a:pt x="218316" y="51135"/>
                    <a:pt x="220592" y="43300"/>
                    <a:pt x="220592" y="35352"/>
                  </a:cubicBezTo>
                  <a:close/>
                  <a:moveTo>
                    <a:pt x="239902" y="24983"/>
                  </a:moveTo>
                  <a:lnTo>
                    <a:pt x="258929" y="21892"/>
                  </a:lnTo>
                  <a:lnTo>
                    <a:pt x="250989" y="48707"/>
                  </a:lnTo>
                  <a:cubicBezTo>
                    <a:pt x="257420" y="37708"/>
                    <a:pt x="263271" y="30026"/>
                    <a:pt x="268532" y="25644"/>
                  </a:cubicBezTo>
                  <a:cubicBezTo>
                    <a:pt x="271509" y="23143"/>
                    <a:pt x="273930" y="21892"/>
                    <a:pt x="275811" y="21892"/>
                  </a:cubicBezTo>
                  <a:cubicBezTo>
                    <a:pt x="277021" y="21892"/>
                    <a:pt x="277981" y="22263"/>
                    <a:pt x="278675" y="22998"/>
                  </a:cubicBezTo>
                  <a:cubicBezTo>
                    <a:pt x="279377" y="23700"/>
                    <a:pt x="279724" y="24724"/>
                    <a:pt x="279724" y="26088"/>
                  </a:cubicBezTo>
                  <a:cubicBezTo>
                    <a:pt x="279724" y="28517"/>
                    <a:pt x="279103" y="30833"/>
                    <a:pt x="277852" y="33036"/>
                  </a:cubicBezTo>
                  <a:cubicBezTo>
                    <a:pt x="276964" y="34690"/>
                    <a:pt x="275697" y="35521"/>
                    <a:pt x="274043" y="35521"/>
                  </a:cubicBezTo>
                  <a:cubicBezTo>
                    <a:pt x="273196" y="35521"/>
                    <a:pt x="272462" y="35247"/>
                    <a:pt x="271840" y="34690"/>
                  </a:cubicBezTo>
                  <a:cubicBezTo>
                    <a:pt x="271251" y="34141"/>
                    <a:pt x="270880" y="33294"/>
                    <a:pt x="270735" y="32156"/>
                  </a:cubicBezTo>
                  <a:cubicBezTo>
                    <a:pt x="270662" y="31454"/>
                    <a:pt x="270493" y="30994"/>
                    <a:pt x="270234" y="30777"/>
                  </a:cubicBezTo>
                  <a:cubicBezTo>
                    <a:pt x="269944" y="30486"/>
                    <a:pt x="269597" y="30333"/>
                    <a:pt x="269194" y="30333"/>
                  </a:cubicBezTo>
                  <a:cubicBezTo>
                    <a:pt x="268564" y="30333"/>
                    <a:pt x="267975" y="30486"/>
                    <a:pt x="267426" y="30777"/>
                  </a:cubicBezTo>
                  <a:cubicBezTo>
                    <a:pt x="266466" y="31293"/>
                    <a:pt x="265014" y="32729"/>
                    <a:pt x="263069" y="35077"/>
                  </a:cubicBezTo>
                  <a:cubicBezTo>
                    <a:pt x="260019" y="38684"/>
                    <a:pt x="256702" y="43357"/>
                    <a:pt x="253136" y="49094"/>
                  </a:cubicBezTo>
                  <a:cubicBezTo>
                    <a:pt x="251594" y="51515"/>
                    <a:pt x="250271" y="54258"/>
                    <a:pt x="249165" y="57309"/>
                  </a:cubicBezTo>
                  <a:cubicBezTo>
                    <a:pt x="247624" y="61505"/>
                    <a:pt x="246737" y="64022"/>
                    <a:pt x="246519" y="64869"/>
                  </a:cubicBezTo>
                  <a:lnTo>
                    <a:pt x="244752" y="71817"/>
                  </a:lnTo>
                  <a:lnTo>
                    <a:pt x="236311" y="71817"/>
                  </a:lnTo>
                  <a:lnTo>
                    <a:pt x="246519" y="37563"/>
                  </a:lnTo>
                  <a:cubicBezTo>
                    <a:pt x="247697" y="33593"/>
                    <a:pt x="248286" y="30760"/>
                    <a:pt x="248286" y="29066"/>
                  </a:cubicBezTo>
                  <a:cubicBezTo>
                    <a:pt x="248286" y="28404"/>
                    <a:pt x="248012" y="27855"/>
                    <a:pt x="247455" y="27412"/>
                  </a:cubicBezTo>
                  <a:cubicBezTo>
                    <a:pt x="246720" y="26823"/>
                    <a:pt x="245744" y="26532"/>
                    <a:pt x="244534" y="26532"/>
                  </a:cubicBezTo>
                  <a:cubicBezTo>
                    <a:pt x="243759" y="26532"/>
                    <a:pt x="242347" y="26693"/>
                    <a:pt x="240289" y="27024"/>
                  </a:cubicBezTo>
                  <a:lnTo>
                    <a:pt x="239902" y="24983"/>
                  </a:lnTo>
                  <a:close/>
                  <a:moveTo>
                    <a:pt x="303279" y="0"/>
                  </a:moveTo>
                  <a:cubicBezTo>
                    <a:pt x="304828" y="0"/>
                    <a:pt x="306127" y="533"/>
                    <a:pt x="307200" y="1598"/>
                  </a:cubicBezTo>
                  <a:cubicBezTo>
                    <a:pt x="308265" y="2663"/>
                    <a:pt x="308798" y="3970"/>
                    <a:pt x="308798" y="5511"/>
                  </a:cubicBezTo>
                  <a:cubicBezTo>
                    <a:pt x="308798" y="7020"/>
                    <a:pt x="308241" y="8328"/>
                    <a:pt x="307144" y="9433"/>
                  </a:cubicBezTo>
                  <a:cubicBezTo>
                    <a:pt x="306079" y="10498"/>
                    <a:pt x="304787" y="11031"/>
                    <a:pt x="303279" y="11031"/>
                  </a:cubicBezTo>
                  <a:cubicBezTo>
                    <a:pt x="301770" y="11031"/>
                    <a:pt x="300470" y="10498"/>
                    <a:pt x="299365" y="9433"/>
                  </a:cubicBezTo>
                  <a:cubicBezTo>
                    <a:pt x="298300" y="8328"/>
                    <a:pt x="297767" y="7020"/>
                    <a:pt x="297767" y="5511"/>
                  </a:cubicBezTo>
                  <a:cubicBezTo>
                    <a:pt x="297767" y="3970"/>
                    <a:pt x="298300" y="2663"/>
                    <a:pt x="299365" y="1598"/>
                  </a:cubicBezTo>
                  <a:cubicBezTo>
                    <a:pt x="300430" y="533"/>
                    <a:pt x="301737" y="0"/>
                    <a:pt x="303279" y="0"/>
                  </a:cubicBezTo>
                  <a:close/>
                  <a:moveTo>
                    <a:pt x="303997" y="21892"/>
                  </a:moveTo>
                  <a:lnTo>
                    <a:pt x="293079" y="60560"/>
                  </a:lnTo>
                  <a:cubicBezTo>
                    <a:pt x="292337" y="63175"/>
                    <a:pt x="291973" y="64740"/>
                    <a:pt x="291973" y="65257"/>
                  </a:cubicBezTo>
                  <a:cubicBezTo>
                    <a:pt x="291973" y="65838"/>
                    <a:pt x="292135" y="66322"/>
                    <a:pt x="292466" y="66685"/>
                  </a:cubicBezTo>
                  <a:cubicBezTo>
                    <a:pt x="292837" y="67056"/>
                    <a:pt x="293256" y="67242"/>
                    <a:pt x="293741" y="67242"/>
                  </a:cubicBezTo>
                  <a:cubicBezTo>
                    <a:pt x="294289" y="67242"/>
                    <a:pt x="294951" y="66943"/>
                    <a:pt x="295726" y="66354"/>
                  </a:cubicBezTo>
                  <a:cubicBezTo>
                    <a:pt x="297816" y="64700"/>
                    <a:pt x="299930" y="62344"/>
                    <a:pt x="302068" y="59294"/>
                  </a:cubicBezTo>
                  <a:lnTo>
                    <a:pt x="303997" y="60560"/>
                  </a:lnTo>
                  <a:cubicBezTo>
                    <a:pt x="301495" y="64385"/>
                    <a:pt x="298558" y="67605"/>
                    <a:pt x="295169" y="70219"/>
                  </a:cubicBezTo>
                  <a:cubicBezTo>
                    <a:pt x="292667" y="72164"/>
                    <a:pt x="290279" y="73141"/>
                    <a:pt x="288003" y="73141"/>
                  </a:cubicBezTo>
                  <a:cubicBezTo>
                    <a:pt x="286494" y="73141"/>
                    <a:pt x="285260" y="72697"/>
                    <a:pt x="284308" y="71817"/>
                  </a:cubicBezTo>
                  <a:cubicBezTo>
                    <a:pt x="283347" y="70897"/>
                    <a:pt x="282871" y="69759"/>
                    <a:pt x="282871" y="68396"/>
                  </a:cubicBezTo>
                  <a:cubicBezTo>
                    <a:pt x="282871" y="67040"/>
                    <a:pt x="283331" y="64773"/>
                    <a:pt x="284251" y="61609"/>
                  </a:cubicBezTo>
                  <a:lnTo>
                    <a:pt x="291417" y="36901"/>
                  </a:lnTo>
                  <a:cubicBezTo>
                    <a:pt x="292595" y="32858"/>
                    <a:pt x="293184" y="30316"/>
                    <a:pt x="293184" y="29284"/>
                  </a:cubicBezTo>
                  <a:cubicBezTo>
                    <a:pt x="293184" y="28477"/>
                    <a:pt x="292893" y="27815"/>
                    <a:pt x="292304" y="27299"/>
                  </a:cubicBezTo>
                  <a:cubicBezTo>
                    <a:pt x="291747" y="26790"/>
                    <a:pt x="290981" y="26532"/>
                    <a:pt x="289988" y="26532"/>
                  </a:cubicBezTo>
                  <a:cubicBezTo>
                    <a:pt x="289173" y="26532"/>
                    <a:pt x="287503" y="26734"/>
                    <a:pt x="284969" y="27137"/>
                  </a:cubicBezTo>
                  <a:lnTo>
                    <a:pt x="284969" y="24983"/>
                  </a:lnTo>
                  <a:lnTo>
                    <a:pt x="303997" y="21892"/>
                  </a:lnTo>
                  <a:close/>
                  <a:moveTo>
                    <a:pt x="318949" y="23224"/>
                  </a:moveTo>
                  <a:lnTo>
                    <a:pt x="353970" y="23224"/>
                  </a:lnTo>
                  <a:lnTo>
                    <a:pt x="353970" y="24595"/>
                  </a:lnTo>
                  <a:lnTo>
                    <a:pt x="315802" y="64313"/>
                  </a:lnTo>
                  <a:lnTo>
                    <a:pt x="331965" y="64313"/>
                  </a:lnTo>
                  <a:cubicBezTo>
                    <a:pt x="335790" y="64313"/>
                    <a:pt x="338219" y="64167"/>
                    <a:pt x="339244" y="63877"/>
                  </a:cubicBezTo>
                  <a:cubicBezTo>
                    <a:pt x="340276" y="63578"/>
                    <a:pt x="341213" y="62957"/>
                    <a:pt x="342060" y="61997"/>
                  </a:cubicBezTo>
                  <a:cubicBezTo>
                    <a:pt x="342939" y="61045"/>
                    <a:pt x="343916" y="59318"/>
                    <a:pt x="344981" y="56816"/>
                  </a:cubicBezTo>
                  <a:lnTo>
                    <a:pt x="347023" y="56816"/>
                  </a:lnTo>
                  <a:lnTo>
                    <a:pt x="342221" y="71817"/>
                  </a:lnTo>
                  <a:lnTo>
                    <a:pt x="306313" y="71817"/>
                  </a:lnTo>
                  <a:lnTo>
                    <a:pt x="306313" y="70219"/>
                  </a:lnTo>
                  <a:lnTo>
                    <a:pt x="344489" y="30502"/>
                  </a:lnTo>
                  <a:lnTo>
                    <a:pt x="328600" y="30502"/>
                  </a:lnTo>
                  <a:cubicBezTo>
                    <a:pt x="325251" y="30502"/>
                    <a:pt x="323234" y="30591"/>
                    <a:pt x="322532" y="30777"/>
                  </a:cubicBezTo>
                  <a:cubicBezTo>
                    <a:pt x="321499" y="30994"/>
                    <a:pt x="320474" y="31583"/>
                    <a:pt x="319442" y="32544"/>
                  </a:cubicBezTo>
                  <a:cubicBezTo>
                    <a:pt x="318449" y="33464"/>
                    <a:pt x="317416" y="35005"/>
                    <a:pt x="316351" y="37175"/>
                  </a:cubicBezTo>
                  <a:lnTo>
                    <a:pt x="314261" y="37175"/>
                  </a:lnTo>
                  <a:lnTo>
                    <a:pt x="318949" y="23224"/>
                  </a:lnTo>
                  <a:close/>
                  <a:moveTo>
                    <a:pt x="366938" y="51022"/>
                  </a:moveTo>
                  <a:cubicBezTo>
                    <a:pt x="366679" y="52862"/>
                    <a:pt x="366550" y="54387"/>
                    <a:pt x="366550" y="55598"/>
                  </a:cubicBezTo>
                  <a:cubicBezTo>
                    <a:pt x="366550" y="58874"/>
                    <a:pt x="367712" y="61666"/>
                    <a:pt x="370028" y="63982"/>
                  </a:cubicBezTo>
                  <a:cubicBezTo>
                    <a:pt x="372344" y="66265"/>
                    <a:pt x="375152" y="67403"/>
                    <a:pt x="378469" y="67403"/>
                  </a:cubicBezTo>
                  <a:cubicBezTo>
                    <a:pt x="381116" y="67403"/>
                    <a:pt x="383649" y="66871"/>
                    <a:pt x="386078" y="65806"/>
                  </a:cubicBezTo>
                  <a:cubicBezTo>
                    <a:pt x="388539" y="64700"/>
                    <a:pt x="392179" y="62295"/>
                    <a:pt x="396996" y="58575"/>
                  </a:cubicBezTo>
                  <a:lnTo>
                    <a:pt x="398158" y="60181"/>
                  </a:lnTo>
                  <a:cubicBezTo>
                    <a:pt x="389443" y="68824"/>
                    <a:pt x="381132" y="73141"/>
                    <a:pt x="373224" y="73141"/>
                  </a:cubicBezTo>
                  <a:cubicBezTo>
                    <a:pt x="367858" y="73141"/>
                    <a:pt x="363815" y="71446"/>
                    <a:pt x="361087" y="68065"/>
                  </a:cubicBezTo>
                  <a:cubicBezTo>
                    <a:pt x="358368" y="64684"/>
                    <a:pt x="357004" y="60948"/>
                    <a:pt x="357004" y="56865"/>
                  </a:cubicBezTo>
                  <a:cubicBezTo>
                    <a:pt x="357004" y="51386"/>
                    <a:pt x="358699" y="45777"/>
                    <a:pt x="362080" y="40040"/>
                  </a:cubicBezTo>
                  <a:cubicBezTo>
                    <a:pt x="365469" y="34311"/>
                    <a:pt x="369713" y="29857"/>
                    <a:pt x="374821" y="26693"/>
                  </a:cubicBezTo>
                  <a:cubicBezTo>
                    <a:pt x="379937" y="23498"/>
                    <a:pt x="385199" y="21892"/>
                    <a:pt x="390597" y="21892"/>
                  </a:cubicBezTo>
                  <a:cubicBezTo>
                    <a:pt x="394502" y="21892"/>
                    <a:pt x="397383" y="22683"/>
                    <a:pt x="399264" y="24264"/>
                  </a:cubicBezTo>
                  <a:cubicBezTo>
                    <a:pt x="401136" y="25846"/>
                    <a:pt x="402072" y="27726"/>
                    <a:pt x="402072" y="29897"/>
                  </a:cubicBezTo>
                  <a:cubicBezTo>
                    <a:pt x="402072" y="32947"/>
                    <a:pt x="400861" y="35868"/>
                    <a:pt x="398432" y="38668"/>
                  </a:cubicBezTo>
                  <a:cubicBezTo>
                    <a:pt x="395237" y="42308"/>
                    <a:pt x="390524" y="45245"/>
                    <a:pt x="384311" y="47488"/>
                  </a:cubicBezTo>
                  <a:cubicBezTo>
                    <a:pt x="380196" y="48997"/>
                    <a:pt x="374402" y="50175"/>
                    <a:pt x="366938" y="51022"/>
                  </a:cubicBezTo>
                  <a:close/>
                  <a:moveTo>
                    <a:pt x="367325" y="48319"/>
                  </a:moveTo>
                  <a:cubicBezTo>
                    <a:pt x="372764" y="47690"/>
                    <a:pt x="377194" y="46625"/>
                    <a:pt x="380615" y="45116"/>
                  </a:cubicBezTo>
                  <a:cubicBezTo>
                    <a:pt x="385142" y="43098"/>
                    <a:pt x="388523" y="40686"/>
                    <a:pt x="390766" y="37894"/>
                  </a:cubicBezTo>
                  <a:cubicBezTo>
                    <a:pt x="393050" y="35061"/>
                    <a:pt x="394188" y="32374"/>
                    <a:pt x="394188" y="29840"/>
                  </a:cubicBezTo>
                  <a:cubicBezTo>
                    <a:pt x="394188" y="28291"/>
                    <a:pt x="393688" y="27040"/>
                    <a:pt x="392695" y="26088"/>
                  </a:cubicBezTo>
                  <a:cubicBezTo>
                    <a:pt x="391743" y="25136"/>
                    <a:pt x="390363" y="24652"/>
                    <a:pt x="388564" y="24652"/>
                  </a:cubicBezTo>
                  <a:cubicBezTo>
                    <a:pt x="384811" y="24652"/>
                    <a:pt x="380817" y="26661"/>
                    <a:pt x="376589" y="30664"/>
                  </a:cubicBezTo>
                  <a:cubicBezTo>
                    <a:pt x="372401" y="34642"/>
                    <a:pt x="369310" y="40524"/>
                    <a:pt x="367325" y="48319"/>
                  </a:cubicBezTo>
                  <a:close/>
                </a:path>
              </a:pathLst>
            </a:custGeom>
            <a:solidFill>
              <a:srgbClr val="000000"/>
            </a:solidFill>
            <a:ln w="807" cap="flat">
              <a:noFill/>
              <a:prstDash val="solid"/>
              <a:miter/>
            </a:ln>
          </p:spPr>
        </p:sp>
        <p:sp>
          <p:nvSpPr>
            <p:cNvPr id="387" name="任意形状 386">
              <a:extLst>
                <a:ext uri="{FF2B5EF4-FFF2-40B4-BE49-F238E27FC236}">
                  <a16:creationId xmlns:a16="http://schemas.microsoft.com/office/drawing/2014/main" id="{3C2F98CC-E623-6942-9D76-A46B4DD4FE7F}"/>
                </a:ext>
              </a:extLst>
            </p:cNvPr>
            <p:cNvSpPr/>
            <p:nvPr/>
          </p:nvSpPr>
          <p:spPr>
            <a:xfrm>
              <a:off x="5020424" y="1544317"/>
              <a:ext cx="321961" cy="117834"/>
            </a:xfrm>
            <a:custGeom>
              <a:avLst/>
              <a:gdLst>
                <a:gd name="csX0" fmla="*/ 27694 w 274156"/>
                <a:gd name="csY0" fmla="*/ 78219 h 100338"/>
                <a:gd name="csX1" fmla="*/ 13460 w 274156"/>
                <a:gd name="csY1" fmla="*/ 89748 h 100338"/>
                <a:gd name="csX2" fmla="*/ 19697 w 274156"/>
                <a:gd name="csY2" fmla="*/ 89141 h 100338"/>
                <a:gd name="csX3" fmla="*/ 24765 w 274156"/>
                <a:gd name="csY3" fmla="*/ 89472 h 100338"/>
                <a:gd name="csX4" fmla="*/ 34811 w 274156"/>
                <a:gd name="csY4" fmla="*/ 91513 h 100338"/>
                <a:gd name="csX5" fmla="*/ 48271 w 274156"/>
                <a:gd name="csY5" fmla="*/ 93278 h 100338"/>
                <a:gd name="csX6" fmla="*/ 58640 w 274156"/>
                <a:gd name="csY6" fmla="*/ 91127 h 100338"/>
                <a:gd name="csX7" fmla="*/ 66968 w 274156"/>
                <a:gd name="csY7" fmla="*/ 84066 h 100338"/>
                <a:gd name="csX8" fmla="*/ 68791 w 274156"/>
                <a:gd name="csY8" fmla="*/ 84949 h 100338"/>
                <a:gd name="csX9" fmla="*/ 55380 w 274156"/>
                <a:gd name="csY9" fmla="*/ 96699 h 100338"/>
                <a:gd name="csX10" fmla="*/ 38999 w 274156"/>
                <a:gd name="csY10" fmla="*/ 100339 h 100338"/>
                <a:gd name="csX11" fmla="*/ 25870 w 274156"/>
                <a:gd name="csY11" fmla="*/ 98463 h 100338"/>
                <a:gd name="csX12" fmla="*/ 8053 w 274156"/>
                <a:gd name="csY12" fmla="*/ 95650 h 100338"/>
                <a:gd name="csX13" fmla="*/ 4906 w 274156"/>
                <a:gd name="csY13" fmla="*/ 95926 h 100338"/>
                <a:gd name="csX14" fmla="*/ 1267 w 274156"/>
                <a:gd name="csY14" fmla="*/ 97250 h 100338"/>
                <a:gd name="csX15" fmla="*/ 0 w 274156"/>
                <a:gd name="csY15" fmla="*/ 95760 h 100338"/>
                <a:gd name="csX16" fmla="*/ 22619 w 274156"/>
                <a:gd name="csY16" fmla="*/ 77888 h 100338"/>
                <a:gd name="csX17" fmla="*/ 6730 w 274156"/>
                <a:gd name="csY17" fmla="*/ 68676 h 100338"/>
                <a:gd name="csX18" fmla="*/ 1323 w 274156"/>
                <a:gd name="csY18" fmla="*/ 52073 h 100338"/>
                <a:gd name="csX19" fmla="*/ 8602 w 274156"/>
                <a:gd name="csY19" fmla="*/ 27084 h 100338"/>
                <a:gd name="csX20" fmla="*/ 27307 w 274156"/>
                <a:gd name="csY20" fmla="*/ 7116 h 100338"/>
                <a:gd name="csX21" fmla="*/ 49699 w 274156"/>
                <a:gd name="csY21" fmla="*/ 0 h 100338"/>
                <a:gd name="csX22" fmla="*/ 63603 w 274156"/>
                <a:gd name="csY22" fmla="*/ 3310 h 100338"/>
                <a:gd name="csX23" fmla="*/ 72536 w 274156"/>
                <a:gd name="csY23" fmla="*/ 12963 h 100338"/>
                <a:gd name="csX24" fmla="*/ 75682 w 274156"/>
                <a:gd name="csY24" fmla="*/ 25871 h 100338"/>
                <a:gd name="csX25" fmla="*/ 68452 w 274156"/>
                <a:gd name="csY25" fmla="*/ 51576 h 100338"/>
                <a:gd name="csX26" fmla="*/ 50474 w 274156"/>
                <a:gd name="csY26" fmla="*/ 71324 h 100338"/>
                <a:gd name="csX27" fmla="*/ 27694 w 274156"/>
                <a:gd name="csY27" fmla="*/ 78219 h 100338"/>
                <a:gd name="csX28" fmla="*/ 48376 w 274156"/>
                <a:gd name="csY28" fmla="*/ 3530 h 100338"/>
                <a:gd name="csX29" fmla="*/ 37563 w 274156"/>
                <a:gd name="csY29" fmla="*/ 6288 h 100338"/>
                <a:gd name="csX30" fmla="*/ 27137 w 274156"/>
                <a:gd name="csY30" fmla="*/ 15225 h 100338"/>
                <a:gd name="csX31" fmla="*/ 17817 w 274156"/>
                <a:gd name="csY31" fmla="*/ 31442 h 100338"/>
                <a:gd name="csX32" fmla="*/ 12798 w 274156"/>
                <a:gd name="csY32" fmla="*/ 54775 h 100338"/>
                <a:gd name="csX33" fmla="*/ 16825 w 274156"/>
                <a:gd name="csY33" fmla="*/ 68676 h 100338"/>
                <a:gd name="csX34" fmla="*/ 29179 w 274156"/>
                <a:gd name="csY34" fmla="*/ 74689 h 100338"/>
                <a:gd name="csX35" fmla="*/ 38999 w 274156"/>
                <a:gd name="csY35" fmla="*/ 72207 h 100338"/>
                <a:gd name="csX36" fmla="*/ 49037 w 274156"/>
                <a:gd name="csY36" fmla="*/ 63767 h 100338"/>
                <a:gd name="csX37" fmla="*/ 60125 w 274156"/>
                <a:gd name="csY37" fmla="*/ 44405 h 100338"/>
                <a:gd name="csX38" fmla="*/ 64595 w 274156"/>
                <a:gd name="csY38" fmla="*/ 22561 h 100338"/>
                <a:gd name="csX39" fmla="*/ 60569 w 274156"/>
                <a:gd name="csY39" fmla="*/ 9322 h 100338"/>
                <a:gd name="csX40" fmla="*/ 48376 w 274156"/>
                <a:gd name="csY40" fmla="*/ 3530 h 100338"/>
                <a:gd name="csX41" fmla="*/ 93943 w 274156"/>
                <a:gd name="csY41" fmla="*/ 1710 h 100338"/>
                <a:gd name="csX42" fmla="*/ 123396 w 274156"/>
                <a:gd name="csY42" fmla="*/ 1710 h 100338"/>
                <a:gd name="csX43" fmla="*/ 140722 w 274156"/>
                <a:gd name="csY43" fmla="*/ 6730 h 100338"/>
                <a:gd name="csX44" fmla="*/ 146451 w 274156"/>
                <a:gd name="csY44" fmla="*/ 18865 h 100338"/>
                <a:gd name="csX45" fmla="*/ 142811 w 274156"/>
                <a:gd name="csY45" fmla="*/ 29898 h 100338"/>
                <a:gd name="csX46" fmla="*/ 131999 w 274156"/>
                <a:gd name="csY46" fmla="*/ 38613 h 100338"/>
                <a:gd name="csX47" fmla="*/ 116505 w 274156"/>
                <a:gd name="csY47" fmla="*/ 41923 h 100338"/>
                <a:gd name="csX48" fmla="*/ 103320 w 274156"/>
                <a:gd name="csY48" fmla="*/ 40047 h 100338"/>
                <a:gd name="csX49" fmla="*/ 97365 w 274156"/>
                <a:gd name="csY49" fmla="*/ 60457 h 100338"/>
                <a:gd name="csX50" fmla="*/ 95267 w 274156"/>
                <a:gd name="csY50" fmla="*/ 70055 h 100338"/>
                <a:gd name="csX51" fmla="*/ 96751 w 274156"/>
                <a:gd name="csY51" fmla="*/ 72979 h 100338"/>
                <a:gd name="csX52" fmla="*/ 103869 w 274156"/>
                <a:gd name="csY52" fmla="*/ 74468 h 100338"/>
                <a:gd name="csX53" fmla="*/ 103320 w 274156"/>
                <a:gd name="csY53" fmla="*/ 76509 h 100338"/>
                <a:gd name="csX54" fmla="*/ 73584 w 274156"/>
                <a:gd name="csY54" fmla="*/ 76509 h 100338"/>
                <a:gd name="csX55" fmla="*/ 74190 w 274156"/>
                <a:gd name="csY55" fmla="*/ 74468 h 100338"/>
                <a:gd name="csX56" fmla="*/ 82300 w 274156"/>
                <a:gd name="csY56" fmla="*/ 72483 h 100338"/>
                <a:gd name="csX57" fmla="*/ 87270 w 274156"/>
                <a:gd name="csY57" fmla="*/ 61340 h 100338"/>
                <a:gd name="csX58" fmla="*/ 99624 w 274156"/>
                <a:gd name="csY58" fmla="*/ 18755 h 100338"/>
                <a:gd name="csX59" fmla="*/ 101827 w 274156"/>
                <a:gd name="csY59" fmla="*/ 8495 h 100338"/>
                <a:gd name="csX60" fmla="*/ 100229 w 274156"/>
                <a:gd name="csY60" fmla="*/ 5296 h 100338"/>
                <a:gd name="csX61" fmla="*/ 93330 w 274156"/>
                <a:gd name="csY61" fmla="*/ 3751 h 100338"/>
                <a:gd name="csX62" fmla="*/ 93943 w 274156"/>
                <a:gd name="csY62" fmla="*/ 1710 h 100338"/>
                <a:gd name="csX63" fmla="*/ 104256 w 274156"/>
                <a:gd name="csY63" fmla="*/ 36572 h 100338"/>
                <a:gd name="csX64" fmla="*/ 114294 w 274156"/>
                <a:gd name="csY64" fmla="*/ 38172 h 100338"/>
                <a:gd name="csX65" fmla="*/ 125220 w 274156"/>
                <a:gd name="csY65" fmla="*/ 35690 h 100338"/>
                <a:gd name="csX66" fmla="*/ 132943 w 274156"/>
                <a:gd name="csY66" fmla="*/ 28243 h 100338"/>
                <a:gd name="csX67" fmla="*/ 135751 w 274156"/>
                <a:gd name="csY67" fmla="*/ 17928 h 100338"/>
                <a:gd name="csX68" fmla="*/ 132330 w 274156"/>
                <a:gd name="csY68" fmla="*/ 9102 h 100338"/>
                <a:gd name="csX69" fmla="*/ 121960 w 274156"/>
                <a:gd name="csY69" fmla="*/ 5847 h 100338"/>
                <a:gd name="csX70" fmla="*/ 112858 w 274156"/>
                <a:gd name="csY70" fmla="*/ 6785 h 100338"/>
                <a:gd name="csX71" fmla="*/ 104256 w 274156"/>
                <a:gd name="csY71" fmla="*/ 36572 h 100338"/>
                <a:gd name="csX72" fmla="*/ 160136 w 274156"/>
                <a:gd name="csY72" fmla="*/ 1710 h 100338"/>
                <a:gd name="csX73" fmla="*/ 191744 w 274156"/>
                <a:gd name="csY73" fmla="*/ 1710 h 100338"/>
                <a:gd name="csX74" fmla="*/ 191139 w 274156"/>
                <a:gd name="csY74" fmla="*/ 3751 h 100338"/>
                <a:gd name="csX75" fmla="*/ 184183 w 274156"/>
                <a:gd name="csY75" fmla="*/ 4689 h 100338"/>
                <a:gd name="csX76" fmla="*/ 180657 w 274156"/>
                <a:gd name="csY76" fmla="*/ 7502 h 100338"/>
                <a:gd name="csX77" fmla="*/ 177623 w 274156"/>
                <a:gd name="csY77" fmla="*/ 15059 h 100338"/>
                <a:gd name="csX78" fmla="*/ 169957 w 274156"/>
                <a:gd name="csY78" fmla="*/ 41537 h 100338"/>
                <a:gd name="csX79" fmla="*/ 167528 w 274156"/>
                <a:gd name="csY79" fmla="*/ 50804 h 100338"/>
                <a:gd name="csX80" fmla="*/ 166866 w 274156"/>
                <a:gd name="csY80" fmla="*/ 57368 h 100338"/>
                <a:gd name="csX81" fmla="*/ 171829 w 274156"/>
                <a:gd name="csY81" fmla="*/ 68676 h 100338"/>
                <a:gd name="csX82" fmla="*/ 185119 w 274156"/>
                <a:gd name="csY82" fmla="*/ 73255 h 100338"/>
                <a:gd name="csX83" fmla="*/ 194883 w 274156"/>
                <a:gd name="csY83" fmla="*/ 71214 h 100338"/>
                <a:gd name="csX84" fmla="*/ 202226 w 274156"/>
                <a:gd name="csY84" fmla="*/ 65422 h 100338"/>
                <a:gd name="csX85" fmla="*/ 207850 w 274156"/>
                <a:gd name="csY85" fmla="*/ 55327 h 100338"/>
                <a:gd name="csX86" fmla="*/ 212321 w 274156"/>
                <a:gd name="csY86" fmla="*/ 42419 h 100338"/>
                <a:gd name="csX87" fmla="*/ 218938 w 274156"/>
                <a:gd name="csY87" fmla="*/ 19582 h 100338"/>
                <a:gd name="csX88" fmla="*/ 221423 w 274156"/>
                <a:gd name="csY88" fmla="*/ 8440 h 100338"/>
                <a:gd name="csX89" fmla="*/ 219713 w 274156"/>
                <a:gd name="csY89" fmla="*/ 5351 h 100338"/>
                <a:gd name="csX90" fmla="*/ 212926 w 274156"/>
                <a:gd name="csY90" fmla="*/ 3751 h 100338"/>
                <a:gd name="csX91" fmla="*/ 213531 w 274156"/>
                <a:gd name="csY91" fmla="*/ 1710 h 100338"/>
                <a:gd name="csX92" fmla="*/ 237304 w 274156"/>
                <a:gd name="csY92" fmla="*/ 1710 h 100338"/>
                <a:gd name="csX93" fmla="*/ 236698 w 274156"/>
                <a:gd name="csY93" fmla="*/ 3751 h 100338"/>
                <a:gd name="csX94" fmla="*/ 230630 w 274156"/>
                <a:gd name="csY94" fmla="*/ 4578 h 100338"/>
                <a:gd name="csX95" fmla="*/ 227435 w 274156"/>
                <a:gd name="csY95" fmla="*/ 7447 h 100338"/>
                <a:gd name="csX96" fmla="*/ 224344 w 274156"/>
                <a:gd name="csY96" fmla="*/ 15445 h 100338"/>
                <a:gd name="csX97" fmla="*/ 216235 w 274156"/>
                <a:gd name="csY97" fmla="*/ 43192 h 100338"/>
                <a:gd name="csX98" fmla="*/ 208843 w 274156"/>
                <a:gd name="csY98" fmla="*/ 63160 h 100338"/>
                <a:gd name="csX99" fmla="*/ 198748 w 274156"/>
                <a:gd name="csY99" fmla="*/ 73916 h 100338"/>
                <a:gd name="csX100" fmla="*/ 182424 w 274156"/>
                <a:gd name="csY100" fmla="*/ 78219 h 100338"/>
                <a:gd name="csX101" fmla="*/ 164276 w 274156"/>
                <a:gd name="csY101" fmla="*/ 71876 h 100338"/>
                <a:gd name="csX102" fmla="*/ 157377 w 274156"/>
                <a:gd name="csY102" fmla="*/ 57258 h 100338"/>
                <a:gd name="csX103" fmla="*/ 157982 w 274156"/>
                <a:gd name="csY103" fmla="*/ 50307 h 100338"/>
                <a:gd name="csX104" fmla="*/ 160136 w 274156"/>
                <a:gd name="csY104" fmla="*/ 41923 h 100338"/>
                <a:gd name="csX105" fmla="*/ 167528 w 274156"/>
                <a:gd name="csY105" fmla="*/ 16493 h 100338"/>
                <a:gd name="csX106" fmla="*/ 169069 w 274156"/>
                <a:gd name="csY106" fmla="*/ 8385 h 100338"/>
                <a:gd name="csX107" fmla="*/ 167471 w 274156"/>
                <a:gd name="csY107" fmla="*/ 5240 h 100338"/>
                <a:gd name="csX108" fmla="*/ 159580 w 274156"/>
                <a:gd name="csY108" fmla="*/ 3751 h 100338"/>
                <a:gd name="csX109" fmla="*/ 160136 w 274156"/>
                <a:gd name="csY109" fmla="*/ 1710 h 100338"/>
                <a:gd name="csX110" fmla="*/ 274156 w 274156"/>
                <a:gd name="csY110" fmla="*/ 166 h 100338"/>
                <a:gd name="csX111" fmla="*/ 256396 w 274156"/>
                <a:gd name="csY111" fmla="*/ 62001 h 100338"/>
                <a:gd name="csX112" fmla="*/ 254847 w 274156"/>
                <a:gd name="csY112" fmla="*/ 69890 h 100338"/>
                <a:gd name="csX113" fmla="*/ 256226 w 274156"/>
                <a:gd name="csY113" fmla="*/ 73034 h 100338"/>
                <a:gd name="csX114" fmla="*/ 262843 w 274156"/>
                <a:gd name="csY114" fmla="*/ 74468 h 100338"/>
                <a:gd name="csX115" fmla="*/ 262295 w 274156"/>
                <a:gd name="csY115" fmla="*/ 76509 h 100338"/>
                <a:gd name="csX116" fmla="*/ 233882 w 274156"/>
                <a:gd name="csY116" fmla="*/ 76509 h 100338"/>
                <a:gd name="csX117" fmla="*/ 234657 w 274156"/>
                <a:gd name="csY117" fmla="*/ 74468 h 100338"/>
                <a:gd name="csX118" fmla="*/ 240612 w 274156"/>
                <a:gd name="csY118" fmla="*/ 73751 h 100338"/>
                <a:gd name="csX119" fmla="*/ 244090 w 274156"/>
                <a:gd name="csY119" fmla="*/ 71103 h 100338"/>
                <a:gd name="csX120" fmla="*/ 247786 w 274156"/>
                <a:gd name="csY120" fmla="*/ 62001 h 100338"/>
                <a:gd name="csX121" fmla="*/ 260584 w 274156"/>
                <a:gd name="csY121" fmla="*/ 17597 h 100338"/>
                <a:gd name="csX122" fmla="*/ 261850 w 274156"/>
                <a:gd name="csY122" fmla="*/ 12963 h 100338"/>
                <a:gd name="csX123" fmla="*/ 262020 w 274156"/>
                <a:gd name="csY123" fmla="*/ 10812 h 100338"/>
                <a:gd name="csX124" fmla="*/ 260971 w 274156"/>
                <a:gd name="csY124" fmla="*/ 7778 h 100338"/>
                <a:gd name="csX125" fmla="*/ 258098 w 274156"/>
                <a:gd name="csY125" fmla="*/ 6675 h 100338"/>
                <a:gd name="csX126" fmla="*/ 253636 w 274156"/>
                <a:gd name="csY126" fmla="*/ 7336 h 100338"/>
                <a:gd name="csX127" fmla="*/ 252918 w 274156"/>
                <a:gd name="csY127" fmla="*/ 5351 h 100338"/>
                <a:gd name="csX128" fmla="*/ 271510 w 274156"/>
                <a:gd name="csY128" fmla="*/ 166 h 100338"/>
                <a:gd name="csX129" fmla="*/ 274156 w 274156"/>
                <a:gd name="csY129" fmla="*/ 166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6" h="100338">
                  <a:moveTo>
                    <a:pt x="27694" y="78219"/>
                  </a:moveTo>
                  <a:lnTo>
                    <a:pt x="13460" y="89748"/>
                  </a:lnTo>
                  <a:cubicBezTo>
                    <a:pt x="15703" y="89343"/>
                    <a:pt x="17785" y="89141"/>
                    <a:pt x="19697" y="89141"/>
                  </a:cubicBezTo>
                  <a:cubicBezTo>
                    <a:pt x="21529" y="89141"/>
                    <a:pt x="23224" y="89251"/>
                    <a:pt x="24765" y="89472"/>
                  </a:cubicBezTo>
                  <a:cubicBezTo>
                    <a:pt x="26346" y="89693"/>
                    <a:pt x="29695" y="90373"/>
                    <a:pt x="34811" y="91513"/>
                  </a:cubicBezTo>
                  <a:cubicBezTo>
                    <a:pt x="39959" y="92690"/>
                    <a:pt x="44446" y="93278"/>
                    <a:pt x="48271" y="93278"/>
                  </a:cubicBezTo>
                  <a:cubicBezTo>
                    <a:pt x="52346" y="93278"/>
                    <a:pt x="55808" y="92561"/>
                    <a:pt x="58640" y="91127"/>
                  </a:cubicBezTo>
                  <a:cubicBezTo>
                    <a:pt x="61505" y="89729"/>
                    <a:pt x="64281" y="87376"/>
                    <a:pt x="66968" y="84066"/>
                  </a:cubicBezTo>
                  <a:lnTo>
                    <a:pt x="68791" y="84949"/>
                  </a:lnTo>
                  <a:cubicBezTo>
                    <a:pt x="64999" y="90392"/>
                    <a:pt x="60528" y="94308"/>
                    <a:pt x="55380" y="96699"/>
                  </a:cubicBezTo>
                  <a:cubicBezTo>
                    <a:pt x="50232" y="99125"/>
                    <a:pt x="44777" y="100339"/>
                    <a:pt x="38999" y="100339"/>
                  </a:cubicBezTo>
                  <a:cubicBezTo>
                    <a:pt x="35804" y="100339"/>
                    <a:pt x="31422" y="99714"/>
                    <a:pt x="25870" y="98463"/>
                  </a:cubicBezTo>
                  <a:cubicBezTo>
                    <a:pt x="17374" y="96588"/>
                    <a:pt x="11434" y="95650"/>
                    <a:pt x="8053" y="95650"/>
                  </a:cubicBezTo>
                  <a:cubicBezTo>
                    <a:pt x="6770" y="95650"/>
                    <a:pt x="5721" y="95742"/>
                    <a:pt x="4906" y="95926"/>
                  </a:cubicBezTo>
                  <a:cubicBezTo>
                    <a:pt x="4099" y="96110"/>
                    <a:pt x="2889" y="96551"/>
                    <a:pt x="1267" y="97250"/>
                  </a:cubicBezTo>
                  <a:lnTo>
                    <a:pt x="0" y="95760"/>
                  </a:lnTo>
                  <a:lnTo>
                    <a:pt x="22619" y="77888"/>
                  </a:lnTo>
                  <a:cubicBezTo>
                    <a:pt x="15630" y="76932"/>
                    <a:pt x="10337" y="73862"/>
                    <a:pt x="6730" y="68676"/>
                  </a:cubicBezTo>
                  <a:cubicBezTo>
                    <a:pt x="3123" y="63491"/>
                    <a:pt x="1323" y="57956"/>
                    <a:pt x="1323" y="52073"/>
                  </a:cubicBezTo>
                  <a:cubicBezTo>
                    <a:pt x="1323" y="44019"/>
                    <a:pt x="3752" y="35690"/>
                    <a:pt x="8602" y="27084"/>
                  </a:cubicBezTo>
                  <a:cubicBezTo>
                    <a:pt x="13500" y="18479"/>
                    <a:pt x="19730" y="11823"/>
                    <a:pt x="27307" y="7116"/>
                  </a:cubicBezTo>
                  <a:cubicBezTo>
                    <a:pt x="34916" y="2372"/>
                    <a:pt x="42380" y="0"/>
                    <a:pt x="49699" y="0"/>
                  </a:cubicBezTo>
                  <a:cubicBezTo>
                    <a:pt x="55146" y="0"/>
                    <a:pt x="59778" y="1103"/>
                    <a:pt x="63603" y="3310"/>
                  </a:cubicBezTo>
                  <a:cubicBezTo>
                    <a:pt x="67460" y="5516"/>
                    <a:pt x="70446" y="8734"/>
                    <a:pt x="72536" y="12963"/>
                  </a:cubicBezTo>
                  <a:cubicBezTo>
                    <a:pt x="74634" y="17155"/>
                    <a:pt x="75682" y="21458"/>
                    <a:pt x="75682" y="25871"/>
                  </a:cubicBezTo>
                  <a:cubicBezTo>
                    <a:pt x="75682" y="34329"/>
                    <a:pt x="73270" y="42897"/>
                    <a:pt x="68452" y="51576"/>
                  </a:cubicBezTo>
                  <a:cubicBezTo>
                    <a:pt x="63635" y="60255"/>
                    <a:pt x="57647" y="66837"/>
                    <a:pt x="50474" y="71324"/>
                  </a:cubicBezTo>
                  <a:cubicBezTo>
                    <a:pt x="43340" y="75774"/>
                    <a:pt x="35747" y="78072"/>
                    <a:pt x="27694" y="78219"/>
                  </a:cubicBezTo>
                  <a:close/>
                  <a:moveTo>
                    <a:pt x="48376" y="3530"/>
                  </a:moveTo>
                  <a:cubicBezTo>
                    <a:pt x="44696" y="3530"/>
                    <a:pt x="41097" y="4450"/>
                    <a:pt x="37563" y="6288"/>
                  </a:cubicBezTo>
                  <a:cubicBezTo>
                    <a:pt x="34069" y="8090"/>
                    <a:pt x="30599" y="11069"/>
                    <a:pt x="27137" y="15225"/>
                  </a:cubicBezTo>
                  <a:cubicBezTo>
                    <a:pt x="23684" y="19343"/>
                    <a:pt x="20577" y="24749"/>
                    <a:pt x="17817" y="31442"/>
                  </a:cubicBezTo>
                  <a:cubicBezTo>
                    <a:pt x="14468" y="39680"/>
                    <a:pt x="12798" y="47457"/>
                    <a:pt x="12798" y="54775"/>
                  </a:cubicBezTo>
                  <a:cubicBezTo>
                    <a:pt x="12798" y="59998"/>
                    <a:pt x="14138" y="64631"/>
                    <a:pt x="16825" y="68676"/>
                  </a:cubicBezTo>
                  <a:cubicBezTo>
                    <a:pt x="19512" y="72684"/>
                    <a:pt x="23627" y="74689"/>
                    <a:pt x="29179" y="74689"/>
                  </a:cubicBezTo>
                  <a:cubicBezTo>
                    <a:pt x="32487" y="74689"/>
                    <a:pt x="35764" y="73862"/>
                    <a:pt x="38999" y="72207"/>
                  </a:cubicBezTo>
                  <a:cubicBezTo>
                    <a:pt x="42235" y="70552"/>
                    <a:pt x="45584" y="67739"/>
                    <a:pt x="49037" y="63767"/>
                  </a:cubicBezTo>
                  <a:cubicBezTo>
                    <a:pt x="53452" y="58692"/>
                    <a:pt x="57147" y="52238"/>
                    <a:pt x="60125" y="44405"/>
                  </a:cubicBezTo>
                  <a:cubicBezTo>
                    <a:pt x="63102" y="36572"/>
                    <a:pt x="64595" y="29291"/>
                    <a:pt x="64595" y="22561"/>
                  </a:cubicBezTo>
                  <a:cubicBezTo>
                    <a:pt x="64595" y="17597"/>
                    <a:pt x="63256" y="13184"/>
                    <a:pt x="60569" y="9322"/>
                  </a:cubicBezTo>
                  <a:cubicBezTo>
                    <a:pt x="57881" y="5461"/>
                    <a:pt x="53823" y="3530"/>
                    <a:pt x="48376" y="3530"/>
                  </a:cubicBezTo>
                  <a:close/>
                  <a:moveTo>
                    <a:pt x="93943" y="1710"/>
                  </a:moveTo>
                  <a:lnTo>
                    <a:pt x="123396" y="1710"/>
                  </a:lnTo>
                  <a:cubicBezTo>
                    <a:pt x="131119" y="1710"/>
                    <a:pt x="136896" y="3383"/>
                    <a:pt x="140722" y="6730"/>
                  </a:cubicBezTo>
                  <a:cubicBezTo>
                    <a:pt x="144546" y="10039"/>
                    <a:pt x="146451" y="14085"/>
                    <a:pt x="146451" y="18865"/>
                  </a:cubicBezTo>
                  <a:cubicBezTo>
                    <a:pt x="146451" y="22653"/>
                    <a:pt x="145240" y="26331"/>
                    <a:pt x="142811" y="29898"/>
                  </a:cubicBezTo>
                  <a:cubicBezTo>
                    <a:pt x="140391" y="33465"/>
                    <a:pt x="136784" y="36370"/>
                    <a:pt x="131999" y="38613"/>
                  </a:cubicBezTo>
                  <a:cubicBezTo>
                    <a:pt x="127222" y="40820"/>
                    <a:pt x="122057" y="41923"/>
                    <a:pt x="116505" y="41923"/>
                  </a:cubicBezTo>
                  <a:cubicBezTo>
                    <a:pt x="113044" y="41923"/>
                    <a:pt x="108654" y="41298"/>
                    <a:pt x="103320" y="40047"/>
                  </a:cubicBezTo>
                  <a:lnTo>
                    <a:pt x="97365" y="60457"/>
                  </a:lnTo>
                  <a:cubicBezTo>
                    <a:pt x="95961" y="65311"/>
                    <a:pt x="95267" y="68511"/>
                    <a:pt x="95267" y="70055"/>
                  </a:cubicBezTo>
                  <a:cubicBezTo>
                    <a:pt x="95267" y="71232"/>
                    <a:pt x="95759" y="72207"/>
                    <a:pt x="96751" y="72979"/>
                  </a:cubicBezTo>
                  <a:cubicBezTo>
                    <a:pt x="97744" y="73751"/>
                    <a:pt x="100117" y="74247"/>
                    <a:pt x="103869" y="74468"/>
                  </a:cubicBezTo>
                  <a:lnTo>
                    <a:pt x="103320" y="76509"/>
                  </a:lnTo>
                  <a:lnTo>
                    <a:pt x="73584" y="76509"/>
                  </a:lnTo>
                  <a:lnTo>
                    <a:pt x="74190" y="74468"/>
                  </a:lnTo>
                  <a:cubicBezTo>
                    <a:pt x="78087" y="74468"/>
                    <a:pt x="80790" y="73806"/>
                    <a:pt x="82300" y="72483"/>
                  </a:cubicBezTo>
                  <a:cubicBezTo>
                    <a:pt x="83849" y="71122"/>
                    <a:pt x="85503" y="67408"/>
                    <a:pt x="87270" y="61340"/>
                  </a:cubicBezTo>
                  <a:lnTo>
                    <a:pt x="99624" y="18755"/>
                  </a:lnTo>
                  <a:cubicBezTo>
                    <a:pt x="101093" y="13643"/>
                    <a:pt x="101827" y="10223"/>
                    <a:pt x="101827" y="8495"/>
                  </a:cubicBezTo>
                  <a:cubicBezTo>
                    <a:pt x="101827" y="7208"/>
                    <a:pt x="101295" y="6141"/>
                    <a:pt x="100229" y="5296"/>
                  </a:cubicBezTo>
                  <a:cubicBezTo>
                    <a:pt x="99197" y="4450"/>
                    <a:pt x="96905" y="3935"/>
                    <a:pt x="93330" y="3751"/>
                  </a:cubicBezTo>
                  <a:lnTo>
                    <a:pt x="93943" y="1710"/>
                  </a:lnTo>
                  <a:close/>
                  <a:moveTo>
                    <a:pt x="104256" y="36572"/>
                  </a:moveTo>
                  <a:cubicBezTo>
                    <a:pt x="108412" y="37639"/>
                    <a:pt x="111761" y="38172"/>
                    <a:pt x="114294" y="38172"/>
                  </a:cubicBezTo>
                  <a:cubicBezTo>
                    <a:pt x="118305" y="38172"/>
                    <a:pt x="121944" y="37344"/>
                    <a:pt x="125220" y="35690"/>
                  </a:cubicBezTo>
                  <a:cubicBezTo>
                    <a:pt x="128529" y="34035"/>
                    <a:pt x="131103" y="31552"/>
                    <a:pt x="132943" y="28243"/>
                  </a:cubicBezTo>
                  <a:cubicBezTo>
                    <a:pt x="134815" y="24933"/>
                    <a:pt x="135751" y="21495"/>
                    <a:pt x="135751" y="17928"/>
                  </a:cubicBezTo>
                  <a:cubicBezTo>
                    <a:pt x="135751" y="14213"/>
                    <a:pt x="134613" y="11271"/>
                    <a:pt x="132330" y="9102"/>
                  </a:cubicBezTo>
                  <a:cubicBezTo>
                    <a:pt x="130054" y="6932"/>
                    <a:pt x="126600" y="5847"/>
                    <a:pt x="121960" y="5847"/>
                  </a:cubicBezTo>
                  <a:cubicBezTo>
                    <a:pt x="119459" y="5847"/>
                    <a:pt x="116425" y="6160"/>
                    <a:pt x="112858" y="6785"/>
                  </a:cubicBezTo>
                  <a:lnTo>
                    <a:pt x="104256" y="36572"/>
                  </a:lnTo>
                  <a:close/>
                  <a:moveTo>
                    <a:pt x="160136" y="1710"/>
                  </a:moveTo>
                  <a:lnTo>
                    <a:pt x="191744" y="1710"/>
                  </a:lnTo>
                  <a:lnTo>
                    <a:pt x="191139" y="3751"/>
                  </a:lnTo>
                  <a:cubicBezTo>
                    <a:pt x="187903" y="3825"/>
                    <a:pt x="185579" y="4137"/>
                    <a:pt x="184183" y="4689"/>
                  </a:cubicBezTo>
                  <a:cubicBezTo>
                    <a:pt x="182828" y="5204"/>
                    <a:pt x="181649" y="6141"/>
                    <a:pt x="180657" y="7502"/>
                  </a:cubicBezTo>
                  <a:cubicBezTo>
                    <a:pt x="179696" y="8863"/>
                    <a:pt x="178688" y="11382"/>
                    <a:pt x="177623" y="15059"/>
                  </a:cubicBezTo>
                  <a:lnTo>
                    <a:pt x="169957" y="41537"/>
                  </a:lnTo>
                  <a:cubicBezTo>
                    <a:pt x="168593" y="46244"/>
                    <a:pt x="167786" y="49333"/>
                    <a:pt x="167528" y="50804"/>
                  </a:cubicBezTo>
                  <a:cubicBezTo>
                    <a:pt x="167084" y="53157"/>
                    <a:pt x="166866" y="55346"/>
                    <a:pt x="166866" y="57368"/>
                  </a:cubicBezTo>
                  <a:cubicBezTo>
                    <a:pt x="166866" y="61818"/>
                    <a:pt x="168521" y="65587"/>
                    <a:pt x="171829" y="68676"/>
                  </a:cubicBezTo>
                  <a:cubicBezTo>
                    <a:pt x="175137" y="71729"/>
                    <a:pt x="179568" y="73255"/>
                    <a:pt x="185119" y="73255"/>
                  </a:cubicBezTo>
                  <a:cubicBezTo>
                    <a:pt x="188767" y="73255"/>
                    <a:pt x="192018" y="72575"/>
                    <a:pt x="194883" y="71214"/>
                  </a:cubicBezTo>
                  <a:cubicBezTo>
                    <a:pt x="197756" y="69816"/>
                    <a:pt x="200201" y="67885"/>
                    <a:pt x="202226" y="65422"/>
                  </a:cubicBezTo>
                  <a:cubicBezTo>
                    <a:pt x="204284" y="62921"/>
                    <a:pt x="206156" y="59556"/>
                    <a:pt x="207850" y="55327"/>
                  </a:cubicBezTo>
                  <a:cubicBezTo>
                    <a:pt x="209545" y="51061"/>
                    <a:pt x="211030" y="46759"/>
                    <a:pt x="212321" y="42419"/>
                  </a:cubicBezTo>
                  <a:lnTo>
                    <a:pt x="218938" y="19582"/>
                  </a:lnTo>
                  <a:cubicBezTo>
                    <a:pt x="220592" y="13882"/>
                    <a:pt x="221423" y="10168"/>
                    <a:pt x="221423" y="8440"/>
                  </a:cubicBezTo>
                  <a:cubicBezTo>
                    <a:pt x="221423" y="7226"/>
                    <a:pt x="220850" y="6197"/>
                    <a:pt x="219713" y="5351"/>
                  </a:cubicBezTo>
                  <a:cubicBezTo>
                    <a:pt x="218607" y="4468"/>
                    <a:pt x="216348" y="3935"/>
                    <a:pt x="212926" y="3751"/>
                  </a:cubicBezTo>
                  <a:lnTo>
                    <a:pt x="213531" y="1710"/>
                  </a:lnTo>
                  <a:lnTo>
                    <a:pt x="237304" y="1710"/>
                  </a:lnTo>
                  <a:lnTo>
                    <a:pt x="236698" y="3751"/>
                  </a:lnTo>
                  <a:cubicBezTo>
                    <a:pt x="233906" y="3751"/>
                    <a:pt x="231881" y="4027"/>
                    <a:pt x="230630" y="4578"/>
                  </a:cubicBezTo>
                  <a:cubicBezTo>
                    <a:pt x="229420" y="5093"/>
                    <a:pt x="228355" y="6049"/>
                    <a:pt x="227435" y="7447"/>
                  </a:cubicBezTo>
                  <a:cubicBezTo>
                    <a:pt x="226515" y="8808"/>
                    <a:pt x="225482" y="11474"/>
                    <a:pt x="224344" y="15445"/>
                  </a:cubicBezTo>
                  <a:lnTo>
                    <a:pt x="216235" y="43192"/>
                  </a:lnTo>
                  <a:cubicBezTo>
                    <a:pt x="213620" y="52201"/>
                    <a:pt x="211159" y="58857"/>
                    <a:pt x="208843" y="63160"/>
                  </a:cubicBezTo>
                  <a:cubicBezTo>
                    <a:pt x="206527" y="67425"/>
                    <a:pt x="203162" y="71011"/>
                    <a:pt x="198748" y="73916"/>
                  </a:cubicBezTo>
                  <a:cubicBezTo>
                    <a:pt x="194374" y="76785"/>
                    <a:pt x="188928" y="78219"/>
                    <a:pt x="182424" y="78219"/>
                  </a:cubicBezTo>
                  <a:cubicBezTo>
                    <a:pt x="174919" y="78219"/>
                    <a:pt x="168867" y="76105"/>
                    <a:pt x="164276" y="71876"/>
                  </a:cubicBezTo>
                  <a:cubicBezTo>
                    <a:pt x="159676" y="67609"/>
                    <a:pt x="157377" y="62737"/>
                    <a:pt x="157377" y="57258"/>
                  </a:cubicBezTo>
                  <a:cubicBezTo>
                    <a:pt x="157377" y="55088"/>
                    <a:pt x="157579" y="52771"/>
                    <a:pt x="157982" y="50307"/>
                  </a:cubicBezTo>
                  <a:cubicBezTo>
                    <a:pt x="158280" y="48689"/>
                    <a:pt x="158999" y="45894"/>
                    <a:pt x="160136" y="41923"/>
                  </a:cubicBezTo>
                  <a:lnTo>
                    <a:pt x="167528" y="16493"/>
                  </a:lnTo>
                  <a:cubicBezTo>
                    <a:pt x="168553" y="12816"/>
                    <a:pt x="169069" y="10113"/>
                    <a:pt x="169069" y="8385"/>
                  </a:cubicBezTo>
                  <a:cubicBezTo>
                    <a:pt x="169069" y="7024"/>
                    <a:pt x="168537" y="5976"/>
                    <a:pt x="167471" y="5240"/>
                  </a:cubicBezTo>
                  <a:cubicBezTo>
                    <a:pt x="166439" y="4468"/>
                    <a:pt x="163816" y="3972"/>
                    <a:pt x="159580" y="3751"/>
                  </a:cubicBezTo>
                  <a:lnTo>
                    <a:pt x="160136" y="1710"/>
                  </a:lnTo>
                  <a:close/>
                  <a:moveTo>
                    <a:pt x="274156" y="166"/>
                  </a:moveTo>
                  <a:lnTo>
                    <a:pt x="256396" y="62001"/>
                  </a:lnTo>
                  <a:cubicBezTo>
                    <a:pt x="255363" y="65642"/>
                    <a:pt x="254847" y="68272"/>
                    <a:pt x="254847" y="69890"/>
                  </a:cubicBezTo>
                  <a:cubicBezTo>
                    <a:pt x="254847" y="71250"/>
                    <a:pt x="255306" y="72299"/>
                    <a:pt x="256226" y="73034"/>
                  </a:cubicBezTo>
                  <a:cubicBezTo>
                    <a:pt x="257187" y="73732"/>
                    <a:pt x="259389" y="74211"/>
                    <a:pt x="262843" y="74468"/>
                  </a:cubicBezTo>
                  <a:lnTo>
                    <a:pt x="262295" y="76509"/>
                  </a:lnTo>
                  <a:lnTo>
                    <a:pt x="233882" y="76509"/>
                  </a:lnTo>
                  <a:lnTo>
                    <a:pt x="234657" y="74468"/>
                  </a:lnTo>
                  <a:cubicBezTo>
                    <a:pt x="237675" y="74395"/>
                    <a:pt x="239660" y="74155"/>
                    <a:pt x="240612" y="73751"/>
                  </a:cubicBezTo>
                  <a:cubicBezTo>
                    <a:pt x="242161" y="73089"/>
                    <a:pt x="243315" y="72207"/>
                    <a:pt x="244090" y="71103"/>
                  </a:cubicBezTo>
                  <a:cubicBezTo>
                    <a:pt x="245300" y="69411"/>
                    <a:pt x="246535" y="66378"/>
                    <a:pt x="247786" y="62001"/>
                  </a:cubicBezTo>
                  <a:lnTo>
                    <a:pt x="260584" y="17597"/>
                  </a:lnTo>
                  <a:cubicBezTo>
                    <a:pt x="261358" y="14912"/>
                    <a:pt x="261778" y="13368"/>
                    <a:pt x="261850" y="12963"/>
                  </a:cubicBezTo>
                  <a:cubicBezTo>
                    <a:pt x="261964" y="12227"/>
                    <a:pt x="262020" y="11510"/>
                    <a:pt x="262020" y="10812"/>
                  </a:cubicBezTo>
                  <a:cubicBezTo>
                    <a:pt x="262020" y="9525"/>
                    <a:pt x="261665" y="8513"/>
                    <a:pt x="260971" y="7778"/>
                  </a:cubicBezTo>
                  <a:cubicBezTo>
                    <a:pt x="260269" y="7042"/>
                    <a:pt x="259317" y="6675"/>
                    <a:pt x="258098" y="6675"/>
                  </a:cubicBezTo>
                  <a:cubicBezTo>
                    <a:pt x="257146" y="6675"/>
                    <a:pt x="255653" y="6895"/>
                    <a:pt x="253636" y="7336"/>
                  </a:cubicBezTo>
                  <a:lnTo>
                    <a:pt x="252918" y="5351"/>
                  </a:lnTo>
                  <a:lnTo>
                    <a:pt x="271510" y="166"/>
                  </a:lnTo>
                  <a:lnTo>
                    <a:pt x="274156" y="166"/>
                  </a:lnTo>
                  <a:close/>
                </a:path>
              </a:pathLst>
            </a:custGeom>
            <a:solidFill>
              <a:srgbClr val="000000"/>
            </a:solidFill>
            <a:ln w="807" cap="flat">
              <a:noFill/>
              <a:prstDash val="solid"/>
              <a:miter/>
            </a:ln>
          </p:spPr>
        </p:sp>
        <p:sp>
          <p:nvSpPr>
            <p:cNvPr id="388" name="任意形状 387">
              <a:extLst>
                <a:ext uri="{FF2B5EF4-FFF2-40B4-BE49-F238E27FC236}">
                  <a16:creationId xmlns:a16="http://schemas.microsoft.com/office/drawing/2014/main" id="{4E394226-6FF5-0B4B-2245-213FB6EC5709}"/>
                </a:ext>
              </a:extLst>
            </p:cNvPr>
            <p:cNvSpPr/>
            <p:nvPr/>
          </p:nvSpPr>
          <p:spPr>
            <a:xfrm>
              <a:off x="5004314" y="2690021"/>
              <a:ext cx="328755" cy="117830"/>
            </a:xfrm>
            <a:custGeom>
              <a:avLst/>
              <a:gdLst>
                <a:gd name="csX0" fmla="*/ 27694 w 279941"/>
                <a:gd name="csY0" fmla="*/ 78216 h 100334"/>
                <a:gd name="csX1" fmla="*/ 13460 w 279941"/>
                <a:gd name="csY1" fmla="*/ 89747 h 100334"/>
                <a:gd name="csX2" fmla="*/ 19697 w 279941"/>
                <a:gd name="csY2" fmla="*/ 89134 h 100334"/>
                <a:gd name="csX3" fmla="*/ 24765 w 279941"/>
                <a:gd name="csY3" fmla="*/ 89465 h 100334"/>
                <a:gd name="csX4" fmla="*/ 34811 w 279941"/>
                <a:gd name="csY4" fmla="*/ 91506 h 100334"/>
                <a:gd name="csX5" fmla="*/ 48271 w 279941"/>
                <a:gd name="csY5" fmla="*/ 93274 h 100334"/>
                <a:gd name="csX6" fmla="*/ 58640 w 279941"/>
                <a:gd name="csY6" fmla="*/ 91127 h 100334"/>
                <a:gd name="csX7" fmla="*/ 66968 w 279941"/>
                <a:gd name="csY7" fmla="*/ 84067 h 100334"/>
                <a:gd name="csX8" fmla="*/ 68791 w 279941"/>
                <a:gd name="csY8" fmla="*/ 84946 h 100334"/>
                <a:gd name="csX9" fmla="*/ 55380 w 279941"/>
                <a:gd name="csY9" fmla="*/ 96695 h 100334"/>
                <a:gd name="csX10" fmla="*/ 38999 w 279941"/>
                <a:gd name="csY10" fmla="*/ 100334 h 100334"/>
                <a:gd name="csX11" fmla="*/ 25870 w 279941"/>
                <a:gd name="csY11" fmla="*/ 98462 h 100334"/>
                <a:gd name="csX12" fmla="*/ 8053 w 279941"/>
                <a:gd name="csY12" fmla="*/ 95646 h 100334"/>
                <a:gd name="csX13" fmla="*/ 4906 w 279941"/>
                <a:gd name="csY13" fmla="*/ 95920 h 100334"/>
                <a:gd name="csX14" fmla="*/ 1267 w 279941"/>
                <a:gd name="csY14" fmla="*/ 97244 h 100334"/>
                <a:gd name="csX15" fmla="*/ 0 w 279941"/>
                <a:gd name="csY15" fmla="*/ 95759 h 100334"/>
                <a:gd name="csX16" fmla="*/ 22619 w 279941"/>
                <a:gd name="csY16" fmla="*/ 77885 h 100334"/>
                <a:gd name="csX17" fmla="*/ 6730 w 279941"/>
                <a:gd name="csY17" fmla="*/ 68670 h 100334"/>
                <a:gd name="csX18" fmla="*/ 1323 w 279941"/>
                <a:gd name="csY18" fmla="*/ 52072 h 100334"/>
                <a:gd name="csX19" fmla="*/ 8602 w 279941"/>
                <a:gd name="csY19" fmla="*/ 27081 h 100334"/>
                <a:gd name="csX20" fmla="*/ 27307 w 279941"/>
                <a:gd name="csY20" fmla="*/ 7109 h 100334"/>
                <a:gd name="csX21" fmla="*/ 49699 w 279941"/>
                <a:gd name="csY21" fmla="*/ 0 h 100334"/>
                <a:gd name="csX22" fmla="*/ 63603 w 279941"/>
                <a:gd name="csY22" fmla="*/ 3309 h 100334"/>
                <a:gd name="csX23" fmla="*/ 72536 w 279941"/>
                <a:gd name="csY23" fmla="*/ 12959 h 100334"/>
                <a:gd name="csX24" fmla="*/ 75682 w 279941"/>
                <a:gd name="csY24" fmla="*/ 25870 h 100334"/>
                <a:gd name="csX25" fmla="*/ 68452 w 279941"/>
                <a:gd name="csY25" fmla="*/ 51571 h 100334"/>
                <a:gd name="csX26" fmla="*/ 50474 w 279941"/>
                <a:gd name="csY26" fmla="*/ 71317 h 100334"/>
                <a:gd name="csX27" fmla="*/ 27694 w 279941"/>
                <a:gd name="csY27" fmla="*/ 78216 h 100334"/>
                <a:gd name="csX28" fmla="*/ 48376 w 279941"/>
                <a:gd name="csY28" fmla="*/ 3526 h 100334"/>
                <a:gd name="csX29" fmla="*/ 37563 w 279941"/>
                <a:gd name="csY29" fmla="*/ 6286 h 100334"/>
                <a:gd name="csX30" fmla="*/ 27137 w 279941"/>
                <a:gd name="csY30" fmla="*/ 15219 h 100334"/>
                <a:gd name="csX31" fmla="*/ 17817 w 279941"/>
                <a:gd name="csY31" fmla="*/ 31438 h 100334"/>
                <a:gd name="csX32" fmla="*/ 12798 w 279941"/>
                <a:gd name="csY32" fmla="*/ 54775 h 100334"/>
                <a:gd name="csX33" fmla="*/ 16825 w 279941"/>
                <a:gd name="csY33" fmla="*/ 68670 h 100334"/>
                <a:gd name="csX34" fmla="*/ 29179 w 279941"/>
                <a:gd name="csY34" fmla="*/ 74682 h 100334"/>
                <a:gd name="csX35" fmla="*/ 38999 w 279941"/>
                <a:gd name="csY35" fmla="*/ 72205 h 100334"/>
                <a:gd name="csX36" fmla="*/ 49037 w 279941"/>
                <a:gd name="csY36" fmla="*/ 63764 h 100334"/>
                <a:gd name="csX37" fmla="*/ 60125 w 279941"/>
                <a:gd name="csY37" fmla="*/ 44398 h 100334"/>
                <a:gd name="csX38" fmla="*/ 64595 w 279941"/>
                <a:gd name="csY38" fmla="*/ 22554 h 100334"/>
                <a:gd name="csX39" fmla="*/ 60569 w 279941"/>
                <a:gd name="csY39" fmla="*/ 9320 h 100334"/>
                <a:gd name="csX40" fmla="*/ 48376 w 279941"/>
                <a:gd name="csY40" fmla="*/ 3526 h 100334"/>
                <a:gd name="csX41" fmla="*/ 93943 w 279941"/>
                <a:gd name="csY41" fmla="*/ 1703 h 100334"/>
                <a:gd name="csX42" fmla="*/ 123396 w 279941"/>
                <a:gd name="csY42" fmla="*/ 1703 h 100334"/>
                <a:gd name="csX43" fmla="*/ 140722 w 279941"/>
                <a:gd name="csY43" fmla="*/ 6730 h 100334"/>
                <a:gd name="csX44" fmla="*/ 146451 w 279941"/>
                <a:gd name="csY44" fmla="*/ 18858 h 100334"/>
                <a:gd name="csX45" fmla="*/ 142811 w 279941"/>
                <a:gd name="csY45" fmla="*/ 29897 h 100334"/>
                <a:gd name="csX46" fmla="*/ 131999 w 279941"/>
                <a:gd name="csY46" fmla="*/ 38612 h 100334"/>
                <a:gd name="csX47" fmla="*/ 116505 w 279941"/>
                <a:gd name="csY47" fmla="*/ 41920 h 100334"/>
                <a:gd name="csX48" fmla="*/ 103320 w 279941"/>
                <a:gd name="csY48" fmla="*/ 40040 h 100334"/>
                <a:gd name="csX49" fmla="*/ 97365 w 279941"/>
                <a:gd name="csY49" fmla="*/ 60456 h 100334"/>
                <a:gd name="csX50" fmla="*/ 95267 w 279941"/>
                <a:gd name="csY50" fmla="*/ 70050 h 100334"/>
                <a:gd name="csX51" fmla="*/ 96751 w 279941"/>
                <a:gd name="csY51" fmla="*/ 72971 h 100334"/>
                <a:gd name="csX52" fmla="*/ 103869 w 279941"/>
                <a:gd name="csY52" fmla="*/ 74464 h 100334"/>
                <a:gd name="csX53" fmla="*/ 103320 w 279941"/>
                <a:gd name="csY53" fmla="*/ 76506 h 100334"/>
                <a:gd name="csX54" fmla="*/ 73584 w 279941"/>
                <a:gd name="csY54" fmla="*/ 76506 h 100334"/>
                <a:gd name="csX55" fmla="*/ 74190 w 279941"/>
                <a:gd name="csY55" fmla="*/ 74464 h 100334"/>
                <a:gd name="csX56" fmla="*/ 82300 w 279941"/>
                <a:gd name="csY56" fmla="*/ 72479 h 100334"/>
                <a:gd name="csX57" fmla="*/ 87270 w 279941"/>
                <a:gd name="csY57" fmla="*/ 61335 h 100334"/>
                <a:gd name="csX58" fmla="*/ 99624 w 279941"/>
                <a:gd name="csY58" fmla="*/ 18753 h 100334"/>
                <a:gd name="csX59" fmla="*/ 101827 w 279941"/>
                <a:gd name="csY59" fmla="*/ 8489 h 100334"/>
                <a:gd name="csX60" fmla="*/ 100229 w 279941"/>
                <a:gd name="csY60" fmla="*/ 5294 h 100334"/>
                <a:gd name="csX61" fmla="*/ 93330 w 279941"/>
                <a:gd name="csY61" fmla="*/ 3744 h 100334"/>
                <a:gd name="csX62" fmla="*/ 93943 w 279941"/>
                <a:gd name="csY62" fmla="*/ 1703 h 100334"/>
                <a:gd name="csX63" fmla="*/ 104256 w 279941"/>
                <a:gd name="csY63" fmla="*/ 36570 h 100334"/>
                <a:gd name="csX64" fmla="*/ 114294 w 279941"/>
                <a:gd name="csY64" fmla="*/ 38168 h 100334"/>
                <a:gd name="csX65" fmla="*/ 125220 w 279941"/>
                <a:gd name="csY65" fmla="*/ 35683 h 100334"/>
                <a:gd name="csX66" fmla="*/ 132943 w 279941"/>
                <a:gd name="csY66" fmla="*/ 28243 h 100334"/>
                <a:gd name="csX67" fmla="*/ 135751 w 279941"/>
                <a:gd name="csY67" fmla="*/ 17922 h 100334"/>
                <a:gd name="csX68" fmla="*/ 132330 w 279941"/>
                <a:gd name="csY68" fmla="*/ 9094 h 100334"/>
                <a:gd name="csX69" fmla="*/ 121960 w 279941"/>
                <a:gd name="csY69" fmla="*/ 5842 h 100334"/>
                <a:gd name="csX70" fmla="*/ 112858 w 279941"/>
                <a:gd name="csY70" fmla="*/ 6778 h 100334"/>
                <a:gd name="csX71" fmla="*/ 104256 w 279941"/>
                <a:gd name="csY71" fmla="*/ 36570 h 100334"/>
                <a:gd name="csX72" fmla="*/ 160136 w 279941"/>
                <a:gd name="csY72" fmla="*/ 1703 h 100334"/>
                <a:gd name="csX73" fmla="*/ 191744 w 279941"/>
                <a:gd name="csY73" fmla="*/ 1703 h 100334"/>
                <a:gd name="csX74" fmla="*/ 191139 w 279941"/>
                <a:gd name="csY74" fmla="*/ 3744 h 100334"/>
                <a:gd name="csX75" fmla="*/ 184183 w 279941"/>
                <a:gd name="csY75" fmla="*/ 4688 h 100334"/>
                <a:gd name="csX76" fmla="*/ 180657 w 279941"/>
                <a:gd name="csY76" fmla="*/ 7496 h 100334"/>
                <a:gd name="csX77" fmla="*/ 177623 w 279941"/>
                <a:gd name="csY77" fmla="*/ 15057 h 100334"/>
                <a:gd name="csX78" fmla="*/ 169957 w 279941"/>
                <a:gd name="csY78" fmla="*/ 41533 h 100334"/>
                <a:gd name="csX79" fmla="*/ 167528 w 279941"/>
                <a:gd name="csY79" fmla="*/ 50797 h 100334"/>
                <a:gd name="csX80" fmla="*/ 166866 w 279941"/>
                <a:gd name="csY80" fmla="*/ 57365 h 100334"/>
                <a:gd name="csX81" fmla="*/ 171829 w 279941"/>
                <a:gd name="csY81" fmla="*/ 68670 h 100334"/>
                <a:gd name="csX82" fmla="*/ 185119 w 279941"/>
                <a:gd name="csY82" fmla="*/ 73254 h 100334"/>
                <a:gd name="csX83" fmla="*/ 194883 w 279941"/>
                <a:gd name="csY83" fmla="*/ 71212 h 100334"/>
                <a:gd name="csX84" fmla="*/ 202226 w 279941"/>
                <a:gd name="csY84" fmla="*/ 65418 h 100334"/>
                <a:gd name="csX85" fmla="*/ 207850 w 279941"/>
                <a:gd name="csY85" fmla="*/ 55323 h 100334"/>
                <a:gd name="csX86" fmla="*/ 212321 w 279941"/>
                <a:gd name="csY86" fmla="*/ 42413 h 100334"/>
                <a:gd name="csX87" fmla="*/ 218938 w 279941"/>
                <a:gd name="csY87" fmla="*/ 19576 h 100334"/>
                <a:gd name="csX88" fmla="*/ 221423 w 279941"/>
                <a:gd name="csY88" fmla="*/ 8433 h 100334"/>
                <a:gd name="csX89" fmla="*/ 219713 w 279941"/>
                <a:gd name="csY89" fmla="*/ 5350 h 100334"/>
                <a:gd name="csX90" fmla="*/ 212926 w 279941"/>
                <a:gd name="csY90" fmla="*/ 3744 h 100334"/>
                <a:gd name="csX91" fmla="*/ 213531 w 279941"/>
                <a:gd name="csY91" fmla="*/ 1703 h 100334"/>
                <a:gd name="csX92" fmla="*/ 237304 w 279941"/>
                <a:gd name="csY92" fmla="*/ 1703 h 100334"/>
                <a:gd name="csX93" fmla="*/ 236698 w 279941"/>
                <a:gd name="csY93" fmla="*/ 3744 h 100334"/>
                <a:gd name="csX94" fmla="*/ 230630 w 279941"/>
                <a:gd name="csY94" fmla="*/ 4575 h 100334"/>
                <a:gd name="csX95" fmla="*/ 227435 w 279941"/>
                <a:gd name="csY95" fmla="*/ 7440 h 100334"/>
                <a:gd name="csX96" fmla="*/ 224344 w 279941"/>
                <a:gd name="csY96" fmla="*/ 15445 h 100334"/>
                <a:gd name="csX97" fmla="*/ 216235 w 279941"/>
                <a:gd name="csY97" fmla="*/ 43187 h 100334"/>
                <a:gd name="csX98" fmla="*/ 208843 w 279941"/>
                <a:gd name="csY98" fmla="*/ 63159 h 100334"/>
                <a:gd name="csX99" fmla="*/ 198748 w 279941"/>
                <a:gd name="csY99" fmla="*/ 73915 h 100334"/>
                <a:gd name="csX100" fmla="*/ 182424 w 279941"/>
                <a:gd name="csY100" fmla="*/ 78216 h 100334"/>
                <a:gd name="csX101" fmla="*/ 164276 w 279941"/>
                <a:gd name="csY101" fmla="*/ 71874 h 100334"/>
                <a:gd name="csX102" fmla="*/ 157377 w 279941"/>
                <a:gd name="csY102" fmla="*/ 57252 h 100334"/>
                <a:gd name="csX103" fmla="*/ 157982 w 279941"/>
                <a:gd name="csY103" fmla="*/ 50304 h 100334"/>
                <a:gd name="csX104" fmla="*/ 160136 w 279941"/>
                <a:gd name="csY104" fmla="*/ 41920 h 100334"/>
                <a:gd name="csX105" fmla="*/ 167528 w 279941"/>
                <a:gd name="csY105" fmla="*/ 16486 h 100334"/>
                <a:gd name="csX106" fmla="*/ 169069 w 279941"/>
                <a:gd name="csY106" fmla="*/ 8384 h 100334"/>
                <a:gd name="csX107" fmla="*/ 167471 w 279941"/>
                <a:gd name="csY107" fmla="*/ 5237 h 100334"/>
                <a:gd name="csX108" fmla="*/ 159580 w 279941"/>
                <a:gd name="csY108" fmla="*/ 3744 h 100334"/>
                <a:gd name="csX109" fmla="*/ 160136 w 279941"/>
                <a:gd name="csY109" fmla="*/ 1703 h 100334"/>
                <a:gd name="csX110" fmla="*/ 265990 w 279941"/>
                <a:gd name="csY110" fmla="*/ 76506 h 100334"/>
                <a:gd name="csX111" fmla="*/ 228758 w 279941"/>
                <a:gd name="csY111" fmla="*/ 76506 h 100334"/>
                <a:gd name="csX112" fmla="*/ 228758 w 279941"/>
                <a:gd name="csY112" fmla="*/ 74464 h 100334"/>
                <a:gd name="csX113" fmla="*/ 266378 w 279941"/>
                <a:gd name="csY113" fmla="*/ 35352 h 100334"/>
                <a:gd name="csX114" fmla="*/ 270622 w 279941"/>
                <a:gd name="csY114" fmla="*/ 21561 h 100334"/>
                <a:gd name="csX115" fmla="*/ 267096 w 279941"/>
                <a:gd name="csY115" fmla="*/ 12241 h 100334"/>
                <a:gd name="csX116" fmla="*/ 257937 w 279941"/>
                <a:gd name="csY116" fmla="*/ 8602 h 100334"/>
                <a:gd name="csX117" fmla="*/ 245139 w 279941"/>
                <a:gd name="csY117" fmla="*/ 16050 h 100334"/>
                <a:gd name="csX118" fmla="*/ 243210 w 279941"/>
                <a:gd name="csY118" fmla="*/ 15162 h 100334"/>
                <a:gd name="csX119" fmla="*/ 251425 w 279941"/>
                <a:gd name="csY119" fmla="*/ 4132 h 100334"/>
                <a:gd name="csX120" fmla="*/ 263126 w 279941"/>
                <a:gd name="csY120" fmla="*/ 161 h 100334"/>
                <a:gd name="csX121" fmla="*/ 275092 w 279941"/>
                <a:gd name="csY121" fmla="*/ 5068 h 100334"/>
                <a:gd name="csX122" fmla="*/ 279942 w 279941"/>
                <a:gd name="csY122" fmla="*/ 16873 h 100334"/>
                <a:gd name="csX123" fmla="*/ 278239 w 279941"/>
                <a:gd name="csY123" fmla="*/ 25870 h 100334"/>
                <a:gd name="csX124" fmla="*/ 268475 w 279941"/>
                <a:gd name="csY124" fmla="*/ 40323 h 100334"/>
                <a:gd name="csX125" fmla="*/ 239620 w 279941"/>
                <a:gd name="csY125" fmla="*/ 68509 h 100334"/>
                <a:gd name="csX126" fmla="*/ 258381 w 279941"/>
                <a:gd name="csY126" fmla="*/ 68509 h 100334"/>
                <a:gd name="csX127" fmla="*/ 265821 w 279941"/>
                <a:gd name="csY127" fmla="*/ 66629 h 100334"/>
                <a:gd name="csX128" fmla="*/ 270017 w 279941"/>
                <a:gd name="csY128" fmla="*/ 61610 h 100334"/>
                <a:gd name="csX129" fmla="*/ 272220 w 279941"/>
                <a:gd name="csY129" fmla="*/ 61610 h 100334"/>
                <a:gd name="csX130" fmla="*/ 265990 w 279941"/>
                <a:gd name="csY130" fmla="*/ 76506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1"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4" y="96582"/>
                    <a:pt x="11434" y="95646"/>
                    <a:pt x="8053"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6" y="8731"/>
                    <a:pt x="72536" y="12959"/>
                  </a:cubicBezTo>
                  <a:cubicBezTo>
                    <a:pt x="74634"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4"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6" y="1703"/>
                  </a:lnTo>
                  <a:cubicBezTo>
                    <a:pt x="131119" y="1703"/>
                    <a:pt x="136896" y="3381"/>
                    <a:pt x="140722" y="6730"/>
                  </a:cubicBezTo>
                  <a:cubicBezTo>
                    <a:pt x="144546" y="10038"/>
                    <a:pt x="146451" y="14081"/>
                    <a:pt x="146451" y="18858"/>
                  </a:cubicBezTo>
                  <a:cubicBezTo>
                    <a:pt x="146451" y="22651"/>
                    <a:pt x="145240" y="26330"/>
                    <a:pt x="142811"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1" y="72971"/>
                  </a:cubicBezTo>
                  <a:cubicBezTo>
                    <a:pt x="97744" y="73746"/>
                    <a:pt x="100117" y="74246"/>
                    <a:pt x="103869" y="74464"/>
                  </a:cubicBezTo>
                  <a:lnTo>
                    <a:pt x="103320" y="76506"/>
                  </a:lnTo>
                  <a:lnTo>
                    <a:pt x="73584"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1" y="65580"/>
                    <a:pt x="171829" y="68670"/>
                  </a:cubicBezTo>
                  <a:cubicBezTo>
                    <a:pt x="175137" y="71728"/>
                    <a:pt x="179568"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4" y="76780"/>
                    <a:pt x="188928" y="78216"/>
                    <a:pt x="182424" y="78216"/>
                  </a:cubicBezTo>
                  <a:cubicBezTo>
                    <a:pt x="174919" y="78216"/>
                    <a:pt x="168867" y="76102"/>
                    <a:pt x="164276" y="71874"/>
                  </a:cubicBezTo>
                  <a:cubicBezTo>
                    <a:pt x="159676" y="67605"/>
                    <a:pt x="157377" y="62731"/>
                    <a:pt x="157377" y="57252"/>
                  </a:cubicBezTo>
                  <a:cubicBezTo>
                    <a:pt x="157377" y="55081"/>
                    <a:pt x="157579"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9" y="4462"/>
                    <a:pt x="163816" y="3970"/>
                    <a:pt x="159580" y="3744"/>
                  </a:cubicBezTo>
                  <a:lnTo>
                    <a:pt x="160136" y="1703"/>
                  </a:lnTo>
                  <a:close/>
                  <a:moveTo>
                    <a:pt x="265990" y="76506"/>
                  </a:moveTo>
                  <a:lnTo>
                    <a:pt x="228758" y="76506"/>
                  </a:lnTo>
                  <a:lnTo>
                    <a:pt x="228758" y="74464"/>
                  </a:lnTo>
                  <a:cubicBezTo>
                    <a:pt x="247729" y="57841"/>
                    <a:pt x="260269" y="44809"/>
                    <a:pt x="266378" y="35352"/>
                  </a:cubicBezTo>
                  <a:cubicBezTo>
                    <a:pt x="269210" y="30978"/>
                    <a:pt x="270622" y="26379"/>
                    <a:pt x="270622" y="21561"/>
                  </a:cubicBezTo>
                  <a:cubicBezTo>
                    <a:pt x="270622" y="17737"/>
                    <a:pt x="269444" y="14630"/>
                    <a:pt x="267096" y="12241"/>
                  </a:cubicBezTo>
                  <a:cubicBezTo>
                    <a:pt x="264739" y="9812"/>
                    <a:pt x="261689" y="8602"/>
                    <a:pt x="257937" y="8602"/>
                  </a:cubicBezTo>
                  <a:cubicBezTo>
                    <a:pt x="252748" y="8602"/>
                    <a:pt x="248488" y="11087"/>
                    <a:pt x="245139" y="16050"/>
                  </a:cubicBezTo>
                  <a:lnTo>
                    <a:pt x="243210" y="15162"/>
                  </a:lnTo>
                  <a:cubicBezTo>
                    <a:pt x="245083" y="10426"/>
                    <a:pt x="247826" y="6746"/>
                    <a:pt x="251425" y="4132"/>
                  </a:cubicBezTo>
                  <a:cubicBezTo>
                    <a:pt x="255032" y="1485"/>
                    <a:pt x="258929" y="161"/>
                    <a:pt x="263126" y="161"/>
                  </a:cubicBezTo>
                  <a:cubicBezTo>
                    <a:pt x="267862" y="161"/>
                    <a:pt x="271856" y="1800"/>
                    <a:pt x="275092" y="5068"/>
                  </a:cubicBezTo>
                  <a:cubicBezTo>
                    <a:pt x="278328" y="8311"/>
                    <a:pt x="279942" y="12241"/>
                    <a:pt x="279942" y="16873"/>
                  </a:cubicBezTo>
                  <a:cubicBezTo>
                    <a:pt x="279942" y="20109"/>
                    <a:pt x="279377" y="23111"/>
                    <a:pt x="278239" y="25870"/>
                  </a:cubicBezTo>
                  <a:cubicBezTo>
                    <a:pt x="276472" y="30171"/>
                    <a:pt x="273212" y="34989"/>
                    <a:pt x="268475" y="40323"/>
                  </a:cubicBezTo>
                  <a:cubicBezTo>
                    <a:pt x="261261" y="48481"/>
                    <a:pt x="251651" y="57882"/>
                    <a:pt x="239620" y="68509"/>
                  </a:cubicBezTo>
                  <a:lnTo>
                    <a:pt x="258381" y="68509"/>
                  </a:lnTo>
                  <a:cubicBezTo>
                    <a:pt x="261391" y="68509"/>
                    <a:pt x="263876" y="67879"/>
                    <a:pt x="265821" y="66629"/>
                  </a:cubicBezTo>
                  <a:cubicBezTo>
                    <a:pt x="267774" y="65378"/>
                    <a:pt x="269170" y="63708"/>
                    <a:pt x="270017" y="61610"/>
                  </a:cubicBezTo>
                  <a:lnTo>
                    <a:pt x="272220" y="61610"/>
                  </a:lnTo>
                  <a:lnTo>
                    <a:pt x="265990" y="76506"/>
                  </a:lnTo>
                  <a:close/>
                </a:path>
              </a:pathLst>
            </a:custGeom>
            <a:solidFill>
              <a:srgbClr val="000000"/>
            </a:solidFill>
            <a:ln w="807" cap="flat">
              <a:noFill/>
              <a:prstDash val="solid"/>
              <a:miter/>
            </a:ln>
          </p:spPr>
        </p:sp>
        <p:sp>
          <p:nvSpPr>
            <p:cNvPr id="389" name="任意形状 388">
              <a:extLst>
                <a:ext uri="{FF2B5EF4-FFF2-40B4-BE49-F238E27FC236}">
                  <a16:creationId xmlns:a16="http://schemas.microsoft.com/office/drawing/2014/main" id="{3B69F64A-1DDA-EAFF-61D3-48852B6C947D}"/>
                </a:ext>
              </a:extLst>
            </p:cNvPr>
            <p:cNvSpPr/>
            <p:nvPr/>
          </p:nvSpPr>
          <p:spPr>
            <a:xfrm>
              <a:off x="3724049" y="3073816"/>
              <a:ext cx="326756" cy="117830"/>
            </a:xfrm>
            <a:custGeom>
              <a:avLst/>
              <a:gdLst>
                <a:gd name="csX0" fmla="*/ 27694 w 278239"/>
                <a:gd name="csY0" fmla="*/ 78216 h 100334"/>
                <a:gd name="csX1" fmla="*/ 13460 w 278239"/>
                <a:gd name="csY1" fmla="*/ 89747 h 100334"/>
                <a:gd name="csX2" fmla="*/ 19697 w 278239"/>
                <a:gd name="csY2" fmla="*/ 89134 h 100334"/>
                <a:gd name="csX3" fmla="*/ 24765 w 278239"/>
                <a:gd name="csY3" fmla="*/ 89465 h 100334"/>
                <a:gd name="csX4" fmla="*/ 34811 w 278239"/>
                <a:gd name="csY4" fmla="*/ 91506 h 100334"/>
                <a:gd name="csX5" fmla="*/ 48271 w 278239"/>
                <a:gd name="csY5" fmla="*/ 93274 h 100334"/>
                <a:gd name="csX6" fmla="*/ 58640 w 278239"/>
                <a:gd name="csY6" fmla="*/ 91127 h 100334"/>
                <a:gd name="csX7" fmla="*/ 66968 w 278239"/>
                <a:gd name="csY7" fmla="*/ 84067 h 100334"/>
                <a:gd name="csX8" fmla="*/ 68791 w 278239"/>
                <a:gd name="csY8" fmla="*/ 84946 h 100334"/>
                <a:gd name="csX9" fmla="*/ 55380 w 278239"/>
                <a:gd name="csY9" fmla="*/ 96695 h 100334"/>
                <a:gd name="csX10" fmla="*/ 38999 w 278239"/>
                <a:gd name="csY10" fmla="*/ 100334 h 100334"/>
                <a:gd name="csX11" fmla="*/ 25870 w 278239"/>
                <a:gd name="csY11" fmla="*/ 98462 h 100334"/>
                <a:gd name="csX12" fmla="*/ 8053 w 278239"/>
                <a:gd name="csY12" fmla="*/ 95646 h 100334"/>
                <a:gd name="csX13" fmla="*/ 4906 w 278239"/>
                <a:gd name="csY13" fmla="*/ 95920 h 100334"/>
                <a:gd name="csX14" fmla="*/ 1267 w 278239"/>
                <a:gd name="csY14" fmla="*/ 97244 h 100334"/>
                <a:gd name="csX15" fmla="*/ 0 w 278239"/>
                <a:gd name="csY15" fmla="*/ 95759 h 100334"/>
                <a:gd name="csX16" fmla="*/ 22618 w 278239"/>
                <a:gd name="csY16" fmla="*/ 77885 h 100334"/>
                <a:gd name="csX17" fmla="*/ 6730 w 278239"/>
                <a:gd name="csY17" fmla="*/ 68670 h 100334"/>
                <a:gd name="csX18" fmla="*/ 1323 w 278239"/>
                <a:gd name="csY18" fmla="*/ 52072 h 100334"/>
                <a:gd name="csX19" fmla="*/ 8602 w 278239"/>
                <a:gd name="csY19" fmla="*/ 27081 h 100334"/>
                <a:gd name="csX20" fmla="*/ 27307 w 278239"/>
                <a:gd name="csY20" fmla="*/ 7109 h 100334"/>
                <a:gd name="csX21" fmla="*/ 49699 w 278239"/>
                <a:gd name="csY21" fmla="*/ 0 h 100334"/>
                <a:gd name="csX22" fmla="*/ 63603 w 278239"/>
                <a:gd name="csY22" fmla="*/ 3309 h 100334"/>
                <a:gd name="csX23" fmla="*/ 72536 w 278239"/>
                <a:gd name="csY23" fmla="*/ 12959 h 100334"/>
                <a:gd name="csX24" fmla="*/ 75682 w 278239"/>
                <a:gd name="csY24" fmla="*/ 25870 h 100334"/>
                <a:gd name="csX25" fmla="*/ 68452 w 278239"/>
                <a:gd name="csY25" fmla="*/ 51571 h 100334"/>
                <a:gd name="csX26" fmla="*/ 50474 w 278239"/>
                <a:gd name="csY26" fmla="*/ 71317 h 100334"/>
                <a:gd name="csX27" fmla="*/ 27694 w 278239"/>
                <a:gd name="csY27" fmla="*/ 78216 h 100334"/>
                <a:gd name="csX28" fmla="*/ 48376 w 278239"/>
                <a:gd name="csY28" fmla="*/ 3526 h 100334"/>
                <a:gd name="csX29" fmla="*/ 37563 w 278239"/>
                <a:gd name="csY29" fmla="*/ 6286 h 100334"/>
                <a:gd name="csX30" fmla="*/ 27137 w 278239"/>
                <a:gd name="csY30" fmla="*/ 15219 h 100334"/>
                <a:gd name="csX31" fmla="*/ 17817 w 278239"/>
                <a:gd name="csY31" fmla="*/ 31438 h 100334"/>
                <a:gd name="csX32" fmla="*/ 12798 w 278239"/>
                <a:gd name="csY32" fmla="*/ 54775 h 100334"/>
                <a:gd name="csX33" fmla="*/ 16825 w 278239"/>
                <a:gd name="csY33" fmla="*/ 68670 h 100334"/>
                <a:gd name="csX34" fmla="*/ 29179 w 278239"/>
                <a:gd name="csY34" fmla="*/ 74682 h 100334"/>
                <a:gd name="csX35" fmla="*/ 38999 w 278239"/>
                <a:gd name="csY35" fmla="*/ 72205 h 100334"/>
                <a:gd name="csX36" fmla="*/ 49037 w 278239"/>
                <a:gd name="csY36" fmla="*/ 63764 h 100334"/>
                <a:gd name="csX37" fmla="*/ 60125 w 278239"/>
                <a:gd name="csY37" fmla="*/ 44398 h 100334"/>
                <a:gd name="csX38" fmla="*/ 64595 w 278239"/>
                <a:gd name="csY38" fmla="*/ 22554 h 100334"/>
                <a:gd name="csX39" fmla="*/ 60569 w 278239"/>
                <a:gd name="csY39" fmla="*/ 9320 h 100334"/>
                <a:gd name="csX40" fmla="*/ 48376 w 278239"/>
                <a:gd name="csY40" fmla="*/ 3526 h 100334"/>
                <a:gd name="csX41" fmla="*/ 93944 w 278239"/>
                <a:gd name="csY41" fmla="*/ 1703 h 100334"/>
                <a:gd name="csX42" fmla="*/ 123397 w 278239"/>
                <a:gd name="csY42" fmla="*/ 1703 h 100334"/>
                <a:gd name="csX43" fmla="*/ 140722 w 278239"/>
                <a:gd name="csY43" fmla="*/ 6730 h 100334"/>
                <a:gd name="csX44" fmla="*/ 146451 w 278239"/>
                <a:gd name="csY44" fmla="*/ 18858 h 100334"/>
                <a:gd name="csX45" fmla="*/ 142812 w 278239"/>
                <a:gd name="csY45" fmla="*/ 29897 h 100334"/>
                <a:gd name="csX46" fmla="*/ 131999 w 278239"/>
                <a:gd name="csY46" fmla="*/ 38612 h 100334"/>
                <a:gd name="csX47" fmla="*/ 116505 w 278239"/>
                <a:gd name="csY47" fmla="*/ 41920 h 100334"/>
                <a:gd name="csX48" fmla="*/ 103320 w 278239"/>
                <a:gd name="csY48" fmla="*/ 40040 h 100334"/>
                <a:gd name="csX49" fmla="*/ 97365 w 278239"/>
                <a:gd name="csY49" fmla="*/ 60456 h 100334"/>
                <a:gd name="csX50" fmla="*/ 95267 w 278239"/>
                <a:gd name="csY50" fmla="*/ 70050 h 100334"/>
                <a:gd name="csX51" fmla="*/ 96752 w 278239"/>
                <a:gd name="csY51" fmla="*/ 72971 h 100334"/>
                <a:gd name="csX52" fmla="*/ 103869 w 278239"/>
                <a:gd name="csY52" fmla="*/ 74464 h 100334"/>
                <a:gd name="csX53" fmla="*/ 103320 w 278239"/>
                <a:gd name="csY53" fmla="*/ 76506 h 100334"/>
                <a:gd name="csX54" fmla="*/ 73585 w 278239"/>
                <a:gd name="csY54" fmla="*/ 76506 h 100334"/>
                <a:gd name="csX55" fmla="*/ 74190 w 278239"/>
                <a:gd name="csY55" fmla="*/ 74464 h 100334"/>
                <a:gd name="csX56" fmla="*/ 82300 w 278239"/>
                <a:gd name="csY56" fmla="*/ 72479 h 100334"/>
                <a:gd name="csX57" fmla="*/ 87270 w 278239"/>
                <a:gd name="csY57" fmla="*/ 61335 h 100334"/>
                <a:gd name="csX58" fmla="*/ 99624 w 278239"/>
                <a:gd name="csY58" fmla="*/ 18753 h 100334"/>
                <a:gd name="csX59" fmla="*/ 101827 w 278239"/>
                <a:gd name="csY59" fmla="*/ 8489 h 100334"/>
                <a:gd name="csX60" fmla="*/ 100230 w 278239"/>
                <a:gd name="csY60" fmla="*/ 5294 h 100334"/>
                <a:gd name="csX61" fmla="*/ 93330 w 278239"/>
                <a:gd name="csY61" fmla="*/ 3744 h 100334"/>
                <a:gd name="csX62" fmla="*/ 93944 w 278239"/>
                <a:gd name="csY62" fmla="*/ 1703 h 100334"/>
                <a:gd name="csX63" fmla="*/ 104256 w 278239"/>
                <a:gd name="csY63" fmla="*/ 36570 h 100334"/>
                <a:gd name="csX64" fmla="*/ 114294 w 278239"/>
                <a:gd name="csY64" fmla="*/ 38168 h 100334"/>
                <a:gd name="csX65" fmla="*/ 125220 w 278239"/>
                <a:gd name="csY65" fmla="*/ 35683 h 100334"/>
                <a:gd name="csX66" fmla="*/ 132943 w 278239"/>
                <a:gd name="csY66" fmla="*/ 28243 h 100334"/>
                <a:gd name="csX67" fmla="*/ 135751 w 278239"/>
                <a:gd name="csY67" fmla="*/ 17922 h 100334"/>
                <a:gd name="csX68" fmla="*/ 132330 w 278239"/>
                <a:gd name="csY68" fmla="*/ 9094 h 100334"/>
                <a:gd name="csX69" fmla="*/ 121960 w 278239"/>
                <a:gd name="csY69" fmla="*/ 5842 h 100334"/>
                <a:gd name="csX70" fmla="*/ 112858 w 278239"/>
                <a:gd name="csY70" fmla="*/ 6778 h 100334"/>
                <a:gd name="csX71" fmla="*/ 104256 w 278239"/>
                <a:gd name="csY71" fmla="*/ 36570 h 100334"/>
                <a:gd name="csX72" fmla="*/ 160136 w 278239"/>
                <a:gd name="csY72" fmla="*/ 1703 h 100334"/>
                <a:gd name="csX73" fmla="*/ 191744 w 278239"/>
                <a:gd name="csY73" fmla="*/ 1703 h 100334"/>
                <a:gd name="csX74" fmla="*/ 191139 w 278239"/>
                <a:gd name="csY74" fmla="*/ 3744 h 100334"/>
                <a:gd name="csX75" fmla="*/ 184183 w 278239"/>
                <a:gd name="csY75" fmla="*/ 4688 h 100334"/>
                <a:gd name="csX76" fmla="*/ 180657 w 278239"/>
                <a:gd name="csY76" fmla="*/ 7496 h 100334"/>
                <a:gd name="csX77" fmla="*/ 177623 w 278239"/>
                <a:gd name="csY77" fmla="*/ 15057 h 100334"/>
                <a:gd name="csX78" fmla="*/ 169957 w 278239"/>
                <a:gd name="csY78" fmla="*/ 41533 h 100334"/>
                <a:gd name="csX79" fmla="*/ 167528 w 278239"/>
                <a:gd name="csY79" fmla="*/ 50797 h 100334"/>
                <a:gd name="csX80" fmla="*/ 166866 w 278239"/>
                <a:gd name="csY80" fmla="*/ 57365 h 100334"/>
                <a:gd name="csX81" fmla="*/ 171829 w 278239"/>
                <a:gd name="csY81" fmla="*/ 68670 h 100334"/>
                <a:gd name="csX82" fmla="*/ 185119 w 278239"/>
                <a:gd name="csY82" fmla="*/ 73254 h 100334"/>
                <a:gd name="csX83" fmla="*/ 194883 w 278239"/>
                <a:gd name="csY83" fmla="*/ 71212 h 100334"/>
                <a:gd name="csX84" fmla="*/ 202226 w 278239"/>
                <a:gd name="csY84" fmla="*/ 65418 h 100334"/>
                <a:gd name="csX85" fmla="*/ 207850 w 278239"/>
                <a:gd name="csY85" fmla="*/ 55323 h 100334"/>
                <a:gd name="csX86" fmla="*/ 212321 w 278239"/>
                <a:gd name="csY86" fmla="*/ 42413 h 100334"/>
                <a:gd name="csX87" fmla="*/ 218938 w 278239"/>
                <a:gd name="csY87" fmla="*/ 19576 h 100334"/>
                <a:gd name="csX88" fmla="*/ 221423 w 278239"/>
                <a:gd name="csY88" fmla="*/ 8433 h 100334"/>
                <a:gd name="csX89" fmla="*/ 219712 w 278239"/>
                <a:gd name="csY89" fmla="*/ 5350 h 100334"/>
                <a:gd name="csX90" fmla="*/ 212926 w 278239"/>
                <a:gd name="csY90" fmla="*/ 3744 h 100334"/>
                <a:gd name="csX91" fmla="*/ 213531 w 278239"/>
                <a:gd name="csY91" fmla="*/ 1703 h 100334"/>
                <a:gd name="csX92" fmla="*/ 237304 w 278239"/>
                <a:gd name="csY92" fmla="*/ 1703 h 100334"/>
                <a:gd name="csX93" fmla="*/ 236698 w 278239"/>
                <a:gd name="csY93" fmla="*/ 3744 h 100334"/>
                <a:gd name="csX94" fmla="*/ 230630 w 278239"/>
                <a:gd name="csY94" fmla="*/ 4575 h 100334"/>
                <a:gd name="csX95" fmla="*/ 227435 w 278239"/>
                <a:gd name="csY95" fmla="*/ 7440 h 100334"/>
                <a:gd name="csX96" fmla="*/ 224344 w 278239"/>
                <a:gd name="csY96" fmla="*/ 15445 h 100334"/>
                <a:gd name="csX97" fmla="*/ 216235 w 278239"/>
                <a:gd name="csY97" fmla="*/ 43187 h 100334"/>
                <a:gd name="csX98" fmla="*/ 208843 w 278239"/>
                <a:gd name="csY98" fmla="*/ 63159 h 100334"/>
                <a:gd name="csX99" fmla="*/ 198748 w 278239"/>
                <a:gd name="csY99" fmla="*/ 73915 h 100334"/>
                <a:gd name="csX100" fmla="*/ 182424 w 278239"/>
                <a:gd name="csY100" fmla="*/ 78216 h 100334"/>
                <a:gd name="csX101" fmla="*/ 164276 w 278239"/>
                <a:gd name="csY101" fmla="*/ 71874 h 100334"/>
                <a:gd name="csX102" fmla="*/ 157377 w 278239"/>
                <a:gd name="csY102" fmla="*/ 57252 h 100334"/>
                <a:gd name="csX103" fmla="*/ 157982 w 278239"/>
                <a:gd name="csY103" fmla="*/ 50304 h 100334"/>
                <a:gd name="csX104" fmla="*/ 160136 w 278239"/>
                <a:gd name="csY104" fmla="*/ 41920 h 100334"/>
                <a:gd name="csX105" fmla="*/ 167528 w 278239"/>
                <a:gd name="csY105" fmla="*/ 16486 h 100334"/>
                <a:gd name="csX106" fmla="*/ 169069 w 278239"/>
                <a:gd name="csY106" fmla="*/ 8384 h 100334"/>
                <a:gd name="csX107" fmla="*/ 167471 w 278239"/>
                <a:gd name="csY107" fmla="*/ 5237 h 100334"/>
                <a:gd name="csX108" fmla="*/ 159580 w 278239"/>
                <a:gd name="csY108" fmla="*/ 3744 h 100334"/>
                <a:gd name="csX109" fmla="*/ 160136 w 278239"/>
                <a:gd name="csY109" fmla="*/ 1703 h 100334"/>
                <a:gd name="csX110" fmla="*/ 244259 w 278239"/>
                <a:gd name="csY110" fmla="*/ 35634 h 100334"/>
                <a:gd name="csX111" fmla="*/ 244259 w 278239"/>
                <a:gd name="csY111" fmla="*/ 34028 h 100334"/>
                <a:gd name="csX112" fmla="*/ 264166 w 278239"/>
                <a:gd name="csY112" fmla="*/ 26088 h 100334"/>
                <a:gd name="csX113" fmla="*/ 268911 w 278239"/>
                <a:gd name="csY113" fmla="*/ 16106 h 100334"/>
                <a:gd name="csX114" fmla="*/ 266152 w 278239"/>
                <a:gd name="csY114" fmla="*/ 8933 h 100334"/>
                <a:gd name="csX115" fmla="*/ 259478 w 278239"/>
                <a:gd name="csY115" fmla="*/ 6068 h 100334"/>
                <a:gd name="csX116" fmla="*/ 248504 w 278239"/>
                <a:gd name="csY116" fmla="*/ 13734 h 100334"/>
                <a:gd name="csX117" fmla="*/ 246462 w 278239"/>
                <a:gd name="csY117" fmla="*/ 13129 h 100334"/>
                <a:gd name="csX118" fmla="*/ 253797 w 278239"/>
                <a:gd name="csY118" fmla="*/ 3470 h 100334"/>
                <a:gd name="csX119" fmla="*/ 263674 w 278239"/>
                <a:gd name="csY119" fmla="*/ 161 h 100334"/>
                <a:gd name="csX120" fmla="*/ 274213 w 278239"/>
                <a:gd name="csY120" fmla="*/ 4075 h 100334"/>
                <a:gd name="csX121" fmla="*/ 278239 w 278239"/>
                <a:gd name="csY121" fmla="*/ 13895 h 100334"/>
                <a:gd name="csX122" fmla="*/ 274431 w 278239"/>
                <a:gd name="csY122" fmla="*/ 23659 h 100334"/>
                <a:gd name="csX123" fmla="*/ 261463 w 278239"/>
                <a:gd name="csY123" fmla="*/ 32043 h 100334"/>
                <a:gd name="csX124" fmla="*/ 270130 w 278239"/>
                <a:gd name="csY124" fmla="*/ 38886 h 100334"/>
                <a:gd name="csX125" fmla="*/ 273051 w 278239"/>
                <a:gd name="csY125" fmla="*/ 49530 h 100334"/>
                <a:gd name="csX126" fmla="*/ 269081 w 278239"/>
                <a:gd name="csY126" fmla="*/ 63377 h 100334"/>
                <a:gd name="csX127" fmla="*/ 258155 w 278239"/>
                <a:gd name="csY127" fmla="*/ 74077 h 100334"/>
                <a:gd name="csX128" fmla="*/ 243646 w 278239"/>
                <a:gd name="csY128" fmla="*/ 77829 h 100334"/>
                <a:gd name="csX129" fmla="*/ 233116 w 278239"/>
                <a:gd name="csY129" fmla="*/ 75400 h 100334"/>
                <a:gd name="csX130" fmla="*/ 230743 w 278239"/>
                <a:gd name="csY130" fmla="*/ 71543 h 100334"/>
                <a:gd name="csX131" fmla="*/ 232123 w 278239"/>
                <a:gd name="csY131" fmla="*/ 68234 h 100334"/>
                <a:gd name="csX132" fmla="*/ 235593 w 278239"/>
                <a:gd name="csY132" fmla="*/ 66855 h 100334"/>
                <a:gd name="csX133" fmla="*/ 238466 w 278239"/>
                <a:gd name="csY133" fmla="*/ 67290 h 100334"/>
                <a:gd name="csX134" fmla="*/ 242767 w 278239"/>
                <a:gd name="csY134" fmla="*/ 69501 h 100334"/>
                <a:gd name="csX135" fmla="*/ 248173 w 278239"/>
                <a:gd name="csY135" fmla="*/ 72092 h 100334"/>
                <a:gd name="csX136" fmla="*/ 252143 w 278239"/>
                <a:gd name="csY136" fmla="*/ 72697 h 100334"/>
                <a:gd name="csX137" fmla="*/ 260309 w 278239"/>
                <a:gd name="csY137" fmla="*/ 66960 h 100334"/>
                <a:gd name="csX138" fmla="*/ 263561 w 278239"/>
                <a:gd name="csY138" fmla="*/ 54662 h 100334"/>
                <a:gd name="csX139" fmla="*/ 261358 w 278239"/>
                <a:gd name="csY139" fmla="*/ 45229 h 100334"/>
                <a:gd name="csX140" fmla="*/ 254516 w 278239"/>
                <a:gd name="csY140" fmla="*/ 38555 h 100334"/>
                <a:gd name="csX141" fmla="*/ 244259 w 278239"/>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9" h="100334">
                  <a:moveTo>
                    <a:pt x="27694" y="78216"/>
                  </a:moveTo>
                  <a:lnTo>
                    <a:pt x="13460" y="89747"/>
                  </a:lnTo>
                  <a:cubicBezTo>
                    <a:pt x="15703" y="89336"/>
                    <a:pt x="17785" y="89134"/>
                    <a:pt x="19697" y="89134"/>
                  </a:cubicBezTo>
                  <a:cubicBezTo>
                    <a:pt x="21529" y="89134"/>
                    <a:pt x="23224" y="89247"/>
                    <a:pt x="24765" y="89465"/>
                  </a:cubicBezTo>
                  <a:cubicBezTo>
                    <a:pt x="26347"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3" y="96582"/>
                    <a:pt x="11434" y="95646"/>
                    <a:pt x="8053" y="95646"/>
                  </a:cubicBezTo>
                  <a:cubicBezTo>
                    <a:pt x="6770" y="95646"/>
                    <a:pt x="5721" y="95735"/>
                    <a:pt x="4906" y="95920"/>
                  </a:cubicBezTo>
                  <a:cubicBezTo>
                    <a:pt x="4099" y="96106"/>
                    <a:pt x="2889" y="96550"/>
                    <a:pt x="1267" y="97244"/>
                  </a:cubicBezTo>
                  <a:lnTo>
                    <a:pt x="0" y="95759"/>
                  </a:lnTo>
                  <a:lnTo>
                    <a:pt x="22618"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5" y="8731"/>
                    <a:pt x="72536" y="12959"/>
                  </a:cubicBezTo>
                  <a:cubicBezTo>
                    <a:pt x="74634" y="17155"/>
                    <a:pt x="75682" y="21456"/>
                    <a:pt x="75682" y="25870"/>
                  </a:cubicBezTo>
                  <a:cubicBezTo>
                    <a:pt x="75682" y="34327"/>
                    <a:pt x="73270" y="42897"/>
                    <a:pt x="68452" y="51571"/>
                  </a:cubicBezTo>
                  <a:cubicBezTo>
                    <a:pt x="63635" y="60254"/>
                    <a:pt x="57648" y="66830"/>
                    <a:pt x="50474" y="71317"/>
                  </a:cubicBezTo>
                  <a:cubicBezTo>
                    <a:pt x="43341"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3"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2" y="5455"/>
                    <a:pt x="53823" y="3526"/>
                    <a:pt x="48376" y="3526"/>
                  </a:cubicBezTo>
                  <a:close/>
                  <a:moveTo>
                    <a:pt x="93944" y="1703"/>
                  </a:moveTo>
                  <a:lnTo>
                    <a:pt x="123397" y="1703"/>
                  </a:lnTo>
                  <a:cubicBezTo>
                    <a:pt x="131119" y="1703"/>
                    <a:pt x="136897" y="3381"/>
                    <a:pt x="140722" y="6730"/>
                  </a:cubicBezTo>
                  <a:cubicBezTo>
                    <a:pt x="144546" y="10038"/>
                    <a:pt x="146451" y="14081"/>
                    <a:pt x="146451" y="18858"/>
                  </a:cubicBezTo>
                  <a:cubicBezTo>
                    <a:pt x="146451" y="22651"/>
                    <a:pt x="145240" y="26330"/>
                    <a:pt x="142812"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7" y="74246"/>
                    <a:pt x="103869" y="74464"/>
                  </a:cubicBezTo>
                  <a:lnTo>
                    <a:pt x="103320" y="76506"/>
                  </a:lnTo>
                  <a:lnTo>
                    <a:pt x="73585"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30" y="5294"/>
                  </a:cubicBezTo>
                  <a:cubicBezTo>
                    <a:pt x="99197" y="4446"/>
                    <a:pt x="96905" y="3930"/>
                    <a:pt x="93330" y="3744"/>
                  </a:cubicBezTo>
                  <a:lnTo>
                    <a:pt x="93944"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7" y="5197"/>
                    <a:pt x="181649" y="6141"/>
                    <a:pt x="180657" y="7496"/>
                  </a:cubicBezTo>
                  <a:cubicBezTo>
                    <a:pt x="179697"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7"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2" y="5350"/>
                  </a:cubicBezTo>
                  <a:cubicBezTo>
                    <a:pt x="218607" y="4462"/>
                    <a:pt x="216347"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5" y="76780"/>
                    <a:pt x="188928" y="78216"/>
                    <a:pt x="182424" y="78216"/>
                  </a:cubicBezTo>
                  <a:cubicBezTo>
                    <a:pt x="174919" y="78216"/>
                    <a:pt x="168867" y="76102"/>
                    <a:pt x="164276" y="71874"/>
                  </a:cubicBezTo>
                  <a:cubicBezTo>
                    <a:pt x="159676" y="67605"/>
                    <a:pt x="157377" y="62731"/>
                    <a:pt x="157377" y="57252"/>
                  </a:cubicBezTo>
                  <a:cubicBezTo>
                    <a:pt x="157377" y="55081"/>
                    <a:pt x="157578"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8" y="4462"/>
                    <a:pt x="163816" y="3970"/>
                    <a:pt x="159580" y="3744"/>
                  </a:cubicBezTo>
                  <a:lnTo>
                    <a:pt x="160136" y="1703"/>
                  </a:lnTo>
                  <a:close/>
                  <a:moveTo>
                    <a:pt x="244259" y="35634"/>
                  </a:moveTo>
                  <a:lnTo>
                    <a:pt x="244259" y="34028"/>
                  </a:lnTo>
                  <a:cubicBezTo>
                    <a:pt x="253152" y="32673"/>
                    <a:pt x="259793" y="30026"/>
                    <a:pt x="264166" y="26088"/>
                  </a:cubicBezTo>
                  <a:cubicBezTo>
                    <a:pt x="267330" y="23296"/>
                    <a:pt x="268911" y="19964"/>
                    <a:pt x="268911" y="16106"/>
                  </a:cubicBezTo>
                  <a:cubicBezTo>
                    <a:pt x="268911" y="13202"/>
                    <a:pt x="267991" y="10805"/>
                    <a:pt x="266152" y="8933"/>
                  </a:cubicBezTo>
                  <a:cubicBezTo>
                    <a:pt x="264320" y="7020"/>
                    <a:pt x="262093" y="6068"/>
                    <a:pt x="259478" y="6068"/>
                  </a:cubicBezTo>
                  <a:cubicBezTo>
                    <a:pt x="255363" y="6068"/>
                    <a:pt x="251699" y="8618"/>
                    <a:pt x="248504" y="13734"/>
                  </a:cubicBezTo>
                  <a:lnTo>
                    <a:pt x="246462" y="13129"/>
                  </a:lnTo>
                  <a:cubicBezTo>
                    <a:pt x="248375" y="8860"/>
                    <a:pt x="250820" y="5641"/>
                    <a:pt x="253797" y="3470"/>
                  </a:cubicBezTo>
                  <a:cubicBezTo>
                    <a:pt x="256815" y="1267"/>
                    <a:pt x="260108" y="161"/>
                    <a:pt x="263674" y="161"/>
                  </a:cubicBezTo>
                  <a:cubicBezTo>
                    <a:pt x="268016" y="161"/>
                    <a:pt x="271526" y="1469"/>
                    <a:pt x="274213" y="4075"/>
                  </a:cubicBezTo>
                  <a:cubicBezTo>
                    <a:pt x="276892" y="6649"/>
                    <a:pt x="278239" y="9925"/>
                    <a:pt x="278239" y="13895"/>
                  </a:cubicBezTo>
                  <a:cubicBezTo>
                    <a:pt x="278239" y="17277"/>
                    <a:pt x="276965" y="20537"/>
                    <a:pt x="274431" y="23659"/>
                  </a:cubicBezTo>
                  <a:cubicBezTo>
                    <a:pt x="271929" y="26790"/>
                    <a:pt x="267604" y="29582"/>
                    <a:pt x="261463" y="32043"/>
                  </a:cubicBezTo>
                  <a:cubicBezTo>
                    <a:pt x="265288" y="33625"/>
                    <a:pt x="268177" y="35909"/>
                    <a:pt x="270130" y="38886"/>
                  </a:cubicBezTo>
                  <a:cubicBezTo>
                    <a:pt x="272074" y="41823"/>
                    <a:pt x="273051" y="45374"/>
                    <a:pt x="273051" y="49530"/>
                  </a:cubicBezTo>
                  <a:cubicBezTo>
                    <a:pt x="273051" y="54129"/>
                    <a:pt x="271728" y="58745"/>
                    <a:pt x="269081" y="63377"/>
                  </a:cubicBezTo>
                  <a:cubicBezTo>
                    <a:pt x="266434" y="67976"/>
                    <a:pt x="262787" y="71543"/>
                    <a:pt x="258155" y="74077"/>
                  </a:cubicBezTo>
                  <a:cubicBezTo>
                    <a:pt x="253563" y="76578"/>
                    <a:pt x="248722" y="77829"/>
                    <a:pt x="243646" y="77829"/>
                  </a:cubicBezTo>
                  <a:cubicBezTo>
                    <a:pt x="239014" y="77829"/>
                    <a:pt x="235504" y="77022"/>
                    <a:pt x="233116" y="75400"/>
                  </a:cubicBezTo>
                  <a:cubicBezTo>
                    <a:pt x="231534" y="74303"/>
                    <a:pt x="230743" y="73012"/>
                    <a:pt x="230743" y="71543"/>
                  </a:cubicBezTo>
                  <a:cubicBezTo>
                    <a:pt x="230743" y="70252"/>
                    <a:pt x="231203" y="69154"/>
                    <a:pt x="232123" y="68234"/>
                  </a:cubicBezTo>
                  <a:cubicBezTo>
                    <a:pt x="233075" y="67315"/>
                    <a:pt x="234237" y="66855"/>
                    <a:pt x="235593" y="66855"/>
                  </a:cubicBezTo>
                  <a:cubicBezTo>
                    <a:pt x="236553" y="66855"/>
                    <a:pt x="237505" y="67000"/>
                    <a:pt x="238466" y="67290"/>
                  </a:cubicBezTo>
                  <a:cubicBezTo>
                    <a:pt x="239055" y="67476"/>
                    <a:pt x="240483" y="68210"/>
                    <a:pt x="242767" y="69501"/>
                  </a:cubicBezTo>
                  <a:cubicBezTo>
                    <a:pt x="245083" y="70784"/>
                    <a:pt x="246882" y="71648"/>
                    <a:pt x="248173" y="72092"/>
                  </a:cubicBezTo>
                  <a:cubicBezTo>
                    <a:pt x="249456" y="72495"/>
                    <a:pt x="250787" y="72697"/>
                    <a:pt x="252143" y="72697"/>
                  </a:cubicBezTo>
                  <a:cubicBezTo>
                    <a:pt x="255452" y="72697"/>
                    <a:pt x="258179" y="70784"/>
                    <a:pt x="260309" y="66960"/>
                  </a:cubicBezTo>
                  <a:cubicBezTo>
                    <a:pt x="262480" y="63102"/>
                    <a:pt x="263561" y="59003"/>
                    <a:pt x="263561" y="54662"/>
                  </a:cubicBezTo>
                  <a:cubicBezTo>
                    <a:pt x="263561" y="51127"/>
                    <a:pt x="262827" y="47988"/>
                    <a:pt x="261358" y="45229"/>
                  </a:cubicBezTo>
                  <a:cubicBezTo>
                    <a:pt x="259922" y="42469"/>
                    <a:pt x="257638" y="40250"/>
                    <a:pt x="254516" y="38555"/>
                  </a:cubicBezTo>
                  <a:cubicBezTo>
                    <a:pt x="251393" y="36829"/>
                    <a:pt x="247971" y="35852"/>
                    <a:pt x="244259" y="35634"/>
                  </a:cubicBezTo>
                  <a:close/>
                </a:path>
              </a:pathLst>
            </a:custGeom>
            <a:solidFill>
              <a:srgbClr val="000000"/>
            </a:solidFill>
            <a:ln w="807" cap="flat">
              <a:noFill/>
              <a:prstDash val="solid"/>
              <a:miter/>
            </a:ln>
          </p:spPr>
        </p:sp>
        <p:sp>
          <p:nvSpPr>
            <p:cNvPr id="390" name="任意形状 389">
              <a:extLst>
                <a:ext uri="{FF2B5EF4-FFF2-40B4-BE49-F238E27FC236}">
                  <a16:creationId xmlns:a16="http://schemas.microsoft.com/office/drawing/2014/main" id="{84507BEF-3D98-D73C-7572-05AFAF96455F}"/>
                </a:ext>
              </a:extLst>
            </p:cNvPr>
            <p:cNvSpPr/>
            <p:nvPr/>
          </p:nvSpPr>
          <p:spPr>
            <a:xfrm>
              <a:off x="4643074" y="1790704"/>
              <a:ext cx="187538" cy="91857"/>
            </a:xfrm>
            <a:custGeom>
              <a:avLst/>
              <a:gdLst>
                <a:gd name="csX0" fmla="*/ 71882 w 159692"/>
                <a:gd name="csY0" fmla="*/ 0 h 78218"/>
                <a:gd name="csX1" fmla="*/ 66306 w 159692"/>
                <a:gd name="csY1" fmla="*/ 24215 h 78218"/>
                <a:gd name="csX2" fmla="*/ 64321 w 159692"/>
                <a:gd name="csY2" fmla="*/ 24215 h 78218"/>
                <a:gd name="csX3" fmla="*/ 64103 w 159692"/>
                <a:gd name="csY3" fmla="*/ 18148 h 78218"/>
                <a:gd name="csX4" fmla="*/ 62828 w 159692"/>
                <a:gd name="csY4" fmla="*/ 12245 h 78218"/>
                <a:gd name="csX5" fmla="*/ 59851 w 159692"/>
                <a:gd name="csY5" fmla="*/ 7777 h 78218"/>
                <a:gd name="csX6" fmla="*/ 54831 w 159692"/>
                <a:gd name="csY6" fmla="*/ 4799 h 78218"/>
                <a:gd name="csX7" fmla="*/ 48101 w 159692"/>
                <a:gd name="csY7" fmla="*/ 3696 h 78218"/>
                <a:gd name="csX8" fmla="*/ 30841 w 159692"/>
                <a:gd name="csY8" fmla="*/ 9101 h 78218"/>
                <a:gd name="csX9" fmla="*/ 16058 w 159692"/>
                <a:gd name="csY9" fmla="*/ 28574 h 78218"/>
                <a:gd name="csX10" fmla="*/ 11644 w 159692"/>
                <a:gd name="csY10" fmla="*/ 49590 h 78218"/>
                <a:gd name="csX11" fmla="*/ 17987 w 159692"/>
                <a:gd name="csY11" fmla="*/ 66966 h 78218"/>
                <a:gd name="csX12" fmla="*/ 34480 w 159692"/>
                <a:gd name="csY12" fmla="*/ 73420 h 78218"/>
                <a:gd name="csX13" fmla="*/ 48101 w 159692"/>
                <a:gd name="csY13" fmla="*/ 70000 h 78218"/>
                <a:gd name="csX14" fmla="*/ 59245 w 159692"/>
                <a:gd name="csY14" fmla="*/ 59464 h 78218"/>
                <a:gd name="csX15" fmla="*/ 61836 w 159692"/>
                <a:gd name="csY15" fmla="*/ 59464 h 78218"/>
                <a:gd name="csX16" fmla="*/ 48376 w 159692"/>
                <a:gd name="csY16" fmla="*/ 73696 h 78218"/>
                <a:gd name="csX17" fmla="*/ 30672 w 159692"/>
                <a:gd name="csY17" fmla="*/ 78219 h 78218"/>
                <a:gd name="csX18" fmla="*/ 14452 w 159692"/>
                <a:gd name="csY18" fmla="*/ 74412 h 78218"/>
                <a:gd name="csX19" fmla="*/ 3696 w 159692"/>
                <a:gd name="csY19" fmla="*/ 63601 h 78218"/>
                <a:gd name="csX20" fmla="*/ 0 w 159692"/>
                <a:gd name="csY20" fmla="*/ 48653 h 78218"/>
                <a:gd name="csX21" fmla="*/ 6569 w 159692"/>
                <a:gd name="csY21" fmla="*/ 24822 h 78218"/>
                <a:gd name="csX22" fmla="*/ 24547 w 159692"/>
                <a:gd name="csY22" fmla="*/ 6619 h 78218"/>
                <a:gd name="csX23" fmla="*/ 47666 w 159692"/>
                <a:gd name="csY23" fmla="*/ 0 h 78218"/>
                <a:gd name="csX24" fmla="*/ 59907 w 159692"/>
                <a:gd name="csY24" fmla="*/ 2592 h 78218"/>
                <a:gd name="csX25" fmla="*/ 64208 w 159692"/>
                <a:gd name="csY25" fmla="*/ 3696 h 78218"/>
                <a:gd name="csX26" fmla="*/ 66532 w 159692"/>
                <a:gd name="csY26" fmla="*/ 3144 h 78218"/>
                <a:gd name="csX27" fmla="*/ 69840 w 159692"/>
                <a:gd name="csY27" fmla="*/ 0 h 78218"/>
                <a:gd name="csX28" fmla="*/ 71882 w 159692"/>
                <a:gd name="csY28" fmla="*/ 0 h 78218"/>
                <a:gd name="csX29" fmla="*/ 82525 w 159692"/>
                <a:gd name="csY29" fmla="*/ 1710 h 78218"/>
                <a:gd name="csX30" fmla="*/ 114133 w 159692"/>
                <a:gd name="csY30" fmla="*/ 1710 h 78218"/>
                <a:gd name="csX31" fmla="*/ 113528 w 159692"/>
                <a:gd name="csY31" fmla="*/ 3751 h 78218"/>
                <a:gd name="csX32" fmla="*/ 106572 w 159692"/>
                <a:gd name="csY32" fmla="*/ 4688 h 78218"/>
                <a:gd name="csX33" fmla="*/ 103046 w 159692"/>
                <a:gd name="csY33" fmla="*/ 7501 h 78218"/>
                <a:gd name="csX34" fmla="*/ 100012 w 159692"/>
                <a:gd name="csY34" fmla="*/ 15059 h 78218"/>
                <a:gd name="csX35" fmla="*/ 92346 w 159692"/>
                <a:gd name="csY35" fmla="*/ 41536 h 78218"/>
                <a:gd name="csX36" fmla="*/ 89917 w 159692"/>
                <a:gd name="csY36" fmla="*/ 50804 h 78218"/>
                <a:gd name="csX37" fmla="*/ 89255 w 159692"/>
                <a:gd name="csY37" fmla="*/ 57367 h 78218"/>
                <a:gd name="csX38" fmla="*/ 94218 w 159692"/>
                <a:gd name="csY38" fmla="*/ 68676 h 78218"/>
                <a:gd name="csX39" fmla="*/ 107516 w 159692"/>
                <a:gd name="csY39" fmla="*/ 73254 h 78218"/>
                <a:gd name="csX40" fmla="*/ 117280 w 159692"/>
                <a:gd name="csY40" fmla="*/ 71214 h 78218"/>
                <a:gd name="csX41" fmla="*/ 124615 w 159692"/>
                <a:gd name="csY41" fmla="*/ 65421 h 78218"/>
                <a:gd name="csX42" fmla="*/ 130239 w 159692"/>
                <a:gd name="csY42" fmla="*/ 55327 h 78218"/>
                <a:gd name="csX43" fmla="*/ 134710 w 159692"/>
                <a:gd name="csY43" fmla="*/ 42419 h 78218"/>
                <a:gd name="csX44" fmla="*/ 141327 w 159692"/>
                <a:gd name="csY44" fmla="*/ 19582 h 78218"/>
                <a:gd name="csX45" fmla="*/ 143812 w 159692"/>
                <a:gd name="csY45" fmla="*/ 8440 h 78218"/>
                <a:gd name="csX46" fmla="*/ 142101 w 159692"/>
                <a:gd name="csY46" fmla="*/ 5350 h 78218"/>
                <a:gd name="csX47" fmla="*/ 135315 w 159692"/>
                <a:gd name="csY47" fmla="*/ 3751 h 78218"/>
                <a:gd name="csX48" fmla="*/ 135920 w 159692"/>
                <a:gd name="csY48" fmla="*/ 1710 h 78218"/>
                <a:gd name="csX49" fmla="*/ 159693 w 159692"/>
                <a:gd name="csY49" fmla="*/ 1710 h 78218"/>
                <a:gd name="csX50" fmla="*/ 159087 w 159692"/>
                <a:gd name="csY50" fmla="*/ 3751 h 78218"/>
                <a:gd name="csX51" fmla="*/ 153019 w 159692"/>
                <a:gd name="csY51" fmla="*/ 4578 h 78218"/>
                <a:gd name="csX52" fmla="*/ 149824 w 159692"/>
                <a:gd name="csY52" fmla="*/ 7446 h 78218"/>
                <a:gd name="csX53" fmla="*/ 146733 w 159692"/>
                <a:gd name="csY53" fmla="*/ 15445 h 78218"/>
                <a:gd name="csX54" fmla="*/ 138623 w 159692"/>
                <a:gd name="csY54" fmla="*/ 43191 h 78218"/>
                <a:gd name="csX55" fmla="*/ 131232 w 159692"/>
                <a:gd name="csY55" fmla="*/ 63160 h 78218"/>
                <a:gd name="csX56" fmla="*/ 121137 w 159692"/>
                <a:gd name="csY56" fmla="*/ 73916 h 78218"/>
                <a:gd name="csX57" fmla="*/ 104813 w 159692"/>
                <a:gd name="csY57" fmla="*/ 78219 h 78218"/>
                <a:gd name="csX58" fmla="*/ 86665 w 159692"/>
                <a:gd name="csY58" fmla="*/ 71875 h 78218"/>
                <a:gd name="csX59" fmla="*/ 79766 w 159692"/>
                <a:gd name="csY59" fmla="*/ 57258 h 78218"/>
                <a:gd name="csX60" fmla="*/ 80371 w 159692"/>
                <a:gd name="csY60" fmla="*/ 50307 h 78218"/>
                <a:gd name="csX61" fmla="*/ 82525 w 159692"/>
                <a:gd name="csY61" fmla="*/ 41923 h 78218"/>
                <a:gd name="csX62" fmla="*/ 89917 w 159692"/>
                <a:gd name="csY62" fmla="*/ 16493 h 78218"/>
                <a:gd name="csX63" fmla="*/ 91458 w 159692"/>
                <a:gd name="csY63" fmla="*/ 8384 h 78218"/>
                <a:gd name="csX64" fmla="*/ 89860 w 159692"/>
                <a:gd name="csY64" fmla="*/ 5240 h 78218"/>
                <a:gd name="csX65" fmla="*/ 81977 w 159692"/>
                <a:gd name="csY65" fmla="*/ 3751 h 78218"/>
                <a:gd name="csX66" fmla="*/ 82525 w 159692"/>
                <a:gd name="csY66" fmla="*/ 1710 h 782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8">
                  <a:moveTo>
                    <a:pt x="71882" y="0"/>
                  </a:moveTo>
                  <a:lnTo>
                    <a:pt x="66306" y="24215"/>
                  </a:lnTo>
                  <a:lnTo>
                    <a:pt x="64321" y="24215"/>
                  </a:lnTo>
                  <a:lnTo>
                    <a:pt x="64103" y="18148"/>
                  </a:lnTo>
                  <a:cubicBezTo>
                    <a:pt x="63917" y="15941"/>
                    <a:pt x="63498" y="13974"/>
                    <a:pt x="62828" y="12245"/>
                  </a:cubicBezTo>
                  <a:cubicBezTo>
                    <a:pt x="62166" y="10517"/>
                    <a:pt x="61174" y="9028"/>
                    <a:pt x="59851" y="7777"/>
                  </a:cubicBezTo>
                  <a:cubicBezTo>
                    <a:pt x="58527" y="6490"/>
                    <a:pt x="56857" y="5498"/>
                    <a:pt x="54831" y="4799"/>
                  </a:cubicBezTo>
                  <a:cubicBezTo>
                    <a:pt x="52814" y="4063"/>
                    <a:pt x="50571" y="3696"/>
                    <a:pt x="48101" y="3696"/>
                  </a:cubicBezTo>
                  <a:cubicBezTo>
                    <a:pt x="41525" y="3696"/>
                    <a:pt x="35763" y="5498"/>
                    <a:pt x="30841" y="9101"/>
                  </a:cubicBezTo>
                  <a:cubicBezTo>
                    <a:pt x="24547" y="13698"/>
                    <a:pt x="19625" y="20189"/>
                    <a:pt x="16058" y="28574"/>
                  </a:cubicBezTo>
                  <a:cubicBezTo>
                    <a:pt x="13113" y="35487"/>
                    <a:pt x="11644" y="42492"/>
                    <a:pt x="11644" y="49590"/>
                  </a:cubicBezTo>
                  <a:cubicBezTo>
                    <a:pt x="11644" y="56834"/>
                    <a:pt x="13758" y="62626"/>
                    <a:pt x="17987" y="66966"/>
                  </a:cubicBezTo>
                  <a:cubicBezTo>
                    <a:pt x="22215" y="71268"/>
                    <a:pt x="27710" y="73420"/>
                    <a:pt x="34480" y="73420"/>
                  </a:cubicBezTo>
                  <a:cubicBezTo>
                    <a:pt x="39588" y="73420"/>
                    <a:pt x="44131" y="72280"/>
                    <a:pt x="48101" y="70000"/>
                  </a:cubicBezTo>
                  <a:cubicBezTo>
                    <a:pt x="52112" y="67720"/>
                    <a:pt x="55824" y="64208"/>
                    <a:pt x="59245" y="59464"/>
                  </a:cubicBezTo>
                  <a:lnTo>
                    <a:pt x="61836" y="59464"/>
                  </a:lnTo>
                  <a:cubicBezTo>
                    <a:pt x="57793" y="65899"/>
                    <a:pt x="53306" y="70643"/>
                    <a:pt x="48376" y="73696"/>
                  </a:cubicBezTo>
                  <a:cubicBezTo>
                    <a:pt x="43454" y="76711"/>
                    <a:pt x="37547" y="78219"/>
                    <a:pt x="30672" y="78219"/>
                  </a:cubicBezTo>
                  <a:cubicBezTo>
                    <a:pt x="24571" y="78219"/>
                    <a:pt x="19165" y="76950"/>
                    <a:pt x="14452" y="74412"/>
                  </a:cubicBezTo>
                  <a:cubicBezTo>
                    <a:pt x="9748" y="71838"/>
                    <a:pt x="6165" y="68234"/>
                    <a:pt x="3696" y="63601"/>
                  </a:cubicBezTo>
                  <a:cubicBezTo>
                    <a:pt x="1235" y="58968"/>
                    <a:pt x="0" y="53985"/>
                    <a:pt x="0" y="48653"/>
                  </a:cubicBezTo>
                  <a:cubicBezTo>
                    <a:pt x="0" y="40488"/>
                    <a:pt x="2195" y="32545"/>
                    <a:pt x="6569" y="24822"/>
                  </a:cubicBezTo>
                  <a:cubicBezTo>
                    <a:pt x="10942" y="17100"/>
                    <a:pt x="16938" y="11032"/>
                    <a:pt x="24547" y="6619"/>
                  </a:cubicBezTo>
                  <a:cubicBezTo>
                    <a:pt x="32197" y="2206"/>
                    <a:pt x="39903" y="0"/>
                    <a:pt x="47666" y="0"/>
                  </a:cubicBezTo>
                  <a:cubicBezTo>
                    <a:pt x="51305" y="0"/>
                    <a:pt x="55388" y="864"/>
                    <a:pt x="59907" y="2592"/>
                  </a:cubicBezTo>
                  <a:cubicBezTo>
                    <a:pt x="61892" y="3328"/>
                    <a:pt x="63328" y="3696"/>
                    <a:pt x="64208" y="3696"/>
                  </a:cubicBezTo>
                  <a:cubicBezTo>
                    <a:pt x="65096" y="3696"/>
                    <a:pt x="65862" y="3512"/>
                    <a:pt x="66532" y="3144"/>
                  </a:cubicBezTo>
                  <a:cubicBezTo>
                    <a:pt x="67194" y="2776"/>
                    <a:pt x="68291" y="1728"/>
                    <a:pt x="69840" y="0"/>
                  </a:cubicBezTo>
                  <a:lnTo>
                    <a:pt x="71882" y="0"/>
                  </a:lnTo>
                  <a:close/>
                  <a:moveTo>
                    <a:pt x="82525" y="1710"/>
                  </a:moveTo>
                  <a:lnTo>
                    <a:pt x="114133" y="1710"/>
                  </a:lnTo>
                  <a:lnTo>
                    <a:pt x="113528" y="3751"/>
                  </a:lnTo>
                  <a:cubicBezTo>
                    <a:pt x="110292" y="3824"/>
                    <a:pt x="107976" y="4136"/>
                    <a:pt x="106572" y="4688"/>
                  </a:cubicBezTo>
                  <a:cubicBezTo>
                    <a:pt x="105216" y="5203"/>
                    <a:pt x="104038" y="6141"/>
                    <a:pt x="103046" y="7501"/>
                  </a:cubicBezTo>
                  <a:cubicBezTo>
                    <a:pt x="102085" y="8863"/>
                    <a:pt x="101077" y="11381"/>
                    <a:pt x="100012" y="15059"/>
                  </a:cubicBezTo>
                  <a:lnTo>
                    <a:pt x="92346" y="41536"/>
                  </a:lnTo>
                  <a:cubicBezTo>
                    <a:pt x="90982" y="46243"/>
                    <a:pt x="90175" y="49333"/>
                    <a:pt x="89917" y="50804"/>
                  </a:cubicBezTo>
                  <a:cubicBezTo>
                    <a:pt x="89473" y="53157"/>
                    <a:pt x="89255" y="55345"/>
                    <a:pt x="89255" y="57367"/>
                  </a:cubicBezTo>
                  <a:cubicBezTo>
                    <a:pt x="89255" y="61818"/>
                    <a:pt x="90909" y="65587"/>
                    <a:pt x="94218" y="68676"/>
                  </a:cubicBezTo>
                  <a:cubicBezTo>
                    <a:pt x="97526" y="71728"/>
                    <a:pt x="101956" y="73254"/>
                    <a:pt x="107516" y="73254"/>
                  </a:cubicBezTo>
                  <a:cubicBezTo>
                    <a:pt x="111155" y="73254"/>
                    <a:pt x="114407" y="72574"/>
                    <a:pt x="117280" y="71214"/>
                  </a:cubicBezTo>
                  <a:cubicBezTo>
                    <a:pt x="120145" y="69816"/>
                    <a:pt x="122590" y="67885"/>
                    <a:pt x="124615" y="65421"/>
                  </a:cubicBezTo>
                  <a:cubicBezTo>
                    <a:pt x="126673" y="62921"/>
                    <a:pt x="128545" y="59556"/>
                    <a:pt x="130239" y="55327"/>
                  </a:cubicBezTo>
                  <a:cubicBezTo>
                    <a:pt x="131934" y="51061"/>
                    <a:pt x="133419" y="46759"/>
                    <a:pt x="134710" y="42419"/>
                  </a:cubicBezTo>
                  <a:lnTo>
                    <a:pt x="141327" y="19582"/>
                  </a:lnTo>
                  <a:cubicBezTo>
                    <a:pt x="142981" y="13882"/>
                    <a:pt x="143812" y="10167"/>
                    <a:pt x="143812" y="8440"/>
                  </a:cubicBezTo>
                  <a:cubicBezTo>
                    <a:pt x="143812" y="7226"/>
                    <a:pt x="143239" y="6196"/>
                    <a:pt x="142101" y="5350"/>
                  </a:cubicBezTo>
                  <a:cubicBezTo>
                    <a:pt x="140996" y="4468"/>
                    <a:pt x="138737" y="3935"/>
                    <a:pt x="135315" y="3751"/>
                  </a:cubicBezTo>
                  <a:lnTo>
                    <a:pt x="135920" y="1710"/>
                  </a:lnTo>
                  <a:lnTo>
                    <a:pt x="159693" y="1710"/>
                  </a:lnTo>
                  <a:lnTo>
                    <a:pt x="159087" y="3751"/>
                  </a:lnTo>
                  <a:cubicBezTo>
                    <a:pt x="156295" y="3751"/>
                    <a:pt x="154270" y="4027"/>
                    <a:pt x="153019" y="4578"/>
                  </a:cubicBezTo>
                  <a:cubicBezTo>
                    <a:pt x="151809" y="5093"/>
                    <a:pt x="150744" y="6049"/>
                    <a:pt x="149824" y="7446"/>
                  </a:cubicBezTo>
                  <a:cubicBezTo>
                    <a:pt x="148904" y="8807"/>
                    <a:pt x="147871" y="11473"/>
                    <a:pt x="146733" y="15445"/>
                  </a:cubicBezTo>
                  <a:lnTo>
                    <a:pt x="138623" y="43191"/>
                  </a:lnTo>
                  <a:cubicBezTo>
                    <a:pt x="136017" y="52201"/>
                    <a:pt x="133548" y="58857"/>
                    <a:pt x="131232" y="63160"/>
                  </a:cubicBezTo>
                  <a:cubicBezTo>
                    <a:pt x="128916" y="67425"/>
                    <a:pt x="125551" y="71011"/>
                    <a:pt x="121137" y="73916"/>
                  </a:cubicBezTo>
                  <a:cubicBezTo>
                    <a:pt x="116763" y="76785"/>
                    <a:pt x="111317" y="78219"/>
                    <a:pt x="104813" y="78219"/>
                  </a:cubicBezTo>
                  <a:cubicBezTo>
                    <a:pt x="97308" y="78219"/>
                    <a:pt x="91256" y="76104"/>
                    <a:pt x="86665" y="71875"/>
                  </a:cubicBezTo>
                  <a:cubicBezTo>
                    <a:pt x="82065" y="67609"/>
                    <a:pt x="79766" y="62737"/>
                    <a:pt x="79766" y="57258"/>
                  </a:cubicBezTo>
                  <a:cubicBezTo>
                    <a:pt x="79766" y="55088"/>
                    <a:pt x="79967" y="52771"/>
                    <a:pt x="80371" y="50307"/>
                  </a:cubicBezTo>
                  <a:cubicBezTo>
                    <a:pt x="80669" y="48689"/>
                    <a:pt x="81388" y="45894"/>
                    <a:pt x="82525" y="41923"/>
                  </a:cubicBezTo>
                  <a:lnTo>
                    <a:pt x="89917" y="16493"/>
                  </a:lnTo>
                  <a:cubicBezTo>
                    <a:pt x="90950" y="12816"/>
                    <a:pt x="91458" y="10112"/>
                    <a:pt x="91458" y="8384"/>
                  </a:cubicBezTo>
                  <a:cubicBezTo>
                    <a:pt x="91458" y="7024"/>
                    <a:pt x="90926" y="5975"/>
                    <a:pt x="89860" y="5240"/>
                  </a:cubicBezTo>
                  <a:cubicBezTo>
                    <a:pt x="88827" y="4468"/>
                    <a:pt x="86205" y="3971"/>
                    <a:pt x="81977" y="3751"/>
                  </a:cubicBezTo>
                  <a:lnTo>
                    <a:pt x="82525" y="1710"/>
                  </a:lnTo>
                  <a:close/>
                </a:path>
              </a:pathLst>
            </a:custGeom>
            <a:solidFill>
              <a:srgbClr val="000000"/>
            </a:solidFill>
            <a:ln w="807" cap="flat">
              <a:noFill/>
              <a:prstDash val="solid"/>
              <a:miter/>
            </a:ln>
          </p:spPr>
        </p:sp>
        <p:sp>
          <p:nvSpPr>
            <p:cNvPr id="391" name="任意形状 390">
              <a:extLst>
                <a:ext uri="{FF2B5EF4-FFF2-40B4-BE49-F238E27FC236}">
                  <a16:creationId xmlns:a16="http://schemas.microsoft.com/office/drawing/2014/main" id="{30138562-2347-3506-60D4-EB24442DE93A}"/>
                </a:ext>
              </a:extLst>
            </p:cNvPr>
            <p:cNvSpPr/>
            <p:nvPr/>
          </p:nvSpPr>
          <p:spPr>
            <a:xfrm>
              <a:off x="4623173" y="2492911"/>
              <a:ext cx="187538" cy="91855"/>
            </a:xfrm>
            <a:custGeom>
              <a:avLst/>
              <a:gdLst>
                <a:gd name="csX0" fmla="*/ 71882 w 159692"/>
                <a:gd name="csY0" fmla="*/ 0 h 78216"/>
                <a:gd name="csX1" fmla="*/ 66306 w 159692"/>
                <a:gd name="csY1" fmla="*/ 24216 h 78216"/>
                <a:gd name="csX2" fmla="*/ 64321 w 159692"/>
                <a:gd name="csY2" fmla="*/ 24216 h 78216"/>
                <a:gd name="csX3" fmla="*/ 64103 w 159692"/>
                <a:gd name="csY3" fmla="*/ 18148 h 78216"/>
                <a:gd name="csX4" fmla="*/ 62828 w 159692"/>
                <a:gd name="csY4" fmla="*/ 12241 h 78216"/>
                <a:gd name="csX5" fmla="*/ 59851 w 159692"/>
                <a:gd name="csY5" fmla="*/ 7771 h 78216"/>
                <a:gd name="csX6" fmla="*/ 54831 w 159692"/>
                <a:gd name="csY6" fmla="*/ 4793 h 78216"/>
                <a:gd name="csX7" fmla="*/ 48101 w 159692"/>
                <a:gd name="csY7" fmla="*/ 3696 h 78216"/>
                <a:gd name="csX8" fmla="*/ 30841 w 159692"/>
                <a:gd name="csY8" fmla="*/ 9094 h 78216"/>
                <a:gd name="csX9" fmla="*/ 16058 w 159692"/>
                <a:gd name="csY9" fmla="*/ 28574 h 78216"/>
                <a:gd name="csX10" fmla="*/ 11644 w 159692"/>
                <a:gd name="csY10" fmla="*/ 49586 h 78216"/>
                <a:gd name="csX11" fmla="*/ 17987 w 159692"/>
                <a:gd name="csY11" fmla="*/ 66960 h 78216"/>
                <a:gd name="csX12" fmla="*/ 34480 w 159692"/>
                <a:gd name="csY12" fmla="*/ 73415 h 78216"/>
                <a:gd name="csX13" fmla="*/ 48101 w 159692"/>
                <a:gd name="csY13" fmla="*/ 69994 h 78216"/>
                <a:gd name="csX14" fmla="*/ 59245 w 159692"/>
                <a:gd name="csY14" fmla="*/ 59463 h 78216"/>
                <a:gd name="csX15" fmla="*/ 61836 w 159692"/>
                <a:gd name="csY15" fmla="*/ 59463 h 78216"/>
                <a:gd name="csX16" fmla="*/ 48376 w 159692"/>
                <a:gd name="csY16" fmla="*/ 73689 h 78216"/>
                <a:gd name="csX17" fmla="*/ 30672 w 159692"/>
                <a:gd name="csY17" fmla="*/ 78216 h 78216"/>
                <a:gd name="csX18" fmla="*/ 14452 w 159692"/>
                <a:gd name="csY18" fmla="*/ 74408 h 78216"/>
                <a:gd name="csX19" fmla="*/ 3696 w 159692"/>
                <a:gd name="csY19" fmla="*/ 63595 h 78216"/>
                <a:gd name="csX20" fmla="*/ 0 w 159692"/>
                <a:gd name="csY20" fmla="*/ 48650 h 78216"/>
                <a:gd name="csX21" fmla="*/ 6569 w 159692"/>
                <a:gd name="csY21" fmla="*/ 24821 h 78216"/>
                <a:gd name="csX22" fmla="*/ 24547 w 159692"/>
                <a:gd name="csY22" fmla="*/ 6617 h 78216"/>
                <a:gd name="csX23" fmla="*/ 47666 w 159692"/>
                <a:gd name="csY23" fmla="*/ 0 h 78216"/>
                <a:gd name="csX24" fmla="*/ 59907 w 159692"/>
                <a:gd name="csY24" fmla="*/ 2590 h 78216"/>
                <a:gd name="csX25" fmla="*/ 64208 w 159692"/>
                <a:gd name="csY25" fmla="*/ 3696 h 78216"/>
                <a:gd name="csX26" fmla="*/ 66532 w 159692"/>
                <a:gd name="csY26" fmla="*/ 3139 h 78216"/>
                <a:gd name="csX27" fmla="*/ 69840 w 159692"/>
                <a:gd name="csY27" fmla="*/ 0 h 78216"/>
                <a:gd name="csX28" fmla="*/ 71882 w 159692"/>
                <a:gd name="csY28" fmla="*/ 0 h 78216"/>
                <a:gd name="csX29" fmla="*/ 82525 w 159692"/>
                <a:gd name="csY29" fmla="*/ 1703 h 78216"/>
                <a:gd name="csX30" fmla="*/ 114133 w 159692"/>
                <a:gd name="csY30" fmla="*/ 1703 h 78216"/>
                <a:gd name="csX31" fmla="*/ 113528 w 159692"/>
                <a:gd name="csY31" fmla="*/ 3744 h 78216"/>
                <a:gd name="csX32" fmla="*/ 106572 w 159692"/>
                <a:gd name="csY32" fmla="*/ 4688 h 78216"/>
                <a:gd name="csX33" fmla="*/ 103046 w 159692"/>
                <a:gd name="csY33" fmla="*/ 7496 h 78216"/>
                <a:gd name="csX34" fmla="*/ 100012 w 159692"/>
                <a:gd name="csY34" fmla="*/ 15057 h 78216"/>
                <a:gd name="csX35" fmla="*/ 92346 w 159692"/>
                <a:gd name="csY35" fmla="*/ 41533 h 78216"/>
                <a:gd name="csX36" fmla="*/ 89917 w 159692"/>
                <a:gd name="csY36" fmla="*/ 50797 h 78216"/>
                <a:gd name="csX37" fmla="*/ 89255 w 159692"/>
                <a:gd name="csY37" fmla="*/ 57365 h 78216"/>
                <a:gd name="csX38" fmla="*/ 94218 w 159692"/>
                <a:gd name="csY38" fmla="*/ 68670 h 78216"/>
                <a:gd name="csX39" fmla="*/ 107516 w 159692"/>
                <a:gd name="csY39" fmla="*/ 73254 h 78216"/>
                <a:gd name="csX40" fmla="*/ 117280 w 159692"/>
                <a:gd name="csY40" fmla="*/ 71212 h 78216"/>
                <a:gd name="csX41" fmla="*/ 124615 w 159692"/>
                <a:gd name="csY41" fmla="*/ 65418 h 78216"/>
                <a:gd name="csX42" fmla="*/ 130239 w 159692"/>
                <a:gd name="csY42" fmla="*/ 55323 h 78216"/>
                <a:gd name="csX43" fmla="*/ 134710 w 159692"/>
                <a:gd name="csY43" fmla="*/ 42413 h 78216"/>
                <a:gd name="csX44" fmla="*/ 141327 w 159692"/>
                <a:gd name="csY44" fmla="*/ 19576 h 78216"/>
                <a:gd name="csX45" fmla="*/ 143812 w 159692"/>
                <a:gd name="csY45" fmla="*/ 8433 h 78216"/>
                <a:gd name="csX46" fmla="*/ 142101 w 159692"/>
                <a:gd name="csY46" fmla="*/ 5350 h 78216"/>
                <a:gd name="csX47" fmla="*/ 135315 w 159692"/>
                <a:gd name="csY47" fmla="*/ 3744 h 78216"/>
                <a:gd name="csX48" fmla="*/ 135920 w 159692"/>
                <a:gd name="csY48" fmla="*/ 1703 h 78216"/>
                <a:gd name="csX49" fmla="*/ 159693 w 159692"/>
                <a:gd name="csY49" fmla="*/ 1703 h 78216"/>
                <a:gd name="csX50" fmla="*/ 159087 w 159692"/>
                <a:gd name="csY50" fmla="*/ 3744 h 78216"/>
                <a:gd name="csX51" fmla="*/ 153019 w 159692"/>
                <a:gd name="csY51" fmla="*/ 4575 h 78216"/>
                <a:gd name="csX52" fmla="*/ 149824 w 159692"/>
                <a:gd name="csY52" fmla="*/ 7440 h 78216"/>
                <a:gd name="csX53" fmla="*/ 146733 w 159692"/>
                <a:gd name="csY53" fmla="*/ 15445 h 78216"/>
                <a:gd name="csX54" fmla="*/ 138623 w 159692"/>
                <a:gd name="csY54" fmla="*/ 43187 h 78216"/>
                <a:gd name="csX55" fmla="*/ 131232 w 159692"/>
                <a:gd name="csY55" fmla="*/ 63159 h 78216"/>
                <a:gd name="csX56" fmla="*/ 121137 w 159692"/>
                <a:gd name="csY56" fmla="*/ 73915 h 78216"/>
                <a:gd name="csX57" fmla="*/ 104813 w 159692"/>
                <a:gd name="csY57" fmla="*/ 78216 h 78216"/>
                <a:gd name="csX58" fmla="*/ 86665 w 159692"/>
                <a:gd name="csY58" fmla="*/ 71874 h 78216"/>
                <a:gd name="csX59" fmla="*/ 79766 w 159692"/>
                <a:gd name="csY59" fmla="*/ 57252 h 78216"/>
                <a:gd name="csX60" fmla="*/ 80371 w 159692"/>
                <a:gd name="csY60" fmla="*/ 50304 h 78216"/>
                <a:gd name="csX61" fmla="*/ 82525 w 159692"/>
                <a:gd name="csY61" fmla="*/ 41920 h 78216"/>
                <a:gd name="csX62" fmla="*/ 89917 w 159692"/>
                <a:gd name="csY62" fmla="*/ 16486 h 78216"/>
                <a:gd name="csX63" fmla="*/ 91458 w 159692"/>
                <a:gd name="csY63" fmla="*/ 8384 h 78216"/>
                <a:gd name="csX64" fmla="*/ 89860 w 159692"/>
                <a:gd name="csY64" fmla="*/ 5237 h 78216"/>
                <a:gd name="csX65" fmla="*/ 81977 w 159692"/>
                <a:gd name="csY65" fmla="*/ 3744 h 78216"/>
                <a:gd name="csX66" fmla="*/ 82525 w 159692"/>
                <a:gd name="csY66"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82525" y="1703"/>
                  </a:moveTo>
                  <a:lnTo>
                    <a:pt x="114133" y="1703"/>
                  </a:lnTo>
                  <a:lnTo>
                    <a:pt x="113528" y="3744"/>
                  </a:lnTo>
                  <a:cubicBezTo>
                    <a:pt x="110292" y="3825"/>
                    <a:pt x="107976" y="4132"/>
                    <a:pt x="106572" y="4688"/>
                  </a:cubicBezTo>
                  <a:cubicBezTo>
                    <a:pt x="105216" y="5197"/>
                    <a:pt x="104038" y="6141"/>
                    <a:pt x="103046" y="7496"/>
                  </a:cubicBezTo>
                  <a:cubicBezTo>
                    <a:pt x="102085" y="8860"/>
                    <a:pt x="101077" y="11378"/>
                    <a:pt x="100012" y="15057"/>
                  </a:cubicBezTo>
                  <a:lnTo>
                    <a:pt x="92346" y="41533"/>
                  </a:lnTo>
                  <a:cubicBezTo>
                    <a:pt x="90982" y="46237"/>
                    <a:pt x="90175" y="49328"/>
                    <a:pt x="89917" y="50797"/>
                  </a:cubicBezTo>
                  <a:cubicBezTo>
                    <a:pt x="89473" y="53153"/>
                    <a:pt x="89255" y="55340"/>
                    <a:pt x="89255" y="57365"/>
                  </a:cubicBezTo>
                  <a:cubicBezTo>
                    <a:pt x="89255" y="61811"/>
                    <a:pt x="90909" y="65580"/>
                    <a:pt x="94218" y="68670"/>
                  </a:cubicBezTo>
                  <a:cubicBezTo>
                    <a:pt x="97526" y="71728"/>
                    <a:pt x="101956" y="73254"/>
                    <a:pt x="107516" y="73254"/>
                  </a:cubicBezTo>
                  <a:cubicBezTo>
                    <a:pt x="111155" y="73254"/>
                    <a:pt x="114407" y="72568"/>
                    <a:pt x="117280" y="71212"/>
                  </a:cubicBezTo>
                  <a:cubicBezTo>
                    <a:pt x="120145" y="69816"/>
                    <a:pt x="122590" y="67879"/>
                    <a:pt x="124615" y="65418"/>
                  </a:cubicBezTo>
                  <a:cubicBezTo>
                    <a:pt x="126673" y="62917"/>
                    <a:pt x="128545" y="59552"/>
                    <a:pt x="130239" y="55323"/>
                  </a:cubicBezTo>
                  <a:cubicBezTo>
                    <a:pt x="131934" y="51055"/>
                    <a:pt x="133419" y="46754"/>
                    <a:pt x="134710" y="42413"/>
                  </a:cubicBezTo>
                  <a:lnTo>
                    <a:pt x="141327" y="19576"/>
                  </a:lnTo>
                  <a:cubicBezTo>
                    <a:pt x="142981" y="13879"/>
                    <a:pt x="143812" y="10167"/>
                    <a:pt x="143812" y="8433"/>
                  </a:cubicBezTo>
                  <a:cubicBezTo>
                    <a:pt x="143812" y="7222"/>
                    <a:pt x="143239" y="6189"/>
                    <a:pt x="142101" y="5350"/>
                  </a:cubicBezTo>
                  <a:cubicBezTo>
                    <a:pt x="140996" y="4462"/>
                    <a:pt x="138737" y="3930"/>
                    <a:pt x="135315" y="3744"/>
                  </a:cubicBezTo>
                  <a:lnTo>
                    <a:pt x="135920" y="1703"/>
                  </a:lnTo>
                  <a:lnTo>
                    <a:pt x="159693" y="1703"/>
                  </a:lnTo>
                  <a:lnTo>
                    <a:pt x="159087" y="3744"/>
                  </a:lnTo>
                  <a:cubicBezTo>
                    <a:pt x="156295" y="3744"/>
                    <a:pt x="154270" y="4027"/>
                    <a:pt x="153019" y="4575"/>
                  </a:cubicBezTo>
                  <a:cubicBezTo>
                    <a:pt x="151809" y="5092"/>
                    <a:pt x="150744" y="6044"/>
                    <a:pt x="149824" y="7440"/>
                  </a:cubicBezTo>
                  <a:cubicBezTo>
                    <a:pt x="148904" y="8804"/>
                    <a:pt x="147871" y="11467"/>
                    <a:pt x="146733" y="15445"/>
                  </a:cubicBezTo>
                  <a:lnTo>
                    <a:pt x="138623" y="43187"/>
                  </a:lnTo>
                  <a:cubicBezTo>
                    <a:pt x="136017" y="52201"/>
                    <a:pt x="133548" y="58850"/>
                    <a:pt x="131232" y="63159"/>
                  </a:cubicBezTo>
                  <a:cubicBezTo>
                    <a:pt x="128916" y="67419"/>
                    <a:pt x="125551" y="71010"/>
                    <a:pt x="121137" y="73915"/>
                  </a:cubicBezTo>
                  <a:cubicBezTo>
                    <a:pt x="116763" y="76780"/>
                    <a:pt x="111317" y="78216"/>
                    <a:pt x="104813" y="78216"/>
                  </a:cubicBezTo>
                  <a:cubicBezTo>
                    <a:pt x="97308" y="78216"/>
                    <a:pt x="91256" y="76102"/>
                    <a:pt x="86665" y="71874"/>
                  </a:cubicBezTo>
                  <a:cubicBezTo>
                    <a:pt x="82065" y="67605"/>
                    <a:pt x="79766" y="62731"/>
                    <a:pt x="79766" y="57252"/>
                  </a:cubicBezTo>
                  <a:cubicBezTo>
                    <a:pt x="79766" y="55081"/>
                    <a:pt x="79967" y="52765"/>
                    <a:pt x="80371" y="50304"/>
                  </a:cubicBezTo>
                  <a:cubicBezTo>
                    <a:pt x="80669" y="48682"/>
                    <a:pt x="81388" y="45890"/>
                    <a:pt x="82525" y="41920"/>
                  </a:cubicBezTo>
                  <a:lnTo>
                    <a:pt x="89917" y="16486"/>
                  </a:lnTo>
                  <a:cubicBezTo>
                    <a:pt x="90950" y="12814"/>
                    <a:pt x="91458" y="10111"/>
                    <a:pt x="91458" y="8384"/>
                  </a:cubicBezTo>
                  <a:cubicBezTo>
                    <a:pt x="91458" y="7020"/>
                    <a:pt x="90926" y="5971"/>
                    <a:pt x="89860" y="5237"/>
                  </a:cubicBezTo>
                  <a:cubicBezTo>
                    <a:pt x="88827" y="4462"/>
                    <a:pt x="86205" y="3970"/>
                    <a:pt x="81977" y="3744"/>
                  </a:cubicBezTo>
                  <a:lnTo>
                    <a:pt x="82525" y="1703"/>
                  </a:lnTo>
                  <a:close/>
                </a:path>
              </a:pathLst>
            </a:custGeom>
            <a:solidFill>
              <a:srgbClr val="000000"/>
            </a:solidFill>
            <a:ln w="807" cap="flat">
              <a:noFill/>
              <a:prstDash val="solid"/>
              <a:miter/>
            </a:ln>
          </p:spPr>
        </p:sp>
        <p:sp>
          <p:nvSpPr>
            <p:cNvPr id="392" name="任意形状 391">
              <a:extLst>
                <a:ext uri="{FF2B5EF4-FFF2-40B4-BE49-F238E27FC236}">
                  <a16:creationId xmlns:a16="http://schemas.microsoft.com/office/drawing/2014/main" id="{DA397DC5-BBE9-6E57-EBF7-778928688D87}"/>
                </a:ext>
              </a:extLst>
            </p:cNvPr>
            <p:cNvSpPr/>
            <p:nvPr/>
          </p:nvSpPr>
          <p:spPr>
            <a:xfrm>
              <a:off x="4623173" y="2492911"/>
              <a:ext cx="187538" cy="91855"/>
            </a:xfrm>
            <a:custGeom>
              <a:avLst/>
              <a:gdLst>
                <a:gd name="csX0" fmla="*/ 71882 w 159692"/>
                <a:gd name="csY0" fmla="*/ 0 h 78216"/>
                <a:gd name="csX1" fmla="*/ 66306 w 159692"/>
                <a:gd name="csY1" fmla="*/ 24216 h 78216"/>
                <a:gd name="csX2" fmla="*/ 64321 w 159692"/>
                <a:gd name="csY2" fmla="*/ 24216 h 78216"/>
                <a:gd name="csX3" fmla="*/ 64103 w 159692"/>
                <a:gd name="csY3" fmla="*/ 18148 h 78216"/>
                <a:gd name="csX4" fmla="*/ 62828 w 159692"/>
                <a:gd name="csY4" fmla="*/ 12241 h 78216"/>
                <a:gd name="csX5" fmla="*/ 59851 w 159692"/>
                <a:gd name="csY5" fmla="*/ 7771 h 78216"/>
                <a:gd name="csX6" fmla="*/ 54831 w 159692"/>
                <a:gd name="csY6" fmla="*/ 4793 h 78216"/>
                <a:gd name="csX7" fmla="*/ 48101 w 159692"/>
                <a:gd name="csY7" fmla="*/ 3696 h 78216"/>
                <a:gd name="csX8" fmla="*/ 30841 w 159692"/>
                <a:gd name="csY8" fmla="*/ 9094 h 78216"/>
                <a:gd name="csX9" fmla="*/ 16058 w 159692"/>
                <a:gd name="csY9" fmla="*/ 28574 h 78216"/>
                <a:gd name="csX10" fmla="*/ 11644 w 159692"/>
                <a:gd name="csY10" fmla="*/ 49586 h 78216"/>
                <a:gd name="csX11" fmla="*/ 17987 w 159692"/>
                <a:gd name="csY11" fmla="*/ 66960 h 78216"/>
                <a:gd name="csX12" fmla="*/ 34480 w 159692"/>
                <a:gd name="csY12" fmla="*/ 73415 h 78216"/>
                <a:gd name="csX13" fmla="*/ 48101 w 159692"/>
                <a:gd name="csY13" fmla="*/ 69994 h 78216"/>
                <a:gd name="csX14" fmla="*/ 59245 w 159692"/>
                <a:gd name="csY14" fmla="*/ 59463 h 78216"/>
                <a:gd name="csX15" fmla="*/ 61836 w 159692"/>
                <a:gd name="csY15" fmla="*/ 59463 h 78216"/>
                <a:gd name="csX16" fmla="*/ 48376 w 159692"/>
                <a:gd name="csY16" fmla="*/ 73689 h 78216"/>
                <a:gd name="csX17" fmla="*/ 30672 w 159692"/>
                <a:gd name="csY17" fmla="*/ 78216 h 78216"/>
                <a:gd name="csX18" fmla="*/ 14452 w 159692"/>
                <a:gd name="csY18" fmla="*/ 74408 h 78216"/>
                <a:gd name="csX19" fmla="*/ 3696 w 159692"/>
                <a:gd name="csY19" fmla="*/ 63595 h 78216"/>
                <a:gd name="csX20" fmla="*/ 0 w 159692"/>
                <a:gd name="csY20" fmla="*/ 48650 h 78216"/>
                <a:gd name="csX21" fmla="*/ 6569 w 159692"/>
                <a:gd name="csY21" fmla="*/ 24821 h 78216"/>
                <a:gd name="csX22" fmla="*/ 24547 w 159692"/>
                <a:gd name="csY22" fmla="*/ 6617 h 78216"/>
                <a:gd name="csX23" fmla="*/ 47666 w 159692"/>
                <a:gd name="csY23" fmla="*/ 0 h 78216"/>
                <a:gd name="csX24" fmla="*/ 59907 w 159692"/>
                <a:gd name="csY24" fmla="*/ 2590 h 78216"/>
                <a:gd name="csX25" fmla="*/ 64208 w 159692"/>
                <a:gd name="csY25" fmla="*/ 3696 h 78216"/>
                <a:gd name="csX26" fmla="*/ 66532 w 159692"/>
                <a:gd name="csY26" fmla="*/ 3139 h 78216"/>
                <a:gd name="csX27" fmla="*/ 69840 w 159692"/>
                <a:gd name="csY27" fmla="*/ 0 h 78216"/>
                <a:gd name="csX28" fmla="*/ 71882 w 159692"/>
                <a:gd name="csY28" fmla="*/ 0 h 78216"/>
                <a:gd name="csX29" fmla="*/ 82525 w 159692"/>
                <a:gd name="csY29" fmla="*/ 1703 h 78216"/>
                <a:gd name="csX30" fmla="*/ 114133 w 159692"/>
                <a:gd name="csY30" fmla="*/ 1703 h 78216"/>
                <a:gd name="csX31" fmla="*/ 113528 w 159692"/>
                <a:gd name="csY31" fmla="*/ 3744 h 78216"/>
                <a:gd name="csX32" fmla="*/ 106572 w 159692"/>
                <a:gd name="csY32" fmla="*/ 4688 h 78216"/>
                <a:gd name="csX33" fmla="*/ 103046 w 159692"/>
                <a:gd name="csY33" fmla="*/ 7496 h 78216"/>
                <a:gd name="csX34" fmla="*/ 100012 w 159692"/>
                <a:gd name="csY34" fmla="*/ 15057 h 78216"/>
                <a:gd name="csX35" fmla="*/ 92346 w 159692"/>
                <a:gd name="csY35" fmla="*/ 41533 h 78216"/>
                <a:gd name="csX36" fmla="*/ 89917 w 159692"/>
                <a:gd name="csY36" fmla="*/ 50797 h 78216"/>
                <a:gd name="csX37" fmla="*/ 89255 w 159692"/>
                <a:gd name="csY37" fmla="*/ 57365 h 78216"/>
                <a:gd name="csX38" fmla="*/ 94218 w 159692"/>
                <a:gd name="csY38" fmla="*/ 68670 h 78216"/>
                <a:gd name="csX39" fmla="*/ 107516 w 159692"/>
                <a:gd name="csY39" fmla="*/ 73254 h 78216"/>
                <a:gd name="csX40" fmla="*/ 117280 w 159692"/>
                <a:gd name="csY40" fmla="*/ 71212 h 78216"/>
                <a:gd name="csX41" fmla="*/ 124615 w 159692"/>
                <a:gd name="csY41" fmla="*/ 65418 h 78216"/>
                <a:gd name="csX42" fmla="*/ 130239 w 159692"/>
                <a:gd name="csY42" fmla="*/ 55323 h 78216"/>
                <a:gd name="csX43" fmla="*/ 134710 w 159692"/>
                <a:gd name="csY43" fmla="*/ 42413 h 78216"/>
                <a:gd name="csX44" fmla="*/ 141327 w 159692"/>
                <a:gd name="csY44" fmla="*/ 19576 h 78216"/>
                <a:gd name="csX45" fmla="*/ 143812 w 159692"/>
                <a:gd name="csY45" fmla="*/ 8433 h 78216"/>
                <a:gd name="csX46" fmla="*/ 142101 w 159692"/>
                <a:gd name="csY46" fmla="*/ 5350 h 78216"/>
                <a:gd name="csX47" fmla="*/ 135315 w 159692"/>
                <a:gd name="csY47" fmla="*/ 3744 h 78216"/>
                <a:gd name="csX48" fmla="*/ 135920 w 159692"/>
                <a:gd name="csY48" fmla="*/ 1703 h 78216"/>
                <a:gd name="csX49" fmla="*/ 159693 w 159692"/>
                <a:gd name="csY49" fmla="*/ 1703 h 78216"/>
                <a:gd name="csX50" fmla="*/ 159087 w 159692"/>
                <a:gd name="csY50" fmla="*/ 3744 h 78216"/>
                <a:gd name="csX51" fmla="*/ 153019 w 159692"/>
                <a:gd name="csY51" fmla="*/ 4575 h 78216"/>
                <a:gd name="csX52" fmla="*/ 149824 w 159692"/>
                <a:gd name="csY52" fmla="*/ 7440 h 78216"/>
                <a:gd name="csX53" fmla="*/ 146733 w 159692"/>
                <a:gd name="csY53" fmla="*/ 15445 h 78216"/>
                <a:gd name="csX54" fmla="*/ 138623 w 159692"/>
                <a:gd name="csY54" fmla="*/ 43187 h 78216"/>
                <a:gd name="csX55" fmla="*/ 131232 w 159692"/>
                <a:gd name="csY55" fmla="*/ 63159 h 78216"/>
                <a:gd name="csX56" fmla="*/ 121137 w 159692"/>
                <a:gd name="csY56" fmla="*/ 73915 h 78216"/>
                <a:gd name="csX57" fmla="*/ 104813 w 159692"/>
                <a:gd name="csY57" fmla="*/ 78216 h 78216"/>
                <a:gd name="csX58" fmla="*/ 86665 w 159692"/>
                <a:gd name="csY58" fmla="*/ 71874 h 78216"/>
                <a:gd name="csX59" fmla="*/ 79766 w 159692"/>
                <a:gd name="csY59" fmla="*/ 57252 h 78216"/>
                <a:gd name="csX60" fmla="*/ 80371 w 159692"/>
                <a:gd name="csY60" fmla="*/ 50304 h 78216"/>
                <a:gd name="csX61" fmla="*/ 82525 w 159692"/>
                <a:gd name="csY61" fmla="*/ 41920 h 78216"/>
                <a:gd name="csX62" fmla="*/ 89917 w 159692"/>
                <a:gd name="csY62" fmla="*/ 16486 h 78216"/>
                <a:gd name="csX63" fmla="*/ 91458 w 159692"/>
                <a:gd name="csY63" fmla="*/ 8384 h 78216"/>
                <a:gd name="csX64" fmla="*/ 89860 w 159692"/>
                <a:gd name="csY64" fmla="*/ 5237 h 78216"/>
                <a:gd name="csX65" fmla="*/ 81977 w 159692"/>
                <a:gd name="csY65" fmla="*/ 3744 h 78216"/>
                <a:gd name="csX66" fmla="*/ 82525 w 159692"/>
                <a:gd name="csY66"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82525" y="1703"/>
                  </a:moveTo>
                  <a:lnTo>
                    <a:pt x="114133" y="1703"/>
                  </a:lnTo>
                  <a:lnTo>
                    <a:pt x="113528" y="3744"/>
                  </a:lnTo>
                  <a:cubicBezTo>
                    <a:pt x="110292" y="3825"/>
                    <a:pt x="107976" y="4132"/>
                    <a:pt x="106572" y="4688"/>
                  </a:cubicBezTo>
                  <a:cubicBezTo>
                    <a:pt x="105216" y="5197"/>
                    <a:pt x="104038" y="6141"/>
                    <a:pt x="103046" y="7496"/>
                  </a:cubicBezTo>
                  <a:cubicBezTo>
                    <a:pt x="102085" y="8860"/>
                    <a:pt x="101077" y="11378"/>
                    <a:pt x="100012" y="15057"/>
                  </a:cubicBezTo>
                  <a:lnTo>
                    <a:pt x="92346" y="41533"/>
                  </a:lnTo>
                  <a:cubicBezTo>
                    <a:pt x="90982" y="46237"/>
                    <a:pt x="90175" y="49328"/>
                    <a:pt x="89917" y="50797"/>
                  </a:cubicBezTo>
                  <a:cubicBezTo>
                    <a:pt x="89473" y="53153"/>
                    <a:pt x="89255" y="55340"/>
                    <a:pt x="89255" y="57365"/>
                  </a:cubicBezTo>
                  <a:cubicBezTo>
                    <a:pt x="89255" y="61811"/>
                    <a:pt x="90909" y="65580"/>
                    <a:pt x="94218" y="68670"/>
                  </a:cubicBezTo>
                  <a:cubicBezTo>
                    <a:pt x="97526" y="71728"/>
                    <a:pt x="101956" y="73254"/>
                    <a:pt x="107516" y="73254"/>
                  </a:cubicBezTo>
                  <a:cubicBezTo>
                    <a:pt x="111155" y="73254"/>
                    <a:pt x="114407" y="72568"/>
                    <a:pt x="117280" y="71212"/>
                  </a:cubicBezTo>
                  <a:cubicBezTo>
                    <a:pt x="120145" y="69816"/>
                    <a:pt x="122590" y="67879"/>
                    <a:pt x="124615" y="65418"/>
                  </a:cubicBezTo>
                  <a:cubicBezTo>
                    <a:pt x="126673" y="62917"/>
                    <a:pt x="128545" y="59552"/>
                    <a:pt x="130239" y="55323"/>
                  </a:cubicBezTo>
                  <a:cubicBezTo>
                    <a:pt x="131934" y="51055"/>
                    <a:pt x="133419" y="46754"/>
                    <a:pt x="134710" y="42413"/>
                  </a:cubicBezTo>
                  <a:lnTo>
                    <a:pt x="141327" y="19576"/>
                  </a:lnTo>
                  <a:cubicBezTo>
                    <a:pt x="142981" y="13879"/>
                    <a:pt x="143812" y="10167"/>
                    <a:pt x="143812" y="8433"/>
                  </a:cubicBezTo>
                  <a:cubicBezTo>
                    <a:pt x="143812" y="7222"/>
                    <a:pt x="143239" y="6189"/>
                    <a:pt x="142101" y="5350"/>
                  </a:cubicBezTo>
                  <a:cubicBezTo>
                    <a:pt x="140996" y="4462"/>
                    <a:pt x="138737" y="3930"/>
                    <a:pt x="135315" y="3744"/>
                  </a:cubicBezTo>
                  <a:lnTo>
                    <a:pt x="135920" y="1703"/>
                  </a:lnTo>
                  <a:lnTo>
                    <a:pt x="159693" y="1703"/>
                  </a:lnTo>
                  <a:lnTo>
                    <a:pt x="159087" y="3744"/>
                  </a:lnTo>
                  <a:cubicBezTo>
                    <a:pt x="156295" y="3744"/>
                    <a:pt x="154270" y="4027"/>
                    <a:pt x="153019" y="4575"/>
                  </a:cubicBezTo>
                  <a:cubicBezTo>
                    <a:pt x="151809" y="5092"/>
                    <a:pt x="150744" y="6044"/>
                    <a:pt x="149824" y="7440"/>
                  </a:cubicBezTo>
                  <a:cubicBezTo>
                    <a:pt x="148904" y="8804"/>
                    <a:pt x="147871" y="11467"/>
                    <a:pt x="146733" y="15445"/>
                  </a:cubicBezTo>
                  <a:lnTo>
                    <a:pt x="138623" y="43187"/>
                  </a:lnTo>
                  <a:cubicBezTo>
                    <a:pt x="136017" y="52201"/>
                    <a:pt x="133548" y="58850"/>
                    <a:pt x="131232" y="63159"/>
                  </a:cubicBezTo>
                  <a:cubicBezTo>
                    <a:pt x="128916" y="67419"/>
                    <a:pt x="125551" y="71010"/>
                    <a:pt x="121137" y="73915"/>
                  </a:cubicBezTo>
                  <a:cubicBezTo>
                    <a:pt x="116763" y="76780"/>
                    <a:pt x="111317" y="78216"/>
                    <a:pt x="104813" y="78216"/>
                  </a:cubicBezTo>
                  <a:cubicBezTo>
                    <a:pt x="97308" y="78216"/>
                    <a:pt x="91256" y="76102"/>
                    <a:pt x="86665" y="71874"/>
                  </a:cubicBezTo>
                  <a:cubicBezTo>
                    <a:pt x="82065" y="67605"/>
                    <a:pt x="79766" y="62731"/>
                    <a:pt x="79766" y="57252"/>
                  </a:cubicBezTo>
                  <a:cubicBezTo>
                    <a:pt x="79766" y="55081"/>
                    <a:pt x="79967" y="52765"/>
                    <a:pt x="80371" y="50304"/>
                  </a:cubicBezTo>
                  <a:cubicBezTo>
                    <a:pt x="80669" y="48682"/>
                    <a:pt x="81388" y="45890"/>
                    <a:pt x="82525" y="41920"/>
                  </a:cubicBezTo>
                  <a:lnTo>
                    <a:pt x="89917" y="16486"/>
                  </a:lnTo>
                  <a:cubicBezTo>
                    <a:pt x="90950" y="12814"/>
                    <a:pt x="91458" y="10111"/>
                    <a:pt x="91458" y="8384"/>
                  </a:cubicBezTo>
                  <a:cubicBezTo>
                    <a:pt x="91458" y="7020"/>
                    <a:pt x="90926" y="5971"/>
                    <a:pt x="89860" y="5237"/>
                  </a:cubicBezTo>
                  <a:cubicBezTo>
                    <a:pt x="88827" y="4462"/>
                    <a:pt x="86205" y="3970"/>
                    <a:pt x="81977" y="3744"/>
                  </a:cubicBezTo>
                  <a:lnTo>
                    <a:pt x="82525" y="1703"/>
                  </a:lnTo>
                  <a:close/>
                </a:path>
              </a:pathLst>
            </a:custGeom>
            <a:solidFill>
              <a:srgbClr val="000000"/>
            </a:solidFill>
            <a:ln w="807" cap="flat">
              <a:noFill/>
              <a:prstDash val="solid"/>
              <a:miter/>
            </a:ln>
          </p:spPr>
        </p:sp>
      </p:grpSp>
      <p:grpSp>
        <p:nvGrpSpPr>
          <p:cNvPr id="585" name="组合 584">
            <a:extLst>
              <a:ext uri="{FF2B5EF4-FFF2-40B4-BE49-F238E27FC236}">
                <a16:creationId xmlns:a16="http://schemas.microsoft.com/office/drawing/2014/main" id="{D8727AE6-448B-0E6D-3BF8-F55D56C1B566}"/>
              </a:ext>
            </a:extLst>
          </p:cNvPr>
          <p:cNvGrpSpPr/>
          <p:nvPr/>
        </p:nvGrpSpPr>
        <p:grpSpPr>
          <a:xfrm>
            <a:off x="170328" y="1948948"/>
            <a:ext cx="2773271" cy="2639454"/>
            <a:chOff x="889211" y="1545088"/>
            <a:chExt cx="2407072" cy="2290925"/>
          </a:xfrm>
        </p:grpSpPr>
        <p:sp>
          <p:nvSpPr>
            <p:cNvPr id="393" name="任意形状 392">
              <a:extLst>
                <a:ext uri="{FF2B5EF4-FFF2-40B4-BE49-F238E27FC236}">
                  <a16:creationId xmlns:a16="http://schemas.microsoft.com/office/drawing/2014/main" id="{22476FAA-3B9C-8AF0-050E-3971087692B1}"/>
                </a:ext>
              </a:extLst>
            </p:cNvPr>
            <p:cNvSpPr/>
            <p:nvPr/>
          </p:nvSpPr>
          <p:spPr>
            <a:xfrm>
              <a:off x="889211" y="2759500"/>
              <a:ext cx="918074" cy="39682"/>
            </a:xfrm>
            <a:custGeom>
              <a:avLst/>
              <a:gdLst>
                <a:gd name="csX0" fmla="*/ 0 w 1278992"/>
                <a:gd name="csY0" fmla="*/ 0 h 64554"/>
                <a:gd name="csX1" fmla="*/ 1278992 w 1278992"/>
                <a:gd name="csY1" fmla="*/ 0 h 64554"/>
                <a:gd name="csX2" fmla="*/ 1278992 w 1278992"/>
                <a:gd name="csY2" fmla="*/ 64555 h 64554"/>
                <a:gd name="csX3" fmla="*/ 0 w 1278992"/>
                <a:gd name="csY3" fmla="*/ 64555 h 64554"/>
              </a:gdLst>
              <a:ahLst/>
              <a:cxnLst>
                <a:cxn ang="0">
                  <a:pos x="csX0" y="csY0"/>
                </a:cxn>
                <a:cxn ang="0">
                  <a:pos x="csX1" y="csY1"/>
                </a:cxn>
                <a:cxn ang="0">
                  <a:pos x="csX2" y="csY2"/>
                </a:cxn>
                <a:cxn ang="0">
                  <a:pos x="csX3" y="csY3"/>
                </a:cxn>
              </a:cxnLst>
              <a:rect l="l" t="t" r="r" b="b"/>
              <a:pathLst>
                <a:path w="1278992" h="64554">
                  <a:moveTo>
                    <a:pt x="0" y="0"/>
                  </a:moveTo>
                  <a:lnTo>
                    <a:pt x="1278992" y="0"/>
                  </a:lnTo>
                  <a:lnTo>
                    <a:pt x="1278992" y="64555"/>
                  </a:lnTo>
                  <a:lnTo>
                    <a:pt x="0" y="64555"/>
                  </a:lnTo>
                  <a:close/>
                </a:path>
              </a:pathLst>
            </a:custGeom>
            <a:solidFill>
              <a:srgbClr val="FFFFFF"/>
            </a:solidFill>
            <a:ln w="807" cap="flat">
              <a:noFill/>
              <a:prstDash val="solid"/>
              <a:miter/>
            </a:ln>
          </p:spPr>
          <p:txBody>
            <a:bodyPr/>
            <a:lstStyle/>
            <a:p>
              <a:endParaRPr lang="zh-CN" altLang="en-US" dirty="0"/>
            </a:p>
          </p:txBody>
        </p:sp>
        <p:sp>
          <p:nvSpPr>
            <p:cNvPr id="521" name="任意形状 520">
              <a:extLst>
                <a:ext uri="{FF2B5EF4-FFF2-40B4-BE49-F238E27FC236}">
                  <a16:creationId xmlns:a16="http://schemas.microsoft.com/office/drawing/2014/main" id="{EBF59C7C-5162-0C83-2959-2BF7EB1FE007}"/>
                </a:ext>
              </a:extLst>
            </p:cNvPr>
            <p:cNvSpPr/>
            <p:nvPr/>
          </p:nvSpPr>
          <p:spPr>
            <a:xfrm>
              <a:off x="1239679" y="1545088"/>
              <a:ext cx="1907605" cy="270078"/>
            </a:xfrm>
            <a:custGeom>
              <a:avLst/>
              <a:gdLst>
                <a:gd name="csX0" fmla="*/ 0 w 1624360"/>
                <a:gd name="csY0" fmla="*/ 0 h 229976"/>
                <a:gd name="csX1" fmla="*/ 1624361 w 1624360"/>
                <a:gd name="csY1" fmla="*/ 0 h 229976"/>
                <a:gd name="csX2" fmla="*/ 1624361 w 1624360"/>
                <a:gd name="csY2" fmla="*/ 229976 h 229976"/>
                <a:gd name="csX3" fmla="*/ 0 w 1624360"/>
                <a:gd name="csY3" fmla="*/ 229976 h 229976"/>
                <a:gd name="csX4" fmla="*/ 0 w 1624360"/>
                <a:gd name="csY4" fmla="*/ 0 h 229976"/>
              </a:gdLst>
              <a:ahLst/>
              <a:cxnLst>
                <a:cxn ang="0">
                  <a:pos x="csX0" y="csY0"/>
                </a:cxn>
                <a:cxn ang="0">
                  <a:pos x="csX1" y="csY1"/>
                </a:cxn>
                <a:cxn ang="0">
                  <a:pos x="csX2" y="csY2"/>
                </a:cxn>
                <a:cxn ang="0">
                  <a:pos x="csX3" y="csY3"/>
                </a:cxn>
                <a:cxn ang="0">
                  <a:pos x="csX4" y="csY4"/>
                </a:cxn>
              </a:cxnLst>
              <a:rect l="l" t="t" r="r" b="b"/>
              <a:pathLst>
                <a:path w="1624360" h="229976">
                  <a:moveTo>
                    <a:pt x="0" y="0"/>
                  </a:moveTo>
                  <a:lnTo>
                    <a:pt x="1624361" y="0"/>
                  </a:lnTo>
                  <a:lnTo>
                    <a:pt x="1624361" y="229976"/>
                  </a:lnTo>
                  <a:lnTo>
                    <a:pt x="0" y="229976"/>
                  </a:lnTo>
                  <a:lnTo>
                    <a:pt x="0" y="0"/>
                  </a:lnTo>
                  <a:close/>
                </a:path>
              </a:pathLst>
            </a:custGeom>
            <a:solidFill>
              <a:srgbClr val="F6C3A8">
                <a:alpha val="50000"/>
              </a:srgbClr>
            </a:solidFill>
            <a:ln w="807" cap="flat">
              <a:noFill/>
              <a:prstDash val="solid"/>
              <a:miter/>
            </a:ln>
          </p:spPr>
        </p:sp>
        <p:sp>
          <p:nvSpPr>
            <p:cNvPr id="522" name="任意形状 521">
              <a:extLst>
                <a:ext uri="{FF2B5EF4-FFF2-40B4-BE49-F238E27FC236}">
                  <a16:creationId xmlns:a16="http://schemas.microsoft.com/office/drawing/2014/main" id="{646E9187-E834-DF0F-DF36-FFE04D7F7DDA}"/>
                </a:ext>
              </a:extLst>
            </p:cNvPr>
            <p:cNvSpPr/>
            <p:nvPr/>
          </p:nvSpPr>
          <p:spPr>
            <a:xfrm>
              <a:off x="1239661" y="1693630"/>
              <a:ext cx="1907633" cy="14453"/>
            </a:xfrm>
            <a:custGeom>
              <a:avLst/>
              <a:gdLst>
                <a:gd name="csX0" fmla="*/ 32 w 1624384"/>
                <a:gd name="csY0" fmla="*/ 12307 h 12307"/>
                <a:gd name="csX1" fmla="*/ 1624385 w 1624384"/>
                <a:gd name="csY1" fmla="*/ 8069 h 12307"/>
                <a:gd name="csX2" fmla="*/ 1624353 w 1624384"/>
                <a:gd name="csY2" fmla="*/ 0 h 12307"/>
                <a:gd name="csX3" fmla="*/ 0 w 1624384"/>
                <a:gd name="csY3" fmla="*/ 4238 h 12307"/>
                <a:gd name="csX4" fmla="*/ 32 w 1624384"/>
                <a:gd name="csY4" fmla="*/ 12307 h 12307"/>
              </a:gdLst>
              <a:ahLst/>
              <a:cxnLst>
                <a:cxn ang="0">
                  <a:pos x="csX0" y="csY0"/>
                </a:cxn>
                <a:cxn ang="0">
                  <a:pos x="csX1" y="csY1"/>
                </a:cxn>
                <a:cxn ang="0">
                  <a:pos x="csX2" y="csY2"/>
                </a:cxn>
                <a:cxn ang="0">
                  <a:pos x="csX3" y="csY3"/>
                </a:cxn>
                <a:cxn ang="0">
                  <a:pos x="csX4" y="csY4"/>
                </a:cxn>
              </a:cxnLst>
              <a:rect l="l" t="t" r="r" b="b"/>
              <a:pathLst>
                <a:path w="1624384" h="12307">
                  <a:moveTo>
                    <a:pt x="32" y="12307"/>
                  </a:moveTo>
                  <a:lnTo>
                    <a:pt x="1624385" y="8069"/>
                  </a:lnTo>
                  <a:lnTo>
                    <a:pt x="1624353" y="0"/>
                  </a:lnTo>
                  <a:lnTo>
                    <a:pt x="0" y="4238"/>
                  </a:lnTo>
                  <a:lnTo>
                    <a:pt x="32" y="12307"/>
                  </a:lnTo>
                  <a:close/>
                </a:path>
              </a:pathLst>
            </a:custGeom>
            <a:solidFill>
              <a:srgbClr val="000000"/>
            </a:solidFill>
            <a:ln w="807" cap="flat">
              <a:noFill/>
              <a:prstDash val="solid"/>
              <a:miter/>
            </a:ln>
          </p:spPr>
        </p:sp>
        <p:sp>
          <p:nvSpPr>
            <p:cNvPr id="523" name="任意形状 522">
              <a:extLst>
                <a:ext uri="{FF2B5EF4-FFF2-40B4-BE49-F238E27FC236}">
                  <a16:creationId xmlns:a16="http://schemas.microsoft.com/office/drawing/2014/main" id="{CCB5EA1F-50C2-5416-7D37-3B9B07C066B2}"/>
                </a:ext>
              </a:extLst>
            </p:cNvPr>
            <p:cNvSpPr/>
            <p:nvPr/>
          </p:nvSpPr>
          <p:spPr>
            <a:xfrm>
              <a:off x="2915113" y="1619952"/>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24" name="任意形状 523">
              <a:extLst>
                <a:ext uri="{FF2B5EF4-FFF2-40B4-BE49-F238E27FC236}">
                  <a16:creationId xmlns:a16="http://schemas.microsoft.com/office/drawing/2014/main" id="{93350D0B-DE69-A493-38C9-C3EC06AAE21D}"/>
                </a:ext>
              </a:extLst>
            </p:cNvPr>
            <p:cNvSpPr/>
            <p:nvPr/>
          </p:nvSpPr>
          <p:spPr>
            <a:xfrm>
              <a:off x="2951341" y="1652237"/>
              <a:ext cx="58801" cy="77700"/>
            </a:xfrm>
            <a:custGeom>
              <a:avLst/>
              <a:gdLst>
                <a:gd name="csX0" fmla="*/ 10789 w 50070"/>
                <a:gd name="csY0" fmla="*/ 0 h 66163"/>
                <a:gd name="csX1" fmla="*/ 10789 w 50070"/>
                <a:gd name="csY1" fmla="*/ 27154 h 66163"/>
                <a:gd name="csX2" fmla="*/ 39193 w 50070"/>
                <a:gd name="csY2" fmla="*/ 27154 h 66163"/>
                <a:gd name="csX3" fmla="*/ 39193 w 50070"/>
                <a:gd name="csY3" fmla="*/ 0 h 66163"/>
                <a:gd name="csX4" fmla="*/ 50070 w 50070"/>
                <a:gd name="csY4" fmla="*/ 0 h 66163"/>
                <a:gd name="csX5" fmla="*/ 50070 w 50070"/>
                <a:gd name="csY5" fmla="*/ 66164 h 66163"/>
                <a:gd name="csX6" fmla="*/ 39193 w 50070"/>
                <a:gd name="csY6" fmla="*/ 66164 h 66163"/>
                <a:gd name="csX7" fmla="*/ 39193 w 50070"/>
                <a:gd name="csY7" fmla="*/ 36716 h 66163"/>
                <a:gd name="csX8" fmla="*/ 10789 w 50070"/>
                <a:gd name="csY8" fmla="*/ 36716 h 66163"/>
                <a:gd name="csX9" fmla="*/ 10789 w 50070"/>
                <a:gd name="csY9" fmla="*/ 66164 h 66163"/>
                <a:gd name="csX10" fmla="*/ 0 w 50070"/>
                <a:gd name="csY10" fmla="*/ 66164 h 66163"/>
                <a:gd name="csX11" fmla="*/ 0 w 50070"/>
                <a:gd name="csY11" fmla="*/ 0 h 66163"/>
                <a:gd name="csX12" fmla="*/ 10789 w 50070"/>
                <a:gd name="csY12" fmla="*/ 0 h 66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3">
                  <a:moveTo>
                    <a:pt x="10789" y="0"/>
                  </a:moveTo>
                  <a:lnTo>
                    <a:pt x="10789" y="27154"/>
                  </a:lnTo>
                  <a:lnTo>
                    <a:pt x="39193" y="27154"/>
                  </a:lnTo>
                  <a:lnTo>
                    <a:pt x="39193" y="0"/>
                  </a:lnTo>
                  <a:lnTo>
                    <a:pt x="50070" y="0"/>
                  </a:lnTo>
                  <a:lnTo>
                    <a:pt x="50070" y="66164"/>
                  </a:lnTo>
                  <a:lnTo>
                    <a:pt x="39193" y="66164"/>
                  </a:lnTo>
                  <a:lnTo>
                    <a:pt x="39193" y="36716"/>
                  </a:lnTo>
                  <a:lnTo>
                    <a:pt x="10789" y="36716"/>
                  </a:lnTo>
                  <a:lnTo>
                    <a:pt x="10789" y="66164"/>
                  </a:lnTo>
                  <a:lnTo>
                    <a:pt x="0" y="66164"/>
                  </a:lnTo>
                  <a:lnTo>
                    <a:pt x="0" y="0"/>
                  </a:lnTo>
                  <a:lnTo>
                    <a:pt x="10789" y="0"/>
                  </a:lnTo>
                  <a:close/>
                </a:path>
              </a:pathLst>
            </a:custGeom>
            <a:solidFill>
              <a:srgbClr val="FFFFFF"/>
            </a:solidFill>
            <a:ln w="807" cap="flat">
              <a:noFill/>
              <a:prstDash val="solid"/>
              <a:miter/>
            </a:ln>
          </p:spPr>
        </p:sp>
        <p:sp>
          <p:nvSpPr>
            <p:cNvPr id="525" name="任意形状 524">
              <a:extLst>
                <a:ext uri="{FF2B5EF4-FFF2-40B4-BE49-F238E27FC236}">
                  <a16:creationId xmlns:a16="http://schemas.microsoft.com/office/drawing/2014/main" id="{0E356035-5817-85FE-E3C8-F1A43A50F425}"/>
                </a:ext>
              </a:extLst>
            </p:cNvPr>
            <p:cNvSpPr/>
            <p:nvPr/>
          </p:nvSpPr>
          <p:spPr>
            <a:xfrm>
              <a:off x="2939543" y="1645827"/>
              <a:ext cx="75659" cy="87841"/>
            </a:xfrm>
            <a:custGeom>
              <a:avLst/>
              <a:gdLst>
                <a:gd name="csX0" fmla="*/ 63546 w 64425"/>
                <a:gd name="csY0" fmla="*/ 0 h 74798"/>
                <a:gd name="csX1" fmla="*/ 14396 w 64425"/>
                <a:gd name="csY1" fmla="*/ 70276 h 74798"/>
                <a:gd name="csX2" fmla="*/ 45067 w 64425"/>
                <a:gd name="csY2" fmla="*/ 70276 h 74798"/>
                <a:gd name="csX3" fmla="*/ 55880 w 64425"/>
                <a:gd name="csY3" fmla="*/ 67186 h 74798"/>
                <a:gd name="csX4" fmla="*/ 62610 w 64425"/>
                <a:gd name="csY4" fmla="*/ 54665 h 74798"/>
                <a:gd name="csX5" fmla="*/ 64426 w 64425"/>
                <a:gd name="csY5" fmla="*/ 54996 h 74798"/>
                <a:gd name="csX6" fmla="*/ 60899 w 64425"/>
                <a:gd name="csY6" fmla="*/ 74799 h 74798"/>
                <a:gd name="csX7" fmla="*/ 0 w 64425"/>
                <a:gd name="csY7" fmla="*/ 74799 h 74798"/>
                <a:gd name="csX8" fmla="*/ 0 w 64425"/>
                <a:gd name="csY8" fmla="*/ 72758 h 74798"/>
                <a:gd name="csX9" fmla="*/ 47988 w 64425"/>
                <a:gd name="csY9" fmla="*/ 4468 h 74798"/>
                <a:gd name="csX10" fmla="*/ 24047 w 64425"/>
                <a:gd name="csY10" fmla="*/ 4468 h 74798"/>
                <a:gd name="csX11" fmla="*/ 15388 w 64425"/>
                <a:gd name="csY11" fmla="*/ 5791 h 74798"/>
                <a:gd name="csX12" fmla="*/ 11305 w 64425"/>
                <a:gd name="csY12" fmla="*/ 9543 h 74798"/>
                <a:gd name="csX13" fmla="*/ 8771 w 64425"/>
                <a:gd name="csY13" fmla="*/ 18700 h 74798"/>
                <a:gd name="csX14" fmla="*/ 6673 w 64425"/>
                <a:gd name="csY14" fmla="*/ 18700 h 74798"/>
                <a:gd name="csX15" fmla="*/ 8215 w 64425"/>
                <a:gd name="csY15" fmla="*/ 0 h 74798"/>
                <a:gd name="csX16" fmla="*/ 63546 w 64425"/>
                <a:gd name="csY16" fmla="*/ 0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4425" h="74798">
                  <a:moveTo>
                    <a:pt x="63546" y="0"/>
                  </a:moveTo>
                  <a:lnTo>
                    <a:pt x="14396" y="70276"/>
                  </a:lnTo>
                  <a:lnTo>
                    <a:pt x="45067" y="70276"/>
                  </a:lnTo>
                  <a:cubicBezTo>
                    <a:pt x="49772" y="70276"/>
                    <a:pt x="53379" y="69245"/>
                    <a:pt x="55880" y="67186"/>
                  </a:cubicBezTo>
                  <a:cubicBezTo>
                    <a:pt x="58414" y="65127"/>
                    <a:pt x="60657" y="60953"/>
                    <a:pt x="62610" y="54665"/>
                  </a:cubicBezTo>
                  <a:lnTo>
                    <a:pt x="64426" y="54996"/>
                  </a:lnTo>
                  <a:lnTo>
                    <a:pt x="60899" y="74799"/>
                  </a:lnTo>
                  <a:lnTo>
                    <a:pt x="0" y="74799"/>
                  </a:lnTo>
                  <a:lnTo>
                    <a:pt x="0" y="72758"/>
                  </a:lnTo>
                  <a:lnTo>
                    <a:pt x="47988" y="4468"/>
                  </a:lnTo>
                  <a:lnTo>
                    <a:pt x="24047" y="4468"/>
                  </a:lnTo>
                  <a:cubicBezTo>
                    <a:pt x="20077" y="4468"/>
                    <a:pt x="17188" y="4909"/>
                    <a:pt x="15388" y="5791"/>
                  </a:cubicBezTo>
                  <a:cubicBezTo>
                    <a:pt x="13621" y="6638"/>
                    <a:pt x="12265" y="7888"/>
                    <a:pt x="11305" y="9543"/>
                  </a:cubicBezTo>
                  <a:cubicBezTo>
                    <a:pt x="10385" y="11161"/>
                    <a:pt x="9538" y="14213"/>
                    <a:pt x="8771" y="18700"/>
                  </a:cubicBezTo>
                  <a:lnTo>
                    <a:pt x="6673" y="18700"/>
                  </a:lnTo>
                  <a:lnTo>
                    <a:pt x="8215" y="0"/>
                  </a:lnTo>
                  <a:lnTo>
                    <a:pt x="63546" y="0"/>
                  </a:lnTo>
                  <a:close/>
                </a:path>
              </a:pathLst>
            </a:custGeom>
            <a:solidFill>
              <a:srgbClr val="000000"/>
            </a:solidFill>
            <a:ln w="807" cap="flat">
              <a:noFill/>
              <a:prstDash val="solid"/>
              <a:miter/>
            </a:ln>
          </p:spPr>
        </p:sp>
        <p:sp>
          <p:nvSpPr>
            <p:cNvPr id="526" name="任意形状 525">
              <a:extLst>
                <a:ext uri="{FF2B5EF4-FFF2-40B4-BE49-F238E27FC236}">
                  <a16:creationId xmlns:a16="http://schemas.microsoft.com/office/drawing/2014/main" id="{D1B3F2B7-B918-470B-0C7D-F952606A10E9}"/>
                </a:ext>
              </a:extLst>
            </p:cNvPr>
            <p:cNvSpPr/>
            <p:nvPr/>
          </p:nvSpPr>
          <p:spPr>
            <a:xfrm>
              <a:off x="2607129" y="1625639"/>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27" name="任意形状 526">
              <a:extLst>
                <a:ext uri="{FF2B5EF4-FFF2-40B4-BE49-F238E27FC236}">
                  <a16:creationId xmlns:a16="http://schemas.microsoft.com/office/drawing/2014/main" id="{B83424C3-F504-77CC-9DB9-6A5E3110E4C6}"/>
                </a:ext>
              </a:extLst>
            </p:cNvPr>
            <p:cNvSpPr/>
            <p:nvPr/>
          </p:nvSpPr>
          <p:spPr>
            <a:xfrm>
              <a:off x="2643357" y="1657922"/>
              <a:ext cx="58801" cy="77700"/>
            </a:xfrm>
            <a:custGeom>
              <a:avLst/>
              <a:gdLst>
                <a:gd name="csX0" fmla="*/ 10789 w 50070"/>
                <a:gd name="csY0" fmla="*/ 0 h 66163"/>
                <a:gd name="csX1" fmla="*/ 10789 w 50070"/>
                <a:gd name="csY1" fmla="*/ 27154 h 66163"/>
                <a:gd name="csX2" fmla="*/ 39193 w 50070"/>
                <a:gd name="csY2" fmla="*/ 27154 h 66163"/>
                <a:gd name="csX3" fmla="*/ 39193 w 50070"/>
                <a:gd name="csY3" fmla="*/ 0 h 66163"/>
                <a:gd name="csX4" fmla="*/ 50070 w 50070"/>
                <a:gd name="csY4" fmla="*/ 0 h 66163"/>
                <a:gd name="csX5" fmla="*/ 50070 w 50070"/>
                <a:gd name="csY5" fmla="*/ 66164 h 66163"/>
                <a:gd name="csX6" fmla="*/ 39193 w 50070"/>
                <a:gd name="csY6" fmla="*/ 66164 h 66163"/>
                <a:gd name="csX7" fmla="*/ 39193 w 50070"/>
                <a:gd name="csY7" fmla="*/ 36716 h 66163"/>
                <a:gd name="csX8" fmla="*/ 10789 w 50070"/>
                <a:gd name="csY8" fmla="*/ 36716 h 66163"/>
                <a:gd name="csX9" fmla="*/ 10789 w 50070"/>
                <a:gd name="csY9" fmla="*/ 66164 h 66163"/>
                <a:gd name="csX10" fmla="*/ 0 w 50070"/>
                <a:gd name="csY10" fmla="*/ 66164 h 66163"/>
                <a:gd name="csX11" fmla="*/ 0 w 50070"/>
                <a:gd name="csY11" fmla="*/ 0 h 66163"/>
                <a:gd name="csX12" fmla="*/ 10789 w 50070"/>
                <a:gd name="csY12" fmla="*/ 0 h 66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3">
                  <a:moveTo>
                    <a:pt x="10789" y="0"/>
                  </a:moveTo>
                  <a:lnTo>
                    <a:pt x="10789" y="27154"/>
                  </a:lnTo>
                  <a:lnTo>
                    <a:pt x="39193" y="27154"/>
                  </a:lnTo>
                  <a:lnTo>
                    <a:pt x="39193" y="0"/>
                  </a:lnTo>
                  <a:lnTo>
                    <a:pt x="50070" y="0"/>
                  </a:lnTo>
                  <a:lnTo>
                    <a:pt x="50070" y="66164"/>
                  </a:lnTo>
                  <a:lnTo>
                    <a:pt x="39193" y="66164"/>
                  </a:lnTo>
                  <a:lnTo>
                    <a:pt x="39193" y="36716"/>
                  </a:lnTo>
                  <a:lnTo>
                    <a:pt x="10789" y="36716"/>
                  </a:lnTo>
                  <a:lnTo>
                    <a:pt x="10789" y="66164"/>
                  </a:lnTo>
                  <a:lnTo>
                    <a:pt x="0" y="66164"/>
                  </a:lnTo>
                  <a:lnTo>
                    <a:pt x="0" y="0"/>
                  </a:lnTo>
                  <a:lnTo>
                    <a:pt x="10789" y="0"/>
                  </a:lnTo>
                  <a:close/>
                </a:path>
              </a:pathLst>
            </a:custGeom>
            <a:solidFill>
              <a:srgbClr val="FFFFFF"/>
            </a:solidFill>
            <a:ln w="807" cap="flat">
              <a:noFill/>
              <a:prstDash val="solid"/>
              <a:miter/>
            </a:ln>
          </p:spPr>
        </p:sp>
        <p:sp>
          <p:nvSpPr>
            <p:cNvPr id="528" name="任意形状 527">
              <a:extLst>
                <a:ext uri="{FF2B5EF4-FFF2-40B4-BE49-F238E27FC236}">
                  <a16:creationId xmlns:a16="http://schemas.microsoft.com/office/drawing/2014/main" id="{3B56979D-5841-1FD3-9830-265B4322A9A4}"/>
                </a:ext>
              </a:extLst>
            </p:cNvPr>
            <p:cNvSpPr/>
            <p:nvPr/>
          </p:nvSpPr>
          <p:spPr>
            <a:xfrm>
              <a:off x="2630583" y="1651514"/>
              <a:ext cx="93674" cy="89915"/>
            </a:xfrm>
            <a:custGeom>
              <a:avLst/>
              <a:gdLst>
                <a:gd name="csX0" fmla="*/ 53290 w 79765"/>
                <a:gd name="csY0" fmla="*/ 2041 h 76564"/>
                <a:gd name="csX1" fmla="*/ 53290 w 79765"/>
                <a:gd name="csY1" fmla="*/ 0 h 76564"/>
                <a:gd name="csX2" fmla="*/ 79766 w 79765"/>
                <a:gd name="csY2" fmla="*/ 0 h 76564"/>
                <a:gd name="csX3" fmla="*/ 79766 w 79765"/>
                <a:gd name="csY3" fmla="*/ 2041 h 76564"/>
                <a:gd name="csX4" fmla="*/ 76949 w 79765"/>
                <a:gd name="csY4" fmla="*/ 2041 h 76564"/>
                <a:gd name="csX5" fmla="*/ 70171 w 79765"/>
                <a:gd name="csY5" fmla="*/ 5737 h 76564"/>
                <a:gd name="csX6" fmla="*/ 69009 w 79765"/>
                <a:gd name="csY6" fmla="*/ 13680 h 76564"/>
                <a:gd name="csX7" fmla="*/ 69009 w 79765"/>
                <a:gd name="csY7" fmla="*/ 44018 h 76564"/>
                <a:gd name="csX8" fmla="*/ 66750 w 79765"/>
                <a:gd name="csY8" fmla="*/ 61505 h 76564"/>
                <a:gd name="csX9" fmla="*/ 57978 w 79765"/>
                <a:gd name="csY9" fmla="*/ 72151 h 76564"/>
                <a:gd name="csX10" fmla="*/ 40218 w 79765"/>
                <a:gd name="csY10" fmla="*/ 76564 h 76564"/>
                <a:gd name="csX11" fmla="*/ 21626 w 79765"/>
                <a:gd name="csY11" fmla="*/ 72317 h 76564"/>
                <a:gd name="csX12" fmla="*/ 12637 w 79765"/>
                <a:gd name="csY12" fmla="*/ 60898 h 76564"/>
                <a:gd name="csX13" fmla="*/ 10869 w 79765"/>
                <a:gd name="csY13" fmla="*/ 42474 h 76564"/>
                <a:gd name="csX14" fmla="*/ 10869 w 79765"/>
                <a:gd name="csY14" fmla="*/ 13239 h 76564"/>
                <a:gd name="csX15" fmla="*/ 8941 w 79765"/>
                <a:gd name="csY15" fmla="*/ 4192 h 76564"/>
                <a:gd name="csX16" fmla="*/ 2816 w 79765"/>
                <a:gd name="csY16" fmla="*/ 2041 h 76564"/>
                <a:gd name="csX17" fmla="*/ 0 w 79765"/>
                <a:gd name="csY17" fmla="*/ 2041 h 76564"/>
                <a:gd name="csX18" fmla="*/ 0 w 79765"/>
                <a:gd name="csY18" fmla="*/ 0 h 76564"/>
                <a:gd name="csX19" fmla="*/ 32326 w 79765"/>
                <a:gd name="csY19" fmla="*/ 0 h 76564"/>
                <a:gd name="csX20" fmla="*/ 32326 w 79765"/>
                <a:gd name="csY20" fmla="*/ 2041 h 76564"/>
                <a:gd name="csX21" fmla="*/ 29461 w 79765"/>
                <a:gd name="csY21" fmla="*/ 2041 h 76564"/>
                <a:gd name="csX22" fmla="*/ 22836 w 79765"/>
                <a:gd name="csY22" fmla="*/ 4964 h 76564"/>
                <a:gd name="csX23" fmla="*/ 21456 w 79765"/>
                <a:gd name="csY23" fmla="*/ 13239 h 76564"/>
                <a:gd name="csX24" fmla="*/ 21456 w 79765"/>
                <a:gd name="csY24" fmla="*/ 45839 h 76564"/>
                <a:gd name="csX25" fmla="*/ 22231 w 79765"/>
                <a:gd name="csY25" fmla="*/ 55823 h 76564"/>
                <a:gd name="csX26" fmla="*/ 25152 w 79765"/>
                <a:gd name="csY26" fmla="*/ 64594 h 76564"/>
                <a:gd name="csX27" fmla="*/ 31172 w 79765"/>
                <a:gd name="csY27" fmla="*/ 69779 h 76564"/>
                <a:gd name="csX28" fmla="*/ 40879 w 79765"/>
                <a:gd name="csY28" fmla="*/ 71820 h 76564"/>
                <a:gd name="csX29" fmla="*/ 54008 w 79765"/>
                <a:gd name="csY29" fmla="*/ 68621 h 76564"/>
                <a:gd name="csX30" fmla="*/ 61892 w 79765"/>
                <a:gd name="csY30" fmla="*/ 60457 h 76564"/>
                <a:gd name="csX31" fmla="*/ 64046 w 79765"/>
                <a:gd name="csY31" fmla="*/ 43522 h 76564"/>
                <a:gd name="csX32" fmla="*/ 64046 w 79765"/>
                <a:gd name="csY32" fmla="*/ 13239 h 76564"/>
                <a:gd name="csX33" fmla="*/ 62497 w 79765"/>
                <a:gd name="csY33" fmla="*/ 4468 h 76564"/>
                <a:gd name="csX34" fmla="*/ 56098 w 79765"/>
                <a:gd name="csY34" fmla="*/ 2041 h 76564"/>
                <a:gd name="csX35" fmla="*/ 53290 w 79765"/>
                <a:gd name="csY35" fmla="*/ 2041 h 76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79765" h="76564">
                  <a:moveTo>
                    <a:pt x="53290" y="2041"/>
                  </a:moveTo>
                  <a:lnTo>
                    <a:pt x="53290" y="0"/>
                  </a:lnTo>
                  <a:lnTo>
                    <a:pt x="79766" y="0"/>
                  </a:lnTo>
                  <a:lnTo>
                    <a:pt x="79766" y="2041"/>
                  </a:lnTo>
                  <a:lnTo>
                    <a:pt x="76949" y="2041"/>
                  </a:lnTo>
                  <a:cubicBezTo>
                    <a:pt x="74012" y="2041"/>
                    <a:pt x="71745" y="3273"/>
                    <a:pt x="70171" y="5737"/>
                  </a:cubicBezTo>
                  <a:cubicBezTo>
                    <a:pt x="69396" y="6877"/>
                    <a:pt x="69009" y="9524"/>
                    <a:pt x="69009" y="13680"/>
                  </a:cubicBezTo>
                  <a:lnTo>
                    <a:pt x="69009" y="44018"/>
                  </a:lnTo>
                  <a:cubicBezTo>
                    <a:pt x="69009" y="51520"/>
                    <a:pt x="68259" y="57350"/>
                    <a:pt x="66750" y="61505"/>
                  </a:cubicBezTo>
                  <a:cubicBezTo>
                    <a:pt x="65273" y="65624"/>
                    <a:pt x="62352" y="69172"/>
                    <a:pt x="57978" y="72151"/>
                  </a:cubicBezTo>
                  <a:cubicBezTo>
                    <a:pt x="53637" y="75093"/>
                    <a:pt x="47714" y="76564"/>
                    <a:pt x="40218" y="76564"/>
                  </a:cubicBezTo>
                  <a:cubicBezTo>
                    <a:pt x="32051" y="76564"/>
                    <a:pt x="25854" y="75148"/>
                    <a:pt x="21626" y="72317"/>
                  </a:cubicBezTo>
                  <a:cubicBezTo>
                    <a:pt x="17398" y="69485"/>
                    <a:pt x="14396" y="65679"/>
                    <a:pt x="12637" y="60898"/>
                  </a:cubicBezTo>
                  <a:cubicBezTo>
                    <a:pt x="11458" y="57625"/>
                    <a:pt x="10869" y="51484"/>
                    <a:pt x="10869" y="42474"/>
                  </a:cubicBezTo>
                  <a:lnTo>
                    <a:pt x="10869" y="13239"/>
                  </a:lnTo>
                  <a:cubicBezTo>
                    <a:pt x="10869" y="8641"/>
                    <a:pt x="10224" y="5626"/>
                    <a:pt x="8941" y="4192"/>
                  </a:cubicBezTo>
                  <a:cubicBezTo>
                    <a:pt x="7690" y="2758"/>
                    <a:pt x="5649" y="2041"/>
                    <a:pt x="2816" y="2041"/>
                  </a:cubicBezTo>
                  <a:lnTo>
                    <a:pt x="0" y="2041"/>
                  </a:lnTo>
                  <a:lnTo>
                    <a:pt x="0" y="0"/>
                  </a:lnTo>
                  <a:lnTo>
                    <a:pt x="32326" y="0"/>
                  </a:lnTo>
                  <a:lnTo>
                    <a:pt x="32326" y="2041"/>
                  </a:lnTo>
                  <a:lnTo>
                    <a:pt x="29461" y="2041"/>
                  </a:lnTo>
                  <a:cubicBezTo>
                    <a:pt x="26371" y="2041"/>
                    <a:pt x="24160" y="3016"/>
                    <a:pt x="22836" y="4964"/>
                  </a:cubicBezTo>
                  <a:cubicBezTo>
                    <a:pt x="21916" y="6288"/>
                    <a:pt x="21456" y="9047"/>
                    <a:pt x="21456" y="13239"/>
                  </a:cubicBezTo>
                  <a:lnTo>
                    <a:pt x="21456" y="45839"/>
                  </a:lnTo>
                  <a:cubicBezTo>
                    <a:pt x="21456" y="48745"/>
                    <a:pt x="21715" y="52072"/>
                    <a:pt x="22231" y="55823"/>
                  </a:cubicBezTo>
                  <a:cubicBezTo>
                    <a:pt x="22780" y="59574"/>
                    <a:pt x="23756" y="62498"/>
                    <a:pt x="25152" y="64594"/>
                  </a:cubicBezTo>
                  <a:cubicBezTo>
                    <a:pt x="26556" y="66690"/>
                    <a:pt x="28557" y="68418"/>
                    <a:pt x="31172" y="69779"/>
                  </a:cubicBezTo>
                  <a:cubicBezTo>
                    <a:pt x="33819" y="71139"/>
                    <a:pt x="37055" y="71820"/>
                    <a:pt x="40879" y="71820"/>
                  </a:cubicBezTo>
                  <a:cubicBezTo>
                    <a:pt x="45769" y="71820"/>
                    <a:pt x="50143" y="70754"/>
                    <a:pt x="54008" y="68621"/>
                  </a:cubicBezTo>
                  <a:cubicBezTo>
                    <a:pt x="57865" y="66488"/>
                    <a:pt x="60496" y="63766"/>
                    <a:pt x="61892" y="60457"/>
                  </a:cubicBezTo>
                  <a:cubicBezTo>
                    <a:pt x="63328" y="57110"/>
                    <a:pt x="64046" y="51465"/>
                    <a:pt x="64046" y="43522"/>
                  </a:cubicBezTo>
                  <a:lnTo>
                    <a:pt x="64046" y="13239"/>
                  </a:lnTo>
                  <a:cubicBezTo>
                    <a:pt x="64046" y="8568"/>
                    <a:pt x="63530" y="5645"/>
                    <a:pt x="62497" y="4468"/>
                  </a:cubicBezTo>
                  <a:cubicBezTo>
                    <a:pt x="61069" y="2850"/>
                    <a:pt x="58931" y="2041"/>
                    <a:pt x="56098" y="2041"/>
                  </a:cubicBezTo>
                  <a:lnTo>
                    <a:pt x="53290" y="2041"/>
                  </a:lnTo>
                  <a:close/>
                </a:path>
              </a:pathLst>
            </a:custGeom>
            <a:solidFill>
              <a:srgbClr val="000000"/>
            </a:solidFill>
            <a:ln w="807" cap="flat">
              <a:noFill/>
              <a:prstDash val="solid"/>
              <a:miter/>
            </a:ln>
          </p:spPr>
        </p:sp>
        <p:sp>
          <p:nvSpPr>
            <p:cNvPr id="529" name="任意形状 528">
              <a:extLst>
                <a:ext uri="{FF2B5EF4-FFF2-40B4-BE49-F238E27FC236}">
                  <a16:creationId xmlns:a16="http://schemas.microsoft.com/office/drawing/2014/main" id="{32068FD3-11C8-9830-26B1-1E068AC129EE}"/>
                </a:ext>
              </a:extLst>
            </p:cNvPr>
            <p:cNvSpPr/>
            <p:nvPr/>
          </p:nvSpPr>
          <p:spPr>
            <a:xfrm>
              <a:off x="1066261" y="1633219"/>
              <a:ext cx="76204" cy="113502"/>
            </a:xfrm>
            <a:custGeom>
              <a:avLst/>
              <a:gdLst>
                <a:gd name="csX0" fmla="*/ 0 w 64889"/>
                <a:gd name="csY0" fmla="*/ 43310 h 96649"/>
                <a:gd name="csX1" fmla="*/ 11549 w 64889"/>
                <a:gd name="csY1" fmla="*/ 14133 h 96649"/>
                <a:gd name="csX2" fmla="*/ 37535 w 64889"/>
                <a:gd name="csY2" fmla="*/ 152 h 96649"/>
                <a:gd name="csX3" fmla="*/ 51516 w 64889"/>
                <a:gd name="csY3" fmla="*/ 8054 h 96649"/>
                <a:gd name="csX4" fmla="*/ 52276 w 64889"/>
                <a:gd name="csY4" fmla="*/ 7142 h 96649"/>
                <a:gd name="csX5" fmla="*/ 53948 w 64889"/>
                <a:gd name="csY5" fmla="*/ 5471 h 96649"/>
                <a:gd name="csX6" fmla="*/ 56379 w 64889"/>
                <a:gd name="csY6" fmla="*/ 3647 h 96649"/>
                <a:gd name="csX7" fmla="*/ 63370 w 64889"/>
                <a:gd name="csY7" fmla="*/ 0 h 96649"/>
                <a:gd name="csX8" fmla="*/ 64433 w 64889"/>
                <a:gd name="csY8" fmla="*/ 456 h 96649"/>
                <a:gd name="csX9" fmla="*/ 64889 w 64889"/>
                <a:gd name="csY9" fmla="*/ 1216 h 96649"/>
                <a:gd name="csX10" fmla="*/ 54404 w 64889"/>
                <a:gd name="csY10" fmla="*/ 44526 h 96649"/>
                <a:gd name="csX11" fmla="*/ 43614 w 64889"/>
                <a:gd name="csY11" fmla="*/ 88292 h 96649"/>
                <a:gd name="csX12" fmla="*/ 50452 w 64889"/>
                <a:gd name="csY12" fmla="*/ 89659 h 96649"/>
                <a:gd name="csX13" fmla="*/ 54252 w 64889"/>
                <a:gd name="csY13" fmla="*/ 89659 h 96649"/>
                <a:gd name="csX14" fmla="*/ 55163 w 64889"/>
                <a:gd name="csY14" fmla="*/ 91027 h 96649"/>
                <a:gd name="csX15" fmla="*/ 54707 w 64889"/>
                <a:gd name="csY15" fmla="*/ 93763 h 96649"/>
                <a:gd name="csX16" fmla="*/ 53188 w 64889"/>
                <a:gd name="csY16" fmla="*/ 96650 h 96649"/>
                <a:gd name="csX17" fmla="*/ 51212 w 64889"/>
                <a:gd name="csY17" fmla="*/ 96650 h 96649"/>
                <a:gd name="csX18" fmla="*/ 34800 w 64889"/>
                <a:gd name="csY18" fmla="*/ 96346 h 96649"/>
                <a:gd name="csX19" fmla="*/ 27050 w 64889"/>
                <a:gd name="csY19" fmla="*/ 96346 h 96649"/>
                <a:gd name="csX20" fmla="*/ 21427 w 64889"/>
                <a:gd name="csY20" fmla="*/ 96346 h 96649"/>
                <a:gd name="csX21" fmla="*/ 18844 w 64889"/>
                <a:gd name="csY21" fmla="*/ 96498 h 96649"/>
                <a:gd name="csX22" fmla="*/ 16716 w 64889"/>
                <a:gd name="csY22" fmla="*/ 95282 h 96649"/>
                <a:gd name="csX23" fmla="*/ 17020 w 64889"/>
                <a:gd name="csY23" fmla="*/ 93002 h 96649"/>
                <a:gd name="csX24" fmla="*/ 18084 w 64889"/>
                <a:gd name="csY24" fmla="*/ 90115 h 96649"/>
                <a:gd name="csX25" fmla="*/ 21123 w 64889"/>
                <a:gd name="csY25" fmla="*/ 89659 h 96649"/>
                <a:gd name="csX26" fmla="*/ 29937 w 64889"/>
                <a:gd name="csY26" fmla="*/ 88596 h 96649"/>
                <a:gd name="csX27" fmla="*/ 34192 w 64889"/>
                <a:gd name="csY27" fmla="*/ 75222 h 96649"/>
                <a:gd name="csX28" fmla="*/ 37383 w 64889"/>
                <a:gd name="csY28" fmla="*/ 62306 h 96649"/>
                <a:gd name="csX29" fmla="*/ 36320 w 64889"/>
                <a:gd name="csY29" fmla="*/ 62762 h 96649"/>
                <a:gd name="csX30" fmla="*/ 21123 w 64889"/>
                <a:gd name="csY30" fmla="*/ 68688 h 96649"/>
                <a:gd name="csX31" fmla="*/ 6383 w 64889"/>
                <a:gd name="csY31" fmla="*/ 62609 h 96649"/>
                <a:gd name="csX32" fmla="*/ 0 w 64889"/>
                <a:gd name="csY32" fmla="*/ 43310 h 96649"/>
                <a:gd name="csX33" fmla="*/ 48477 w 64889"/>
                <a:gd name="csY33" fmla="*/ 17627 h 96649"/>
                <a:gd name="csX34" fmla="*/ 37079 w 64889"/>
                <a:gd name="csY34" fmla="*/ 5623 h 96649"/>
                <a:gd name="csX35" fmla="*/ 26898 w 64889"/>
                <a:gd name="csY35" fmla="*/ 10334 h 96649"/>
                <a:gd name="csX36" fmla="*/ 19300 w 64889"/>
                <a:gd name="csY36" fmla="*/ 22643 h 96649"/>
                <a:gd name="csX37" fmla="*/ 13069 w 64889"/>
                <a:gd name="csY37" fmla="*/ 47565 h 96649"/>
                <a:gd name="csX38" fmla="*/ 13069 w 64889"/>
                <a:gd name="csY38" fmla="*/ 49237 h 96649"/>
                <a:gd name="csX39" fmla="*/ 12917 w 64889"/>
                <a:gd name="csY39" fmla="*/ 51060 h 96649"/>
                <a:gd name="csX40" fmla="*/ 15652 w 64889"/>
                <a:gd name="csY40" fmla="*/ 60482 h 96649"/>
                <a:gd name="csX41" fmla="*/ 22187 w 64889"/>
                <a:gd name="csY41" fmla="*/ 63218 h 96649"/>
                <a:gd name="csX42" fmla="*/ 39055 w 64889"/>
                <a:gd name="csY42" fmla="*/ 52276 h 96649"/>
                <a:gd name="csX43" fmla="*/ 40271 w 64889"/>
                <a:gd name="csY43" fmla="*/ 50604 h 96649"/>
                <a:gd name="csX44" fmla="*/ 48477 w 64889"/>
                <a:gd name="csY44" fmla="*/ 17627 h 96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4889" h="96649">
                  <a:moveTo>
                    <a:pt x="0" y="43310"/>
                  </a:moveTo>
                  <a:cubicBezTo>
                    <a:pt x="0" y="33078"/>
                    <a:pt x="3850" y="23352"/>
                    <a:pt x="11549" y="14133"/>
                  </a:cubicBezTo>
                  <a:cubicBezTo>
                    <a:pt x="19249" y="4913"/>
                    <a:pt x="27911" y="253"/>
                    <a:pt x="37535" y="152"/>
                  </a:cubicBezTo>
                  <a:cubicBezTo>
                    <a:pt x="43614" y="152"/>
                    <a:pt x="48274" y="2786"/>
                    <a:pt x="51516" y="8054"/>
                  </a:cubicBezTo>
                  <a:cubicBezTo>
                    <a:pt x="51618" y="7953"/>
                    <a:pt x="51871" y="7649"/>
                    <a:pt x="52276" y="7142"/>
                  </a:cubicBezTo>
                  <a:cubicBezTo>
                    <a:pt x="52681" y="6635"/>
                    <a:pt x="53239" y="6079"/>
                    <a:pt x="53948" y="5471"/>
                  </a:cubicBezTo>
                  <a:cubicBezTo>
                    <a:pt x="54657" y="4863"/>
                    <a:pt x="55467" y="4255"/>
                    <a:pt x="56379" y="3647"/>
                  </a:cubicBezTo>
                  <a:cubicBezTo>
                    <a:pt x="59824" y="1216"/>
                    <a:pt x="62154" y="0"/>
                    <a:pt x="63370" y="0"/>
                  </a:cubicBezTo>
                  <a:cubicBezTo>
                    <a:pt x="63775" y="0"/>
                    <a:pt x="64129" y="152"/>
                    <a:pt x="64433" y="456"/>
                  </a:cubicBezTo>
                  <a:cubicBezTo>
                    <a:pt x="64737" y="760"/>
                    <a:pt x="64889" y="1013"/>
                    <a:pt x="64889" y="1216"/>
                  </a:cubicBezTo>
                  <a:cubicBezTo>
                    <a:pt x="64889" y="2127"/>
                    <a:pt x="61394" y="16564"/>
                    <a:pt x="54404" y="44526"/>
                  </a:cubicBezTo>
                  <a:cubicBezTo>
                    <a:pt x="47211" y="73298"/>
                    <a:pt x="43614" y="87886"/>
                    <a:pt x="43614" y="88292"/>
                  </a:cubicBezTo>
                  <a:cubicBezTo>
                    <a:pt x="43614" y="89103"/>
                    <a:pt x="45893" y="89558"/>
                    <a:pt x="50452" y="89659"/>
                  </a:cubicBezTo>
                  <a:lnTo>
                    <a:pt x="54252" y="89659"/>
                  </a:lnTo>
                  <a:cubicBezTo>
                    <a:pt x="54859" y="90469"/>
                    <a:pt x="55163" y="90925"/>
                    <a:pt x="55163" y="91027"/>
                  </a:cubicBezTo>
                  <a:cubicBezTo>
                    <a:pt x="55163" y="91128"/>
                    <a:pt x="55011" y="92040"/>
                    <a:pt x="54707" y="93763"/>
                  </a:cubicBezTo>
                  <a:cubicBezTo>
                    <a:pt x="54302" y="95080"/>
                    <a:pt x="53796" y="96042"/>
                    <a:pt x="53188" y="96650"/>
                  </a:cubicBezTo>
                  <a:lnTo>
                    <a:pt x="51212" y="96650"/>
                  </a:lnTo>
                  <a:cubicBezTo>
                    <a:pt x="48072" y="96447"/>
                    <a:pt x="42601" y="96346"/>
                    <a:pt x="34800" y="96346"/>
                  </a:cubicBezTo>
                  <a:cubicBezTo>
                    <a:pt x="31963" y="96346"/>
                    <a:pt x="29380" y="96346"/>
                    <a:pt x="27050" y="96346"/>
                  </a:cubicBezTo>
                  <a:cubicBezTo>
                    <a:pt x="24720" y="96346"/>
                    <a:pt x="22845" y="96346"/>
                    <a:pt x="21427" y="96346"/>
                  </a:cubicBezTo>
                  <a:cubicBezTo>
                    <a:pt x="20009" y="96346"/>
                    <a:pt x="19148" y="96396"/>
                    <a:pt x="18844" y="96498"/>
                  </a:cubicBezTo>
                  <a:cubicBezTo>
                    <a:pt x="17425" y="96498"/>
                    <a:pt x="16716" y="96092"/>
                    <a:pt x="16716" y="95282"/>
                  </a:cubicBezTo>
                  <a:cubicBezTo>
                    <a:pt x="16716" y="94978"/>
                    <a:pt x="16817" y="94219"/>
                    <a:pt x="17020" y="93002"/>
                  </a:cubicBezTo>
                  <a:cubicBezTo>
                    <a:pt x="17425" y="91381"/>
                    <a:pt x="17780" y="90419"/>
                    <a:pt x="18084" y="90115"/>
                  </a:cubicBezTo>
                  <a:cubicBezTo>
                    <a:pt x="18388" y="89811"/>
                    <a:pt x="19401" y="89659"/>
                    <a:pt x="21123" y="89659"/>
                  </a:cubicBezTo>
                  <a:cubicBezTo>
                    <a:pt x="25986" y="89659"/>
                    <a:pt x="28924" y="89305"/>
                    <a:pt x="29937" y="88596"/>
                  </a:cubicBezTo>
                  <a:cubicBezTo>
                    <a:pt x="30748" y="88089"/>
                    <a:pt x="32166" y="83632"/>
                    <a:pt x="34192" y="75222"/>
                  </a:cubicBezTo>
                  <a:cubicBezTo>
                    <a:pt x="36218" y="66814"/>
                    <a:pt x="37282" y="62508"/>
                    <a:pt x="37383" y="62306"/>
                  </a:cubicBezTo>
                  <a:cubicBezTo>
                    <a:pt x="37383" y="62204"/>
                    <a:pt x="37029" y="62356"/>
                    <a:pt x="36320" y="62762"/>
                  </a:cubicBezTo>
                  <a:cubicBezTo>
                    <a:pt x="31457" y="66713"/>
                    <a:pt x="26391" y="68688"/>
                    <a:pt x="21123" y="68688"/>
                  </a:cubicBezTo>
                  <a:cubicBezTo>
                    <a:pt x="15551" y="68688"/>
                    <a:pt x="10638" y="66662"/>
                    <a:pt x="6383" y="62609"/>
                  </a:cubicBezTo>
                  <a:cubicBezTo>
                    <a:pt x="2128" y="58557"/>
                    <a:pt x="0" y="52124"/>
                    <a:pt x="0" y="43310"/>
                  </a:cubicBezTo>
                  <a:close/>
                  <a:moveTo>
                    <a:pt x="48477" y="17627"/>
                  </a:moveTo>
                  <a:cubicBezTo>
                    <a:pt x="46147" y="9624"/>
                    <a:pt x="42348" y="5623"/>
                    <a:pt x="37079" y="5623"/>
                  </a:cubicBezTo>
                  <a:cubicBezTo>
                    <a:pt x="33534" y="5623"/>
                    <a:pt x="30140" y="7193"/>
                    <a:pt x="26898" y="10334"/>
                  </a:cubicBezTo>
                  <a:cubicBezTo>
                    <a:pt x="23656" y="13474"/>
                    <a:pt x="21123" y="17577"/>
                    <a:pt x="19300" y="22643"/>
                  </a:cubicBezTo>
                  <a:cubicBezTo>
                    <a:pt x="16362" y="30647"/>
                    <a:pt x="14285" y="38954"/>
                    <a:pt x="13069" y="47565"/>
                  </a:cubicBezTo>
                  <a:cubicBezTo>
                    <a:pt x="13069" y="47869"/>
                    <a:pt x="13069" y="48426"/>
                    <a:pt x="13069" y="49237"/>
                  </a:cubicBezTo>
                  <a:cubicBezTo>
                    <a:pt x="13069" y="50047"/>
                    <a:pt x="13018" y="50655"/>
                    <a:pt x="12917" y="51060"/>
                  </a:cubicBezTo>
                  <a:cubicBezTo>
                    <a:pt x="12917" y="55619"/>
                    <a:pt x="13829" y="58760"/>
                    <a:pt x="15652" y="60482"/>
                  </a:cubicBezTo>
                  <a:cubicBezTo>
                    <a:pt x="17476" y="62204"/>
                    <a:pt x="19654" y="63116"/>
                    <a:pt x="22187" y="63218"/>
                  </a:cubicBezTo>
                  <a:cubicBezTo>
                    <a:pt x="27658" y="63218"/>
                    <a:pt x="33280" y="59570"/>
                    <a:pt x="39055" y="52276"/>
                  </a:cubicBezTo>
                  <a:lnTo>
                    <a:pt x="40271" y="50604"/>
                  </a:lnTo>
                  <a:lnTo>
                    <a:pt x="48477" y="17627"/>
                  </a:lnTo>
                  <a:close/>
                </a:path>
              </a:pathLst>
            </a:custGeom>
            <a:solidFill>
              <a:srgbClr val="000000"/>
            </a:solidFill>
            <a:ln w="807" cap="flat">
              <a:noFill/>
              <a:prstDash val="solid"/>
              <a:miter/>
            </a:ln>
          </p:spPr>
        </p:sp>
        <p:sp>
          <p:nvSpPr>
            <p:cNvPr id="530" name="任意形状 529">
              <a:extLst>
                <a:ext uri="{FF2B5EF4-FFF2-40B4-BE49-F238E27FC236}">
                  <a16:creationId xmlns:a16="http://schemas.microsoft.com/office/drawing/2014/main" id="{22FBDFED-B26C-2C6F-8CC4-EF0B398453F5}"/>
                </a:ext>
              </a:extLst>
            </p:cNvPr>
            <p:cNvSpPr/>
            <p:nvPr/>
          </p:nvSpPr>
          <p:spPr>
            <a:xfrm>
              <a:off x="1150439" y="1654838"/>
              <a:ext cx="43404" cy="84031"/>
            </a:xfrm>
            <a:custGeom>
              <a:avLst/>
              <a:gdLst>
                <a:gd name="csX0" fmla="*/ 13967 w 36959"/>
                <a:gd name="csY0" fmla="*/ 9455 h 71554"/>
                <a:gd name="csX1" fmla="*/ 12571 w 36959"/>
                <a:gd name="csY1" fmla="*/ 9992 h 71554"/>
                <a:gd name="csX2" fmla="*/ 8273 w 36959"/>
                <a:gd name="csY2" fmla="*/ 11066 h 71554"/>
                <a:gd name="csX3" fmla="*/ 2041 w 36959"/>
                <a:gd name="csY3" fmla="*/ 11818 h 71554"/>
                <a:gd name="csX4" fmla="*/ 0 w 36959"/>
                <a:gd name="csY4" fmla="*/ 11818 h 71554"/>
                <a:gd name="csX5" fmla="*/ 0 w 36959"/>
                <a:gd name="csY5" fmla="*/ 6876 h 71554"/>
                <a:gd name="csX6" fmla="*/ 2041 w 36959"/>
                <a:gd name="csY6" fmla="*/ 6876 h 71554"/>
                <a:gd name="csX7" fmla="*/ 11388 w 36959"/>
                <a:gd name="csY7" fmla="*/ 5264 h 71554"/>
                <a:gd name="csX8" fmla="*/ 17405 w 36959"/>
                <a:gd name="csY8" fmla="*/ 2686 h 71554"/>
                <a:gd name="csX9" fmla="*/ 20413 w 36959"/>
                <a:gd name="csY9" fmla="*/ 323 h 71554"/>
                <a:gd name="csX10" fmla="*/ 21703 w 36959"/>
                <a:gd name="csY10" fmla="*/ 0 h 71554"/>
                <a:gd name="csX11" fmla="*/ 23530 w 36959"/>
                <a:gd name="csY11" fmla="*/ 645 h 71554"/>
                <a:gd name="csX12" fmla="*/ 23530 w 36959"/>
                <a:gd name="csY12" fmla="*/ 32769 h 71554"/>
                <a:gd name="csX13" fmla="*/ 23637 w 36959"/>
                <a:gd name="csY13" fmla="*/ 65001 h 71554"/>
                <a:gd name="csX14" fmla="*/ 24926 w 36959"/>
                <a:gd name="csY14" fmla="*/ 65968 h 71554"/>
                <a:gd name="csX15" fmla="*/ 27505 w 36959"/>
                <a:gd name="csY15" fmla="*/ 66398 h 71554"/>
                <a:gd name="csX16" fmla="*/ 34166 w 36959"/>
                <a:gd name="csY16" fmla="*/ 66612 h 71554"/>
                <a:gd name="csX17" fmla="*/ 36959 w 36959"/>
                <a:gd name="csY17" fmla="*/ 66612 h 71554"/>
                <a:gd name="csX18" fmla="*/ 36959 w 36959"/>
                <a:gd name="csY18" fmla="*/ 71555 h 71554"/>
                <a:gd name="csX19" fmla="*/ 35777 w 36959"/>
                <a:gd name="csY19" fmla="*/ 71555 h 71554"/>
                <a:gd name="csX20" fmla="*/ 18694 w 36959"/>
                <a:gd name="csY20" fmla="*/ 71232 h 71554"/>
                <a:gd name="csX21" fmla="*/ 1827 w 36959"/>
                <a:gd name="csY21" fmla="*/ 71555 h 71554"/>
                <a:gd name="csX22" fmla="*/ 537 w 36959"/>
                <a:gd name="csY22" fmla="*/ 71555 h 71554"/>
                <a:gd name="csX23" fmla="*/ 537 w 36959"/>
                <a:gd name="csY23" fmla="*/ 66612 h 71554"/>
                <a:gd name="csX24" fmla="*/ 3331 w 36959"/>
                <a:gd name="csY24" fmla="*/ 66612 h 71554"/>
                <a:gd name="csX25" fmla="*/ 7413 w 36959"/>
                <a:gd name="csY25" fmla="*/ 66612 h 71554"/>
                <a:gd name="csX26" fmla="*/ 10099 w 36959"/>
                <a:gd name="csY26" fmla="*/ 66505 h 71554"/>
                <a:gd name="csX27" fmla="*/ 11819 w 36959"/>
                <a:gd name="csY27" fmla="*/ 66183 h 71554"/>
                <a:gd name="csX28" fmla="*/ 12678 w 36959"/>
                <a:gd name="csY28" fmla="*/ 65968 h 71554"/>
                <a:gd name="csX29" fmla="*/ 13323 w 36959"/>
                <a:gd name="csY29" fmla="*/ 65431 h 71554"/>
                <a:gd name="csX30" fmla="*/ 13967 w 36959"/>
                <a:gd name="csY30" fmla="*/ 65001 h 71554"/>
                <a:gd name="csX31" fmla="*/ 13967 w 36959"/>
                <a:gd name="csY31" fmla="*/ 9455 h 715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36959" h="71554">
                  <a:moveTo>
                    <a:pt x="13967" y="9455"/>
                  </a:moveTo>
                  <a:lnTo>
                    <a:pt x="12571" y="9992"/>
                  </a:lnTo>
                  <a:cubicBezTo>
                    <a:pt x="11568" y="10351"/>
                    <a:pt x="10135" y="10708"/>
                    <a:pt x="8273" y="11066"/>
                  </a:cubicBezTo>
                  <a:cubicBezTo>
                    <a:pt x="6411" y="11425"/>
                    <a:pt x="4333" y="11676"/>
                    <a:pt x="2041" y="11818"/>
                  </a:cubicBezTo>
                  <a:lnTo>
                    <a:pt x="0" y="11818"/>
                  </a:lnTo>
                  <a:lnTo>
                    <a:pt x="0" y="6876"/>
                  </a:lnTo>
                  <a:lnTo>
                    <a:pt x="2041" y="6876"/>
                  </a:lnTo>
                  <a:cubicBezTo>
                    <a:pt x="5408" y="6733"/>
                    <a:pt x="8524" y="6196"/>
                    <a:pt x="11388" y="5264"/>
                  </a:cubicBezTo>
                  <a:cubicBezTo>
                    <a:pt x="14254" y="4333"/>
                    <a:pt x="16259" y="3474"/>
                    <a:pt x="17405" y="2686"/>
                  </a:cubicBezTo>
                  <a:cubicBezTo>
                    <a:pt x="18552" y="1898"/>
                    <a:pt x="19554" y="1110"/>
                    <a:pt x="20413" y="323"/>
                  </a:cubicBezTo>
                  <a:cubicBezTo>
                    <a:pt x="20557" y="107"/>
                    <a:pt x="20986" y="0"/>
                    <a:pt x="21703" y="0"/>
                  </a:cubicBezTo>
                  <a:cubicBezTo>
                    <a:pt x="22347" y="0"/>
                    <a:pt x="22956" y="215"/>
                    <a:pt x="23530" y="645"/>
                  </a:cubicBezTo>
                  <a:lnTo>
                    <a:pt x="23530" y="32769"/>
                  </a:lnTo>
                  <a:lnTo>
                    <a:pt x="23637" y="65001"/>
                  </a:lnTo>
                  <a:cubicBezTo>
                    <a:pt x="24138" y="65502"/>
                    <a:pt x="24568" y="65825"/>
                    <a:pt x="24926" y="65968"/>
                  </a:cubicBezTo>
                  <a:cubicBezTo>
                    <a:pt x="25284" y="66111"/>
                    <a:pt x="26143" y="66254"/>
                    <a:pt x="27505" y="66398"/>
                  </a:cubicBezTo>
                  <a:cubicBezTo>
                    <a:pt x="28865" y="66541"/>
                    <a:pt x="31086" y="66612"/>
                    <a:pt x="34166" y="66612"/>
                  </a:cubicBezTo>
                  <a:lnTo>
                    <a:pt x="36959" y="66612"/>
                  </a:lnTo>
                  <a:lnTo>
                    <a:pt x="36959" y="71555"/>
                  </a:lnTo>
                  <a:lnTo>
                    <a:pt x="35777" y="71555"/>
                  </a:lnTo>
                  <a:cubicBezTo>
                    <a:pt x="34273" y="71340"/>
                    <a:pt x="28579" y="71232"/>
                    <a:pt x="18694" y="71232"/>
                  </a:cubicBezTo>
                  <a:cubicBezTo>
                    <a:pt x="8953" y="71232"/>
                    <a:pt x="3331" y="71340"/>
                    <a:pt x="1827" y="71555"/>
                  </a:cubicBezTo>
                  <a:lnTo>
                    <a:pt x="537" y="71555"/>
                  </a:lnTo>
                  <a:lnTo>
                    <a:pt x="537" y="66612"/>
                  </a:lnTo>
                  <a:lnTo>
                    <a:pt x="3331" y="66612"/>
                  </a:lnTo>
                  <a:cubicBezTo>
                    <a:pt x="4906" y="66612"/>
                    <a:pt x="6267" y="66612"/>
                    <a:pt x="7413" y="66612"/>
                  </a:cubicBezTo>
                  <a:cubicBezTo>
                    <a:pt x="8559" y="66612"/>
                    <a:pt x="9455" y="66577"/>
                    <a:pt x="10099" y="66505"/>
                  </a:cubicBezTo>
                  <a:cubicBezTo>
                    <a:pt x="10744" y="66433"/>
                    <a:pt x="11317" y="66326"/>
                    <a:pt x="11819" y="66183"/>
                  </a:cubicBezTo>
                  <a:cubicBezTo>
                    <a:pt x="12320" y="66040"/>
                    <a:pt x="12606" y="65968"/>
                    <a:pt x="12678" y="65968"/>
                  </a:cubicBezTo>
                  <a:cubicBezTo>
                    <a:pt x="12750" y="65968"/>
                    <a:pt x="12964" y="65789"/>
                    <a:pt x="13323" y="65431"/>
                  </a:cubicBezTo>
                  <a:cubicBezTo>
                    <a:pt x="13681" y="65073"/>
                    <a:pt x="13896" y="64929"/>
                    <a:pt x="13967" y="65001"/>
                  </a:cubicBezTo>
                  <a:lnTo>
                    <a:pt x="13967" y="9455"/>
                  </a:lnTo>
                  <a:close/>
                </a:path>
              </a:pathLst>
            </a:custGeom>
            <a:solidFill>
              <a:srgbClr val="000000"/>
            </a:solidFill>
            <a:ln w="807" cap="flat">
              <a:noFill/>
              <a:prstDash val="solid"/>
              <a:miter/>
            </a:ln>
          </p:spPr>
        </p:sp>
        <p:sp>
          <p:nvSpPr>
            <p:cNvPr id="531" name="任意形状 530">
              <a:extLst>
                <a:ext uri="{FF2B5EF4-FFF2-40B4-BE49-F238E27FC236}">
                  <a16:creationId xmlns:a16="http://schemas.microsoft.com/office/drawing/2014/main" id="{CE3CF8B9-1778-1506-5CE3-C19741CD7A05}"/>
                </a:ext>
              </a:extLst>
            </p:cNvPr>
            <p:cNvSpPr/>
            <p:nvPr/>
          </p:nvSpPr>
          <p:spPr>
            <a:xfrm>
              <a:off x="2591019" y="2125045"/>
              <a:ext cx="189527" cy="148649"/>
            </a:xfrm>
            <a:custGeom>
              <a:avLst/>
              <a:gdLst>
                <a:gd name="csX0" fmla="*/ 161387 w 161386"/>
                <a:gd name="csY0" fmla="*/ 17375 h 126577"/>
                <a:gd name="csX1" fmla="*/ 144127 w 161386"/>
                <a:gd name="csY1" fmla="*/ 17375 h 126577"/>
                <a:gd name="csX2" fmla="*/ 72592 w 161386"/>
                <a:gd name="csY2" fmla="*/ 42712 h 126577"/>
                <a:gd name="csX3" fmla="*/ 51329 w 161386"/>
                <a:gd name="csY3" fmla="*/ 31353 h 126577"/>
                <a:gd name="csX4" fmla="*/ 48852 w 161386"/>
                <a:gd name="csY4" fmla="*/ 13750 h 126577"/>
                <a:gd name="csX5" fmla="*/ 35626 w 161386"/>
                <a:gd name="csY5" fmla="*/ 1872 h 126577"/>
                <a:gd name="csX6" fmla="*/ 17857 w 161386"/>
                <a:gd name="csY6" fmla="*/ 1293 h 126577"/>
                <a:gd name="csX7" fmla="*/ 3889 w 161386"/>
                <a:gd name="csY7" fmla="*/ 12283 h 126577"/>
                <a:gd name="csX8" fmla="*/ 274 w 161386"/>
                <a:gd name="csY8" fmla="*/ 29686 h 126577"/>
                <a:gd name="csX9" fmla="*/ 8699 w 161386"/>
                <a:gd name="csY9" fmla="*/ 45335 h 126577"/>
                <a:gd name="csX10" fmla="*/ 25225 w 161386"/>
                <a:gd name="csY10" fmla="*/ 51886 h 126577"/>
                <a:gd name="csX11" fmla="*/ 42090 w 161386"/>
                <a:gd name="csY11" fmla="*/ 46265 h 126577"/>
                <a:gd name="csX12" fmla="*/ 60859 w 161386"/>
                <a:gd name="csY12" fmla="*/ 57671 h 126577"/>
                <a:gd name="csX13" fmla="*/ 57825 w 161386"/>
                <a:gd name="csY13" fmla="*/ 70954 h 126577"/>
                <a:gd name="csX14" fmla="*/ 42130 w 161386"/>
                <a:gd name="csY14" fmla="*/ 80577 h 126577"/>
                <a:gd name="csX15" fmla="*/ 25217 w 161386"/>
                <a:gd name="csY15" fmla="*/ 74998 h 126577"/>
                <a:gd name="csX16" fmla="*/ 8715 w 161386"/>
                <a:gd name="csY16" fmla="*/ 81711 h 126577"/>
                <a:gd name="csX17" fmla="*/ 500 w 161386"/>
                <a:gd name="csY17" fmla="*/ 97515 h 126577"/>
                <a:gd name="csX18" fmla="*/ 4487 w 161386"/>
                <a:gd name="csY18" fmla="*/ 114875 h 126577"/>
                <a:gd name="csX19" fmla="*/ 18769 w 161386"/>
                <a:gd name="csY19" fmla="*/ 125516 h 126577"/>
                <a:gd name="csX20" fmla="*/ 36546 w 161386"/>
                <a:gd name="csY20" fmla="*/ 124366 h 126577"/>
                <a:gd name="csX21" fmla="*/ 49336 w 161386"/>
                <a:gd name="csY21" fmla="*/ 111970 h 126577"/>
                <a:gd name="csX22" fmla="*/ 51047 w 161386"/>
                <a:gd name="csY22" fmla="*/ 94241 h 126577"/>
                <a:gd name="csX23" fmla="*/ 161387 w 161386"/>
                <a:gd name="csY23" fmla="*/ 28882 h 126577"/>
                <a:gd name="csX24" fmla="*/ 161387 w 161386"/>
                <a:gd name="csY24" fmla="*/ 17375 h 126577"/>
                <a:gd name="csX25" fmla="*/ 25991 w 161386"/>
                <a:gd name="csY25" fmla="*/ 40389 h 126577"/>
                <a:gd name="csX26" fmla="*/ 18003 w 161386"/>
                <a:gd name="csY26" fmla="*/ 37965 h 126577"/>
                <a:gd name="csX27" fmla="*/ 12701 w 161386"/>
                <a:gd name="csY27" fmla="*/ 31510 h 126577"/>
                <a:gd name="csX28" fmla="*/ 11886 w 161386"/>
                <a:gd name="csY28" fmla="*/ 23199 h 126577"/>
                <a:gd name="csX29" fmla="*/ 15824 w 161386"/>
                <a:gd name="csY29" fmla="*/ 15835 h 126577"/>
                <a:gd name="csX30" fmla="*/ 23191 w 161386"/>
                <a:gd name="csY30" fmla="*/ 11898 h 126577"/>
                <a:gd name="csX31" fmla="*/ 31495 w 161386"/>
                <a:gd name="csY31" fmla="*/ 12717 h 126577"/>
                <a:gd name="csX32" fmla="*/ 37950 w 161386"/>
                <a:gd name="csY32" fmla="*/ 18014 h 126577"/>
                <a:gd name="csX33" fmla="*/ 40379 w 161386"/>
                <a:gd name="csY33" fmla="*/ 26005 h 126577"/>
                <a:gd name="csX34" fmla="*/ 39282 w 161386"/>
                <a:gd name="csY34" fmla="*/ 31510 h 126577"/>
                <a:gd name="csX35" fmla="*/ 36167 w 161386"/>
                <a:gd name="csY35" fmla="*/ 36176 h 126577"/>
                <a:gd name="csX36" fmla="*/ 31495 w 161386"/>
                <a:gd name="csY36" fmla="*/ 39294 h 126577"/>
                <a:gd name="csX37" fmla="*/ 25991 w 161386"/>
                <a:gd name="csY37" fmla="*/ 40389 h 126577"/>
                <a:gd name="csX38" fmla="*/ 25991 w 161386"/>
                <a:gd name="csY38" fmla="*/ 115184 h 126577"/>
                <a:gd name="csX39" fmla="*/ 18003 w 161386"/>
                <a:gd name="csY39" fmla="*/ 112760 h 126577"/>
                <a:gd name="csX40" fmla="*/ 12701 w 161386"/>
                <a:gd name="csY40" fmla="*/ 106304 h 126577"/>
                <a:gd name="csX41" fmla="*/ 11886 w 161386"/>
                <a:gd name="csY41" fmla="*/ 97994 h 126577"/>
                <a:gd name="csX42" fmla="*/ 15824 w 161386"/>
                <a:gd name="csY42" fmla="*/ 90629 h 126577"/>
                <a:gd name="csX43" fmla="*/ 23191 w 161386"/>
                <a:gd name="csY43" fmla="*/ 86693 h 126577"/>
                <a:gd name="csX44" fmla="*/ 31495 w 161386"/>
                <a:gd name="csY44" fmla="*/ 87511 h 126577"/>
                <a:gd name="csX45" fmla="*/ 37950 w 161386"/>
                <a:gd name="csY45" fmla="*/ 92809 h 126577"/>
                <a:gd name="csX46" fmla="*/ 40379 w 161386"/>
                <a:gd name="csY46" fmla="*/ 100800 h 126577"/>
                <a:gd name="csX47" fmla="*/ 36167 w 161386"/>
                <a:gd name="csY47" fmla="*/ 110971 h 126577"/>
                <a:gd name="csX48" fmla="*/ 25991 w 161386"/>
                <a:gd name="csY48" fmla="*/ 115184 h 126577"/>
                <a:gd name="csX49" fmla="*/ 80653 w 161386"/>
                <a:gd name="csY49" fmla="*/ 63403 h 126577"/>
                <a:gd name="csX50" fmla="*/ 77458 w 161386"/>
                <a:gd name="csY50" fmla="*/ 62433 h 126577"/>
                <a:gd name="csX51" fmla="*/ 75335 w 161386"/>
                <a:gd name="csY51" fmla="*/ 59851 h 126577"/>
                <a:gd name="csX52" fmla="*/ 75005 w 161386"/>
                <a:gd name="csY52" fmla="*/ 56527 h 126577"/>
                <a:gd name="csX53" fmla="*/ 76586 w 161386"/>
                <a:gd name="csY53" fmla="*/ 53581 h 126577"/>
                <a:gd name="csX54" fmla="*/ 79532 w 161386"/>
                <a:gd name="csY54" fmla="*/ 52006 h 126577"/>
                <a:gd name="csX55" fmla="*/ 82856 w 161386"/>
                <a:gd name="csY55" fmla="*/ 52334 h 126577"/>
                <a:gd name="csX56" fmla="*/ 85438 w 161386"/>
                <a:gd name="csY56" fmla="*/ 54453 h 126577"/>
                <a:gd name="csX57" fmla="*/ 86407 w 161386"/>
                <a:gd name="csY57" fmla="*/ 57649 h 126577"/>
                <a:gd name="csX58" fmla="*/ 84720 w 161386"/>
                <a:gd name="csY58" fmla="*/ 61718 h 126577"/>
                <a:gd name="csX59" fmla="*/ 80653 w 161386"/>
                <a:gd name="csY59" fmla="*/ 63403 h 1265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Lst>
              <a:rect l="l" t="t" r="r" b="b"/>
              <a:pathLst>
                <a:path w="161386" h="126577">
                  <a:moveTo>
                    <a:pt x="161387" y="17375"/>
                  </a:moveTo>
                  <a:lnTo>
                    <a:pt x="144127" y="17375"/>
                  </a:lnTo>
                  <a:lnTo>
                    <a:pt x="72592" y="42712"/>
                  </a:lnTo>
                  <a:lnTo>
                    <a:pt x="51329" y="31353"/>
                  </a:lnTo>
                  <a:cubicBezTo>
                    <a:pt x="52596" y="25377"/>
                    <a:pt x="51724" y="19143"/>
                    <a:pt x="48852" y="13750"/>
                  </a:cubicBezTo>
                  <a:cubicBezTo>
                    <a:pt x="45979" y="8357"/>
                    <a:pt x="41299" y="4152"/>
                    <a:pt x="35626" y="1872"/>
                  </a:cubicBezTo>
                  <a:cubicBezTo>
                    <a:pt x="29953" y="-407"/>
                    <a:pt x="23667" y="-612"/>
                    <a:pt x="17857" y="1293"/>
                  </a:cubicBezTo>
                  <a:cubicBezTo>
                    <a:pt x="12055" y="3197"/>
                    <a:pt x="7109" y="7089"/>
                    <a:pt x="3889" y="12283"/>
                  </a:cubicBezTo>
                  <a:cubicBezTo>
                    <a:pt x="670" y="17477"/>
                    <a:pt x="-613" y="23640"/>
                    <a:pt x="274" y="29686"/>
                  </a:cubicBezTo>
                  <a:cubicBezTo>
                    <a:pt x="1154" y="35733"/>
                    <a:pt x="4140" y="41274"/>
                    <a:pt x="8699" y="45335"/>
                  </a:cubicBezTo>
                  <a:cubicBezTo>
                    <a:pt x="13266" y="49397"/>
                    <a:pt x="19116" y="51716"/>
                    <a:pt x="25225" y="51886"/>
                  </a:cubicBezTo>
                  <a:cubicBezTo>
                    <a:pt x="31333" y="52056"/>
                    <a:pt x="37305" y="50066"/>
                    <a:pt x="42090" y="46265"/>
                  </a:cubicBezTo>
                  <a:lnTo>
                    <a:pt x="60859" y="57671"/>
                  </a:lnTo>
                  <a:lnTo>
                    <a:pt x="57825" y="70954"/>
                  </a:lnTo>
                  <a:lnTo>
                    <a:pt x="42130" y="80577"/>
                  </a:lnTo>
                  <a:cubicBezTo>
                    <a:pt x="37337" y="76768"/>
                    <a:pt x="31341" y="74791"/>
                    <a:pt x="25217" y="74998"/>
                  </a:cubicBezTo>
                  <a:cubicBezTo>
                    <a:pt x="19092" y="75206"/>
                    <a:pt x="13250" y="77586"/>
                    <a:pt x="8715" y="81711"/>
                  </a:cubicBezTo>
                  <a:cubicBezTo>
                    <a:pt x="4188" y="85837"/>
                    <a:pt x="1275" y="91439"/>
                    <a:pt x="500" y="97515"/>
                  </a:cubicBezTo>
                  <a:cubicBezTo>
                    <a:pt x="-274" y="103591"/>
                    <a:pt x="1138" y="109746"/>
                    <a:pt x="4487" y="114875"/>
                  </a:cubicBezTo>
                  <a:cubicBezTo>
                    <a:pt x="7835" y="120006"/>
                    <a:pt x="12895" y="123778"/>
                    <a:pt x="18769" y="125516"/>
                  </a:cubicBezTo>
                  <a:cubicBezTo>
                    <a:pt x="24644" y="127255"/>
                    <a:pt x="30946" y="126847"/>
                    <a:pt x="36546" y="124366"/>
                  </a:cubicBezTo>
                  <a:cubicBezTo>
                    <a:pt x="42146" y="121884"/>
                    <a:pt x="46681" y="117490"/>
                    <a:pt x="49336" y="111970"/>
                  </a:cubicBezTo>
                  <a:cubicBezTo>
                    <a:pt x="51991" y="106451"/>
                    <a:pt x="52596" y="100167"/>
                    <a:pt x="51047" y="94241"/>
                  </a:cubicBezTo>
                  <a:lnTo>
                    <a:pt x="161387" y="28882"/>
                  </a:lnTo>
                  <a:lnTo>
                    <a:pt x="161387" y="17375"/>
                  </a:lnTo>
                  <a:close/>
                  <a:moveTo>
                    <a:pt x="25991" y="40389"/>
                  </a:moveTo>
                  <a:cubicBezTo>
                    <a:pt x="23151" y="40389"/>
                    <a:pt x="20367" y="39546"/>
                    <a:pt x="18003" y="37965"/>
                  </a:cubicBezTo>
                  <a:cubicBezTo>
                    <a:pt x="15638" y="36385"/>
                    <a:pt x="13790" y="34138"/>
                    <a:pt x="12701" y="31510"/>
                  </a:cubicBezTo>
                  <a:cubicBezTo>
                    <a:pt x="11620" y="28882"/>
                    <a:pt x="11329" y="25989"/>
                    <a:pt x="11886" y="23199"/>
                  </a:cubicBezTo>
                  <a:cubicBezTo>
                    <a:pt x="12443" y="20409"/>
                    <a:pt x="13815" y="17846"/>
                    <a:pt x="15824" y="15835"/>
                  </a:cubicBezTo>
                  <a:cubicBezTo>
                    <a:pt x="17833" y="13823"/>
                    <a:pt x="20399" y="12453"/>
                    <a:pt x="23191" y="11898"/>
                  </a:cubicBezTo>
                  <a:cubicBezTo>
                    <a:pt x="25975" y="11343"/>
                    <a:pt x="28872" y="11628"/>
                    <a:pt x="31495" y="12717"/>
                  </a:cubicBezTo>
                  <a:cubicBezTo>
                    <a:pt x="34125" y="13805"/>
                    <a:pt x="36377" y="15649"/>
                    <a:pt x="37950" y="18014"/>
                  </a:cubicBezTo>
                  <a:cubicBezTo>
                    <a:pt x="39532" y="20380"/>
                    <a:pt x="40379" y="23161"/>
                    <a:pt x="40379" y="26005"/>
                  </a:cubicBezTo>
                  <a:cubicBezTo>
                    <a:pt x="40379" y="27894"/>
                    <a:pt x="40008" y="29765"/>
                    <a:pt x="39282" y="31510"/>
                  </a:cubicBezTo>
                  <a:cubicBezTo>
                    <a:pt x="38563" y="33255"/>
                    <a:pt x="37498" y="34840"/>
                    <a:pt x="36167" y="36176"/>
                  </a:cubicBezTo>
                  <a:cubicBezTo>
                    <a:pt x="34827" y="37512"/>
                    <a:pt x="33246" y="38572"/>
                    <a:pt x="31495" y="39294"/>
                  </a:cubicBezTo>
                  <a:cubicBezTo>
                    <a:pt x="29752" y="40017"/>
                    <a:pt x="27880" y="40389"/>
                    <a:pt x="25991" y="40389"/>
                  </a:cubicBezTo>
                  <a:close/>
                  <a:moveTo>
                    <a:pt x="25991" y="115184"/>
                  </a:moveTo>
                  <a:cubicBezTo>
                    <a:pt x="23151" y="115184"/>
                    <a:pt x="20367" y="114340"/>
                    <a:pt x="18003" y="112760"/>
                  </a:cubicBezTo>
                  <a:cubicBezTo>
                    <a:pt x="15638" y="111179"/>
                    <a:pt x="13790" y="108933"/>
                    <a:pt x="12701" y="106304"/>
                  </a:cubicBezTo>
                  <a:cubicBezTo>
                    <a:pt x="11620" y="103676"/>
                    <a:pt x="11329" y="100784"/>
                    <a:pt x="11886" y="97994"/>
                  </a:cubicBezTo>
                  <a:cubicBezTo>
                    <a:pt x="12443" y="95204"/>
                    <a:pt x="13815" y="92641"/>
                    <a:pt x="15824" y="90629"/>
                  </a:cubicBezTo>
                  <a:cubicBezTo>
                    <a:pt x="17833" y="88618"/>
                    <a:pt x="20399" y="87247"/>
                    <a:pt x="23191" y="86693"/>
                  </a:cubicBezTo>
                  <a:cubicBezTo>
                    <a:pt x="25975" y="86138"/>
                    <a:pt x="28872" y="86423"/>
                    <a:pt x="31495" y="87511"/>
                  </a:cubicBezTo>
                  <a:cubicBezTo>
                    <a:pt x="34125" y="88600"/>
                    <a:pt x="36377" y="90444"/>
                    <a:pt x="37950" y="92809"/>
                  </a:cubicBezTo>
                  <a:cubicBezTo>
                    <a:pt x="39532" y="95174"/>
                    <a:pt x="40379" y="97956"/>
                    <a:pt x="40379" y="100800"/>
                  </a:cubicBezTo>
                  <a:cubicBezTo>
                    <a:pt x="40379" y="104615"/>
                    <a:pt x="38862" y="108273"/>
                    <a:pt x="36167" y="110971"/>
                  </a:cubicBezTo>
                  <a:cubicBezTo>
                    <a:pt x="33464" y="113668"/>
                    <a:pt x="29808" y="115184"/>
                    <a:pt x="25991" y="115184"/>
                  </a:cubicBezTo>
                  <a:close/>
                  <a:moveTo>
                    <a:pt x="80653" y="63403"/>
                  </a:moveTo>
                  <a:cubicBezTo>
                    <a:pt x="79515" y="63403"/>
                    <a:pt x="78402" y="63065"/>
                    <a:pt x="77458" y="62433"/>
                  </a:cubicBezTo>
                  <a:cubicBezTo>
                    <a:pt x="76506" y="61801"/>
                    <a:pt x="75771" y="60903"/>
                    <a:pt x="75335" y="59851"/>
                  </a:cubicBezTo>
                  <a:cubicBezTo>
                    <a:pt x="74900" y="58800"/>
                    <a:pt x="74787" y="57643"/>
                    <a:pt x="75005" y="56527"/>
                  </a:cubicBezTo>
                  <a:cubicBezTo>
                    <a:pt x="75230" y="55411"/>
                    <a:pt x="75779" y="54386"/>
                    <a:pt x="76586" y="53581"/>
                  </a:cubicBezTo>
                  <a:cubicBezTo>
                    <a:pt x="77385" y="52776"/>
                    <a:pt x="78410" y="52228"/>
                    <a:pt x="79532" y="52006"/>
                  </a:cubicBezTo>
                  <a:cubicBezTo>
                    <a:pt x="80645" y="51784"/>
                    <a:pt x="81799" y="51898"/>
                    <a:pt x="82856" y="52334"/>
                  </a:cubicBezTo>
                  <a:cubicBezTo>
                    <a:pt x="83905" y="52770"/>
                    <a:pt x="84801" y="53506"/>
                    <a:pt x="85438" y="54453"/>
                  </a:cubicBezTo>
                  <a:cubicBezTo>
                    <a:pt x="86068" y="55399"/>
                    <a:pt x="86407" y="56511"/>
                    <a:pt x="86407" y="57649"/>
                  </a:cubicBezTo>
                  <a:cubicBezTo>
                    <a:pt x="86407" y="59175"/>
                    <a:pt x="85801" y="60639"/>
                    <a:pt x="84720" y="61718"/>
                  </a:cubicBezTo>
                  <a:cubicBezTo>
                    <a:pt x="83639" y="62797"/>
                    <a:pt x="82178" y="63403"/>
                    <a:pt x="80653" y="63403"/>
                  </a:cubicBezTo>
                  <a:close/>
                </a:path>
              </a:pathLst>
            </a:custGeom>
            <a:solidFill>
              <a:srgbClr val="F39E85"/>
            </a:solidFill>
            <a:ln w="807" cap="flat">
              <a:noFill/>
              <a:prstDash val="solid"/>
              <a:miter/>
            </a:ln>
          </p:spPr>
        </p:sp>
        <p:sp>
          <p:nvSpPr>
            <p:cNvPr id="532" name="任意形状 531">
              <a:extLst>
                <a:ext uri="{FF2B5EF4-FFF2-40B4-BE49-F238E27FC236}">
                  <a16:creationId xmlns:a16="http://schemas.microsoft.com/office/drawing/2014/main" id="{BEAE3630-EB05-18D6-2740-F8C9C51A6611}"/>
                </a:ext>
              </a:extLst>
            </p:cNvPr>
            <p:cNvSpPr/>
            <p:nvPr/>
          </p:nvSpPr>
          <p:spPr>
            <a:xfrm>
              <a:off x="2687659" y="2201137"/>
              <a:ext cx="92887" cy="45662"/>
            </a:xfrm>
            <a:custGeom>
              <a:avLst/>
              <a:gdLst>
                <a:gd name="csX0" fmla="*/ 30115 w 79095"/>
                <a:gd name="csY0" fmla="*/ 0 h 38882"/>
                <a:gd name="csX1" fmla="*/ 0 w 79095"/>
                <a:gd name="csY1" fmla="*/ 17326 h 38882"/>
                <a:gd name="csX2" fmla="*/ 61835 w 79095"/>
                <a:gd name="csY2" fmla="*/ 38883 h 38882"/>
                <a:gd name="csX3" fmla="*/ 79096 w 79095"/>
                <a:gd name="csY3" fmla="*/ 38883 h 38882"/>
                <a:gd name="csX4" fmla="*/ 79096 w 79095"/>
                <a:gd name="csY4" fmla="*/ 27376 h 38882"/>
                <a:gd name="csX5" fmla="*/ 30115 w 79095"/>
                <a:gd name="csY5" fmla="*/ 0 h 38882"/>
              </a:gdLst>
              <a:ahLst/>
              <a:cxnLst>
                <a:cxn ang="0">
                  <a:pos x="csX0" y="csY0"/>
                </a:cxn>
                <a:cxn ang="0">
                  <a:pos x="csX1" y="csY1"/>
                </a:cxn>
                <a:cxn ang="0">
                  <a:pos x="csX2" y="csY2"/>
                </a:cxn>
                <a:cxn ang="0">
                  <a:pos x="csX3" y="csY3"/>
                </a:cxn>
                <a:cxn ang="0">
                  <a:pos x="csX4" y="csY4"/>
                </a:cxn>
                <a:cxn ang="0">
                  <a:pos x="csX5" y="csY5"/>
                </a:cxn>
              </a:cxnLst>
              <a:rect l="l" t="t" r="r" b="b"/>
              <a:pathLst>
                <a:path w="79095" h="38882">
                  <a:moveTo>
                    <a:pt x="30115" y="0"/>
                  </a:moveTo>
                  <a:lnTo>
                    <a:pt x="0" y="17326"/>
                  </a:lnTo>
                  <a:lnTo>
                    <a:pt x="61835" y="38883"/>
                  </a:lnTo>
                  <a:lnTo>
                    <a:pt x="79096" y="38883"/>
                  </a:lnTo>
                  <a:lnTo>
                    <a:pt x="79096" y="27376"/>
                  </a:lnTo>
                  <a:lnTo>
                    <a:pt x="30115" y="0"/>
                  </a:lnTo>
                  <a:close/>
                </a:path>
              </a:pathLst>
            </a:custGeom>
            <a:solidFill>
              <a:srgbClr val="F39E85"/>
            </a:solidFill>
            <a:ln w="807" cap="flat">
              <a:noFill/>
              <a:prstDash val="solid"/>
              <a:miter/>
            </a:ln>
          </p:spPr>
        </p:sp>
        <p:sp>
          <p:nvSpPr>
            <p:cNvPr id="533" name="任意形状 532">
              <a:extLst>
                <a:ext uri="{FF2B5EF4-FFF2-40B4-BE49-F238E27FC236}">
                  <a16:creationId xmlns:a16="http://schemas.microsoft.com/office/drawing/2014/main" id="{85BD1D41-A8CD-A169-AA74-3D36592076E7}"/>
                </a:ext>
              </a:extLst>
            </p:cNvPr>
            <p:cNvSpPr/>
            <p:nvPr/>
          </p:nvSpPr>
          <p:spPr>
            <a:xfrm>
              <a:off x="1568875" y="3681093"/>
              <a:ext cx="1319381" cy="154920"/>
            </a:xfrm>
            <a:custGeom>
              <a:avLst/>
              <a:gdLst>
                <a:gd name="csX0" fmla="*/ 39148 w 1123477"/>
                <a:gd name="csY0" fmla="*/ 129287 h 131917"/>
                <a:gd name="csX1" fmla="*/ 39148 w 1123477"/>
                <a:gd name="csY1" fmla="*/ 131918 h 131917"/>
                <a:gd name="csX2" fmla="*/ 21276 w 1123477"/>
                <a:gd name="csY2" fmla="*/ 119289 h 131917"/>
                <a:gd name="csX3" fmla="*/ 5532 w 1123477"/>
                <a:gd name="csY3" fmla="*/ 95033 h 131917"/>
                <a:gd name="csX4" fmla="*/ 0 w 1123477"/>
                <a:gd name="csY4" fmla="*/ 66032 h 131917"/>
                <a:gd name="csX5" fmla="*/ 10851 w 1123477"/>
                <a:gd name="csY5" fmla="*/ 25959 h 131917"/>
                <a:gd name="csX6" fmla="*/ 39148 w 1123477"/>
                <a:gd name="csY6" fmla="*/ 0 h 131917"/>
                <a:gd name="csX7" fmla="*/ 39148 w 1123477"/>
                <a:gd name="csY7" fmla="*/ 2978 h 131917"/>
                <a:gd name="csX8" fmla="*/ 24823 w 1123477"/>
                <a:gd name="csY8" fmla="*/ 16171 h 131917"/>
                <a:gd name="csX9" fmla="*/ 16453 w 1123477"/>
                <a:gd name="csY9" fmla="*/ 37377 h 131917"/>
                <a:gd name="csX10" fmla="*/ 13688 w 1123477"/>
                <a:gd name="csY10" fmla="*/ 64184 h 131917"/>
                <a:gd name="csX11" fmla="*/ 16028 w 1123477"/>
                <a:gd name="csY11" fmla="*/ 91773 h 131917"/>
                <a:gd name="csX12" fmla="*/ 20496 w 1123477"/>
                <a:gd name="csY12" fmla="*/ 107443 h 131917"/>
                <a:gd name="csX13" fmla="*/ 27517 w 1123477"/>
                <a:gd name="csY13" fmla="*/ 118862 h 131917"/>
                <a:gd name="csX14" fmla="*/ 39148 w 1123477"/>
                <a:gd name="csY14" fmla="*/ 129287 h 131917"/>
                <a:gd name="csX15" fmla="*/ 83759 w 1123477"/>
                <a:gd name="csY15" fmla="*/ 91490 h 131917"/>
                <a:gd name="csX16" fmla="*/ 71206 w 1123477"/>
                <a:gd name="csY16" fmla="*/ 100423 h 131917"/>
                <a:gd name="csX17" fmla="*/ 63050 w 1123477"/>
                <a:gd name="csY17" fmla="*/ 102198 h 131917"/>
                <a:gd name="csX18" fmla="*/ 51915 w 1123477"/>
                <a:gd name="csY18" fmla="*/ 97591 h 131917"/>
                <a:gd name="csX19" fmla="*/ 47588 w 1123477"/>
                <a:gd name="csY19" fmla="*/ 85462 h 131917"/>
                <a:gd name="csX20" fmla="*/ 49716 w 1123477"/>
                <a:gd name="csY20" fmla="*/ 77232 h 131917"/>
                <a:gd name="csX21" fmla="*/ 59787 w 1123477"/>
                <a:gd name="csY21" fmla="*/ 68154 h 131917"/>
                <a:gd name="csX22" fmla="*/ 83759 w 1123477"/>
                <a:gd name="csY22" fmla="*/ 57801 h 131917"/>
                <a:gd name="csX23" fmla="*/ 83759 w 1123477"/>
                <a:gd name="csY23" fmla="*/ 55251 h 131917"/>
                <a:gd name="csX24" fmla="*/ 80638 w 1123477"/>
                <a:gd name="csY24" fmla="*/ 41912 h 131917"/>
                <a:gd name="csX25" fmla="*/ 71702 w 1123477"/>
                <a:gd name="csY25" fmla="*/ 38297 h 131917"/>
                <a:gd name="csX26" fmla="*/ 64610 w 1123477"/>
                <a:gd name="csY26" fmla="*/ 40710 h 131917"/>
                <a:gd name="csX27" fmla="*/ 61915 w 1123477"/>
                <a:gd name="csY27" fmla="*/ 46237 h 131917"/>
                <a:gd name="csX28" fmla="*/ 62057 w 1123477"/>
                <a:gd name="csY28" fmla="*/ 50353 h 131917"/>
                <a:gd name="csX29" fmla="*/ 60355 w 1123477"/>
                <a:gd name="csY29" fmla="*/ 55388 h 131917"/>
                <a:gd name="csX30" fmla="*/ 56028 w 1123477"/>
                <a:gd name="csY30" fmla="*/ 57163 h 131917"/>
                <a:gd name="csX31" fmla="*/ 51702 w 1123477"/>
                <a:gd name="csY31" fmla="*/ 55315 h 131917"/>
                <a:gd name="csX32" fmla="*/ 50071 w 1123477"/>
                <a:gd name="csY32" fmla="*/ 50280 h 131917"/>
                <a:gd name="csX33" fmla="*/ 56312 w 1123477"/>
                <a:gd name="csY33" fmla="*/ 39080 h 131917"/>
                <a:gd name="csX34" fmla="*/ 73830 w 1123477"/>
                <a:gd name="csY34" fmla="*/ 33972 h 131917"/>
                <a:gd name="csX35" fmla="*/ 88014 w 1123477"/>
                <a:gd name="csY35" fmla="*/ 36877 h 131917"/>
                <a:gd name="csX36" fmla="*/ 94185 w 1123477"/>
                <a:gd name="csY36" fmla="*/ 43760 h 131917"/>
                <a:gd name="csX37" fmla="*/ 95461 w 1123477"/>
                <a:gd name="csY37" fmla="*/ 56243 h 131917"/>
                <a:gd name="csX38" fmla="*/ 95461 w 1123477"/>
                <a:gd name="csY38" fmla="*/ 78297 h 131917"/>
                <a:gd name="csX39" fmla="*/ 95815 w 1123477"/>
                <a:gd name="csY39" fmla="*/ 89715 h 131917"/>
                <a:gd name="csX40" fmla="*/ 96950 w 1123477"/>
                <a:gd name="csY40" fmla="*/ 92483 h 131917"/>
                <a:gd name="csX41" fmla="*/ 98865 w 1123477"/>
                <a:gd name="csY41" fmla="*/ 93193 h 131917"/>
                <a:gd name="csX42" fmla="*/ 100851 w 1123477"/>
                <a:gd name="csY42" fmla="*/ 92692 h 131917"/>
                <a:gd name="csX43" fmla="*/ 106595 w 1123477"/>
                <a:gd name="csY43" fmla="*/ 87520 h 131917"/>
                <a:gd name="csX44" fmla="*/ 106595 w 1123477"/>
                <a:gd name="csY44" fmla="*/ 91490 h 131917"/>
                <a:gd name="csX45" fmla="*/ 91419 w 1123477"/>
                <a:gd name="csY45" fmla="*/ 102126 h 131917"/>
                <a:gd name="csX46" fmla="*/ 85886 w 1123477"/>
                <a:gd name="csY46" fmla="*/ 99713 h 131917"/>
                <a:gd name="csX47" fmla="*/ 83759 w 1123477"/>
                <a:gd name="csY47" fmla="*/ 91490 h 131917"/>
                <a:gd name="csX48" fmla="*/ 83759 w 1123477"/>
                <a:gd name="csY48" fmla="*/ 86883 h 131917"/>
                <a:gd name="csX49" fmla="*/ 83759 w 1123477"/>
                <a:gd name="csY49" fmla="*/ 62126 h 131917"/>
                <a:gd name="csX50" fmla="*/ 69929 w 1123477"/>
                <a:gd name="csY50" fmla="*/ 68154 h 131917"/>
                <a:gd name="csX51" fmla="*/ 61915 w 1123477"/>
                <a:gd name="csY51" fmla="*/ 74682 h 131917"/>
                <a:gd name="csX52" fmla="*/ 59503 w 1123477"/>
                <a:gd name="csY52" fmla="*/ 82130 h 131917"/>
                <a:gd name="csX53" fmla="*/ 62553 w 1123477"/>
                <a:gd name="csY53" fmla="*/ 90635 h 131917"/>
                <a:gd name="csX54" fmla="*/ 69575 w 1123477"/>
                <a:gd name="csY54" fmla="*/ 93968 h 131917"/>
                <a:gd name="csX55" fmla="*/ 83759 w 1123477"/>
                <a:gd name="csY55" fmla="*/ 86883 h 131917"/>
                <a:gd name="csX56" fmla="*/ 110213 w 1123477"/>
                <a:gd name="csY56" fmla="*/ 2978 h 131917"/>
                <a:gd name="csX57" fmla="*/ 110213 w 1123477"/>
                <a:gd name="csY57" fmla="*/ 0 h 131917"/>
                <a:gd name="csX58" fmla="*/ 128156 w 1123477"/>
                <a:gd name="csY58" fmla="*/ 12556 h 131917"/>
                <a:gd name="csX59" fmla="*/ 143830 w 1123477"/>
                <a:gd name="csY59" fmla="*/ 36877 h 131917"/>
                <a:gd name="csX60" fmla="*/ 149361 w 1123477"/>
                <a:gd name="csY60" fmla="*/ 65886 h 131917"/>
                <a:gd name="csX61" fmla="*/ 138510 w 1123477"/>
                <a:gd name="csY61" fmla="*/ 105959 h 131917"/>
                <a:gd name="csX62" fmla="*/ 110213 w 1123477"/>
                <a:gd name="csY62" fmla="*/ 131918 h 131917"/>
                <a:gd name="csX63" fmla="*/ 110213 w 1123477"/>
                <a:gd name="csY63" fmla="*/ 129287 h 131917"/>
                <a:gd name="csX64" fmla="*/ 124539 w 1123477"/>
                <a:gd name="csY64" fmla="*/ 116029 h 131917"/>
                <a:gd name="csX65" fmla="*/ 132908 w 1123477"/>
                <a:gd name="csY65" fmla="*/ 94896 h 131917"/>
                <a:gd name="csX66" fmla="*/ 135674 w 1123477"/>
                <a:gd name="csY66" fmla="*/ 68017 h 131917"/>
                <a:gd name="csX67" fmla="*/ 133333 w 1123477"/>
                <a:gd name="csY67" fmla="*/ 40428 h 131917"/>
                <a:gd name="csX68" fmla="*/ 128865 w 1123477"/>
                <a:gd name="csY68" fmla="*/ 24749 h 131917"/>
                <a:gd name="csX69" fmla="*/ 121844 w 1123477"/>
                <a:gd name="csY69" fmla="*/ 13403 h 131917"/>
                <a:gd name="csX70" fmla="*/ 110213 w 1123477"/>
                <a:gd name="csY70" fmla="*/ 2978 h 131917"/>
                <a:gd name="csX71" fmla="*/ 279078 w 1123477"/>
                <a:gd name="csY71" fmla="*/ 2485 h 131917"/>
                <a:gd name="csX72" fmla="*/ 281277 w 1123477"/>
                <a:gd name="csY72" fmla="*/ 35174 h 131917"/>
                <a:gd name="csX73" fmla="*/ 279078 w 1123477"/>
                <a:gd name="csY73" fmla="*/ 35174 h 131917"/>
                <a:gd name="csX74" fmla="*/ 266525 w 1123477"/>
                <a:gd name="csY74" fmla="*/ 14041 h 131917"/>
                <a:gd name="csX75" fmla="*/ 246950 w 1123477"/>
                <a:gd name="csY75" fmla="*/ 7585 h 131917"/>
                <a:gd name="csX76" fmla="*/ 229646 w 1123477"/>
                <a:gd name="csY76" fmla="*/ 12483 h 131917"/>
                <a:gd name="csX77" fmla="*/ 217446 w 1123477"/>
                <a:gd name="csY77" fmla="*/ 27944 h 131917"/>
                <a:gd name="csX78" fmla="*/ 213049 w 1123477"/>
                <a:gd name="csY78" fmla="*/ 54395 h 131917"/>
                <a:gd name="csX79" fmla="*/ 217234 w 1123477"/>
                <a:gd name="csY79" fmla="*/ 77022 h 131917"/>
                <a:gd name="csX80" fmla="*/ 229787 w 1123477"/>
                <a:gd name="csY80" fmla="*/ 91700 h 131917"/>
                <a:gd name="csX81" fmla="*/ 249007 w 1123477"/>
                <a:gd name="csY81" fmla="*/ 96808 h 131917"/>
                <a:gd name="csX82" fmla="*/ 265532 w 1123477"/>
                <a:gd name="csY82" fmla="*/ 92838 h 131917"/>
                <a:gd name="csX83" fmla="*/ 281277 w 1123477"/>
                <a:gd name="csY83" fmla="*/ 76877 h 131917"/>
                <a:gd name="csX84" fmla="*/ 283476 w 1123477"/>
                <a:gd name="csY84" fmla="*/ 78297 h 131917"/>
                <a:gd name="csX85" fmla="*/ 266596 w 1123477"/>
                <a:gd name="csY85" fmla="*/ 97090 h 131917"/>
                <a:gd name="csX86" fmla="*/ 243688 w 1123477"/>
                <a:gd name="csY86" fmla="*/ 103046 h 131917"/>
                <a:gd name="csX87" fmla="*/ 206667 w 1123477"/>
                <a:gd name="csY87" fmla="*/ 85317 h 131917"/>
                <a:gd name="csX88" fmla="*/ 196879 w 1123477"/>
                <a:gd name="csY88" fmla="*/ 54258 h 131917"/>
                <a:gd name="csX89" fmla="*/ 203333 w 1123477"/>
                <a:gd name="csY89" fmla="*/ 27799 h 131917"/>
                <a:gd name="csX90" fmla="*/ 221064 w 1123477"/>
                <a:gd name="csY90" fmla="*/ 9151 h 131917"/>
                <a:gd name="csX91" fmla="*/ 245816 w 1123477"/>
                <a:gd name="csY91" fmla="*/ 2485 h 131917"/>
                <a:gd name="csX92" fmla="*/ 266383 w 1123477"/>
                <a:gd name="csY92" fmla="*/ 7585 h 131917"/>
                <a:gd name="csX93" fmla="*/ 270638 w 1123477"/>
                <a:gd name="csY93" fmla="*/ 9151 h 131917"/>
                <a:gd name="csX94" fmla="*/ 273971 w 1123477"/>
                <a:gd name="csY94" fmla="*/ 7803 h 131917"/>
                <a:gd name="csX95" fmla="*/ 276596 w 1123477"/>
                <a:gd name="csY95" fmla="*/ 2485 h 131917"/>
                <a:gd name="csX96" fmla="*/ 279078 w 1123477"/>
                <a:gd name="csY96" fmla="*/ 2485 h 131917"/>
                <a:gd name="csX97" fmla="*/ 309574 w 1123477"/>
                <a:gd name="csY97" fmla="*/ 0 h 131917"/>
                <a:gd name="csX98" fmla="*/ 314610 w 1123477"/>
                <a:gd name="csY98" fmla="*/ 2130 h 131917"/>
                <a:gd name="csX99" fmla="*/ 316737 w 1123477"/>
                <a:gd name="csY99" fmla="*/ 7165 h 131917"/>
                <a:gd name="csX100" fmla="*/ 314610 w 1123477"/>
                <a:gd name="csY100" fmla="*/ 12265 h 131917"/>
                <a:gd name="csX101" fmla="*/ 309574 w 1123477"/>
                <a:gd name="csY101" fmla="*/ 14396 h 131917"/>
                <a:gd name="csX102" fmla="*/ 304468 w 1123477"/>
                <a:gd name="csY102" fmla="*/ 12265 h 131917"/>
                <a:gd name="csX103" fmla="*/ 302341 w 1123477"/>
                <a:gd name="csY103" fmla="*/ 7165 h 131917"/>
                <a:gd name="csX104" fmla="*/ 304397 w 1123477"/>
                <a:gd name="csY104" fmla="*/ 2130 h 131917"/>
                <a:gd name="csX105" fmla="*/ 309574 w 1123477"/>
                <a:gd name="csY105" fmla="*/ 0 h 131917"/>
                <a:gd name="csX106" fmla="*/ 315461 w 1123477"/>
                <a:gd name="csY106" fmla="*/ 33972 h 131917"/>
                <a:gd name="csX107" fmla="*/ 315461 w 1123477"/>
                <a:gd name="csY107" fmla="*/ 86173 h 131917"/>
                <a:gd name="csX108" fmla="*/ 316312 w 1123477"/>
                <a:gd name="csY108" fmla="*/ 94323 h 131917"/>
                <a:gd name="csX109" fmla="*/ 318936 w 1123477"/>
                <a:gd name="csY109" fmla="*/ 97308 h 131917"/>
                <a:gd name="csX110" fmla="*/ 325319 w 1123477"/>
                <a:gd name="csY110" fmla="*/ 98301 h 131917"/>
                <a:gd name="csX111" fmla="*/ 325319 w 1123477"/>
                <a:gd name="csY111" fmla="*/ 100851 h 131917"/>
                <a:gd name="csX112" fmla="*/ 293759 w 1123477"/>
                <a:gd name="csY112" fmla="*/ 100851 h 131917"/>
                <a:gd name="csX113" fmla="*/ 293759 w 1123477"/>
                <a:gd name="csY113" fmla="*/ 98301 h 131917"/>
                <a:gd name="csX114" fmla="*/ 300142 w 1123477"/>
                <a:gd name="csY114" fmla="*/ 97373 h 131917"/>
                <a:gd name="csX115" fmla="*/ 302695 w 1123477"/>
                <a:gd name="csY115" fmla="*/ 94323 h 131917"/>
                <a:gd name="csX116" fmla="*/ 303688 w 1123477"/>
                <a:gd name="csY116" fmla="*/ 86173 h 131917"/>
                <a:gd name="csX117" fmla="*/ 303688 w 1123477"/>
                <a:gd name="csY117" fmla="*/ 61133 h 131917"/>
                <a:gd name="csX118" fmla="*/ 303049 w 1123477"/>
                <a:gd name="csY118" fmla="*/ 47448 h 131917"/>
                <a:gd name="csX119" fmla="*/ 301490 w 1123477"/>
                <a:gd name="csY119" fmla="*/ 44325 h 131917"/>
                <a:gd name="csX120" fmla="*/ 298581 w 1123477"/>
                <a:gd name="csY120" fmla="*/ 43405 h 131917"/>
                <a:gd name="csX121" fmla="*/ 293759 w 1123477"/>
                <a:gd name="csY121" fmla="*/ 44470 h 131917"/>
                <a:gd name="csX122" fmla="*/ 292766 w 1123477"/>
                <a:gd name="csY122" fmla="*/ 41912 h 131917"/>
                <a:gd name="csX123" fmla="*/ 312340 w 1123477"/>
                <a:gd name="csY123" fmla="*/ 33972 h 131917"/>
                <a:gd name="csX124" fmla="*/ 315461 w 1123477"/>
                <a:gd name="csY124" fmla="*/ 33972 h 131917"/>
                <a:gd name="csX125" fmla="*/ 352482 w 1123477"/>
                <a:gd name="csY125" fmla="*/ 33972 h 131917"/>
                <a:gd name="csX126" fmla="*/ 352482 w 1123477"/>
                <a:gd name="csY126" fmla="*/ 48577 h 131917"/>
                <a:gd name="csX127" fmla="*/ 369220 w 1123477"/>
                <a:gd name="csY127" fmla="*/ 33972 h 131917"/>
                <a:gd name="csX128" fmla="*/ 375674 w 1123477"/>
                <a:gd name="csY128" fmla="*/ 36385 h 131917"/>
                <a:gd name="csX129" fmla="*/ 378224 w 1123477"/>
                <a:gd name="csY129" fmla="*/ 41848 h 131917"/>
                <a:gd name="csX130" fmla="*/ 376383 w 1123477"/>
                <a:gd name="csY130" fmla="*/ 46528 h 131917"/>
                <a:gd name="csX131" fmla="*/ 371986 w 1123477"/>
                <a:gd name="csY131" fmla="*/ 48440 h 131917"/>
                <a:gd name="csX132" fmla="*/ 366383 w 1123477"/>
                <a:gd name="csY132" fmla="*/ 46028 h 131917"/>
                <a:gd name="csX133" fmla="*/ 361844 w 1123477"/>
                <a:gd name="csY133" fmla="*/ 43542 h 131917"/>
                <a:gd name="csX134" fmla="*/ 359078 w 1123477"/>
                <a:gd name="csY134" fmla="*/ 44962 h 131917"/>
                <a:gd name="csX135" fmla="*/ 352482 w 1123477"/>
                <a:gd name="csY135" fmla="*/ 54541 h 131917"/>
                <a:gd name="csX136" fmla="*/ 352482 w 1123477"/>
                <a:gd name="csY136" fmla="*/ 85672 h 131917"/>
                <a:gd name="csX137" fmla="*/ 353830 w 1123477"/>
                <a:gd name="csY137" fmla="*/ 93830 h 131917"/>
                <a:gd name="csX138" fmla="*/ 357092 w 1123477"/>
                <a:gd name="csY138" fmla="*/ 97018 h 131917"/>
                <a:gd name="csX139" fmla="*/ 363830 w 1123477"/>
                <a:gd name="csY139" fmla="*/ 98301 h 131917"/>
                <a:gd name="csX140" fmla="*/ 363830 w 1123477"/>
                <a:gd name="csY140" fmla="*/ 100851 h 131917"/>
                <a:gd name="csX141" fmla="*/ 330567 w 1123477"/>
                <a:gd name="csY141" fmla="*/ 100851 h 131917"/>
                <a:gd name="csX142" fmla="*/ 330567 w 1123477"/>
                <a:gd name="csY142" fmla="*/ 98301 h 131917"/>
                <a:gd name="csX143" fmla="*/ 337944 w 1123477"/>
                <a:gd name="csY143" fmla="*/ 96735 h 131917"/>
                <a:gd name="csX144" fmla="*/ 340426 w 1123477"/>
                <a:gd name="csY144" fmla="*/ 93120 h 131917"/>
                <a:gd name="csX145" fmla="*/ 340780 w 1123477"/>
                <a:gd name="csY145" fmla="*/ 86237 h 131917"/>
                <a:gd name="csX146" fmla="*/ 340780 w 1123477"/>
                <a:gd name="csY146" fmla="*/ 61061 h 131917"/>
                <a:gd name="csX147" fmla="*/ 340284 w 1123477"/>
                <a:gd name="csY147" fmla="*/ 47585 h 131917"/>
                <a:gd name="csX148" fmla="*/ 338582 w 1123477"/>
                <a:gd name="csY148" fmla="*/ 44398 h 131917"/>
                <a:gd name="csX149" fmla="*/ 335532 w 1123477"/>
                <a:gd name="csY149" fmla="*/ 43405 h 131917"/>
                <a:gd name="csX150" fmla="*/ 330567 w 1123477"/>
                <a:gd name="csY150" fmla="*/ 44470 h 131917"/>
                <a:gd name="csX151" fmla="*/ 329858 w 1123477"/>
                <a:gd name="csY151" fmla="*/ 41912 h 131917"/>
                <a:gd name="csX152" fmla="*/ 349504 w 1123477"/>
                <a:gd name="csY152" fmla="*/ 33972 h 131917"/>
                <a:gd name="csX153" fmla="*/ 352482 w 1123477"/>
                <a:gd name="csY153" fmla="*/ 33972 h 131917"/>
                <a:gd name="csX154" fmla="*/ 437018 w 1123477"/>
                <a:gd name="csY154" fmla="*/ 76166 h 131917"/>
                <a:gd name="csX155" fmla="*/ 426737 w 1123477"/>
                <a:gd name="csY155" fmla="*/ 95961 h 131917"/>
                <a:gd name="csX156" fmla="*/ 409783 w 1123477"/>
                <a:gd name="csY156" fmla="*/ 102836 h 131917"/>
                <a:gd name="csX157" fmla="*/ 390498 w 1123477"/>
                <a:gd name="csY157" fmla="*/ 93548 h 131917"/>
                <a:gd name="csX158" fmla="*/ 382267 w 1123477"/>
                <a:gd name="csY158" fmla="*/ 68436 h 131917"/>
                <a:gd name="csX159" fmla="*/ 391345 w 1123477"/>
                <a:gd name="csY159" fmla="*/ 43542 h 131917"/>
                <a:gd name="csX160" fmla="*/ 413261 w 1123477"/>
                <a:gd name="csY160" fmla="*/ 33972 h 131917"/>
                <a:gd name="csX161" fmla="*/ 429005 w 1123477"/>
                <a:gd name="csY161" fmla="*/ 39080 h 131917"/>
                <a:gd name="csX162" fmla="*/ 435178 w 1123477"/>
                <a:gd name="csY162" fmla="*/ 49578 h 131917"/>
                <a:gd name="csX163" fmla="*/ 433402 w 1123477"/>
                <a:gd name="csY163" fmla="*/ 53968 h 131917"/>
                <a:gd name="csX164" fmla="*/ 428585 w 1123477"/>
                <a:gd name="csY164" fmla="*/ 55606 h 131917"/>
                <a:gd name="csX165" fmla="*/ 422267 w 1123477"/>
                <a:gd name="csY165" fmla="*/ 52911 h 131917"/>
                <a:gd name="csX166" fmla="*/ 420637 w 1123477"/>
                <a:gd name="csY166" fmla="*/ 47230 h 131917"/>
                <a:gd name="csX167" fmla="*/ 417804 w 1123477"/>
                <a:gd name="csY167" fmla="*/ 40847 h 131917"/>
                <a:gd name="csX168" fmla="*/ 410921 w 1123477"/>
                <a:gd name="csY168" fmla="*/ 38725 h 131917"/>
                <a:gd name="csX169" fmla="*/ 399503 w 1123477"/>
                <a:gd name="csY169" fmla="*/ 43970 h 131917"/>
                <a:gd name="csX170" fmla="*/ 393758 w 1123477"/>
                <a:gd name="csY170" fmla="*/ 62344 h 131917"/>
                <a:gd name="csX171" fmla="*/ 399431 w 1123477"/>
                <a:gd name="csY171" fmla="*/ 82904 h 131917"/>
                <a:gd name="csX172" fmla="*/ 414891 w 1123477"/>
                <a:gd name="csY172" fmla="*/ 91773 h 131917"/>
                <a:gd name="csX173" fmla="*/ 427375 w 1123477"/>
                <a:gd name="csY173" fmla="*/ 87020 h 131917"/>
                <a:gd name="csX174" fmla="*/ 434968 w 1123477"/>
                <a:gd name="csY174" fmla="*/ 75174 h 131917"/>
                <a:gd name="csX175" fmla="*/ 437018 w 1123477"/>
                <a:gd name="csY175" fmla="*/ 76166 h 131917"/>
                <a:gd name="csX176" fmla="*/ 503332 w 1123477"/>
                <a:gd name="csY176" fmla="*/ 35884 h 131917"/>
                <a:gd name="csX177" fmla="*/ 503332 w 1123477"/>
                <a:gd name="csY177" fmla="*/ 75247 h 131917"/>
                <a:gd name="csX178" fmla="*/ 503832 w 1123477"/>
                <a:gd name="csY178" fmla="*/ 89077 h 131917"/>
                <a:gd name="csX179" fmla="*/ 505534 w 1123477"/>
                <a:gd name="csY179" fmla="*/ 92555 h 131917"/>
                <a:gd name="csX180" fmla="*/ 508294 w 1123477"/>
                <a:gd name="csY180" fmla="*/ 93548 h 131917"/>
                <a:gd name="csX181" fmla="*/ 513265 w 1123477"/>
                <a:gd name="csY181" fmla="*/ 92337 h 131917"/>
                <a:gd name="csX182" fmla="*/ 514257 w 1123477"/>
                <a:gd name="csY182" fmla="*/ 94823 h 131917"/>
                <a:gd name="csX183" fmla="*/ 494826 w 1123477"/>
                <a:gd name="csY183" fmla="*/ 102836 h 131917"/>
                <a:gd name="csX184" fmla="*/ 491631 w 1123477"/>
                <a:gd name="csY184" fmla="*/ 102836 h 131917"/>
                <a:gd name="csX185" fmla="*/ 491631 w 1123477"/>
                <a:gd name="csY185" fmla="*/ 89077 h 131917"/>
                <a:gd name="csX186" fmla="*/ 478865 w 1123477"/>
                <a:gd name="csY186" fmla="*/ 100496 h 131917"/>
                <a:gd name="csX187" fmla="*/ 469577 w 1123477"/>
                <a:gd name="csY187" fmla="*/ 102836 h 131917"/>
                <a:gd name="csX188" fmla="*/ 460072 w 1123477"/>
                <a:gd name="csY188" fmla="*/ 99713 h 131917"/>
                <a:gd name="csX189" fmla="*/ 454536 w 1123477"/>
                <a:gd name="csY189" fmla="*/ 91563 h 131917"/>
                <a:gd name="csX190" fmla="*/ 452979 w 1123477"/>
                <a:gd name="csY190" fmla="*/ 77514 h 131917"/>
                <a:gd name="csX191" fmla="*/ 452979 w 1123477"/>
                <a:gd name="csY191" fmla="*/ 48513 h 131917"/>
                <a:gd name="csX192" fmla="*/ 451986 w 1123477"/>
                <a:gd name="csY192" fmla="*/ 42130 h 131917"/>
                <a:gd name="csX193" fmla="*/ 449009 w 1123477"/>
                <a:gd name="csY193" fmla="*/ 39435 h 131917"/>
                <a:gd name="csX194" fmla="*/ 441988 w 1123477"/>
                <a:gd name="csY194" fmla="*/ 38507 h 131917"/>
                <a:gd name="csX195" fmla="*/ 441988 w 1123477"/>
                <a:gd name="csY195" fmla="*/ 35884 h 131917"/>
                <a:gd name="csX196" fmla="*/ 464752 w 1123477"/>
                <a:gd name="csY196" fmla="*/ 35884 h 131917"/>
                <a:gd name="csX197" fmla="*/ 464752 w 1123477"/>
                <a:gd name="csY197" fmla="*/ 79362 h 131917"/>
                <a:gd name="csX198" fmla="*/ 467875 w 1123477"/>
                <a:gd name="csY198" fmla="*/ 91272 h 131917"/>
                <a:gd name="csX199" fmla="*/ 475533 w 1123477"/>
                <a:gd name="csY199" fmla="*/ 94113 h 131917"/>
                <a:gd name="csX200" fmla="*/ 482408 w 1123477"/>
                <a:gd name="csY200" fmla="*/ 92200 h 131917"/>
                <a:gd name="csX201" fmla="*/ 491631 w 1123477"/>
                <a:gd name="csY201" fmla="*/ 84889 h 131917"/>
                <a:gd name="csX202" fmla="*/ 491631 w 1123477"/>
                <a:gd name="csY202" fmla="*/ 48085 h 131917"/>
                <a:gd name="csX203" fmla="*/ 489573 w 1123477"/>
                <a:gd name="csY203" fmla="*/ 40637 h 131917"/>
                <a:gd name="csX204" fmla="*/ 481205 w 1123477"/>
                <a:gd name="csY204" fmla="*/ 38507 h 131917"/>
                <a:gd name="csX205" fmla="*/ 481205 w 1123477"/>
                <a:gd name="csY205" fmla="*/ 35884 h 131917"/>
                <a:gd name="csX206" fmla="*/ 503332 w 1123477"/>
                <a:gd name="csY206" fmla="*/ 35884 h 131917"/>
                <a:gd name="csX207" fmla="*/ 535528 w 1123477"/>
                <a:gd name="csY207" fmla="*/ 0 h 131917"/>
                <a:gd name="csX208" fmla="*/ 540572 w 1123477"/>
                <a:gd name="csY208" fmla="*/ 2130 h 131917"/>
                <a:gd name="csX209" fmla="*/ 542694 w 1123477"/>
                <a:gd name="csY209" fmla="*/ 7165 h 131917"/>
                <a:gd name="csX210" fmla="*/ 540572 w 1123477"/>
                <a:gd name="csY210" fmla="*/ 12265 h 131917"/>
                <a:gd name="csX211" fmla="*/ 535528 w 1123477"/>
                <a:gd name="csY211" fmla="*/ 14396 h 131917"/>
                <a:gd name="csX212" fmla="*/ 530428 w 1123477"/>
                <a:gd name="csY212" fmla="*/ 12265 h 131917"/>
                <a:gd name="csX213" fmla="*/ 528298 w 1123477"/>
                <a:gd name="csY213" fmla="*/ 7165 h 131917"/>
                <a:gd name="csX214" fmla="*/ 530356 w 1123477"/>
                <a:gd name="csY214" fmla="*/ 2130 h 131917"/>
                <a:gd name="csX215" fmla="*/ 535528 w 1123477"/>
                <a:gd name="csY215" fmla="*/ 0 h 131917"/>
                <a:gd name="csX216" fmla="*/ 541419 w 1123477"/>
                <a:gd name="csY216" fmla="*/ 33972 h 131917"/>
                <a:gd name="csX217" fmla="*/ 541419 w 1123477"/>
                <a:gd name="csY217" fmla="*/ 86173 h 131917"/>
                <a:gd name="csX218" fmla="*/ 542266 w 1123477"/>
                <a:gd name="csY218" fmla="*/ 94323 h 131917"/>
                <a:gd name="csX219" fmla="*/ 544897 w 1123477"/>
                <a:gd name="csY219" fmla="*/ 97308 h 131917"/>
                <a:gd name="csX220" fmla="*/ 551280 w 1123477"/>
                <a:gd name="csY220" fmla="*/ 98301 h 131917"/>
                <a:gd name="csX221" fmla="*/ 551280 w 1123477"/>
                <a:gd name="csY221" fmla="*/ 100851 h 131917"/>
                <a:gd name="csX222" fmla="*/ 519720 w 1123477"/>
                <a:gd name="csY222" fmla="*/ 100851 h 131917"/>
                <a:gd name="csX223" fmla="*/ 519720 w 1123477"/>
                <a:gd name="csY223" fmla="*/ 98301 h 131917"/>
                <a:gd name="csX224" fmla="*/ 526103 w 1123477"/>
                <a:gd name="csY224" fmla="*/ 97373 h 131917"/>
                <a:gd name="csX225" fmla="*/ 528653 w 1123477"/>
                <a:gd name="csY225" fmla="*/ 94323 h 131917"/>
                <a:gd name="csX226" fmla="*/ 529646 w 1123477"/>
                <a:gd name="csY226" fmla="*/ 86173 h 131917"/>
                <a:gd name="csX227" fmla="*/ 529646 w 1123477"/>
                <a:gd name="csY227" fmla="*/ 61133 h 131917"/>
                <a:gd name="csX228" fmla="*/ 529008 w 1123477"/>
                <a:gd name="csY228" fmla="*/ 47448 h 131917"/>
                <a:gd name="csX229" fmla="*/ 527451 w 1123477"/>
                <a:gd name="csY229" fmla="*/ 44325 h 131917"/>
                <a:gd name="csX230" fmla="*/ 524538 w 1123477"/>
                <a:gd name="csY230" fmla="*/ 43405 h 131917"/>
                <a:gd name="csX231" fmla="*/ 519720 w 1123477"/>
                <a:gd name="csY231" fmla="*/ 44470 h 131917"/>
                <a:gd name="csX232" fmla="*/ 518720 w 1123477"/>
                <a:gd name="csY232" fmla="*/ 41912 h 131917"/>
                <a:gd name="csX233" fmla="*/ 538296 w 1123477"/>
                <a:gd name="csY233" fmla="*/ 33972 h 131917"/>
                <a:gd name="csX234" fmla="*/ 541419 w 1123477"/>
                <a:gd name="csY234" fmla="*/ 33972 h 131917"/>
                <a:gd name="csX235" fmla="*/ 578296 w 1123477"/>
                <a:gd name="csY235" fmla="*/ 14541 h 131917"/>
                <a:gd name="csX236" fmla="*/ 578296 w 1123477"/>
                <a:gd name="csY236" fmla="*/ 35884 h 131917"/>
                <a:gd name="csX237" fmla="*/ 593474 w 1123477"/>
                <a:gd name="csY237" fmla="*/ 35884 h 131917"/>
                <a:gd name="csX238" fmla="*/ 593474 w 1123477"/>
                <a:gd name="csY238" fmla="*/ 40847 h 131917"/>
                <a:gd name="csX239" fmla="*/ 578296 w 1123477"/>
                <a:gd name="csY239" fmla="*/ 40847 h 131917"/>
                <a:gd name="csX240" fmla="*/ 578296 w 1123477"/>
                <a:gd name="csY240" fmla="*/ 82977 h 131917"/>
                <a:gd name="csX241" fmla="*/ 580071 w 1123477"/>
                <a:gd name="csY241" fmla="*/ 91490 h 131917"/>
                <a:gd name="csX242" fmla="*/ 584751 w 1123477"/>
                <a:gd name="csY242" fmla="*/ 93685 h 131917"/>
                <a:gd name="csX243" fmla="*/ 589294 w 1123477"/>
                <a:gd name="csY243" fmla="*/ 92273 h 131917"/>
                <a:gd name="csX244" fmla="*/ 592692 w 1123477"/>
                <a:gd name="csY244" fmla="*/ 87940 h 131917"/>
                <a:gd name="csX245" fmla="*/ 595459 w 1123477"/>
                <a:gd name="csY245" fmla="*/ 87940 h 131917"/>
                <a:gd name="csX246" fmla="*/ 588439 w 1123477"/>
                <a:gd name="csY246" fmla="*/ 98438 h 131917"/>
                <a:gd name="csX247" fmla="*/ 579079 w 1123477"/>
                <a:gd name="csY247" fmla="*/ 101916 h 131917"/>
                <a:gd name="csX248" fmla="*/ 572696 w 1123477"/>
                <a:gd name="csY248" fmla="*/ 100141 h 131917"/>
                <a:gd name="csX249" fmla="*/ 568088 w 1123477"/>
                <a:gd name="csY249" fmla="*/ 94968 h 131917"/>
                <a:gd name="csX250" fmla="*/ 566595 w 1123477"/>
                <a:gd name="csY250" fmla="*/ 84543 h 131917"/>
                <a:gd name="csX251" fmla="*/ 566595 w 1123477"/>
                <a:gd name="csY251" fmla="*/ 40847 h 131917"/>
                <a:gd name="csX252" fmla="*/ 556315 w 1123477"/>
                <a:gd name="csY252" fmla="*/ 40847 h 131917"/>
                <a:gd name="csX253" fmla="*/ 556315 w 1123477"/>
                <a:gd name="csY253" fmla="*/ 38507 h 131917"/>
                <a:gd name="csX254" fmla="*/ 564255 w 1123477"/>
                <a:gd name="csY254" fmla="*/ 33262 h 131917"/>
                <a:gd name="csX255" fmla="*/ 571558 w 1123477"/>
                <a:gd name="csY255" fmla="*/ 24394 h 131917"/>
                <a:gd name="csX256" fmla="*/ 576101 w 1123477"/>
                <a:gd name="csY256" fmla="*/ 14541 h 131917"/>
                <a:gd name="csX257" fmla="*/ 578296 w 1123477"/>
                <a:gd name="csY257" fmla="*/ 14541 h 131917"/>
                <a:gd name="csX258" fmla="*/ 631489 w 1123477"/>
                <a:gd name="csY258" fmla="*/ 42340 h 131917"/>
                <a:gd name="csX259" fmla="*/ 651493 w 1123477"/>
                <a:gd name="csY259" fmla="*/ 34254 h 131917"/>
                <a:gd name="csX260" fmla="*/ 654188 w 1123477"/>
                <a:gd name="csY260" fmla="*/ 34254 h 131917"/>
                <a:gd name="csX261" fmla="*/ 654188 w 1123477"/>
                <a:gd name="csY261" fmla="*/ 49433 h 131917"/>
                <a:gd name="csX262" fmla="*/ 664259 w 1123477"/>
                <a:gd name="csY262" fmla="*/ 37450 h 131917"/>
                <a:gd name="csX263" fmla="*/ 674967 w 1123477"/>
                <a:gd name="csY263" fmla="*/ 33972 h 131917"/>
                <a:gd name="csX264" fmla="*/ 691275 w 1123477"/>
                <a:gd name="csY264" fmla="*/ 41630 h 131917"/>
                <a:gd name="csX265" fmla="*/ 699288 w 1123477"/>
                <a:gd name="csY265" fmla="*/ 66032 h 131917"/>
                <a:gd name="csX266" fmla="*/ 689645 w 1123477"/>
                <a:gd name="csY266" fmla="*/ 93830 h 131917"/>
                <a:gd name="csX267" fmla="*/ 669649 w 1123477"/>
                <a:gd name="csY267" fmla="*/ 102836 h 131917"/>
                <a:gd name="csX268" fmla="*/ 660571 w 1123477"/>
                <a:gd name="csY268" fmla="*/ 101351 h 131917"/>
                <a:gd name="csX269" fmla="*/ 654188 w 1123477"/>
                <a:gd name="csY269" fmla="*/ 97090 h 131917"/>
                <a:gd name="csX270" fmla="*/ 654188 w 1123477"/>
                <a:gd name="csY270" fmla="*/ 116877 h 131917"/>
                <a:gd name="csX271" fmla="*/ 654963 w 1123477"/>
                <a:gd name="csY271" fmla="*/ 125317 h 131917"/>
                <a:gd name="csX272" fmla="*/ 657803 w 1123477"/>
                <a:gd name="csY272" fmla="*/ 128230 h 131917"/>
                <a:gd name="csX273" fmla="*/ 665178 w 1123477"/>
                <a:gd name="csY273" fmla="*/ 129287 h 131917"/>
                <a:gd name="csX274" fmla="*/ 665178 w 1123477"/>
                <a:gd name="csY274" fmla="*/ 131918 h 131917"/>
                <a:gd name="csX275" fmla="*/ 631134 w 1123477"/>
                <a:gd name="csY275" fmla="*/ 131918 h 131917"/>
                <a:gd name="csX276" fmla="*/ 631134 w 1123477"/>
                <a:gd name="csY276" fmla="*/ 129287 h 131917"/>
                <a:gd name="csX277" fmla="*/ 632909 w 1123477"/>
                <a:gd name="csY277" fmla="*/ 129287 h 131917"/>
                <a:gd name="csX278" fmla="*/ 639574 w 1123477"/>
                <a:gd name="csY278" fmla="*/ 127802 h 131917"/>
                <a:gd name="csX279" fmla="*/ 641632 w 1123477"/>
                <a:gd name="csY279" fmla="*/ 125244 h 131917"/>
                <a:gd name="csX280" fmla="*/ 642415 w 1123477"/>
                <a:gd name="csY280" fmla="*/ 116457 h 131917"/>
                <a:gd name="csX281" fmla="*/ 642415 w 1123477"/>
                <a:gd name="csY281" fmla="*/ 55033 h 131917"/>
                <a:gd name="csX282" fmla="*/ 641842 w 1123477"/>
                <a:gd name="csY282" fmla="*/ 47020 h 131917"/>
                <a:gd name="csX283" fmla="*/ 640002 w 1123477"/>
                <a:gd name="csY283" fmla="*/ 44470 h 131917"/>
                <a:gd name="csX284" fmla="*/ 636670 w 1123477"/>
                <a:gd name="csY284" fmla="*/ 43615 h 131917"/>
                <a:gd name="csX285" fmla="*/ 632344 w 1123477"/>
                <a:gd name="csY285" fmla="*/ 44607 h 131917"/>
                <a:gd name="csX286" fmla="*/ 631489 w 1123477"/>
                <a:gd name="csY286" fmla="*/ 42340 h 131917"/>
                <a:gd name="csX287" fmla="*/ 654188 w 1123477"/>
                <a:gd name="csY287" fmla="*/ 53613 h 131917"/>
                <a:gd name="csX288" fmla="*/ 654188 w 1123477"/>
                <a:gd name="csY288" fmla="*/ 77869 h 131917"/>
                <a:gd name="csX289" fmla="*/ 654826 w 1123477"/>
                <a:gd name="csY289" fmla="*/ 88230 h 131917"/>
                <a:gd name="csX290" fmla="*/ 659643 w 1123477"/>
                <a:gd name="csY290" fmla="*/ 95460 h 131917"/>
                <a:gd name="csX291" fmla="*/ 669431 w 1123477"/>
                <a:gd name="csY291" fmla="*/ 98583 h 131917"/>
                <a:gd name="csX292" fmla="*/ 680922 w 1123477"/>
                <a:gd name="csY292" fmla="*/ 93048 h 131917"/>
                <a:gd name="csX293" fmla="*/ 686667 w 1123477"/>
                <a:gd name="csY293" fmla="*/ 72697 h 131917"/>
                <a:gd name="csX294" fmla="*/ 680139 w 1123477"/>
                <a:gd name="csY294" fmla="*/ 49788 h 131917"/>
                <a:gd name="csX295" fmla="*/ 669358 w 1123477"/>
                <a:gd name="csY295" fmla="*/ 44252 h 131917"/>
                <a:gd name="csX296" fmla="*/ 662621 w 1123477"/>
                <a:gd name="csY296" fmla="*/ 45955 h 131917"/>
                <a:gd name="csX297" fmla="*/ 654188 w 1123477"/>
                <a:gd name="csY297" fmla="*/ 53613 h 131917"/>
                <a:gd name="csX298" fmla="*/ 745606 w 1123477"/>
                <a:gd name="csY298" fmla="*/ 91490 h 131917"/>
                <a:gd name="csX299" fmla="*/ 733050 w 1123477"/>
                <a:gd name="csY299" fmla="*/ 100423 h 131917"/>
                <a:gd name="csX300" fmla="*/ 724892 w 1123477"/>
                <a:gd name="csY300" fmla="*/ 102198 h 131917"/>
                <a:gd name="csX301" fmla="*/ 713756 w 1123477"/>
                <a:gd name="csY301" fmla="*/ 97591 h 131917"/>
                <a:gd name="csX302" fmla="*/ 709431 w 1123477"/>
                <a:gd name="csY302" fmla="*/ 85462 h 131917"/>
                <a:gd name="csX303" fmla="*/ 711561 w 1123477"/>
                <a:gd name="csY303" fmla="*/ 77232 h 131917"/>
                <a:gd name="csX304" fmla="*/ 721632 w 1123477"/>
                <a:gd name="csY304" fmla="*/ 68154 h 131917"/>
                <a:gd name="csX305" fmla="*/ 745606 w 1123477"/>
                <a:gd name="csY305" fmla="*/ 57801 h 131917"/>
                <a:gd name="csX306" fmla="*/ 745606 w 1123477"/>
                <a:gd name="csY306" fmla="*/ 55251 h 131917"/>
                <a:gd name="csX307" fmla="*/ 742483 w 1123477"/>
                <a:gd name="csY307" fmla="*/ 41912 h 131917"/>
                <a:gd name="csX308" fmla="*/ 733550 w 1123477"/>
                <a:gd name="csY308" fmla="*/ 38297 h 131917"/>
                <a:gd name="csX309" fmla="*/ 726457 w 1123477"/>
                <a:gd name="csY309" fmla="*/ 40710 h 131917"/>
                <a:gd name="csX310" fmla="*/ 723762 w 1123477"/>
                <a:gd name="csY310" fmla="*/ 46237 h 131917"/>
                <a:gd name="csX311" fmla="*/ 723899 w 1123477"/>
                <a:gd name="csY311" fmla="*/ 50353 h 131917"/>
                <a:gd name="csX312" fmla="*/ 722197 w 1123477"/>
                <a:gd name="csY312" fmla="*/ 55388 h 131917"/>
                <a:gd name="csX313" fmla="*/ 717871 w 1123477"/>
                <a:gd name="csY313" fmla="*/ 57163 h 131917"/>
                <a:gd name="csX314" fmla="*/ 713546 w 1123477"/>
                <a:gd name="csY314" fmla="*/ 55315 h 131917"/>
                <a:gd name="csX315" fmla="*/ 711916 w 1123477"/>
                <a:gd name="csY315" fmla="*/ 50280 h 131917"/>
                <a:gd name="csX316" fmla="*/ 718154 w 1123477"/>
                <a:gd name="csY316" fmla="*/ 39080 h 131917"/>
                <a:gd name="csX317" fmla="*/ 735672 w 1123477"/>
                <a:gd name="csY317" fmla="*/ 33972 h 131917"/>
                <a:gd name="csX318" fmla="*/ 749858 w 1123477"/>
                <a:gd name="csY318" fmla="*/ 36877 h 131917"/>
                <a:gd name="csX319" fmla="*/ 756031 w 1123477"/>
                <a:gd name="csY319" fmla="*/ 43760 h 131917"/>
                <a:gd name="csX320" fmla="*/ 757306 w 1123477"/>
                <a:gd name="csY320" fmla="*/ 56243 h 131917"/>
                <a:gd name="csX321" fmla="*/ 757306 w 1123477"/>
                <a:gd name="csY321" fmla="*/ 78297 h 131917"/>
                <a:gd name="csX322" fmla="*/ 757661 w 1123477"/>
                <a:gd name="csY322" fmla="*/ 89715 h 131917"/>
                <a:gd name="csX323" fmla="*/ 758791 w 1123477"/>
                <a:gd name="csY323" fmla="*/ 92483 h 131917"/>
                <a:gd name="csX324" fmla="*/ 760712 w 1123477"/>
                <a:gd name="csY324" fmla="*/ 93193 h 131917"/>
                <a:gd name="csX325" fmla="*/ 762697 w 1123477"/>
                <a:gd name="csY325" fmla="*/ 92692 h 131917"/>
                <a:gd name="csX326" fmla="*/ 768442 w 1123477"/>
                <a:gd name="csY326" fmla="*/ 87520 h 131917"/>
                <a:gd name="csX327" fmla="*/ 768442 w 1123477"/>
                <a:gd name="csY327" fmla="*/ 91490 h 131917"/>
                <a:gd name="csX328" fmla="*/ 753264 w 1123477"/>
                <a:gd name="csY328" fmla="*/ 102126 h 131917"/>
                <a:gd name="csX329" fmla="*/ 747728 w 1123477"/>
                <a:gd name="csY329" fmla="*/ 99713 h 131917"/>
                <a:gd name="csX330" fmla="*/ 745606 w 1123477"/>
                <a:gd name="csY330" fmla="*/ 91490 h 131917"/>
                <a:gd name="csX331" fmla="*/ 745606 w 1123477"/>
                <a:gd name="csY331" fmla="*/ 86883 h 131917"/>
                <a:gd name="csX332" fmla="*/ 745606 w 1123477"/>
                <a:gd name="csY332" fmla="*/ 62126 h 131917"/>
                <a:gd name="csX333" fmla="*/ 731775 w 1123477"/>
                <a:gd name="csY333" fmla="*/ 68154 h 131917"/>
                <a:gd name="csX334" fmla="*/ 723762 w 1123477"/>
                <a:gd name="csY334" fmla="*/ 74682 h 131917"/>
                <a:gd name="csX335" fmla="*/ 721349 w 1123477"/>
                <a:gd name="csY335" fmla="*/ 82130 h 131917"/>
                <a:gd name="csX336" fmla="*/ 724399 w 1123477"/>
                <a:gd name="csY336" fmla="*/ 90635 h 131917"/>
                <a:gd name="csX337" fmla="*/ 731420 w 1123477"/>
                <a:gd name="csY337" fmla="*/ 93968 h 131917"/>
                <a:gd name="csX338" fmla="*/ 745606 w 1123477"/>
                <a:gd name="csY338" fmla="*/ 86883 h 131917"/>
                <a:gd name="csX339" fmla="*/ 792343 w 1123477"/>
                <a:gd name="csY339" fmla="*/ 33972 h 131917"/>
                <a:gd name="csX340" fmla="*/ 792343 w 1123477"/>
                <a:gd name="csY340" fmla="*/ 48577 h 131917"/>
                <a:gd name="csX341" fmla="*/ 809079 w 1123477"/>
                <a:gd name="csY341" fmla="*/ 33972 h 131917"/>
                <a:gd name="csX342" fmla="*/ 815535 w 1123477"/>
                <a:gd name="csY342" fmla="*/ 36385 h 131917"/>
                <a:gd name="csX343" fmla="*/ 818085 w 1123477"/>
                <a:gd name="csY343" fmla="*/ 41848 h 131917"/>
                <a:gd name="csX344" fmla="*/ 816245 w 1123477"/>
                <a:gd name="csY344" fmla="*/ 46528 h 131917"/>
                <a:gd name="csX345" fmla="*/ 811847 w 1123477"/>
                <a:gd name="csY345" fmla="*/ 48440 h 131917"/>
                <a:gd name="csX346" fmla="*/ 806239 w 1123477"/>
                <a:gd name="csY346" fmla="*/ 46028 h 131917"/>
                <a:gd name="csX347" fmla="*/ 801704 w 1123477"/>
                <a:gd name="csY347" fmla="*/ 43542 h 131917"/>
                <a:gd name="csX348" fmla="*/ 798936 w 1123477"/>
                <a:gd name="csY348" fmla="*/ 44962 h 131917"/>
                <a:gd name="csX349" fmla="*/ 792343 w 1123477"/>
                <a:gd name="csY349" fmla="*/ 54541 h 131917"/>
                <a:gd name="csX350" fmla="*/ 792343 w 1123477"/>
                <a:gd name="csY350" fmla="*/ 85672 h 131917"/>
                <a:gd name="csX351" fmla="*/ 793691 w 1123477"/>
                <a:gd name="csY351" fmla="*/ 93830 h 131917"/>
                <a:gd name="csX352" fmla="*/ 796951 w 1123477"/>
                <a:gd name="csY352" fmla="*/ 97018 h 131917"/>
                <a:gd name="csX353" fmla="*/ 803689 w 1123477"/>
                <a:gd name="csY353" fmla="*/ 98301 h 131917"/>
                <a:gd name="csX354" fmla="*/ 803689 w 1123477"/>
                <a:gd name="csY354" fmla="*/ 100851 h 131917"/>
                <a:gd name="csX355" fmla="*/ 770427 w 1123477"/>
                <a:gd name="csY355" fmla="*/ 100851 h 131917"/>
                <a:gd name="csX356" fmla="*/ 770427 w 1123477"/>
                <a:gd name="csY356" fmla="*/ 98301 h 131917"/>
                <a:gd name="csX357" fmla="*/ 777802 w 1123477"/>
                <a:gd name="csY357" fmla="*/ 96735 h 131917"/>
                <a:gd name="csX358" fmla="*/ 780288 w 1123477"/>
                <a:gd name="csY358" fmla="*/ 93120 h 131917"/>
                <a:gd name="csX359" fmla="*/ 780635 w 1123477"/>
                <a:gd name="csY359" fmla="*/ 86237 h 131917"/>
                <a:gd name="csX360" fmla="*/ 780635 w 1123477"/>
                <a:gd name="csY360" fmla="*/ 61061 h 131917"/>
                <a:gd name="csX361" fmla="*/ 780143 w 1123477"/>
                <a:gd name="csY361" fmla="*/ 47585 h 131917"/>
                <a:gd name="csX362" fmla="*/ 778440 w 1123477"/>
                <a:gd name="csY362" fmla="*/ 44398 h 131917"/>
                <a:gd name="csX363" fmla="*/ 775390 w 1123477"/>
                <a:gd name="csY363" fmla="*/ 43405 h 131917"/>
                <a:gd name="csX364" fmla="*/ 770427 w 1123477"/>
                <a:gd name="csY364" fmla="*/ 44470 h 131917"/>
                <a:gd name="csX365" fmla="*/ 769717 w 1123477"/>
                <a:gd name="csY365" fmla="*/ 41912 h 131917"/>
                <a:gd name="csX366" fmla="*/ 789366 w 1123477"/>
                <a:gd name="csY366" fmla="*/ 33972 h 131917"/>
                <a:gd name="csX367" fmla="*/ 792343 w 1123477"/>
                <a:gd name="csY367" fmla="*/ 33972 h 131917"/>
                <a:gd name="csX368" fmla="*/ 840566 w 1123477"/>
                <a:gd name="csY368" fmla="*/ 14541 h 131917"/>
                <a:gd name="csX369" fmla="*/ 840566 w 1123477"/>
                <a:gd name="csY369" fmla="*/ 35884 h 131917"/>
                <a:gd name="csX370" fmla="*/ 855744 w 1123477"/>
                <a:gd name="csY370" fmla="*/ 35884 h 131917"/>
                <a:gd name="csX371" fmla="*/ 855744 w 1123477"/>
                <a:gd name="csY371" fmla="*/ 40847 h 131917"/>
                <a:gd name="csX372" fmla="*/ 840566 w 1123477"/>
                <a:gd name="csY372" fmla="*/ 40847 h 131917"/>
                <a:gd name="csX373" fmla="*/ 840566 w 1123477"/>
                <a:gd name="csY373" fmla="*/ 82977 h 131917"/>
                <a:gd name="csX374" fmla="*/ 842341 w 1123477"/>
                <a:gd name="csY374" fmla="*/ 91490 h 131917"/>
                <a:gd name="csX375" fmla="*/ 847021 w 1123477"/>
                <a:gd name="csY375" fmla="*/ 93685 h 131917"/>
                <a:gd name="csX376" fmla="*/ 851564 w 1123477"/>
                <a:gd name="csY376" fmla="*/ 92273 h 131917"/>
                <a:gd name="csX377" fmla="*/ 854962 w 1123477"/>
                <a:gd name="csY377" fmla="*/ 87940 h 131917"/>
                <a:gd name="csX378" fmla="*/ 857729 w 1123477"/>
                <a:gd name="csY378" fmla="*/ 87940 h 131917"/>
                <a:gd name="csX379" fmla="*/ 850709 w 1123477"/>
                <a:gd name="csY379" fmla="*/ 98438 h 131917"/>
                <a:gd name="csX380" fmla="*/ 841349 w 1123477"/>
                <a:gd name="csY380" fmla="*/ 101916 h 131917"/>
                <a:gd name="csX381" fmla="*/ 834966 w 1123477"/>
                <a:gd name="csY381" fmla="*/ 100141 h 131917"/>
                <a:gd name="csX382" fmla="*/ 830358 w 1123477"/>
                <a:gd name="csY382" fmla="*/ 94968 h 131917"/>
                <a:gd name="csX383" fmla="*/ 828865 w 1123477"/>
                <a:gd name="csY383" fmla="*/ 84543 h 131917"/>
                <a:gd name="csX384" fmla="*/ 828865 w 1123477"/>
                <a:gd name="csY384" fmla="*/ 40847 h 131917"/>
                <a:gd name="csX385" fmla="*/ 818585 w 1123477"/>
                <a:gd name="csY385" fmla="*/ 40847 h 131917"/>
                <a:gd name="csX386" fmla="*/ 818585 w 1123477"/>
                <a:gd name="csY386" fmla="*/ 38507 h 131917"/>
                <a:gd name="csX387" fmla="*/ 826525 w 1123477"/>
                <a:gd name="csY387" fmla="*/ 33262 h 131917"/>
                <a:gd name="csX388" fmla="*/ 833828 w 1123477"/>
                <a:gd name="csY388" fmla="*/ 24394 h 131917"/>
                <a:gd name="csX389" fmla="*/ 838371 w 1123477"/>
                <a:gd name="csY389" fmla="*/ 14541 h 131917"/>
                <a:gd name="csX390" fmla="*/ 840566 w 1123477"/>
                <a:gd name="csY390" fmla="*/ 14541 h 131917"/>
                <a:gd name="csX391" fmla="*/ 878653 w 1123477"/>
                <a:gd name="csY391" fmla="*/ 0 h 131917"/>
                <a:gd name="csX392" fmla="*/ 883689 w 1123477"/>
                <a:gd name="csY392" fmla="*/ 2130 h 131917"/>
                <a:gd name="csX393" fmla="*/ 885819 w 1123477"/>
                <a:gd name="csY393" fmla="*/ 7165 h 131917"/>
                <a:gd name="csX394" fmla="*/ 883689 w 1123477"/>
                <a:gd name="csY394" fmla="*/ 12265 h 131917"/>
                <a:gd name="csX395" fmla="*/ 878653 w 1123477"/>
                <a:gd name="csY395" fmla="*/ 14396 h 131917"/>
                <a:gd name="csX396" fmla="*/ 873545 w 1123477"/>
                <a:gd name="csY396" fmla="*/ 12265 h 131917"/>
                <a:gd name="csX397" fmla="*/ 871415 w 1123477"/>
                <a:gd name="csY397" fmla="*/ 7165 h 131917"/>
                <a:gd name="csX398" fmla="*/ 873473 w 1123477"/>
                <a:gd name="csY398" fmla="*/ 2130 h 131917"/>
                <a:gd name="csX399" fmla="*/ 878653 w 1123477"/>
                <a:gd name="csY399" fmla="*/ 0 h 131917"/>
                <a:gd name="csX400" fmla="*/ 884536 w 1123477"/>
                <a:gd name="csY400" fmla="*/ 33972 h 131917"/>
                <a:gd name="csX401" fmla="*/ 884536 w 1123477"/>
                <a:gd name="csY401" fmla="*/ 86173 h 131917"/>
                <a:gd name="csX402" fmla="*/ 885391 w 1123477"/>
                <a:gd name="csY402" fmla="*/ 94323 h 131917"/>
                <a:gd name="csX403" fmla="*/ 888014 w 1123477"/>
                <a:gd name="csY403" fmla="*/ 97308 h 131917"/>
                <a:gd name="csX404" fmla="*/ 894397 w 1123477"/>
                <a:gd name="csY404" fmla="*/ 98301 h 131917"/>
                <a:gd name="csX405" fmla="*/ 894397 w 1123477"/>
                <a:gd name="csY405" fmla="*/ 100851 h 131917"/>
                <a:gd name="csX406" fmla="*/ 862837 w 1123477"/>
                <a:gd name="csY406" fmla="*/ 100851 h 131917"/>
                <a:gd name="csX407" fmla="*/ 862837 w 1123477"/>
                <a:gd name="csY407" fmla="*/ 98301 h 131917"/>
                <a:gd name="csX408" fmla="*/ 869220 w 1123477"/>
                <a:gd name="csY408" fmla="*/ 97373 h 131917"/>
                <a:gd name="csX409" fmla="*/ 871770 w 1123477"/>
                <a:gd name="csY409" fmla="*/ 94323 h 131917"/>
                <a:gd name="csX410" fmla="*/ 872763 w 1123477"/>
                <a:gd name="csY410" fmla="*/ 86173 h 131917"/>
                <a:gd name="csX411" fmla="*/ 872763 w 1123477"/>
                <a:gd name="csY411" fmla="*/ 61133 h 131917"/>
                <a:gd name="csX412" fmla="*/ 872125 w 1123477"/>
                <a:gd name="csY412" fmla="*/ 47448 h 131917"/>
                <a:gd name="csX413" fmla="*/ 870568 w 1123477"/>
                <a:gd name="csY413" fmla="*/ 44325 h 131917"/>
                <a:gd name="csX414" fmla="*/ 867663 w 1123477"/>
                <a:gd name="csY414" fmla="*/ 43405 h 131917"/>
                <a:gd name="csX415" fmla="*/ 862837 w 1123477"/>
                <a:gd name="csY415" fmla="*/ 44470 h 131917"/>
                <a:gd name="csX416" fmla="*/ 861845 w 1123477"/>
                <a:gd name="csY416" fmla="*/ 41912 h 131917"/>
                <a:gd name="csX417" fmla="*/ 881421 w 1123477"/>
                <a:gd name="csY417" fmla="*/ 33972 h 131917"/>
                <a:gd name="csX418" fmla="*/ 884536 w 1123477"/>
                <a:gd name="csY418" fmla="*/ 33972 h 131917"/>
                <a:gd name="csX419" fmla="*/ 921421 w 1123477"/>
                <a:gd name="csY419" fmla="*/ 14541 h 131917"/>
                <a:gd name="csX420" fmla="*/ 921421 w 1123477"/>
                <a:gd name="csY420" fmla="*/ 35884 h 131917"/>
                <a:gd name="csX421" fmla="*/ 936599 w 1123477"/>
                <a:gd name="csY421" fmla="*/ 35884 h 131917"/>
                <a:gd name="csX422" fmla="*/ 936599 w 1123477"/>
                <a:gd name="csY422" fmla="*/ 40847 h 131917"/>
                <a:gd name="csX423" fmla="*/ 921421 w 1123477"/>
                <a:gd name="csY423" fmla="*/ 40847 h 131917"/>
                <a:gd name="csX424" fmla="*/ 921421 w 1123477"/>
                <a:gd name="csY424" fmla="*/ 82977 h 131917"/>
                <a:gd name="csX425" fmla="*/ 923196 w 1123477"/>
                <a:gd name="csY425" fmla="*/ 91490 h 131917"/>
                <a:gd name="csX426" fmla="*/ 927876 w 1123477"/>
                <a:gd name="csY426" fmla="*/ 93685 h 131917"/>
                <a:gd name="csX427" fmla="*/ 932411 w 1123477"/>
                <a:gd name="csY427" fmla="*/ 92273 h 131917"/>
                <a:gd name="csX428" fmla="*/ 935817 w 1123477"/>
                <a:gd name="csY428" fmla="*/ 87940 h 131917"/>
                <a:gd name="csX429" fmla="*/ 938584 w 1123477"/>
                <a:gd name="csY429" fmla="*/ 87940 h 131917"/>
                <a:gd name="csX430" fmla="*/ 931564 w 1123477"/>
                <a:gd name="csY430" fmla="*/ 98438 h 131917"/>
                <a:gd name="csX431" fmla="*/ 922195 w 1123477"/>
                <a:gd name="csY431" fmla="*/ 101916 h 131917"/>
                <a:gd name="csX432" fmla="*/ 915813 w 1123477"/>
                <a:gd name="csY432" fmla="*/ 100141 h 131917"/>
                <a:gd name="csX433" fmla="*/ 911205 w 1123477"/>
                <a:gd name="csY433" fmla="*/ 94968 h 131917"/>
                <a:gd name="csX434" fmla="*/ 909720 w 1123477"/>
                <a:gd name="csY434" fmla="*/ 84543 h 131917"/>
                <a:gd name="csX435" fmla="*/ 909720 w 1123477"/>
                <a:gd name="csY435" fmla="*/ 40847 h 131917"/>
                <a:gd name="csX436" fmla="*/ 899432 w 1123477"/>
                <a:gd name="csY436" fmla="*/ 40847 h 131917"/>
                <a:gd name="csX437" fmla="*/ 899432 w 1123477"/>
                <a:gd name="csY437" fmla="*/ 38507 h 131917"/>
                <a:gd name="csX438" fmla="*/ 907380 w 1123477"/>
                <a:gd name="csY438" fmla="*/ 33262 h 131917"/>
                <a:gd name="csX439" fmla="*/ 914683 w 1123477"/>
                <a:gd name="csY439" fmla="*/ 24394 h 131917"/>
                <a:gd name="csX440" fmla="*/ 919218 w 1123477"/>
                <a:gd name="csY440" fmla="*/ 14541 h 131917"/>
                <a:gd name="csX441" fmla="*/ 921421 w 1123477"/>
                <a:gd name="csY441" fmla="*/ 14541 h 131917"/>
                <a:gd name="csX442" fmla="*/ 959508 w 1123477"/>
                <a:gd name="csY442" fmla="*/ 0 h 131917"/>
                <a:gd name="csX443" fmla="*/ 964543 w 1123477"/>
                <a:gd name="csY443" fmla="*/ 2130 h 131917"/>
                <a:gd name="csX444" fmla="*/ 966666 w 1123477"/>
                <a:gd name="csY444" fmla="*/ 7165 h 131917"/>
                <a:gd name="csX445" fmla="*/ 964543 w 1123477"/>
                <a:gd name="csY445" fmla="*/ 12265 h 131917"/>
                <a:gd name="csX446" fmla="*/ 959508 w 1123477"/>
                <a:gd name="csY446" fmla="*/ 14396 h 131917"/>
                <a:gd name="csX447" fmla="*/ 954400 w 1123477"/>
                <a:gd name="csY447" fmla="*/ 12265 h 131917"/>
                <a:gd name="csX448" fmla="*/ 952270 w 1123477"/>
                <a:gd name="csY448" fmla="*/ 7165 h 131917"/>
                <a:gd name="csX449" fmla="*/ 954328 w 1123477"/>
                <a:gd name="csY449" fmla="*/ 2130 h 131917"/>
                <a:gd name="csX450" fmla="*/ 959508 w 1123477"/>
                <a:gd name="csY450" fmla="*/ 0 h 131917"/>
                <a:gd name="csX451" fmla="*/ 965391 w 1123477"/>
                <a:gd name="csY451" fmla="*/ 33972 h 131917"/>
                <a:gd name="csX452" fmla="*/ 965391 w 1123477"/>
                <a:gd name="csY452" fmla="*/ 86173 h 131917"/>
                <a:gd name="csX453" fmla="*/ 966238 w 1123477"/>
                <a:gd name="csY453" fmla="*/ 94323 h 131917"/>
                <a:gd name="csX454" fmla="*/ 968869 w 1123477"/>
                <a:gd name="csY454" fmla="*/ 97308 h 131917"/>
                <a:gd name="csX455" fmla="*/ 975251 w 1123477"/>
                <a:gd name="csY455" fmla="*/ 98301 h 131917"/>
                <a:gd name="csX456" fmla="*/ 975251 w 1123477"/>
                <a:gd name="csY456" fmla="*/ 100851 h 131917"/>
                <a:gd name="csX457" fmla="*/ 943692 w 1123477"/>
                <a:gd name="csY457" fmla="*/ 100851 h 131917"/>
                <a:gd name="csX458" fmla="*/ 943692 w 1123477"/>
                <a:gd name="csY458" fmla="*/ 98301 h 131917"/>
                <a:gd name="csX459" fmla="*/ 950075 w 1123477"/>
                <a:gd name="csY459" fmla="*/ 97373 h 131917"/>
                <a:gd name="csX460" fmla="*/ 952625 w 1123477"/>
                <a:gd name="csY460" fmla="*/ 94323 h 131917"/>
                <a:gd name="csX461" fmla="*/ 953618 w 1123477"/>
                <a:gd name="csY461" fmla="*/ 86173 h 131917"/>
                <a:gd name="csX462" fmla="*/ 953618 w 1123477"/>
                <a:gd name="csY462" fmla="*/ 61133 h 131917"/>
                <a:gd name="csX463" fmla="*/ 952980 w 1123477"/>
                <a:gd name="csY463" fmla="*/ 47448 h 131917"/>
                <a:gd name="csX464" fmla="*/ 951423 w 1123477"/>
                <a:gd name="csY464" fmla="*/ 44325 h 131917"/>
                <a:gd name="csX465" fmla="*/ 948510 w 1123477"/>
                <a:gd name="csY465" fmla="*/ 43405 h 131917"/>
                <a:gd name="csX466" fmla="*/ 943692 w 1123477"/>
                <a:gd name="csY466" fmla="*/ 44470 h 131917"/>
                <a:gd name="csX467" fmla="*/ 942692 w 1123477"/>
                <a:gd name="csY467" fmla="*/ 41912 h 131917"/>
                <a:gd name="csX468" fmla="*/ 962268 w 1123477"/>
                <a:gd name="csY468" fmla="*/ 33972 h 131917"/>
                <a:gd name="csX469" fmla="*/ 965391 w 1123477"/>
                <a:gd name="csY469" fmla="*/ 33972 h 131917"/>
                <a:gd name="csX470" fmla="*/ 1015179 w 1123477"/>
                <a:gd name="csY470" fmla="*/ 33972 h 131917"/>
                <a:gd name="csX471" fmla="*/ 1038862 w 1123477"/>
                <a:gd name="csY471" fmla="*/ 45180 h 131917"/>
                <a:gd name="csX472" fmla="*/ 1046455 w 1123477"/>
                <a:gd name="csY472" fmla="*/ 67161 h 131917"/>
                <a:gd name="csX473" fmla="*/ 1042267 w 1123477"/>
                <a:gd name="csY473" fmla="*/ 84825 h 131917"/>
                <a:gd name="csX474" fmla="*/ 1030712 w 1123477"/>
                <a:gd name="csY474" fmla="*/ 98301 h 131917"/>
                <a:gd name="csX475" fmla="*/ 1014396 w 1123477"/>
                <a:gd name="csY475" fmla="*/ 102836 h 131917"/>
                <a:gd name="csX476" fmla="*/ 991067 w 1123477"/>
                <a:gd name="csY476" fmla="*/ 91135 h 131917"/>
                <a:gd name="csX477" fmla="*/ 983757 w 1123477"/>
                <a:gd name="csY477" fmla="*/ 69009 h 131917"/>
                <a:gd name="csX478" fmla="*/ 988154 w 1123477"/>
                <a:gd name="csY478" fmla="*/ 51273 h 131917"/>
                <a:gd name="csX479" fmla="*/ 999855 w 1123477"/>
                <a:gd name="csY479" fmla="*/ 38224 h 131917"/>
                <a:gd name="csX480" fmla="*/ 1015179 w 1123477"/>
                <a:gd name="csY480" fmla="*/ 33972 h 131917"/>
                <a:gd name="csX481" fmla="*/ 1012976 w 1123477"/>
                <a:gd name="csY481" fmla="*/ 38580 h 131917"/>
                <a:gd name="csX482" fmla="*/ 1005390 w 1123477"/>
                <a:gd name="csY482" fmla="*/ 40847 h 131917"/>
                <a:gd name="csX483" fmla="*/ 999290 w 1123477"/>
                <a:gd name="csY483" fmla="*/ 48650 h 131917"/>
                <a:gd name="csX484" fmla="*/ 996950 w 1123477"/>
                <a:gd name="csY484" fmla="*/ 63046 h 131917"/>
                <a:gd name="csX485" fmla="*/ 1002550 w 1123477"/>
                <a:gd name="csY485" fmla="*/ 87520 h 131917"/>
                <a:gd name="csX486" fmla="*/ 1017446 w 1123477"/>
                <a:gd name="csY486" fmla="*/ 97800 h 131917"/>
                <a:gd name="csX487" fmla="*/ 1028792 w 1123477"/>
                <a:gd name="csY487" fmla="*/ 92128 h 131917"/>
                <a:gd name="csX488" fmla="*/ 1033262 w 1123477"/>
                <a:gd name="csY488" fmla="*/ 72624 h 131917"/>
                <a:gd name="csX489" fmla="*/ 1025814 w 1123477"/>
                <a:gd name="csY489" fmla="*/ 45390 h 131917"/>
                <a:gd name="csX490" fmla="*/ 1012976 w 1123477"/>
                <a:gd name="csY490" fmla="*/ 38580 h 131917"/>
                <a:gd name="csX491" fmla="*/ 1074964 w 1123477"/>
                <a:gd name="csY491" fmla="*/ 47730 h 131917"/>
                <a:gd name="csX492" fmla="*/ 1096736 w 1123477"/>
                <a:gd name="csY492" fmla="*/ 33972 h 131917"/>
                <a:gd name="csX493" fmla="*/ 1105886 w 1123477"/>
                <a:gd name="csY493" fmla="*/ 36667 h 131917"/>
                <a:gd name="csX494" fmla="*/ 1111987 w 1123477"/>
                <a:gd name="csY494" fmla="*/ 45390 h 131917"/>
                <a:gd name="csX495" fmla="*/ 1113544 w 1123477"/>
                <a:gd name="csY495" fmla="*/ 58438 h 131917"/>
                <a:gd name="csX496" fmla="*/ 1113544 w 1123477"/>
                <a:gd name="csY496" fmla="*/ 86173 h 131917"/>
                <a:gd name="csX497" fmla="*/ 1114537 w 1123477"/>
                <a:gd name="csY497" fmla="*/ 94540 h 131917"/>
                <a:gd name="csX498" fmla="*/ 1117022 w 1123477"/>
                <a:gd name="csY498" fmla="*/ 97308 h 131917"/>
                <a:gd name="csX499" fmla="*/ 1123477 w 1123477"/>
                <a:gd name="csY499" fmla="*/ 98301 h 131917"/>
                <a:gd name="csX500" fmla="*/ 1123477 w 1123477"/>
                <a:gd name="csY500" fmla="*/ 100851 h 131917"/>
                <a:gd name="csX501" fmla="*/ 1091345 w 1123477"/>
                <a:gd name="csY501" fmla="*/ 100851 h 131917"/>
                <a:gd name="csX502" fmla="*/ 1091345 w 1123477"/>
                <a:gd name="csY502" fmla="*/ 98301 h 131917"/>
                <a:gd name="csX503" fmla="*/ 1092693 w 1123477"/>
                <a:gd name="csY503" fmla="*/ 98301 h 131917"/>
                <a:gd name="csX504" fmla="*/ 1099011 w 1123477"/>
                <a:gd name="csY504" fmla="*/ 96953 h 131917"/>
                <a:gd name="csX505" fmla="*/ 1101561 w 1123477"/>
                <a:gd name="csY505" fmla="*/ 92838 h 131917"/>
                <a:gd name="csX506" fmla="*/ 1101843 w 1123477"/>
                <a:gd name="csY506" fmla="*/ 86173 h 131917"/>
                <a:gd name="csX507" fmla="*/ 1101843 w 1123477"/>
                <a:gd name="csY507" fmla="*/ 59576 h 131917"/>
                <a:gd name="csX508" fmla="*/ 1099503 w 1123477"/>
                <a:gd name="csY508" fmla="*/ 46738 h 131917"/>
                <a:gd name="csX509" fmla="*/ 1091773 w 1123477"/>
                <a:gd name="csY509" fmla="*/ 42695 h 131917"/>
                <a:gd name="csX510" fmla="*/ 1074964 w 1123477"/>
                <a:gd name="csY510" fmla="*/ 51918 h 131917"/>
                <a:gd name="csX511" fmla="*/ 1074964 w 1123477"/>
                <a:gd name="csY511" fmla="*/ 86173 h 131917"/>
                <a:gd name="csX512" fmla="*/ 1075747 w 1123477"/>
                <a:gd name="csY512" fmla="*/ 94323 h 131917"/>
                <a:gd name="csX513" fmla="*/ 1078442 w 1123477"/>
                <a:gd name="csY513" fmla="*/ 97373 h 131917"/>
                <a:gd name="csX514" fmla="*/ 1085535 w 1123477"/>
                <a:gd name="csY514" fmla="*/ 98301 h 131917"/>
                <a:gd name="csX515" fmla="*/ 1085535 w 1123477"/>
                <a:gd name="csY515" fmla="*/ 100851 h 131917"/>
                <a:gd name="csX516" fmla="*/ 1053403 w 1123477"/>
                <a:gd name="csY516" fmla="*/ 100851 h 131917"/>
                <a:gd name="csX517" fmla="*/ 1053403 w 1123477"/>
                <a:gd name="csY517" fmla="*/ 98301 h 131917"/>
                <a:gd name="csX518" fmla="*/ 1054823 w 1123477"/>
                <a:gd name="csY518" fmla="*/ 98301 h 131917"/>
                <a:gd name="csX519" fmla="*/ 1061489 w 1123477"/>
                <a:gd name="csY519" fmla="*/ 95815 h 131917"/>
                <a:gd name="csX520" fmla="*/ 1063264 w 1123477"/>
                <a:gd name="csY520" fmla="*/ 86173 h 131917"/>
                <a:gd name="csX521" fmla="*/ 1063264 w 1123477"/>
                <a:gd name="csY521" fmla="*/ 62053 h 131917"/>
                <a:gd name="csX522" fmla="*/ 1062699 w 1123477"/>
                <a:gd name="csY522" fmla="*/ 47803 h 131917"/>
                <a:gd name="csX523" fmla="*/ 1061061 w 1123477"/>
                <a:gd name="csY523" fmla="*/ 44325 h 131917"/>
                <a:gd name="csX524" fmla="*/ 1058156 w 1123477"/>
                <a:gd name="csY524" fmla="*/ 43405 h 131917"/>
                <a:gd name="csX525" fmla="*/ 1053403 w 1123477"/>
                <a:gd name="csY525" fmla="*/ 44470 h 131917"/>
                <a:gd name="csX526" fmla="*/ 1052338 w 1123477"/>
                <a:gd name="csY526" fmla="*/ 41912 h 131917"/>
                <a:gd name="csX527" fmla="*/ 1071914 w 1123477"/>
                <a:gd name="csY527" fmla="*/ 33972 h 131917"/>
                <a:gd name="csX528" fmla="*/ 1074964 w 1123477"/>
                <a:gd name="csY528" fmla="*/ 33972 h 131917"/>
                <a:gd name="csX529" fmla="*/ 1074964 w 1123477"/>
                <a:gd name="csY529" fmla="*/ 47730 h 131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Lst>
              <a:rect l="l" t="t" r="r" b="b"/>
              <a:pathLst>
                <a:path w="1123477" h="131917">
                  <a:moveTo>
                    <a:pt x="39148" y="129287"/>
                  </a:moveTo>
                  <a:lnTo>
                    <a:pt x="39148" y="131918"/>
                  </a:lnTo>
                  <a:cubicBezTo>
                    <a:pt x="32010" y="128319"/>
                    <a:pt x="26052" y="124115"/>
                    <a:pt x="21276" y="119289"/>
                  </a:cubicBezTo>
                  <a:cubicBezTo>
                    <a:pt x="14468" y="112438"/>
                    <a:pt x="9220" y="104353"/>
                    <a:pt x="5532" y="95033"/>
                  </a:cubicBezTo>
                  <a:cubicBezTo>
                    <a:pt x="1844" y="85721"/>
                    <a:pt x="0" y="76054"/>
                    <a:pt x="0" y="66032"/>
                  </a:cubicBezTo>
                  <a:cubicBezTo>
                    <a:pt x="0" y="51369"/>
                    <a:pt x="3617" y="38015"/>
                    <a:pt x="10851" y="25959"/>
                  </a:cubicBezTo>
                  <a:cubicBezTo>
                    <a:pt x="18085" y="13855"/>
                    <a:pt x="27517" y="5197"/>
                    <a:pt x="39148" y="0"/>
                  </a:cubicBezTo>
                  <a:lnTo>
                    <a:pt x="39148" y="2978"/>
                  </a:lnTo>
                  <a:cubicBezTo>
                    <a:pt x="33333" y="6197"/>
                    <a:pt x="28557" y="10587"/>
                    <a:pt x="24823" y="16171"/>
                  </a:cubicBezTo>
                  <a:cubicBezTo>
                    <a:pt x="21088" y="21747"/>
                    <a:pt x="18298" y="28816"/>
                    <a:pt x="16453" y="37377"/>
                  </a:cubicBezTo>
                  <a:cubicBezTo>
                    <a:pt x="14610" y="45931"/>
                    <a:pt x="13688" y="54872"/>
                    <a:pt x="13688" y="64184"/>
                  </a:cubicBezTo>
                  <a:cubicBezTo>
                    <a:pt x="13688" y="74303"/>
                    <a:pt x="14468" y="83502"/>
                    <a:pt x="16028" y="91773"/>
                  </a:cubicBezTo>
                  <a:cubicBezTo>
                    <a:pt x="17258" y="98301"/>
                    <a:pt x="18747" y="103522"/>
                    <a:pt x="20496" y="107443"/>
                  </a:cubicBezTo>
                  <a:cubicBezTo>
                    <a:pt x="22246" y="111422"/>
                    <a:pt x="24587" y="115222"/>
                    <a:pt x="27517" y="118862"/>
                  </a:cubicBezTo>
                  <a:cubicBezTo>
                    <a:pt x="30497" y="122509"/>
                    <a:pt x="34373" y="125979"/>
                    <a:pt x="39148" y="129287"/>
                  </a:cubicBezTo>
                  <a:close/>
                  <a:moveTo>
                    <a:pt x="83759" y="91490"/>
                  </a:moveTo>
                  <a:cubicBezTo>
                    <a:pt x="77092" y="96647"/>
                    <a:pt x="72907" y="99624"/>
                    <a:pt x="71206" y="100423"/>
                  </a:cubicBezTo>
                  <a:cubicBezTo>
                    <a:pt x="68652" y="101609"/>
                    <a:pt x="65934" y="102198"/>
                    <a:pt x="63050" y="102198"/>
                  </a:cubicBezTo>
                  <a:cubicBezTo>
                    <a:pt x="58558" y="102198"/>
                    <a:pt x="54847" y="100665"/>
                    <a:pt x="51915" y="97591"/>
                  </a:cubicBezTo>
                  <a:cubicBezTo>
                    <a:pt x="49031" y="94516"/>
                    <a:pt x="47588" y="90473"/>
                    <a:pt x="47588" y="85462"/>
                  </a:cubicBezTo>
                  <a:cubicBezTo>
                    <a:pt x="47588" y="82291"/>
                    <a:pt x="48298" y="79548"/>
                    <a:pt x="49716" y="77232"/>
                  </a:cubicBezTo>
                  <a:cubicBezTo>
                    <a:pt x="51654" y="74020"/>
                    <a:pt x="55012" y="70994"/>
                    <a:pt x="59787" y="68154"/>
                  </a:cubicBezTo>
                  <a:cubicBezTo>
                    <a:pt x="64610" y="65321"/>
                    <a:pt x="72601" y="61868"/>
                    <a:pt x="83759" y="57801"/>
                  </a:cubicBezTo>
                  <a:lnTo>
                    <a:pt x="83759" y="55251"/>
                  </a:lnTo>
                  <a:cubicBezTo>
                    <a:pt x="83759" y="48771"/>
                    <a:pt x="82719" y="44325"/>
                    <a:pt x="80638" y="41912"/>
                  </a:cubicBezTo>
                  <a:cubicBezTo>
                    <a:pt x="78605" y="39499"/>
                    <a:pt x="75627" y="38297"/>
                    <a:pt x="71702" y="38297"/>
                  </a:cubicBezTo>
                  <a:cubicBezTo>
                    <a:pt x="68723" y="38297"/>
                    <a:pt x="66359" y="39104"/>
                    <a:pt x="64610" y="40710"/>
                  </a:cubicBezTo>
                  <a:cubicBezTo>
                    <a:pt x="62813" y="42316"/>
                    <a:pt x="61915" y="44164"/>
                    <a:pt x="61915" y="46237"/>
                  </a:cubicBezTo>
                  <a:lnTo>
                    <a:pt x="62057" y="50353"/>
                  </a:lnTo>
                  <a:cubicBezTo>
                    <a:pt x="62057" y="52532"/>
                    <a:pt x="61489" y="54210"/>
                    <a:pt x="60355" y="55388"/>
                  </a:cubicBezTo>
                  <a:cubicBezTo>
                    <a:pt x="59267" y="56574"/>
                    <a:pt x="57825" y="57163"/>
                    <a:pt x="56028" y="57163"/>
                  </a:cubicBezTo>
                  <a:cubicBezTo>
                    <a:pt x="54279" y="57163"/>
                    <a:pt x="52837" y="56550"/>
                    <a:pt x="51702" y="55315"/>
                  </a:cubicBezTo>
                  <a:cubicBezTo>
                    <a:pt x="50614" y="54089"/>
                    <a:pt x="50071" y="52410"/>
                    <a:pt x="50071" y="50280"/>
                  </a:cubicBezTo>
                  <a:cubicBezTo>
                    <a:pt x="50071" y="46213"/>
                    <a:pt x="52151" y="42485"/>
                    <a:pt x="56312" y="39080"/>
                  </a:cubicBezTo>
                  <a:cubicBezTo>
                    <a:pt x="60473" y="35675"/>
                    <a:pt x="66312" y="33972"/>
                    <a:pt x="73830" y="33972"/>
                  </a:cubicBezTo>
                  <a:cubicBezTo>
                    <a:pt x="79598" y="33972"/>
                    <a:pt x="84326" y="34940"/>
                    <a:pt x="88014" y="36877"/>
                  </a:cubicBezTo>
                  <a:cubicBezTo>
                    <a:pt x="90804" y="38346"/>
                    <a:pt x="92860" y="40637"/>
                    <a:pt x="94185" y="43760"/>
                  </a:cubicBezTo>
                  <a:cubicBezTo>
                    <a:pt x="95035" y="45794"/>
                    <a:pt x="95461" y="49949"/>
                    <a:pt x="95461" y="56243"/>
                  </a:cubicBezTo>
                  <a:lnTo>
                    <a:pt x="95461" y="78297"/>
                  </a:lnTo>
                  <a:cubicBezTo>
                    <a:pt x="95461" y="84494"/>
                    <a:pt x="95579" y="88295"/>
                    <a:pt x="95815" y="89715"/>
                  </a:cubicBezTo>
                  <a:cubicBezTo>
                    <a:pt x="96052" y="91087"/>
                    <a:pt x="96430" y="92007"/>
                    <a:pt x="96950" y="92483"/>
                  </a:cubicBezTo>
                  <a:cubicBezTo>
                    <a:pt x="97517" y="92951"/>
                    <a:pt x="98156" y="93193"/>
                    <a:pt x="98865" y="93193"/>
                  </a:cubicBezTo>
                  <a:cubicBezTo>
                    <a:pt x="99622" y="93193"/>
                    <a:pt x="100283" y="93023"/>
                    <a:pt x="100851" y="92692"/>
                  </a:cubicBezTo>
                  <a:cubicBezTo>
                    <a:pt x="101844" y="92079"/>
                    <a:pt x="103759" y="90352"/>
                    <a:pt x="106595" y="87520"/>
                  </a:cubicBezTo>
                  <a:lnTo>
                    <a:pt x="106595" y="91490"/>
                  </a:lnTo>
                  <a:cubicBezTo>
                    <a:pt x="101300" y="98583"/>
                    <a:pt x="96241" y="102126"/>
                    <a:pt x="91419" y="102126"/>
                  </a:cubicBezTo>
                  <a:cubicBezTo>
                    <a:pt x="89102" y="102126"/>
                    <a:pt x="87258" y="101327"/>
                    <a:pt x="85886" y="99713"/>
                  </a:cubicBezTo>
                  <a:cubicBezTo>
                    <a:pt x="84515" y="98107"/>
                    <a:pt x="83806" y="95363"/>
                    <a:pt x="83759" y="91490"/>
                  </a:cubicBezTo>
                  <a:close/>
                  <a:moveTo>
                    <a:pt x="83759" y="86883"/>
                  </a:moveTo>
                  <a:lnTo>
                    <a:pt x="83759" y="62126"/>
                  </a:lnTo>
                  <a:cubicBezTo>
                    <a:pt x="76619" y="64966"/>
                    <a:pt x="72009" y="66976"/>
                    <a:pt x="69929" y="68154"/>
                  </a:cubicBezTo>
                  <a:cubicBezTo>
                    <a:pt x="66194" y="70236"/>
                    <a:pt x="63523" y="72414"/>
                    <a:pt x="61915" y="74682"/>
                  </a:cubicBezTo>
                  <a:cubicBezTo>
                    <a:pt x="60307" y="76949"/>
                    <a:pt x="59503" y="79435"/>
                    <a:pt x="59503" y="82130"/>
                  </a:cubicBezTo>
                  <a:cubicBezTo>
                    <a:pt x="59503" y="85535"/>
                    <a:pt x="60520" y="88367"/>
                    <a:pt x="62553" y="90635"/>
                  </a:cubicBezTo>
                  <a:cubicBezTo>
                    <a:pt x="64586" y="92862"/>
                    <a:pt x="66926" y="93968"/>
                    <a:pt x="69575" y="93968"/>
                  </a:cubicBezTo>
                  <a:cubicBezTo>
                    <a:pt x="73168" y="93968"/>
                    <a:pt x="77896" y="91603"/>
                    <a:pt x="83759" y="86883"/>
                  </a:cubicBezTo>
                  <a:close/>
                  <a:moveTo>
                    <a:pt x="110213" y="2978"/>
                  </a:moveTo>
                  <a:lnTo>
                    <a:pt x="110213" y="0"/>
                  </a:lnTo>
                  <a:cubicBezTo>
                    <a:pt x="117399" y="3542"/>
                    <a:pt x="123380" y="7730"/>
                    <a:pt x="128156" y="12556"/>
                  </a:cubicBezTo>
                  <a:cubicBezTo>
                    <a:pt x="134917" y="19455"/>
                    <a:pt x="140142" y="27565"/>
                    <a:pt x="143830" y="36877"/>
                  </a:cubicBezTo>
                  <a:cubicBezTo>
                    <a:pt x="147517" y="46149"/>
                    <a:pt x="149361" y="55816"/>
                    <a:pt x="149361" y="65886"/>
                  </a:cubicBezTo>
                  <a:cubicBezTo>
                    <a:pt x="149361" y="80540"/>
                    <a:pt x="145745" y="93903"/>
                    <a:pt x="138510" y="105959"/>
                  </a:cubicBezTo>
                  <a:cubicBezTo>
                    <a:pt x="131324" y="118063"/>
                    <a:pt x="121892" y="126713"/>
                    <a:pt x="110213" y="131918"/>
                  </a:cubicBezTo>
                  <a:lnTo>
                    <a:pt x="110213" y="129287"/>
                  </a:lnTo>
                  <a:cubicBezTo>
                    <a:pt x="116028" y="126027"/>
                    <a:pt x="120804" y="121605"/>
                    <a:pt x="124539" y="116029"/>
                  </a:cubicBezTo>
                  <a:cubicBezTo>
                    <a:pt x="128321" y="110494"/>
                    <a:pt x="131111" y="103449"/>
                    <a:pt x="132908" y="94896"/>
                  </a:cubicBezTo>
                  <a:cubicBezTo>
                    <a:pt x="134752" y="86285"/>
                    <a:pt x="135674" y="77329"/>
                    <a:pt x="135674" y="68017"/>
                  </a:cubicBezTo>
                  <a:cubicBezTo>
                    <a:pt x="135674" y="57946"/>
                    <a:pt x="134894" y="48747"/>
                    <a:pt x="133333" y="40428"/>
                  </a:cubicBezTo>
                  <a:cubicBezTo>
                    <a:pt x="132151" y="33899"/>
                    <a:pt x="130662" y="28678"/>
                    <a:pt x="128865" y="24749"/>
                  </a:cubicBezTo>
                  <a:cubicBezTo>
                    <a:pt x="127116" y="20827"/>
                    <a:pt x="124776" y="17042"/>
                    <a:pt x="121844" y="13403"/>
                  </a:cubicBezTo>
                  <a:cubicBezTo>
                    <a:pt x="118912" y="9764"/>
                    <a:pt x="115035" y="6286"/>
                    <a:pt x="110213" y="2978"/>
                  </a:cubicBezTo>
                  <a:close/>
                  <a:moveTo>
                    <a:pt x="279078" y="2485"/>
                  </a:moveTo>
                  <a:lnTo>
                    <a:pt x="281277" y="35174"/>
                  </a:lnTo>
                  <a:lnTo>
                    <a:pt x="279078" y="35174"/>
                  </a:lnTo>
                  <a:cubicBezTo>
                    <a:pt x="276147" y="25386"/>
                    <a:pt x="271962" y="18342"/>
                    <a:pt x="266525" y="14041"/>
                  </a:cubicBezTo>
                  <a:cubicBezTo>
                    <a:pt x="261088" y="9740"/>
                    <a:pt x="254563" y="7585"/>
                    <a:pt x="246950" y="7585"/>
                  </a:cubicBezTo>
                  <a:cubicBezTo>
                    <a:pt x="240568" y="7585"/>
                    <a:pt x="234799" y="9223"/>
                    <a:pt x="229646" y="12483"/>
                  </a:cubicBezTo>
                  <a:cubicBezTo>
                    <a:pt x="224492" y="15695"/>
                    <a:pt x="220426" y="20851"/>
                    <a:pt x="217446" y="27944"/>
                  </a:cubicBezTo>
                  <a:cubicBezTo>
                    <a:pt x="214516" y="35037"/>
                    <a:pt x="213049" y="43857"/>
                    <a:pt x="213049" y="54395"/>
                  </a:cubicBezTo>
                  <a:cubicBezTo>
                    <a:pt x="213049" y="63094"/>
                    <a:pt x="214445" y="70639"/>
                    <a:pt x="217234" y="77022"/>
                  </a:cubicBezTo>
                  <a:cubicBezTo>
                    <a:pt x="220024" y="83405"/>
                    <a:pt x="224208" y="88295"/>
                    <a:pt x="229787" y="91700"/>
                  </a:cubicBezTo>
                  <a:cubicBezTo>
                    <a:pt x="235414" y="95105"/>
                    <a:pt x="241821" y="96808"/>
                    <a:pt x="249007" y="96808"/>
                  </a:cubicBezTo>
                  <a:cubicBezTo>
                    <a:pt x="255248" y="96808"/>
                    <a:pt x="260756" y="95485"/>
                    <a:pt x="265532" y="92838"/>
                  </a:cubicBezTo>
                  <a:cubicBezTo>
                    <a:pt x="270307" y="90143"/>
                    <a:pt x="275555" y="84825"/>
                    <a:pt x="281277" y="76877"/>
                  </a:cubicBezTo>
                  <a:lnTo>
                    <a:pt x="283476" y="78297"/>
                  </a:lnTo>
                  <a:cubicBezTo>
                    <a:pt x="278653" y="86858"/>
                    <a:pt x="273026" y="93120"/>
                    <a:pt x="266596" y="97090"/>
                  </a:cubicBezTo>
                  <a:cubicBezTo>
                    <a:pt x="260166" y="101061"/>
                    <a:pt x="252530" y="103046"/>
                    <a:pt x="243688" y="103046"/>
                  </a:cubicBezTo>
                  <a:cubicBezTo>
                    <a:pt x="227754" y="103046"/>
                    <a:pt x="215414" y="97139"/>
                    <a:pt x="206667" y="85317"/>
                  </a:cubicBezTo>
                  <a:cubicBezTo>
                    <a:pt x="200142" y="76522"/>
                    <a:pt x="196879" y="66169"/>
                    <a:pt x="196879" y="54258"/>
                  </a:cubicBezTo>
                  <a:cubicBezTo>
                    <a:pt x="196879" y="44656"/>
                    <a:pt x="199031" y="35836"/>
                    <a:pt x="203333" y="27799"/>
                  </a:cubicBezTo>
                  <a:cubicBezTo>
                    <a:pt x="207636" y="19762"/>
                    <a:pt x="213546" y="13548"/>
                    <a:pt x="221064" y="9151"/>
                  </a:cubicBezTo>
                  <a:cubicBezTo>
                    <a:pt x="228629" y="4704"/>
                    <a:pt x="236880" y="2485"/>
                    <a:pt x="245816" y="2485"/>
                  </a:cubicBezTo>
                  <a:cubicBezTo>
                    <a:pt x="252766" y="2485"/>
                    <a:pt x="259622" y="4188"/>
                    <a:pt x="266383" y="7585"/>
                  </a:cubicBezTo>
                  <a:cubicBezTo>
                    <a:pt x="268369" y="8626"/>
                    <a:pt x="269788" y="9151"/>
                    <a:pt x="270638" y="9151"/>
                  </a:cubicBezTo>
                  <a:cubicBezTo>
                    <a:pt x="271915" y="9151"/>
                    <a:pt x="273026" y="8699"/>
                    <a:pt x="273971" y="7803"/>
                  </a:cubicBezTo>
                  <a:cubicBezTo>
                    <a:pt x="275201" y="6528"/>
                    <a:pt x="276076" y="4753"/>
                    <a:pt x="276596" y="2485"/>
                  </a:cubicBezTo>
                  <a:lnTo>
                    <a:pt x="279078" y="2485"/>
                  </a:lnTo>
                  <a:close/>
                  <a:moveTo>
                    <a:pt x="309574" y="0"/>
                  </a:moveTo>
                  <a:cubicBezTo>
                    <a:pt x="311560" y="0"/>
                    <a:pt x="313239" y="710"/>
                    <a:pt x="314610" y="2130"/>
                  </a:cubicBezTo>
                  <a:cubicBezTo>
                    <a:pt x="316028" y="3502"/>
                    <a:pt x="316737" y="5180"/>
                    <a:pt x="316737" y="7165"/>
                  </a:cubicBezTo>
                  <a:cubicBezTo>
                    <a:pt x="316737" y="9151"/>
                    <a:pt x="316028" y="10853"/>
                    <a:pt x="314610" y="12265"/>
                  </a:cubicBezTo>
                  <a:cubicBezTo>
                    <a:pt x="313239" y="13686"/>
                    <a:pt x="311560" y="14396"/>
                    <a:pt x="309574" y="14396"/>
                  </a:cubicBezTo>
                  <a:cubicBezTo>
                    <a:pt x="307588" y="14396"/>
                    <a:pt x="305887" y="13686"/>
                    <a:pt x="304468" y="12265"/>
                  </a:cubicBezTo>
                  <a:cubicBezTo>
                    <a:pt x="303049" y="10853"/>
                    <a:pt x="302341" y="9151"/>
                    <a:pt x="302341" y="7165"/>
                  </a:cubicBezTo>
                  <a:cubicBezTo>
                    <a:pt x="302341" y="5180"/>
                    <a:pt x="303026" y="3502"/>
                    <a:pt x="304397" y="2130"/>
                  </a:cubicBezTo>
                  <a:cubicBezTo>
                    <a:pt x="305816" y="710"/>
                    <a:pt x="307542" y="0"/>
                    <a:pt x="309574" y="0"/>
                  </a:cubicBezTo>
                  <a:close/>
                  <a:moveTo>
                    <a:pt x="315461" y="33972"/>
                  </a:moveTo>
                  <a:lnTo>
                    <a:pt x="315461" y="86173"/>
                  </a:lnTo>
                  <a:cubicBezTo>
                    <a:pt x="315461" y="90240"/>
                    <a:pt x="315745" y="92951"/>
                    <a:pt x="316312" y="94323"/>
                  </a:cubicBezTo>
                  <a:cubicBezTo>
                    <a:pt x="316927" y="95646"/>
                    <a:pt x="317802" y="96647"/>
                    <a:pt x="318936" y="97308"/>
                  </a:cubicBezTo>
                  <a:cubicBezTo>
                    <a:pt x="320118" y="97970"/>
                    <a:pt x="322246" y="98301"/>
                    <a:pt x="325319" y="98301"/>
                  </a:cubicBezTo>
                  <a:lnTo>
                    <a:pt x="325319" y="100851"/>
                  </a:lnTo>
                  <a:lnTo>
                    <a:pt x="293759" y="100851"/>
                  </a:lnTo>
                  <a:lnTo>
                    <a:pt x="293759" y="98301"/>
                  </a:lnTo>
                  <a:cubicBezTo>
                    <a:pt x="296927" y="98301"/>
                    <a:pt x="299054" y="97994"/>
                    <a:pt x="300142" y="97373"/>
                  </a:cubicBezTo>
                  <a:cubicBezTo>
                    <a:pt x="301230" y="96759"/>
                    <a:pt x="302080" y="95743"/>
                    <a:pt x="302695" y="94323"/>
                  </a:cubicBezTo>
                  <a:cubicBezTo>
                    <a:pt x="303357" y="92910"/>
                    <a:pt x="303688" y="90191"/>
                    <a:pt x="303688" y="86173"/>
                  </a:cubicBezTo>
                  <a:lnTo>
                    <a:pt x="303688" y="61133"/>
                  </a:lnTo>
                  <a:cubicBezTo>
                    <a:pt x="303688" y="54089"/>
                    <a:pt x="303475" y="49530"/>
                    <a:pt x="303049" y="47448"/>
                  </a:cubicBezTo>
                  <a:cubicBezTo>
                    <a:pt x="302719" y="45931"/>
                    <a:pt x="302199" y="44890"/>
                    <a:pt x="301490" y="44325"/>
                  </a:cubicBezTo>
                  <a:cubicBezTo>
                    <a:pt x="300780" y="43712"/>
                    <a:pt x="299811" y="43405"/>
                    <a:pt x="298581" y="43405"/>
                  </a:cubicBezTo>
                  <a:cubicBezTo>
                    <a:pt x="297258" y="43405"/>
                    <a:pt x="295651" y="43760"/>
                    <a:pt x="293759" y="44470"/>
                  </a:cubicBezTo>
                  <a:lnTo>
                    <a:pt x="292766" y="41912"/>
                  </a:lnTo>
                  <a:lnTo>
                    <a:pt x="312340" y="33972"/>
                  </a:lnTo>
                  <a:lnTo>
                    <a:pt x="315461" y="33972"/>
                  </a:lnTo>
                  <a:close/>
                  <a:moveTo>
                    <a:pt x="352482" y="33972"/>
                  </a:moveTo>
                  <a:lnTo>
                    <a:pt x="352482" y="48577"/>
                  </a:lnTo>
                  <a:cubicBezTo>
                    <a:pt x="357920" y="38838"/>
                    <a:pt x="363499" y="33972"/>
                    <a:pt x="369220" y="33972"/>
                  </a:cubicBezTo>
                  <a:cubicBezTo>
                    <a:pt x="371820" y="33972"/>
                    <a:pt x="373972" y="34779"/>
                    <a:pt x="375674" y="36385"/>
                  </a:cubicBezTo>
                  <a:cubicBezTo>
                    <a:pt x="377377" y="37942"/>
                    <a:pt x="378224" y="39766"/>
                    <a:pt x="378224" y="41848"/>
                  </a:cubicBezTo>
                  <a:cubicBezTo>
                    <a:pt x="378224" y="43687"/>
                    <a:pt x="377611" y="45245"/>
                    <a:pt x="376383" y="46528"/>
                  </a:cubicBezTo>
                  <a:cubicBezTo>
                    <a:pt x="375154" y="47803"/>
                    <a:pt x="373688" y="48440"/>
                    <a:pt x="371986" y="48440"/>
                  </a:cubicBezTo>
                  <a:cubicBezTo>
                    <a:pt x="370331" y="48440"/>
                    <a:pt x="368464" y="47633"/>
                    <a:pt x="366383" y="46028"/>
                  </a:cubicBezTo>
                  <a:cubicBezTo>
                    <a:pt x="364350" y="44373"/>
                    <a:pt x="362837" y="43542"/>
                    <a:pt x="361844" y="43542"/>
                  </a:cubicBezTo>
                  <a:cubicBezTo>
                    <a:pt x="360993" y="43542"/>
                    <a:pt x="360071" y="44018"/>
                    <a:pt x="359078" y="44962"/>
                  </a:cubicBezTo>
                  <a:cubicBezTo>
                    <a:pt x="356950" y="46899"/>
                    <a:pt x="354752" y="50095"/>
                    <a:pt x="352482" y="54541"/>
                  </a:cubicBezTo>
                  <a:lnTo>
                    <a:pt x="352482" y="85672"/>
                  </a:lnTo>
                  <a:cubicBezTo>
                    <a:pt x="352482" y="89263"/>
                    <a:pt x="352932" y="91982"/>
                    <a:pt x="353830" y="93830"/>
                  </a:cubicBezTo>
                  <a:cubicBezTo>
                    <a:pt x="354445" y="95105"/>
                    <a:pt x="355532" y="96170"/>
                    <a:pt x="357092" y="97018"/>
                  </a:cubicBezTo>
                  <a:cubicBezTo>
                    <a:pt x="358653" y="97873"/>
                    <a:pt x="360899" y="98301"/>
                    <a:pt x="363830" y="98301"/>
                  </a:cubicBezTo>
                  <a:lnTo>
                    <a:pt x="363830" y="100851"/>
                  </a:lnTo>
                  <a:lnTo>
                    <a:pt x="330567" y="100851"/>
                  </a:lnTo>
                  <a:lnTo>
                    <a:pt x="330567" y="98301"/>
                  </a:lnTo>
                  <a:cubicBezTo>
                    <a:pt x="333878" y="98301"/>
                    <a:pt x="336335" y="97776"/>
                    <a:pt x="337944" y="96735"/>
                  </a:cubicBezTo>
                  <a:cubicBezTo>
                    <a:pt x="339125" y="95977"/>
                    <a:pt x="339953" y="94774"/>
                    <a:pt x="340426" y="93120"/>
                  </a:cubicBezTo>
                  <a:cubicBezTo>
                    <a:pt x="340662" y="92313"/>
                    <a:pt x="340780" y="90022"/>
                    <a:pt x="340780" y="86237"/>
                  </a:cubicBezTo>
                  <a:lnTo>
                    <a:pt x="340780" y="61061"/>
                  </a:lnTo>
                  <a:cubicBezTo>
                    <a:pt x="340780" y="53500"/>
                    <a:pt x="340615" y="49005"/>
                    <a:pt x="340284" y="47585"/>
                  </a:cubicBezTo>
                  <a:cubicBezTo>
                    <a:pt x="340000" y="46124"/>
                    <a:pt x="339432" y="45059"/>
                    <a:pt x="338582" y="44398"/>
                  </a:cubicBezTo>
                  <a:cubicBezTo>
                    <a:pt x="337778" y="43736"/>
                    <a:pt x="336762" y="43405"/>
                    <a:pt x="335532" y="43405"/>
                  </a:cubicBezTo>
                  <a:cubicBezTo>
                    <a:pt x="334066" y="43405"/>
                    <a:pt x="332411" y="43760"/>
                    <a:pt x="330567" y="44470"/>
                  </a:cubicBezTo>
                  <a:lnTo>
                    <a:pt x="329858" y="41912"/>
                  </a:lnTo>
                  <a:lnTo>
                    <a:pt x="349504" y="33972"/>
                  </a:lnTo>
                  <a:lnTo>
                    <a:pt x="352482" y="33972"/>
                  </a:lnTo>
                  <a:close/>
                  <a:moveTo>
                    <a:pt x="437018" y="76166"/>
                  </a:moveTo>
                  <a:cubicBezTo>
                    <a:pt x="435275" y="84728"/>
                    <a:pt x="431845" y="91321"/>
                    <a:pt x="426737" y="95961"/>
                  </a:cubicBezTo>
                  <a:cubicBezTo>
                    <a:pt x="421629" y="100544"/>
                    <a:pt x="415981" y="102836"/>
                    <a:pt x="409783" y="102836"/>
                  </a:cubicBezTo>
                  <a:cubicBezTo>
                    <a:pt x="402408" y="102836"/>
                    <a:pt x="395985" y="99737"/>
                    <a:pt x="390498" y="93548"/>
                  </a:cubicBezTo>
                  <a:cubicBezTo>
                    <a:pt x="385011" y="87351"/>
                    <a:pt x="382267" y="78983"/>
                    <a:pt x="382267" y="68436"/>
                  </a:cubicBezTo>
                  <a:cubicBezTo>
                    <a:pt x="382267" y="58228"/>
                    <a:pt x="385293" y="49925"/>
                    <a:pt x="391345" y="43542"/>
                  </a:cubicBezTo>
                  <a:cubicBezTo>
                    <a:pt x="397446" y="37159"/>
                    <a:pt x="404748" y="33972"/>
                    <a:pt x="413261" y="33972"/>
                  </a:cubicBezTo>
                  <a:cubicBezTo>
                    <a:pt x="419644" y="33972"/>
                    <a:pt x="424897" y="35675"/>
                    <a:pt x="429005" y="39080"/>
                  </a:cubicBezTo>
                  <a:cubicBezTo>
                    <a:pt x="433120" y="42437"/>
                    <a:pt x="435178" y="45931"/>
                    <a:pt x="435178" y="49578"/>
                  </a:cubicBezTo>
                  <a:cubicBezTo>
                    <a:pt x="435178" y="51369"/>
                    <a:pt x="434589" y="52838"/>
                    <a:pt x="433402" y="53968"/>
                  </a:cubicBezTo>
                  <a:cubicBezTo>
                    <a:pt x="432273" y="55057"/>
                    <a:pt x="430659" y="55606"/>
                    <a:pt x="428585" y="55606"/>
                  </a:cubicBezTo>
                  <a:cubicBezTo>
                    <a:pt x="425793" y="55606"/>
                    <a:pt x="423687" y="54702"/>
                    <a:pt x="422267" y="52911"/>
                  </a:cubicBezTo>
                  <a:cubicBezTo>
                    <a:pt x="421468" y="51918"/>
                    <a:pt x="420919" y="50022"/>
                    <a:pt x="420637" y="47230"/>
                  </a:cubicBezTo>
                  <a:cubicBezTo>
                    <a:pt x="420403" y="44446"/>
                    <a:pt x="419459" y="42316"/>
                    <a:pt x="417804" y="40847"/>
                  </a:cubicBezTo>
                  <a:cubicBezTo>
                    <a:pt x="416150" y="39435"/>
                    <a:pt x="413850" y="38725"/>
                    <a:pt x="410921" y="38725"/>
                  </a:cubicBezTo>
                  <a:cubicBezTo>
                    <a:pt x="406193" y="38725"/>
                    <a:pt x="402384" y="40476"/>
                    <a:pt x="399503" y="43970"/>
                  </a:cubicBezTo>
                  <a:cubicBezTo>
                    <a:pt x="395670" y="48602"/>
                    <a:pt x="393758" y="54726"/>
                    <a:pt x="393758" y="62344"/>
                  </a:cubicBezTo>
                  <a:cubicBezTo>
                    <a:pt x="393758" y="70090"/>
                    <a:pt x="395654" y="76949"/>
                    <a:pt x="399431" y="82904"/>
                  </a:cubicBezTo>
                  <a:cubicBezTo>
                    <a:pt x="403263" y="88819"/>
                    <a:pt x="408420" y="91773"/>
                    <a:pt x="414891" y="91773"/>
                  </a:cubicBezTo>
                  <a:cubicBezTo>
                    <a:pt x="419531" y="91773"/>
                    <a:pt x="423687" y="90191"/>
                    <a:pt x="427375" y="87020"/>
                  </a:cubicBezTo>
                  <a:cubicBezTo>
                    <a:pt x="429973" y="84849"/>
                    <a:pt x="432507" y="80895"/>
                    <a:pt x="434968" y="75174"/>
                  </a:cubicBezTo>
                  <a:lnTo>
                    <a:pt x="437018" y="76166"/>
                  </a:lnTo>
                  <a:close/>
                  <a:moveTo>
                    <a:pt x="503332" y="35884"/>
                  </a:moveTo>
                  <a:lnTo>
                    <a:pt x="503332" y="75247"/>
                  </a:lnTo>
                  <a:cubicBezTo>
                    <a:pt x="503332" y="82767"/>
                    <a:pt x="503501" y="87375"/>
                    <a:pt x="503832" y="89077"/>
                  </a:cubicBezTo>
                  <a:cubicBezTo>
                    <a:pt x="504211" y="90732"/>
                    <a:pt x="504776" y="91894"/>
                    <a:pt x="505534" y="92555"/>
                  </a:cubicBezTo>
                  <a:cubicBezTo>
                    <a:pt x="506333" y="93217"/>
                    <a:pt x="507261" y="93548"/>
                    <a:pt x="508294" y="93548"/>
                  </a:cubicBezTo>
                  <a:cubicBezTo>
                    <a:pt x="509763" y="93548"/>
                    <a:pt x="511417" y="93144"/>
                    <a:pt x="513265" y="92337"/>
                  </a:cubicBezTo>
                  <a:lnTo>
                    <a:pt x="514257" y="94823"/>
                  </a:lnTo>
                  <a:lnTo>
                    <a:pt x="494826" y="102836"/>
                  </a:lnTo>
                  <a:lnTo>
                    <a:pt x="491631" y="102836"/>
                  </a:lnTo>
                  <a:lnTo>
                    <a:pt x="491631" y="89077"/>
                  </a:lnTo>
                  <a:cubicBezTo>
                    <a:pt x="486055" y="95129"/>
                    <a:pt x="481794" y="98938"/>
                    <a:pt x="478865" y="100496"/>
                  </a:cubicBezTo>
                  <a:cubicBezTo>
                    <a:pt x="475936" y="102053"/>
                    <a:pt x="472837" y="102836"/>
                    <a:pt x="469577" y="102836"/>
                  </a:cubicBezTo>
                  <a:cubicBezTo>
                    <a:pt x="465930" y="102836"/>
                    <a:pt x="462767" y="101795"/>
                    <a:pt x="460072" y="99713"/>
                  </a:cubicBezTo>
                  <a:cubicBezTo>
                    <a:pt x="457425" y="97591"/>
                    <a:pt x="455577" y="94871"/>
                    <a:pt x="454536" y="91563"/>
                  </a:cubicBezTo>
                  <a:cubicBezTo>
                    <a:pt x="453495" y="88246"/>
                    <a:pt x="452979" y="83566"/>
                    <a:pt x="452979" y="77514"/>
                  </a:cubicBezTo>
                  <a:lnTo>
                    <a:pt x="452979" y="48513"/>
                  </a:lnTo>
                  <a:cubicBezTo>
                    <a:pt x="452979" y="45439"/>
                    <a:pt x="452648" y="43308"/>
                    <a:pt x="451986" y="42130"/>
                  </a:cubicBezTo>
                  <a:cubicBezTo>
                    <a:pt x="451324" y="40944"/>
                    <a:pt x="450332" y="40048"/>
                    <a:pt x="449009" y="39435"/>
                  </a:cubicBezTo>
                  <a:cubicBezTo>
                    <a:pt x="447734" y="38773"/>
                    <a:pt x="445394" y="38467"/>
                    <a:pt x="441988" y="38507"/>
                  </a:cubicBezTo>
                  <a:lnTo>
                    <a:pt x="441988" y="35884"/>
                  </a:lnTo>
                  <a:lnTo>
                    <a:pt x="464752" y="35884"/>
                  </a:lnTo>
                  <a:lnTo>
                    <a:pt x="464752" y="79362"/>
                  </a:lnTo>
                  <a:cubicBezTo>
                    <a:pt x="464752" y="85414"/>
                    <a:pt x="465793" y="89384"/>
                    <a:pt x="467875" y="91272"/>
                  </a:cubicBezTo>
                  <a:cubicBezTo>
                    <a:pt x="469997" y="93169"/>
                    <a:pt x="472555" y="94113"/>
                    <a:pt x="475533" y="94113"/>
                  </a:cubicBezTo>
                  <a:cubicBezTo>
                    <a:pt x="477566" y="94113"/>
                    <a:pt x="479858" y="93475"/>
                    <a:pt x="482408" y="92200"/>
                  </a:cubicBezTo>
                  <a:cubicBezTo>
                    <a:pt x="485014" y="90925"/>
                    <a:pt x="488089" y="88488"/>
                    <a:pt x="491631" y="84889"/>
                  </a:cubicBezTo>
                  <a:lnTo>
                    <a:pt x="491631" y="48085"/>
                  </a:lnTo>
                  <a:cubicBezTo>
                    <a:pt x="491631" y="44398"/>
                    <a:pt x="490945" y="41912"/>
                    <a:pt x="489573" y="40637"/>
                  </a:cubicBezTo>
                  <a:cubicBezTo>
                    <a:pt x="488250" y="39314"/>
                    <a:pt x="485458" y="38604"/>
                    <a:pt x="481205" y="38507"/>
                  </a:cubicBezTo>
                  <a:lnTo>
                    <a:pt x="481205" y="35884"/>
                  </a:lnTo>
                  <a:lnTo>
                    <a:pt x="503332" y="35884"/>
                  </a:lnTo>
                  <a:close/>
                  <a:moveTo>
                    <a:pt x="535528" y="0"/>
                  </a:moveTo>
                  <a:cubicBezTo>
                    <a:pt x="537521" y="0"/>
                    <a:pt x="539200" y="710"/>
                    <a:pt x="540572" y="2130"/>
                  </a:cubicBezTo>
                  <a:cubicBezTo>
                    <a:pt x="541984" y="3502"/>
                    <a:pt x="542694" y="5180"/>
                    <a:pt x="542694" y="7165"/>
                  </a:cubicBezTo>
                  <a:cubicBezTo>
                    <a:pt x="542694" y="9151"/>
                    <a:pt x="541984" y="10853"/>
                    <a:pt x="540572" y="12265"/>
                  </a:cubicBezTo>
                  <a:cubicBezTo>
                    <a:pt x="539200" y="13686"/>
                    <a:pt x="537521" y="14396"/>
                    <a:pt x="535528" y="14396"/>
                  </a:cubicBezTo>
                  <a:cubicBezTo>
                    <a:pt x="533543" y="14396"/>
                    <a:pt x="531841" y="13686"/>
                    <a:pt x="530428" y="12265"/>
                  </a:cubicBezTo>
                  <a:cubicBezTo>
                    <a:pt x="529008" y="10853"/>
                    <a:pt x="528298" y="9151"/>
                    <a:pt x="528298" y="7165"/>
                  </a:cubicBezTo>
                  <a:cubicBezTo>
                    <a:pt x="528298" y="5180"/>
                    <a:pt x="528984" y="3502"/>
                    <a:pt x="530356" y="2130"/>
                  </a:cubicBezTo>
                  <a:cubicBezTo>
                    <a:pt x="531776" y="710"/>
                    <a:pt x="533503" y="0"/>
                    <a:pt x="535528" y="0"/>
                  </a:cubicBezTo>
                  <a:close/>
                  <a:moveTo>
                    <a:pt x="541419" y="33972"/>
                  </a:moveTo>
                  <a:lnTo>
                    <a:pt x="541419" y="86173"/>
                  </a:lnTo>
                  <a:cubicBezTo>
                    <a:pt x="541419" y="90240"/>
                    <a:pt x="541701" y="92951"/>
                    <a:pt x="542266" y="94323"/>
                  </a:cubicBezTo>
                  <a:cubicBezTo>
                    <a:pt x="542888" y="95646"/>
                    <a:pt x="543759" y="96647"/>
                    <a:pt x="544897" y="97308"/>
                  </a:cubicBezTo>
                  <a:cubicBezTo>
                    <a:pt x="546075" y="97970"/>
                    <a:pt x="548205" y="98301"/>
                    <a:pt x="551280" y="98301"/>
                  </a:cubicBezTo>
                  <a:lnTo>
                    <a:pt x="551280" y="100851"/>
                  </a:lnTo>
                  <a:lnTo>
                    <a:pt x="519720" y="100851"/>
                  </a:lnTo>
                  <a:lnTo>
                    <a:pt x="519720" y="98301"/>
                  </a:lnTo>
                  <a:cubicBezTo>
                    <a:pt x="522884" y="98301"/>
                    <a:pt x="525014" y="97994"/>
                    <a:pt x="526103" y="97373"/>
                  </a:cubicBezTo>
                  <a:cubicBezTo>
                    <a:pt x="527184" y="96759"/>
                    <a:pt x="528040" y="95743"/>
                    <a:pt x="528653" y="94323"/>
                  </a:cubicBezTo>
                  <a:cubicBezTo>
                    <a:pt x="529315" y="92910"/>
                    <a:pt x="529646" y="90191"/>
                    <a:pt x="529646" y="86173"/>
                  </a:cubicBezTo>
                  <a:lnTo>
                    <a:pt x="529646" y="61133"/>
                  </a:lnTo>
                  <a:cubicBezTo>
                    <a:pt x="529646" y="54089"/>
                    <a:pt x="529436" y="49530"/>
                    <a:pt x="529008" y="47448"/>
                  </a:cubicBezTo>
                  <a:cubicBezTo>
                    <a:pt x="528677" y="45931"/>
                    <a:pt x="528153" y="44890"/>
                    <a:pt x="527451" y="44325"/>
                  </a:cubicBezTo>
                  <a:cubicBezTo>
                    <a:pt x="526741" y="43712"/>
                    <a:pt x="525772" y="43405"/>
                    <a:pt x="524538" y="43405"/>
                  </a:cubicBezTo>
                  <a:cubicBezTo>
                    <a:pt x="523214" y="43405"/>
                    <a:pt x="521609" y="43760"/>
                    <a:pt x="519720" y="44470"/>
                  </a:cubicBezTo>
                  <a:lnTo>
                    <a:pt x="518720" y="41912"/>
                  </a:lnTo>
                  <a:lnTo>
                    <a:pt x="538296" y="33972"/>
                  </a:lnTo>
                  <a:lnTo>
                    <a:pt x="541419" y="33972"/>
                  </a:lnTo>
                  <a:close/>
                  <a:moveTo>
                    <a:pt x="578296" y="14541"/>
                  </a:moveTo>
                  <a:lnTo>
                    <a:pt x="578296" y="35884"/>
                  </a:lnTo>
                  <a:lnTo>
                    <a:pt x="593474" y="35884"/>
                  </a:lnTo>
                  <a:lnTo>
                    <a:pt x="593474" y="40847"/>
                  </a:lnTo>
                  <a:lnTo>
                    <a:pt x="578296" y="40847"/>
                  </a:lnTo>
                  <a:lnTo>
                    <a:pt x="578296" y="82977"/>
                  </a:lnTo>
                  <a:cubicBezTo>
                    <a:pt x="578296" y="87189"/>
                    <a:pt x="578893" y="90022"/>
                    <a:pt x="580071" y="91490"/>
                  </a:cubicBezTo>
                  <a:cubicBezTo>
                    <a:pt x="581298" y="92951"/>
                    <a:pt x="582863" y="93685"/>
                    <a:pt x="584751" y="93685"/>
                  </a:cubicBezTo>
                  <a:cubicBezTo>
                    <a:pt x="586309" y="93685"/>
                    <a:pt x="587826" y="93217"/>
                    <a:pt x="589294" y="92273"/>
                  </a:cubicBezTo>
                  <a:cubicBezTo>
                    <a:pt x="590755" y="91272"/>
                    <a:pt x="591893" y="89836"/>
                    <a:pt x="592692" y="87940"/>
                  </a:cubicBezTo>
                  <a:lnTo>
                    <a:pt x="595459" y="87940"/>
                  </a:lnTo>
                  <a:cubicBezTo>
                    <a:pt x="593805" y="92580"/>
                    <a:pt x="591465" y="96074"/>
                    <a:pt x="588439" y="98438"/>
                  </a:cubicBezTo>
                  <a:cubicBezTo>
                    <a:pt x="585413" y="100754"/>
                    <a:pt x="582290" y="101916"/>
                    <a:pt x="579079" y="101916"/>
                  </a:cubicBezTo>
                  <a:cubicBezTo>
                    <a:pt x="576900" y="101916"/>
                    <a:pt x="574778" y="101327"/>
                    <a:pt x="572696" y="100141"/>
                  </a:cubicBezTo>
                  <a:cubicBezTo>
                    <a:pt x="570614" y="98914"/>
                    <a:pt x="569081" y="97187"/>
                    <a:pt x="568088" y="94968"/>
                  </a:cubicBezTo>
                  <a:cubicBezTo>
                    <a:pt x="567096" y="92692"/>
                    <a:pt x="566595" y="89223"/>
                    <a:pt x="566595" y="84543"/>
                  </a:cubicBezTo>
                  <a:lnTo>
                    <a:pt x="566595" y="40847"/>
                  </a:lnTo>
                  <a:lnTo>
                    <a:pt x="556315" y="40847"/>
                  </a:lnTo>
                  <a:lnTo>
                    <a:pt x="556315" y="38507"/>
                  </a:lnTo>
                  <a:cubicBezTo>
                    <a:pt x="558913" y="37474"/>
                    <a:pt x="561560" y="35723"/>
                    <a:pt x="564255" y="33262"/>
                  </a:cubicBezTo>
                  <a:cubicBezTo>
                    <a:pt x="566999" y="30752"/>
                    <a:pt x="569436" y="27799"/>
                    <a:pt x="571558" y="24394"/>
                  </a:cubicBezTo>
                  <a:cubicBezTo>
                    <a:pt x="572647" y="22602"/>
                    <a:pt x="574164" y="19318"/>
                    <a:pt x="576101" y="14541"/>
                  </a:cubicBezTo>
                  <a:lnTo>
                    <a:pt x="578296" y="14541"/>
                  </a:lnTo>
                  <a:close/>
                  <a:moveTo>
                    <a:pt x="631489" y="42340"/>
                  </a:moveTo>
                  <a:lnTo>
                    <a:pt x="651493" y="34254"/>
                  </a:lnTo>
                  <a:lnTo>
                    <a:pt x="654188" y="34254"/>
                  </a:lnTo>
                  <a:lnTo>
                    <a:pt x="654188" y="49433"/>
                  </a:lnTo>
                  <a:cubicBezTo>
                    <a:pt x="657545" y="43712"/>
                    <a:pt x="660902" y="39717"/>
                    <a:pt x="664259" y="37450"/>
                  </a:cubicBezTo>
                  <a:cubicBezTo>
                    <a:pt x="667664" y="35126"/>
                    <a:pt x="671231" y="33972"/>
                    <a:pt x="674967" y="33972"/>
                  </a:cubicBezTo>
                  <a:cubicBezTo>
                    <a:pt x="681487" y="33972"/>
                    <a:pt x="686925" y="36522"/>
                    <a:pt x="691275" y="41630"/>
                  </a:cubicBezTo>
                  <a:cubicBezTo>
                    <a:pt x="696617" y="47876"/>
                    <a:pt x="699288" y="56001"/>
                    <a:pt x="699288" y="66032"/>
                  </a:cubicBezTo>
                  <a:cubicBezTo>
                    <a:pt x="699288" y="77232"/>
                    <a:pt x="696076" y="86503"/>
                    <a:pt x="689645" y="93830"/>
                  </a:cubicBezTo>
                  <a:cubicBezTo>
                    <a:pt x="684351" y="99834"/>
                    <a:pt x="677686" y="102836"/>
                    <a:pt x="669649" y="102836"/>
                  </a:cubicBezTo>
                  <a:cubicBezTo>
                    <a:pt x="666147" y="102836"/>
                    <a:pt x="663121" y="102344"/>
                    <a:pt x="660571" y="101351"/>
                  </a:cubicBezTo>
                  <a:cubicBezTo>
                    <a:pt x="658675" y="100641"/>
                    <a:pt x="656552" y="99221"/>
                    <a:pt x="654188" y="97090"/>
                  </a:cubicBezTo>
                  <a:lnTo>
                    <a:pt x="654188" y="116877"/>
                  </a:lnTo>
                  <a:cubicBezTo>
                    <a:pt x="654188" y="121323"/>
                    <a:pt x="654446" y="124139"/>
                    <a:pt x="654963" y="125317"/>
                  </a:cubicBezTo>
                  <a:cubicBezTo>
                    <a:pt x="655536" y="126552"/>
                    <a:pt x="656480" y="127520"/>
                    <a:pt x="657803" y="128230"/>
                  </a:cubicBezTo>
                  <a:cubicBezTo>
                    <a:pt x="659175" y="128932"/>
                    <a:pt x="661628" y="129287"/>
                    <a:pt x="665178" y="129287"/>
                  </a:cubicBezTo>
                  <a:lnTo>
                    <a:pt x="665178" y="131918"/>
                  </a:lnTo>
                  <a:lnTo>
                    <a:pt x="631134" y="131918"/>
                  </a:lnTo>
                  <a:lnTo>
                    <a:pt x="631134" y="129287"/>
                  </a:lnTo>
                  <a:lnTo>
                    <a:pt x="632909" y="129287"/>
                  </a:lnTo>
                  <a:cubicBezTo>
                    <a:pt x="635507" y="129336"/>
                    <a:pt x="637735" y="128843"/>
                    <a:pt x="639574" y="127802"/>
                  </a:cubicBezTo>
                  <a:cubicBezTo>
                    <a:pt x="640470" y="127278"/>
                    <a:pt x="641156" y="126430"/>
                    <a:pt x="641632" y="125244"/>
                  </a:cubicBezTo>
                  <a:cubicBezTo>
                    <a:pt x="642149" y="124115"/>
                    <a:pt x="642415" y="121185"/>
                    <a:pt x="642415" y="116457"/>
                  </a:cubicBezTo>
                  <a:lnTo>
                    <a:pt x="642415" y="55033"/>
                  </a:lnTo>
                  <a:cubicBezTo>
                    <a:pt x="642415" y="50829"/>
                    <a:pt x="642221" y="48158"/>
                    <a:pt x="641842" y="47020"/>
                  </a:cubicBezTo>
                  <a:cubicBezTo>
                    <a:pt x="641463" y="45882"/>
                    <a:pt x="640849" y="45035"/>
                    <a:pt x="640002" y="44470"/>
                  </a:cubicBezTo>
                  <a:cubicBezTo>
                    <a:pt x="639195" y="43897"/>
                    <a:pt x="638082" y="43615"/>
                    <a:pt x="636670" y="43615"/>
                  </a:cubicBezTo>
                  <a:cubicBezTo>
                    <a:pt x="635532" y="43615"/>
                    <a:pt x="634087" y="43946"/>
                    <a:pt x="632344" y="44607"/>
                  </a:cubicBezTo>
                  <a:lnTo>
                    <a:pt x="631489" y="42340"/>
                  </a:lnTo>
                  <a:close/>
                  <a:moveTo>
                    <a:pt x="654188" y="53613"/>
                  </a:moveTo>
                  <a:lnTo>
                    <a:pt x="654188" y="77869"/>
                  </a:lnTo>
                  <a:cubicBezTo>
                    <a:pt x="654188" y="83122"/>
                    <a:pt x="654398" y="86568"/>
                    <a:pt x="654826" y="88230"/>
                  </a:cubicBezTo>
                  <a:cubicBezTo>
                    <a:pt x="655487" y="90966"/>
                    <a:pt x="657093" y="93378"/>
                    <a:pt x="659643" y="95460"/>
                  </a:cubicBezTo>
                  <a:cubicBezTo>
                    <a:pt x="662249" y="97542"/>
                    <a:pt x="665509" y="98583"/>
                    <a:pt x="669431" y="98583"/>
                  </a:cubicBezTo>
                  <a:cubicBezTo>
                    <a:pt x="674160" y="98583"/>
                    <a:pt x="677993" y="96735"/>
                    <a:pt x="680922" y="93048"/>
                  </a:cubicBezTo>
                  <a:cubicBezTo>
                    <a:pt x="684755" y="88230"/>
                    <a:pt x="686667" y="81444"/>
                    <a:pt x="686667" y="72697"/>
                  </a:cubicBezTo>
                  <a:cubicBezTo>
                    <a:pt x="686667" y="62763"/>
                    <a:pt x="684488" y="55130"/>
                    <a:pt x="680139" y="49788"/>
                  </a:cubicBezTo>
                  <a:cubicBezTo>
                    <a:pt x="677113" y="46100"/>
                    <a:pt x="673522" y="44252"/>
                    <a:pt x="669358" y="44252"/>
                  </a:cubicBezTo>
                  <a:cubicBezTo>
                    <a:pt x="667091" y="44252"/>
                    <a:pt x="664848" y="44825"/>
                    <a:pt x="662621" y="45955"/>
                  </a:cubicBezTo>
                  <a:cubicBezTo>
                    <a:pt x="660926" y="46810"/>
                    <a:pt x="658110" y="49360"/>
                    <a:pt x="654188" y="53613"/>
                  </a:cubicBezTo>
                  <a:close/>
                  <a:moveTo>
                    <a:pt x="745606" y="91490"/>
                  </a:moveTo>
                  <a:cubicBezTo>
                    <a:pt x="738940" y="96647"/>
                    <a:pt x="734753" y="99624"/>
                    <a:pt x="733050" y="100423"/>
                  </a:cubicBezTo>
                  <a:cubicBezTo>
                    <a:pt x="730500" y="101609"/>
                    <a:pt x="727781" y="102198"/>
                    <a:pt x="724892" y="102198"/>
                  </a:cubicBezTo>
                  <a:cubicBezTo>
                    <a:pt x="720405" y="102198"/>
                    <a:pt x="716693" y="100665"/>
                    <a:pt x="713756" y="97591"/>
                  </a:cubicBezTo>
                  <a:cubicBezTo>
                    <a:pt x="710875" y="94516"/>
                    <a:pt x="709431" y="90473"/>
                    <a:pt x="709431" y="85462"/>
                  </a:cubicBezTo>
                  <a:cubicBezTo>
                    <a:pt x="709431" y="82291"/>
                    <a:pt x="710141" y="79548"/>
                    <a:pt x="711561" y="77232"/>
                  </a:cubicBezTo>
                  <a:cubicBezTo>
                    <a:pt x="713498" y="74020"/>
                    <a:pt x="716855" y="70994"/>
                    <a:pt x="721632" y="68154"/>
                  </a:cubicBezTo>
                  <a:cubicBezTo>
                    <a:pt x="726457" y="65321"/>
                    <a:pt x="734446" y="61868"/>
                    <a:pt x="745606" y="57801"/>
                  </a:cubicBezTo>
                  <a:lnTo>
                    <a:pt x="745606" y="55251"/>
                  </a:lnTo>
                  <a:cubicBezTo>
                    <a:pt x="745606" y="48771"/>
                    <a:pt x="744565" y="44325"/>
                    <a:pt x="742483" y="41912"/>
                  </a:cubicBezTo>
                  <a:cubicBezTo>
                    <a:pt x="740449" y="39499"/>
                    <a:pt x="737472" y="38297"/>
                    <a:pt x="733550" y="38297"/>
                  </a:cubicBezTo>
                  <a:cubicBezTo>
                    <a:pt x="730564" y="38297"/>
                    <a:pt x="728200" y="39104"/>
                    <a:pt x="726457" y="40710"/>
                  </a:cubicBezTo>
                  <a:cubicBezTo>
                    <a:pt x="724658" y="42316"/>
                    <a:pt x="723762" y="44164"/>
                    <a:pt x="723762" y="46237"/>
                  </a:cubicBezTo>
                  <a:lnTo>
                    <a:pt x="723899" y="50353"/>
                  </a:lnTo>
                  <a:cubicBezTo>
                    <a:pt x="723899" y="52532"/>
                    <a:pt x="723334" y="54210"/>
                    <a:pt x="722197" y="55388"/>
                  </a:cubicBezTo>
                  <a:cubicBezTo>
                    <a:pt x="721115" y="56574"/>
                    <a:pt x="719671" y="57163"/>
                    <a:pt x="717871" y="57163"/>
                  </a:cubicBezTo>
                  <a:cubicBezTo>
                    <a:pt x="716120" y="57163"/>
                    <a:pt x="714684" y="56550"/>
                    <a:pt x="713546" y="55315"/>
                  </a:cubicBezTo>
                  <a:cubicBezTo>
                    <a:pt x="712457" y="54089"/>
                    <a:pt x="711916" y="52410"/>
                    <a:pt x="711916" y="50280"/>
                  </a:cubicBezTo>
                  <a:cubicBezTo>
                    <a:pt x="711916" y="46213"/>
                    <a:pt x="713998" y="42485"/>
                    <a:pt x="718154" y="39080"/>
                  </a:cubicBezTo>
                  <a:cubicBezTo>
                    <a:pt x="722318" y="35675"/>
                    <a:pt x="728160" y="33972"/>
                    <a:pt x="735672" y="33972"/>
                  </a:cubicBezTo>
                  <a:cubicBezTo>
                    <a:pt x="741442" y="33972"/>
                    <a:pt x="746171" y="34940"/>
                    <a:pt x="749858" y="36877"/>
                  </a:cubicBezTo>
                  <a:cubicBezTo>
                    <a:pt x="752650" y="38346"/>
                    <a:pt x="754708" y="40637"/>
                    <a:pt x="756031" y="43760"/>
                  </a:cubicBezTo>
                  <a:cubicBezTo>
                    <a:pt x="756879" y="45794"/>
                    <a:pt x="757306" y="49949"/>
                    <a:pt x="757306" y="56243"/>
                  </a:cubicBezTo>
                  <a:lnTo>
                    <a:pt x="757306" y="78297"/>
                  </a:lnTo>
                  <a:cubicBezTo>
                    <a:pt x="757306" y="84494"/>
                    <a:pt x="757427" y="88295"/>
                    <a:pt x="757661" y="89715"/>
                  </a:cubicBezTo>
                  <a:cubicBezTo>
                    <a:pt x="757895" y="91087"/>
                    <a:pt x="758275" y="92007"/>
                    <a:pt x="758791" y="92483"/>
                  </a:cubicBezTo>
                  <a:cubicBezTo>
                    <a:pt x="759364" y="92951"/>
                    <a:pt x="760001" y="93193"/>
                    <a:pt x="760712" y="93193"/>
                  </a:cubicBezTo>
                  <a:cubicBezTo>
                    <a:pt x="761470" y="93193"/>
                    <a:pt x="762132" y="93023"/>
                    <a:pt x="762697" y="92692"/>
                  </a:cubicBezTo>
                  <a:cubicBezTo>
                    <a:pt x="763689" y="92079"/>
                    <a:pt x="765602" y="90352"/>
                    <a:pt x="768442" y="87520"/>
                  </a:cubicBezTo>
                  <a:lnTo>
                    <a:pt x="768442" y="91490"/>
                  </a:lnTo>
                  <a:cubicBezTo>
                    <a:pt x="763149" y="98583"/>
                    <a:pt x="758089" y="102126"/>
                    <a:pt x="753264" y="102126"/>
                  </a:cubicBezTo>
                  <a:cubicBezTo>
                    <a:pt x="750948" y="102126"/>
                    <a:pt x="749100" y="101327"/>
                    <a:pt x="747728" y="99713"/>
                  </a:cubicBezTo>
                  <a:cubicBezTo>
                    <a:pt x="746356" y="98107"/>
                    <a:pt x="745654" y="95363"/>
                    <a:pt x="745606" y="91490"/>
                  </a:cubicBezTo>
                  <a:close/>
                  <a:moveTo>
                    <a:pt x="745606" y="86883"/>
                  </a:moveTo>
                  <a:lnTo>
                    <a:pt x="745606" y="62126"/>
                  </a:lnTo>
                  <a:cubicBezTo>
                    <a:pt x="738464" y="64966"/>
                    <a:pt x="733857" y="66976"/>
                    <a:pt x="731775" y="68154"/>
                  </a:cubicBezTo>
                  <a:cubicBezTo>
                    <a:pt x="728039" y="70236"/>
                    <a:pt x="725368" y="72414"/>
                    <a:pt x="723762" y="74682"/>
                  </a:cubicBezTo>
                  <a:cubicBezTo>
                    <a:pt x="722148" y="76949"/>
                    <a:pt x="721349" y="79435"/>
                    <a:pt x="721349" y="82130"/>
                  </a:cubicBezTo>
                  <a:cubicBezTo>
                    <a:pt x="721349" y="85535"/>
                    <a:pt x="722366" y="88367"/>
                    <a:pt x="724399" y="90635"/>
                  </a:cubicBezTo>
                  <a:cubicBezTo>
                    <a:pt x="726433" y="92862"/>
                    <a:pt x="728773" y="93968"/>
                    <a:pt x="731420" y="93968"/>
                  </a:cubicBezTo>
                  <a:cubicBezTo>
                    <a:pt x="735011" y="93968"/>
                    <a:pt x="739739" y="91603"/>
                    <a:pt x="745606" y="86883"/>
                  </a:cubicBezTo>
                  <a:close/>
                  <a:moveTo>
                    <a:pt x="792343" y="33972"/>
                  </a:moveTo>
                  <a:lnTo>
                    <a:pt x="792343" y="48577"/>
                  </a:lnTo>
                  <a:cubicBezTo>
                    <a:pt x="797782" y="38838"/>
                    <a:pt x="803358" y="33972"/>
                    <a:pt x="809079" y="33972"/>
                  </a:cubicBezTo>
                  <a:cubicBezTo>
                    <a:pt x="811678" y="33972"/>
                    <a:pt x="813832" y="34779"/>
                    <a:pt x="815535" y="36385"/>
                  </a:cubicBezTo>
                  <a:cubicBezTo>
                    <a:pt x="817237" y="37942"/>
                    <a:pt x="818085" y="39766"/>
                    <a:pt x="818085" y="41848"/>
                  </a:cubicBezTo>
                  <a:cubicBezTo>
                    <a:pt x="818085" y="43687"/>
                    <a:pt x="817471" y="45245"/>
                    <a:pt x="816245" y="46528"/>
                  </a:cubicBezTo>
                  <a:cubicBezTo>
                    <a:pt x="815010" y="47803"/>
                    <a:pt x="813550" y="48440"/>
                    <a:pt x="811847" y="48440"/>
                  </a:cubicBezTo>
                  <a:cubicBezTo>
                    <a:pt x="810193" y="48440"/>
                    <a:pt x="808321" y="47633"/>
                    <a:pt x="806239" y="46028"/>
                  </a:cubicBezTo>
                  <a:cubicBezTo>
                    <a:pt x="804205" y="44373"/>
                    <a:pt x="802696" y="43542"/>
                    <a:pt x="801704" y="43542"/>
                  </a:cubicBezTo>
                  <a:cubicBezTo>
                    <a:pt x="800849" y="43542"/>
                    <a:pt x="799929" y="44018"/>
                    <a:pt x="798936" y="44962"/>
                  </a:cubicBezTo>
                  <a:cubicBezTo>
                    <a:pt x="796806" y="46899"/>
                    <a:pt x="794611" y="50095"/>
                    <a:pt x="792343" y="54541"/>
                  </a:cubicBezTo>
                  <a:lnTo>
                    <a:pt x="792343" y="85672"/>
                  </a:lnTo>
                  <a:cubicBezTo>
                    <a:pt x="792343" y="89263"/>
                    <a:pt x="792787" y="91982"/>
                    <a:pt x="793691" y="93830"/>
                  </a:cubicBezTo>
                  <a:cubicBezTo>
                    <a:pt x="794304" y="95105"/>
                    <a:pt x="795394" y="96170"/>
                    <a:pt x="796951" y="97018"/>
                  </a:cubicBezTo>
                  <a:cubicBezTo>
                    <a:pt x="798508" y="97873"/>
                    <a:pt x="800760" y="98301"/>
                    <a:pt x="803689" y="98301"/>
                  </a:cubicBezTo>
                  <a:lnTo>
                    <a:pt x="803689" y="100851"/>
                  </a:lnTo>
                  <a:lnTo>
                    <a:pt x="770427" y="100851"/>
                  </a:lnTo>
                  <a:lnTo>
                    <a:pt x="770427" y="98301"/>
                  </a:lnTo>
                  <a:cubicBezTo>
                    <a:pt x="773736" y="98301"/>
                    <a:pt x="776197" y="97776"/>
                    <a:pt x="777802" y="96735"/>
                  </a:cubicBezTo>
                  <a:cubicBezTo>
                    <a:pt x="778981" y="95977"/>
                    <a:pt x="779812" y="94774"/>
                    <a:pt x="780288" y="93120"/>
                  </a:cubicBezTo>
                  <a:cubicBezTo>
                    <a:pt x="780522" y="92313"/>
                    <a:pt x="780635" y="90022"/>
                    <a:pt x="780635" y="86237"/>
                  </a:cubicBezTo>
                  <a:lnTo>
                    <a:pt x="780635" y="61061"/>
                  </a:lnTo>
                  <a:cubicBezTo>
                    <a:pt x="780635" y="53500"/>
                    <a:pt x="780473" y="49005"/>
                    <a:pt x="780143" y="47585"/>
                  </a:cubicBezTo>
                  <a:cubicBezTo>
                    <a:pt x="779860" y="46124"/>
                    <a:pt x="779287" y="45059"/>
                    <a:pt x="778440" y="44398"/>
                  </a:cubicBezTo>
                  <a:cubicBezTo>
                    <a:pt x="777633" y="43736"/>
                    <a:pt x="776616" y="43405"/>
                    <a:pt x="775390" y="43405"/>
                  </a:cubicBezTo>
                  <a:cubicBezTo>
                    <a:pt x="773921" y="43405"/>
                    <a:pt x="772267" y="43760"/>
                    <a:pt x="770427" y="44470"/>
                  </a:cubicBezTo>
                  <a:lnTo>
                    <a:pt x="769717" y="41912"/>
                  </a:lnTo>
                  <a:lnTo>
                    <a:pt x="789366" y="33972"/>
                  </a:lnTo>
                  <a:lnTo>
                    <a:pt x="792343" y="33972"/>
                  </a:lnTo>
                  <a:close/>
                  <a:moveTo>
                    <a:pt x="840566" y="14541"/>
                  </a:moveTo>
                  <a:lnTo>
                    <a:pt x="840566" y="35884"/>
                  </a:lnTo>
                  <a:lnTo>
                    <a:pt x="855744" y="35884"/>
                  </a:lnTo>
                  <a:lnTo>
                    <a:pt x="855744" y="40847"/>
                  </a:lnTo>
                  <a:lnTo>
                    <a:pt x="840566" y="40847"/>
                  </a:lnTo>
                  <a:lnTo>
                    <a:pt x="840566" y="82977"/>
                  </a:lnTo>
                  <a:cubicBezTo>
                    <a:pt x="840566" y="87189"/>
                    <a:pt x="841155" y="90022"/>
                    <a:pt x="842341" y="91490"/>
                  </a:cubicBezTo>
                  <a:cubicBezTo>
                    <a:pt x="843568" y="92951"/>
                    <a:pt x="845133" y="93685"/>
                    <a:pt x="847021" y="93685"/>
                  </a:cubicBezTo>
                  <a:cubicBezTo>
                    <a:pt x="848579" y="93685"/>
                    <a:pt x="850096" y="93217"/>
                    <a:pt x="851564" y="92273"/>
                  </a:cubicBezTo>
                  <a:cubicBezTo>
                    <a:pt x="853025" y="91272"/>
                    <a:pt x="854163" y="89836"/>
                    <a:pt x="854962" y="87940"/>
                  </a:cubicBezTo>
                  <a:lnTo>
                    <a:pt x="857729" y="87940"/>
                  </a:lnTo>
                  <a:cubicBezTo>
                    <a:pt x="856075" y="92580"/>
                    <a:pt x="853735" y="96074"/>
                    <a:pt x="850709" y="98438"/>
                  </a:cubicBezTo>
                  <a:cubicBezTo>
                    <a:pt x="847683" y="100754"/>
                    <a:pt x="844560" y="101916"/>
                    <a:pt x="841349" y="101916"/>
                  </a:cubicBezTo>
                  <a:cubicBezTo>
                    <a:pt x="839170" y="101916"/>
                    <a:pt x="837048" y="101327"/>
                    <a:pt x="834966" y="100141"/>
                  </a:cubicBezTo>
                  <a:cubicBezTo>
                    <a:pt x="832884" y="98914"/>
                    <a:pt x="831351" y="97187"/>
                    <a:pt x="830358" y="94968"/>
                  </a:cubicBezTo>
                  <a:cubicBezTo>
                    <a:pt x="829366" y="92692"/>
                    <a:pt x="828865" y="89223"/>
                    <a:pt x="828865" y="84543"/>
                  </a:cubicBezTo>
                  <a:lnTo>
                    <a:pt x="828865" y="40847"/>
                  </a:lnTo>
                  <a:lnTo>
                    <a:pt x="818585" y="40847"/>
                  </a:lnTo>
                  <a:lnTo>
                    <a:pt x="818585" y="38507"/>
                  </a:lnTo>
                  <a:cubicBezTo>
                    <a:pt x="821183" y="37474"/>
                    <a:pt x="823830" y="35723"/>
                    <a:pt x="826525" y="33262"/>
                  </a:cubicBezTo>
                  <a:cubicBezTo>
                    <a:pt x="829269" y="30752"/>
                    <a:pt x="831706" y="27799"/>
                    <a:pt x="833828" y="24394"/>
                  </a:cubicBezTo>
                  <a:cubicBezTo>
                    <a:pt x="834917" y="22602"/>
                    <a:pt x="836434" y="19318"/>
                    <a:pt x="838371" y="14541"/>
                  </a:cubicBezTo>
                  <a:lnTo>
                    <a:pt x="840566" y="14541"/>
                  </a:lnTo>
                  <a:close/>
                  <a:moveTo>
                    <a:pt x="878653" y="0"/>
                  </a:moveTo>
                  <a:cubicBezTo>
                    <a:pt x="880638" y="0"/>
                    <a:pt x="882317" y="710"/>
                    <a:pt x="883689" y="2130"/>
                  </a:cubicBezTo>
                  <a:cubicBezTo>
                    <a:pt x="885109" y="3502"/>
                    <a:pt x="885819" y="5180"/>
                    <a:pt x="885819" y="7165"/>
                  </a:cubicBezTo>
                  <a:cubicBezTo>
                    <a:pt x="885819" y="9151"/>
                    <a:pt x="885109" y="10853"/>
                    <a:pt x="883689" y="12265"/>
                  </a:cubicBezTo>
                  <a:cubicBezTo>
                    <a:pt x="882317" y="13686"/>
                    <a:pt x="880638" y="14396"/>
                    <a:pt x="878653" y="14396"/>
                  </a:cubicBezTo>
                  <a:cubicBezTo>
                    <a:pt x="876668" y="14396"/>
                    <a:pt x="874965" y="13686"/>
                    <a:pt x="873545" y="12265"/>
                  </a:cubicBezTo>
                  <a:cubicBezTo>
                    <a:pt x="872125" y="10853"/>
                    <a:pt x="871415" y="9151"/>
                    <a:pt x="871415" y="7165"/>
                  </a:cubicBezTo>
                  <a:cubicBezTo>
                    <a:pt x="871415" y="5180"/>
                    <a:pt x="872101" y="3502"/>
                    <a:pt x="873473" y="2130"/>
                  </a:cubicBezTo>
                  <a:cubicBezTo>
                    <a:pt x="874893" y="710"/>
                    <a:pt x="876620" y="0"/>
                    <a:pt x="878653" y="0"/>
                  </a:cubicBezTo>
                  <a:close/>
                  <a:moveTo>
                    <a:pt x="884536" y="33972"/>
                  </a:moveTo>
                  <a:lnTo>
                    <a:pt x="884536" y="86173"/>
                  </a:lnTo>
                  <a:cubicBezTo>
                    <a:pt x="884536" y="90240"/>
                    <a:pt x="884826" y="92951"/>
                    <a:pt x="885391" y="94323"/>
                  </a:cubicBezTo>
                  <a:cubicBezTo>
                    <a:pt x="886004" y="95646"/>
                    <a:pt x="886884" y="96647"/>
                    <a:pt x="888014" y="97308"/>
                  </a:cubicBezTo>
                  <a:cubicBezTo>
                    <a:pt x="889200" y="97970"/>
                    <a:pt x="891322" y="98301"/>
                    <a:pt x="894397" y="98301"/>
                  </a:cubicBezTo>
                  <a:lnTo>
                    <a:pt x="894397" y="100851"/>
                  </a:lnTo>
                  <a:lnTo>
                    <a:pt x="862837" y="100851"/>
                  </a:lnTo>
                  <a:lnTo>
                    <a:pt x="862837" y="98301"/>
                  </a:lnTo>
                  <a:cubicBezTo>
                    <a:pt x="866009" y="98301"/>
                    <a:pt x="868131" y="97994"/>
                    <a:pt x="869220" y="97373"/>
                  </a:cubicBezTo>
                  <a:cubicBezTo>
                    <a:pt x="870310" y="96759"/>
                    <a:pt x="871157" y="95743"/>
                    <a:pt x="871770" y="94323"/>
                  </a:cubicBezTo>
                  <a:cubicBezTo>
                    <a:pt x="872432" y="92910"/>
                    <a:pt x="872763" y="90191"/>
                    <a:pt x="872763" y="86173"/>
                  </a:cubicBezTo>
                  <a:lnTo>
                    <a:pt x="872763" y="61133"/>
                  </a:lnTo>
                  <a:cubicBezTo>
                    <a:pt x="872763" y="54089"/>
                    <a:pt x="872553" y="49530"/>
                    <a:pt x="872125" y="47448"/>
                  </a:cubicBezTo>
                  <a:cubicBezTo>
                    <a:pt x="871794" y="45931"/>
                    <a:pt x="871278" y="44890"/>
                    <a:pt x="870568" y="44325"/>
                  </a:cubicBezTo>
                  <a:cubicBezTo>
                    <a:pt x="869858" y="43712"/>
                    <a:pt x="868889" y="43405"/>
                    <a:pt x="867663" y="43405"/>
                  </a:cubicBezTo>
                  <a:cubicBezTo>
                    <a:pt x="866339" y="43405"/>
                    <a:pt x="864726" y="43760"/>
                    <a:pt x="862837" y="44470"/>
                  </a:cubicBezTo>
                  <a:lnTo>
                    <a:pt x="861845" y="41912"/>
                  </a:lnTo>
                  <a:lnTo>
                    <a:pt x="881421" y="33972"/>
                  </a:lnTo>
                  <a:lnTo>
                    <a:pt x="884536" y="33972"/>
                  </a:lnTo>
                  <a:close/>
                  <a:moveTo>
                    <a:pt x="921421" y="14541"/>
                  </a:moveTo>
                  <a:lnTo>
                    <a:pt x="921421" y="35884"/>
                  </a:lnTo>
                  <a:lnTo>
                    <a:pt x="936599" y="35884"/>
                  </a:lnTo>
                  <a:lnTo>
                    <a:pt x="936599" y="40847"/>
                  </a:lnTo>
                  <a:lnTo>
                    <a:pt x="921421" y="40847"/>
                  </a:lnTo>
                  <a:lnTo>
                    <a:pt x="921421" y="82977"/>
                  </a:lnTo>
                  <a:cubicBezTo>
                    <a:pt x="921421" y="87189"/>
                    <a:pt x="922010" y="90022"/>
                    <a:pt x="923196" y="91490"/>
                  </a:cubicBezTo>
                  <a:cubicBezTo>
                    <a:pt x="924423" y="92951"/>
                    <a:pt x="925980" y="93685"/>
                    <a:pt x="927876" y="93685"/>
                  </a:cubicBezTo>
                  <a:cubicBezTo>
                    <a:pt x="929434" y="93685"/>
                    <a:pt x="930943" y="93217"/>
                    <a:pt x="932411" y="92273"/>
                  </a:cubicBezTo>
                  <a:cubicBezTo>
                    <a:pt x="933880" y="91272"/>
                    <a:pt x="935010" y="89836"/>
                    <a:pt x="935817" y="87940"/>
                  </a:cubicBezTo>
                  <a:lnTo>
                    <a:pt x="938584" y="87940"/>
                  </a:lnTo>
                  <a:cubicBezTo>
                    <a:pt x="936930" y="92580"/>
                    <a:pt x="934590" y="96074"/>
                    <a:pt x="931564" y="98438"/>
                  </a:cubicBezTo>
                  <a:cubicBezTo>
                    <a:pt x="928538" y="100754"/>
                    <a:pt x="925415" y="101916"/>
                    <a:pt x="922195" y="101916"/>
                  </a:cubicBezTo>
                  <a:cubicBezTo>
                    <a:pt x="920025" y="101916"/>
                    <a:pt x="917895" y="101327"/>
                    <a:pt x="915813" y="100141"/>
                  </a:cubicBezTo>
                  <a:cubicBezTo>
                    <a:pt x="913739" y="98914"/>
                    <a:pt x="912197" y="97187"/>
                    <a:pt x="911205" y="94968"/>
                  </a:cubicBezTo>
                  <a:cubicBezTo>
                    <a:pt x="910212" y="92692"/>
                    <a:pt x="909720" y="89223"/>
                    <a:pt x="909720" y="84543"/>
                  </a:cubicBezTo>
                  <a:lnTo>
                    <a:pt x="909720" y="40847"/>
                  </a:lnTo>
                  <a:lnTo>
                    <a:pt x="899432" y="40847"/>
                  </a:lnTo>
                  <a:lnTo>
                    <a:pt x="899432" y="38507"/>
                  </a:lnTo>
                  <a:cubicBezTo>
                    <a:pt x="902030" y="37474"/>
                    <a:pt x="904685" y="35723"/>
                    <a:pt x="907380" y="33262"/>
                  </a:cubicBezTo>
                  <a:cubicBezTo>
                    <a:pt x="910116" y="30752"/>
                    <a:pt x="912553" y="27799"/>
                    <a:pt x="914683" y="24394"/>
                  </a:cubicBezTo>
                  <a:cubicBezTo>
                    <a:pt x="915772" y="22602"/>
                    <a:pt x="917281" y="19318"/>
                    <a:pt x="919218" y="14541"/>
                  </a:cubicBezTo>
                  <a:lnTo>
                    <a:pt x="921421" y="14541"/>
                  </a:lnTo>
                  <a:close/>
                  <a:moveTo>
                    <a:pt x="959508" y="0"/>
                  </a:moveTo>
                  <a:cubicBezTo>
                    <a:pt x="961493" y="0"/>
                    <a:pt x="963172" y="710"/>
                    <a:pt x="964543" y="2130"/>
                  </a:cubicBezTo>
                  <a:cubicBezTo>
                    <a:pt x="965956" y="3502"/>
                    <a:pt x="966666" y="5180"/>
                    <a:pt x="966666" y="7165"/>
                  </a:cubicBezTo>
                  <a:cubicBezTo>
                    <a:pt x="966666" y="9151"/>
                    <a:pt x="965956" y="10853"/>
                    <a:pt x="964543" y="12265"/>
                  </a:cubicBezTo>
                  <a:cubicBezTo>
                    <a:pt x="963172" y="13686"/>
                    <a:pt x="961493" y="14396"/>
                    <a:pt x="959508" y="14396"/>
                  </a:cubicBezTo>
                  <a:cubicBezTo>
                    <a:pt x="957515" y="14396"/>
                    <a:pt x="955812" y="13686"/>
                    <a:pt x="954400" y="12265"/>
                  </a:cubicBezTo>
                  <a:cubicBezTo>
                    <a:pt x="952980" y="10853"/>
                    <a:pt x="952270" y="9151"/>
                    <a:pt x="952270" y="7165"/>
                  </a:cubicBezTo>
                  <a:cubicBezTo>
                    <a:pt x="952270" y="5180"/>
                    <a:pt x="952956" y="3502"/>
                    <a:pt x="954328" y="2130"/>
                  </a:cubicBezTo>
                  <a:cubicBezTo>
                    <a:pt x="955748" y="710"/>
                    <a:pt x="957475" y="0"/>
                    <a:pt x="959508" y="0"/>
                  </a:cubicBezTo>
                  <a:close/>
                  <a:moveTo>
                    <a:pt x="965391" y="33972"/>
                  </a:moveTo>
                  <a:lnTo>
                    <a:pt x="965391" y="86173"/>
                  </a:lnTo>
                  <a:cubicBezTo>
                    <a:pt x="965391" y="90240"/>
                    <a:pt x="965673" y="92951"/>
                    <a:pt x="966238" y="94323"/>
                  </a:cubicBezTo>
                  <a:cubicBezTo>
                    <a:pt x="966859" y="95646"/>
                    <a:pt x="967731" y="96647"/>
                    <a:pt x="968869" y="97308"/>
                  </a:cubicBezTo>
                  <a:cubicBezTo>
                    <a:pt x="970047" y="97970"/>
                    <a:pt x="972177" y="98301"/>
                    <a:pt x="975251" y="98301"/>
                  </a:cubicBezTo>
                  <a:lnTo>
                    <a:pt x="975251" y="100851"/>
                  </a:lnTo>
                  <a:lnTo>
                    <a:pt x="943692" y="100851"/>
                  </a:lnTo>
                  <a:lnTo>
                    <a:pt x="943692" y="98301"/>
                  </a:lnTo>
                  <a:cubicBezTo>
                    <a:pt x="946855" y="98301"/>
                    <a:pt x="948986" y="97994"/>
                    <a:pt x="950075" y="97373"/>
                  </a:cubicBezTo>
                  <a:cubicBezTo>
                    <a:pt x="951156" y="96759"/>
                    <a:pt x="952012" y="95743"/>
                    <a:pt x="952625" y="94323"/>
                  </a:cubicBezTo>
                  <a:cubicBezTo>
                    <a:pt x="953287" y="92910"/>
                    <a:pt x="953618" y="90191"/>
                    <a:pt x="953618" y="86173"/>
                  </a:cubicBezTo>
                  <a:lnTo>
                    <a:pt x="953618" y="61133"/>
                  </a:lnTo>
                  <a:cubicBezTo>
                    <a:pt x="953618" y="54089"/>
                    <a:pt x="953408" y="49530"/>
                    <a:pt x="952980" y="47448"/>
                  </a:cubicBezTo>
                  <a:cubicBezTo>
                    <a:pt x="952649" y="45931"/>
                    <a:pt x="952125" y="44890"/>
                    <a:pt x="951423" y="44325"/>
                  </a:cubicBezTo>
                  <a:cubicBezTo>
                    <a:pt x="950713" y="43712"/>
                    <a:pt x="949744" y="43405"/>
                    <a:pt x="948510" y="43405"/>
                  </a:cubicBezTo>
                  <a:cubicBezTo>
                    <a:pt x="947186" y="43405"/>
                    <a:pt x="945580" y="43760"/>
                    <a:pt x="943692" y="44470"/>
                  </a:cubicBezTo>
                  <a:lnTo>
                    <a:pt x="942692" y="41912"/>
                  </a:lnTo>
                  <a:lnTo>
                    <a:pt x="962268" y="33972"/>
                  </a:lnTo>
                  <a:lnTo>
                    <a:pt x="965391" y="33972"/>
                  </a:lnTo>
                  <a:close/>
                  <a:moveTo>
                    <a:pt x="1015179" y="33972"/>
                  </a:moveTo>
                  <a:cubicBezTo>
                    <a:pt x="1025015" y="33972"/>
                    <a:pt x="1032907" y="37708"/>
                    <a:pt x="1038862" y="45180"/>
                  </a:cubicBezTo>
                  <a:cubicBezTo>
                    <a:pt x="1043922" y="51563"/>
                    <a:pt x="1046455" y="58890"/>
                    <a:pt x="1046455" y="67161"/>
                  </a:cubicBezTo>
                  <a:cubicBezTo>
                    <a:pt x="1046455" y="72979"/>
                    <a:pt x="1045059" y="78862"/>
                    <a:pt x="1042267" y="84825"/>
                  </a:cubicBezTo>
                  <a:cubicBezTo>
                    <a:pt x="1039483" y="90780"/>
                    <a:pt x="1035626" y="95275"/>
                    <a:pt x="1030712" y="98301"/>
                  </a:cubicBezTo>
                  <a:cubicBezTo>
                    <a:pt x="1025838" y="101327"/>
                    <a:pt x="1020400" y="102836"/>
                    <a:pt x="1014396" y="102836"/>
                  </a:cubicBezTo>
                  <a:cubicBezTo>
                    <a:pt x="1004608" y="102836"/>
                    <a:pt x="996829" y="98938"/>
                    <a:pt x="991067" y="91135"/>
                  </a:cubicBezTo>
                  <a:cubicBezTo>
                    <a:pt x="986194" y="84559"/>
                    <a:pt x="983757" y="77183"/>
                    <a:pt x="983757" y="69009"/>
                  </a:cubicBezTo>
                  <a:cubicBezTo>
                    <a:pt x="983757" y="63046"/>
                    <a:pt x="985225" y="57139"/>
                    <a:pt x="988154" y="51273"/>
                  </a:cubicBezTo>
                  <a:cubicBezTo>
                    <a:pt x="991132" y="45366"/>
                    <a:pt x="995037" y="41017"/>
                    <a:pt x="999855" y="38224"/>
                  </a:cubicBezTo>
                  <a:cubicBezTo>
                    <a:pt x="1004680" y="35392"/>
                    <a:pt x="1009788" y="33972"/>
                    <a:pt x="1015179" y="33972"/>
                  </a:cubicBezTo>
                  <a:close/>
                  <a:moveTo>
                    <a:pt x="1012976" y="38580"/>
                  </a:moveTo>
                  <a:cubicBezTo>
                    <a:pt x="1010474" y="38580"/>
                    <a:pt x="1007940" y="39338"/>
                    <a:pt x="1005390" y="40847"/>
                  </a:cubicBezTo>
                  <a:cubicBezTo>
                    <a:pt x="1002881" y="42316"/>
                    <a:pt x="1000855" y="44914"/>
                    <a:pt x="999290" y="48650"/>
                  </a:cubicBezTo>
                  <a:cubicBezTo>
                    <a:pt x="997733" y="52386"/>
                    <a:pt x="996950" y="57187"/>
                    <a:pt x="996950" y="63046"/>
                  </a:cubicBezTo>
                  <a:cubicBezTo>
                    <a:pt x="996950" y="72503"/>
                    <a:pt x="998822" y="80661"/>
                    <a:pt x="1002550" y="87520"/>
                  </a:cubicBezTo>
                  <a:cubicBezTo>
                    <a:pt x="1006335" y="94371"/>
                    <a:pt x="1011297" y="97800"/>
                    <a:pt x="1017446" y="97800"/>
                  </a:cubicBezTo>
                  <a:cubicBezTo>
                    <a:pt x="1022038" y="97800"/>
                    <a:pt x="1025814" y="95912"/>
                    <a:pt x="1028792" y="92128"/>
                  </a:cubicBezTo>
                  <a:cubicBezTo>
                    <a:pt x="1031777" y="88343"/>
                    <a:pt x="1033262" y="81847"/>
                    <a:pt x="1033262" y="72624"/>
                  </a:cubicBezTo>
                  <a:cubicBezTo>
                    <a:pt x="1033262" y="61085"/>
                    <a:pt x="1030785" y="52007"/>
                    <a:pt x="1025814" y="45390"/>
                  </a:cubicBezTo>
                  <a:cubicBezTo>
                    <a:pt x="1022457" y="40847"/>
                    <a:pt x="1018180" y="38580"/>
                    <a:pt x="1012976" y="38580"/>
                  </a:cubicBezTo>
                  <a:close/>
                  <a:moveTo>
                    <a:pt x="1074964" y="47730"/>
                  </a:moveTo>
                  <a:cubicBezTo>
                    <a:pt x="1082574" y="38555"/>
                    <a:pt x="1089836" y="33972"/>
                    <a:pt x="1096736" y="33972"/>
                  </a:cubicBezTo>
                  <a:cubicBezTo>
                    <a:pt x="1100286" y="33972"/>
                    <a:pt x="1103336" y="34868"/>
                    <a:pt x="1105886" y="36667"/>
                  </a:cubicBezTo>
                  <a:cubicBezTo>
                    <a:pt x="1108444" y="38418"/>
                    <a:pt x="1110470" y="41323"/>
                    <a:pt x="1111987" y="45390"/>
                  </a:cubicBezTo>
                  <a:cubicBezTo>
                    <a:pt x="1113028" y="48231"/>
                    <a:pt x="1113544" y="52580"/>
                    <a:pt x="1113544" y="58438"/>
                  </a:cubicBezTo>
                  <a:lnTo>
                    <a:pt x="1113544" y="86173"/>
                  </a:lnTo>
                  <a:cubicBezTo>
                    <a:pt x="1113544" y="90280"/>
                    <a:pt x="1113875" y="93072"/>
                    <a:pt x="1114537" y="94540"/>
                  </a:cubicBezTo>
                  <a:cubicBezTo>
                    <a:pt x="1115061" y="95719"/>
                    <a:pt x="1115884" y="96647"/>
                    <a:pt x="1117022" y="97308"/>
                  </a:cubicBezTo>
                  <a:cubicBezTo>
                    <a:pt x="1118200" y="97970"/>
                    <a:pt x="1120355" y="98301"/>
                    <a:pt x="1123477" y="98301"/>
                  </a:cubicBezTo>
                  <a:lnTo>
                    <a:pt x="1123477" y="100851"/>
                  </a:lnTo>
                  <a:lnTo>
                    <a:pt x="1091345" y="100851"/>
                  </a:lnTo>
                  <a:lnTo>
                    <a:pt x="1091345" y="98301"/>
                  </a:lnTo>
                  <a:lnTo>
                    <a:pt x="1092693" y="98301"/>
                  </a:lnTo>
                  <a:cubicBezTo>
                    <a:pt x="1095719" y="98301"/>
                    <a:pt x="1097825" y="97849"/>
                    <a:pt x="1099011" y="96953"/>
                  </a:cubicBezTo>
                  <a:cubicBezTo>
                    <a:pt x="1100238" y="96001"/>
                    <a:pt x="1101085" y="94629"/>
                    <a:pt x="1101561" y="92838"/>
                  </a:cubicBezTo>
                  <a:cubicBezTo>
                    <a:pt x="1101747" y="92128"/>
                    <a:pt x="1101843" y="89909"/>
                    <a:pt x="1101843" y="86173"/>
                  </a:cubicBezTo>
                  <a:lnTo>
                    <a:pt x="1101843" y="59576"/>
                  </a:lnTo>
                  <a:cubicBezTo>
                    <a:pt x="1101843" y="53661"/>
                    <a:pt x="1101061" y="49384"/>
                    <a:pt x="1099503" y="46738"/>
                  </a:cubicBezTo>
                  <a:cubicBezTo>
                    <a:pt x="1097994" y="44043"/>
                    <a:pt x="1095412" y="42695"/>
                    <a:pt x="1091773" y="42695"/>
                  </a:cubicBezTo>
                  <a:cubicBezTo>
                    <a:pt x="1086149" y="42695"/>
                    <a:pt x="1080548" y="45769"/>
                    <a:pt x="1074964" y="51918"/>
                  </a:cubicBezTo>
                  <a:lnTo>
                    <a:pt x="1074964" y="86173"/>
                  </a:lnTo>
                  <a:cubicBezTo>
                    <a:pt x="1074964" y="90570"/>
                    <a:pt x="1075223" y="93282"/>
                    <a:pt x="1075747" y="94323"/>
                  </a:cubicBezTo>
                  <a:cubicBezTo>
                    <a:pt x="1076409" y="95694"/>
                    <a:pt x="1077305" y="96711"/>
                    <a:pt x="1078442" y="97373"/>
                  </a:cubicBezTo>
                  <a:cubicBezTo>
                    <a:pt x="1079621" y="97994"/>
                    <a:pt x="1081985" y="98301"/>
                    <a:pt x="1085535" y="98301"/>
                  </a:cubicBezTo>
                  <a:lnTo>
                    <a:pt x="1085535" y="100851"/>
                  </a:lnTo>
                  <a:lnTo>
                    <a:pt x="1053403" y="100851"/>
                  </a:lnTo>
                  <a:lnTo>
                    <a:pt x="1053403" y="98301"/>
                  </a:lnTo>
                  <a:lnTo>
                    <a:pt x="1054823" y="98301"/>
                  </a:lnTo>
                  <a:cubicBezTo>
                    <a:pt x="1058132" y="98301"/>
                    <a:pt x="1060359" y="97470"/>
                    <a:pt x="1061489" y="95815"/>
                  </a:cubicBezTo>
                  <a:cubicBezTo>
                    <a:pt x="1062675" y="94113"/>
                    <a:pt x="1063264" y="90901"/>
                    <a:pt x="1063264" y="86173"/>
                  </a:cubicBezTo>
                  <a:lnTo>
                    <a:pt x="1063264" y="62053"/>
                  </a:lnTo>
                  <a:cubicBezTo>
                    <a:pt x="1063264" y="54258"/>
                    <a:pt x="1063070" y="49506"/>
                    <a:pt x="1062699" y="47803"/>
                  </a:cubicBezTo>
                  <a:cubicBezTo>
                    <a:pt x="1062368" y="46100"/>
                    <a:pt x="1061819" y="44938"/>
                    <a:pt x="1061061" y="44325"/>
                  </a:cubicBezTo>
                  <a:cubicBezTo>
                    <a:pt x="1060359" y="43712"/>
                    <a:pt x="1059383" y="43405"/>
                    <a:pt x="1058156" y="43405"/>
                  </a:cubicBezTo>
                  <a:cubicBezTo>
                    <a:pt x="1056833" y="43405"/>
                    <a:pt x="1055251" y="43760"/>
                    <a:pt x="1053403" y="44470"/>
                  </a:cubicBezTo>
                  <a:lnTo>
                    <a:pt x="1052338" y="41912"/>
                  </a:lnTo>
                  <a:lnTo>
                    <a:pt x="1071914" y="33972"/>
                  </a:lnTo>
                  <a:lnTo>
                    <a:pt x="1074964" y="33972"/>
                  </a:lnTo>
                  <a:lnTo>
                    <a:pt x="1074964" y="47730"/>
                  </a:lnTo>
                  <a:close/>
                </a:path>
              </a:pathLst>
            </a:custGeom>
            <a:solidFill>
              <a:srgbClr val="000000"/>
            </a:solidFill>
            <a:ln w="807" cap="flat">
              <a:noFill/>
              <a:prstDash val="solid"/>
              <a:miter/>
            </a:ln>
          </p:spPr>
        </p:sp>
        <p:sp>
          <p:nvSpPr>
            <p:cNvPr id="534" name="任意形状 533">
              <a:extLst>
                <a:ext uri="{FF2B5EF4-FFF2-40B4-BE49-F238E27FC236}">
                  <a16:creationId xmlns:a16="http://schemas.microsoft.com/office/drawing/2014/main" id="{7DD0FF5C-666E-0847-7B75-10CAD2804FAF}"/>
                </a:ext>
              </a:extLst>
            </p:cNvPr>
            <p:cNvSpPr/>
            <p:nvPr/>
          </p:nvSpPr>
          <p:spPr>
            <a:xfrm>
              <a:off x="2454018" y="1891155"/>
              <a:ext cx="187538" cy="91857"/>
            </a:xfrm>
            <a:custGeom>
              <a:avLst/>
              <a:gdLst>
                <a:gd name="csX0" fmla="*/ 71882 w 159692"/>
                <a:gd name="csY0" fmla="*/ 0 h 78218"/>
                <a:gd name="csX1" fmla="*/ 66306 w 159692"/>
                <a:gd name="csY1" fmla="*/ 24215 h 78218"/>
                <a:gd name="csX2" fmla="*/ 64321 w 159692"/>
                <a:gd name="csY2" fmla="*/ 24215 h 78218"/>
                <a:gd name="csX3" fmla="*/ 64103 w 159692"/>
                <a:gd name="csY3" fmla="*/ 18148 h 78218"/>
                <a:gd name="csX4" fmla="*/ 62828 w 159692"/>
                <a:gd name="csY4" fmla="*/ 12245 h 78218"/>
                <a:gd name="csX5" fmla="*/ 59850 w 159692"/>
                <a:gd name="csY5" fmla="*/ 7777 h 78218"/>
                <a:gd name="csX6" fmla="*/ 54831 w 159692"/>
                <a:gd name="csY6" fmla="*/ 4799 h 78218"/>
                <a:gd name="csX7" fmla="*/ 48101 w 159692"/>
                <a:gd name="csY7" fmla="*/ 3696 h 78218"/>
                <a:gd name="csX8" fmla="*/ 30841 w 159692"/>
                <a:gd name="csY8" fmla="*/ 9101 h 78218"/>
                <a:gd name="csX9" fmla="*/ 16058 w 159692"/>
                <a:gd name="csY9" fmla="*/ 28574 h 78218"/>
                <a:gd name="csX10" fmla="*/ 11644 w 159692"/>
                <a:gd name="csY10" fmla="*/ 49590 h 78218"/>
                <a:gd name="csX11" fmla="*/ 17987 w 159692"/>
                <a:gd name="csY11" fmla="*/ 66966 h 78218"/>
                <a:gd name="csX12" fmla="*/ 34480 w 159692"/>
                <a:gd name="csY12" fmla="*/ 73420 h 78218"/>
                <a:gd name="csX13" fmla="*/ 48101 w 159692"/>
                <a:gd name="csY13" fmla="*/ 70000 h 78218"/>
                <a:gd name="csX14" fmla="*/ 59245 w 159692"/>
                <a:gd name="csY14" fmla="*/ 59464 h 78218"/>
                <a:gd name="csX15" fmla="*/ 61835 w 159692"/>
                <a:gd name="csY15" fmla="*/ 59464 h 78218"/>
                <a:gd name="csX16" fmla="*/ 48376 w 159692"/>
                <a:gd name="csY16" fmla="*/ 73696 h 78218"/>
                <a:gd name="csX17" fmla="*/ 30672 w 159692"/>
                <a:gd name="csY17" fmla="*/ 78219 h 78218"/>
                <a:gd name="csX18" fmla="*/ 14452 w 159692"/>
                <a:gd name="csY18" fmla="*/ 74412 h 78218"/>
                <a:gd name="csX19" fmla="*/ 3696 w 159692"/>
                <a:gd name="csY19" fmla="*/ 63601 h 78218"/>
                <a:gd name="csX20" fmla="*/ 0 w 159692"/>
                <a:gd name="csY20" fmla="*/ 48653 h 78218"/>
                <a:gd name="csX21" fmla="*/ 6568 w 159692"/>
                <a:gd name="csY21" fmla="*/ 24822 h 78218"/>
                <a:gd name="csX22" fmla="*/ 24547 w 159692"/>
                <a:gd name="csY22" fmla="*/ 6619 h 78218"/>
                <a:gd name="csX23" fmla="*/ 47666 w 159692"/>
                <a:gd name="csY23" fmla="*/ 0 h 78218"/>
                <a:gd name="csX24" fmla="*/ 59907 w 159692"/>
                <a:gd name="csY24" fmla="*/ 2592 h 78218"/>
                <a:gd name="csX25" fmla="*/ 64208 w 159692"/>
                <a:gd name="csY25" fmla="*/ 3696 h 78218"/>
                <a:gd name="csX26" fmla="*/ 66532 w 159692"/>
                <a:gd name="csY26" fmla="*/ 3144 h 78218"/>
                <a:gd name="csX27" fmla="*/ 69840 w 159692"/>
                <a:gd name="csY27" fmla="*/ 0 h 78218"/>
                <a:gd name="csX28" fmla="*/ 71882 w 159692"/>
                <a:gd name="csY28" fmla="*/ 0 h 78218"/>
                <a:gd name="csX29" fmla="*/ 82525 w 159692"/>
                <a:gd name="csY29" fmla="*/ 1710 h 78218"/>
                <a:gd name="csX30" fmla="*/ 114133 w 159692"/>
                <a:gd name="csY30" fmla="*/ 1710 h 78218"/>
                <a:gd name="csX31" fmla="*/ 113528 w 159692"/>
                <a:gd name="csY31" fmla="*/ 3751 h 78218"/>
                <a:gd name="csX32" fmla="*/ 106572 w 159692"/>
                <a:gd name="csY32" fmla="*/ 4688 h 78218"/>
                <a:gd name="csX33" fmla="*/ 103046 w 159692"/>
                <a:gd name="csY33" fmla="*/ 7501 h 78218"/>
                <a:gd name="csX34" fmla="*/ 100012 w 159692"/>
                <a:gd name="csY34" fmla="*/ 15059 h 78218"/>
                <a:gd name="csX35" fmla="*/ 92346 w 159692"/>
                <a:gd name="csY35" fmla="*/ 41536 h 78218"/>
                <a:gd name="csX36" fmla="*/ 89917 w 159692"/>
                <a:gd name="csY36" fmla="*/ 50804 h 78218"/>
                <a:gd name="csX37" fmla="*/ 89255 w 159692"/>
                <a:gd name="csY37" fmla="*/ 57367 h 78218"/>
                <a:gd name="csX38" fmla="*/ 94218 w 159692"/>
                <a:gd name="csY38" fmla="*/ 68676 h 78218"/>
                <a:gd name="csX39" fmla="*/ 107516 w 159692"/>
                <a:gd name="csY39" fmla="*/ 73254 h 78218"/>
                <a:gd name="csX40" fmla="*/ 117280 w 159692"/>
                <a:gd name="csY40" fmla="*/ 71214 h 78218"/>
                <a:gd name="csX41" fmla="*/ 124615 w 159692"/>
                <a:gd name="csY41" fmla="*/ 65421 h 78218"/>
                <a:gd name="csX42" fmla="*/ 130239 w 159692"/>
                <a:gd name="csY42" fmla="*/ 55327 h 78218"/>
                <a:gd name="csX43" fmla="*/ 134710 w 159692"/>
                <a:gd name="csY43" fmla="*/ 42419 h 78218"/>
                <a:gd name="csX44" fmla="*/ 141327 w 159692"/>
                <a:gd name="csY44" fmla="*/ 19582 h 78218"/>
                <a:gd name="csX45" fmla="*/ 143812 w 159692"/>
                <a:gd name="csY45" fmla="*/ 8440 h 78218"/>
                <a:gd name="csX46" fmla="*/ 142101 w 159692"/>
                <a:gd name="csY46" fmla="*/ 5350 h 78218"/>
                <a:gd name="csX47" fmla="*/ 135315 w 159692"/>
                <a:gd name="csY47" fmla="*/ 3751 h 78218"/>
                <a:gd name="csX48" fmla="*/ 135920 w 159692"/>
                <a:gd name="csY48" fmla="*/ 1710 h 78218"/>
                <a:gd name="csX49" fmla="*/ 159692 w 159692"/>
                <a:gd name="csY49" fmla="*/ 1710 h 78218"/>
                <a:gd name="csX50" fmla="*/ 159087 w 159692"/>
                <a:gd name="csY50" fmla="*/ 3751 h 78218"/>
                <a:gd name="csX51" fmla="*/ 153019 w 159692"/>
                <a:gd name="csY51" fmla="*/ 4578 h 78218"/>
                <a:gd name="csX52" fmla="*/ 149824 w 159692"/>
                <a:gd name="csY52" fmla="*/ 7446 h 78218"/>
                <a:gd name="csX53" fmla="*/ 146733 w 159692"/>
                <a:gd name="csY53" fmla="*/ 15445 h 78218"/>
                <a:gd name="csX54" fmla="*/ 138623 w 159692"/>
                <a:gd name="csY54" fmla="*/ 43191 h 78218"/>
                <a:gd name="csX55" fmla="*/ 131232 w 159692"/>
                <a:gd name="csY55" fmla="*/ 63160 h 78218"/>
                <a:gd name="csX56" fmla="*/ 121137 w 159692"/>
                <a:gd name="csY56" fmla="*/ 73916 h 78218"/>
                <a:gd name="csX57" fmla="*/ 104813 w 159692"/>
                <a:gd name="csY57" fmla="*/ 78219 h 78218"/>
                <a:gd name="csX58" fmla="*/ 86665 w 159692"/>
                <a:gd name="csY58" fmla="*/ 71875 h 78218"/>
                <a:gd name="csX59" fmla="*/ 79766 w 159692"/>
                <a:gd name="csY59" fmla="*/ 57258 h 78218"/>
                <a:gd name="csX60" fmla="*/ 80371 w 159692"/>
                <a:gd name="csY60" fmla="*/ 50307 h 78218"/>
                <a:gd name="csX61" fmla="*/ 82525 w 159692"/>
                <a:gd name="csY61" fmla="*/ 41923 h 78218"/>
                <a:gd name="csX62" fmla="*/ 89917 w 159692"/>
                <a:gd name="csY62" fmla="*/ 16493 h 78218"/>
                <a:gd name="csX63" fmla="*/ 91458 w 159692"/>
                <a:gd name="csY63" fmla="*/ 8384 h 78218"/>
                <a:gd name="csX64" fmla="*/ 89860 w 159692"/>
                <a:gd name="csY64" fmla="*/ 5240 h 78218"/>
                <a:gd name="csX65" fmla="*/ 81977 w 159692"/>
                <a:gd name="csY65" fmla="*/ 3751 h 78218"/>
                <a:gd name="csX66" fmla="*/ 82525 w 159692"/>
                <a:gd name="csY66" fmla="*/ 1710 h 782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8">
                  <a:moveTo>
                    <a:pt x="71882" y="0"/>
                  </a:moveTo>
                  <a:lnTo>
                    <a:pt x="66306" y="24215"/>
                  </a:lnTo>
                  <a:lnTo>
                    <a:pt x="64321" y="24215"/>
                  </a:lnTo>
                  <a:lnTo>
                    <a:pt x="64103" y="18148"/>
                  </a:lnTo>
                  <a:cubicBezTo>
                    <a:pt x="63917" y="15941"/>
                    <a:pt x="63498" y="13974"/>
                    <a:pt x="62828" y="12245"/>
                  </a:cubicBezTo>
                  <a:cubicBezTo>
                    <a:pt x="62166" y="10517"/>
                    <a:pt x="61174" y="9028"/>
                    <a:pt x="59850" y="7777"/>
                  </a:cubicBezTo>
                  <a:cubicBezTo>
                    <a:pt x="58527" y="6490"/>
                    <a:pt x="56857" y="5498"/>
                    <a:pt x="54831" y="4799"/>
                  </a:cubicBezTo>
                  <a:cubicBezTo>
                    <a:pt x="52814" y="4063"/>
                    <a:pt x="50571" y="3696"/>
                    <a:pt x="48101" y="3696"/>
                  </a:cubicBezTo>
                  <a:cubicBezTo>
                    <a:pt x="41525" y="3696"/>
                    <a:pt x="35763" y="5498"/>
                    <a:pt x="30841" y="9101"/>
                  </a:cubicBezTo>
                  <a:cubicBezTo>
                    <a:pt x="24547" y="13698"/>
                    <a:pt x="19625" y="20189"/>
                    <a:pt x="16058" y="28574"/>
                  </a:cubicBezTo>
                  <a:cubicBezTo>
                    <a:pt x="13113" y="35487"/>
                    <a:pt x="11644" y="42492"/>
                    <a:pt x="11644" y="49590"/>
                  </a:cubicBezTo>
                  <a:cubicBezTo>
                    <a:pt x="11644" y="56834"/>
                    <a:pt x="13758" y="62626"/>
                    <a:pt x="17987" y="66966"/>
                  </a:cubicBezTo>
                  <a:cubicBezTo>
                    <a:pt x="22215" y="71268"/>
                    <a:pt x="27710" y="73420"/>
                    <a:pt x="34480" y="73420"/>
                  </a:cubicBezTo>
                  <a:cubicBezTo>
                    <a:pt x="39588" y="73420"/>
                    <a:pt x="44131" y="72280"/>
                    <a:pt x="48101" y="70000"/>
                  </a:cubicBezTo>
                  <a:cubicBezTo>
                    <a:pt x="52112" y="67720"/>
                    <a:pt x="55824" y="64208"/>
                    <a:pt x="59245" y="59464"/>
                  </a:cubicBezTo>
                  <a:lnTo>
                    <a:pt x="61835" y="59464"/>
                  </a:lnTo>
                  <a:cubicBezTo>
                    <a:pt x="57793" y="65899"/>
                    <a:pt x="53306" y="70643"/>
                    <a:pt x="48376" y="73696"/>
                  </a:cubicBezTo>
                  <a:cubicBezTo>
                    <a:pt x="43453" y="76711"/>
                    <a:pt x="37547" y="78219"/>
                    <a:pt x="30672" y="78219"/>
                  </a:cubicBezTo>
                  <a:cubicBezTo>
                    <a:pt x="24571" y="78219"/>
                    <a:pt x="19165" y="76950"/>
                    <a:pt x="14452" y="74412"/>
                  </a:cubicBezTo>
                  <a:cubicBezTo>
                    <a:pt x="9748" y="71838"/>
                    <a:pt x="6165" y="68234"/>
                    <a:pt x="3696" y="63601"/>
                  </a:cubicBezTo>
                  <a:cubicBezTo>
                    <a:pt x="1235" y="58968"/>
                    <a:pt x="0" y="53985"/>
                    <a:pt x="0" y="48653"/>
                  </a:cubicBezTo>
                  <a:cubicBezTo>
                    <a:pt x="0" y="40488"/>
                    <a:pt x="2195" y="32545"/>
                    <a:pt x="6568" y="24822"/>
                  </a:cubicBezTo>
                  <a:cubicBezTo>
                    <a:pt x="10942" y="17100"/>
                    <a:pt x="16938" y="11032"/>
                    <a:pt x="24547" y="6619"/>
                  </a:cubicBezTo>
                  <a:cubicBezTo>
                    <a:pt x="32197" y="2206"/>
                    <a:pt x="39903" y="0"/>
                    <a:pt x="47666" y="0"/>
                  </a:cubicBezTo>
                  <a:cubicBezTo>
                    <a:pt x="51305" y="0"/>
                    <a:pt x="55388" y="864"/>
                    <a:pt x="59907" y="2592"/>
                  </a:cubicBezTo>
                  <a:cubicBezTo>
                    <a:pt x="61892" y="3328"/>
                    <a:pt x="63328" y="3696"/>
                    <a:pt x="64208" y="3696"/>
                  </a:cubicBezTo>
                  <a:cubicBezTo>
                    <a:pt x="65095" y="3696"/>
                    <a:pt x="65862" y="3512"/>
                    <a:pt x="66532" y="3144"/>
                  </a:cubicBezTo>
                  <a:cubicBezTo>
                    <a:pt x="67193" y="2776"/>
                    <a:pt x="68291" y="1728"/>
                    <a:pt x="69840" y="0"/>
                  </a:cubicBezTo>
                  <a:lnTo>
                    <a:pt x="71882" y="0"/>
                  </a:lnTo>
                  <a:close/>
                  <a:moveTo>
                    <a:pt x="82525" y="1710"/>
                  </a:moveTo>
                  <a:lnTo>
                    <a:pt x="114133" y="1710"/>
                  </a:lnTo>
                  <a:lnTo>
                    <a:pt x="113528" y="3751"/>
                  </a:lnTo>
                  <a:cubicBezTo>
                    <a:pt x="110292" y="3824"/>
                    <a:pt x="107976" y="4136"/>
                    <a:pt x="106572" y="4688"/>
                  </a:cubicBezTo>
                  <a:cubicBezTo>
                    <a:pt x="105216" y="5203"/>
                    <a:pt x="104038" y="6141"/>
                    <a:pt x="103046" y="7501"/>
                  </a:cubicBezTo>
                  <a:cubicBezTo>
                    <a:pt x="102085" y="8863"/>
                    <a:pt x="101077" y="11381"/>
                    <a:pt x="100012" y="15059"/>
                  </a:cubicBezTo>
                  <a:lnTo>
                    <a:pt x="92346" y="41536"/>
                  </a:lnTo>
                  <a:cubicBezTo>
                    <a:pt x="90982" y="46243"/>
                    <a:pt x="90175" y="49333"/>
                    <a:pt x="89917" y="50804"/>
                  </a:cubicBezTo>
                  <a:cubicBezTo>
                    <a:pt x="89473" y="53157"/>
                    <a:pt x="89255" y="55345"/>
                    <a:pt x="89255" y="57367"/>
                  </a:cubicBezTo>
                  <a:cubicBezTo>
                    <a:pt x="89255" y="61818"/>
                    <a:pt x="90909" y="65587"/>
                    <a:pt x="94218" y="68676"/>
                  </a:cubicBezTo>
                  <a:cubicBezTo>
                    <a:pt x="97526" y="71728"/>
                    <a:pt x="101956" y="73254"/>
                    <a:pt x="107516" y="73254"/>
                  </a:cubicBezTo>
                  <a:cubicBezTo>
                    <a:pt x="111155" y="73254"/>
                    <a:pt x="114407" y="72574"/>
                    <a:pt x="117280" y="71214"/>
                  </a:cubicBezTo>
                  <a:cubicBezTo>
                    <a:pt x="120145" y="69816"/>
                    <a:pt x="122590" y="67885"/>
                    <a:pt x="124615" y="65421"/>
                  </a:cubicBezTo>
                  <a:cubicBezTo>
                    <a:pt x="126673" y="62921"/>
                    <a:pt x="128545" y="59556"/>
                    <a:pt x="130239" y="55327"/>
                  </a:cubicBezTo>
                  <a:cubicBezTo>
                    <a:pt x="131934" y="51061"/>
                    <a:pt x="133419" y="46759"/>
                    <a:pt x="134710" y="42419"/>
                  </a:cubicBezTo>
                  <a:lnTo>
                    <a:pt x="141327" y="19582"/>
                  </a:lnTo>
                  <a:cubicBezTo>
                    <a:pt x="142981" y="13882"/>
                    <a:pt x="143812" y="10167"/>
                    <a:pt x="143812" y="8440"/>
                  </a:cubicBezTo>
                  <a:cubicBezTo>
                    <a:pt x="143812" y="7226"/>
                    <a:pt x="143239" y="6196"/>
                    <a:pt x="142101" y="5350"/>
                  </a:cubicBezTo>
                  <a:cubicBezTo>
                    <a:pt x="140996" y="4468"/>
                    <a:pt x="138736" y="3935"/>
                    <a:pt x="135315" y="3751"/>
                  </a:cubicBezTo>
                  <a:lnTo>
                    <a:pt x="135920" y="1710"/>
                  </a:lnTo>
                  <a:lnTo>
                    <a:pt x="159692" y="1710"/>
                  </a:lnTo>
                  <a:lnTo>
                    <a:pt x="159087" y="3751"/>
                  </a:lnTo>
                  <a:cubicBezTo>
                    <a:pt x="156295" y="3751"/>
                    <a:pt x="154270" y="4027"/>
                    <a:pt x="153019" y="4578"/>
                  </a:cubicBezTo>
                  <a:cubicBezTo>
                    <a:pt x="151809" y="5093"/>
                    <a:pt x="150744" y="6049"/>
                    <a:pt x="149824" y="7446"/>
                  </a:cubicBezTo>
                  <a:cubicBezTo>
                    <a:pt x="148904" y="8807"/>
                    <a:pt x="147871" y="11473"/>
                    <a:pt x="146733" y="15445"/>
                  </a:cubicBezTo>
                  <a:lnTo>
                    <a:pt x="138623" y="43191"/>
                  </a:lnTo>
                  <a:cubicBezTo>
                    <a:pt x="136017" y="52201"/>
                    <a:pt x="133548" y="58857"/>
                    <a:pt x="131232" y="63160"/>
                  </a:cubicBezTo>
                  <a:cubicBezTo>
                    <a:pt x="128916" y="67425"/>
                    <a:pt x="125551" y="71011"/>
                    <a:pt x="121137" y="73916"/>
                  </a:cubicBezTo>
                  <a:cubicBezTo>
                    <a:pt x="116763" y="76785"/>
                    <a:pt x="111317" y="78219"/>
                    <a:pt x="104813" y="78219"/>
                  </a:cubicBezTo>
                  <a:cubicBezTo>
                    <a:pt x="97308" y="78219"/>
                    <a:pt x="91256" y="76104"/>
                    <a:pt x="86665" y="71875"/>
                  </a:cubicBezTo>
                  <a:cubicBezTo>
                    <a:pt x="82065" y="67609"/>
                    <a:pt x="79766" y="62737"/>
                    <a:pt x="79766" y="57258"/>
                  </a:cubicBezTo>
                  <a:cubicBezTo>
                    <a:pt x="79766" y="55088"/>
                    <a:pt x="79967" y="52771"/>
                    <a:pt x="80371" y="50307"/>
                  </a:cubicBezTo>
                  <a:cubicBezTo>
                    <a:pt x="80669" y="48689"/>
                    <a:pt x="81387" y="45894"/>
                    <a:pt x="82525" y="41923"/>
                  </a:cubicBezTo>
                  <a:lnTo>
                    <a:pt x="89917" y="16493"/>
                  </a:lnTo>
                  <a:cubicBezTo>
                    <a:pt x="90950" y="12816"/>
                    <a:pt x="91458" y="10112"/>
                    <a:pt x="91458" y="8384"/>
                  </a:cubicBezTo>
                  <a:cubicBezTo>
                    <a:pt x="91458" y="7024"/>
                    <a:pt x="90925" y="5975"/>
                    <a:pt x="89860" y="5240"/>
                  </a:cubicBezTo>
                  <a:cubicBezTo>
                    <a:pt x="88827" y="4468"/>
                    <a:pt x="86205" y="3971"/>
                    <a:pt x="81977" y="3751"/>
                  </a:cubicBezTo>
                  <a:lnTo>
                    <a:pt x="82525" y="1710"/>
                  </a:lnTo>
                  <a:close/>
                </a:path>
              </a:pathLst>
            </a:custGeom>
            <a:solidFill>
              <a:srgbClr val="000000"/>
            </a:solidFill>
            <a:ln w="807" cap="flat">
              <a:noFill/>
              <a:prstDash val="solid"/>
              <a:miter/>
            </a:ln>
          </p:spPr>
        </p:sp>
        <p:sp>
          <p:nvSpPr>
            <p:cNvPr id="535" name="任意形状 534">
              <a:extLst>
                <a:ext uri="{FF2B5EF4-FFF2-40B4-BE49-F238E27FC236}">
                  <a16:creationId xmlns:a16="http://schemas.microsoft.com/office/drawing/2014/main" id="{6062E414-6191-5055-E236-B09994F26F43}"/>
                </a:ext>
              </a:extLst>
            </p:cNvPr>
            <p:cNvSpPr/>
            <p:nvPr/>
          </p:nvSpPr>
          <p:spPr>
            <a:xfrm>
              <a:off x="1377686" y="1576537"/>
              <a:ext cx="321958" cy="117834"/>
            </a:xfrm>
            <a:custGeom>
              <a:avLst/>
              <a:gdLst>
                <a:gd name="csX0" fmla="*/ 27691 w 274153"/>
                <a:gd name="csY0" fmla="*/ 78219 h 100338"/>
                <a:gd name="csX1" fmla="*/ 13460 w 274153"/>
                <a:gd name="csY1" fmla="*/ 89748 h 100338"/>
                <a:gd name="csX2" fmla="*/ 19692 w 274153"/>
                <a:gd name="csY2" fmla="*/ 89141 h 100338"/>
                <a:gd name="csX3" fmla="*/ 24767 w 274153"/>
                <a:gd name="csY3" fmla="*/ 89472 h 100338"/>
                <a:gd name="csX4" fmla="*/ 34807 w 274153"/>
                <a:gd name="csY4" fmla="*/ 91513 h 100338"/>
                <a:gd name="csX5" fmla="*/ 48266 w 274153"/>
                <a:gd name="csY5" fmla="*/ 93278 h 100338"/>
                <a:gd name="csX6" fmla="*/ 58637 w 274153"/>
                <a:gd name="csY6" fmla="*/ 91127 h 100338"/>
                <a:gd name="csX7" fmla="*/ 66966 w 274153"/>
                <a:gd name="csY7" fmla="*/ 84066 h 100338"/>
                <a:gd name="csX8" fmla="*/ 68786 w 274153"/>
                <a:gd name="csY8" fmla="*/ 84949 h 100338"/>
                <a:gd name="csX9" fmla="*/ 55382 w 274153"/>
                <a:gd name="csY9" fmla="*/ 96699 h 100338"/>
                <a:gd name="csX10" fmla="*/ 38999 w 274153"/>
                <a:gd name="csY10" fmla="*/ 100339 h 100338"/>
                <a:gd name="csX11" fmla="*/ 25870 w 274153"/>
                <a:gd name="csY11" fmla="*/ 98463 h 100338"/>
                <a:gd name="csX12" fmla="*/ 8053 w 274153"/>
                <a:gd name="csY12" fmla="*/ 95650 h 100338"/>
                <a:gd name="csX13" fmla="*/ 4909 w 274153"/>
                <a:gd name="csY13" fmla="*/ 95926 h 100338"/>
                <a:gd name="csX14" fmla="*/ 1268 w 274153"/>
                <a:gd name="csY14" fmla="*/ 97250 h 100338"/>
                <a:gd name="csX15" fmla="*/ 0 w 274153"/>
                <a:gd name="csY15" fmla="*/ 95760 h 100338"/>
                <a:gd name="csX16" fmla="*/ 22616 w 274153"/>
                <a:gd name="csY16" fmla="*/ 77888 h 100338"/>
                <a:gd name="csX17" fmla="*/ 6730 w 274153"/>
                <a:gd name="csY17" fmla="*/ 68676 h 100338"/>
                <a:gd name="csX18" fmla="*/ 1323 w 274153"/>
                <a:gd name="csY18" fmla="*/ 52073 h 100338"/>
                <a:gd name="csX19" fmla="*/ 8605 w 274153"/>
                <a:gd name="csY19" fmla="*/ 27084 h 100338"/>
                <a:gd name="csX20" fmla="*/ 27305 w 274153"/>
                <a:gd name="csY20" fmla="*/ 7116 h 100338"/>
                <a:gd name="csX21" fmla="*/ 49701 w 274153"/>
                <a:gd name="csY21" fmla="*/ 0 h 100338"/>
                <a:gd name="csX22" fmla="*/ 63601 w 274153"/>
                <a:gd name="csY22" fmla="*/ 3310 h 100338"/>
                <a:gd name="csX23" fmla="*/ 72537 w 274153"/>
                <a:gd name="csY23" fmla="*/ 12963 h 100338"/>
                <a:gd name="csX24" fmla="*/ 75682 w 274153"/>
                <a:gd name="csY24" fmla="*/ 25871 h 100338"/>
                <a:gd name="csX25" fmla="*/ 68456 w 274153"/>
                <a:gd name="csY25" fmla="*/ 51576 h 100338"/>
                <a:gd name="csX26" fmla="*/ 50473 w 274153"/>
                <a:gd name="csY26" fmla="*/ 71324 h 100338"/>
                <a:gd name="csX27" fmla="*/ 27691 w 274153"/>
                <a:gd name="csY27" fmla="*/ 78219 h 100338"/>
                <a:gd name="csX28" fmla="*/ 48377 w 274153"/>
                <a:gd name="csY28" fmla="*/ 3530 h 100338"/>
                <a:gd name="csX29" fmla="*/ 37565 w 274153"/>
                <a:gd name="csY29" fmla="*/ 6288 h 100338"/>
                <a:gd name="csX30" fmla="*/ 27140 w 274153"/>
                <a:gd name="csY30" fmla="*/ 15225 h 100338"/>
                <a:gd name="csX31" fmla="*/ 17817 w 274153"/>
                <a:gd name="csY31" fmla="*/ 31442 h 100338"/>
                <a:gd name="csX32" fmla="*/ 12797 w 274153"/>
                <a:gd name="csY32" fmla="*/ 54775 h 100338"/>
                <a:gd name="csX33" fmla="*/ 16824 w 274153"/>
                <a:gd name="csY33" fmla="*/ 68676 h 100338"/>
                <a:gd name="csX34" fmla="*/ 29180 w 274153"/>
                <a:gd name="csY34" fmla="*/ 74689 h 100338"/>
                <a:gd name="csX35" fmla="*/ 38999 w 274153"/>
                <a:gd name="csY35" fmla="*/ 72207 h 100338"/>
                <a:gd name="csX36" fmla="*/ 49038 w 274153"/>
                <a:gd name="csY36" fmla="*/ 63767 h 100338"/>
                <a:gd name="csX37" fmla="*/ 60126 w 274153"/>
                <a:gd name="csY37" fmla="*/ 44405 h 100338"/>
                <a:gd name="csX38" fmla="*/ 64594 w 274153"/>
                <a:gd name="csY38" fmla="*/ 22561 h 100338"/>
                <a:gd name="csX39" fmla="*/ 60567 w 274153"/>
                <a:gd name="csY39" fmla="*/ 9322 h 100338"/>
                <a:gd name="csX40" fmla="*/ 48377 w 274153"/>
                <a:gd name="csY40" fmla="*/ 3530 h 100338"/>
                <a:gd name="csX41" fmla="*/ 93940 w 274153"/>
                <a:gd name="csY41" fmla="*/ 1710 h 100338"/>
                <a:gd name="csX42" fmla="*/ 123397 w 274153"/>
                <a:gd name="csY42" fmla="*/ 1710 h 100338"/>
                <a:gd name="csX43" fmla="*/ 140717 w 274153"/>
                <a:gd name="csY43" fmla="*/ 6730 h 100338"/>
                <a:gd name="csX44" fmla="*/ 146454 w 274153"/>
                <a:gd name="csY44" fmla="*/ 18865 h 100338"/>
                <a:gd name="csX45" fmla="*/ 142813 w 274153"/>
                <a:gd name="csY45" fmla="*/ 29897 h 100338"/>
                <a:gd name="csX46" fmla="*/ 132002 w 274153"/>
                <a:gd name="csY46" fmla="*/ 38613 h 100338"/>
                <a:gd name="csX47" fmla="*/ 116501 w 274153"/>
                <a:gd name="csY47" fmla="*/ 41923 h 100338"/>
                <a:gd name="csX48" fmla="*/ 103318 w 274153"/>
                <a:gd name="csY48" fmla="*/ 40047 h 100338"/>
                <a:gd name="csX49" fmla="*/ 97360 w 274153"/>
                <a:gd name="csY49" fmla="*/ 60457 h 100338"/>
                <a:gd name="csX50" fmla="*/ 95264 w 274153"/>
                <a:gd name="csY50" fmla="*/ 70055 h 100338"/>
                <a:gd name="csX51" fmla="*/ 96753 w 274153"/>
                <a:gd name="csY51" fmla="*/ 72979 h 100338"/>
                <a:gd name="csX52" fmla="*/ 103869 w 274153"/>
                <a:gd name="csY52" fmla="*/ 74468 h 100338"/>
                <a:gd name="csX53" fmla="*/ 103318 w 274153"/>
                <a:gd name="csY53" fmla="*/ 76509 h 100338"/>
                <a:gd name="csX54" fmla="*/ 73585 w 274153"/>
                <a:gd name="csY54" fmla="*/ 76509 h 100338"/>
                <a:gd name="csX55" fmla="*/ 74192 w 274153"/>
                <a:gd name="csY55" fmla="*/ 74468 h 100338"/>
                <a:gd name="csX56" fmla="*/ 82301 w 274153"/>
                <a:gd name="csY56" fmla="*/ 72483 h 100338"/>
                <a:gd name="csX57" fmla="*/ 87265 w 274153"/>
                <a:gd name="csY57" fmla="*/ 61340 h 100338"/>
                <a:gd name="csX58" fmla="*/ 99622 w 274153"/>
                <a:gd name="csY58" fmla="*/ 18755 h 100338"/>
                <a:gd name="csX59" fmla="*/ 101828 w 274153"/>
                <a:gd name="csY59" fmla="*/ 8495 h 100338"/>
                <a:gd name="csX60" fmla="*/ 100229 w 274153"/>
                <a:gd name="csY60" fmla="*/ 5296 h 100338"/>
                <a:gd name="csX61" fmla="*/ 93333 w 274153"/>
                <a:gd name="csY61" fmla="*/ 3751 h 100338"/>
                <a:gd name="csX62" fmla="*/ 93940 w 274153"/>
                <a:gd name="csY62" fmla="*/ 1710 h 100338"/>
                <a:gd name="csX63" fmla="*/ 104255 w 274153"/>
                <a:gd name="csY63" fmla="*/ 36572 h 100338"/>
                <a:gd name="csX64" fmla="*/ 114294 w 274153"/>
                <a:gd name="csY64" fmla="*/ 38172 h 100338"/>
                <a:gd name="csX65" fmla="*/ 125217 w 274153"/>
                <a:gd name="csY65" fmla="*/ 35690 h 100338"/>
                <a:gd name="csX66" fmla="*/ 132939 w 274153"/>
                <a:gd name="csY66" fmla="*/ 28243 h 100338"/>
                <a:gd name="csX67" fmla="*/ 135752 w 274153"/>
                <a:gd name="csY67" fmla="*/ 17928 h 100338"/>
                <a:gd name="csX68" fmla="*/ 132333 w 274153"/>
                <a:gd name="csY68" fmla="*/ 9102 h 100338"/>
                <a:gd name="csX69" fmla="*/ 121962 w 274153"/>
                <a:gd name="csY69" fmla="*/ 5847 h 100338"/>
                <a:gd name="csX70" fmla="*/ 112860 w 274153"/>
                <a:gd name="csY70" fmla="*/ 6785 h 100338"/>
                <a:gd name="csX71" fmla="*/ 104255 w 274153"/>
                <a:gd name="csY71" fmla="*/ 36572 h 100338"/>
                <a:gd name="csX72" fmla="*/ 160134 w 274153"/>
                <a:gd name="csY72" fmla="*/ 1710 h 100338"/>
                <a:gd name="csX73" fmla="*/ 191742 w 274153"/>
                <a:gd name="csY73" fmla="*/ 1710 h 100338"/>
                <a:gd name="csX74" fmla="*/ 191135 w 274153"/>
                <a:gd name="csY74" fmla="*/ 3751 h 100338"/>
                <a:gd name="csX75" fmla="*/ 184185 w 274153"/>
                <a:gd name="csY75" fmla="*/ 4689 h 100338"/>
                <a:gd name="csX76" fmla="*/ 180654 w 274153"/>
                <a:gd name="csY76" fmla="*/ 7502 h 100338"/>
                <a:gd name="csX77" fmla="*/ 177620 w 274153"/>
                <a:gd name="csY77" fmla="*/ 15059 h 100338"/>
                <a:gd name="csX78" fmla="*/ 169953 w 274153"/>
                <a:gd name="csY78" fmla="*/ 41537 h 100338"/>
                <a:gd name="csX79" fmla="*/ 167525 w 274153"/>
                <a:gd name="csY79" fmla="*/ 50804 h 100338"/>
                <a:gd name="csX80" fmla="*/ 166864 w 274153"/>
                <a:gd name="csY80" fmla="*/ 57368 h 100338"/>
                <a:gd name="csX81" fmla="*/ 171828 w 274153"/>
                <a:gd name="csY81" fmla="*/ 68676 h 100338"/>
                <a:gd name="csX82" fmla="*/ 185122 w 274153"/>
                <a:gd name="csY82" fmla="*/ 73255 h 100338"/>
                <a:gd name="csX83" fmla="*/ 194886 w 274153"/>
                <a:gd name="csY83" fmla="*/ 71214 h 100338"/>
                <a:gd name="csX84" fmla="*/ 202222 w 274153"/>
                <a:gd name="csY84" fmla="*/ 65422 h 100338"/>
                <a:gd name="csX85" fmla="*/ 207849 w 274153"/>
                <a:gd name="csY85" fmla="*/ 55327 h 100338"/>
                <a:gd name="csX86" fmla="*/ 212317 w 274153"/>
                <a:gd name="csY86" fmla="*/ 42419 h 100338"/>
                <a:gd name="csX87" fmla="*/ 218936 w 274153"/>
                <a:gd name="csY87" fmla="*/ 19582 h 100338"/>
                <a:gd name="csX88" fmla="*/ 221418 w 274153"/>
                <a:gd name="csY88" fmla="*/ 8440 h 100338"/>
                <a:gd name="csX89" fmla="*/ 219708 w 274153"/>
                <a:gd name="csY89" fmla="*/ 5351 h 100338"/>
                <a:gd name="csX90" fmla="*/ 212924 w 274153"/>
                <a:gd name="csY90" fmla="*/ 3751 h 100338"/>
                <a:gd name="csX91" fmla="*/ 213530 w 274153"/>
                <a:gd name="csY91" fmla="*/ 1710 h 100338"/>
                <a:gd name="csX92" fmla="*/ 237305 w 274153"/>
                <a:gd name="csY92" fmla="*/ 1710 h 100338"/>
                <a:gd name="csX93" fmla="*/ 236698 w 274153"/>
                <a:gd name="csY93" fmla="*/ 3751 h 100338"/>
                <a:gd name="csX94" fmla="*/ 230630 w 274153"/>
                <a:gd name="csY94" fmla="*/ 4578 h 100338"/>
                <a:gd name="csX95" fmla="*/ 227431 w 274153"/>
                <a:gd name="csY95" fmla="*/ 7447 h 100338"/>
                <a:gd name="csX96" fmla="*/ 224342 w 274153"/>
                <a:gd name="csY96" fmla="*/ 15445 h 100338"/>
                <a:gd name="csX97" fmla="*/ 216234 w 274153"/>
                <a:gd name="csY97" fmla="*/ 43192 h 100338"/>
                <a:gd name="csX98" fmla="*/ 208841 w 274153"/>
                <a:gd name="csY98" fmla="*/ 63160 h 100338"/>
                <a:gd name="csX99" fmla="*/ 198747 w 274153"/>
                <a:gd name="csY99" fmla="*/ 73916 h 100338"/>
                <a:gd name="csX100" fmla="*/ 182419 w 274153"/>
                <a:gd name="csY100" fmla="*/ 78219 h 100338"/>
                <a:gd name="csX101" fmla="*/ 164271 w 274153"/>
                <a:gd name="csY101" fmla="*/ 71876 h 100338"/>
                <a:gd name="csX102" fmla="*/ 157376 w 274153"/>
                <a:gd name="csY102" fmla="*/ 57258 h 100338"/>
                <a:gd name="csX103" fmla="*/ 157983 w 274153"/>
                <a:gd name="csY103" fmla="*/ 50307 h 100338"/>
                <a:gd name="csX104" fmla="*/ 160134 w 274153"/>
                <a:gd name="csY104" fmla="*/ 41923 h 100338"/>
                <a:gd name="csX105" fmla="*/ 167525 w 274153"/>
                <a:gd name="csY105" fmla="*/ 16493 h 100338"/>
                <a:gd name="csX106" fmla="*/ 169070 w 274153"/>
                <a:gd name="csY106" fmla="*/ 8385 h 100338"/>
                <a:gd name="csX107" fmla="*/ 167471 w 274153"/>
                <a:gd name="csY107" fmla="*/ 5240 h 100338"/>
                <a:gd name="csX108" fmla="*/ 159583 w 274153"/>
                <a:gd name="csY108" fmla="*/ 3751 h 100338"/>
                <a:gd name="csX109" fmla="*/ 160134 w 274153"/>
                <a:gd name="csY109" fmla="*/ 1710 h 100338"/>
                <a:gd name="csX110" fmla="*/ 274153 w 274153"/>
                <a:gd name="csY110" fmla="*/ 166 h 100338"/>
                <a:gd name="csX111" fmla="*/ 256391 w 274153"/>
                <a:gd name="csY111" fmla="*/ 62001 h 100338"/>
                <a:gd name="csX112" fmla="*/ 254846 w 274153"/>
                <a:gd name="csY112" fmla="*/ 69890 h 100338"/>
                <a:gd name="csX113" fmla="*/ 256225 w 274153"/>
                <a:gd name="csY113" fmla="*/ 73034 h 100338"/>
                <a:gd name="csX114" fmla="*/ 262845 w 274153"/>
                <a:gd name="csY114" fmla="*/ 74468 h 100338"/>
                <a:gd name="csX115" fmla="*/ 262293 w 274153"/>
                <a:gd name="csY115" fmla="*/ 76509 h 100338"/>
                <a:gd name="csX116" fmla="*/ 233885 w 274153"/>
                <a:gd name="csY116" fmla="*/ 76509 h 100338"/>
                <a:gd name="csX117" fmla="*/ 234658 w 274153"/>
                <a:gd name="csY117" fmla="*/ 74468 h 100338"/>
                <a:gd name="csX118" fmla="*/ 240614 w 274153"/>
                <a:gd name="csY118" fmla="*/ 73751 h 100338"/>
                <a:gd name="csX119" fmla="*/ 244090 w 274153"/>
                <a:gd name="csY119" fmla="*/ 71103 h 100338"/>
                <a:gd name="csX120" fmla="*/ 247786 w 274153"/>
                <a:gd name="csY120" fmla="*/ 62001 h 100338"/>
                <a:gd name="csX121" fmla="*/ 260584 w 274153"/>
                <a:gd name="csY121" fmla="*/ 17597 h 100338"/>
                <a:gd name="csX122" fmla="*/ 261852 w 274153"/>
                <a:gd name="csY122" fmla="*/ 12963 h 100338"/>
                <a:gd name="csX123" fmla="*/ 262018 w 274153"/>
                <a:gd name="csY123" fmla="*/ 10812 h 100338"/>
                <a:gd name="csX124" fmla="*/ 260969 w 274153"/>
                <a:gd name="csY124" fmla="*/ 7778 h 100338"/>
                <a:gd name="csX125" fmla="*/ 258101 w 274153"/>
                <a:gd name="csY125" fmla="*/ 6675 h 100338"/>
                <a:gd name="csX126" fmla="*/ 253633 w 274153"/>
                <a:gd name="csY126" fmla="*/ 7336 h 100338"/>
                <a:gd name="csX127" fmla="*/ 252916 w 274153"/>
                <a:gd name="csY127" fmla="*/ 5351 h 100338"/>
                <a:gd name="csX128" fmla="*/ 271505 w 274153"/>
                <a:gd name="csY128" fmla="*/ 166 h 100338"/>
                <a:gd name="csX129" fmla="*/ 274153 w 274153"/>
                <a:gd name="csY129" fmla="*/ 166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3" h="100338">
                  <a:moveTo>
                    <a:pt x="27691" y="78219"/>
                  </a:moveTo>
                  <a:lnTo>
                    <a:pt x="13460" y="89748"/>
                  </a:lnTo>
                  <a:cubicBezTo>
                    <a:pt x="15702" y="89343"/>
                    <a:pt x="17780" y="89141"/>
                    <a:pt x="19692" y="89141"/>
                  </a:cubicBezTo>
                  <a:cubicBezTo>
                    <a:pt x="21531" y="89141"/>
                    <a:pt x="23223" y="89251"/>
                    <a:pt x="24767" y="89472"/>
                  </a:cubicBezTo>
                  <a:cubicBezTo>
                    <a:pt x="26349" y="89693"/>
                    <a:pt x="29695" y="90373"/>
                    <a:pt x="34807" y="91513"/>
                  </a:cubicBezTo>
                  <a:cubicBezTo>
                    <a:pt x="39955" y="92690"/>
                    <a:pt x="44442" y="93278"/>
                    <a:pt x="48266" y="93278"/>
                  </a:cubicBezTo>
                  <a:cubicBezTo>
                    <a:pt x="52348" y="93278"/>
                    <a:pt x="55805" y="92561"/>
                    <a:pt x="58637" y="91127"/>
                  </a:cubicBezTo>
                  <a:cubicBezTo>
                    <a:pt x="61505" y="89729"/>
                    <a:pt x="64281" y="87376"/>
                    <a:pt x="66966" y="84066"/>
                  </a:cubicBezTo>
                  <a:lnTo>
                    <a:pt x="68786" y="84949"/>
                  </a:lnTo>
                  <a:cubicBezTo>
                    <a:pt x="64999" y="90392"/>
                    <a:pt x="60531" y="94308"/>
                    <a:pt x="55382" y="96699"/>
                  </a:cubicBezTo>
                  <a:cubicBezTo>
                    <a:pt x="50233" y="99125"/>
                    <a:pt x="44773" y="100339"/>
                    <a:pt x="38999" y="100339"/>
                  </a:cubicBezTo>
                  <a:cubicBezTo>
                    <a:pt x="35800" y="100339"/>
                    <a:pt x="31424" y="99714"/>
                    <a:pt x="25870" y="98463"/>
                  </a:cubicBezTo>
                  <a:cubicBezTo>
                    <a:pt x="17376" y="96588"/>
                    <a:pt x="11437" y="95650"/>
                    <a:pt x="8053" y="95650"/>
                  </a:cubicBezTo>
                  <a:cubicBezTo>
                    <a:pt x="6766" y="95650"/>
                    <a:pt x="5718" y="95742"/>
                    <a:pt x="4909" y="95926"/>
                  </a:cubicBezTo>
                  <a:cubicBezTo>
                    <a:pt x="4100" y="96110"/>
                    <a:pt x="2886" y="96551"/>
                    <a:pt x="1268" y="97250"/>
                  </a:cubicBezTo>
                  <a:lnTo>
                    <a:pt x="0" y="95760"/>
                  </a:lnTo>
                  <a:lnTo>
                    <a:pt x="22616" y="77888"/>
                  </a:lnTo>
                  <a:cubicBezTo>
                    <a:pt x="15629" y="76932"/>
                    <a:pt x="10334" y="73862"/>
                    <a:pt x="6730" y="68676"/>
                  </a:cubicBezTo>
                  <a:cubicBezTo>
                    <a:pt x="3126" y="63491"/>
                    <a:pt x="1323" y="57956"/>
                    <a:pt x="1323" y="52073"/>
                  </a:cubicBezTo>
                  <a:cubicBezTo>
                    <a:pt x="1323" y="44019"/>
                    <a:pt x="3751" y="35690"/>
                    <a:pt x="8605" y="27084"/>
                  </a:cubicBezTo>
                  <a:cubicBezTo>
                    <a:pt x="13496" y="18479"/>
                    <a:pt x="19730" y="11823"/>
                    <a:pt x="27305" y="7116"/>
                  </a:cubicBezTo>
                  <a:cubicBezTo>
                    <a:pt x="34917" y="2372"/>
                    <a:pt x="42383" y="0"/>
                    <a:pt x="49701" y="0"/>
                  </a:cubicBezTo>
                  <a:cubicBezTo>
                    <a:pt x="55143" y="0"/>
                    <a:pt x="59777" y="1103"/>
                    <a:pt x="63601" y="3310"/>
                  </a:cubicBezTo>
                  <a:cubicBezTo>
                    <a:pt x="67462" y="5516"/>
                    <a:pt x="70441" y="8734"/>
                    <a:pt x="72537" y="12963"/>
                  </a:cubicBezTo>
                  <a:cubicBezTo>
                    <a:pt x="74633" y="17155"/>
                    <a:pt x="75682" y="21458"/>
                    <a:pt x="75682" y="25871"/>
                  </a:cubicBezTo>
                  <a:cubicBezTo>
                    <a:pt x="75682" y="34329"/>
                    <a:pt x="73273" y="42897"/>
                    <a:pt x="68456" y="51576"/>
                  </a:cubicBezTo>
                  <a:cubicBezTo>
                    <a:pt x="63638" y="60255"/>
                    <a:pt x="57643" y="66837"/>
                    <a:pt x="50473" y="71324"/>
                  </a:cubicBezTo>
                  <a:cubicBezTo>
                    <a:pt x="43339" y="75774"/>
                    <a:pt x="35745" y="78072"/>
                    <a:pt x="27691" y="78219"/>
                  </a:cubicBezTo>
                  <a:close/>
                  <a:moveTo>
                    <a:pt x="48377" y="3530"/>
                  </a:moveTo>
                  <a:cubicBezTo>
                    <a:pt x="44699" y="3530"/>
                    <a:pt x="41096" y="4450"/>
                    <a:pt x="37565" y="6288"/>
                  </a:cubicBezTo>
                  <a:cubicBezTo>
                    <a:pt x="34071" y="8090"/>
                    <a:pt x="30597" y="11069"/>
                    <a:pt x="27140" y="15225"/>
                  </a:cubicBezTo>
                  <a:cubicBezTo>
                    <a:pt x="23683" y="19343"/>
                    <a:pt x="20575" y="24749"/>
                    <a:pt x="17817" y="31442"/>
                  </a:cubicBezTo>
                  <a:cubicBezTo>
                    <a:pt x="14471" y="39680"/>
                    <a:pt x="12797" y="47457"/>
                    <a:pt x="12797" y="54775"/>
                  </a:cubicBezTo>
                  <a:cubicBezTo>
                    <a:pt x="12797" y="59998"/>
                    <a:pt x="14140" y="64631"/>
                    <a:pt x="16824" y="68676"/>
                  </a:cubicBezTo>
                  <a:cubicBezTo>
                    <a:pt x="19508" y="72684"/>
                    <a:pt x="23627" y="74689"/>
                    <a:pt x="29180" y="74689"/>
                  </a:cubicBezTo>
                  <a:cubicBezTo>
                    <a:pt x="32490" y="74689"/>
                    <a:pt x="35763" y="73862"/>
                    <a:pt x="38999" y="72207"/>
                  </a:cubicBezTo>
                  <a:cubicBezTo>
                    <a:pt x="42235" y="70552"/>
                    <a:pt x="45581" y="67739"/>
                    <a:pt x="49038" y="63767"/>
                  </a:cubicBezTo>
                  <a:cubicBezTo>
                    <a:pt x="53451" y="58692"/>
                    <a:pt x="57147" y="52238"/>
                    <a:pt x="60126" y="44405"/>
                  </a:cubicBezTo>
                  <a:cubicBezTo>
                    <a:pt x="63105" y="36572"/>
                    <a:pt x="64594" y="29291"/>
                    <a:pt x="64594" y="22561"/>
                  </a:cubicBezTo>
                  <a:cubicBezTo>
                    <a:pt x="64594" y="17597"/>
                    <a:pt x="63252" y="13184"/>
                    <a:pt x="60567" y="9322"/>
                  </a:cubicBezTo>
                  <a:cubicBezTo>
                    <a:pt x="57883" y="5461"/>
                    <a:pt x="53819" y="3530"/>
                    <a:pt x="48377" y="3530"/>
                  </a:cubicBezTo>
                  <a:close/>
                  <a:moveTo>
                    <a:pt x="93940" y="1710"/>
                  </a:moveTo>
                  <a:lnTo>
                    <a:pt x="123397" y="1710"/>
                  </a:lnTo>
                  <a:cubicBezTo>
                    <a:pt x="131119" y="1710"/>
                    <a:pt x="136893" y="3383"/>
                    <a:pt x="140717" y="6730"/>
                  </a:cubicBezTo>
                  <a:cubicBezTo>
                    <a:pt x="144541" y="10039"/>
                    <a:pt x="146454" y="14085"/>
                    <a:pt x="146454" y="18865"/>
                  </a:cubicBezTo>
                  <a:cubicBezTo>
                    <a:pt x="146454" y="22653"/>
                    <a:pt x="145240" y="26331"/>
                    <a:pt x="142813" y="29897"/>
                  </a:cubicBezTo>
                  <a:cubicBezTo>
                    <a:pt x="140386" y="33465"/>
                    <a:pt x="136782" y="36370"/>
                    <a:pt x="132002" y="38613"/>
                  </a:cubicBezTo>
                  <a:cubicBezTo>
                    <a:pt x="127221" y="40819"/>
                    <a:pt x="122054" y="41923"/>
                    <a:pt x="116501" y="41923"/>
                  </a:cubicBezTo>
                  <a:cubicBezTo>
                    <a:pt x="113044" y="41923"/>
                    <a:pt x="108650" y="41298"/>
                    <a:pt x="103318" y="40047"/>
                  </a:cubicBezTo>
                  <a:lnTo>
                    <a:pt x="97360" y="60457"/>
                  </a:lnTo>
                  <a:cubicBezTo>
                    <a:pt x="95962" y="65311"/>
                    <a:pt x="95264" y="68511"/>
                    <a:pt x="95264" y="70055"/>
                  </a:cubicBezTo>
                  <a:cubicBezTo>
                    <a:pt x="95264" y="71232"/>
                    <a:pt x="95761" y="72207"/>
                    <a:pt x="96753" y="72979"/>
                  </a:cubicBezTo>
                  <a:cubicBezTo>
                    <a:pt x="97746" y="73751"/>
                    <a:pt x="100118" y="74247"/>
                    <a:pt x="103869" y="74468"/>
                  </a:cubicBezTo>
                  <a:lnTo>
                    <a:pt x="103318" y="76509"/>
                  </a:lnTo>
                  <a:lnTo>
                    <a:pt x="73585" y="76509"/>
                  </a:lnTo>
                  <a:lnTo>
                    <a:pt x="74192" y="74468"/>
                  </a:lnTo>
                  <a:cubicBezTo>
                    <a:pt x="78090" y="74468"/>
                    <a:pt x="80794" y="73806"/>
                    <a:pt x="82301" y="72483"/>
                  </a:cubicBezTo>
                  <a:cubicBezTo>
                    <a:pt x="83845" y="71122"/>
                    <a:pt x="85500" y="67408"/>
                    <a:pt x="87265" y="61340"/>
                  </a:cubicBezTo>
                  <a:lnTo>
                    <a:pt x="99622" y="18755"/>
                  </a:lnTo>
                  <a:cubicBezTo>
                    <a:pt x="101093" y="13643"/>
                    <a:pt x="101828" y="10223"/>
                    <a:pt x="101828" y="8495"/>
                  </a:cubicBezTo>
                  <a:cubicBezTo>
                    <a:pt x="101828" y="7208"/>
                    <a:pt x="101295" y="6141"/>
                    <a:pt x="100229" y="5296"/>
                  </a:cubicBezTo>
                  <a:cubicBezTo>
                    <a:pt x="99199" y="4450"/>
                    <a:pt x="96900" y="3935"/>
                    <a:pt x="93333" y="3751"/>
                  </a:cubicBezTo>
                  <a:lnTo>
                    <a:pt x="93940" y="1710"/>
                  </a:lnTo>
                  <a:close/>
                  <a:moveTo>
                    <a:pt x="104255" y="36572"/>
                  </a:moveTo>
                  <a:cubicBezTo>
                    <a:pt x="108411" y="37638"/>
                    <a:pt x="111757" y="38172"/>
                    <a:pt x="114294" y="38172"/>
                  </a:cubicBezTo>
                  <a:cubicBezTo>
                    <a:pt x="118303" y="38172"/>
                    <a:pt x="121944" y="37345"/>
                    <a:pt x="125217" y="35690"/>
                  </a:cubicBezTo>
                  <a:cubicBezTo>
                    <a:pt x="128526" y="34034"/>
                    <a:pt x="131100" y="31552"/>
                    <a:pt x="132939" y="28243"/>
                  </a:cubicBezTo>
                  <a:cubicBezTo>
                    <a:pt x="134815" y="24933"/>
                    <a:pt x="135752" y="21495"/>
                    <a:pt x="135752" y="17928"/>
                  </a:cubicBezTo>
                  <a:cubicBezTo>
                    <a:pt x="135752" y="14213"/>
                    <a:pt x="134613" y="11271"/>
                    <a:pt x="132333" y="9102"/>
                  </a:cubicBezTo>
                  <a:cubicBezTo>
                    <a:pt x="130052" y="6932"/>
                    <a:pt x="126596" y="5847"/>
                    <a:pt x="121962" y="5847"/>
                  </a:cubicBezTo>
                  <a:cubicBezTo>
                    <a:pt x="119461" y="5847"/>
                    <a:pt x="116428" y="6160"/>
                    <a:pt x="112860" y="6785"/>
                  </a:cubicBezTo>
                  <a:lnTo>
                    <a:pt x="104255" y="36572"/>
                  </a:lnTo>
                  <a:close/>
                  <a:moveTo>
                    <a:pt x="160134" y="1710"/>
                  </a:moveTo>
                  <a:lnTo>
                    <a:pt x="191742" y="1710"/>
                  </a:lnTo>
                  <a:lnTo>
                    <a:pt x="191135" y="3751"/>
                  </a:lnTo>
                  <a:cubicBezTo>
                    <a:pt x="187899" y="3825"/>
                    <a:pt x="185582" y="4137"/>
                    <a:pt x="184185" y="4689"/>
                  </a:cubicBezTo>
                  <a:cubicBezTo>
                    <a:pt x="182824" y="5204"/>
                    <a:pt x="181647" y="6141"/>
                    <a:pt x="180654" y="7502"/>
                  </a:cubicBezTo>
                  <a:cubicBezTo>
                    <a:pt x="179698" y="8863"/>
                    <a:pt x="178687" y="11382"/>
                    <a:pt x="177620" y="15059"/>
                  </a:cubicBezTo>
                  <a:lnTo>
                    <a:pt x="169953" y="41537"/>
                  </a:lnTo>
                  <a:cubicBezTo>
                    <a:pt x="168592" y="46243"/>
                    <a:pt x="167783" y="49333"/>
                    <a:pt x="167525" y="50804"/>
                  </a:cubicBezTo>
                  <a:cubicBezTo>
                    <a:pt x="167084" y="53157"/>
                    <a:pt x="166864" y="55346"/>
                    <a:pt x="166864" y="57368"/>
                  </a:cubicBezTo>
                  <a:cubicBezTo>
                    <a:pt x="166864" y="61818"/>
                    <a:pt x="168519" y="65587"/>
                    <a:pt x="171828" y="68676"/>
                  </a:cubicBezTo>
                  <a:cubicBezTo>
                    <a:pt x="175138" y="71729"/>
                    <a:pt x="179569" y="73255"/>
                    <a:pt x="185122" y="73255"/>
                  </a:cubicBezTo>
                  <a:cubicBezTo>
                    <a:pt x="188763" y="73255"/>
                    <a:pt x="192018" y="72574"/>
                    <a:pt x="194886" y="71214"/>
                  </a:cubicBezTo>
                  <a:cubicBezTo>
                    <a:pt x="197754" y="69816"/>
                    <a:pt x="200200" y="67885"/>
                    <a:pt x="202222" y="65422"/>
                  </a:cubicBezTo>
                  <a:cubicBezTo>
                    <a:pt x="204281" y="62921"/>
                    <a:pt x="206157" y="59556"/>
                    <a:pt x="207849" y="55327"/>
                  </a:cubicBezTo>
                  <a:cubicBezTo>
                    <a:pt x="209540" y="51062"/>
                    <a:pt x="211030" y="46759"/>
                    <a:pt x="212317" y="42419"/>
                  </a:cubicBezTo>
                  <a:lnTo>
                    <a:pt x="218936" y="19582"/>
                  </a:lnTo>
                  <a:cubicBezTo>
                    <a:pt x="220591" y="13882"/>
                    <a:pt x="221418" y="10168"/>
                    <a:pt x="221418" y="8440"/>
                  </a:cubicBezTo>
                  <a:cubicBezTo>
                    <a:pt x="221418" y="7226"/>
                    <a:pt x="220848" y="6197"/>
                    <a:pt x="219708" y="5351"/>
                  </a:cubicBezTo>
                  <a:cubicBezTo>
                    <a:pt x="218605" y="4468"/>
                    <a:pt x="216343" y="3935"/>
                    <a:pt x="212924" y="3751"/>
                  </a:cubicBezTo>
                  <a:lnTo>
                    <a:pt x="213530" y="1710"/>
                  </a:lnTo>
                  <a:lnTo>
                    <a:pt x="237305" y="1710"/>
                  </a:lnTo>
                  <a:lnTo>
                    <a:pt x="236698" y="3751"/>
                  </a:lnTo>
                  <a:cubicBezTo>
                    <a:pt x="233903" y="3751"/>
                    <a:pt x="231881" y="4027"/>
                    <a:pt x="230630" y="4578"/>
                  </a:cubicBezTo>
                  <a:cubicBezTo>
                    <a:pt x="229417" y="5093"/>
                    <a:pt x="228351" y="6049"/>
                    <a:pt x="227431" y="7447"/>
                  </a:cubicBezTo>
                  <a:cubicBezTo>
                    <a:pt x="226512" y="8808"/>
                    <a:pt x="225482" y="11474"/>
                    <a:pt x="224342" y="15445"/>
                  </a:cubicBezTo>
                  <a:lnTo>
                    <a:pt x="216234" y="43192"/>
                  </a:lnTo>
                  <a:cubicBezTo>
                    <a:pt x="213622" y="52201"/>
                    <a:pt x="211159" y="58857"/>
                    <a:pt x="208841" y="63160"/>
                  </a:cubicBezTo>
                  <a:cubicBezTo>
                    <a:pt x="206525" y="67425"/>
                    <a:pt x="203160" y="71011"/>
                    <a:pt x="198747" y="73916"/>
                  </a:cubicBezTo>
                  <a:cubicBezTo>
                    <a:pt x="194371" y="76785"/>
                    <a:pt x="188929" y="78219"/>
                    <a:pt x="182419" y="78219"/>
                  </a:cubicBezTo>
                  <a:cubicBezTo>
                    <a:pt x="174917" y="78219"/>
                    <a:pt x="168868" y="76105"/>
                    <a:pt x="164271" y="71876"/>
                  </a:cubicBezTo>
                  <a:cubicBezTo>
                    <a:pt x="159674" y="67609"/>
                    <a:pt x="157376" y="62737"/>
                    <a:pt x="157376" y="57258"/>
                  </a:cubicBezTo>
                  <a:cubicBezTo>
                    <a:pt x="157376" y="55088"/>
                    <a:pt x="157578" y="52772"/>
                    <a:pt x="157983" y="50307"/>
                  </a:cubicBezTo>
                  <a:cubicBezTo>
                    <a:pt x="158277" y="48689"/>
                    <a:pt x="158994" y="45895"/>
                    <a:pt x="160134" y="41923"/>
                  </a:cubicBezTo>
                  <a:lnTo>
                    <a:pt x="167525" y="16493"/>
                  </a:lnTo>
                  <a:cubicBezTo>
                    <a:pt x="168555" y="12816"/>
                    <a:pt x="169070" y="10113"/>
                    <a:pt x="169070" y="8385"/>
                  </a:cubicBezTo>
                  <a:cubicBezTo>
                    <a:pt x="169070" y="7024"/>
                    <a:pt x="168537" y="5976"/>
                    <a:pt x="167471" y="5240"/>
                  </a:cubicBezTo>
                  <a:cubicBezTo>
                    <a:pt x="166441" y="4468"/>
                    <a:pt x="163811" y="3972"/>
                    <a:pt x="159583" y="3751"/>
                  </a:cubicBezTo>
                  <a:lnTo>
                    <a:pt x="160134" y="1710"/>
                  </a:lnTo>
                  <a:close/>
                  <a:moveTo>
                    <a:pt x="274153" y="166"/>
                  </a:moveTo>
                  <a:lnTo>
                    <a:pt x="256391" y="62001"/>
                  </a:lnTo>
                  <a:cubicBezTo>
                    <a:pt x="255361" y="65642"/>
                    <a:pt x="254846" y="68272"/>
                    <a:pt x="254846" y="69890"/>
                  </a:cubicBezTo>
                  <a:cubicBezTo>
                    <a:pt x="254846" y="71250"/>
                    <a:pt x="255306" y="72299"/>
                    <a:pt x="256225" y="73034"/>
                  </a:cubicBezTo>
                  <a:cubicBezTo>
                    <a:pt x="257182" y="73732"/>
                    <a:pt x="259388" y="74211"/>
                    <a:pt x="262845" y="74468"/>
                  </a:cubicBezTo>
                  <a:lnTo>
                    <a:pt x="262293" y="76509"/>
                  </a:lnTo>
                  <a:lnTo>
                    <a:pt x="233885" y="76509"/>
                  </a:lnTo>
                  <a:lnTo>
                    <a:pt x="234658" y="74468"/>
                  </a:lnTo>
                  <a:cubicBezTo>
                    <a:pt x="237673" y="74395"/>
                    <a:pt x="239659" y="74155"/>
                    <a:pt x="240614" y="73751"/>
                  </a:cubicBezTo>
                  <a:cubicBezTo>
                    <a:pt x="242160" y="73089"/>
                    <a:pt x="243318" y="72207"/>
                    <a:pt x="244090" y="71103"/>
                  </a:cubicBezTo>
                  <a:cubicBezTo>
                    <a:pt x="245303" y="69411"/>
                    <a:pt x="246536" y="66378"/>
                    <a:pt x="247786" y="62001"/>
                  </a:cubicBezTo>
                  <a:lnTo>
                    <a:pt x="260584" y="17597"/>
                  </a:lnTo>
                  <a:cubicBezTo>
                    <a:pt x="261356" y="14912"/>
                    <a:pt x="261779" y="13368"/>
                    <a:pt x="261852" y="12963"/>
                  </a:cubicBezTo>
                  <a:cubicBezTo>
                    <a:pt x="261963" y="12227"/>
                    <a:pt x="262018" y="11510"/>
                    <a:pt x="262018" y="10812"/>
                  </a:cubicBezTo>
                  <a:cubicBezTo>
                    <a:pt x="262018" y="9525"/>
                    <a:pt x="261668" y="8513"/>
                    <a:pt x="260969" y="7778"/>
                  </a:cubicBezTo>
                  <a:cubicBezTo>
                    <a:pt x="260270" y="7042"/>
                    <a:pt x="259314" y="6675"/>
                    <a:pt x="258101" y="6675"/>
                  </a:cubicBezTo>
                  <a:cubicBezTo>
                    <a:pt x="257144" y="6675"/>
                    <a:pt x="255656" y="6895"/>
                    <a:pt x="253633" y="7336"/>
                  </a:cubicBezTo>
                  <a:lnTo>
                    <a:pt x="252916" y="5351"/>
                  </a:lnTo>
                  <a:lnTo>
                    <a:pt x="271505" y="166"/>
                  </a:lnTo>
                  <a:lnTo>
                    <a:pt x="274153" y="166"/>
                  </a:lnTo>
                  <a:close/>
                </a:path>
              </a:pathLst>
            </a:custGeom>
            <a:solidFill>
              <a:srgbClr val="000000"/>
            </a:solidFill>
            <a:ln w="807" cap="flat">
              <a:noFill/>
              <a:prstDash val="solid"/>
              <a:miter/>
            </a:ln>
          </p:spPr>
        </p:sp>
        <p:sp>
          <p:nvSpPr>
            <p:cNvPr id="536" name="任意形状 535">
              <a:extLst>
                <a:ext uri="{FF2B5EF4-FFF2-40B4-BE49-F238E27FC236}">
                  <a16:creationId xmlns:a16="http://schemas.microsoft.com/office/drawing/2014/main" id="{298DC32E-7A2E-9C66-8C80-0EAA2CA2031A}"/>
                </a:ext>
              </a:extLst>
            </p:cNvPr>
            <p:cNvSpPr/>
            <p:nvPr/>
          </p:nvSpPr>
          <p:spPr>
            <a:xfrm>
              <a:off x="1125015" y="3222416"/>
              <a:ext cx="947" cy="242596"/>
            </a:xfrm>
            <a:custGeom>
              <a:avLst/>
              <a:gdLst>
                <a:gd name="csX0" fmla="*/ 0 w 806"/>
                <a:gd name="csY0" fmla="*/ 0 h 206575"/>
                <a:gd name="csX1" fmla="*/ 0 w 806"/>
                <a:gd name="csY1" fmla="*/ 96856 h 206575"/>
                <a:gd name="csX2" fmla="*/ 0 w 806"/>
                <a:gd name="csY2" fmla="*/ 206575 h 206575"/>
              </a:gdLst>
              <a:ahLst/>
              <a:cxnLst>
                <a:cxn ang="0">
                  <a:pos x="csX0" y="csY0"/>
                </a:cxn>
                <a:cxn ang="0">
                  <a:pos x="csX1" y="csY1"/>
                </a:cxn>
                <a:cxn ang="0">
                  <a:pos x="csX2" y="csY2"/>
                </a:cxn>
              </a:cxnLst>
              <a:rect l="l" t="t" r="r" b="b"/>
              <a:pathLst>
                <a:path w="806" h="206575">
                  <a:moveTo>
                    <a:pt x="0" y="0"/>
                  </a:moveTo>
                  <a:lnTo>
                    <a:pt x="0" y="96856"/>
                  </a:lnTo>
                  <a:lnTo>
                    <a:pt x="0" y="206575"/>
                  </a:lnTo>
                </a:path>
              </a:pathLst>
            </a:custGeom>
            <a:noFill/>
            <a:ln w="12104" cap="flat">
              <a:solidFill>
                <a:srgbClr val="F39E85"/>
              </a:solidFill>
              <a:custDash>
                <a:ds d="2250000" sp="2250000"/>
              </a:custDash>
              <a:miter/>
            </a:ln>
          </p:spPr>
        </p:sp>
        <p:sp>
          <p:nvSpPr>
            <p:cNvPr id="537" name="任意形状 536">
              <a:extLst>
                <a:ext uri="{FF2B5EF4-FFF2-40B4-BE49-F238E27FC236}">
                  <a16:creationId xmlns:a16="http://schemas.microsoft.com/office/drawing/2014/main" id="{91978745-DFC2-449B-33D8-85D942474B76}"/>
                </a:ext>
              </a:extLst>
            </p:cNvPr>
            <p:cNvSpPr/>
            <p:nvPr/>
          </p:nvSpPr>
          <p:spPr>
            <a:xfrm>
              <a:off x="1077634" y="3295422"/>
              <a:ext cx="94764" cy="114295"/>
            </a:xfrm>
            <a:custGeom>
              <a:avLst/>
              <a:gdLst>
                <a:gd name="csX0" fmla="*/ 0 w 80693"/>
                <a:gd name="csY0" fmla="*/ 0 h 97324"/>
                <a:gd name="csX1" fmla="*/ 80694 w 80693"/>
                <a:gd name="csY1" fmla="*/ 97324 h 97324"/>
              </a:gdLst>
              <a:ahLst/>
              <a:cxnLst>
                <a:cxn ang="0">
                  <a:pos x="csX0" y="csY0"/>
                </a:cxn>
                <a:cxn ang="0">
                  <a:pos x="csX1" y="csY1"/>
                </a:cxn>
              </a:cxnLst>
              <a:rect l="l" t="t" r="r" b="b"/>
              <a:pathLst>
                <a:path w="80693" h="97324">
                  <a:moveTo>
                    <a:pt x="0" y="0"/>
                  </a:moveTo>
                  <a:lnTo>
                    <a:pt x="80694" y="97324"/>
                  </a:lnTo>
                </a:path>
              </a:pathLst>
            </a:custGeom>
            <a:noFill/>
            <a:ln w="12104" cap="rnd">
              <a:solidFill>
                <a:srgbClr val="F39E85"/>
              </a:solidFill>
              <a:prstDash val="solid"/>
              <a:miter/>
            </a:ln>
          </p:spPr>
        </p:sp>
        <p:sp>
          <p:nvSpPr>
            <p:cNvPr id="538" name="任意形状 537">
              <a:extLst>
                <a:ext uri="{FF2B5EF4-FFF2-40B4-BE49-F238E27FC236}">
                  <a16:creationId xmlns:a16="http://schemas.microsoft.com/office/drawing/2014/main" id="{D06BF0C5-B248-0EF5-1F6A-FFBD8BD64276}"/>
                </a:ext>
              </a:extLst>
            </p:cNvPr>
            <p:cNvSpPr/>
            <p:nvPr/>
          </p:nvSpPr>
          <p:spPr>
            <a:xfrm>
              <a:off x="1081299" y="3293489"/>
              <a:ext cx="89351" cy="118578"/>
            </a:xfrm>
            <a:custGeom>
              <a:avLst/>
              <a:gdLst>
                <a:gd name="csX0" fmla="*/ 76085 w 76084"/>
                <a:gd name="csY0" fmla="*/ 0 h 100971"/>
                <a:gd name="csX1" fmla="*/ 0 w 76084"/>
                <a:gd name="csY1" fmla="*/ 100972 h 100971"/>
              </a:gdLst>
              <a:ahLst/>
              <a:cxnLst>
                <a:cxn ang="0">
                  <a:pos x="csX0" y="csY0"/>
                </a:cxn>
                <a:cxn ang="0">
                  <a:pos x="csX1" y="csY1"/>
                </a:cxn>
              </a:cxnLst>
              <a:rect l="l" t="t" r="r" b="b"/>
              <a:pathLst>
                <a:path w="76084" h="100971">
                  <a:moveTo>
                    <a:pt x="76085" y="0"/>
                  </a:moveTo>
                  <a:lnTo>
                    <a:pt x="0" y="100972"/>
                  </a:lnTo>
                </a:path>
              </a:pathLst>
            </a:custGeom>
            <a:noFill/>
            <a:ln w="12104" cap="rnd">
              <a:solidFill>
                <a:srgbClr val="F39E85"/>
              </a:solidFill>
              <a:prstDash val="solid"/>
              <a:miter/>
            </a:ln>
          </p:spPr>
        </p:sp>
        <p:sp>
          <p:nvSpPr>
            <p:cNvPr id="539" name="任意形状 538">
              <a:extLst>
                <a:ext uri="{FF2B5EF4-FFF2-40B4-BE49-F238E27FC236}">
                  <a16:creationId xmlns:a16="http://schemas.microsoft.com/office/drawing/2014/main" id="{CEF3F850-9CB9-7A1F-4417-4C8E42F4A141}"/>
                </a:ext>
              </a:extLst>
            </p:cNvPr>
            <p:cNvSpPr/>
            <p:nvPr/>
          </p:nvSpPr>
          <p:spPr>
            <a:xfrm>
              <a:off x="2193008" y="3363614"/>
              <a:ext cx="241648" cy="947"/>
            </a:xfrm>
            <a:custGeom>
              <a:avLst/>
              <a:gdLst>
                <a:gd name="csX0" fmla="*/ 0 w 205768"/>
                <a:gd name="csY0" fmla="*/ 0 h 806"/>
                <a:gd name="csX1" fmla="*/ 96477 w 205768"/>
                <a:gd name="csY1" fmla="*/ 0 h 806"/>
                <a:gd name="csX2" fmla="*/ 205768 w 205768"/>
                <a:gd name="csY2" fmla="*/ 0 h 806"/>
              </a:gdLst>
              <a:ahLst/>
              <a:cxnLst>
                <a:cxn ang="0">
                  <a:pos x="csX0" y="csY0"/>
                </a:cxn>
                <a:cxn ang="0">
                  <a:pos x="csX1" y="csY1"/>
                </a:cxn>
                <a:cxn ang="0">
                  <a:pos x="csX2" y="csY2"/>
                </a:cxn>
              </a:cxnLst>
              <a:rect l="l" t="t" r="r" b="b"/>
              <a:pathLst>
                <a:path w="205768" h="806">
                  <a:moveTo>
                    <a:pt x="0" y="0"/>
                  </a:moveTo>
                  <a:lnTo>
                    <a:pt x="96477" y="0"/>
                  </a:lnTo>
                  <a:lnTo>
                    <a:pt x="205768" y="0"/>
                  </a:lnTo>
                </a:path>
              </a:pathLst>
            </a:custGeom>
            <a:noFill/>
            <a:ln w="12104" cap="flat">
              <a:solidFill>
                <a:srgbClr val="F39E85"/>
              </a:solidFill>
              <a:custDash>
                <a:ds d="2250000" sp="2250000"/>
              </a:custDash>
              <a:miter/>
            </a:ln>
          </p:spPr>
        </p:sp>
        <p:sp>
          <p:nvSpPr>
            <p:cNvPr id="540" name="任意形状 539">
              <a:extLst>
                <a:ext uri="{FF2B5EF4-FFF2-40B4-BE49-F238E27FC236}">
                  <a16:creationId xmlns:a16="http://schemas.microsoft.com/office/drawing/2014/main" id="{BD38B680-A024-9497-A1D3-E71E048F8BB4}"/>
                </a:ext>
              </a:extLst>
            </p:cNvPr>
            <p:cNvSpPr/>
            <p:nvPr/>
          </p:nvSpPr>
          <p:spPr>
            <a:xfrm>
              <a:off x="2243234" y="3295384"/>
              <a:ext cx="189527" cy="148650"/>
            </a:xfrm>
            <a:custGeom>
              <a:avLst/>
              <a:gdLst>
                <a:gd name="csX0" fmla="*/ 161387 w 161386"/>
                <a:gd name="csY0" fmla="*/ 17373 h 126578"/>
                <a:gd name="csX1" fmla="*/ 144127 w 161386"/>
                <a:gd name="csY1" fmla="*/ 17373 h 126578"/>
                <a:gd name="csX2" fmla="*/ 72592 w 161386"/>
                <a:gd name="csY2" fmla="*/ 42711 h 126578"/>
                <a:gd name="csX3" fmla="*/ 51329 w 161386"/>
                <a:gd name="csY3" fmla="*/ 31349 h 126578"/>
                <a:gd name="csX4" fmla="*/ 48852 w 161386"/>
                <a:gd name="csY4" fmla="*/ 13750 h 126578"/>
                <a:gd name="csX5" fmla="*/ 35626 w 161386"/>
                <a:gd name="csY5" fmla="*/ 1872 h 126578"/>
                <a:gd name="csX6" fmla="*/ 17857 w 161386"/>
                <a:gd name="csY6" fmla="*/ 1291 h 126578"/>
                <a:gd name="csX7" fmla="*/ 3889 w 161386"/>
                <a:gd name="csY7" fmla="*/ 12281 h 126578"/>
                <a:gd name="csX8" fmla="*/ 274 w 161386"/>
                <a:gd name="csY8" fmla="*/ 29687 h 126578"/>
                <a:gd name="csX9" fmla="*/ 8699 w 161386"/>
                <a:gd name="csY9" fmla="*/ 45334 h 126578"/>
                <a:gd name="csX10" fmla="*/ 25225 w 161386"/>
                <a:gd name="csY10" fmla="*/ 51886 h 126578"/>
                <a:gd name="csX11" fmla="*/ 42090 w 161386"/>
                <a:gd name="csY11" fmla="*/ 46261 h 126578"/>
                <a:gd name="csX12" fmla="*/ 60859 w 161386"/>
                <a:gd name="csY12" fmla="*/ 57672 h 126578"/>
                <a:gd name="csX13" fmla="*/ 57825 w 161386"/>
                <a:gd name="csY13" fmla="*/ 70954 h 126578"/>
                <a:gd name="csX14" fmla="*/ 42130 w 161386"/>
                <a:gd name="csY14" fmla="*/ 80580 h 126578"/>
                <a:gd name="csX15" fmla="*/ 25217 w 161386"/>
                <a:gd name="csY15" fmla="*/ 74996 h 126578"/>
                <a:gd name="csX16" fmla="*/ 8715 w 161386"/>
                <a:gd name="csY16" fmla="*/ 81710 h 126578"/>
                <a:gd name="csX17" fmla="*/ 500 w 161386"/>
                <a:gd name="csY17" fmla="*/ 97518 h 126578"/>
                <a:gd name="csX18" fmla="*/ 4487 w 161386"/>
                <a:gd name="csY18" fmla="*/ 114875 h 126578"/>
                <a:gd name="csX19" fmla="*/ 18769 w 161386"/>
                <a:gd name="csY19" fmla="*/ 125519 h 126578"/>
                <a:gd name="csX20" fmla="*/ 36546 w 161386"/>
                <a:gd name="csY20" fmla="*/ 124365 h 126578"/>
                <a:gd name="csX21" fmla="*/ 49336 w 161386"/>
                <a:gd name="csY21" fmla="*/ 111970 h 126578"/>
                <a:gd name="csX22" fmla="*/ 51047 w 161386"/>
                <a:gd name="csY22" fmla="*/ 94242 h 126578"/>
                <a:gd name="csX23" fmla="*/ 161387 w 161386"/>
                <a:gd name="csY23" fmla="*/ 28880 h 126578"/>
                <a:gd name="csX24" fmla="*/ 161387 w 161386"/>
                <a:gd name="csY24" fmla="*/ 17373 h 126578"/>
                <a:gd name="csX25" fmla="*/ 25991 w 161386"/>
                <a:gd name="csY25" fmla="*/ 40387 h 126578"/>
                <a:gd name="csX26" fmla="*/ 18003 w 161386"/>
                <a:gd name="csY26" fmla="*/ 37966 h 126578"/>
                <a:gd name="csX27" fmla="*/ 12701 w 161386"/>
                <a:gd name="csY27" fmla="*/ 31511 h 126578"/>
                <a:gd name="csX28" fmla="*/ 11886 w 161386"/>
                <a:gd name="csY28" fmla="*/ 23199 h 126578"/>
                <a:gd name="csX29" fmla="*/ 15824 w 161386"/>
                <a:gd name="csY29" fmla="*/ 15832 h 126578"/>
                <a:gd name="csX30" fmla="*/ 23191 w 161386"/>
                <a:gd name="csY30" fmla="*/ 11894 h 126578"/>
                <a:gd name="csX31" fmla="*/ 31495 w 161386"/>
                <a:gd name="csY31" fmla="*/ 12717 h 126578"/>
                <a:gd name="csX32" fmla="*/ 37950 w 161386"/>
                <a:gd name="csY32" fmla="*/ 18011 h 126578"/>
                <a:gd name="csX33" fmla="*/ 40379 w 161386"/>
                <a:gd name="csY33" fmla="*/ 26007 h 126578"/>
                <a:gd name="csX34" fmla="*/ 39282 w 161386"/>
                <a:gd name="csY34" fmla="*/ 31511 h 126578"/>
                <a:gd name="csX35" fmla="*/ 36167 w 161386"/>
                <a:gd name="csY35" fmla="*/ 36175 h 126578"/>
                <a:gd name="csX36" fmla="*/ 31495 w 161386"/>
                <a:gd name="csY36" fmla="*/ 39298 h 126578"/>
                <a:gd name="csX37" fmla="*/ 25991 w 161386"/>
                <a:gd name="csY37" fmla="*/ 40387 h 126578"/>
                <a:gd name="csX38" fmla="*/ 25991 w 161386"/>
                <a:gd name="csY38" fmla="*/ 115182 h 126578"/>
                <a:gd name="csX39" fmla="*/ 18003 w 161386"/>
                <a:gd name="csY39" fmla="*/ 112761 h 126578"/>
                <a:gd name="csX40" fmla="*/ 12701 w 161386"/>
                <a:gd name="csY40" fmla="*/ 106305 h 126578"/>
                <a:gd name="csX41" fmla="*/ 11886 w 161386"/>
                <a:gd name="csY41" fmla="*/ 97994 h 126578"/>
                <a:gd name="csX42" fmla="*/ 15824 w 161386"/>
                <a:gd name="csY42" fmla="*/ 90627 h 126578"/>
                <a:gd name="csX43" fmla="*/ 23191 w 161386"/>
                <a:gd name="csY43" fmla="*/ 86689 h 126578"/>
                <a:gd name="csX44" fmla="*/ 31495 w 161386"/>
                <a:gd name="csY44" fmla="*/ 87512 h 126578"/>
                <a:gd name="csX45" fmla="*/ 37950 w 161386"/>
                <a:gd name="csY45" fmla="*/ 92805 h 126578"/>
                <a:gd name="csX46" fmla="*/ 40379 w 161386"/>
                <a:gd name="csY46" fmla="*/ 100802 h 126578"/>
                <a:gd name="csX47" fmla="*/ 36167 w 161386"/>
                <a:gd name="csY47" fmla="*/ 110970 h 126578"/>
                <a:gd name="csX48" fmla="*/ 25991 w 161386"/>
                <a:gd name="csY48" fmla="*/ 115182 h 126578"/>
                <a:gd name="csX49" fmla="*/ 80653 w 161386"/>
                <a:gd name="csY49" fmla="*/ 63401 h 126578"/>
                <a:gd name="csX50" fmla="*/ 77458 w 161386"/>
                <a:gd name="csY50" fmla="*/ 62432 h 126578"/>
                <a:gd name="csX51" fmla="*/ 75335 w 161386"/>
                <a:gd name="csY51" fmla="*/ 59850 h 126578"/>
                <a:gd name="csX52" fmla="*/ 75005 w 161386"/>
                <a:gd name="csY52" fmla="*/ 56526 h 126578"/>
                <a:gd name="csX53" fmla="*/ 76586 w 161386"/>
                <a:gd name="csY53" fmla="*/ 53580 h 126578"/>
                <a:gd name="csX54" fmla="*/ 79532 w 161386"/>
                <a:gd name="csY54" fmla="*/ 52007 h 126578"/>
                <a:gd name="csX55" fmla="*/ 82856 w 161386"/>
                <a:gd name="csY55" fmla="*/ 52330 h 126578"/>
                <a:gd name="csX56" fmla="*/ 85438 w 161386"/>
                <a:gd name="csY56" fmla="*/ 54452 h 126578"/>
                <a:gd name="csX57" fmla="*/ 86407 w 161386"/>
                <a:gd name="csY57" fmla="*/ 57647 h 126578"/>
                <a:gd name="csX58" fmla="*/ 84720 w 161386"/>
                <a:gd name="csY58" fmla="*/ 61714 h 126578"/>
                <a:gd name="csX59" fmla="*/ 80653 w 161386"/>
                <a:gd name="csY59" fmla="*/ 63401 h 1265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Lst>
              <a:rect l="l" t="t" r="r" b="b"/>
              <a:pathLst>
                <a:path w="161386" h="126578">
                  <a:moveTo>
                    <a:pt x="161387" y="17373"/>
                  </a:moveTo>
                  <a:lnTo>
                    <a:pt x="144127" y="17373"/>
                  </a:lnTo>
                  <a:lnTo>
                    <a:pt x="72592" y="42711"/>
                  </a:lnTo>
                  <a:lnTo>
                    <a:pt x="51329" y="31349"/>
                  </a:lnTo>
                  <a:cubicBezTo>
                    <a:pt x="52596" y="25378"/>
                    <a:pt x="51724" y="19140"/>
                    <a:pt x="48852" y="13750"/>
                  </a:cubicBezTo>
                  <a:cubicBezTo>
                    <a:pt x="45979" y="8360"/>
                    <a:pt x="41299" y="4148"/>
                    <a:pt x="35626" y="1872"/>
                  </a:cubicBezTo>
                  <a:cubicBezTo>
                    <a:pt x="29953" y="-404"/>
                    <a:pt x="23667" y="-613"/>
                    <a:pt x="17857" y="1291"/>
                  </a:cubicBezTo>
                  <a:cubicBezTo>
                    <a:pt x="12055" y="3195"/>
                    <a:pt x="7109" y="7093"/>
                    <a:pt x="3889" y="12281"/>
                  </a:cubicBezTo>
                  <a:cubicBezTo>
                    <a:pt x="670" y="17478"/>
                    <a:pt x="-613" y="23643"/>
                    <a:pt x="274" y="29687"/>
                  </a:cubicBezTo>
                  <a:cubicBezTo>
                    <a:pt x="1154" y="35731"/>
                    <a:pt x="4140" y="41275"/>
                    <a:pt x="8699" y="45334"/>
                  </a:cubicBezTo>
                  <a:cubicBezTo>
                    <a:pt x="13266" y="49392"/>
                    <a:pt x="19116" y="51716"/>
                    <a:pt x="25225" y="51886"/>
                  </a:cubicBezTo>
                  <a:cubicBezTo>
                    <a:pt x="31333" y="52055"/>
                    <a:pt x="37305" y="50062"/>
                    <a:pt x="42090" y="46261"/>
                  </a:cubicBezTo>
                  <a:lnTo>
                    <a:pt x="60859" y="57672"/>
                  </a:lnTo>
                  <a:lnTo>
                    <a:pt x="57825" y="70954"/>
                  </a:lnTo>
                  <a:lnTo>
                    <a:pt x="42130" y="80580"/>
                  </a:lnTo>
                  <a:cubicBezTo>
                    <a:pt x="37337" y="76772"/>
                    <a:pt x="31341" y="74787"/>
                    <a:pt x="25217" y="74996"/>
                  </a:cubicBezTo>
                  <a:cubicBezTo>
                    <a:pt x="19092" y="75206"/>
                    <a:pt x="13250" y="77587"/>
                    <a:pt x="8715" y="81710"/>
                  </a:cubicBezTo>
                  <a:cubicBezTo>
                    <a:pt x="4188" y="85834"/>
                    <a:pt x="1275" y="91442"/>
                    <a:pt x="500" y="97518"/>
                  </a:cubicBezTo>
                  <a:cubicBezTo>
                    <a:pt x="-274" y="103594"/>
                    <a:pt x="1138" y="109743"/>
                    <a:pt x="4487" y="114875"/>
                  </a:cubicBezTo>
                  <a:cubicBezTo>
                    <a:pt x="7835" y="120007"/>
                    <a:pt x="12895" y="123776"/>
                    <a:pt x="18769" y="125519"/>
                  </a:cubicBezTo>
                  <a:cubicBezTo>
                    <a:pt x="24644" y="127253"/>
                    <a:pt x="30946" y="126850"/>
                    <a:pt x="36546" y="124365"/>
                  </a:cubicBezTo>
                  <a:cubicBezTo>
                    <a:pt x="42146" y="121879"/>
                    <a:pt x="46681" y="117490"/>
                    <a:pt x="49336" y="111970"/>
                  </a:cubicBezTo>
                  <a:cubicBezTo>
                    <a:pt x="51991" y="106451"/>
                    <a:pt x="52596" y="100165"/>
                    <a:pt x="51047" y="94242"/>
                  </a:cubicBezTo>
                  <a:lnTo>
                    <a:pt x="161387" y="28880"/>
                  </a:lnTo>
                  <a:lnTo>
                    <a:pt x="161387" y="17373"/>
                  </a:lnTo>
                  <a:close/>
                  <a:moveTo>
                    <a:pt x="25991" y="40387"/>
                  </a:moveTo>
                  <a:cubicBezTo>
                    <a:pt x="23151" y="40387"/>
                    <a:pt x="20367" y="39548"/>
                    <a:pt x="18003" y="37966"/>
                  </a:cubicBezTo>
                  <a:cubicBezTo>
                    <a:pt x="15638" y="36385"/>
                    <a:pt x="13790" y="34141"/>
                    <a:pt x="12701" y="31511"/>
                  </a:cubicBezTo>
                  <a:cubicBezTo>
                    <a:pt x="11620" y="28880"/>
                    <a:pt x="11329" y="25991"/>
                    <a:pt x="11886" y="23199"/>
                  </a:cubicBezTo>
                  <a:cubicBezTo>
                    <a:pt x="12443" y="20407"/>
                    <a:pt x="13815" y="17849"/>
                    <a:pt x="15824" y="15832"/>
                  </a:cubicBezTo>
                  <a:cubicBezTo>
                    <a:pt x="17833" y="13823"/>
                    <a:pt x="20399" y="12451"/>
                    <a:pt x="23191" y="11894"/>
                  </a:cubicBezTo>
                  <a:cubicBezTo>
                    <a:pt x="25975" y="11345"/>
                    <a:pt x="28872" y="11628"/>
                    <a:pt x="31495" y="12717"/>
                  </a:cubicBezTo>
                  <a:cubicBezTo>
                    <a:pt x="34125" y="13807"/>
                    <a:pt x="36377" y="15646"/>
                    <a:pt x="37950" y="18011"/>
                  </a:cubicBezTo>
                  <a:cubicBezTo>
                    <a:pt x="39532" y="20383"/>
                    <a:pt x="40379" y="23159"/>
                    <a:pt x="40379" y="26007"/>
                  </a:cubicBezTo>
                  <a:cubicBezTo>
                    <a:pt x="40379" y="27896"/>
                    <a:pt x="40008" y="29768"/>
                    <a:pt x="39282" y="31511"/>
                  </a:cubicBezTo>
                  <a:cubicBezTo>
                    <a:pt x="38563" y="33254"/>
                    <a:pt x="37498" y="34843"/>
                    <a:pt x="36167" y="36175"/>
                  </a:cubicBezTo>
                  <a:cubicBezTo>
                    <a:pt x="34827" y="37514"/>
                    <a:pt x="33246" y="38571"/>
                    <a:pt x="31495" y="39298"/>
                  </a:cubicBezTo>
                  <a:cubicBezTo>
                    <a:pt x="29752" y="40016"/>
                    <a:pt x="27880" y="40387"/>
                    <a:pt x="25991" y="40387"/>
                  </a:cubicBezTo>
                  <a:close/>
                  <a:moveTo>
                    <a:pt x="25991" y="115182"/>
                  </a:moveTo>
                  <a:cubicBezTo>
                    <a:pt x="23151" y="115182"/>
                    <a:pt x="20367" y="114343"/>
                    <a:pt x="18003" y="112761"/>
                  </a:cubicBezTo>
                  <a:cubicBezTo>
                    <a:pt x="15638" y="111179"/>
                    <a:pt x="13790" y="108936"/>
                    <a:pt x="12701" y="106305"/>
                  </a:cubicBezTo>
                  <a:cubicBezTo>
                    <a:pt x="11620" y="103675"/>
                    <a:pt x="11329" y="100786"/>
                    <a:pt x="11886" y="97994"/>
                  </a:cubicBezTo>
                  <a:cubicBezTo>
                    <a:pt x="12443" y="95202"/>
                    <a:pt x="13815" y="92644"/>
                    <a:pt x="15824" y="90627"/>
                  </a:cubicBezTo>
                  <a:cubicBezTo>
                    <a:pt x="17833" y="88617"/>
                    <a:pt x="20399" y="87246"/>
                    <a:pt x="23191" y="86689"/>
                  </a:cubicBezTo>
                  <a:cubicBezTo>
                    <a:pt x="25975" y="86140"/>
                    <a:pt x="28872" y="86423"/>
                    <a:pt x="31495" y="87512"/>
                  </a:cubicBezTo>
                  <a:cubicBezTo>
                    <a:pt x="34125" y="88601"/>
                    <a:pt x="36377" y="90441"/>
                    <a:pt x="37950" y="92805"/>
                  </a:cubicBezTo>
                  <a:cubicBezTo>
                    <a:pt x="39532" y="95178"/>
                    <a:pt x="40379" y="97954"/>
                    <a:pt x="40379" y="100802"/>
                  </a:cubicBezTo>
                  <a:cubicBezTo>
                    <a:pt x="40379" y="104611"/>
                    <a:pt x="38862" y="108274"/>
                    <a:pt x="36167" y="110970"/>
                  </a:cubicBezTo>
                  <a:cubicBezTo>
                    <a:pt x="33464" y="113665"/>
                    <a:pt x="29808" y="115182"/>
                    <a:pt x="25991" y="115182"/>
                  </a:cubicBezTo>
                  <a:close/>
                  <a:moveTo>
                    <a:pt x="80653" y="63401"/>
                  </a:moveTo>
                  <a:cubicBezTo>
                    <a:pt x="79515" y="63401"/>
                    <a:pt x="78402" y="63062"/>
                    <a:pt x="77458" y="62432"/>
                  </a:cubicBezTo>
                  <a:cubicBezTo>
                    <a:pt x="76506" y="61803"/>
                    <a:pt x="75771" y="60899"/>
                    <a:pt x="75335" y="59850"/>
                  </a:cubicBezTo>
                  <a:cubicBezTo>
                    <a:pt x="74900" y="58801"/>
                    <a:pt x="74787" y="57639"/>
                    <a:pt x="75005" y="56526"/>
                  </a:cubicBezTo>
                  <a:cubicBezTo>
                    <a:pt x="75230" y="55412"/>
                    <a:pt x="75779" y="54387"/>
                    <a:pt x="76586" y="53580"/>
                  </a:cubicBezTo>
                  <a:cubicBezTo>
                    <a:pt x="77385" y="52773"/>
                    <a:pt x="78410" y="52225"/>
                    <a:pt x="79532" y="52007"/>
                  </a:cubicBezTo>
                  <a:cubicBezTo>
                    <a:pt x="80645" y="51781"/>
                    <a:pt x="81799" y="51902"/>
                    <a:pt x="82856" y="52330"/>
                  </a:cubicBezTo>
                  <a:cubicBezTo>
                    <a:pt x="83905" y="52765"/>
                    <a:pt x="84801" y="53508"/>
                    <a:pt x="85438" y="54452"/>
                  </a:cubicBezTo>
                  <a:cubicBezTo>
                    <a:pt x="86068" y="55396"/>
                    <a:pt x="86407" y="56510"/>
                    <a:pt x="86407" y="57647"/>
                  </a:cubicBezTo>
                  <a:cubicBezTo>
                    <a:pt x="86407" y="59172"/>
                    <a:pt x="85801" y="60641"/>
                    <a:pt x="84720" y="61714"/>
                  </a:cubicBezTo>
                  <a:cubicBezTo>
                    <a:pt x="83639" y="62796"/>
                    <a:pt x="82178" y="63401"/>
                    <a:pt x="80653" y="63401"/>
                  </a:cubicBezTo>
                  <a:close/>
                </a:path>
              </a:pathLst>
            </a:custGeom>
            <a:solidFill>
              <a:srgbClr val="F39E85"/>
            </a:solidFill>
            <a:ln w="807" cap="flat">
              <a:noFill/>
              <a:prstDash val="solid"/>
              <a:miter/>
            </a:ln>
          </p:spPr>
        </p:sp>
        <p:sp>
          <p:nvSpPr>
            <p:cNvPr id="541" name="任意形状 540">
              <a:extLst>
                <a:ext uri="{FF2B5EF4-FFF2-40B4-BE49-F238E27FC236}">
                  <a16:creationId xmlns:a16="http://schemas.microsoft.com/office/drawing/2014/main" id="{5ECF62B4-E77D-4031-3ADD-515B5933719E}"/>
                </a:ext>
              </a:extLst>
            </p:cNvPr>
            <p:cNvSpPr/>
            <p:nvPr/>
          </p:nvSpPr>
          <p:spPr>
            <a:xfrm>
              <a:off x="2339874" y="3371480"/>
              <a:ext cx="92887" cy="45657"/>
            </a:xfrm>
            <a:custGeom>
              <a:avLst/>
              <a:gdLst>
                <a:gd name="csX0" fmla="*/ 30115 w 79095"/>
                <a:gd name="csY0" fmla="*/ 0 h 38878"/>
                <a:gd name="csX1" fmla="*/ 0 w 79095"/>
                <a:gd name="csY1" fmla="*/ 17325 h 38878"/>
                <a:gd name="csX2" fmla="*/ 61835 w 79095"/>
                <a:gd name="csY2" fmla="*/ 38878 h 38878"/>
                <a:gd name="csX3" fmla="*/ 79096 w 79095"/>
                <a:gd name="csY3" fmla="*/ 38878 h 38878"/>
                <a:gd name="csX4" fmla="*/ 79096 w 79095"/>
                <a:gd name="csY4" fmla="*/ 27371 h 38878"/>
                <a:gd name="csX5" fmla="*/ 30115 w 79095"/>
                <a:gd name="csY5" fmla="*/ 0 h 38878"/>
              </a:gdLst>
              <a:ahLst/>
              <a:cxnLst>
                <a:cxn ang="0">
                  <a:pos x="csX0" y="csY0"/>
                </a:cxn>
                <a:cxn ang="0">
                  <a:pos x="csX1" y="csY1"/>
                </a:cxn>
                <a:cxn ang="0">
                  <a:pos x="csX2" y="csY2"/>
                </a:cxn>
                <a:cxn ang="0">
                  <a:pos x="csX3" y="csY3"/>
                </a:cxn>
                <a:cxn ang="0">
                  <a:pos x="csX4" y="csY4"/>
                </a:cxn>
                <a:cxn ang="0">
                  <a:pos x="csX5" y="csY5"/>
                </a:cxn>
              </a:cxnLst>
              <a:rect l="l" t="t" r="r" b="b"/>
              <a:pathLst>
                <a:path w="79095" h="38878">
                  <a:moveTo>
                    <a:pt x="30115" y="0"/>
                  </a:moveTo>
                  <a:lnTo>
                    <a:pt x="0" y="17325"/>
                  </a:lnTo>
                  <a:lnTo>
                    <a:pt x="61835" y="38878"/>
                  </a:lnTo>
                  <a:lnTo>
                    <a:pt x="79096" y="38878"/>
                  </a:lnTo>
                  <a:lnTo>
                    <a:pt x="79096" y="27371"/>
                  </a:lnTo>
                  <a:lnTo>
                    <a:pt x="30115" y="0"/>
                  </a:lnTo>
                  <a:close/>
                </a:path>
              </a:pathLst>
            </a:custGeom>
            <a:solidFill>
              <a:srgbClr val="F39E85"/>
            </a:solidFill>
            <a:ln w="807" cap="flat">
              <a:noFill/>
              <a:prstDash val="solid"/>
              <a:miter/>
            </a:ln>
          </p:spPr>
        </p:sp>
        <p:sp>
          <p:nvSpPr>
            <p:cNvPr id="542" name="任意形状 541">
              <a:extLst>
                <a:ext uri="{FF2B5EF4-FFF2-40B4-BE49-F238E27FC236}">
                  <a16:creationId xmlns:a16="http://schemas.microsoft.com/office/drawing/2014/main" id="{9D743676-BC76-7B49-ADD8-F67F09351CE0}"/>
                </a:ext>
              </a:extLst>
            </p:cNvPr>
            <p:cNvSpPr/>
            <p:nvPr/>
          </p:nvSpPr>
          <p:spPr>
            <a:xfrm>
              <a:off x="2486864" y="3303572"/>
              <a:ext cx="809419" cy="135114"/>
            </a:xfrm>
            <a:custGeom>
              <a:avLst/>
              <a:gdLst>
                <a:gd name="csX0" fmla="*/ 83978 w 689235"/>
                <a:gd name="csY0" fmla="*/ 0 h 115052"/>
                <a:gd name="csX1" fmla="*/ 77611 w 689235"/>
                <a:gd name="csY1" fmla="*/ 26919 h 115052"/>
                <a:gd name="csX2" fmla="*/ 75215 w 689235"/>
                <a:gd name="csY2" fmla="*/ 26919 h 115052"/>
                <a:gd name="csX3" fmla="*/ 75779 w 689235"/>
                <a:gd name="csY3" fmla="*/ 19923 h 115052"/>
                <a:gd name="csX4" fmla="*/ 70292 w 689235"/>
                <a:gd name="csY4" fmla="*/ 9013 h 115052"/>
                <a:gd name="csX5" fmla="*/ 55291 w 689235"/>
                <a:gd name="csY5" fmla="*/ 4228 h 115052"/>
                <a:gd name="csX6" fmla="*/ 23264 w 689235"/>
                <a:gd name="csY6" fmla="*/ 22634 h 115052"/>
                <a:gd name="csX7" fmla="*/ 13371 w 689235"/>
                <a:gd name="csY7" fmla="*/ 55227 h 115052"/>
                <a:gd name="csX8" fmla="*/ 19479 w 689235"/>
                <a:gd name="csY8" fmla="*/ 75900 h 115052"/>
                <a:gd name="csX9" fmla="*/ 38329 w 689235"/>
                <a:gd name="csY9" fmla="*/ 84599 h 115052"/>
                <a:gd name="csX10" fmla="*/ 44260 w 689235"/>
                <a:gd name="csY10" fmla="*/ 84034 h 115052"/>
                <a:gd name="csX11" fmla="*/ 52766 w 689235"/>
                <a:gd name="csY11" fmla="*/ 81517 h 115052"/>
                <a:gd name="csX12" fmla="*/ 59011 w 689235"/>
                <a:gd name="csY12" fmla="*/ 59511 h 115052"/>
                <a:gd name="csX13" fmla="*/ 60335 w 689235"/>
                <a:gd name="csY13" fmla="*/ 52265 h 115052"/>
                <a:gd name="csX14" fmla="*/ 58696 w 689235"/>
                <a:gd name="csY14" fmla="*/ 48795 h 115052"/>
                <a:gd name="csX15" fmla="*/ 50119 w 689235"/>
                <a:gd name="csY15" fmla="*/ 46964 h 115052"/>
                <a:gd name="csX16" fmla="*/ 48360 w 689235"/>
                <a:gd name="csY16" fmla="*/ 46964 h 115052"/>
                <a:gd name="csX17" fmla="*/ 49054 w 689235"/>
                <a:gd name="csY17" fmla="*/ 44511 h 115052"/>
                <a:gd name="csX18" fmla="*/ 84607 w 689235"/>
                <a:gd name="csY18" fmla="*/ 44511 h 115052"/>
                <a:gd name="csX19" fmla="*/ 83978 w 689235"/>
                <a:gd name="csY19" fmla="*/ 46964 h 115052"/>
                <a:gd name="csX20" fmla="*/ 76917 w 689235"/>
                <a:gd name="csY20" fmla="*/ 48101 h 115052"/>
                <a:gd name="csX21" fmla="*/ 73133 w 689235"/>
                <a:gd name="csY21" fmla="*/ 51757 h 115052"/>
                <a:gd name="csX22" fmla="*/ 69663 w 689235"/>
                <a:gd name="csY22" fmla="*/ 61658 h 115052"/>
                <a:gd name="csX23" fmla="*/ 63361 w 689235"/>
                <a:gd name="csY23" fmla="*/ 83276 h 115052"/>
                <a:gd name="csX24" fmla="*/ 49425 w 689235"/>
                <a:gd name="csY24" fmla="*/ 88198 h 115052"/>
                <a:gd name="csX25" fmla="*/ 38273 w 689235"/>
                <a:gd name="csY25" fmla="*/ 89457 h 115052"/>
                <a:gd name="csX26" fmla="*/ 16397 w 689235"/>
                <a:gd name="csY26" fmla="*/ 84413 h 115052"/>
                <a:gd name="csX27" fmla="*/ 3978 w 689235"/>
                <a:gd name="csY27" fmla="*/ 70986 h 115052"/>
                <a:gd name="csX28" fmla="*/ 0 w 689235"/>
                <a:gd name="csY28" fmla="*/ 54339 h 115052"/>
                <a:gd name="csX29" fmla="*/ 4672 w 689235"/>
                <a:gd name="csY29" fmla="*/ 33286 h 115052"/>
                <a:gd name="csX30" fmla="*/ 16268 w 689235"/>
                <a:gd name="csY30" fmla="*/ 16389 h 115052"/>
                <a:gd name="csX31" fmla="*/ 31462 w 689235"/>
                <a:gd name="csY31" fmla="*/ 5487 h 115052"/>
                <a:gd name="csX32" fmla="*/ 55162 w 689235"/>
                <a:gd name="csY32" fmla="*/ 0 h 115052"/>
                <a:gd name="csX33" fmla="*/ 71680 w 689235"/>
                <a:gd name="csY33" fmla="*/ 3026 h 115052"/>
                <a:gd name="csX34" fmla="*/ 76030 w 689235"/>
                <a:gd name="csY34" fmla="*/ 4228 h 115052"/>
                <a:gd name="csX35" fmla="*/ 78676 w 689235"/>
                <a:gd name="csY35" fmla="*/ 3534 h 115052"/>
                <a:gd name="csX36" fmla="*/ 81581 w 689235"/>
                <a:gd name="csY36" fmla="*/ 0 h 115052"/>
                <a:gd name="csX37" fmla="*/ 83978 w 689235"/>
                <a:gd name="csY37" fmla="*/ 0 h 115052"/>
                <a:gd name="csX38" fmla="*/ 144934 w 689235"/>
                <a:gd name="csY38" fmla="*/ 30389 h 115052"/>
                <a:gd name="csX39" fmla="*/ 132644 w 689235"/>
                <a:gd name="csY39" fmla="*/ 73133 h 115052"/>
                <a:gd name="csX40" fmla="*/ 131256 w 689235"/>
                <a:gd name="csY40" fmla="*/ 78870 h 115052"/>
                <a:gd name="csX41" fmla="*/ 131071 w 689235"/>
                <a:gd name="csY41" fmla="*/ 80250 h 115052"/>
                <a:gd name="csX42" fmla="*/ 131700 w 689235"/>
                <a:gd name="csY42" fmla="*/ 82017 h 115052"/>
                <a:gd name="csX43" fmla="*/ 132959 w 689235"/>
                <a:gd name="csY43" fmla="*/ 82582 h 115052"/>
                <a:gd name="csX44" fmla="*/ 135105 w 689235"/>
                <a:gd name="csY44" fmla="*/ 81573 h 115052"/>
                <a:gd name="csX45" fmla="*/ 141658 w 689235"/>
                <a:gd name="csY45" fmla="*/ 74012 h 115052"/>
                <a:gd name="csX46" fmla="*/ 143804 w 689235"/>
                <a:gd name="csY46" fmla="*/ 75521 h 115052"/>
                <a:gd name="csX47" fmla="*/ 134847 w 689235"/>
                <a:gd name="csY47" fmla="*/ 85551 h 115052"/>
                <a:gd name="csX48" fmla="*/ 126342 w 689235"/>
                <a:gd name="csY48" fmla="*/ 88956 h 115052"/>
                <a:gd name="csX49" fmla="*/ 122243 w 689235"/>
                <a:gd name="csY49" fmla="*/ 87569 h 115052"/>
                <a:gd name="csX50" fmla="*/ 120919 w 689235"/>
                <a:gd name="csY50" fmla="*/ 83655 h 115052"/>
                <a:gd name="csX51" fmla="*/ 122307 w 689235"/>
                <a:gd name="csY51" fmla="*/ 75521 h 115052"/>
                <a:gd name="csX52" fmla="*/ 123631 w 689235"/>
                <a:gd name="csY52" fmla="*/ 70800 h 115052"/>
                <a:gd name="csX53" fmla="*/ 108436 w 689235"/>
                <a:gd name="csY53" fmla="*/ 85866 h 115052"/>
                <a:gd name="csX54" fmla="*/ 98664 w 689235"/>
                <a:gd name="csY54" fmla="*/ 88956 h 115052"/>
                <a:gd name="csX55" fmla="*/ 90724 w 689235"/>
                <a:gd name="csY55" fmla="*/ 85172 h 115052"/>
                <a:gd name="csX56" fmla="*/ 87383 w 689235"/>
                <a:gd name="csY56" fmla="*/ 74641 h 115052"/>
                <a:gd name="csX57" fmla="*/ 93371 w 689235"/>
                <a:gd name="csY57" fmla="*/ 53524 h 115052"/>
                <a:gd name="csX58" fmla="*/ 108686 w 689235"/>
                <a:gd name="csY58" fmla="*/ 35683 h 115052"/>
                <a:gd name="csX59" fmla="*/ 122364 w 689235"/>
                <a:gd name="csY59" fmla="*/ 30389 h 115052"/>
                <a:gd name="csX60" fmla="*/ 128730 w 689235"/>
                <a:gd name="csY60" fmla="*/ 32407 h 115052"/>
                <a:gd name="csX61" fmla="*/ 132644 w 689235"/>
                <a:gd name="csY61" fmla="*/ 39088 h 115052"/>
                <a:gd name="csX62" fmla="*/ 134912 w 689235"/>
                <a:gd name="csY62" fmla="*/ 31898 h 115052"/>
                <a:gd name="csX63" fmla="*/ 144934 w 689235"/>
                <a:gd name="csY63" fmla="*/ 30389 h 115052"/>
                <a:gd name="csX64" fmla="*/ 122493 w 689235"/>
                <a:gd name="csY64" fmla="*/ 33665 h 115052"/>
                <a:gd name="csX65" fmla="*/ 113923 w 689235"/>
                <a:gd name="csY65" fmla="*/ 37450 h 115052"/>
                <a:gd name="csX66" fmla="*/ 102449 w 689235"/>
                <a:gd name="csY66" fmla="*/ 53330 h 115052"/>
                <a:gd name="csX67" fmla="*/ 97470 w 689235"/>
                <a:gd name="csY67" fmla="*/ 72374 h 115052"/>
                <a:gd name="csX68" fmla="*/ 99608 w 689235"/>
                <a:gd name="csY68" fmla="*/ 79185 h 115052"/>
                <a:gd name="csX69" fmla="*/ 104522 w 689235"/>
                <a:gd name="csY69" fmla="*/ 81638 h 115052"/>
                <a:gd name="csX70" fmla="*/ 119467 w 689235"/>
                <a:gd name="csY70" fmla="*/ 71486 h 115052"/>
                <a:gd name="csX71" fmla="*/ 130247 w 689235"/>
                <a:gd name="csY71" fmla="*/ 43816 h 115052"/>
                <a:gd name="csX72" fmla="*/ 128166 w 689235"/>
                <a:gd name="csY72" fmla="*/ 36062 h 115052"/>
                <a:gd name="csX73" fmla="*/ 122493 w 689235"/>
                <a:gd name="csY73" fmla="*/ 33665 h 115052"/>
                <a:gd name="csX74" fmla="*/ 182448 w 689235"/>
                <a:gd name="csY74" fmla="*/ 14751 h 115052"/>
                <a:gd name="csX75" fmla="*/ 177526 w 689235"/>
                <a:gd name="csY75" fmla="*/ 31898 h 115052"/>
                <a:gd name="csX76" fmla="*/ 187427 w 689235"/>
                <a:gd name="csY76" fmla="*/ 31898 h 115052"/>
                <a:gd name="csX77" fmla="*/ 186354 w 689235"/>
                <a:gd name="csY77" fmla="*/ 35868 h 115052"/>
                <a:gd name="csX78" fmla="*/ 176517 w 689235"/>
                <a:gd name="csY78" fmla="*/ 35868 h 115052"/>
                <a:gd name="csX79" fmla="*/ 165680 w 689235"/>
                <a:gd name="csY79" fmla="*/ 73068 h 115052"/>
                <a:gd name="csX80" fmla="*/ 163913 w 689235"/>
                <a:gd name="csY80" fmla="*/ 80823 h 115052"/>
                <a:gd name="csX81" fmla="*/ 164413 w 689235"/>
                <a:gd name="csY81" fmla="*/ 82461 h 115052"/>
                <a:gd name="csX82" fmla="*/ 165615 w 689235"/>
                <a:gd name="csY82" fmla="*/ 83026 h 115052"/>
                <a:gd name="csX83" fmla="*/ 169771 w 689235"/>
                <a:gd name="csY83" fmla="*/ 80823 h 115052"/>
                <a:gd name="csX84" fmla="*/ 176517 w 689235"/>
                <a:gd name="csY84" fmla="*/ 73068 h 115052"/>
                <a:gd name="csX85" fmla="*/ 178599 w 689235"/>
                <a:gd name="csY85" fmla="*/ 74641 h 115052"/>
                <a:gd name="csX86" fmla="*/ 167633 w 689235"/>
                <a:gd name="csY86" fmla="*/ 86560 h 115052"/>
                <a:gd name="csX87" fmla="*/ 160508 w 689235"/>
                <a:gd name="csY87" fmla="*/ 88956 h 115052"/>
                <a:gd name="csX88" fmla="*/ 155973 w 689235"/>
                <a:gd name="csY88" fmla="*/ 87254 h 115052"/>
                <a:gd name="csX89" fmla="*/ 154205 w 689235"/>
                <a:gd name="csY89" fmla="*/ 82775 h 115052"/>
                <a:gd name="csX90" fmla="*/ 156223 w 689235"/>
                <a:gd name="csY90" fmla="*/ 72374 h 115052"/>
                <a:gd name="csX91" fmla="*/ 166745 w 689235"/>
                <a:gd name="csY91" fmla="*/ 35868 h 115052"/>
                <a:gd name="csX92" fmla="*/ 157231 w 689235"/>
                <a:gd name="csY92" fmla="*/ 35868 h 115052"/>
                <a:gd name="csX93" fmla="*/ 157861 w 689235"/>
                <a:gd name="csY93" fmla="*/ 33415 h 115052"/>
                <a:gd name="csX94" fmla="*/ 169400 w 689235"/>
                <a:gd name="csY94" fmla="*/ 27799 h 115052"/>
                <a:gd name="csX95" fmla="*/ 179672 w 689235"/>
                <a:gd name="csY95" fmla="*/ 14751 h 115052"/>
                <a:gd name="csX96" fmla="*/ 182448 w 689235"/>
                <a:gd name="csY96" fmla="*/ 14751 h 115052"/>
                <a:gd name="csX97" fmla="*/ 200225 w 689235"/>
                <a:gd name="csY97" fmla="*/ 63675 h 115052"/>
                <a:gd name="csX98" fmla="*/ 199781 w 689235"/>
                <a:gd name="csY98" fmla="*/ 68904 h 115052"/>
                <a:gd name="csX99" fmla="*/ 203751 w 689235"/>
                <a:gd name="csY99" fmla="*/ 78491 h 115052"/>
                <a:gd name="csX100" fmla="*/ 213402 w 689235"/>
                <a:gd name="csY100" fmla="*/ 82396 h 115052"/>
                <a:gd name="csX101" fmla="*/ 222101 w 689235"/>
                <a:gd name="csY101" fmla="*/ 80564 h 115052"/>
                <a:gd name="csX102" fmla="*/ 234584 w 689235"/>
                <a:gd name="csY102" fmla="*/ 72309 h 115052"/>
                <a:gd name="csX103" fmla="*/ 235907 w 689235"/>
                <a:gd name="csY103" fmla="*/ 74141 h 115052"/>
                <a:gd name="csX104" fmla="*/ 207407 w 689235"/>
                <a:gd name="csY104" fmla="*/ 88956 h 115052"/>
                <a:gd name="csX105" fmla="*/ 193543 w 689235"/>
                <a:gd name="csY105" fmla="*/ 83155 h 115052"/>
                <a:gd name="csX106" fmla="*/ 188879 w 689235"/>
                <a:gd name="csY106" fmla="*/ 70357 h 115052"/>
                <a:gd name="csX107" fmla="*/ 194673 w 689235"/>
                <a:gd name="csY107" fmla="*/ 51127 h 115052"/>
                <a:gd name="csX108" fmla="*/ 209238 w 689235"/>
                <a:gd name="csY108" fmla="*/ 35868 h 115052"/>
                <a:gd name="csX109" fmla="*/ 227265 w 689235"/>
                <a:gd name="csY109" fmla="*/ 30389 h 115052"/>
                <a:gd name="csX110" fmla="*/ 237166 w 689235"/>
                <a:gd name="csY110" fmla="*/ 33100 h 115052"/>
                <a:gd name="csX111" fmla="*/ 240378 w 689235"/>
                <a:gd name="csY111" fmla="*/ 39524 h 115052"/>
                <a:gd name="csX112" fmla="*/ 236222 w 689235"/>
                <a:gd name="csY112" fmla="*/ 49554 h 115052"/>
                <a:gd name="csX113" fmla="*/ 220084 w 689235"/>
                <a:gd name="csY113" fmla="*/ 59641 h 115052"/>
                <a:gd name="csX114" fmla="*/ 200225 w 689235"/>
                <a:gd name="csY114" fmla="*/ 63675 h 115052"/>
                <a:gd name="csX115" fmla="*/ 200669 w 689235"/>
                <a:gd name="csY115" fmla="*/ 60585 h 115052"/>
                <a:gd name="csX116" fmla="*/ 215855 w 689235"/>
                <a:gd name="csY116" fmla="*/ 56929 h 115052"/>
                <a:gd name="csX117" fmla="*/ 227459 w 689235"/>
                <a:gd name="csY117" fmla="*/ 48666 h 115052"/>
                <a:gd name="csX118" fmla="*/ 231365 w 689235"/>
                <a:gd name="csY118" fmla="*/ 39467 h 115052"/>
                <a:gd name="csX119" fmla="*/ 229662 w 689235"/>
                <a:gd name="csY119" fmla="*/ 35174 h 115052"/>
                <a:gd name="csX120" fmla="*/ 224933 w 689235"/>
                <a:gd name="csY120" fmla="*/ 33536 h 115052"/>
                <a:gd name="csX121" fmla="*/ 211256 w 689235"/>
                <a:gd name="csY121" fmla="*/ 40411 h 115052"/>
                <a:gd name="csX122" fmla="*/ 200669 w 689235"/>
                <a:gd name="csY122" fmla="*/ 60585 h 115052"/>
                <a:gd name="csX123" fmla="*/ 270767 w 689235"/>
                <a:gd name="csY123" fmla="*/ 30389 h 115052"/>
                <a:gd name="csX124" fmla="*/ 266418 w 689235"/>
                <a:gd name="csY124" fmla="*/ 44890 h 115052"/>
                <a:gd name="csX125" fmla="*/ 278651 w 689235"/>
                <a:gd name="csY125" fmla="*/ 33601 h 115052"/>
                <a:gd name="csX126" fmla="*/ 289682 w 689235"/>
                <a:gd name="csY126" fmla="*/ 30389 h 115052"/>
                <a:gd name="csX127" fmla="*/ 299260 w 689235"/>
                <a:gd name="csY127" fmla="*/ 34860 h 115052"/>
                <a:gd name="csX128" fmla="*/ 303238 w 689235"/>
                <a:gd name="csY128" fmla="*/ 46399 h 115052"/>
                <a:gd name="csX129" fmla="*/ 291949 w 689235"/>
                <a:gd name="csY129" fmla="*/ 74641 h 115052"/>
                <a:gd name="csX130" fmla="*/ 265659 w 689235"/>
                <a:gd name="csY130" fmla="*/ 88956 h 115052"/>
                <a:gd name="csX131" fmla="*/ 260051 w 689235"/>
                <a:gd name="csY131" fmla="*/ 88263 h 115052"/>
                <a:gd name="csX132" fmla="*/ 254628 w 689235"/>
                <a:gd name="csY132" fmla="*/ 85801 h 115052"/>
                <a:gd name="csX133" fmla="*/ 250029 w 689235"/>
                <a:gd name="csY133" fmla="*/ 102061 h 115052"/>
                <a:gd name="csX134" fmla="*/ 248641 w 689235"/>
                <a:gd name="csY134" fmla="*/ 108307 h 115052"/>
                <a:gd name="csX135" fmla="*/ 249335 w 689235"/>
                <a:gd name="csY135" fmla="*/ 110639 h 115052"/>
                <a:gd name="csX136" fmla="*/ 251732 w 689235"/>
                <a:gd name="csY136" fmla="*/ 112148 h 115052"/>
                <a:gd name="csX137" fmla="*/ 258219 w 689235"/>
                <a:gd name="csY137" fmla="*/ 112721 h 115052"/>
                <a:gd name="csX138" fmla="*/ 257654 w 689235"/>
                <a:gd name="csY138" fmla="*/ 115053 h 115052"/>
                <a:gd name="csX139" fmla="*/ 227959 w 689235"/>
                <a:gd name="csY139" fmla="*/ 115053 h 115052"/>
                <a:gd name="csX140" fmla="*/ 228597 w 689235"/>
                <a:gd name="csY140" fmla="*/ 112721 h 115052"/>
                <a:gd name="csX141" fmla="*/ 236537 w 689235"/>
                <a:gd name="csY141" fmla="*/ 110703 h 115052"/>
                <a:gd name="csX142" fmla="*/ 240822 w 689235"/>
                <a:gd name="csY142" fmla="*/ 100931 h 115052"/>
                <a:gd name="csX143" fmla="*/ 256775 w 689235"/>
                <a:gd name="csY143" fmla="*/ 45705 h 115052"/>
                <a:gd name="csX144" fmla="*/ 258219 w 689235"/>
                <a:gd name="csY144" fmla="*/ 39209 h 115052"/>
                <a:gd name="csX145" fmla="*/ 257211 w 689235"/>
                <a:gd name="csY145" fmla="*/ 36562 h 115052"/>
                <a:gd name="csX146" fmla="*/ 254249 w 689235"/>
                <a:gd name="csY146" fmla="*/ 35618 h 115052"/>
                <a:gd name="csX147" fmla="*/ 249141 w 689235"/>
                <a:gd name="csY147" fmla="*/ 36062 h 115052"/>
                <a:gd name="csX148" fmla="*/ 249141 w 689235"/>
                <a:gd name="csY148" fmla="*/ 33601 h 115052"/>
                <a:gd name="csX149" fmla="*/ 270767 w 689235"/>
                <a:gd name="csY149" fmla="*/ 30389 h 115052"/>
                <a:gd name="csX150" fmla="*/ 256081 w 689235"/>
                <a:gd name="csY150" fmla="*/ 80823 h 115052"/>
                <a:gd name="csX151" fmla="*/ 266603 w 689235"/>
                <a:gd name="csY151" fmla="*/ 85487 h 115052"/>
                <a:gd name="csX152" fmla="*/ 273293 w 689235"/>
                <a:gd name="csY152" fmla="*/ 83655 h 115052"/>
                <a:gd name="csX153" fmla="*/ 279910 w 689235"/>
                <a:gd name="csY153" fmla="*/ 78232 h 115052"/>
                <a:gd name="csX154" fmla="*/ 285768 w 689235"/>
                <a:gd name="csY154" fmla="*/ 69977 h 115052"/>
                <a:gd name="csX155" fmla="*/ 290376 w 689235"/>
                <a:gd name="csY155" fmla="*/ 58882 h 115052"/>
                <a:gd name="csX156" fmla="*/ 292458 w 689235"/>
                <a:gd name="csY156" fmla="*/ 46270 h 115052"/>
                <a:gd name="csX157" fmla="*/ 290117 w 689235"/>
                <a:gd name="csY157" fmla="*/ 38580 h 115052"/>
                <a:gd name="csX158" fmla="*/ 284759 w 689235"/>
                <a:gd name="csY158" fmla="*/ 35868 h 115052"/>
                <a:gd name="csX159" fmla="*/ 271276 w 689235"/>
                <a:gd name="csY159" fmla="*/ 43687 h 115052"/>
                <a:gd name="csX160" fmla="*/ 261560 w 689235"/>
                <a:gd name="csY160" fmla="*/ 61973 h 115052"/>
                <a:gd name="csX161" fmla="*/ 256081 w 689235"/>
                <a:gd name="csY161" fmla="*/ 80823 h 115052"/>
                <a:gd name="csX162" fmla="*/ 367349 w 689235"/>
                <a:gd name="csY162" fmla="*/ 30389 h 115052"/>
                <a:gd name="csX163" fmla="*/ 355052 w 689235"/>
                <a:gd name="csY163" fmla="*/ 73133 h 115052"/>
                <a:gd name="csX164" fmla="*/ 353672 w 689235"/>
                <a:gd name="csY164" fmla="*/ 78870 h 115052"/>
                <a:gd name="csX165" fmla="*/ 353478 w 689235"/>
                <a:gd name="csY165" fmla="*/ 80250 h 115052"/>
                <a:gd name="csX166" fmla="*/ 354107 w 689235"/>
                <a:gd name="csY166" fmla="*/ 82017 h 115052"/>
                <a:gd name="csX167" fmla="*/ 355366 w 689235"/>
                <a:gd name="csY167" fmla="*/ 82582 h 115052"/>
                <a:gd name="csX168" fmla="*/ 357513 w 689235"/>
                <a:gd name="csY168" fmla="*/ 81573 h 115052"/>
                <a:gd name="csX169" fmla="*/ 364073 w 689235"/>
                <a:gd name="csY169" fmla="*/ 74012 h 115052"/>
                <a:gd name="csX170" fmla="*/ 366211 w 689235"/>
                <a:gd name="csY170" fmla="*/ 75521 h 115052"/>
                <a:gd name="csX171" fmla="*/ 357263 w 689235"/>
                <a:gd name="csY171" fmla="*/ 85551 h 115052"/>
                <a:gd name="csX172" fmla="*/ 348749 w 689235"/>
                <a:gd name="csY172" fmla="*/ 88956 h 115052"/>
                <a:gd name="csX173" fmla="*/ 344650 w 689235"/>
                <a:gd name="csY173" fmla="*/ 87569 h 115052"/>
                <a:gd name="csX174" fmla="*/ 343327 w 689235"/>
                <a:gd name="csY174" fmla="*/ 83655 h 115052"/>
                <a:gd name="csX175" fmla="*/ 344715 w 689235"/>
                <a:gd name="csY175" fmla="*/ 75521 h 115052"/>
                <a:gd name="csX176" fmla="*/ 346038 w 689235"/>
                <a:gd name="csY176" fmla="*/ 70800 h 115052"/>
                <a:gd name="csX177" fmla="*/ 330843 w 689235"/>
                <a:gd name="csY177" fmla="*/ 85866 h 115052"/>
                <a:gd name="csX178" fmla="*/ 321071 w 689235"/>
                <a:gd name="csY178" fmla="*/ 88956 h 115052"/>
                <a:gd name="csX179" fmla="*/ 313131 w 689235"/>
                <a:gd name="csY179" fmla="*/ 85172 h 115052"/>
                <a:gd name="csX180" fmla="*/ 309791 w 689235"/>
                <a:gd name="csY180" fmla="*/ 74641 h 115052"/>
                <a:gd name="csX181" fmla="*/ 315778 w 689235"/>
                <a:gd name="csY181" fmla="*/ 53524 h 115052"/>
                <a:gd name="csX182" fmla="*/ 331102 w 689235"/>
                <a:gd name="csY182" fmla="*/ 35683 h 115052"/>
                <a:gd name="csX183" fmla="*/ 344779 w 689235"/>
                <a:gd name="csY183" fmla="*/ 30389 h 115052"/>
                <a:gd name="csX184" fmla="*/ 351146 w 689235"/>
                <a:gd name="csY184" fmla="*/ 32407 h 115052"/>
                <a:gd name="csX185" fmla="*/ 355052 w 689235"/>
                <a:gd name="csY185" fmla="*/ 39088 h 115052"/>
                <a:gd name="csX186" fmla="*/ 357327 w 689235"/>
                <a:gd name="csY186" fmla="*/ 31898 h 115052"/>
                <a:gd name="csX187" fmla="*/ 367349 w 689235"/>
                <a:gd name="csY187" fmla="*/ 30389 h 115052"/>
                <a:gd name="csX188" fmla="*/ 344908 w 689235"/>
                <a:gd name="csY188" fmla="*/ 33665 h 115052"/>
                <a:gd name="csX189" fmla="*/ 336331 w 689235"/>
                <a:gd name="csY189" fmla="*/ 37450 h 115052"/>
                <a:gd name="csX190" fmla="*/ 324856 w 689235"/>
                <a:gd name="csY190" fmla="*/ 53330 h 115052"/>
                <a:gd name="csX191" fmla="*/ 319877 w 689235"/>
                <a:gd name="csY191" fmla="*/ 72374 h 115052"/>
                <a:gd name="csX192" fmla="*/ 322024 w 689235"/>
                <a:gd name="csY192" fmla="*/ 79185 h 115052"/>
                <a:gd name="csX193" fmla="*/ 326938 w 689235"/>
                <a:gd name="csY193" fmla="*/ 81638 h 115052"/>
                <a:gd name="csX194" fmla="*/ 341882 w 689235"/>
                <a:gd name="csY194" fmla="*/ 71486 h 115052"/>
                <a:gd name="csX195" fmla="*/ 352655 w 689235"/>
                <a:gd name="csY195" fmla="*/ 43816 h 115052"/>
                <a:gd name="csX196" fmla="*/ 350581 w 689235"/>
                <a:gd name="csY196" fmla="*/ 36062 h 115052"/>
                <a:gd name="csX197" fmla="*/ 344908 w 689235"/>
                <a:gd name="csY197" fmla="*/ 33665 h 115052"/>
                <a:gd name="csX198" fmla="*/ 378065 w 689235"/>
                <a:gd name="csY198" fmla="*/ 33915 h 115052"/>
                <a:gd name="csX199" fmla="*/ 399812 w 689235"/>
                <a:gd name="csY199" fmla="*/ 30389 h 115052"/>
                <a:gd name="csX200" fmla="*/ 390734 w 689235"/>
                <a:gd name="csY200" fmla="*/ 61028 h 115052"/>
                <a:gd name="csX201" fmla="*/ 410787 w 689235"/>
                <a:gd name="csY201" fmla="*/ 34674 h 115052"/>
                <a:gd name="csX202" fmla="*/ 419106 w 689235"/>
                <a:gd name="csY202" fmla="*/ 30389 h 115052"/>
                <a:gd name="csX203" fmla="*/ 422382 w 689235"/>
                <a:gd name="csY203" fmla="*/ 31648 h 115052"/>
                <a:gd name="csX204" fmla="*/ 423585 w 689235"/>
                <a:gd name="csY204" fmla="*/ 35174 h 115052"/>
                <a:gd name="csX205" fmla="*/ 421438 w 689235"/>
                <a:gd name="csY205" fmla="*/ 43123 h 115052"/>
                <a:gd name="csX206" fmla="*/ 417089 w 689235"/>
                <a:gd name="csY206" fmla="*/ 45955 h 115052"/>
                <a:gd name="csX207" fmla="*/ 414563 w 689235"/>
                <a:gd name="csY207" fmla="*/ 45011 h 115052"/>
                <a:gd name="csX208" fmla="*/ 413304 w 689235"/>
                <a:gd name="csY208" fmla="*/ 42114 h 115052"/>
                <a:gd name="csX209" fmla="*/ 412739 w 689235"/>
                <a:gd name="csY209" fmla="*/ 40540 h 115052"/>
                <a:gd name="csX210" fmla="*/ 411537 w 689235"/>
                <a:gd name="csY210" fmla="*/ 40032 h 115052"/>
                <a:gd name="csX211" fmla="*/ 409520 w 689235"/>
                <a:gd name="csY211" fmla="*/ 40540 h 115052"/>
                <a:gd name="csX212" fmla="*/ 404541 w 689235"/>
                <a:gd name="csY212" fmla="*/ 45455 h 115052"/>
                <a:gd name="csX213" fmla="*/ 393195 w 689235"/>
                <a:gd name="csY213" fmla="*/ 61464 h 115052"/>
                <a:gd name="csX214" fmla="*/ 388652 w 689235"/>
                <a:gd name="csY214" fmla="*/ 70857 h 115052"/>
                <a:gd name="csX215" fmla="*/ 385626 w 689235"/>
                <a:gd name="csY215" fmla="*/ 79499 h 115052"/>
                <a:gd name="csX216" fmla="*/ 383609 w 689235"/>
                <a:gd name="csY216" fmla="*/ 87439 h 115052"/>
                <a:gd name="csX217" fmla="*/ 373966 w 689235"/>
                <a:gd name="csY217" fmla="*/ 87439 h 115052"/>
                <a:gd name="csX218" fmla="*/ 385626 w 689235"/>
                <a:gd name="csY218" fmla="*/ 48287 h 115052"/>
                <a:gd name="csX219" fmla="*/ 387644 w 689235"/>
                <a:gd name="csY219" fmla="*/ 38580 h 115052"/>
                <a:gd name="csX220" fmla="*/ 386700 w 689235"/>
                <a:gd name="csY220" fmla="*/ 36691 h 115052"/>
                <a:gd name="csX221" fmla="*/ 383359 w 689235"/>
                <a:gd name="csY221" fmla="*/ 35683 h 115052"/>
                <a:gd name="csX222" fmla="*/ 378509 w 689235"/>
                <a:gd name="csY222" fmla="*/ 36248 h 115052"/>
                <a:gd name="csX223" fmla="*/ 378065 w 689235"/>
                <a:gd name="csY223" fmla="*/ 33915 h 115052"/>
                <a:gd name="csX224" fmla="*/ 455168 w 689235"/>
                <a:gd name="csY224" fmla="*/ 14751 h 115052"/>
                <a:gd name="csX225" fmla="*/ 450246 w 689235"/>
                <a:gd name="csY225" fmla="*/ 31898 h 115052"/>
                <a:gd name="csX226" fmla="*/ 460147 w 689235"/>
                <a:gd name="csY226" fmla="*/ 31898 h 115052"/>
                <a:gd name="csX227" fmla="*/ 459074 w 689235"/>
                <a:gd name="csY227" fmla="*/ 35868 h 115052"/>
                <a:gd name="csX228" fmla="*/ 449237 w 689235"/>
                <a:gd name="csY228" fmla="*/ 35868 h 115052"/>
                <a:gd name="csX229" fmla="*/ 438400 w 689235"/>
                <a:gd name="csY229" fmla="*/ 73068 h 115052"/>
                <a:gd name="csX230" fmla="*/ 436633 w 689235"/>
                <a:gd name="csY230" fmla="*/ 80823 h 115052"/>
                <a:gd name="csX231" fmla="*/ 437133 w 689235"/>
                <a:gd name="csY231" fmla="*/ 82461 h 115052"/>
                <a:gd name="csX232" fmla="*/ 438335 w 689235"/>
                <a:gd name="csY232" fmla="*/ 83026 h 115052"/>
                <a:gd name="csX233" fmla="*/ 442491 w 689235"/>
                <a:gd name="csY233" fmla="*/ 80823 h 115052"/>
                <a:gd name="csX234" fmla="*/ 449237 w 689235"/>
                <a:gd name="csY234" fmla="*/ 73068 h 115052"/>
                <a:gd name="csX235" fmla="*/ 451319 w 689235"/>
                <a:gd name="csY235" fmla="*/ 74641 h 115052"/>
                <a:gd name="csX236" fmla="*/ 440353 w 689235"/>
                <a:gd name="csY236" fmla="*/ 86560 h 115052"/>
                <a:gd name="csX237" fmla="*/ 433227 w 689235"/>
                <a:gd name="csY237" fmla="*/ 88956 h 115052"/>
                <a:gd name="csX238" fmla="*/ 428684 w 689235"/>
                <a:gd name="csY238" fmla="*/ 87254 h 115052"/>
                <a:gd name="csX239" fmla="*/ 426925 w 689235"/>
                <a:gd name="csY239" fmla="*/ 82775 h 115052"/>
                <a:gd name="csX240" fmla="*/ 428943 w 689235"/>
                <a:gd name="csY240" fmla="*/ 72374 h 115052"/>
                <a:gd name="csX241" fmla="*/ 439465 w 689235"/>
                <a:gd name="csY241" fmla="*/ 35868 h 115052"/>
                <a:gd name="csX242" fmla="*/ 429951 w 689235"/>
                <a:gd name="csY242" fmla="*/ 35868 h 115052"/>
                <a:gd name="csX243" fmla="*/ 430581 w 689235"/>
                <a:gd name="csY243" fmla="*/ 33415 h 115052"/>
                <a:gd name="csX244" fmla="*/ 442112 w 689235"/>
                <a:gd name="csY244" fmla="*/ 27799 h 115052"/>
                <a:gd name="csX245" fmla="*/ 452392 w 689235"/>
                <a:gd name="csY245" fmla="*/ 14751 h 115052"/>
                <a:gd name="csX246" fmla="*/ 455168 w 689235"/>
                <a:gd name="csY246" fmla="*/ 14751 h 115052"/>
                <a:gd name="csX247" fmla="*/ 486437 w 689235"/>
                <a:gd name="csY247" fmla="*/ 5358 h 115052"/>
                <a:gd name="csX248" fmla="*/ 490907 w 689235"/>
                <a:gd name="csY248" fmla="*/ 7190 h 115052"/>
                <a:gd name="csX249" fmla="*/ 492739 w 689235"/>
                <a:gd name="csY249" fmla="*/ 11660 h 115052"/>
                <a:gd name="csX250" fmla="*/ 490851 w 689235"/>
                <a:gd name="csY250" fmla="*/ 16139 h 115052"/>
                <a:gd name="csX251" fmla="*/ 486437 w 689235"/>
                <a:gd name="csY251" fmla="*/ 17970 h 115052"/>
                <a:gd name="csX252" fmla="*/ 481958 w 689235"/>
                <a:gd name="csY252" fmla="*/ 16139 h 115052"/>
                <a:gd name="csX253" fmla="*/ 480127 w 689235"/>
                <a:gd name="csY253" fmla="*/ 11660 h 115052"/>
                <a:gd name="csX254" fmla="*/ 481958 w 689235"/>
                <a:gd name="csY254" fmla="*/ 7190 h 115052"/>
                <a:gd name="csX255" fmla="*/ 486437 w 689235"/>
                <a:gd name="csY255" fmla="*/ 5358 h 115052"/>
                <a:gd name="csX256" fmla="*/ 487252 w 689235"/>
                <a:gd name="csY256" fmla="*/ 30389 h 115052"/>
                <a:gd name="csX257" fmla="*/ 474768 w 689235"/>
                <a:gd name="csY257" fmla="*/ 74577 h 115052"/>
                <a:gd name="csX258" fmla="*/ 473510 w 689235"/>
                <a:gd name="csY258" fmla="*/ 79935 h 115052"/>
                <a:gd name="csX259" fmla="*/ 474075 w 689235"/>
                <a:gd name="csY259" fmla="*/ 81573 h 115052"/>
                <a:gd name="csX260" fmla="*/ 475527 w 689235"/>
                <a:gd name="csY260" fmla="*/ 82211 h 115052"/>
                <a:gd name="csX261" fmla="*/ 477794 w 689235"/>
                <a:gd name="csY261" fmla="*/ 81202 h 115052"/>
                <a:gd name="csX262" fmla="*/ 485049 w 689235"/>
                <a:gd name="csY262" fmla="*/ 73133 h 115052"/>
                <a:gd name="csX263" fmla="*/ 487252 w 689235"/>
                <a:gd name="csY263" fmla="*/ 74577 h 115052"/>
                <a:gd name="csX264" fmla="*/ 477165 w 689235"/>
                <a:gd name="csY264" fmla="*/ 85608 h 115052"/>
                <a:gd name="csX265" fmla="*/ 468975 w 689235"/>
                <a:gd name="csY265" fmla="*/ 88956 h 115052"/>
                <a:gd name="csX266" fmla="*/ 464746 w 689235"/>
                <a:gd name="csY266" fmla="*/ 87439 h 115052"/>
                <a:gd name="csX267" fmla="*/ 463108 w 689235"/>
                <a:gd name="csY267" fmla="*/ 83534 h 115052"/>
                <a:gd name="csX268" fmla="*/ 464682 w 689235"/>
                <a:gd name="csY268" fmla="*/ 75779 h 115052"/>
                <a:gd name="csX269" fmla="*/ 472880 w 689235"/>
                <a:gd name="csY269" fmla="*/ 47537 h 115052"/>
                <a:gd name="csX270" fmla="*/ 474898 w 689235"/>
                <a:gd name="csY270" fmla="*/ 38838 h 115052"/>
                <a:gd name="csX271" fmla="*/ 473889 w 689235"/>
                <a:gd name="csY271" fmla="*/ 36562 h 115052"/>
                <a:gd name="csX272" fmla="*/ 471242 w 689235"/>
                <a:gd name="csY272" fmla="*/ 35683 h 115052"/>
                <a:gd name="csX273" fmla="*/ 465505 w 689235"/>
                <a:gd name="csY273" fmla="*/ 36377 h 115052"/>
                <a:gd name="csX274" fmla="*/ 465505 w 689235"/>
                <a:gd name="csY274" fmla="*/ 33915 h 115052"/>
                <a:gd name="csX275" fmla="*/ 487252 w 689235"/>
                <a:gd name="csY275" fmla="*/ 30389 h 115052"/>
                <a:gd name="csX276" fmla="*/ 527034 w 689235"/>
                <a:gd name="csY276" fmla="*/ 14751 h 115052"/>
                <a:gd name="csX277" fmla="*/ 522111 w 689235"/>
                <a:gd name="csY277" fmla="*/ 31898 h 115052"/>
                <a:gd name="csX278" fmla="*/ 532012 w 689235"/>
                <a:gd name="csY278" fmla="*/ 31898 h 115052"/>
                <a:gd name="csX279" fmla="*/ 530939 w 689235"/>
                <a:gd name="csY279" fmla="*/ 35868 h 115052"/>
                <a:gd name="csX280" fmla="*/ 521111 w 689235"/>
                <a:gd name="csY280" fmla="*/ 35868 h 115052"/>
                <a:gd name="csX281" fmla="*/ 510265 w 689235"/>
                <a:gd name="csY281" fmla="*/ 73068 h 115052"/>
                <a:gd name="csX282" fmla="*/ 508498 w 689235"/>
                <a:gd name="csY282" fmla="*/ 80823 h 115052"/>
                <a:gd name="csX283" fmla="*/ 509007 w 689235"/>
                <a:gd name="csY283" fmla="*/ 82461 h 115052"/>
                <a:gd name="csX284" fmla="*/ 510201 w 689235"/>
                <a:gd name="csY284" fmla="*/ 83026 h 115052"/>
                <a:gd name="csX285" fmla="*/ 514365 w 689235"/>
                <a:gd name="csY285" fmla="*/ 80823 h 115052"/>
                <a:gd name="csX286" fmla="*/ 521111 w 689235"/>
                <a:gd name="csY286" fmla="*/ 73068 h 115052"/>
                <a:gd name="csX287" fmla="*/ 523185 w 689235"/>
                <a:gd name="csY287" fmla="*/ 74641 h 115052"/>
                <a:gd name="csX288" fmla="*/ 512218 w 689235"/>
                <a:gd name="csY288" fmla="*/ 86560 h 115052"/>
                <a:gd name="csX289" fmla="*/ 505093 w 689235"/>
                <a:gd name="csY289" fmla="*/ 88956 h 115052"/>
                <a:gd name="csX290" fmla="*/ 500558 w 689235"/>
                <a:gd name="csY290" fmla="*/ 87254 h 115052"/>
                <a:gd name="csX291" fmla="*/ 498791 w 689235"/>
                <a:gd name="csY291" fmla="*/ 82775 h 115052"/>
                <a:gd name="csX292" fmla="*/ 500808 w 689235"/>
                <a:gd name="csY292" fmla="*/ 72374 h 115052"/>
                <a:gd name="csX293" fmla="*/ 511339 w 689235"/>
                <a:gd name="csY293" fmla="*/ 35868 h 115052"/>
                <a:gd name="csX294" fmla="*/ 501817 w 689235"/>
                <a:gd name="csY294" fmla="*/ 35868 h 115052"/>
                <a:gd name="csX295" fmla="*/ 502446 w 689235"/>
                <a:gd name="csY295" fmla="*/ 33415 h 115052"/>
                <a:gd name="csX296" fmla="*/ 513986 w 689235"/>
                <a:gd name="csY296" fmla="*/ 27799 h 115052"/>
                <a:gd name="csX297" fmla="*/ 524258 w 689235"/>
                <a:gd name="csY297" fmla="*/ 14751 h 115052"/>
                <a:gd name="csX298" fmla="*/ 527034 w 689235"/>
                <a:gd name="csY298" fmla="*/ 14751 h 115052"/>
                <a:gd name="csX299" fmla="*/ 558302 w 689235"/>
                <a:gd name="csY299" fmla="*/ 5358 h 115052"/>
                <a:gd name="csX300" fmla="*/ 562781 w 689235"/>
                <a:gd name="csY300" fmla="*/ 7190 h 115052"/>
                <a:gd name="csX301" fmla="*/ 564605 w 689235"/>
                <a:gd name="csY301" fmla="*/ 11660 h 115052"/>
                <a:gd name="csX302" fmla="*/ 562716 w 689235"/>
                <a:gd name="csY302" fmla="*/ 16139 h 115052"/>
                <a:gd name="csX303" fmla="*/ 558302 w 689235"/>
                <a:gd name="csY303" fmla="*/ 17970 h 115052"/>
                <a:gd name="csX304" fmla="*/ 553824 w 689235"/>
                <a:gd name="csY304" fmla="*/ 16139 h 115052"/>
                <a:gd name="csX305" fmla="*/ 552000 w 689235"/>
                <a:gd name="csY305" fmla="*/ 11660 h 115052"/>
                <a:gd name="csX306" fmla="*/ 553824 w 689235"/>
                <a:gd name="csY306" fmla="*/ 7190 h 115052"/>
                <a:gd name="csX307" fmla="*/ 558302 w 689235"/>
                <a:gd name="csY307" fmla="*/ 5358 h 115052"/>
                <a:gd name="csX308" fmla="*/ 559117 w 689235"/>
                <a:gd name="csY308" fmla="*/ 30389 h 115052"/>
                <a:gd name="csX309" fmla="*/ 546642 w 689235"/>
                <a:gd name="csY309" fmla="*/ 74577 h 115052"/>
                <a:gd name="csX310" fmla="*/ 545375 w 689235"/>
                <a:gd name="csY310" fmla="*/ 79935 h 115052"/>
                <a:gd name="csX311" fmla="*/ 545948 w 689235"/>
                <a:gd name="csY311" fmla="*/ 81573 h 115052"/>
                <a:gd name="csX312" fmla="*/ 547393 w 689235"/>
                <a:gd name="csY312" fmla="*/ 82211 h 115052"/>
                <a:gd name="csX313" fmla="*/ 549668 w 689235"/>
                <a:gd name="csY313" fmla="*/ 81202 h 115052"/>
                <a:gd name="csX314" fmla="*/ 556914 w 689235"/>
                <a:gd name="csY314" fmla="*/ 73133 h 115052"/>
                <a:gd name="csX315" fmla="*/ 559117 w 689235"/>
                <a:gd name="csY315" fmla="*/ 74577 h 115052"/>
                <a:gd name="csX316" fmla="*/ 549031 w 689235"/>
                <a:gd name="csY316" fmla="*/ 85608 h 115052"/>
                <a:gd name="csX317" fmla="*/ 540840 w 689235"/>
                <a:gd name="csY317" fmla="*/ 88956 h 115052"/>
                <a:gd name="csX318" fmla="*/ 536612 w 689235"/>
                <a:gd name="csY318" fmla="*/ 87439 h 115052"/>
                <a:gd name="csX319" fmla="*/ 534974 w 689235"/>
                <a:gd name="csY319" fmla="*/ 83534 h 115052"/>
                <a:gd name="csX320" fmla="*/ 536556 w 689235"/>
                <a:gd name="csY320" fmla="*/ 75779 h 115052"/>
                <a:gd name="csX321" fmla="*/ 544746 w 689235"/>
                <a:gd name="csY321" fmla="*/ 47537 h 115052"/>
                <a:gd name="csX322" fmla="*/ 546763 w 689235"/>
                <a:gd name="csY322" fmla="*/ 38838 h 115052"/>
                <a:gd name="csX323" fmla="*/ 545754 w 689235"/>
                <a:gd name="csY323" fmla="*/ 36562 h 115052"/>
                <a:gd name="csX324" fmla="*/ 543108 w 689235"/>
                <a:gd name="csY324" fmla="*/ 35683 h 115052"/>
                <a:gd name="csX325" fmla="*/ 537371 w 689235"/>
                <a:gd name="csY325" fmla="*/ 36377 h 115052"/>
                <a:gd name="csX326" fmla="*/ 537371 w 689235"/>
                <a:gd name="csY326" fmla="*/ 33915 h 115052"/>
                <a:gd name="csX327" fmla="*/ 559117 w 689235"/>
                <a:gd name="csY327" fmla="*/ 30389 h 115052"/>
                <a:gd name="csX328" fmla="*/ 625060 w 689235"/>
                <a:gd name="csY328" fmla="*/ 50119 h 115052"/>
                <a:gd name="csX329" fmla="*/ 620017 w 689235"/>
                <a:gd name="csY329" fmla="*/ 68840 h 115052"/>
                <a:gd name="csX330" fmla="*/ 606089 w 689235"/>
                <a:gd name="csY330" fmla="*/ 83534 h 115052"/>
                <a:gd name="csX331" fmla="*/ 588684 w 689235"/>
                <a:gd name="csY331" fmla="*/ 88956 h 115052"/>
                <a:gd name="csX332" fmla="*/ 574562 w 689235"/>
                <a:gd name="csY332" fmla="*/ 83469 h 115052"/>
                <a:gd name="csX333" fmla="*/ 569148 w 689235"/>
                <a:gd name="csY333" fmla="*/ 69154 h 115052"/>
                <a:gd name="csX334" fmla="*/ 574441 w 689235"/>
                <a:gd name="csY334" fmla="*/ 50563 h 115052"/>
                <a:gd name="csX335" fmla="*/ 588684 w 689235"/>
                <a:gd name="csY335" fmla="*/ 35812 h 115052"/>
                <a:gd name="csX336" fmla="*/ 605960 w 689235"/>
                <a:gd name="csY336" fmla="*/ 30389 h 115052"/>
                <a:gd name="csX337" fmla="*/ 619638 w 689235"/>
                <a:gd name="csY337" fmla="*/ 35868 h 115052"/>
                <a:gd name="csX338" fmla="*/ 625060 w 689235"/>
                <a:gd name="csY338" fmla="*/ 50119 h 115052"/>
                <a:gd name="csX339" fmla="*/ 614594 w 689235"/>
                <a:gd name="csY339" fmla="*/ 45769 h 115052"/>
                <a:gd name="csX340" fmla="*/ 611697 w 689235"/>
                <a:gd name="csY340" fmla="*/ 36820 h 115052"/>
                <a:gd name="csX341" fmla="*/ 604322 w 689235"/>
                <a:gd name="csY341" fmla="*/ 33665 h 115052"/>
                <a:gd name="csX342" fmla="*/ 587239 w 689235"/>
                <a:gd name="csY342" fmla="*/ 46964 h 115052"/>
                <a:gd name="csX343" fmla="*/ 579484 w 689235"/>
                <a:gd name="csY343" fmla="*/ 73318 h 115052"/>
                <a:gd name="csX344" fmla="*/ 582510 w 689235"/>
                <a:gd name="csY344" fmla="*/ 82582 h 115052"/>
                <a:gd name="csX345" fmla="*/ 590136 w 689235"/>
                <a:gd name="csY345" fmla="*/ 85801 h 115052"/>
                <a:gd name="csX346" fmla="*/ 606783 w 689235"/>
                <a:gd name="csY346" fmla="*/ 72624 h 115052"/>
                <a:gd name="csX347" fmla="*/ 614594 w 689235"/>
                <a:gd name="csY347" fmla="*/ 45769 h 115052"/>
                <a:gd name="csX348" fmla="*/ 658411 w 689235"/>
                <a:gd name="csY348" fmla="*/ 30389 h 115052"/>
                <a:gd name="csX349" fmla="*/ 650027 w 689235"/>
                <a:gd name="csY349" fmla="*/ 59068 h 115052"/>
                <a:gd name="csX350" fmla="*/ 668054 w 689235"/>
                <a:gd name="csY350" fmla="*/ 35933 h 115052"/>
                <a:gd name="csX351" fmla="*/ 680158 w 689235"/>
                <a:gd name="csY351" fmla="*/ 30389 h 115052"/>
                <a:gd name="csX352" fmla="*/ 685330 w 689235"/>
                <a:gd name="csY352" fmla="*/ 32471 h 115052"/>
                <a:gd name="csX353" fmla="*/ 687412 w 689235"/>
                <a:gd name="csY353" fmla="*/ 37886 h 115052"/>
                <a:gd name="csX354" fmla="*/ 685580 w 689235"/>
                <a:gd name="csY354" fmla="*/ 47972 h 115052"/>
                <a:gd name="csX355" fmla="*/ 677890 w 689235"/>
                <a:gd name="csY355" fmla="*/ 74512 h 115052"/>
                <a:gd name="csX356" fmla="*/ 676567 w 689235"/>
                <a:gd name="csY356" fmla="*/ 80129 h 115052"/>
                <a:gd name="csX357" fmla="*/ 677075 w 689235"/>
                <a:gd name="csY357" fmla="*/ 81638 h 115052"/>
                <a:gd name="csX358" fmla="*/ 678140 w 689235"/>
                <a:gd name="csY358" fmla="*/ 82211 h 115052"/>
                <a:gd name="csX359" fmla="*/ 679972 w 689235"/>
                <a:gd name="csY359" fmla="*/ 81387 h 115052"/>
                <a:gd name="csX360" fmla="*/ 687283 w 689235"/>
                <a:gd name="csY360" fmla="*/ 73318 h 115052"/>
                <a:gd name="csX361" fmla="*/ 689236 w 689235"/>
                <a:gd name="csY361" fmla="*/ 74512 h 115052"/>
                <a:gd name="csX362" fmla="*/ 678140 w 689235"/>
                <a:gd name="csY362" fmla="*/ 86495 h 115052"/>
                <a:gd name="csX363" fmla="*/ 671588 w 689235"/>
                <a:gd name="csY363" fmla="*/ 88956 h 115052"/>
                <a:gd name="csX364" fmla="*/ 667868 w 689235"/>
                <a:gd name="csY364" fmla="*/ 87504 h 115052"/>
                <a:gd name="csX365" fmla="*/ 666480 w 689235"/>
                <a:gd name="csY365" fmla="*/ 83719 h 115052"/>
                <a:gd name="csX366" fmla="*/ 668627 w 689235"/>
                <a:gd name="csY366" fmla="*/ 73318 h 115052"/>
                <a:gd name="csX367" fmla="*/ 675937 w 689235"/>
                <a:gd name="csY367" fmla="*/ 47972 h 115052"/>
                <a:gd name="csX368" fmla="*/ 677325 w 689235"/>
                <a:gd name="csY368" fmla="*/ 40597 h 115052"/>
                <a:gd name="csX369" fmla="*/ 676502 w 689235"/>
                <a:gd name="csY369" fmla="*/ 38580 h 115052"/>
                <a:gd name="csX370" fmla="*/ 674485 w 689235"/>
                <a:gd name="csY370" fmla="*/ 37764 h 115052"/>
                <a:gd name="csX371" fmla="*/ 670265 w 689235"/>
                <a:gd name="csY371" fmla="*/ 39274 h 115052"/>
                <a:gd name="csX372" fmla="*/ 660557 w 689235"/>
                <a:gd name="csY372" fmla="*/ 48666 h 115052"/>
                <a:gd name="csX373" fmla="*/ 649898 w 689235"/>
                <a:gd name="csY373" fmla="*/ 65313 h 115052"/>
                <a:gd name="csX374" fmla="*/ 644983 w 689235"/>
                <a:gd name="csY374" fmla="*/ 77038 h 115052"/>
                <a:gd name="csX375" fmla="*/ 641828 w 689235"/>
                <a:gd name="csY375" fmla="*/ 87439 h 115052"/>
                <a:gd name="csX376" fmla="*/ 632379 w 689235"/>
                <a:gd name="csY376" fmla="*/ 87439 h 115052"/>
                <a:gd name="csX377" fmla="*/ 643846 w 689235"/>
                <a:gd name="csY377" fmla="*/ 47972 h 115052"/>
                <a:gd name="csX378" fmla="*/ 645863 w 689235"/>
                <a:gd name="csY378" fmla="*/ 39403 h 115052"/>
                <a:gd name="csX379" fmla="*/ 644733 w 689235"/>
                <a:gd name="csY379" fmla="*/ 37006 h 115052"/>
                <a:gd name="csX380" fmla="*/ 642022 w 689235"/>
                <a:gd name="csY380" fmla="*/ 35933 h 115052"/>
                <a:gd name="csX381" fmla="*/ 639375 w 689235"/>
                <a:gd name="csY381" fmla="*/ 36183 h 115052"/>
                <a:gd name="csX382" fmla="*/ 636979 w 689235"/>
                <a:gd name="csY382" fmla="*/ 36562 h 115052"/>
                <a:gd name="csX383" fmla="*/ 636599 w 689235"/>
                <a:gd name="csY383" fmla="*/ 34295 h 115052"/>
                <a:gd name="csX384" fmla="*/ 658411 w 689235"/>
                <a:gd name="csY384" fmla="*/ 30389 h 11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Lst>
              <a:rect l="l" t="t" r="r" b="b"/>
              <a:pathLst>
                <a:path w="689235" h="115052">
                  <a:moveTo>
                    <a:pt x="83978" y="0"/>
                  </a:moveTo>
                  <a:lnTo>
                    <a:pt x="77611" y="26919"/>
                  </a:lnTo>
                  <a:lnTo>
                    <a:pt x="75215" y="26919"/>
                  </a:lnTo>
                  <a:cubicBezTo>
                    <a:pt x="75594" y="23764"/>
                    <a:pt x="75779" y="21432"/>
                    <a:pt x="75779" y="19923"/>
                  </a:cubicBezTo>
                  <a:cubicBezTo>
                    <a:pt x="75779" y="15800"/>
                    <a:pt x="73948" y="12169"/>
                    <a:pt x="70292" y="9013"/>
                  </a:cubicBezTo>
                  <a:cubicBezTo>
                    <a:pt x="66677" y="5818"/>
                    <a:pt x="61682" y="4228"/>
                    <a:pt x="55291" y="4228"/>
                  </a:cubicBezTo>
                  <a:cubicBezTo>
                    <a:pt x="42219" y="4228"/>
                    <a:pt x="31543" y="10361"/>
                    <a:pt x="23264" y="22634"/>
                  </a:cubicBezTo>
                  <a:cubicBezTo>
                    <a:pt x="16663" y="32342"/>
                    <a:pt x="13371" y="43203"/>
                    <a:pt x="13371" y="55227"/>
                  </a:cubicBezTo>
                  <a:cubicBezTo>
                    <a:pt x="13371" y="63207"/>
                    <a:pt x="15404" y="70106"/>
                    <a:pt x="19479" y="75900"/>
                  </a:cubicBezTo>
                  <a:cubicBezTo>
                    <a:pt x="23563" y="81702"/>
                    <a:pt x="29840" y="84599"/>
                    <a:pt x="38329" y="84599"/>
                  </a:cubicBezTo>
                  <a:cubicBezTo>
                    <a:pt x="40436" y="84599"/>
                    <a:pt x="42413" y="84413"/>
                    <a:pt x="44260" y="84034"/>
                  </a:cubicBezTo>
                  <a:cubicBezTo>
                    <a:pt x="46149" y="83655"/>
                    <a:pt x="48989" y="82816"/>
                    <a:pt x="52766" y="81517"/>
                  </a:cubicBezTo>
                  <a:lnTo>
                    <a:pt x="59011" y="59511"/>
                  </a:lnTo>
                  <a:cubicBezTo>
                    <a:pt x="59891" y="56485"/>
                    <a:pt x="60335" y="54073"/>
                    <a:pt x="60335" y="52265"/>
                  </a:cubicBezTo>
                  <a:cubicBezTo>
                    <a:pt x="60335" y="50748"/>
                    <a:pt x="59786" y="49594"/>
                    <a:pt x="58696" y="48795"/>
                  </a:cubicBezTo>
                  <a:cubicBezTo>
                    <a:pt x="56929" y="47577"/>
                    <a:pt x="54073" y="46964"/>
                    <a:pt x="50119" y="46964"/>
                  </a:cubicBezTo>
                  <a:lnTo>
                    <a:pt x="48360" y="46964"/>
                  </a:lnTo>
                  <a:lnTo>
                    <a:pt x="49054" y="44511"/>
                  </a:lnTo>
                  <a:lnTo>
                    <a:pt x="84607" y="44511"/>
                  </a:lnTo>
                  <a:lnTo>
                    <a:pt x="83978" y="46964"/>
                  </a:lnTo>
                  <a:cubicBezTo>
                    <a:pt x="80742" y="47012"/>
                    <a:pt x="78386" y="47383"/>
                    <a:pt x="76917" y="48101"/>
                  </a:cubicBezTo>
                  <a:cubicBezTo>
                    <a:pt x="75440" y="48820"/>
                    <a:pt x="74182" y="50038"/>
                    <a:pt x="73133" y="51757"/>
                  </a:cubicBezTo>
                  <a:cubicBezTo>
                    <a:pt x="72414" y="52895"/>
                    <a:pt x="71261" y="56195"/>
                    <a:pt x="69663" y="61658"/>
                  </a:cubicBezTo>
                  <a:lnTo>
                    <a:pt x="63361" y="83276"/>
                  </a:lnTo>
                  <a:cubicBezTo>
                    <a:pt x="57599" y="85761"/>
                    <a:pt x="52959" y="87399"/>
                    <a:pt x="49425" y="88198"/>
                  </a:cubicBezTo>
                  <a:cubicBezTo>
                    <a:pt x="45898" y="89037"/>
                    <a:pt x="42179" y="89457"/>
                    <a:pt x="38273" y="89457"/>
                  </a:cubicBezTo>
                  <a:cubicBezTo>
                    <a:pt x="29276" y="89457"/>
                    <a:pt x="21981" y="87778"/>
                    <a:pt x="16397" y="84413"/>
                  </a:cubicBezTo>
                  <a:cubicBezTo>
                    <a:pt x="10805" y="81008"/>
                    <a:pt x="6665" y="76530"/>
                    <a:pt x="3978" y="70986"/>
                  </a:cubicBezTo>
                  <a:cubicBezTo>
                    <a:pt x="1323" y="65394"/>
                    <a:pt x="0" y="59850"/>
                    <a:pt x="0" y="54339"/>
                  </a:cubicBezTo>
                  <a:cubicBezTo>
                    <a:pt x="0" y="46947"/>
                    <a:pt x="1557" y="39927"/>
                    <a:pt x="4672" y="33286"/>
                  </a:cubicBezTo>
                  <a:cubicBezTo>
                    <a:pt x="7779" y="26605"/>
                    <a:pt x="11644" y="20972"/>
                    <a:pt x="16268" y="16389"/>
                  </a:cubicBezTo>
                  <a:cubicBezTo>
                    <a:pt x="20932" y="11765"/>
                    <a:pt x="26000" y="8134"/>
                    <a:pt x="31462" y="5487"/>
                  </a:cubicBezTo>
                  <a:cubicBezTo>
                    <a:pt x="38983" y="1832"/>
                    <a:pt x="46883" y="0"/>
                    <a:pt x="55162" y="0"/>
                  </a:cubicBezTo>
                  <a:cubicBezTo>
                    <a:pt x="61263" y="0"/>
                    <a:pt x="66766" y="1009"/>
                    <a:pt x="71680" y="3026"/>
                  </a:cubicBezTo>
                  <a:cubicBezTo>
                    <a:pt x="73657" y="3825"/>
                    <a:pt x="75110" y="4228"/>
                    <a:pt x="76030" y="4228"/>
                  </a:cubicBezTo>
                  <a:cubicBezTo>
                    <a:pt x="77078" y="4228"/>
                    <a:pt x="77966" y="3994"/>
                    <a:pt x="78676" y="3534"/>
                  </a:cubicBezTo>
                  <a:cubicBezTo>
                    <a:pt x="79435" y="3026"/>
                    <a:pt x="80403" y="1848"/>
                    <a:pt x="81581" y="0"/>
                  </a:cubicBezTo>
                  <a:lnTo>
                    <a:pt x="83978" y="0"/>
                  </a:lnTo>
                  <a:close/>
                  <a:moveTo>
                    <a:pt x="144934" y="30389"/>
                  </a:moveTo>
                  <a:lnTo>
                    <a:pt x="132644" y="73133"/>
                  </a:lnTo>
                  <a:lnTo>
                    <a:pt x="131256" y="78870"/>
                  </a:lnTo>
                  <a:cubicBezTo>
                    <a:pt x="131127" y="79410"/>
                    <a:pt x="131071" y="79870"/>
                    <a:pt x="131071" y="80250"/>
                  </a:cubicBezTo>
                  <a:cubicBezTo>
                    <a:pt x="131071" y="80928"/>
                    <a:pt x="131280" y="81517"/>
                    <a:pt x="131700" y="82017"/>
                  </a:cubicBezTo>
                  <a:cubicBezTo>
                    <a:pt x="132031" y="82396"/>
                    <a:pt x="132450" y="82582"/>
                    <a:pt x="132959" y="82582"/>
                  </a:cubicBezTo>
                  <a:cubicBezTo>
                    <a:pt x="133507" y="82582"/>
                    <a:pt x="134218" y="82251"/>
                    <a:pt x="135105" y="81573"/>
                  </a:cubicBezTo>
                  <a:cubicBezTo>
                    <a:pt x="136743" y="80355"/>
                    <a:pt x="138930" y="77837"/>
                    <a:pt x="141658" y="74012"/>
                  </a:cubicBezTo>
                  <a:lnTo>
                    <a:pt x="143804" y="75521"/>
                  </a:lnTo>
                  <a:cubicBezTo>
                    <a:pt x="140899" y="79895"/>
                    <a:pt x="137921" y="83235"/>
                    <a:pt x="134847" y="85551"/>
                  </a:cubicBezTo>
                  <a:cubicBezTo>
                    <a:pt x="131781" y="87819"/>
                    <a:pt x="128948" y="88956"/>
                    <a:pt x="126342" y="88956"/>
                  </a:cubicBezTo>
                  <a:cubicBezTo>
                    <a:pt x="124534" y="88956"/>
                    <a:pt x="123163" y="88488"/>
                    <a:pt x="122243" y="87569"/>
                  </a:cubicBezTo>
                  <a:cubicBezTo>
                    <a:pt x="121355" y="86681"/>
                    <a:pt x="120919" y="85382"/>
                    <a:pt x="120919" y="83655"/>
                  </a:cubicBezTo>
                  <a:cubicBezTo>
                    <a:pt x="120919" y="81597"/>
                    <a:pt x="121379" y="78886"/>
                    <a:pt x="122307" y="75521"/>
                  </a:cubicBezTo>
                  <a:lnTo>
                    <a:pt x="123631" y="70800"/>
                  </a:lnTo>
                  <a:cubicBezTo>
                    <a:pt x="118119" y="77982"/>
                    <a:pt x="113060" y="83009"/>
                    <a:pt x="108436" y="85866"/>
                  </a:cubicBezTo>
                  <a:cubicBezTo>
                    <a:pt x="105111" y="87924"/>
                    <a:pt x="101859" y="88956"/>
                    <a:pt x="98664" y="88956"/>
                  </a:cubicBezTo>
                  <a:cubicBezTo>
                    <a:pt x="95598" y="88956"/>
                    <a:pt x="92951" y="87690"/>
                    <a:pt x="90724" y="85172"/>
                  </a:cubicBezTo>
                  <a:cubicBezTo>
                    <a:pt x="88497" y="82606"/>
                    <a:pt x="87383" y="79096"/>
                    <a:pt x="87383" y="74641"/>
                  </a:cubicBezTo>
                  <a:cubicBezTo>
                    <a:pt x="87383" y="67960"/>
                    <a:pt x="89376" y="60924"/>
                    <a:pt x="93371" y="53524"/>
                  </a:cubicBezTo>
                  <a:cubicBezTo>
                    <a:pt x="97405" y="46084"/>
                    <a:pt x="102505" y="40137"/>
                    <a:pt x="108686" y="35683"/>
                  </a:cubicBezTo>
                  <a:cubicBezTo>
                    <a:pt x="113520" y="32148"/>
                    <a:pt x="118079" y="30389"/>
                    <a:pt x="122364" y="30389"/>
                  </a:cubicBezTo>
                  <a:cubicBezTo>
                    <a:pt x="124930" y="30389"/>
                    <a:pt x="127052" y="31059"/>
                    <a:pt x="128730" y="32407"/>
                  </a:cubicBezTo>
                  <a:cubicBezTo>
                    <a:pt x="130457" y="33746"/>
                    <a:pt x="131764" y="35973"/>
                    <a:pt x="132644" y="39088"/>
                  </a:cubicBezTo>
                  <a:lnTo>
                    <a:pt x="134912" y="31898"/>
                  </a:lnTo>
                  <a:lnTo>
                    <a:pt x="144934" y="30389"/>
                  </a:lnTo>
                  <a:close/>
                  <a:moveTo>
                    <a:pt x="122493" y="33665"/>
                  </a:moveTo>
                  <a:cubicBezTo>
                    <a:pt x="119806" y="33665"/>
                    <a:pt x="116949" y="34924"/>
                    <a:pt x="113923" y="37450"/>
                  </a:cubicBezTo>
                  <a:cubicBezTo>
                    <a:pt x="109630" y="41016"/>
                    <a:pt x="105805" y="46318"/>
                    <a:pt x="102449" y="53330"/>
                  </a:cubicBezTo>
                  <a:cubicBezTo>
                    <a:pt x="99124" y="60351"/>
                    <a:pt x="97470" y="66701"/>
                    <a:pt x="97470" y="72374"/>
                  </a:cubicBezTo>
                  <a:cubicBezTo>
                    <a:pt x="97470" y="75231"/>
                    <a:pt x="98180" y="77498"/>
                    <a:pt x="99608" y="79185"/>
                  </a:cubicBezTo>
                  <a:cubicBezTo>
                    <a:pt x="101036" y="80823"/>
                    <a:pt x="102674" y="81638"/>
                    <a:pt x="104522" y="81638"/>
                  </a:cubicBezTo>
                  <a:cubicBezTo>
                    <a:pt x="109106" y="81638"/>
                    <a:pt x="114085" y="78257"/>
                    <a:pt x="119467" y="71486"/>
                  </a:cubicBezTo>
                  <a:cubicBezTo>
                    <a:pt x="126657" y="62497"/>
                    <a:pt x="130247" y="53274"/>
                    <a:pt x="130247" y="43816"/>
                  </a:cubicBezTo>
                  <a:cubicBezTo>
                    <a:pt x="130247" y="40242"/>
                    <a:pt x="129553" y="37660"/>
                    <a:pt x="128166" y="36062"/>
                  </a:cubicBezTo>
                  <a:cubicBezTo>
                    <a:pt x="126778" y="34464"/>
                    <a:pt x="124889" y="33665"/>
                    <a:pt x="122493" y="33665"/>
                  </a:cubicBezTo>
                  <a:close/>
                  <a:moveTo>
                    <a:pt x="182448" y="14751"/>
                  </a:moveTo>
                  <a:lnTo>
                    <a:pt x="177526" y="31898"/>
                  </a:lnTo>
                  <a:lnTo>
                    <a:pt x="187427" y="31898"/>
                  </a:lnTo>
                  <a:lnTo>
                    <a:pt x="186354" y="35868"/>
                  </a:lnTo>
                  <a:lnTo>
                    <a:pt x="176517" y="35868"/>
                  </a:lnTo>
                  <a:lnTo>
                    <a:pt x="165680" y="73068"/>
                  </a:lnTo>
                  <a:cubicBezTo>
                    <a:pt x="164502" y="77062"/>
                    <a:pt x="163913" y="79644"/>
                    <a:pt x="163913" y="80823"/>
                  </a:cubicBezTo>
                  <a:cubicBezTo>
                    <a:pt x="163913" y="81533"/>
                    <a:pt x="164082" y="82081"/>
                    <a:pt x="164413" y="82461"/>
                  </a:cubicBezTo>
                  <a:cubicBezTo>
                    <a:pt x="164752" y="82840"/>
                    <a:pt x="165155" y="83026"/>
                    <a:pt x="165615" y="83026"/>
                  </a:cubicBezTo>
                  <a:cubicBezTo>
                    <a:pt x="166664" y="83026"/>
                    <a:pt x="168052" y="82291"/>
                    <a:pt x="169771" y="80823"/>
                  </a:cubicBezTo>
                  <a:cubicBezTo>
                    <a:pt x="170780" y="79983"/>
                    <a:pt x="173031" y="77393"/>
                    <a:pt x="176517" y="73068"/>
                  </a:cubicBezTo>
                  <a:lnTo>
                    <a:pt x="178599" y="74641"/>
                  </a:lnTo>
                  <a:cubicBezTo>
                    <a:pt x="174734" y="80274"/>
                    <a:pt x="171078" y="84244"/>
                    <a:pt x="167633" y="86560"/>
                  </a:cubicBezTo>
                  <a:cubicBezTo>
                    <a:pt x="165277" y="88158"/>
                    <a:pt x="162904" y="88956"/>
                    <a:pt x="160508" y="88956"/>
                  </a:cubicBezTo>
                  <a:cubicBezTo>
                    <a:pt x="158660" y="88956"/>
                    <a:pt x="157143" y="88384"/>
                    <a:pt x="155973" y="87254"/>
                  </a:cubicBezTo>
                  <a:cubicBezTo>
                    <a:pt x="154794" y="86076"/>
                    <a:pt x="154205" y="84583"/>
                    <a:pt x="154205" y="82775"/>
                  </a:cubicBezTo>
                  <a:cubicBezTo>
                    <a:pt x="154205" y="80508"/>
                    <a:pt x="154875" y="77038"/>
                    <a:pt x="156223" y="72374"/>
                  </a:cubicBezTo>
                  <a:lnTo>
                    <a:pt x="166745" y="35868"/>
                  </a:lnTo>
                  <a:lnTo>
                    <a:pt x="157231" y="35868"/>
                  </a:lnTo>
                  <a:lnTo>
                    <a:pt x="157861" y="33415"/>
                  </a:lnTo>
                  <a:cubicBezTo>
                    <a:pt x="162484" y="32148"/>
                    <a:pt x="166325" y="30284"/>
                    <a:pt x="169400" y="27799"/>
                  </a:cubicBezTo>
                  <a:cubicBezTo>
                    <a:pt x="172466" y="25281"/>
                    <a:pt x="175888" y="20932"/>
                    <a:pt x="179672" y="14751"/>
                  </a:cubicBezTo>
                  <a:lnTo>
                    <a:pt x="182448" y="14751"/>
                  </a:lnTo>
                  <a:close/>
                  <a:moveTo>
                    <a:pt x="200225" y="63675"/>
                  </a:moveTo>
                  <a:cubicBezTo>
                    <a:pt x="199926" y="65773"/>
                    <a:pt x="199781" y="67516"/>
                    <a:pt x="199781" y="68904"/>
                  </a:cubicBezTo>
                  <a:cubicBezTo>
                    <a:pt x="199781" y="72648"/>
                    <a:pt x="201104" y="75836"/>
                    <a:pt x="203751" y="78491"/>
                  </a:cubicBezTo>
                  <a:cubicBezTo>
                    <a:pt x="206406" y="81097"/>
                    <a:pt x="209618" y="82396"/>
                    <a:pt x="213402" y="82396"/>
                  </a:cubicBezTo>
                  <a:cubicBezTo>
                    <a:pt x="216428" y="82396"/>
                    <a:pt x="219325" y="81783"/>
                    <a:pt x="222101" y="80564"/>
                  </a:cubicBezTo>
                  <a:cubicBezTo>
                    <a:pt x="224917" y="79306"/>
                    <a:pt x="229073" y="76554"/>
                    <a:pt x="234584" y="72309"/>
                  </a:cubicBezTo>
                  <a:lnTo>
                    <a:pt x="235907" y="74141"/>
                  </a:lnTo>
                  <a:cubicBezTo>
                    <a:pt x="225942" y="84018"/>
                    <a:pt x="216444" y="88956"/>
                    <a:pt x="207407" y="88956"/>
                  </a:cubicBezTo>
                  <a:cubicBezTo>
                    <a:pt x="201274" y="88956"/>
                    <a:pt x="196650" y="87020"/>
                    <a:pt x="193543" y="83155"/>
                  </a:cubicBezTo>
                  <a:cubicBezTo>
                    <a:pt x="190429" y="79289"/>
                    <a:pt x="188879" y="75021"/>
                    <a:pt x="188879" y="70357"/>
                  </a:cubicBezTo>
                  <a:cubicBezTo>
                    <a:pt x="188879" y="64095"/>
                    <a:pt x="190808" y="57680"/>
                    <a:pt x="194673" y="51127"/>
                  </a:cubicBezTo>
                  <a:cubicBezTo>
                    <a:pt x="198546" y="44575"/>
                    <a:pt x="203396" y="39483"/>
                    <a:pt x="209238" y="35868"/>
                  </a:cubicBezTo>
                  <a:cubicBezTo>
                    <a:pt x="215081" y="32213"/>
                    <a:pt x="221092" y="30389"/>
                    <a:pt x="227265" y="30389"/>
                  </a:cubicBezTo>
                  <a:cubicBezTo>
                    <a:pt x="231728" y="30389"/>
                    <a:pt x="235020" y="31293"/>
                    <a:pt x="237166" y="33100"/>
                  </a:cubicBezTo>
                  <a:cubicBezTo>
                    <a:pt x="239313" y="34908"/>
                    <a:pt x="240378" y="37046"/>
                    <a:pt x="240378" y="39524"/>
                  </a:cubicBezTo>
                  <a:cubicBezTo>
                    <a:pt x="240378" y="43018"/>
                    <a:pt x="238998" y="46358"/>
                    <a:pt x="236222" y="49554"/>
                  </a:cubicBezTo>
                  <a:cubicBezTo>
                    <a:pt x="232567" y="53710"/>
                    <a:pt x="227185" y="57074"/>
                    <a:pt x="220084" y="59641"/>
                  </a:cubicBezTo>
                  <a:cubicBezTo>
                    <a:pt x="215371" y="61359"/>
                    <a:pt x="208754" y="62707"/>
                    <a:pt x="200225" y="63675"/>
                  </a:cubicBezTo>
                  <a:close/>
                  <a:moveTo>
                    <a:pt x="200669" y="60585"/>
                  </a:moveTo>
                  <a:cubicBezTo>
                    <a:pt x="206882" y="59866"/>
                    <a:pt x="211950" y="58648"/>
                    <a:pt x="215855" y="56929"/>
                  </a:cubicBezTo>
                  <a:cubicBezTo>
                    <a:pt x="221028" y="54613"/>
                    <a:pt x="224893" y="51862"/>
                    <a:pt x="227459" y="48666"/>
                  </a:cubicBezTo>
                  <a:cubicBezTo>
                    <a:pt x="230065" y="45430"/>
                    <a:pt x="231365" y="42364"/>
                    <a:pt x="231365" y="39467"/>
                  </a:cubicBezTo>
                  <a:cubicBezTo>
                    <a:pt x="231365" y="37700"/>
                    <a:pt x="230800" y="36272"/>
                    <a:pt x="229662" y="35174"/>
                  </a:cubicBezTo>
                  <a:cubicBezTo>
                    <a:pt x="228572" y="34085"/>
                    <a:pt x="226999" y="33536"/>
                    <a:pt x="224933" y="33536"/>
                  </a:cubicBezTo>
                  <a:cubicBezTo>
                    <a:pt x="220648" y="33536"/>
                    <a:pt x="216089" y="35828"/>
                    <a:pt x="211256" y="40411"/>
                  </a:cubicBezTo>
                  <a:cubicBezTo>
                    <a:pt x="206462" y="44946"/>
                    <a:pt x="202936" y="51676"/>
                    <a:pt x="200669" y="60585"/>
                  </a:cubicBezTo>
                  <a:close/>
                  <a:moveTo>
                    <a:pt x="270767" y="30389"/>
                  </a:moveTo>
                  <a:lnTo>
                    <a:pt x="266418" y="44890"/>
                  </a:lnTo>
                  <a:cubicBezTo>
                    <a:pt x="271001" y="39507"/>
                    <a:pt x="275076" y="35747"/>
                    <a:pt x="278651" y="33601"/>
                  </a:cubicBezTo>
                  <a:cubicBezTo>
                    <a:pt x="282266" y="31454"/>
                    <a:pt x="285937" y="30389"/>
                    <a:pt x="289682" y="30389"/>
                  </a:cubicBezTo>
                  <a:cubicBezTo>
                    <a:pt x="293418" y="30389"/>
                    <a:pt x="296613" y="31882"/>
                    <a:pt x="299260" y="34860"/>
                  </a:cubicBezTo>
                  <a:cubicBezTo>
                    <a:pt x="301907" y="37805"/>
                    <a:pt x="303238" y="41654"/>
                    <a:pt x="303238" y="46399"/>
                  </a:cubicBezTo>
                  <a:cubicBezTo>
                    <a:pt x="303238" y="55646"/>
                    <a:pt x="299470" y="65063"/>
                    <a:pt x="291949" y="74641"/>
                  </a:cubicBezTo>
                  <a:cubicBezTo>
                    <a:pt x="284429" y="84179"/>
                    <a:pt x="275665" y="88956"/>
                    <a:pt x="265659" y="88956"/>
                  </a:cubicBezTo>
                  <a:cubicBezTo>
                    <a:pt x="263561" y="88956"/>
                    <a:pt x="261689" y="88722"/>
                    <a:pt x="260051" y="88263"/>
                  </a:cubicBezTo>
                  <a:cubicBezTo>
                    <a:pt x="258453" y="87794"/>
                    <a:pt x="256646" y="86980"/>
                    <a:pt x="254628" y="85801"/>
                  </a:cubicBezTo>
                  <a:lnTo>
                    <a:pt x="250029" y="102061"/>
                  </a:lnTo>
                  <a:cubicBezTo>
                    <a:pt x="249101" y="105257"/>
                    <a:pt x="248641" y="107338"/>
                    <a:pt x="248641" y="108307"/>
                  </a:cubicBezTo>
                  <a:cubicBezTo>
                    <a:pt x="248641" y="109235"/>
                    <a:pt x="248875" y="110009"/>
                    <a:pt x="249335" y="110639"/>
                  </a:cubicBezTo>
                  <a:cubicBezTo>
                    <a:pt x="249835" y="111309"/>
                    <a:pt x="250634" y="111817"/>
                    <a:pt x="251732" y="112148"/>
                  </a:cubicBezTo>
                  <a:cubicBezTo>
                    <a:pt x="252821" y="112527"/>
                    <a:pt x="254983" y="112721"/>
                    <a:pt x="258219" y="112721"/>
                  </a:cubicBezTo>
                  <a:lnTo>
                    <a:pt x="257654" y="115053"/>
                  </a:lnTo>
                  <a:lnTo>
                    <a:pt x="227959" y="115053"/>
                  </a:lnTo>
                  <a:lnTo>
                    <a:pt x="228597" y="112721"/>
                  </a:lnTo>
                  <a:cubicBezTo>
                    <a:pt x="232502" y="112551"/>
                    <a:pt x="235149" y="111882"/>
                    <a:pt x="236537" y="110703"/>
                  </a:cubicBezTo>
                  <a:cubicBezTo>
                    <a:pt x="237885" y="109525"/>
                    <a:pt x="239313" y="106265"/>
                    <a:pt x="240822" y="100931"/>
                  </a:cubicBezTo>
                  <a:lnTo>
                    <a:pt x="256775" y="45705"/>
                  </a:lnTo>
                  <a:cubicBezTo>
                    <a:pt x="257735" y="42219"/>
                    <a:pt x="258219" y="40056"/>
                    <a:pt x="258219" y="39209"/>
                  </a:cubicBezTo>
                  <a:cubicBezTo>
                    <a:pt x="258219" y="38079"/>
                    <a:pt x="257889" y="37192"/>
                    <a:pt x="257211" y="36562"/>
                  </a:cubicBezTo>
                  <a:cubicBezTo>
                    <a:pt x="256581" y="35933"/>
                    <a:pt x="255597" y="35618"/>
                    <a:pt x="254249" y="35618"/>
                  </a:cubicBezTo>
                  <a:cubicBezTo>
                    <a:pt x="253031" y="35618"/>
                    <a:pt x="251328" y="35763"/>
                    <a:pt x="249141" y="36062"/>
                  </a:cubicBezTo>
                  <a:lnTo>
                    <a:pt x="249141" y="33601"/>
                  </a:lnTo>
                  <a:lnTo>
                    <a:pt x="270767" y="30389"/>
                  </a:lnTo>
                  <a:close/>
                  <a:moveTo>
                    <a:pt x="256081" y="80823"/>
                  </a:moveTo>
                  <a:cubicBezTo>
                    <a:pt x="258687" y="83929"/>
                    <a:pt x="262198" y="85487"/>
                    <a:pt x="266603" y="85487"/>
                  </a:cubicBezTo>
                  <a:cubicBezTo>
                    <a:pt x="268790" y="85487"/>
                    <a:pt x="271017" y="84873"/>
                    <a:pt x="273293" y="83655"/>
                  </a:cubicBezTo>
                  <a:cubicBezTo>
                    <a:pt x="275560" y="82436"/>
                    <a:pt x="277763" y="80629"/>
                    <a:pt x="279910" y="78232"/>
                  </a:cubicBezTo>
                  <a:cubicBezTo>
                    <a:pt x="282097" y="75836"/>
                    <a:pt x="284049" y="73084"/>
                    <a:pt x="285768" y="69977"/>
                  </a:cubicBezTo>
                  <a:cubicBezTo>
                    <a:pt x="287495" y="66822"/>
                    <a:pt x="289028" y="63126"/>
                    <a:pt x="290376" y="58882"/>
                  </a:cubicBezTo>
                  <a:cubicBezTo>
                    <a:pt x="291764" y="54638"/>
                    <a:pt x="292458" y="50433"/>
                    <a:pt x="292458" y="46270"/>
                  </a:cubicBezTo>
                  <a:cubicBezTo>
                    <a:pt x="292458" y="42913"/>
                    <a:pt x="291675" y="40347"/>
                    <a:pt x="290117" y="38580"/>
                  </a:cubicBezTo>
                  <a:cubicBezTo>
                    <a:pt x="288608" y="36772"/>
                    <a:pt x="286825" y="35868"/>
                    <a:pt x="284759" y="35868"/>
                  </a:cubicBezTo>
                  <a:cubicBezTo>
                    <a:pt x="280224" y="35868"/>
                    <a:pt x="275730" y="38475"/>
                    <a:pt x="271276" y="43687"/>
                  </a:cubicBezTo>
                  <a:cubicBezTo>
                    <a:pt x="266862" y="48900"/>
                    <a:pt x="263626" y="54993"/>
                    <a:pt x="261560" y="61973"/>
                  </a:cubicBezTo>
                  <a:lnTo>
                    <a:pt x="256081" y="80823"/>
                  </a:lnTo>
                  <a:close/>
                  <a:moveTo>
                    <a:pt x="367349" y="30389"/>
                  </a:moveTo>
                  <a:lnTo>
                    <a:pt x="355052" y="73133"/>
                  </a:lnTo>
                  <a:lnTo>
                    <a:pt x="353672" y="78870"/>
                  </a:lnTo>
                  <a:cubicBezTo>
                    <a:pt x="353543" y="79410"/>
                    <a:pt x="353478" y="79870"/>
                    <a:pt x="353478" y="80250"/>
                  </a:cubicBezTo>
                  <a:cubicBezTo>
                    <a:pt x="353478" y="80928"/>
                    <a:pt x="353688" y="81517"/>
                    <a:pt x="354107" y="82017"/>
                  </a:cubicBezTo>
                  <a:cubicBezTo>
                    <a:pt x="354446" y="82396"/>
                    <a:pt x="354866" y="82582"/>
                    <a:pt x="355366" y="82582"/>
                  </a:cubicBezTo>
                  <a:cubicBezTo>
                    <a:pt x="355915" y="82582"/>
                    <a:pt x="356633" y="82251"/>
                    <a:pt x="357513" y="81573"/>
                  </a:cubicBezTo>
                  <a:cubicBezTo>
                    <a:pt x="359151" y="80355"/>
                    <a:pt x="361338" y="77837"/>
                    <a:pt x="364073" y="74012"/>
                  </a:cubicBezTo>
                  <a:lnTo>
                    <a:pt x="366211" y="75521"/>
                  </a:lnTo>
                  <a:cubicBezTo>
                    <a:pt x="363315" y="79895"/>
                    <a:pt x="360329" y="83235"/>
                    <a:pt x="357263" y="85551"/>
                  </a:cubicBezTo>
                  <a:cubicBezTo>
                    <a:pt x="354196" y="87819"/>
                    <a:pt x="351356" y="88956"/>
                    <a:pt x="348749" y="88956"/>
                  </a:cubicBezTo>
                  <a:cubicBezTo>
                    <a:pt x="346942" y="88956"/>
                    <a:pt x="345578" y="88488"/>
                    <a:pt x="344650" y="87569"/>
                  </a:cubicBezTo>
                  <a:cubicBezTo>
                    <a:pt x="343771" y="86681"/>
                    <a:pt x="343327" y="85382"/>
                    <a:pt x="343327" y="83655"/>
                  </a:cubicBezTo>
                  <a:cubicBezTo>
                    <a:pt x="343327" y="81597"/>
                    <a:pt x="343795" y="78886"/>
                    <a:pt x="344715" y="75521"/>
                  </a:cubicBezTo>
                  <a:lnTo>
                    <a:pt x="346038" y="70800"/>
                  </a:lnTo>
                  <a:cubicBezTo>
                    <a:pt x="340535" y="77982"/>
                    <a:pt x="335467" y="83009"/>
                    <a:pt x="330843" y="85866"/>
                  </a:cubicBezTo>
                  <a:cubicBezTo>
                    <a:pt x="327527" y="87924"/>
                    <a:pt x="324267" y="88956"/>
                    <a:pt x="321071" y="88956"/>
                  </a:cubicBezTo>
                  <a:cubicBezTo>
                    <a:pt x="318005" y="88956"/>
                    <a:pt x="315358" y="87690"/>
                    <a:pt x="313131" y="85172"/>
                  </a:cubicBezTo>
                  <a:cubicBezTo>
                    <a:pt x="310904" y="82606"/>
                    <a:pt x="309791" y="79096"/>
                    <a:pt x="309791" y="74641"/>
                  </a:cubicBezTo>
                  <a:cubicBezTo>
                    <a:pt x="309791" y="67960"/>
                    <a:pt x="311784" y="60924"/>
                    <a:pt x="315778" y="53524"/>
                  </a:cubicBezTo>
                  <a:cubicBezTo>
                    <a:pt x="319813" y="46084"/>
                    <a:pt x="324921" y="40137"/>
                    <a:pt x="331102" y="35683"/>
                  </a:cubicBezTo>
                  <a:cubicBezTo>
                    <a:pt x="335935" y="32148"/>
                    <a:pt x="340494" y="30389"/>
                    <a:pt x="344779" y="30389"/>
                  </a:cubicBezTo>
                  <a:cubicBezTo>
                    <a:pt x="347345" y="30389"/>
                    <a:pt x="349468" y="31059"/>
                    <a:pt x="351146" y="32407"/>
                  </a:cubicBezTo>
                  <a:cubicBezTo>
                    <a:pt x="352873" y="33746"/>
                    <a:pt x="354172" y="35973"/>
                    <a:pt x="355052" y="39088"/>
                  </a:cubicBezTo>
                  <a:lnTo>
                    <a:pt x="357327" y="31898"/>
                  </a:lnTo>
                  <a:lnTo>
                    <a:pt x="367349" y="30389"/>
                  </a:lnTo>
                  <a:close/>
                  <a:moveTo>
                    <a:pt x="344908" y="33665"/>
                  </a:moveTo>
                  <a:cubicBezTo>
                    <a:pt x="342213" y="33665"/>
                    <a:pt x="339357" y="34924"/>
                    <a:pt x="336331" y="37450"/>
                  </a:cubicBezTo>
                  <a:cubicBezTo>
                    <a:pt x="332046" y="41016"/>
                    <a:pt x="328221" y="46318"/>
                    <a:pt x="324856" y="53330"/>
                  </a:cubicBezTo>
                  <a:cubicBezTo>
                    <a:pt x="321540" y="60351"/>
                    <a:pt x="319877" y="66701"/>
                    <a:pt x="319877" y="72374"/>
                  </a:cubicBezTo>
                  <a:cubicBezTo>
                    <a:pt x="319877" y="75231"/>
                    <a:pt x="320595" y="77498"/>
                    <a:pt x="322024" y="79185"/>
                  </a:cubicBezTo>
                  <a:cubicBezTo>
                    <a:pt x="323452" y="80823"/>
                    <a:pt x="325090" y="81638"/>
                    <a:pt x="326938" y="81638"/>
                  </a:cubicBezTo>
                  <a:cubicBezTo>
                    <a:pt x="331521" y="81638"/>
                    <a:pt x="336500" y="78257"/>
                    <a:pt x="341882" y="71486"/>
                  </a:cubicBezTo>
                  <a:cubicBezTo>
                    <a:pt x="349064" y="62497"/>
                    <a:pt x="352655" y="53274"/>
                    <a:pt x="352655" y="43816"/>
                  </a:cubicBezTo>
                  <a:cubicBezTo>
                    <a:pt x="352655" y="40242"/>
                    <a:pt x="351969" y="37660"/>
                    <a:pt x="350581" y="36062"/>
                  </a:cubicBezTo>
                  <a:cubicBezTo>
                    <a:pt x="349193" y="34464"/>
                    <a:pt x="347297" y="33665"/>
                    <a:pt x="344908" y="33665"/>
                  </a:cubicBezTo>
                  <a:close/>
                  <a:moveTo>
                    <a:pt x="378065" y="33915"/>
                  </a:moveTo>
                  <a:lnTo>
                    <a:pt x="399812" y="30389"/>
                  </a:lnTo>
                  <a:lnTo>
                    <a:pt x="390734" y="61028"/>
                  </a:lnTo>
                  <a:cubicBezTo>
                    <a:pt x="398094" y="48456"/>
                    <a:pt x="404775" y="39677"/>
                    <a:pt x="410787" y="34674"/>
                  </a:cubicBezTo>
                  <a:cubicBezTo>
                    <a:pt x="414192" y="31817"/>
                    <a:pt x="416960" y="30389"/>
                    <a:pt x="419106" y="30389"/>
                  </a:cubicBezTo>
                  <a:cubicBezTo>
                    <a:pt x="420494" y="30389"/>
                    <a:pt x="421583" y="30809"/>
                    <a:pt x="422382" y="31648"/>
                  </a:cubicBezTo>
                  <a:cubicBezTo>
                    <a:pt x="423181" y="32447"/>
                    <a:pt x="423585" y="33625"/>
                    <a:pt x="423585" y="35174"/>
                  </a:cubicBezTo>
                  <a:cubicBezTo>
                    <a:pt x="423585" y="37950"/>
                    <a:pt x="422866" y="40597"/>
                    <a:pt x="421438" y="43123"/>
                  </a:cubicBezTo>
                  <a:cubicBezTo>
                    <a:pt x="420429" y="45011"/>
                    <a:pt x="418977" y="45955"/>
                    <a:pt x="417089" y="45955"/>
                  </a:cubicBezTo>
                  <a:cubicBezTo>
                    <a:pt x="416120" y="45955"/>
                    <a:pt x="415281" y="45640"/>
                    <a:pt x="414563" y="45011"/>
                  </a:cubicBezTo>
                  <a:cubicBezTo>
                    <a:pt x="413893" y="44381"/>
                    <a:pt x="413474" y="43413"/>
                    <a:pt x="413304" y="42114"/>
                  </a:cubicBezTo>
                  <a:cubicBezTo>
                    <a:pt x="413224" y="41315"/>
                    <a:pt x="413030" y="40790"/>
                    <a:pt x="412739" y="40540"/>
                  </a:cubicBezTo>
                  <a:cubicBezTo>
                    <a:pt x="412400" y="40201"/>
                    <a:pt x="412005" y="40032"/>
                    <a:pt x="411537" y="40032"/>
                  </a:cubicBezTo>
                  <a:cubicBezTo>
                    <a:pt x="410827" y="40032"/>
                    <a:pt x="410157" y="40201"/>
                    <a:pt x="409520" y="40540"/>
                  </a:cubicBezTo>
                  <a:cubicBezTo>
                    <a:pt x="408430" y="41121"/>
                    <a:pt x="406768" y="42768"/>
                    <a:pt x="404541" y="45455"/>
                  </a:cubicBezTo>
                  <a:cubicBezTo>
                    <a:pt x="401055" y="49570"/>
                    <a:pt x="397270" y="54912"/>
                    <a:pt x="393195" y="61464"/>
                  </a:cubicBezTo>
                  <a:cubicBezTo>
                    <a:pt x="391428" y="64240"/>
                    <a:pt x="389919" y="67371"/>
                    <a:pt x="388652" y="70857"/>
                  </a:cubicBezTo>
                  <a:cubicBezTo>
                    <a:pt x="386893" y="75650"/>
                    <a:pt x="385885" y="78531"/>
                    <a:pt x="385626" y="79499"/>
                  </a:cubicBezTo>
                  <a:lnTo>
                    <a:pt x="383609" y="87439"/>
                  </a:lnTo>
                  <a:lnTo>
                    <a:pt x="373966" y="87439"/>
                  </a:lnTo>
                  <a:lnTo>
                    <a:pt x="385626" y="48287"/>
                  </a:lnTo>
                  <a:cubicBezTo>
                    <a:pt x="386974" y="43752"/>
                    <a:pt x="387644" y="40516"/>
                    <a:pt x="387644" y="38580"/>
                  </a:cubicBezTo>
                  <a:cubicBezTo>
                    <a:pt x="387644" y="37829"/>
                    <a:pt x="387329" y="37192"/>
                    <a:pt x="386700" y="36691"/>
                  </a:cubicBezTo>
                  <a:cubicBezTo>
                    <a:pt x="385860" y="36022"/>
                    <a:pt x="384747" y="35683"/>
                    <a:pt x="383359" y="35683"/>
                  </a:cubicBezTo>
                  <a:cubicBezTo>
                    <a:pt x="382479" y="35683"/>
                    <a:pt x="380857" y="35868"/>
                    <a:pt x="378509" y="36248"/>
                  </a:cubicBezTo>
                  <a:lnTo>
                    <a:pt x="378065" y="33915"/>
                  </a:lnTo>
                  <a:close/>
                  <a:moveTo>
                    <a:pt x="455168" y="14751"/>
                  </a:moveTo>
                  <a:lnTo>
                    <a:pt x="450246" y="31898"/>
                  </a:lnTo>
                  <a:lnTo>
                    <a:pt x="460147" y="31898"/>
                  </a:lnTo>
                  <a:lnTo>
                    <a:pt x="459074" y="35868"/>
                  </a:lnTo>
                  <a:lnTo>
                    <a:pt x="449237" y="35868"/>
                  </a:lnTo>
                  <a:lnTo>
                    <a:pt x="438400" y="73068"/>
                  </a:lnTo>
                  <a:cubicBezTo>
                    <a:pt x="437222" y="77062"/>
                    <a:pt x="436633" y="79644"/>
                    <a:pt x="436633" y="80823"/>
                  </a:cubicBezTo>
                  <a:cubicBezTo>
                    <a:pt x="436633" y="81533"/>
                    <a:pt x="436802" y="82081"/>
                    <a:pt x="437133" y="82461"/>
                  </a:cubicBezTo>
                  <a:cubicBezTo>
                    <a:pt x="437472" y="82840"/>
                    <a:pt x="437867" y="83026"/>
                    <a:pt x="438335" y="83026"/>
                  </a:cubicBezTo>
                  <a:cubicBezTo>
                    <a:pt x="439384" y="83026"/>
                    <a:pt x="440772" y="82291"/>
                    <a:pt x="442491" y="80823"/>
                  </a:cubicBezTo>
                  <a:cubicBezTo>
                    <a:pt x="443500" y="79983"/>
                    <a:pt x="445751" y="77393"/>
                    <a:pt x="449237" y="73068"/>
                  </a:cubicBezTo>
                  <a:lnTo>
                    <a:pt x="451319" y="74641"/>
                  </a:lnTo>
                  <a:cubicBezTo>
                    <a:pt x="447454" y="80274"/>
                    <a:pt x="443798" y="84244"/>
                    <a:pt x="440353" y="86560"/>
                  </a:cubicBezTo>
                  <a:cubicBezTo>
                    <a:pt x="437996" y="88158"/>
                    <a:pt x="435624" y="88956"/>
                    <a:pt x="433227" y="88956"/>
                  </a:cubicBezTo>
                  <a:cubicBezTo>
                    <a:pt x="431380" y="88956"/>
                    <a:pt x="429863" y="88384"/>
                    <a:pt x="428684" y="87254"/>
                  </a:cubicBezTo>
                  <a:cubicBezTo>
                    <a:pt x="427514" y="86076"/>
                    <a:pt x="426925" y="84583"/>
                    <a:pt x="426925" y="82775"/>
                  </a:cubicBezTo>
                  <a:cubicBezTo>
                    <a:pt x="426925" y="80508"/>
                    <a:pt x="427595" y="77038"/>
                    <a:pt x="428943" y="72374"/>
                  </a:cubicBezTo>
                  <a:lnTo>
                    <a:pt x="439465" y="35868"/>
                  </a:lnTo>
                  <a:lnTo>
                    <a:pt x="429951" y="35868"/>
                  </a:lnTo>
                  <a:lnTo>
                    <a:pt x="430581" y="33415"/>
                  </a:lnTo>
                  <a:cubicBezTo>
                    <a:pt x="435204" y="32148"/>
                    <a:pt x="439045" y="30284"/>
                    <a:pt x="442112" y="27799"/>
                  </a:cubicBezTo>
                  <a:cubicBezTo>
                    <a:pt x="445186" y="25281"/>
                    <a:pt x="448608" y="20932"/>
                    <a:pt x="452392" y="14751"/>
                  </a:cubicBezTo>
                  <a:lnTo>
                    <a:pt x="455168" y="14751"/>
                  </a:lnTo>
                  <a:close/>
                  <a:moveTo>
                    <a:pt x="486437" y="5358"/>
                  </a:moveTo>
                  <a:cubicBezTo>
                    <a:pt x="488196" y="5358"/>
                    <a:pt x="489689" y="5971"/>
                    <a:pt x="490907" y="7190"/>
                  </a:cubicBezTo>
                  <a:cubicBezTo>
                    <a:pt x="492126" y="8408"/>
                    <a:pt x="492739" y="9901"/>
                    <a:pt x="492739" y="11660"/>
                  </a:cubicBezTo>
                  <a:cubicBezTo>
                    <a:pt x="492739" y="13387"/>
                    <a:pt x="492109" y="14880"/>
                    <a:pt x="490851" y="16139"/>
                  </a:cubicBezTo>
                  <a:cubicBezTo>
                    <a:pt x="489624" y="17357"/>
                    <a:pt x="488156" y="17970"/>
                    <a:pt x="486437" y="17970"/>
                  </a:cubicBezTo>
                  <a:cubicBezTo>
                    <a:pt x="484710" y="17970"/>
                    <a:pt x="483217" y="17357"/>
                    <a:pt x="481958" y="16139"/>
                  </a:cubicBezTo>
                  <a:cubicBezTo>
                    <a:pt x="480740" y="14880"/>
                    <a:pt x="480127" y="13387"/>
                    <a:pt x="480127" y="11660"/>
                  </a:cubicBezTo>
                  <a:cubicBezTo>
                    <a:pt x="480127" y="9901"/>
                    <a:pt x="480740" y="8408"/>
                    <a:pt x="481958" y="7190"/>
                  </a:cubicBezTo>
                  <a:cubicBezTo>
                    <a:pt x="483177" y="5971"/>
                    <a:pt x="484670" y="5358"/>
                    <a:pt x="486437" y="5358"/>
                  </a:cubicBezTo>
                  <a:close/>
                  <a:moveTo>
                    <a:pt x="487252" y="30389"/>
                  </a:moveTo>
                  <a:lnTo>
                    <a:pt x="474768" y="74577"/>
                  </a:lnTo>
                  <a:cubicBezTo>
                    <a:pt x="473929" y="77563"/>
                    <a:pt x="473510" y="79346"/>
                    <a:pt x="473510" y="79935"/>
                  </a:cubicBezTo>
                  <a:cubicBezTo>
                    <a:pt x="473510" y="80613"/>
                    <a:pt x="473695" y="81153"/>
                    <a:pt x="474075" y="81573"/>
                  </a:cubicBezTo>
                  <a:cubicBezTo>
                    <a:pt x="474494" y="82001"/>
                    <a:pt x="474978" y="82211"/>
                    <a:pt x="475527" y="82211"/>
                  </a:cubicBezTo>
                  <a:cubicBezTo>
                    <a:pt x="476156" y="82211"/>
                    <a:pt x="476915" y="81872"/>
                    <a:pt x="477794" y="81202"/>
                  </a:cubicBezTo>
                  <a:cubicBezTo>
                    <a:pt x="480191" y="79306"/>
                    <a:pt x="482612" y="76618"/>
                    <a:pt x="485049" y="73133"/>
                  </a:cubicBezTo>
                  <a:lnTo>
                    <a:pt x="487252" y="74577"/>
                  </a:lnTo>
                  <a:cubicBezTo>
                    <a:pt x="484395" y="78950"/>
                    <a:pt x="481030" y="82630"/>
                    <a:pt x="477165" y="85608"/>
                  </a:cubicBezTo>
                  <a:cubicBezTo>
                    <a:pt x="474308" y="87835"/>
                    <a:pt x="471573" y="88956"/>
                    <a:pt x="468975" y="88956"/>
                  </a:cubicBezTo>
                  <a:cubicBezTo>
                    <a:pt x="467248" y="88956"/>
                    <a:pt x="465844" y="88448"/>
                    <a:pt x="464746" y="87439"/>
                  </a:cubicBezTo>
                  <a:cubicBezTo>
                    <a:pt x="463657" y="86390"/>
                    <a:pt x="463108" y="85083"/>
                    <a:pt x="463108" y="83534"/>
                  </a:cubicBezTo>
                  <a:cubicBezTo>
                    <a:pt x="463108" y="81976"/>
                    <a:pt x="463633" y="79394"/>
                    <a:pt x="464682" y="75779"/>
                  </a:cubicBezTo>
                  <a:lnTo>
                    <a:pt x="472880" y="47537"/>
                  </a:lnTo>
                  <a:cubicBezTo>
                    <a:pt x="474228" y="42913"/>
                    <a:pt x="474898" y="40008"/>
                    <a:pt x="474898" y="38838"/>
                  </a:cubicBezTo>
                  <a:cubicBezTo>
                    <a:pt x="474898" y="37910"/>
                    <a:pt x="474559" y="37151"/>
                    <a:pt x="473889" y="36562"/>
                  </a:cubicBezTo>
                  <a:cubicBezTo>
                    <a:pt x="473260" y="35973"/>
                    <a:pt x="472372" y="35683"/>
                    <a:pt x="471242" y="35683"/>
                  </a:cubicBezTo>
                  <a:cubicBezTo>
                    <a:pt x="470314" y="35683"/>
                    <a:pt x="468402" y="35917"/>
                    <a:pt x="465505" y="36377"/>
                  </a:cubicBezTo>
                  <a:lnTo>
                    <a:pt x="465505" y="33915"/>
                  </a:lnTo>
                  <a:lnTo>
                    <a:pt x="487252" y="30389"/>
                  </a:lnTo>
                  <a:close/>
                  <a:moveTo>
                    <a:pt x="527034" y="14751"/>
                  </a:moveTo>
                  <a:lnTo>
                    <a:pt x="522111" y="31898"/>
                  </a:lnTo>
                  <a:lnTo>
                    <a:pt x="532012" y="31898"/>
                  </a:lnTo>
                  <a:lnTo>
                    <a:pt x="530939" y="35868"/>
                  </a:lnTo>
                  <a:lnTo>
                    <a:pt x="521111" y="35868"/>
                  </a:lnTo>
                  <a:lnTo>
                    <a:pt x="510265" y="73068"/>
                  </a:lnTo>
                  <a:cubicBezTo>
                    <a:pt x="509087" y="77062"/>
                    <a:pt x="508498" y="79644"/>
                    <a:pt x="508498" y="80823"/>
                  </a:cubicBezTo>
                  <a:cubicBezTo>
                    <a:pt x="508498" y="81533"/>
                    <a:pt x="508668" y="82081"/>
                    <a:pt x="509007" y="82461"/>
                  </a:cubicBezTo>
                  <a:cubicBezTo>
                    <a:pt x="509338" y="82840"/>
                    <a:pt x="509741" y="83026"/>
                    <a:pt x="510201" y="83026"/>
                  </a:cubicBezTo>
                  <a:cubicBezTo>
                    <a:pt x="511250" y="83026"/>
                    <a:pt x="512638" y="82291"/>
                    <a:pt x="514365" y="80823"/>
                  </a:cubicBezTo>
                  <a:cubicBezTo>
                    <a:pt x="515373" y="79983"/>
                    <a:pt x="517617" y="77393"/>
                    <a:pt x="521111" y="73068"/>
                  </a:cubicBezTo>
                  <a:lnTo>
                    <a:pt x="523185" y="74641"/>
                  </a:lnTo>
                  <a:cubicBezTo>
                    <a:pt x="519319" y="80274"/>
                    <a:pt x="515664" y="84244"/>
                    <a:pt x="512218" y="86560"/>
                  </a:cubicBezTo>
                  <a:cubicBezTo>
                    <a:pt x="509862" y="88158"/>
                    <a:pt x="507490" y="88956"/>
                    <a:pt x="505093" y="88956"/>
                  </a:cubicBezTo>
                  <a:cubicBezTo>
                    <a:pt x="503245" y="88956"/>
                    <a:pt x="501728" y="88384"/>
                    <a:pt x="500558" y="87254"/>
                  </a:cubicBezTo>
                  <a:cubicBezTo>
                    <a:pt x="499380" y="86076"/>
                    <a:pt x="498791" y="84583"/>
                    <a:pt x="498791" y="82775"/>
                  </a:cubicBezTo>
                  <a:cubicBezTo>
                    <a:pt x="498791" y="80508"/>
                    <a:pt x="499461" y="77038"/>
                    <a:pt x="500808" y="72374"/>
                  </a:cubicBezTo>
                  <a:lnTo>
                    <a:pt x="511339" y="35868"/>
                  </a:lnTo>
                  <a:lnTo>
                    <a:pt x="501817" y="35868"/>
                  </a:lnTo>
                  <a:lnTo>
                    <a:pt x="502446" y="33415"/>
                  </a:lnTo>
                  <a:cubicBezTo>
                    <a:pt x="507070" y="32148"/>
                    <a:pt x="510911" y="30284"/>
                    <a:pt x="513986" y="27799"/>
                  </a:cubicBezTo>
                  <a:cubicBezTo>
                    <a:pt x="517052" y="25281"/>
                    <a:pt x="520473" y="20932"/>
                    <a:pt x="524258" y="14751"/>
                  </a:cubicBezTo>
                  <a:lnTo>
                    <a:pt x="527034" y="14751"/>
                  </a:lnTo>
                  <a:close/>
                  <a:moveTo>
                    <a:pt x="558302" y="5358"/>
                  </a:moveTo>
                  <a:cubicBezTo>
                    <a:pt x="560070" y="5358"/>
                    <a:pt x="561562" y="5971"/>
                    <a:pt x="562781" y="7190"/>
                  </a:cubicBezTo>
                  <a:cubicBezTo>
                    <a:pt x="563999" y="8408"/>
                    <a:pt x="564605" y="9901"/>
                    <a:pt x="564605" y="11660"/>
                  </a:cubicBezTo>
                  <a:cubicBezTo>
                    <a:pt x="564605" y="13387"/>
                    <a:pt x="563975" y="14880"/>
                    <a:pt x="562716" y="16139"/>
                  </a:cubicBezTo>
                  <a:cubicBezTo>
                    <a:pt x="561498" y="17357"/>
                    <a:pt x="560021" y="17970"/>
                    <a:pt x="558302" y="17970"/>
                  </a:cubicBezTo>
                  <a:cubicBezTo>
                    <a:pt x="556576" y="17970"/>
                    <a:pt x="555083" y="17357"/>
                    <a:pt x="553824" y="16139"/>
                  </a:cubicBezTo>
                  <a:cubicBezTo>
                    <a:pt x="552605" y="14880"/>
                    <a:pt x="552000" y="13387"/>
                    <a:pt x="552000" y="11660"/>
                  </a:cubicBezTo>
                  <a:cubicBezTo>
                    <a:pt x="552000" y="9901"/>
                    <a:pt x="552605" y="8408"/>
                    <a:pt x="553824" y="7190"/>
                  </a:cubicBezTo>
                  <a:cubicBezTo>
                    <a:pt x="555042" y="5971"/>
                    <a:pt x="556535" y="5358"/>
                    <a:pt x="558302" y="5358"/>
                  </a:cubicBezTo>
                  <a:close/>
                  <a:moveTo>
                    <a:pt x="559117" y="30389"/>
                  </a:moveTo>
                  <a:lnTo>
                    <a:pt x="546642" y="74577"/>
                  </a:lnTo>
                  <a:cubicBezTo>
                    <a:pt x="545795" y="77563"/>
                    <a:pt x="545375" y="79346"/>
                    <a:pt x="545375" y="79935"/>
                  </a:cubicBezTo>
                  <a:cubicBezTo>
                    <a:pt x="545375" y="80613"/>
                    <a:pt x="545569" y="81153"/>
                    <a:pt x="545948" y="81573"/>
                  </a:cubicBezTo>
                  <a:cubicBezTo>
                    <a:pt x="546368" y="82001"/>
                    <a:pt x="546852" y="82211"/>
                    <a:pt x="547393" y="82211"/>
                  </a:cubicBezTo>
                  <a:cubicBezTo>
                    <a:pt x="548022" y="82211"/>
                    <a:pt x="548780" y="81872"/>
                    <a:pt x="549668" y="81202"/>
                  </a:cubicBezTo>
                  <a:cubicBezTo>
                    <a:pt x="552057" y="79306"/>
                    <a:pt x="554478" y="76618"/>
                    <a:pt x="556914" y="73133"/>
                  </a:cubicBezTo>
                  <a:lnTo>
                    <a:pt x="559117" y="74577"/>
                  </a:lnTo>
                  <a:cubicBezTo>
                    <a:pt x="556261" y="78950"/>
                    <a:pt x="552904" y="82630"/>
                    <a:pt x="549031" y="85608"/>
                  </a:cubicBezTo>
                  <a:cubicBezTo>
                    <a:pt x="546174" y="87835"/>
                    <a:pt x="543447" y="88956"/>
                    <a:pt x="540840" y="88956"/>
                  </a:cubicBezTo>
                  <a:cubicBezTo>
                    <a:pt x="539113" y="88956"/>
                    <a:pt x="537709" y="88448"/>
                    <a:pt x="536612" y="87439"/>
                  </a:cubicBezTo>
                  <a:cubicBezTo>
                    <a:pt x="535523" y="86390"/>
                    <a:pt x="534974" y="85083"/>
                    <a:pt x="534974" y="83534"/>
                  </a:cubicBezTo>
                  <a:cubicBezTo>
                    <a:pt x="534974" y="81976"/>
                    <a:pt x="535498" y="79394"/>
                    <a:pt x="536556" y="75779"/>
                  </a:cubicBezTo>
                  <a:lnTo>
                    <a:pt x="544746" y="47537"/>
                  </a:lnTo>
                  <a:cubicBezTo>
                    <a:pt x="546094" y="42913"/>
                    <a:pt x="546763" y="40008"/>
                    <a:pt x="546763" y="38838"/>
                  </a:cubicBezTo>
                  <a:cubicBezTo>
                    <a:pt x="546763" y="37910"/>
                    <a:pt x="546432" y="37151"/>
                    <a:pt x="545754" y="36562"/>
                  </a:cubicBezTo>
                  <a:cubicBezTo>
                    <a:pt x="545125" y="35973"/>
                    <a:pt x="544246" y="35683"/>
                    <a:pt x="543108" y="35683"/>
                  </a:cubicBezTo>
                  <a:cubicBezTo>
                    <a:pt x="542180" y="35683"/>
                    <a:pt x="540267" y="35917"/>
                    <a:pt x="537371" y="36377"/>
                  </a:cubicBezTo>
                  <a:lnTo>
                    <a:pt x="537371" y="33915"/>
                  </a:lnTo>
                  <a:lnTo>
                    <a:pt x="559117" y="30389"/>
                  </a:lnTo>
                  <a:close/>
                  <a:moveTo>
                    <a:pt x="625060" y="50119"/>
                  </a:moveTo>
                  <a:cubicBezTo>
                    <a:pt x="625060" y="56421"/>
                    <a:pt x="623382" y="62667"/>
                    <a:pt x="620017" y="68840"/>
                  </a:cubicBezTo>
                  <a:cubicBezTo>
                    <a:pt x="616700" y="75021"/>
                    <a:pt x="612052" y="79919"/>
                    <a:pt x="606089" y="83534"/>
                  </a:cubicBezTo>
                  <a:cubicBezTo>
                    <a:pt x="600118" y="87149"/>
                    <a:pt x="594316" y="88956"/>
                    <a:pt x="588684" y="88956"/>
                  </a:cubicBezTo>
                  <a:cubicBezTo>
                    <a:pt x="582930" y="88956"/>
                    <a:pt x="578226" y="87125"/>
                    <a:pt x="574562" y="83469"/>
                  </a:cubicBezTo>
                  <a:cubicBezTo>
                    <a:pt x="570955" y="79765"/>
                    <a:pt x="569148" y="74996"/>
                    <a:pt x="569148" y="69154"/>
                  </a:cubicBezTo>
                  <a:cubicBezTo>
                    <a:pt x="569148" y="62981"/>
                    <a:pt x="570907" y="56784"/>
                    <a:pt x="574441" y="50563"/>
                  </a:cubicBezTo>
                  <a:cubicBezTo>
                    <a:pt x="578016" y="44341"/>
                    <a:pt x="582761" y="39419"/>
                    <a:pt x="588684" y="35812"/>
                  </a:cubicBezTo>
                  <a:cubicBezTo>
                    <a:pt x="594655" y="32197"/>
                    <a:pt x="600416" y="30389"/>
                    <a:pt x="605960" y="30389"/>
                  </a:cubicBezTo>
                  <a:cubicBezTo>
                    <a:pt x="611512" y="30389"/>
                    <a:pt x="616071" y="32213"/>
                    <a:pt x="619638" y="35868"/>
                  </a:cubicBezTo>
                  <a:cubicBezTo>
                    <a:pt x="623253" y="39524"/>
                    <a:pt x="625060" y="44277"/>
                    <a:pt x="625060" y="50119"/>
                  </a:cubicBezTo>
                  <a:close/>
                  <a:moveTo>
                    <a:pt x="614594" y="45769"/>
                  </a:moveTo>
                  <a:cubicBezTo>
                    <a:pt x="614594" y="41864"/>
                    <a:pt x="613634" y="38878"/>
                    <a:pt x="611697" y="36820"/>
                  </a:cubicBezTo>
                  <a:cubicBezTo>
                    <a:pt x="609809" y="34714"/>
                    <a:pt x="607348" y="33665"/>
                    <a:pt x="604322" y="33665"/>
                  </a:cubicBezTo>
                  <a:cubicBezTo>
                    <a:pt x="598141" y="33665"/>
                    <a:pt x="592452" y="38095"/>
                    <a:pt x="587239" y="46964"/>
                  </a:cubicBezTo>
                  <a:cubicBezTo>
                    <a:pt x="582067" y="55791"/>
                    <a:pt x="579484" y="64579"/>
                    <a:pt x="579484" y="73318"/>
                  </a:cubicBezTo>
                  <a:cubicBezTo>
                    <a:pt x="579484" y="77312"/>
                    <a:pt x="580493" y="80403"/>
                    <a:pt x="582510" y="82582"/>
                  </a:cubicBezTo>
                  <a:cubicBezTo>
                    <a:pt x="584528" y="84728"/>
                    <a:pt x="587070" y="85801"/>
                    <a:pt x="590136" y="85801"/>
                  </a:cubicBezTo>
                  <a:cubicBezTo>
                    <a:pt x="596067" y="85801"/>
                    <a:pt x="601611" y="81412"/>
                    <a:pt x="606783" y="72624"/>
                  </a:cubicBezTo>
                  <a:cubicBezTo>
                    <a:pt x="611996" y="63796"/>
                    <a:pt x="614594" y="54847"/>
                    <a:pt x="614594" y="45769"/>
                  </a:cubicBezTo>
                  <a:close/>
                  <a:moveTo>
                    <a:pt x="658411" y="30389"/>
                  </a:moveTo>
                  <a:lnTo>
                    <a:pt x="650027" y="59068"/>
                  </a:lnTo>
                  <a:cubicBezTo>
                    <a:pt x="657886" y="47343"/>
                    <a:pt x="663898" y="39637"/>
                    <a:pt x="668054" y="35933"/>
                  </a:cubicBezTo>
                  <a:cubicBezTo>
                    <a:pt x="672258" y="32237"/>
                    <a:pt x="676292" y="30389"/>
                    <a:pt x="680158" y="30389"/>
                  </a:cubicBezTo>
                  <a:cubicBezTo>
                    <a:pt x="682264" y="30389"/>
                    <a:pt x="683983" y="31083"/>
                    <a:pt x="685330" y="32471"/>
                  </a:cubicBezTo>
                  <a:cubicBezTo>
                    <a:pt x="686718" y="33851"/>
                    <a:pt x="687412" y="35658"/>
                    <a:pt x="687412" y="37886"/>
                  </a:cubicBezTo>
                  <a:cubicBezTo>
                    <a:pt x="687412" y="40411"/>
                    <a:pt x="686799" y="43776"/>
                    <a:pt x="685580" y="47972"/>
                  </a:cubicBezTo>
                  <a:lnTo>
                    <a:pt x="677890" y="74512"/>
                  </a:lnTo>
                  <a:cubicBezTo>
                    <a:pt x="677011" y="77587"/>
                    <a:pt x="676567" y="79451"/>
                    <a:pt x="676567" y="80129"/>
                  </a:cubicBezTo>
                  <a:cubicBezTo>
                    <a:pt x="676567" y="80718"/>
                    <a:pt x="676736" y="81218"/>
                    <a:pt x="677075" y="81638"/>
                  </a:cubicBezTo>
                  <a:cubicBezTo>
                    <a:pt x="677406" y="82017"/>
                    <a:pt x="677769" y="82211"/>
                    <a:pt x="678140" y="82211"/>
                  </a:cubicBezTo>
                  <a:cubicBezTo>
                    <a:pt x="678649" y="82211"/>
                    <a:pt x="679254" y="81936"/>
                    <a:pt x="679972" y="81387"/>
                  </a:cubicBezTo>
                  <a:cubicBezTo>
                    <a:pt x="682199" y="79620"/>
                    <a:pt x="684636" y="76933"/>
                    <a:pt x="687283" y="73318"/>
                  </a:cubicBezTo>
                  <a:lnTo>
                    <a:pt x="689236" y="74512"/>
                  </a:lnTo>
                  <a:cubicBezTo>
                    <a:pt x="685330" y="80104"/>
                    <a:pt x="681634" y="84099"/>
                    <a:pt x="678140" y="86495"/>
                  </a:cubicBezTo>
                  <a:cubicBezTo>
                    <a:pt x="675703" y="88133"/>
                    <a:pt x="673525" y="88956"/>
                    <a:pt x="671588" y="88956"/>
                  </a:cubicBezTo>
                  <a:cubicBezTo>
                    <a:pt x="670031" y="88956"/>
                    <a:pt x="668796" y="88472"/>
                    <a:pt x="667868" y="87504"/>
                  </a:cubicBezTo>
                  <a:cubicBezTo>
                    <a:pt x="666940" y="86576"/>
                    <a:pt x="666480" y="85317"/>
                    <a:pt x="666480" y="83719"/>
                  </a:cubicBezTo>
                  <a:cubicBezTo>
                    <a:pt x="666480" y="81702"/>
                    <a:pt x="667198" y="78232"/>
                    <a:pt x="668627" y="73318"/>
                  </a:cubicBezTo>
                  <a:lnTo>
                    <a:pt x="675937" y="47972"/>
                  </a:lnTo>
                  <a:cubicBezTo>
                    <a:pt x="676865" y="44825"/>
                    <a:pt x="677325" y="42364"/>
                    <a:pt x="677325" y="40597"/>
                  </a:cubicBezTo>
                  <a:cubicBezTo>
                    <a:pt x="677325" y="39758"/>
                    <a:pt x="677051" y="39088"/>
                    <a:pt x="676502" y="38580"/>
                  </a:cubicBezTo>
                  <a:cubicBezTo>
                    <a:pt x="675962" y="38039"/>
                    <a:pt x="675284" y="37764"/>
                    <a:pt x="674485" y="37764"/>
                  </a:cubicBezTo>
                  <a:cubicBezTo>
                    <a:pt x="673307" y="37764"/>
                    <a:pt x="671903" y="38265"/>
                    <a:pt x="670265" y="39274"/>
                  </a:cubicBezTo>
                  <a:cubicBezTo>
                    <a:pt x="667150" y="41170"/>
                    <a:pt x="663914" y="44301"/>
                    <a:pt x="660557" y="48666"/>
                  </a:cubicBezTo>
                  <a:cubicBezTo>
                    <a:pt x="657192" y="52999"/>
                    <a:pt x="653642" y="58543"/>
                    <a:pt x="649898" y="65313"/>
                  </a:cubicBezTo>
                  <a:cubicBezTo>
                    <a:pt x="647929" y="68888"/>
                    <a:pt x="646291" y="72794"/>
                    <a:pt x="644983" y="77038"/>
                  </a:cubicBezTo>
                  <a:lnTo>
                    <a:pt x="641828" y="87439"/>
                  </a:lnTo>
                  <a:lnTo>
                    <a:pt x="632379" y="87439"/>
                  </a:lnTo>
                  <a:lnTo>
                    <a:pt x="643846" y="47972"/>
                  </a:lnTo>
                  <a:cubicBezTo>
                    <a:pt x="645193" y="43227"/>
                    <a:pt x="645863" y="40371"/>
                    <a:pt x="645863" y="39403"/>
                  </a:cubicBezTo>
                  <a:cubicBezTo>
                    <a:pt x="645863" y="38475"/>
                    <a:pt x="645492" y="37676"/>
                    <a:pt x="644733" y="37006"/>
                  </a:cubicBezTo>
                  <a:cubicBezTo>
                    <a:pt x="644015" y="36288"/>
                    <a:pt x="643111" y="35933"/>
                    <a:pt x="642022" y="35933"/>
                  </a:cubicBezTo>
                  <a:cubicBezTo>
                    <a:pt x="641514" y="35933"/>
                    <a:pt x="640634" y="36022"/>
                    <a:pt x="639375" y="36183"/>
                  </a:cubicBezTo>
                  <a:lnTo>
                    <a:pt x="636979" y="36562"/>
                  </a:lnTo>
                  <a:lnTo>
                    <a:pt x="636599" y="34295"/>
                  </a:lnTo>
                  <a:lnTo>
                    <a:pt x="658411" y="30389"/>
                  </a:lnTo>
                  <a:close/>
                </a:path>
              </a:pathLst>
            </a:custGeom>
            <a:solidFill>
              <a:srgbClr val="000000"/>
            </a:solidFill>
            <a:ln w="807" cap="flat">
              <a:noFill/>
              <a:prstDash val="solid"/>
              <a:miter/>
            </a:ln>
          </p:spPr>
        </p:sp>
        <p:sp>
          <p:nvSpPr>
            <p:cNvPr id="543" name="任意形状 542">
              <a:extLst>
                <a:ext uri="{FF2B5EF4-FFF2-40B4-BE49-F238E27FC236}">
                  <a16:creationId xmlns:a16="http://schemas.microsoft.com/office/drawing/2014/main" id="{17D6DA12-FFDB-F381-D6FC-756CC6AAFFCD}"/>
                </a:ext>
              </a:extLst>
            </p:cNvPr>
            <p:cNvSpPr/>
            <p:nvPr/>
          </p:nvSpPr>
          <p:spPr>
            <a:xfrm>
              <a:off x="1240228" y="3300985"/>
              <a:ext cx="863390" cy="137701"/>
            </a:xfrm>
            <a:custGeom>
              <a:avLst/>
              <a:gdLst>
                <a:gd name="csX0" fmla="*/ 31647 w 735192"/>
                <a:gd name="csY0" fmla="*/ 91595 h 117255"/>
                <a:gd name="csX1" fmla="*/ 15383 w 735192"/>
                <a:gd name="csY1" fmla="*/ 104772 h 117255"/>
                <a:gd name="csX2" fmla="*/ 22506 w 735192"/>
                <a:gd name="csY2" fmla="*/ 104078 h 117255"/>
                <a:gd name="csX3" fmla="*/ 28306 w 735192"/>
                <a:gd name="csY3" fmla="*/ 104458 h 117255"/>
                <a:gd name="csX4" fmla="*/ 39779 w 735192"/>
                <a:gd name="csY4" fmla="*/ 106790 h 117255"/>
                <a:gd name="csX5" fmla="*/ 55162 w 735192"/>
                <a:gd name="csY5" fmla="*/ 108807 h 117255"/>
                <a:gd name="csX6" fmla="*/ 67014 w 735192"/>
                <a:gd name="csY6" fmla="*/ 106346 h 117255"/>
                <a:gd name="csX7" fmla="*/ 76533 w 735192"/>
                <a:gd name="csY7" fmla="*/ 98277 h 117255"/>
                <a:gd name="csX8" fmla="*/ 78613 w 735192"/>
                <a:gd name="csY8" fmla="*/ 99285 h 117255"/>
                <a:gd name="csX9" fmla="*/ 63294 w 735192"/>
                <a:gd name="csY9" fmla="*/ 112713 h 117255"/>
                <a:gd name="csX10" fmla="*/ 44570 w 735192"/>
                <a:gd name="csY10" fmla="*/ 116876 h 117255"/>
                <a:gd name="csX11" fmla="*/ 29567 w 735192"/>
                <a:gd name="csY11" fmla="*/ 114730 h 117255"/>
                <a:gd name="csX12" fmla="*/ 9204 w 735192"/>
                <a:gd name="csY12" fmla="*/ 111518 h 117255"/>
                <a:gd name="csX13" fmla="*/ 5611 w 735192"/>
                <a:gd name="csY13" fmla="*/ 111833 h 117255"/>
                <a:gd name="csX14" fmla="*/ 1450 w 735192"/>
                <a:gd name="csY14" fmla="*/ 113350 h 117255"/>
                <a:gd name="csX15" fmla="*/ 0 w 735192"/>
                <a:gd name="csY15" fmla="*/ 111647 h 117255"/>
                <a:gd name="csX16" fmla="*/ 25847 w 735192"/>
                <a:gd name="csY16" fmla="*/ 91216 h 117255"/>
                <a:gd name="csX17" fmla="*/ 7691 w 735192"/>
                <a:gd name="csY17" fmla="*/ 80693 h 117255"/>
                <a:gd name="csX18" fmla="*/ 1513 w 735192"/>
                <a:gd name="csY18" fmla="*/ 61714 h 117255"/>
                <a:gd name="csX19" fmla="*/ 9835 w 735192"/>
                <a:gd name="csY19" fmla="*/ 33157 h 117255"/>
                <a:gd name="csX20" fmla="*/ 31206 w 735192"/>
                <a:gd name="csY20" fmla="*/ 10337 h 117255"/>
                <a:gd name="csX21" fmla="*/ 56801 w 735192"/>
                <a:gd name="csY21" fmla="*/ 2203 h 117255"/>
                <a:gd name="csX22" fmla="*/ 72687 w 735192"/>
                <a:gd name="csY22" fmla="*/ 5987 h 117255"/>
                <a:gd name="csX23" fmla="*/ 82900 w 735192"/>
                <a:gd name="csY23" fmla="*/ 17018 h 117255"/>
                <a:gd name="csX24" fmla="*/ 86494 w 735192"/>
                <a:gd name="csY24" fmla="*/ 31769 h 117255"/>
                <a:gd name="csX25" fmla="*/ 78235 w 735192"/>
                <a:gd name="csY25" fmla="*/ 61149 h 117255"/>
                <a:gd name="csX26" fmla="*/ 57683 w 735192"/>
                <a:gd name="csY26" fmla="*/ 83719 h 117255"/>
                <a:gd name="csX27" fmla="*/ 31647 w 735192"/>
                <a:gd name="csY27" fmla="*/ 91595 h 117255"/>
                <a:gd name="csX28" fmla="*/ 55288 w 735192"/>
                <a:gd name="csY28" fmla="*/ 6238 h 117255"/>
                <a:gd name="csX29" fmla="*/ 42931 w 735192"/>
                <a:gd name="csY29" fmla="*/ 9393 h 117255"/>
                <a:gd name="csX30" fmla="*/ 31017 w 735192"/>
                <a:gd name="csY30" fmla="*/ 19600 h 117255"/>
                <a:gd name="csX31" fmla="*/ 20362 w 735192"/>
                <a:gd name="csY31" fmla="*/ 38136 h 117255"/>
                <a:gd name="csX32" fmla="*/ 14626 w 735192"/>
                <a:gd name="csY32" fmla="*/ 64805 h 117255"/>
                <a:gd name="csX33" fmla="*/ 19228 w 735192"/>
                <a:gd name="csY33" fmla="*/ 80693 h 117255"/>
                <a:gd name="csX34" fmla="*/ 33349 w 735192"/>
                <a:gd name="csY34" fmla="*/ 87561 h 117255"/>
                <a:gd name="csX35" fmla="*/ 44570 w 735192"/>
                <a:gd name="csY35" fmla="*/ 84728 h 117255"/>
                <a:gd name="csX36" fmla="*/ 56044 w 735192"/>
                <a:gd name="csY36" fmla="*/ 75077 h 117255"/>
                <a:gd name="csX37" fmla="*/ 68715 w 735192"/>
                <a:gd name="csY37" fmla="*/ 52951 h 117255"/>
                <a:gd name="csX38" fmla="*/ 73822 w 735192"/>
                <a:gd name="csY38" fmla="*/ 27984 h 117255"/>
                <a:gd name="csX39" fmla="*/ 69220 w 735192"/>
                <a:gd name="csY39" fmla="*/ 12854 h 117255"/>
                <a:gd name="csX40" fmla="*/ 55288 w 735192"/>
                <a:gd name="csY40" fmla="*/ 6238 h 117255"/>
                <a:gd name="csX41" fmla="*/ 147960 w 735192"/>
                <a:gd name="csY41" fmla="*/ 34101 h 117255"/>
                <a:gd name="csX42" fmla="*/ 136990 w 735192"/>
                <a:gd name="csY42" fmla="*/ 71672 h 117255"/>
                <a:gd name="csX43" fmla="*/ 134531 w 735192"/>
                <a:gd name="csY43" fmla="*/ 82267 h 117255"/>
                <a:gd name="csX44" fmla="*/ 134910 w 735192"/>
                <a:gd name="csY44" fmla="*/ 83970 h 117255"/>
                <a:gd name="csX45" fmla="*/ 136044 w 735192"/>
                <a:gd name="csY45" fmla="*/ 84470 h 117255"/>
                <a:gd name="csX46" fmla="*/ 138376 w 735192"/>
                <a:gd name="csY46" fmla="*/ 83526 h 117255"/>
                <a:gd name="csX47" fmla="*/ 144934 w 735192"/>
                <a:gd name="csY47" fmla="*/ 75707 h 117255"/>
                <a:gd name="csX48" fmla="*/ 146824 w 735192"/>
                <a:gd name="csY48" fmla="*/ 77159 h 117255"/>
                <a:gd name="csX49" fmla="*/ 136612 w 735192"/>
                <a:gd name="csY49" fmla="*/ 88763 h 117255"/>
                <a:gd name="csX50" fmla="*/ 129929 w 735192"/>
                <a:gd name="csY50" fmla="*/ 91159 h 117255"/>
                <a:gd name="csX51" fmla="*/ 126084 w 735192"/>
                <a:gd name="csY51" fmla="*/ 89771 h 117255"/>
                <a:gd name="csX52" fmla="*/ 124697 w 735192"/>
                <a:gd name="csY52" fmla="*/ 86172 h 117255"/>
                <a:gd name="csX53" fmla="*/ 125516 w 735192"/>
                <a:gd name="csY53" fmla="*/ 80500 h 117255"/>
                <a:gd name="csX54" fmla="*/ 131253 w 735192"/>
                <a:gd name="csY54" fmla="*/ 60205 h 117255"/>
                <a:gd name="csX55" fmla="*/ 113286 w 735192"/>
                <a:gd name="csY55" fmla="*/ 84470 h 117255"/>
                <a:gd name="csX56" fmla="*/ 99921 w 735192"/>
                <a:gd name="csY56" fmla="*/ 91159 h 117255"/>
                <a:gd name="csX57" fmla="*/ 95004 w 735192"/>
                <a:gd name="csY57" fmla="*/ 89142 h 117255"/>
                <a:gd name="csX58" fmla="*/ 92986 w 735192"/>
                <a:gd name="csY58" fmla="*/ 84034 h 117255"/>
                <a:gd name="csX59" fmla="*/ 95761 w 735192"/>
                <a:gd name="csY59" fmla="*/ 69534 h 117255"/>
                <a:gd name="csX60" fmla="*/ 101245 w 735192"/>
                <a:gd name="csY60" fmla="*/ 50054 h 117255"/>
                <a:gd name="csX61" fmla="*/ 103263 w 735192"/>
                <a:gd name="csY61" fmla="*/ 41355 h 117255"/>
                <a:gd name="csX62" fmla="*/ 102695 w 735192"/>
                <a:gd name="csY62" fmla="*/ 40088 h 117255"/>
                <a:gd name="csX63" fmla="*/ 101561 w 735192"/>
                <a:gd name="csY63" fmla="*/ 39524 h 117255"/>
                <a:gd name="csX64" fmla="*/ 98913 w 735192"/>
                <a:gd name="csY64" fmla="*/ 40468 h 117255"/>
                <a:gd name="csX65" fmla="*/ 92923 w 735192"/>
                <a:gd name="csY65" fmla="*/ 47464 h 117255"/>
                <a:gd name="csX66" fmla="*/ 90969 w 735192"/>
                <a:gd name="csY66" fmla="*/ 46084 h 117255"/>
                <a:gd name="csX67" fmla="*/ 100993 w 735192"/>
                <a:gd name="csY67" fmla="*/ 35303 h 117255"/>
                <a:gd name="csX68" fmla="*/ 108432 w 735192"/>
                <a:gd name="csY68" fmla="*/ 32592 h 117255"/>
                <a:gd name="csX69" fmla="*/ 112215 w 735192"/>
                <a:gd name="csY69" fmla="*/ 34101 h 117255"/>
                <a:gd name="csX70" fmla="*/ 113728 w 735192"/>
                <a:gd name="csY70" fmla="*/ 37886 h 117255"/>
                <a:gd name="csX71" fmla="*/ 111206 w 735192"/>
                <a:gd name="csY71" fmla="*/ 50054 h 117255"/>
                <a:gd name="csX72" fmla="*/ 105280 w 735192"/>
                <a:gd name="csY72" fmla="*/ 70413 h 117255"/>
                <a:gd name="csX73" fmla="*/ 102821 w 735192"/>
                <a:gd name="csY73" fmla="*/ 80944 h 117255"/>
                <a:gd name="csX74" fmla="*/ 103578 w 735192"/>
                <a:gd name="csY74" fmla="*/ 82896 h 117255"/>
                <a:gd name="csX75" fmla="*/ 105721 w 735192"/>
                <a:gd name="csY75" fmla="*/ 83590 h 117255"/>
                <a:gd name="csX76" fmla="*/ 111142 w 735192"/>
                <a:gd name="csY76" fmla="*/ 81508 h 117255"/>
                <a:gd name="csX77" fmla="*/ 120032 w 735192"/>
                <a:gd name="csY77" fmla="*/ 72309 h 117255"/>
                <a:gd name="csX78" fmla="*/ 129236 w 735192"/>
                <a:gd name="csY78" fmla="*/ 58882 h 117255"/>
                <a:gd name="csX79" fmla="*/ 136990 w 735192"/>
                <a:gd name="csY79" fmla="*/ 38894 h 117255"/>
                <a:gd name="csX80" fmla="*/ 138376 w 735192"/>
                <a:gd name="csY80" fmla="*/ 34101 h 117255"/>
                <a:gd name="csX81" fmla="*/ 147960 w 735192"/>
                <a:gd name="csY81" fmla="*/ 34101 h 117255"/>
                <a:gd name="csX82" fmla="*/ 189000 w 735192"/>
                <a:gd name="csY82" fmla="*/ 0 h 117255"/>
                <a:gd name="csX83" fmla="*/ 176580 w 735192"/>
                <a:gd name="csY83" fmla="*/ 43558 h 117255"/>
                <a:gd name="csX84" fmla="*/ 187108 w 735192"/>
                <a:gd name="csY84" fmla="*/ 34924 h 117255"/>
                <a:gd name="csX85" fmla="*/ 196565 w 735192"/>
                <a:gd name="csY85" fmla="*/ 32592 h 117255"/>
                <a:gd name="csX86" fmla="*/ 207912 w 735192"/>
                <a:gd name="csY86" fmla="*/ 37192 h 117255"/>
                <a:gd name="csX87" fmla="*/ 212325 w 735192"/>
                <a:gd name="csY87" fmla="*/ 49675 h 117255"/>
                <a:gd name="csX88" fmla="*/ 206525 w 735192"/>
                <a:gd name="csY88" fmla="*/ 69913 h 117255"/>
                <a:gd name="csX89" fmla="*/ 191963 w 735192"/>
                <a:gd name="csY89" fmla="*/ 85543 h 117255"/>
                <a:gd name="csX90" fmla="*/ 174689 w 735192"/>
                <a:gd name="csY90" fmla="*/ 91159 h 117255"/>
                <a:gd name="csX91" fmla="*/ 155146 w 735192"/>
                <a:gd name="csY91" fmla="*/ 84034 h 117255"/>
                <a:gd name="csX92" fmla="*/ 174311 w 735192"/>
                <a:gd name="csY92" fmla="*/ 18027 h 117255"/>
                <a:gd name="csX93" fmla="*/ 176517 w 735192"/>
                <a:gd name="csY93" fmla="*/ 9078 h 117255"/>
                <a:gd name="csX94" fmla="*/ 175508 w 735192"/>
                <a:gd name="csY94" fmla="*/ 6617 h 117255"/>
                <a:gd name="csX95" fmla="*/ 171222 w 735192"/>
                <a:gd name="csY95" fmla="*/ 5479 h 117255"/>
                <a:gd name="csX96" fmla="*/ 167187 w 735192"/>
                <a:gd name="csY96" fmla="*/ 5923 h 117255"/>
                <a:gd name="csX97" fmla="*/ 167187 w 735192"/>
                <a:gd name="csY97" fmla="*/ 3526 h 117255"/>
                <a:gd name="csX98" fmla="*/ 189000 w 735192"/>
                <a:gd name="csY98" fmla="*/ 0 h 117255"/>
                <a:gd name="csX99" fmla="*/ 164602 w 735192"/>
                <a:gd name="csY99" fmla="*/ 84728 h 117255"/>
                <a:gd name="csX100" fmla="*/ 175697 w 735192"/>
                <a:gd name="csY100" fmla="*/ 88190 h 117255"/>
                <a:gd name="csX101" fmla="*/ 187171 w 735192"/>
                <a:gd name="csY101" fmla="*/ 84155 h 117255"/>
                <a:gd name="csX102" fmla="*/ 197510 w 735192"/>
                <a:gd name="csY102" fmla="*/ 70413 h 117255"/>
                <a:gd name="csX103" fmla="*/ 201923 w 735192"/>
                <a:gd name="csY103" fmla="*/ 50934 h 117255"/>
                <a:gd name="csX104" fmla="*/ 199023 w 735192"/>
                <a:gd name="csY104" fmla="*/ 41856 h 117255"/>
                <a:gd name="csX105" fmla="*/ 192277 w 735192"/>
                <a:gd name="csY105" fmla="*/ 38580 h 117255"/>
                <a:gd name="csX106" fmla="*/ 180804 w 735192"/>
                <a:gd name="csY106" fmla="*/ 43308 h 117255"/>
                <a:gd name="csX107" fmla="*/ 172798 w 735192"/>
                <a:gd name="csY107" fmla="*/ 56356 h 117255"/>
                <a:gd name="csX108" fmla="*/ 164602 w 735192"/>
                <a:gd name="csY108" fmla="*/ 84728 h 117255"/>
                <a:gd name="csX109" fmla="*/ 245170 w 735192"/>
                <a:gd name="csY109" fmla="*/ 7561 h 117255"/>
                <a:gd name="csX110" fmla="*/ 249646 w 735192"/>
                <a:gd name="csY110" fmla="*/ 9393 h 117255"/>
                <a:gd name="csX111" fmla="*/ 251474 w 735192"/>
                <a:gd name="csY111" fmla="*/ 13863 h 117255"/>
                <a:gd name="csX112" fmla="*/ 249583 w 735192"/>
                <a:gd name="csY112" fmla="*/ 18342 h 117255"/>
                <a:gd name="csX113" fmla="*/ 245170 w 735192"/>
                <a:gd name="csY113" fmla="*/ 20173 h 117255"/>
                <a:gd name="csX114" fmla="*/ 240693 w 735192"/>
                <a:gd name="csY114" fmla="*/ 18342 h 117255"/>
                <a:gd name="csX115" fmla="*/ 238866 w 735192"/>
                <a:gd name="csY115" fmla="*/ 13863 h 117255"/>
                <a:gd name="csX116" fmla="*/ 240693 w 735192"/>
                <a:gd name="csY116" fmla="*/ 9393 h 117255"/>
                <a:gd name="csX117" fmla="*/ 245170 w 735192"/>
                <a:gd name="csY117" fmla="*/ 7561 h 117255"/>
                <a:gd name="csX118" fmla="*/ 245989 w 735192"/>
                <a:gd name="csY118" fmla="*/ 32592 h 117255"/>
                <a:gd name="csX119" fmla="*/ 233507 w 735192"/>
                <a:gd name="csY119" fmla="*/ 76780 h 117255"/>
                <a:gd name="csX120" fmla="*/ 232246 w 735192"/>
                <a:gd name="csY120" fmla="*/ 82138 h 117255"/>
                <a:gd name="csX121" fmla="*/ 232814 w 735192"/>
                <a:gd name="csY121" fmla="*/ 83776 h 117255"/>
                <a:gd name="csX122" fmla="*/ 234264 w 735192"/>
                <a:gd name="csY122" fmla="*/ 84413 h 117255"/>
                <a:gd name="csX123" fmla="*/ 236533 w 735192"/>
                <a:gd name="csY123" fmla="*/ 83405 h 117255"/>
                <a:gd name="csX124" fmla="*/ 243783 w 735192"/>
                <a:gd name="csY124" fmla="*/ 75335 h 117255"/>
                <a:gd name="csX125" fmla="*/ 245989 w 735192"/>
                <a:gd name="csY125" fmla="*/ 76780 h 117255"/>
                <a:gd name="csX126" fmla="*/ 235903 w 735192"/>
                <a:gd name="csY126" fmla="*/ 87811 h 117255"/>
                <a:gd name="csX127" fmla="*/ 227707 w 735192"/>
                <a:gd name="csY127" fmla="*/ 91159 h 117255"/>
                <a:gd name="csX128" fmla="*/ 223483 w 735192"/>
                <a:gd name="csY128" fmla="*/ 89642 h 117255"/>
                <a:gd name="csX129" fmla="*/ 221844 w 735192"/>
                <a:gd name="csY129" fmla="*/ 85737 h 117255"/>
                <a:gd name="csX130" fmla="*/ 223420 w 735192"/>
                <a:gd name="csY130" fmla="*/ 77982 h 117255"/>
                <a:gd name="csX131" fmla="*/ 231615 w 735192"/>
                <a:gd name="csY131" fmla="*/ 49739 h 117255"/>
                <a:gd name="csX132" fmla="*/ 233633 w 735192"/>
                <a:gd name="csY132" fmla="*/ 41041 h 117255"/>
                <a:gd name="csX133" fmla="*/ 232624 w 735192"/>
                <a:gd name="csY133" fmla="*/ 38765 h 117255"/>
                <a:gd name="csX134" fmla="*/ 229977 w 735192"/>
                <a:gd name="csY134" fmla="*/ 37886 h 117255"/>
                <a:gd name="csX135" fmla="*/ 224240 w 735192"/>
                <a:gd name="csY135" fmla="*/ 38580 h 117255"/>
                <a:gd name="csX136" fmla="*/ 224240 w 735192"/>
                <a:gd name="csY136" fmla="*/ 36118 h 117255"/>
                <a:gd name="csX137" fmla="*/ 245989 w 735192"/>
                <a:gd name="csY137" fmla="*/ 32592 h 117255"/>
                <a:gd name="csX138" fmla="*/ 285769 w 735192"/>
                <a:gd name="csY138" fmla="*/ 16954 h 117255"/>
                <a:gd name="csX139" fmla="*/ 280851 w 735192"/>
                <a:gd name="csY139" fmla="*/ 34101 h 117255"/>
                <a:gd name="csX140" fmla="*/ 290749 w 735192"/>
                <a:gd name="csY140" fmla="*/ 34101 h 117255"/>
                <a:gd name="csX141" fmla="*/ 289677 w 735192"/>
                <a:gd name="csY141" fmla="*/ 38071 h 117255"/>
                <a:gd name="csX142" fmla="*/ 279843 w 735192"/>
                <a:gd name="csY142" fmla="*/ 38071 h 117255"/>
                <a:gd name="csX143" fmla="*/ 269000 w 735192"/>
                <a:gd name="csY143" fmla="*/ 75271 h 117255"/>
                <a:gd name="csX144" fmla="*/ 267234 w 735192"/>
                <a:gd name="csY144" fmla="*/ 83026 h 117255"/>
                <a:gd name="csX145" fmla="*/ 267739 w 735192"/>
                <a:gd name="csY145" fmla="*/ 84664 h 117255"/>
                <a:gd name="csX146" fmla="*/ 268936 w 735192"/>
                <a:gd name="csY146" fmla="*/ 85228 h 117255"/>
                <a:gd name="csX147" fmla="*/ 273098 w 735192"/>
                <a:gd name="csY147" fmla="*/ 83026 h 117255"/>
                <a:gd name="csX148" fmla="*/ 279843 w 735192"/>
                <a:gd name="csY148" fmla="*/ 75271 h 117255"/>
                <a:gd name="csX149" fmla="*/ 281923 w 735192"/>
                <a:gd name="csY149" fmla="*/ 76844 h 117255"/>
                <a:gd name="csX150" fmla="*/ 270954 w 735192"/>
                <a:gd name="csY150" fmla="*/ 88763 h 117255"/>
                <a:gd name="csX151" fmla="*/ 263830 w 735192"/>
                <a:gd name="csY151" fmla="*/ 91159 h 117255"/>
                <a:gd name="csX152" fmla="*/ 259291 w 735192"/>
                <a:gd name="csY152" fmla="*/ 89457 h 117255"/>
                <a:gd name="csX153" fmla="*/ 257526 w 735192"/>
                <a:gd name="csY153" fmla="*/ 84978 h 117255"/>
                <a:gd name="csX154" fmla="*/ 259543 w 735192"/>
                <a:gd name="csY154" fmla="*/ 74577 h 117255"/>
                <a:gd name="csX155" fmla="*/ 270072 w 735192"/>
                <a:gd name="csY155" fmla="*/ 38071 h 117255"/>
                <a:gd name="csX156" fmla="*/ 260552 w 735192"/>
                <a:gd name="csY156" fmla="*/ 38071 h 117255"/>
                <a:gd name="csX157" fmla="*/ 261182 w 735192"/>
                <a:gd name="csY157" fmla="*/ 35618 h 117255"/>
                <a:gd name="csX158" fmla="*/ 272719 w 735192"/>
                <a:gd name="csY158" fmla="*/ 30002 h 117255"/>
                <a:gd name="csX159" fmla="*/ 282995 w 735192"/>
                <a:gd name="csY159" fmla="*/ 16954 h 117255"/>
                <a:gd name="csX160" fmla="*/ 285769 w 735192"/>
                <a:gd name="csY160" fmla="*/ 16954 h 117255"/>
                <a:gd name="csX161" fmla="*/ 316722 w 735192"/>
                <a:gd name="csY161" fmla="*/ 32592 h 117255"/>
                <a:gd name="csX162" fmla="*/ 312373 w 735192"/>
                <a:gd name="csY162" fmla="*/ 47093 h 117255"/>
                <a:gd name="csX163" fmla="*/ 324603 w 735192"/>
                <a:gd name="csY163" fmla="*/ 35804 h 117255"/>
                <a:gd name="csX164" fmla="*/ 335635 w 735192"/>
                <a:gd name="csY164" fmla="*/ 32592 h 117255"/>
                <a:gd name="csX165" fmla="*/ 345217 w 735192"/>
                <a:gd name="csY165" fmla="*/ 37062 h 117255"/>
                <a:gd name="csX166" fmla="*/ 349188 w 735192"/>
                <a:gd name="csY166" fmla="*/ 48602 h 117255"/>
                <a:gd name="csX167" fmla="*/ 337904 w 735192"/>
                <a:gd name="csY167" fmla="*/ 76844 h 117255"/>
                <a:gd name="csX168" fmla="*/ 311616 w 735192"/>
                <a:gd name="csY168" fmla="*/ 91159 h 117255"/>
                <a:gd name="csX169" fmla="*/ 306005 w 735192"/>
                <a:gd name="csY169" fmla="*/ 90465 h 117255"/>
                <a:gd name="csX170" fmla="*/ 300583 w 735192"/>
                <a:gd name="csY170" fmla="*/ 88004 h 117255"/>
                <a:gd name="csX171" fmla="*/ 295981 w 735192"/>
                <a:gd name="csY171" fmla="*/ 104264 h 117255"/>
                <a:gd name="csX172" fmla="*/ 294594 w 735192"/>
                <a:gd name="csY172" fmla="*/ 110510 h 117255"/>
                <a:gd name="csX173" fmla="*/ 295288 w 735192"/>
                <a:gd name="csY173" fmla="*/ 112842 h 117255"/>
                <a:gd name="csX174" fmla="*/ 297683 w 735192"/>
                <a:gd name="csY174" fmla="*/ 114351 h 117255"/>
                <a:gd name="csX175" fmla="*/ 304177 w 735192"/>
                <a:gd name="csY175" fmla="*/ 114924 h 117255"/>
                <a:gd name="csX176" fmla="*/ 303609 w 735192"/>
                <a:gd name="csY176" fmla="*/ 117256 h 117255"/>
                <a:gd name="csX177" fmla="*/ 273917 w 735192"/>
                <a:gd name="csY177" fmla="*/ 117256 h 117255"/>
                <a:gd name="csX178" fmla="*/ 274547 w 735192"/>
                <a:gd name="csY178" fmla="*/ 114924 h 117255"/>
                <a:gd name="csX179" fmla="*/ 282490 w 735192"/>
                <a:gd name="csY179" fmla="*/ 112906 h 117255"/>
                <a:gd name="csX180" fmla="*/ 286778 w 735192"/>
                <a:gd name="csY180" fmla="*/ 103134 h 117255"/>
                <a:gd name="csX181" fmla="*/ 302727 w 735192"/>
                <a:gd name="csY181" fmla="*/ 47908 h 117255"/>
                <a:gd name="csX182" fmla="*/ 304177 w 735192"/>
                <a:gd name="csY182" fmla="*/ 41412 h 117255"/>
                <a:gd name="csX183" fmla="*/ 303168 w 735192"/>
                <a:gd name="csY183" fmla="*/ 38765 h 117255"/>
                <a:gd name="csX184" fmla="*/ 300205 w 735192"/>
                <a:gd name="csY184" fmla="*/ 37821 h 117255"/>
                <a:gd name="csX185" fmla="*/ 295099 w 735192"/>
                <a:gd name="csY185" fmla="*/ 38265 h 117255"/>
                <a:gd name="csX186" fmla="*/ 295099 w 735192"/>
                <a:gd name="csY186" fmla="*/ 35804 h 117255"/>
                <a:gd name="csX187" fmla="*/ 316722 w 735192"/>
                <a:gd name="csY187" fmla="*/ 32592 h 117255"/>
                <a:gd name="csX188" fmla="*/ 302033 w 735192"/>
                <a:gd name="csY188" fmla="*/ 83026 h 117255"/>
                <a:gd name="csX189" fmla="*/ 312562 w 735192"/>
                <a:gd name="csY189" fmla="*/ 87690 h 117255"/>
                <a:gd name="csX190" fmla="*/ 319244 w 735192"/>
                <a:gd name="csY190" fmla="*/ 85858 h 117255"/>
                <a:gd name="csX191" fmla="*/ 325863 w 735192"/>
                <a:gd name="csY191" fmla="*/ 80435 h 117255"/>
                <a:gd name="csX192" fmla="*/ 331726 w 735192"/>
                <a:gd name="csY192" fmla="*/ 72180 h 117255"/>
                <a:gd name="csX193" fmla="*/ 336328 w 735192"/>
                <a:gd name="csY193" fmla="*/ 61085 h 117255"/>
                <a:gd name="csX194" fmla="*/ 338408 w 735192"/>
                <a:gd name="csY194" fmla="*/ 48473 h 117255"/>
                <a:gd name="csX195" fmla="*/ 336076 w 735192"/>
                <a:gd name="csY195" fmla="*/ 40782 h 117255"/>
                <a:gd name="csX196" fmla="*/ 330718 w 735192"/>
                <a:gd name="csY196" fmla="*/ 38071 h 117255"/>
                <a:gd name="csX197" fmla="*/ 317226 w 735192"/>
                <a:gd name="csY197" fmla="*/ 45890 h 117255"/>
                <a:gd name="csX198" fmla="*/ 307518 w 735192"/>
                <a:gd name="csY198" fmla="*/ 64175 h 117255"/>
                <a:gd name="csX199" fmla="*/ 302033 w 735192"/>
                <a:gd name="csY199" fmla="*/ 83026 h 117255"/>
                <a:gd name="csX200" fmla="*/ 413303 w 735192"/>
                <a:gd name="csY200" fmla="*/ 32592 h 117255"/>
                <a:gd name="csX201" fmla="*/ 401009 w 735192"/>
                <a:gd name="csY201" fmla="*/ 75335 h 117255"/>
                <a:gd name="csX202" fmla="*/ 399622 w 735192"/>
                <a:gd name="csY202" fmla="*/ 81073 h 117255"/>
                <a:gd name="csX203" fmla="*/ 399433 w 735192"/>
                <a:gd name="csY203" fmla="*/ 82453 h 117255"/>
                <a:gd name="csX204" fmla="*/ 400063 w 735192"/>
                <a:gd name="csY204" fmla="*/ 84220 h 117255"/>
                <a:gd name="csX205" fmla="*/ 401324 w 735192"/>
                <a:gd name="csY205" fmla="*/ 84785 h 117255"/>
                <a:gd name="csX206" fmla="*/ 403468 w 735192"/>
                <a:gd name="csY206" fmla="*/ 83776 h 117255"/>
                <a:gd name="csX207" fmla="*/ 410024 w 735192"/>
                <a:gd name="csY207" fmla="*/ 76215 h 117255"/>
                <a:gd name="csX208" fmla="*/ 412167 w 735192"/>
                <a:gd name="csY208" fmla="*/ 77724 h 117255"/>
                <a:gd name="csX209" fmla="*/ 403216 w 735192"/>
                <a:gd name="csY209" fmla="*/ 87754 h 117255"/>
                <a:gd name="csX210" fmla="*/ 394705 w 735192"/>
                <a:gd name="csY210" fmla="*/ 91159 h 117255"/>
                <a:gd name="csX211" fmla="*/ 390607 w 735192"/>
                <a:gd name="csY211" fmla="*/ 89771 h 117255"/>
                <a:gd name="csX212" fmla="*/ 389283 w 735192"/>
                <a:gd name="csY212" fmla="*/ 85858 h 117255"/>
                <a:gd name="csX213" fmla="*/ 390670 w 735192"/>
                <a:gd name="csY213" fmla="*/ 77724 h 117255"/>
                <a:gd name="csX214" fmla="*/ 391994 w 735192"/>
                <a:gd name="csY214" fmla="*/ 73003 h 117255"/>
                <a:gd name="csX215" fmla="*/ 376801 w 735192"/>
                <a:gd name="csY215" fmla="*/ 88069 h 117255"/>
                <a:gd name="csX216" fmla="*/ 367030 w 735192"/>
                <a:gd name="csY216" fmla="*/ 91159 h 117255"/>
                <a:gd name="csX217" fmla="*/ 359086 w 735192"/>
                <a:gd name="csY217" fmla="*/ 87375 h 117255"/>
                <a:gd name="csX218" fmla="*/ 355745 w 735192"/>
                <a:gd name="csY218" fmla="*/ 76844 h 117255"/>
                <a:gd name="csX219" fmla="*/ 361734 w 735192"/>
                <a:gd name="csY219" fmla="*/ 55727 h 117255"/>
                <a:gd name="csX220" fmla="*/ 377053 w 735192"/>
                <a:gd name="csY220" fmla="*/ 37886 h 117255"/>
                <a:gd name="csX221" fmla="*/ 390733 w 735192"/>
                <a:gd name="csY221" fmla="*/ 32592 h 117255"/>
                <a:gd name="csX222" fmla="*/ 397101 w 735192"/>
                <a:gd name="csY222" fmla="*/ 34609 h 117255"/>
                <a:gd name="csX223" fmla="*/ 401009 w 735192"/>
                <a:gd name="csY223" fmla="*/ 41291 h 117255"/>
                <a:gd name="csX224" fmla="*/ 403279 w 735192"/>
                <a:gd name="csY224" fmla="*/ 34101 h 117255"/>
                <a:gd name="csX225" fmla="*/ 413303 w 735192"/>
                <a:gd name="csY225" fmla="*/ 32592 h 117255"/>
                <a:gd name="csX226" fmla="*/ 390859 w 735192"/>
                <a:gd name="csY226" fmla="*/ 35868 h 117255"/>
                <a:gd name="csX227" fmla="*/ 382286 w 735192"/>
                <a:gd name="csY227" fmla="*/ 39653 h 117255"/>
                <a:gd name="csX228" fmla="*/ 370812 w 735192"/>
                <a:gd name="csY228" fmla="*/ 55533 h 117255"/>
                <a:gd name="csX229" fmla="*/ 365832 w 735192"/>
                <a:gd name="csY229" fmla="*/ 74577 h 117255"/>
                <a:gd name="csX230" fmla="*/ 367975 w 735192"/>
                <a:gd name="csY230" fmla="*/ 81387 h 117255"/>
                <a:gd name="csX231" fmla="*/ 372893 w 735192"/>
                <a:gd name="csY231" fmla="*/ 83841 h 117255"/>
                <a:gd name="csX232" fmla="*/ 387833 w 735192"/>
                <a:gd name="csY232" fmla="*/ 73689 h 117255"/>
                <a:gd name="csX233" fmla="*/ 398613 w 735192"/>
                <a:gd name="csY233" fmla="*/ 46019 h 117255"/>
                <a:gd name="csX234" fmla="*/ 396533 w 735192"/>
                <a:gd name="csY234" fmla="*/ 38265 h 117255"/>
                <a:gd name="csX235" fmla="*/ 390859 w 735192"/>
                <a:gd name="csY235" fmla="*/ 35868 h 117255"/>
                <a:gd name="csX236" fmla="*/ 424019 w 735192"/>
                <a:gd name="csY236" fmla="*/ 36118 h 117255"/>
                <a:gd name="csX237" fmla="*/ 445769 w 735192"/>
                <a:gd name="csY237" fmla="*/ 32592 h 117255"/>
                <a:gd name="csX238" fmla="*/ 436691 w 735192"/>
                <a:gd name="csY238" fmla="*/ 63231 h 117255"/>
                <a:gd name="csX239" fmla="*/ 456738 w 735192"/>
                <a:gd name="csY239" fmla="*/ 36877 h 117255"/>
                <a:gd name="csX240" fmla="*/ 465059 w 735192"/>
                <a:gd name="csY240" fmla="*/ 32592 h 117255"/>
                <a:gd name="csX241" fmla="*/ 468338 w 735192"/>
                <a:gd name="csY241" fmla="*/ 33851 h 117255"/>
                <a:gd name="csX242" fmla="*/ 469535 w 735192"/>
                <a:gd name="csY242" fmla="*/ 37377 h 117255"/>
                <a:gd name="csX243" fmla="*/ 467392 w 735192"/>
                <a:gd name="csY243" fmla="*/ 45325 h 117255"/>
                <a:gd name="csX244" fmla="*/ 463042 w 735192"/>
                <a:gd name="csY244" fmla="*/ 48158 h 117255"/>
                <a:gd name="csX245" fmla="*/ 460520 w 735192"/>
                <a:gd name="csY245" fmla="*/ 47214 h 117255"/>
                <a:gd name="csX246" fmla="*/ 459260 w 735192"/>
                <a:gd name="csY246" fmla="*/ 44317 h 117255"/>
                <a:gd name="csX247" fmla="*/ 458693 w 735192"/>
                <a:gd name="csY247" fmla="*/ 42743 h 117255"/>
                <a:gd name="csX248" fmla="*/ 457494 w 735192"/>
                <a:gd name="csY248" fmla="*/ 42235 h 117255"/>
                <a:gd name="csX249" fmla="*/ 455477 w 735192"/>
                <a:gd name="csY249" fmla="*/ 42743 h 117255"/>
                <a:gd name="csX250" fmla="*/ 450497 w 735192"/>
                <a:gd name="csY250" fmla="*/ 47658 h 117255"/>
                <a:gd name="csX251" fmla="*/ 439149 w 735192"/>
                <a:gd name="csY251" fmla="*/ 63667 h 117255"/>
                <a:gd name="csX252" fmla="*/ 434610 w 735192"/>
                <a:gd name="csY252" fmla="*/ 73060 h 117255"/>
                <a:gd name="csX253" fmla="*/ 431584 w 735192"/>
                <a:gd name="csY253" fmla="*/ 81702 h 117255"/>
                <a:gd name="csX254" fmla="*/ 429567 w 735192"/>
                <a:gd name="csY254" fmla="*/ 89642 h 117255"/>
                <a:gd name="csX255" fmla="*/ 419922 w 735192"/>
                <a:gd name="csY255" fmla="*/ 89642 h 117255"/>
                <a:gd name="csX256" fmla="*/ 431584 w 735192"/>
                <a:gd name="csY256" fmla="*/ 50490 h 117255"/>
                <a:gd name="csX257" fmla="*/ 433602 w 735192"/>
                <a:gd name="csY257" fmla="*/ 40782 h 117255"/>
                <a:gd name="csX258" fmla="*/ 432656 w 735192"/>
                <a:gd name="csY258" fmla="*/ 38894 h 117255"/>
                <a:gd name="csX259" fmla="*/ 429315 w 735192"/>
                <a:gd name="csY259" fmla="*/ 37886 h 117255"/>
                <a:gd name="csX260" fmla="*/ 424461 w 735192"/>
                <a:gd name="csY260" fmla="*/ 38450 h 117255"/>
                <a:gd name="csX261" fmla="*/ 424019 w 735192"/>
                <a:gd name="csY261" fmla="*/ 36118 h 117255"/>
                <a:gd name="csX262" fmla="*/ 501120 w 735192"/>
                <a:gd name="csY262" fmla="*/ 16954 h 117255"/>
                <a:gd name="csX263" fmla="*/ 496202 w 735192"/>
                <a:gd name="csY263" fmla="*/ 34101 h 117255"/>
                <a:gd name="csX264" fmla="*/ 506100 w 735192"/>
                <a:gd name="csY264" fmla="*/ 34101 h 117255"/>
                <a:gd name="csX265" fmla="*/ 505028 w 735192"/>
                <a:gd name="csY265" fmla="*/ 38071 h 117255"/>
                <a:gd name="csX266" fmla="*/ 495194 w 735192"/>
                <a:gd name="csY266" fmla="*/ 38071 h 117255"/>
                <a:gd name="csX267" fmla="*/ 484350 w 735192"/>
                <a:gd name="csY267" fmla="*/ 75271 h 117255"/>
                <a:gd name="csX268" fmla="*/ 482585 w 735192"/>
                <a:gd name="csY268" fmla="*/ 83026 h 117255"/>
                <a:gd name="csX269" fmla="*/ 483090 w 735192"/>
                <a:gd name="csY269" fmla="*/ 84664 h 117255"/>
                <a:gd name="csX270" fmla="*/ 484287 w 735192"/>
                <a:gd name="csY270" fmla="*/ 85228 h 117255"/>
                <a:gd name="csX271" fmla="*/ 488448 w 735192"/>
                <a:gd name="csY271" fmla="*/ 83026 h 117255"/>
                <a:gd name="csX272" fmla="*/ 495194 w 735192"/>
                <a:gd name="csY272" fmla="*/ 75271 h 117255"/>
                <a:gd name="csX273" fmla="*/ 497274 w 735192"/>
                <a:gd name="csY273" fmla="*/ 76844 h 117255"/>
                <a:gd name="csX274" fmla="*/ 486304 w 735192"/>
                <a:gd name="csY274" fmla="*/ 88763 h 117255"/>
                <a:gd name="csX275" fmla="*/ 479181 w 735192"/>
                <a:gd name="csY275" fmla="*/ 91159 h 117255"/>
                <a:gd name="csX276" fmla="*/ 474642 w 735192"/>
                <a:gd name="csY276" fmla="*/ 89457 h 117255"/>
                <a:gd name="csX277" fmla="*/ 472877 w 735192"/>
                <a:gd name="csY277" fmla="*/ 84978 h 117255"/>
                <a:gd name="csX278" fmla="*/ 474894 w 735192"/>
                <a:gd name="csY278" fmla="*/ 74577 h 117255"/>
                <a:gd name="csX279" fmla="*/ 485422 w 735192"/>
                <a:gd name="csY279" fmla="*/ 38071 h 117255"/>
                <a:gd name="csX280" fmla="*/ 475903 w 735192"/>
                <a:gd name="csY280" fmla="*/ 38071 h 117255"/>
                <a:gd name="csX281" fmla="*/ 476533 w 735192"/>
                <a:gd name="csY281" fmla="*/ 35618 h 117255"/>
                <a:gd name="csX282" fmla="*/ 488070 w 735192"/>
                <a:gd name="csY282" fmla="*/ 30002 h 117255"/>
                <a:gd name="csX283" fmla="*/ 498345 w 735192"/>
                <a:gd name="csY283" fmla="*/ 16954 h 117255"/>
                <a:gd name="csX284" fmla="*/ 501120 w 735192"/>
                <a:gd name="csY284" fmla="*/ 16954 h 117255"/>
                <a:gd name="csX285" fmla="*/ 532388 w 735192"/>
                <a:gd name="csY285" fmla="*/ 7561 h 117255"/>
                <a:gd name="csX286" fmla="*/ 536865 w 735192"/>
                <a:gd name="csY286" fmla="*/ 9393 h 117255"/>
                <a:gd name="csX287" fmla="*/ 538692 w 735192"/>
                <a:gd name="csY287" fmla="*/ 13863 h 117255"/>
                <a:gd name="csX288" fmla="*/ 536801 w 735192"/>
                <a:gd name="csY288" fmla="*/ 18342 h 117255"/>
                <a:gd name="csX289" fmla="*/ 532388 w 735192"/>
                <a:gd name="csY289" fmla="*/ 20173 h 117255"/>
                <a:gd name="csX290" fmla="*/ 527912 w 735192"/>
                <a:gd name="csY290" fmla="*/ 18342 h 117255"/>
                <a:gd name="csX291" fmla="*/ 526084 w 735192"/>
                <a:gd name="csY291" fmla="*/ 13863 h 117255"/>
                <a:gd name="csX292" fmla="*/ 527912 w 735192"/>
                <a:gd name="csY292" fmla="*/ 9393 h 117255"/>
                <a:gd name="csX293" fmla="*/ 532388 w 735192"/>
                <a:gd name="csY293" fmla="*/ 7561 h 117255"/>
                <a:gd name="csX294" fmla="*/ 533207 w 735192"/>
                <a:gd name="csY294" fmla="*/ 32592 h 117255"/>
                <a:gd name="csX295" fmla="*/ 520726 w 735192"/>
                <a:gd name="csY295" fmla="*/ 76780 h 117255"/>
                <a:gd name="csX296" fmla="*/ 519465 w 735192"/>
                <a:gd name="csY296" fmla="*/ 82138 h 117255"/>
                <a:gd name="csX297" fmla="*/ 520032 w 735192"/>
                <a:gd name="csY297" fmla="*/ 83776 h 117255"/>
                <a:gd name="csX298" fmla="*/ 521482 w 735192"/>
                <a:gd name="csY298" fmla="*/ 84413 h 117255"/>
                <a:gd name="csX299" fmla="*/ 523752 w 735192"/>
                <a:gd name="csY299" fmla="*/ 83405 h 117255"/>
                <a:gd name="csX300" fmla="*/ 531001 w 735192"/>
                <a:gd name="csY300" fmla="*/ 75335 h 117255"/>
                <a:gd name="csX301" fmla="*/ 533207 w 735192"/>
                <a:gd name="csY301" fmla="*/ 76780 h 117255"/>
                <a:gd name="csX302" fmla="*/ 523121 w 735192"/>
                <a:gd name="csY302" fmla="*/ 87811 h 117255"/>
                <a:gd name="csX303" fmla="*/ 514926 w 735192"/>
                <a:gd name="csY303" fmla="*/ 91159 h 117255"/>
                <a:gd name="csX304" fmla="*/ 510702 w 735192"/>
                <a:gd name="csY304" fmla="*/ 89642 h 117255"/>
                <a:gd name="csX305" fmla="*/ 509063 w 735192"/>
                <a:gd name="csY305" fmla="*/ 85737 h 117255"/>
                <a:gd name="csX306" fmla="*/ 510639 w 735192"/>
                <a:gd name="csY306" fmla="*/ 77982 h 117255"/>
                <a:gd name="csX307" fmla="*/ 518834 w 735192"/>
                <a:gd name="csY307" fmla="*/ 49739 h 117255"/>
                <a:gd name="csX308" fmla="*/ 520852 w 735192"/>
                <a:gd name="csY308" fmla="*/ 41041 h 117255"/>
                <a:gd name="csX309" fmla="*/ 519843 w 735192"/>
                <a:gd name="csY309" fmla="*/ 38765 h 117255"/>
                <a:gd name="csX310" fmla="*/ 517195 w 735192"/>
                <a:gd name="csY310" fmla="*/ 37886 h 117255"/>
                <a:gd name="csX311" fmla="*/ 511458 w 735192"/>
                <a:gd name="csY311" fmla="*/ 38580 h 117255"/>
                <a:gd name="csX312" fmla="*/ 511458 w 735192"/>
                <a:gd name="csY312" fmla="*/ 36118 h 117255"/>
                <a:gd name="csX313" fmla="*/ 533207 w 735192"/>
                <a:gd name="csY313" fmla="*/ 32592 h 117255"/>
                <a:gd name="csX314" fmla="*/ 572987 w 735192"/>
                <a:gd name="csY314" fmla="*/ 16954 h 117255"/>
                <a:gd name="csX315" fmla="*/ 568070 w 735192"/>
                <a:gd name="csY315" fmla="*/ 34101 h 117255"/>
                <a:gd name="csX316" fmla="*/ 577967 w 735192"/>
                <a:gd name="csY316" fmla="*/ 34101 h 117255"/>
                <a:gd name="csX317" fmla="*/ 576896 w 735192"/>
                <a:gd name="csY317" fmla="*/ 38071 h 117255"/>
                <a:gd name="csX318" fmla="*/ 567061 w 735192"/>
                <a:gd name="csY318" fmla="*/ 38071 h 117255"/>
                <a:gd name="csX319" fmla="*/ 556218 w 735192"/>
                <a:gd name="csY319" fmla="*/ 75271 h 117255"/>
                <a:gd name="csX320" fmla="*/ 554453 w 735192"/>
                <a:gd name="csY320" fmla="*/ 83026 h 117255"/>
                <a:gd name="csX321" fmla="*/ 554957 w 735192"/>
                <a:gd name="csY321" fmla="*/ 84664 h 117255"/>
                <a:gd name="csX322" fmla="*/ 556155 w 735192"/>
                <a:gd name="csY322" fmla="*/ 85228 h 117255"/>
                <a:gd name="csX323" fmla="*/ 560316 w 735192"/>
                <a:gd name="csY323" fmla="*/ 83026 h 117255"/>
                <a:gd name="csX324" fmla="*/ 567061 w 735192"/>
                <a:gd name="csY324" fmla="*/ 75271 h 117255"/>
                <a:gd name="csX325" fmla="*/ 569142 w 735192"/>
                <a:gd name="csY325" fmla="*/ 76844 h 117255"/>
                <a:gd name="csX326" fmla="*/ 558172 w 735192"/>
                <a:gd name="csY326" fmla="*/ 88763 h 117255"/>
                <a:gd name="csX327" fmla="*/ 551049 w 735192"/>
                <a:gd name="csY327" fmla="*/ 91159 h 117255"/>
                <a:gd name="csX328" fmla="*/ 546510 w 735192"/>
                <a:gd name="csY328" fmla="*/ 89457 h 117255"/>
                <a:gd name="csX329" fmla="*/ 544744 w 735192"/>
                <a:gd name="csY329" fmla="*/ 84978 h 117255"/>
                <a:gd name="csX330" fmla="*/ 546762 w 735192"/>
                <a:gd name="csY330" fmla="*/ 74577 h 117255"/>
                <a:gd name="csX331" fmla="*/ 557290 w 735192"/>
                <a:gd name="csY331" fmla="*/ 38071 h 117255"/>
                <a:gd name="csX332" fmla="*/ 547770 w 735192"/>
                <a:gd name="csY332" fmla="*/ 38071 h 117255"/>
                <a:gd name="csX333" fmla="*/ 548401 w 735192"/>
                <a:gd name="csY333" fmla="*/ 35618 h 117255"/>
                <a:gd name="csX334" fmla="*/ 559937 w 735192"/>
                <a:gd name="csY334" fmla="*/ 30002 h 117255"/>
                <a:gd name="csX335" fmla="*/ 570214 w 735192"/>
                <a:gd name="csY335" fmla="*/ 16954 h 117255"/>
                <a:gd name="csX336" fmla="*/ 572987 w 735192"/>
                <a:gd name="csY336" fmla="*/ 16954 h 117255"/>
                <a:gd name="csX337" fmla="*/ 604256 w 735192"/>
                <a:gd name="csY337" fmla="*/ 7561 h 117255"/>
                <a:gd name="csX338" fmla="*/ 608732 w 735192"/>
                <a:gd name="csY338" fmla="*/ 9393 h 117255"/>
                <a:gd name="csX339" fmla="*/ 610560 w 735192"/>
                <a:gd name="csY339" fmla="*/ 13863 h 117255"/>
                <a:gd name="csX340" fmla="*/ 608669 w 735192"/>
                <a:gd name="csY340" fmla="*/ 18342 h 117255"/>
                <a:gd name="csX341" fmla="*/ 604256 w 735192"/>
                <a:gd name="csY341" fmla="*/ 20173 h 117255"/>
                <a:gd name="csX342" fmla="*/ 599780 w 735192"/>
                <a:gd name="csY342" fmla="*/ 18342 h 117255"/>
                <a:gd name="csX343" fmla="*/ 597952 w 735192"/>
                <a:gd name="csY343" fmla="*/ 13863 h 117255"/>
                <a:gd name="csX344" fmla="*/ 599780 w 735192"/>
                <a:gd name="csY344" fmla="*/ 9393 h 117255"/>
                <a:gd name="csX345" fmla="*/ 604256 w 735192"/>
                <a:gd name="csY345" fmla="*/ 7561 h 117255"/>
                <a:gd name="csX346" fmla="*/ 605076 w 735192"/>
                <a:gd name="csY346" fmla="*/ 32592 h 117255"/>
                <a:gd name="csX347" fmla="*/ 592593 w 735192"/>
                <a:gd name="csY347" fmla="*/ 76780 h 117255"/>
                <a:gd name="csX348" fmla="*/ 591333 w 735192"/>
                <a:gd name="csY348" fmla="*/ 82138 h 117255"/>
                <a:gd name="csX349" fmla="*/ 591900 w 735192"/>
                <a:gd name="csY349" fmla="*/ 83776 h 117255"/>
                <a:gd name="csX350" fmla="*/ 593350 w 735192"/>
                <a:gd name="csY350" fmla="*/ 84413 h 117255"/>
                <a:gd name="csX351" fmla="*/ 595619 w 735192"/>
                <a:gd name="csY351" fmla="*/ 83405 h 117255"/>
                <a:gd name="csX352" fmla="*/ 602869 w 735192"/>
                <a:gd name="csY352" fmla="*/ 75335 h 117255"/>
                <a:gd name="csX353" fmla="*/ 605076 w 735192"/>
                <a:gd name="csY353" fmla="*/ 76780 h 117255"/>
                <a:gd name="csX354" fmla="*/ 594989 w 735192"/>
                <a:gd name="csY354" fmla="*/ 87811 h 117255"/>
                <a:gd name="csX355" fmla="*/ 586794 w 735192"/>
                <a:gd name="csY355" fmla="*/ 91159 h 117255"/>
                <a:gd name="csX356" fmla="*/ 582569 w 735192"/>
                <a:gd name="csY356" fmla="*/ 89642 h 117255"/>
                <a:gd name="csX357" fmla="*/ 580930 w 735192"/>
                <a:gd name="csY357" fmla="*/ 85737 h 117255"/>
                <a:gd name="csX358" fmla="*/ 582506 w 735192"/>
                <a:gd name="csY358" fmla="*/ 77982 h 117255"/>
                <a:gd name="csX359" fmla="*/ 590702 w 735192"/>
                <a:gd name="csY359" fmla="*/ 49739 h 117255"/>
                <a:gd name="csX360" fmla="*/ 592719 w 735192"/>
                <a:gd name="csY360" fmla="*/ 41041 h 117255"/>
                <a:gd name="csX361" fmla="*/ 591710 w 735192"/>
                <a:gd name="csY361" fmla="*/ 38765 h 117255"/>
                <a:gd name="csX362" fmla="*/ 589063 w 735192"/>
                <a:gd name="csY362" fmla="*/ 37886 h 117255"/>
                <a:gd name="csX363" fmla="*/ 583326 w 735192"/>
                <a:gd name="csY363" fmla="*/ 38580 h 117255"/>
                <a:gd name="csX364" fmla="*/ 583326 w 735192"/>
                <a:gd name="csY364" fmla="*/ 36118 h 117255"/>
                <a:gd name="csX365" fmla="*/ 605076 w 735192"/>
                <a:gd name="csY365" fmla="*/ 32592 h 117255"/>
                <a:gd name="csX366" fmla="*/ 671017 w 735192"/>
                <a:gd name="csY366" fmla="*/ 52322 h 117255"/>
                <a:gd name="csX367" fmla="*/ 665973 w 735192"/>
                <a:gd name="csY367" fmla="*/ 71042 h 117255"/>
                <a:gd name="csX368" fmla="*/ 652042 w 735192"/>
                <a:gd name="csY368" fmla="*/ 85737 h 117255"/>
                <a:gd name="csX369" fmla="*/ 634642 w 735192"/>
                <a:gd name="csY369" fmla="*/ 91159 h 117255"/>
                <a:gd name="csX370" fmla="*/ 620520 w 735192"/>
                <a:gd name="csY370" fmla="*/ 85672 h 117255"/>
                <a:gd name="csX371" fmla="*/ 615099 w 735192"/>
                <a:gd name="csY371" fmla="*/ 71357 h 117255"/>
                <a:gd name="csX372" fmla="*/ 620394 w 735192"/>
                <a:gd name="csY372" fmla="*/ 52765 h 117255"/>
                <a:gd name="csX373" fmla="*/ 634642 w 735192"/>
                <a:gd name="csY373" fmla="*/ 38015 h 117255"/>
                <a:gd name="csX374" fmla="*/ 651916 w 735192"/>
                <a:gd name="csY374" fmla="*/ 32592 h 117255"/>
                <a:gd name="csX375" fmla="*/ 665594 w 735192"/>
                <a:gd name="csY375" fmla="*/ 38071 h 117255"/>
                <a:gd name="csX376" fmla="*/ 671017 w 735192"/>
                <a:gd name="csY376" fmla="*/ 52322 h 117255"/>
                <a:gd name="csX377" fmla="*/ 660551 w 735192"/>
                <a:gd name="csY377" fmla="*/ 47972 h 117255"/>
                <a:gd name="csX378" fmla="*/ 657654 w 735192"/>
                <a:gd name="csY378" fmla="*/ 39023 h 117255"/>
                <a:gd name="csX379" fmla="*/ 650277 w 735192"/>
                <a:gd name="csY379" fmla="*/ 35868 h 117255"/>
                <a:gd name="csX380" fmla="*/ 633192 w 735192"/>
                <a:gd name="csY380" fmla="*/ 49166 h 117255"/>
                <a:gd name="csX381" fmla="*/ 625438 w 735192"/>
                <a:gd name="csY381" fmla="*/ 75521 h 117255"/>
                <a:gd name="csX382" fmla="*/ 628464 w 735192"/>
                <a:gd name="csY382" fmla="*/ 84785 h 117255"/>
                <a:gd name="csX383" fmla="*/ 636092 w 735192"/>
                <a:gd name="csY383" fmla="*/ 88004 h 117255"/>
                <a:gd name="csX384" fmla="*/ 652735 w 735192"/>
                <a:gd name="csY384" fmla="*/ 74827 h 117255"/>
                <a:gd name="csX385" fmla="*/ 660551 w 735192"/>
                <a:gd name="csY385" fmla="*/ 47972 h 117255"/>
                <a:gd name="csX386" fmla="*/ 704367 w 735192"/>
                <a:gd name="csY386" fmla="*/ 32592 h 117255"/>
                <a:gd name="csX387" fmla="*/ 695983 w 735192"/>
                <a:gd name="csY387" fmla="*/ 61271 h 117255"/>
                <a:gd name="csX388" fmla="*/ 714010 w 735192"/>
                <a:gd name="csY388" fmla="*/ 38136 h 117255"/>
                <a:gd name="csX389" fmla="*/ 726114 w 735192"/>
                <a:gd name="csY389" fmla="*/ 32592 h 117255"/>
                <a:gd name="csX390" fmla="*/ 731287 w 735192"/>
                <a:gd name="csY390" fmla="*/ 34674 h 117255"/>
                <a:gd name="csX391" fmla="*/ 733369 w 735192"/>
                <a:gd name="csY391" fmla="*/ 40088 h 117255"/>
                <a:gd name="csX392" fmla="*/ 731537 w 735192"/>
                <a:gd name="csY392" fmla="*/ 50175 h 117255"/>
                <a:gd name="csX393" fmla="*/ 723847 w 735192"/>
                <a:gd name="csY393" fmla="*/ 76715 h 117255"/>
                <a:gd name="csX394" fmla="*/ 722523 w 735192"/>
                <a:gd name="csY394" fmla="*/ 82331 h 117255"/>
                <a:gd name="csX395" fmla="*/ 723024 w 735192"/>
                <a:gd name="csY395" fmla="*/ 83841 h 117255"/>
                <a:gd name="csX396" fmla="*/ 724097 w 735192"/>
                <a:gd name="csY396" fmla="*/ 84413 h 117255"/>
                <a:gd name="csX397" fmla="*/ 725929 w 735192"/>
                <a:gd name="csY397" fmla="*/ 83590 h 117255"/>
                <a:gd name="csX398" fmla="*/ 733239 w 735192"/>
                <a:gd name="csY398" fmla="*/ 75521 h 117255"/>
                <a:gd name="csX399" fmla="*/ 735192 w 735192"/>
                <a:gd name="csY399" fmla="*/ 76715 h 117255"/>
                <a:gd name="csX400" fmla="*/ 724097 w 735192"/>
                <a:gd name="csY400" fmla="*/ 88698 h 117255"/>
                <a:gd name="csX401" fmla="*/ 717545 w 735192"/>
                <a:gd name="csY401" fmla="*/ 91159 h 117255"/>
                <a:gd name="csX402" fmla="*/ 713825 w 735192"/>
                <a:gd name="csY402" fmla="*/ 89707 h 117255"/>
                <a:gd name="csX403" fmla="*/ 712437 w 735192"/>
                <a:gd name="csY403" fmla="*/ 85922 h 117255"/>
                <a:gd name="csX404" fmla="*/ 714575 w 735192"/>
                <a:gd name="csY404" fmla="*/ 75521 h 117255"/>
                <a:gd name="csX405" fmla="*/ 721894 w 735192"/>
                <a:gd name="csY405" fmla="*/ 50175 h 117255"/>
                <a:gd name="csX406" fmla="*/ 723282 w 735192"/>
                <a:gd name="csY406" fmla="*/ 42800 h 117255"/>
                <a:gd name="csX407" fmla="*/ 722459 w 735192"/>
                <a:gd name="csY407" fmla="*/ 40782 h 117255"/>
                <a:gd name="csX408" fmla="*/ 720441 w 735192"/>
                <a:gd name="csY408" fmla="*/ 39967 h 117255"/>
                <a:gd name="csX409" fmla="*/ 716221 w 735192"/>
                <a:gd name="csY409" fmla="*/ 41476 h 117255"/>
                <a:gd name="csX410" fmla="*/ 706506 w 735192"/>
                <a:gd name="csY410" fmla="*/ 50869 h 117255"/>
                <a:gd name="csX411" fmla="*/ 695854 w 735192"/>
                <a:gd name="csY411" fmla="*/ 67516 h 117255"/>
                <a:gd name="csX412" fmla="*/ 690940 w 735192"/>
                <a:gd name="csY412" fmla="*/ 79241 h 117255"/>
                <a:gd name="csX413" fmla="*/ 687785 w 735192"/>
                <a:gd name="csY413" fmla="*/ 89642 h 117255"/>
                <a:gd name="csX414" fmla="*/ 678327 w 735192"/>
                <a:gd name="csY414" fmla="*/ 89642 h 117255"/>
                <a:gd name="csX415" fmla="*/ 689802 w 735192"/>
                <a:gd name="csY415" fmla="*/ 50175 h 117255"/>
                <a:gd name="csX416" fmla="*/ 691820 w 735192"/>
                <a:gd name="csY416" fmla="*/ 41606 h 117255"/>
                <a:gd name="csX417" fmla="*/ 690690 w 735192"/>
                <a:gd name="csY417" fmla="*/ 39209 h 117255"/>
                <a:gd name="csX418" fmla="*/ 687978 w 735192"/>
                <a:gd name="csY418" fmla="*/ 38136 h 117255"/>
                <a:gd name="csX419" fmla="*/ 685332 w 735192"/>
                <a:gd name="csY419" fmla="*/ 38386 h 117255"/>
                <a:gd name="csX420" fmla="*/ 682935 w 735192"/>
                <a:gd name="csY420" fmla="*/ 38765 h 117255"/>
                <a:gd name="csX421" fmla="*/ 682556 w 735192"/>
                <a:gd name="csY421" fmla="*/ 36498 h 117255"/>
                <a:gd name="csX422" fmla="*/ 704367 w 735192"/>
                <a:gd name="csY422" fmla="*/ 32592 h 1172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Lst>
              <a:rect l="l" t="t" r="r" b="b"/>
              <a:pathLst>
                <a:path w="735192" h="117255">
                  <a:moveTo>
                    <a:pt x="31647" y="91595"/>
                  </a:moveTo>
                  <a:lnTo>
                    <a:pt x="15383" y="104772"/>
                  </a:lnTo>
                  <a:cubicBezTo>
                    <a:pt x="17946" y="104312"/>
                    <a:pt x="20320" y="104078"/>
                    <a:pt x="22506" y="104078"/>
                  </a:cubicBezTo>
                  <a:cubicBezTo>
                    <a:pt x="24607" y="104078"/>
                    <a:pt x="26541" y="104208"/>
                    <a:pt x="28306" y="104458"/>
                  </a:cubicBezTo>
                  <a:cubicBezTo>
                    <a:pt x="30113" y="104708"/>
                    <a:pt x="33937" y="105491"/>
                    <a:pt x="39779" y="106790"/>
                  </a:cubicBezTo>
                  <a:cubicBezTo>
                    <a:pt x="45664" y="108137"/>
                    <a:pt x="50791" y="108807"/>
                    <a:pt x="55162" y="108807"/>
                  </a:cubicBezTo>
                  <a:cubicBezTo>
                    <a:pt x="59827" y="108807"/>
                    <a:pt x="63778" y="107984"/>
                    <a:pt x="67014" y="106346"/>
                  </a:cubicBezTo>
                  <a:cubicBezTo>
                    <a:pt x="70292" y="104748"/>
                    <a:pt x="73465" y="102061"/>
                    <a:pt x="76533" y="98277"/>
                  </a:cubicBezTo>
                  <a:lnTo>
                    <a:pt x="78613" y="99285"/>
                  </a:lnTo>
                  <a:cubicBezTo>
                    <a:pt x="74284" y="105507"/>
                    <a:pt x="69178" y="109985"/>
                    <a:pt x="63294" y="112713"/>
                  </a:cubicBezTo>
                  <a:cubicBezTo>
                    <a:pt x="57410" y="115489"/>
                    <a:pt x="51169" y="116876"/>
                    <a:pt x="44570" y="116876"/>
                  </a:cubicBezTo>
                  <a:cubicBezTo>
                    <a:pt x="40914" y="116876"/>
                    <a:pt x="35913" y="116158"/>
                    <a:pt x="29567" y="114730"/>
                  </a:cubicBezTo>
                  <a:cubicBezTo>
                    <a:pt x="19859" y="112592"/>
                    <a:pt x="13071" y="111518"/>
                    <a:pt x="9204" y="111518"/>
                  </a:cubicBezTo>
                  <a:cubicBezTo>
                    <a:pt x="7733" y="111518"/>
                    <a:pt x="6535" y="111623"/>
                    <a:pt x="5611" y="111833"/>
                  </a:cubicBezTo>
                  <a:cubicBezTo>
                    <a:pt x="4686" y="112043"/>
                    <a:pt x="3300" y="112551"/>
                    <a:pt x="1450" y="113350"/>
                  </a:cubicBezTo>
                  <a:lnTo>
                    <a:pt x="0" y="111647"/>
                  </a:lnTo>
                  <a:lnTo>
                    <a:pt x="25847" y="91216"/>
                  </a:lnTo>
                  <a:cubicBezTo>
                    <a:pt x="17862" y="90126"/>
                    <a:pt x="11810" y="86616"/>
                    <a:pt x="7691" y="80693"/>
                  </a:cubicBezTo>
                  <a:cubicBezTo>
                    <a:pt x="3572" y="74763"/>
                    <a:pt x="1513" y="68436"/>
                    <a:pt x="1513" y="61714"/>
                  </a:cubicBezTo>
                  <a:cubicBezTo>
                    <a:pt x="1513" y="52507"/>
                    <a:pt x="4287" y="42993"/>
                    <a:pt x="9835" y="33157"/>
                  </a:cubicBezTo>
                  <a:cubicBezTo>
                    <a:pt x="15425" y="23320"/>
                    <a:pt x="22548" y="15719"/>
                    <a:pt x="31206" y="10337"/>
                  </a:cubicBezTo>
                  <a:cubicBezTo>
                    <a:pt x="39905" y="4914"/>
                    <a:pt x="48437" y="2203"/>
                    <a:pt x="56801" y="2203"/>
                  </a:cubicBezTo>
                  <a:cubicBezTo>
                    <a:pt x="63021" y="2203"/>
                    <a:pt x="68317" y="3462"/>
                    <a:pt x="72687" y="5987"/>
                  </a:cubicBezTo>
                  <a:cubicBezTo>
                    <a:pt x="77100" y="8505"/>
                    <a:pt x="80505" y="12185"/>
                    <a:pt x="82900" y="17018"/>
                  </a:cubicBezTo>
                  <a:cubicBezTo>
                    <a:pt x="85295" y="21811"/>
                    <a:pt x="86494" y="26726"/>
                    <a:pt x="86494" y="31769"/>
                  </a:cubicBezTo>
                  <a:cubicBezTo>
                    <a:pt x="86494" y="41436"/>
                    <a:pt x="83741" y="51232"/>
                    <a:pt x="78235" y="61149"/>
                  </a:cubicBezTo>
                  <a:cubicBezTo>
                    <a:pt x="72729" y="71067"/>
                    <a:pt x="65879" y="78587"/>
                    <a:pt x="57683" y="83719"/>
                  </a:cubicBezTo>
                  <a:cubicBezTo>
                    <a:pt x="49530" y="88803"/>
                    <a:pt x="40851" y="91426"/>
                    <a:pt x="31647" y="91595"/>
                  </a:cubicBezTo>
                  <a:close/>
                  <a:moveTo>
                    <a:pt x="55288" y="6238"/>
                  </a:moveTo>
                  <a:cubicBezTo>
                    <a:pt x="51085" y="6238"/>
                    <a:pt x="46966" y="7287"/>
                    <a:pt x="42931" y="9393"/>
                  </a:cubicBezTo>
                  <a:cubicBezTo>
                    <a:pt x="38939" y="11450"/>
                    <a:pt x="34967" y="14856"/>
                    <a:pt x="31017" y="19600"/>
                  </a:cubicBezTo>
                  <a:cubicBezTo>
                    <a:pt x="27066" y="24313"/>
                    <a:pt x="23515" y="30486"/>
                    <a:pt x="20362" y="38136"/>
                  </a:cubicBezTo>
                  <a:cubicBezTo>
                    <a:pt x="16538" y="47553"/>
                    <a:pt x="14626" y="56437"/>
                    <a:pt x="14626" y="64805"/>
                  </a:cubicBezTo>
                  <a:cubicBezTo>
                    <a:pt x="14626" y="70768"/>
                    <a:pt x="16160" y="76070"/>
                    <a:pt x="19228" y="80693"/>
                  </a:cubicBezTo>
                  <a:cubicBezTo>
                    <a:pt x="22296" y="85269"/>
                    <a:pt x="27003" y="87561"/>
                    <a:pt x="33349" y="87561"/>
                  </a:cubicBezTo>
                  <a:cubicBezTo>
                    <a:pt x="37132" y="87561"/>
                    <a:pt x="40872" y="86616"/>
                    <a:pt x="44570" y="84728"/>
                  </a:cubicBezTo>
                  <a:cubicBezTo>
                    <a:pt x="48269" y="82832"/>
                    <a:pt x="52093" y="79620"/>
                    <a:pt x="56044" y="75077"/>
                  </a:cubicBezTo>
                  <a:cubicBezTo>
                    <a:pt x="61087" y="69283"/>
                    <a:pt x="65312" y="61900"/>
                    <a:pt x="68715" y="52951"/>
                  </a:cubicBezTo>
                  <a:cubicBezTo>
                    <a:pt x="72120" y="44002"/>
                    <a:pt x="73822" y="35675"/>
                    <a:pt x="73822" y="27984"/>
                  </a:cubicBezTo>
                  <a:cubicBezTo>
                    <a:pt x="73822" y="22312"/>
                    <a:pt x="72288" y="17268"/>
                    <a:pt x="69220" y="12854"/>
                  </a:cubicBezTo>
                  <a:cubicBezTo>
                    <a:pt x="66152" y="8449"/>
                    <a:pt x="61508" y="6238"/>
                    <a:pt x="55288" y="6238"/>
                  </a:cubicBezTo>
                  <a:close/>
                  <a:moveTo>
                    <a:pt x="147960" y="34101"/>
                  </a:moveTo>
                  <a:lnTo>
                    <a:pt x="136990" y="71672"/>
                  </a:lnTo>
                  <a:cubicBezTo>
                    <a:pt x="135350" y="77264"/>
                    <a:pt x="134531" y="80798"/>
                    <a:pt x="134531" y="82267"/>
                  </a:cubicBezTo>
                  <a:cubicBezTo>
                    <a:pt x="134531" y="83026"/>
                    <a:pt x="134657" y="83590"/>
                    <a:pt x="134910" y="83970"/>
                  </a:cubicBezTo>
                  <a:cubicBezTo>
                    <a:pt x="135204" y="84309"/>
                    <a:pt x="135582" y="84470"/>
                    <a:pt x="136044" y="84470"/>
                  </a:cubicBezTo>
                  <a:cubicBezTo>
                    <a:pt x="136759" y="84470"/>
                    <a:pt x="137536" y="84155"/>
                    <a:pt x="138376" y="83526"/>
                  </a:cubicBezTo>
                  <a:cubicBezTo>
                    <a:pt x="139259" y="82856"/>
                    <a:pt x="141445" y="80250"/>
                    <a:pt x="144934" y="75707"/>
                  </a:cubicBezTo>
                  <a:lnTo>
                    <a:pt x="146824" y="77159"/>
                  </a:lnTo>
                  <a:cubicBezTo>
                    <a:pt x="143505" y="82412"/>
                    <a:pt x="140100" y="86277"/>
                    <a:pt x="136612" y="88763"/>
                  </a:cubicBezTo>
                  <a:cubicBezTo>
                    <a:pt x="134300" y="90361"/>
                    <a:pt x="132073" y="91159"/>
                    <a:pt x="129929" y="91159"/>
                  </a:cubicBezTo>
                  <a:cubicBezTo>
                    <a:pt x="128290" y="91159"/>
                    <a:pt x="127008" y="90691"/>
                    <a:pt x="126084" y="89771"/>
                  </a:cubicBezTo>
                  <a:cubicBezTo>
                    <a:pt x="125159" y="88843"/>
                    <a:pt x="124697" y="87649"/>
                    <a:pt x="124697" y="86172"/>
                  </a:cubicBezTo>
                  <a:cubicBezTo>
                    <a:pt x="124697" y="84744"/>
                    <a:pt x="124970" y="82856"/>
                    <a:pt x="125516" y="80500"/>
                  </a:cubicBezTo>
                  <a:cubicBezTo>
                    <a:pt x="126189" y="77393"/>
                    <a:pt x="128101" y="70623"/>
                    <a:pt x="131253" y="60205"/>
                  </a:cubicBezTo>
                  <a:cubicBezTo>
                    <a:pt x="124108" y="71930"/>
                    <a:pt x="118119" y="80016"/>
                    <a:pt x="113286" y="84470"/>
                  </a:cubicBezTo>
                  <a:cubicBezTo>
                    <a:pt x="108495" y="88924"/>
                    <a:pt x="104040" y="91159"/>
                    <a:pt x="99921" y="91159"/>
                  </a:cubicBezTo>
                  <a:cubicBezTo>
                    <a:pt x="97988" y="91159"/>
                    <a:pt x="96349" y="90482"/>
                    <a:pt x="95004" y="89142"/>
                  </a:cubicBezTo>
                  <a:cubicBezTo>
                    <a:pt x="93659" y="87794"/>
                    <a:pt x="92986" y="86092"/>
                    <a:pt x="92986" y="84034"/>
                  </a:cubicBezTo>
                  <a:cubicBezTo>
                    <a:pt x="92986" y="80879"/>
                    <a:pt x="93911" y="76046"/>
                    <a:pt x="95761" y="69534"/>
                  </a:cubicBezTo>
                  <a:lnTo>
                    <a:pt x="101245" y="50054"/>
                  </a:lnTo>
                  <a:cubicBezTo>
                    <a:pt x="102591" y="45390"/>
                    <a:pt x="103263" y="42485"/>
                    <a:pt x="103263" y="41355"/>
                  </a:cubicBezTo>
                  <a:cubicBezTo>
                    <a:pt x="103263" y="40847"/>
                    <a:pt x="103073" y="40427"/>
                    <a:pt x="102695" y="40088"/>
                  </a:cubicBezTo>
                  <a:cubicBezTo>
                    <a:pt x="102359" y="39709"/>
                    <a:pt x="101980" y="39524"/>
                    <a:pt x="101561" y="39524"/>
                  </a:cubicBezTo>
                  <a:cubicBezTo>
                    <a:pt x="100678" y="39524"/>
                    <a:pt x="99795" y="39838"/>
                    <a:pt x="98913" y="40468"/>
                  </a:cubicBezTo>
                  <a:cubicBezTo>
                    <a:pt x="98030" y="41097"/>
                    <a:pt x="96034" y="43429"/>
                    <a:pt x="92923" y="47464"/>
                  </a:cubicBezTo>
                  <a:lnTo>
                    <a:pt x="90969" y="46084"/>
                  </a:lnTo>
                  <a:cubicBezTo>
                    <a:pt x="94122" y="41202"/>
                    <a:pt x="97462" y="37611"/>
                    <a:pt x="100993" y="35303"/>
                  </a:cubicBezTo>
                  <a:cubicBezTo>
                    <a:pt x="103683" y="33496"/>
                    <a:pt x="106163" y="32592"/>
                    <a:pt x="108432" y="32592"/>
                  </a:cubicBezTo>
                  <a:cubicBezTo>
                    <a:pt x="109987" y="32592"/>
                    <a:pt x="111248" y="33092"/>
                    <a:pt x="112215" y="34101"/>
                  </a:cubicBezTo>
                  <a:cubicBezTo>
                    <a:pt x="113223" y="35069"/>
                    <a:pt x="113728" y="36328"/>
                    <a:pt x="113728" y="37886"/>
                  </a:cubicBezTo>
                  <a:cubicBezTo>
                    <a:pt x="113728" y="40153"/>
                    <a:pt x="112887" y="44212"/>
                    <a:pt x="111206" y="50054"/>
                  </a:cubicBezTo>
                  <a:lnTo>
                    <a:pt x="105280" y="70413"/>
                  </a:lnTo>
                  <a:cubicBezTo>
                    <a:pt x="103641" y="75965"/>
                    <a:pt x="102821" y="79475"/>
                    <a:pt x="102821" y="80944"/>
                  </a:cubicBezTo>
                  <a:cubicBezTo>
                    <a:pt x="102821" y="81742"/>
                    <a:pt x="103073" y="82396"/>
                    <a:pt x="103578" y="82896"/>
                  </a:cubicBezTo>
                  <a:cubicBezTo>
                    <a:pt x="104124" y="83356"/>
                    <a:pt x="104839" y="83590"/>
                    <a:pt x="105721" y="83590"/>
                  </a:cubicBezTo>
                  <a:cubicBezTo>
                    <a:pt x="107108" y="83590"/>
                    <a:pt x="108915" y="82896"/>
                    <a:pt x="111142" y="81508"/>
                  </a:cubicBezTo>
                  <a:cubicBezTo>
                    <a:pt x="113370" y="80120"/>
                    <a:pt x="116333" y="77054"/>
                    <a:pt x="120032" y="72309"/>
                  </a:cubicBezTo>
                  <a:cubicBezTo>
                    <a:pt x="123773" y="67516"/>
                    <a:pt x="126841" y="63038"/>
                    <a:pt x="129236" y="58882"/>
                  </a:cubicBezTo>
                  <a:cubicBezTo>
                    <a:pt x="131673" y="54678"/>
                    <a:pt x="134258" y="48013"/>
                    <a:pt x="136990" y="38894"/>
                  </a:cubicBezTo>
                  <a:lnTo>
                    <a:pt x="138376" y="34101"/>
                  </a:lnTo>
                  <a:lnTo>
                    <a:pt x="147960" y="34101"/>
                  </a:lnTo>
                  <a:close/>
                  <a:moveTo>
                    <a:pt x="189000" y="0"/>
                  </a:moveTo>
                  <a:lnTo>
                    <a:pt x="176580" y="43558"/>
                  </a:lnTo>
                  <a:cubicBezTo>
                    <a:pt x="180615" y="39354"/>
                    <a:pt x="184124" y="36473"/>
                    <a:pt x="187108" y="34924"/>
                  </a:cubicBezTo>
                  <a:cubicBezTo>
                    <a:pt x="190134" y="33367"/>
                    <a:pt x="193286" y="32592"/>
                    <a:pt x="196565" y="32592"/>
                  </a:cubicBezTo>
                  <a:cubicBezTo>
                    <a:pt x="201188" y="32592"/>
                    <a:pt x="204970" y="34125"/>
                    <a:pt x="207912" y="37192"/>
                  </a:cubicBezTo>
                  <a:cubicBezTo>
                    <a:pt x="210854" y="40258"/>
                    <a:pt x="212325" y="44422"/>
                    <a:pt x="212325" y="49675"/>
                  </a:cubicBezTo>
                  <a:cubicBezTo>
                    <a:pt x="212325" y="56437"/>
                    <a:pt x="210391" y="63183"/>
                    <a:pt x="206525" y="69913"/>
                  </a:cubicBezTo>
                  <a:cubicBezTo>
                    <a:pt x="202659" y="76594"/>
                    <a:pt x="197804" y="81807"/>
                    <a:pt x="191963" y="85543"/>
                  </a:cubicBezTo>
                  <a:cubicBezTo>
                    <a:pt x="186120" y="89287"/>
                    <a:pt x="180363" y="91159"/>
                    <a:pt x="174689" y="91159"/>
                  </a:cubicBezTo>
                  <a:cubicBezTo>
                    <a:pt x="168343" y="91159"/>
                    <a:pt x="161828" y="88779"/>
                    <a:pt x="155146" y="84034"/>
                  </a:cubicBezTo>
                  <a:lnTo>
                    <a:pt x="174311" y="18027"/>
                  </a:lnTo>
                  <a:cubicBezTo>
                    <a:pt x="175782" y="12943"/>
                    <a:pt x="176517" y="9958"/>
                    <a:pt x="176517" y="9078"/>
                  </a:cubicBezTo>
                  <a:cubicBezTo>
                    <a:pt x="176517" y="7981"/>
                    <a:pt x="176181" y="7166"/>
                    <a:pt x="175508" y="6617"/>
                  </a:cubicBezTo>
                  <a:cubicBezTo>
                    <a:pt x="174542" y="5858"/>
                    <a:pt x="173113" y="5479"/>
                    <a:pt x="171222" y="5479"/>
                  </a:cubicBezTo>
                  <a:cubicBezTo>
                    <a:pt x="170339" y="5479"/>
                    <a:pt x="168994" y="5632"/>
                    <a:pt x="167187" y="5923"/>
                  </a:cubicBezTo>
                  <a:lnTo>
                    <a:pt x="167187" y="3526"/>
                  </a:lnTo>
                  <a:lnTo>
                    <a:pt x="189000" y="0"/>
                  </a:lnTo>
                  <a:close/>
                  <a:moveTo>
                    <a:pt x="164602" y="84728"/>
                  </a:moveTo>
                  <a:cubicBezTo>
                    <a:pt x="168805" y="87036"/>
                    <a:pt x="172503" y="88190"/>
                    <a:pt x="175697" y="88190"/>
                  </a:cubicBezTo>
                  <a:cubicBezTo>
                    <a:pt x="179396" y="88190"/>
                    <a:pt x="183220" y="86850"/>
                    <a:pt x="187171" y="84155"/>
                  </a:cubicBezTo>
                  <a:cubicBezTo>
                    <a:pt x="191164" y="81428"/>
                    <a:pt x="194610" y="76844"/>
                    <a:pt x="197510" y="70413"/>
                  </a:cubicBezTo>
                  <a:cubicBezTo>
                    <a:pt x="200452" y="63982"/>
                    <a:pt x="201923" y="57494"/>
                    <a:pt x="201923" y="50934"/>
                  </a:cubicBezTo>
                  <a:cubicBezTo>
                    <a:pt x="201923" y="47068"/>
                    <a:pt x="200957" y="44042"/>
                    <a:pt x="199023" y="41856"/>
                  </a:cubicBezTo>
                  <a:cubicBezTo>
                    <a:pt x="197132" y="39669"/>
                    <a:pt x="194884" y="38580"/>
                    <a:pt x="192277" y="38580"/>
                  </a:cubicBezTo>
                  <a:cubicBezTo>
                    <a:pt x="188369" y="38580"/>
                    <a:pt x="184544" y="40153"/>
                    <a:pt x="180804" y="43308"/>
                  </a:cubicBezTo>
                  <a:cubicBezTo>
                    <a:pt x="177063" y="46415"/>
                    <a:pt x="174395" y="50764"/>
                    <a:pt x="172798" y="56356"/>
                  </a:cubicBezTo>
                  <a:lnTo>
                    <a:pt x="164602" y="84728"/>
                  </a:lnTo>
                  <a:close/>
                  <a:moveTo>
                    <a:pt x="245170" y="7561"/>
                  </a:moveTo>
                  <a:cubicBezTo>
                    <a:pt x="246935" y="7561"/>
                    <a:pt x="248427" y="8174"/>
                    <a:pt x="249646" y="9393"/>
                  </a:cubicBezTo>
                  <a:cubicBezTo>
                    <a:pt x="250865" y="10611"/>
                    <a:pt x="251474" y="12104"/>
                    <a:pt x="251474" y="13863"/>
                  </a:cubicBezTo>
                  <a:cubicBezTo>
                    <a:pt x="251474" y="15590"/>
                    <a:pt x="250844" y="17083"/>
                    <a:pt x="249583" y="18342"/>
                  </a:cubicBezTo>
                  <a:cubicBezTo>
                    <a:pt x="248364" y="19560"/>
                    <a:pt x="246893" y="20173"/>
                    <a:pt x="245170" y="20173"/>
                  </a:cubicBezTo>
                  <a:cubicBezTo>
                    <a:pt x="243447" y="20173"/>
                    <a:pt x="241955" y="19560"/>
                    <a:pt x="240693" y="18342"/>
                  </a:cubicBezTo>
                  <a:cubicBezTo>
                    <a:pt x="239475" y="17083"/>
                    <a:pt x="238866" y="15590"/>
                    <a:pt x="238866" y="13863"/>
                  </a:cubicBezTo>
                  <a:cubicBezTo>
                    <a:pt x="238866" y="12104"/>
                    <a:pt x="239475" y="10611"/>
                    <a:pt x="240693" y="9393"/>
                  </a:cubicBezTo>
                  <a:cubicBezTo>
                    <a:pt x="241913" y="8174"/>
                    <a:pt x="243405" y="7561"/>
                    <a:pt x="245170" y="7561"/>
                  </a:cubicBezTo>
                  <a:close/>
                  <a:moveTo>
                    <a:pt x="245989" y="32592"/>
                  </a:moveTo>
                  <a:lnTo>
                    <a:pt x="233507" y="76780"/>
                  </a:lnTo>
                  <a:cubicBezTo>
                    <a:pt x="232666" y="79765"/>
                    <a:pt x="232246" y="81549"/>
                    <a:pt x="232246" y="82138"/>
                  </a:cubicBezTo>
                  <a:cubicBezTo>
                    <a:pt x="232246" y="82816"/>
                    <a:pt x="232435" y="83356"/>
                    <a:pt x="232814" y="83776"/>
                  </a:cubicBezTo>
                  <a:cubicBezTo>
                    <a:pt x="233234" y="84204"/>
                    <a:pt x="233717" y="84413"/>
                    <a:pt x="234264" y="84413"/>
                  </a:cubicBezTo>
                  <a:cubicBezTo>
                    <a:pt x="234894" y="84413"/>
                    <a:pt x="235650" y="84074"/>
                    <a:pt x="236533" y="83405"/>
                  </a:cubicBezTo>
                  <a:cubicBezTo>
                    <a:pt x="238929" y="81508"/>
                    <a:pt x="241345" y="78821"/>
                    <a:pt x="243783" y="75335"/>
                  </a:cubicBezTo>
                  <a:lnTo>
                    <a:pt x="245989" y="76780"/>
                  </a:lnTo>
                  <a:cubicBezTo>
                    <a:pt x="243131" y="81153"/>
                    <a:pt x="239769" y="84833"/>
                    <a:pt x="235903" y="87811"/>
                  </a:cubicBezTo>
                  <a:cubicBezTo>
                    <a:pt x="233045" y="90038"/>
                    <a:pt x="230313" y="91159"/>
                    <a:pt x="227707" y="91159"/>
                  </a:cubicBezTo>
                  <a:cubicBezTo>
                    <a:pt x="225984" y="91159"/>
                    <a:pt x="224576" y="90651"/>
                    <a:pt x="223483" y="89642"/>
                  </a:cubicBezTo>
                  <a:cubicBezTo>
                    <a:pt x="222391" y="88593"/>
                    <a:pt x="221844" y="87286"/>
                    <a:pt x="221844" y="85737"/>
                  </a:cubicBezTo>
                  <a:cubicBezTo>
                    <a:pt x="221844" y="84179"/>
                    <a:pt x="222370" y="81597"/>
                    <a:pt x="223420" y="77982"/>
                  </a:cubicBezTo>
                  <a:lnTo>
                    <a:pt x="231615" y="49739"/>
                  </a:lnTo>
                  <a:cubicBezTo>
                    <a:pt x="232961" y="45116"/>
                    <a:pt x="233633" y="42211"/>
                    <a:pt x="233633" y="41041"/>
                  </a:cubicBezTo>
                  <a:cubicBezTo>
                    <a:pt x="233633" y="40113"/>
                    <a:pt x="233297" y="39354"/>
                    <a:pt x="232624" y="38765"/>
                  </a:cubicBezTo>
                  <a:cubicBezTo>
                    <a:pt x="231994" y="38176"/>
                    <a:pt x="231111" y="37886"/>
                    <a:pt x="229977" y="37886"/>
                  </a:cubicBezTo>
                  <a:cubicBezTo>
                    <a:pt x="229052" y="37886"/>
                    <a:pt x="227139" y="38120"/>
                    <a:pt x="224240" y="38580"/>
                  </a:cubicBezTo>
                  <a:lnTo>
                    <a:pt x="224240" y="36118"/>
                  </a:lnTo>
                  <a:lnTo>
                    <a:pt x="245989" y="32592"/>
                  </a:lnTo>
                  <a:close/>
                  <a:moveTo>
                    <a:pt x="285769" y="16954"/>
                  </a:moveTo>
                  <a:lnTo>
                    <a:pt x="280851" y="34101"/>
                  </a:lnTo>
                  <a:lnTo>
                    <a:pt x="290749" y="34101"/>
                  </a:lnTo>
                  <a:lnTo>
                    <a:pt x="289677" y="38071"/>
                  </a:lnTo>
                  <a:lnTo>
                    <a:pt x="279843" y="38071"/>
                  </a:lnTo>
                  <a:lnTo>
                    <a:pt x="269000" y="75271"/>
                  </a:lnTo>
                  <a:cubicBezTo>
                    <a:pt x="267823" y="79265"/>
                    <a:pt x="267234" y="81847"/>
                    <a:pt x="267234" y="83026"/>
                  </a:cubicBezTo>
                  <a:cubicBezTo>
                    <a:pt x="267234" y="83736"/>
                    <a:pt x="267402" y="84284"/>
                    <a:pt x="267739" y="84664"/>
                  </a:cubicBezTo>
                  <a:cubicBezTo>
                    <a:pt x="268075" y="85043"/>
                    <a:pt x="268474" y="85228"/>
                    <a:pt x="268936" y="85228"/>
                  </a:cubicBezTo>
                  <a:cubicBezTo>
                    <a:pt x="269987" y="85228"/>
                    <a:pt x="271374" y="84494"/>
                    <a:pt x="273098" y="83026"/>
                  </a:cubicBezTo>
                  <a:cubicBezTo>
                    <a:pt x="274106" y="82186"/>
                    <a:pt x="276354" y="79596"/>
                    <a:pt x="279843" y="75271"/>
                  </a:cubicBezTo>
                  <a:lnTo>
                    <a:pt x="281923" y="76844"/>
                  </a:lnTo>
                  <a:cubicBezTo>
                    <a:pt x="278056" y="82477"/>
                    <a:pt x="274400" y="86447"/>
                    <a:pt x="270954" y="88763"/>
                  </a:cubicBezTo>
                  <a:cubicBezTo>
                    <a:pt x="268600" y="90361"/>
                    <a:pt x="266226" y="91159"/>
                    <a:pt x="263830" y="91159"/>
                  </a:cubicBezTo>
                  <a:cubicBezTo>
                    <a:pt x="261981" y="91159"/>
                    <a:pt x="260468" y="90587"/>
                    <a:pt x="259291" y="89457"/>
                  </a:cubicBezTo>
                  <a:cubicBezTo>
                    <a:pt x="258114" y="88279"/>
                    <a:pt x="257526" y="86786"/>
                    <a:pt x="257526" y="84978"/>
                  </a:cubicBezTo>
                  <a:cubicBezTo>
                    <a:pt x="257526" y="82711"/>
                    <a:pt x="258198" y="79241"/>
                    <a:pt x="259543" y="74577"/>
                  </a:cubicBezTo>
                  <a:lnTo>
                    <a:pt x="270072" y="38071"/>
                  </a:lnTo>
                  <a:lnTo>
                    <a:pt x="260552" y="38071"/>
                  </a:lnTo>
                  <a:lnTo>
                    <a:pt x="261182" y="35618"/>
                  </a:lnTo>
                  <a:cubicBezTo>
                    <a:pt x="265805" y="34351"/>
                    <a:pt x="269651" y="32487"/>
                    <a:pt x="272719" y="30002"/>
                  </a:cubicBezTo>
                  <a:cubicBezTo>
                    <a:pt x="275787" y="27484"/>
                    <a:pt x="279213" y="23135"/>
                    <a:pt x="282995" y="16954"/>
                  </a:cubicBezTo>
                  <a:lnTo>
                    <a:pt x="285769" y="16954"/>
                  </a:lnTo>
                  <a:close/>
                  <a:moveTo>
                    <a:pt x="316722" y="32592"/>
                  </a:moveTo>
                  <a:lnTo>
                    <a:pt x="312373" y="47093"/>
                  </a:lnTo>
                  <a:cubicBezTo>
                    <a:pt x="316954" y="41710"/>
                    <a:pt x="321030" y="37950"/>
                    <a:pt x="324603" y="35804"/>
                  </a:cubicBezTo>
                  <a:cubicBezTo>
                    <a:pt x="328217" y="33657"/>
                    <a:pt x="331894" y="32592"/>
                    <a:pt x="335635" y="32592"/>
                  </a:cubicBezTo>
                  <a:cubicBezTo>
                    <a:pt x="339375" y="32592"/>
                    <a:pt x="342569" y="34085"/>
                    <a:pt x="345217" y="37062"/>
                  </a:cubicBezTo>
                  <a:cubicBezTo>
                    <a:pt x="347865" y="40008"/>
                    <a:pt x="349188" y="43857"/>
                    <a:pt x="349188" y="48602"/>
                  </a:cubicBezTo>
                  <a:cubicBezTo>
                    <a:pt x="349188" y="57849"/>
                    <a:pt x="345427" y="67266"/>
                    <a:pt x="337904" y="76844"/>
                  </a:cubicBezTo>
                  <a:cubicBezTo>
                    <a:pt x="330381" y="86382"/>
                    <a:pt x="321619" y="91159"/>
                    <a:pt x="311616" y="91159"/>
                  </a:cubicBezTo>
                  <a:cubicBezTo>
                    <a:pt x="309515" y="91159"/>
                    <a:pt x="307644" y="90925"/>
                    <a:pt x="306005" y="90465"/>
                  </a:cubicBezTo>
                  <a:cubicBezTo>
                    <a:pt x="304408" y="89997"/>
                    <a:pt x="302601" y="89182"/>
                    <a:pt x="300583" y="88004"/>
                  </a:cubicBezTo>
                  <a:lnTo>
                    <a:pt x="295981" y="104264"/>
                  </a:lnTo>
                  <a:cubicBezTo>
                    <a:pt x="295057" y="107459"/>
                    <a:pt x="294594" y="109541"/>
                    <a:pt x="294594" y="110510"/>
                  </a:cubicBezTo>
                  <a:cubicBezTo>
                    <a:pt x="294594" y="111438"/>
                    <a:pt x="294826" y="112212"/>
                    <a:pt x="295288" y="112842"/>
                  </a:cubicBezTo>
                  <a:cubicBezTo>
                    <a:pt x="295793" y="113511"/>
                    <a:pt x="296591" y="114020"/>
                    <a:pt x="297683" y="114351"/>
                  </a:cubicBezTo>
                  <a:cubicBezTo>
                    <a:pt x="298777" y="114730"/>
                    <a:pt x="300941" y="114924"/>
                    <a:pt x="304177" y="114924"/>
                  </a:cubicBezTo>
                  <a:lnTo>
                    <a:pt x="303609" y="117256"/>
                  </a:lnTo>
                  <a:lnTo>
                    <a:pt x="273917" y="117256"/>
                  </a:lnTo>
                  <a:lnTo>
                    <a:pt x="274547" y="114924"/>
                  </a:lnTo>
                  <a:cubicBezTo>
                    <a:pt x="278456" y="114754"/>
                    <a:pt x="281104" y="114084"/>
                    <a:pt x="282490" y="112906"/>
                  </a:cubicBezTo>
                  <a:cubicBezTo>
                    <a:pt x="283835" y="111728"/>
                    <a:pt x="285265" y="108468"/>
                    <a:pt x="286778" y="103134"/>
                  </a:cubicBezTo>
                  <a:lnTo>
                    <a:pt x="302727" y="47908"/>
                  </a:lnTo>
                  <a:cubicBezTo>
                    <a:pt x="303693" y="44422"/>
                    <a:pt x="304177" y="42259"/>
                    <a:pt x="304177" y="41412"/>
                  </a:cubicBezTo>
                  <a:cubicBezTo>
                    <a:pt x="304177" y="40282"/>
                    <a:pt x="303841" y="39395"/>
                    <a:pt x="303168" y="38765"/>
                  </a:cubicBezTo>
                  <a:cubicBezTo>
                    <a:pt x="302538" y="38136"/>
                    <a:pt x="301550" y="37821"/>
                    <a:pt x="300205" y="37821"/>
                  </a:cubicBezTo>
                  <a:cubicBezTo>
                    <a:pt x="298986" y="37821"/>
                    <a:pt x="297285" y="37966"/>
                    <a:pt x="295099" y="38265"/>
                  </a:cubicBezTo>
                  <a:lnTo>
                    <a:pt x="295099" y="35804"/>
                  </a:lnTo>
                  <a:lnTo>
                    <a:pt x="316722" y="32592"/>
                  </a:lnTo>
                  <a:close/>
                  <a:moveTo>
                    <a:pt x="302033" y="83026"/>
                  </a:moveTo>
                  <a:cubicBezTo>
                    <a:pt x="304639" y="86132"/>
                    <a:pt x="308148" y="87690"/>
                    <a:pt x="312562" y="87690"/>
                  </a:cubicBezTo>
                  <a:cubicBezTo>
                    <a:pt x="314747" y="87690"/>
                    <a:pt x="316975" y="87076"/>
                    <a:pt x="319244" y="85858"/>
                  </a:cubicBezTo>
                  <a:cubicBezTo>
                    <a:pt x="321514" y="84639"/>
                    <a:pt x="323720" y="82832"/>
                    <a:pt x="325863" y="80435"/>
                  </a:cubicBezTo>
                  <a:cubicBezTo>
                    <a:pt x="328049" y="78039"/>
                    <a:pt x="330003" y="75287"/>
                    <a:pt x="331726" y="72180"/>
                  </a:cubicBezTo>
                  <a:cubicBezTo>
                    <a:pt x="333449" y="69025"/>
                    <a:pt x="334983" y="65329"/>
                    <a:pt x="336328" y="61085"/>
                  </a:cubicBezTo>
                  <a:cubicBezTo>
                    <a:pt x="337715" y="56840"/>
                    <a:pt x="338408" y="52636"/>
                    <a:pt x="338408" y="48473"/>
                  </a:cubicBezTo>
                  <a:cubicBezTo>
                    <a:pt x="338408" y="45116"/>
                    <a:pt x="337631" y="42550"/>
                    <a:pt x="336076" y="40782"/>
                  </a:cubicBezTo>
                  <a:cubicBezTo>
                    <a:pt x="334563" y="38975"/>
                    <a:pt x="332777" y="38071"/>
                    <a:pt x="330718" y="38071"/>
                  </a:cubicBezTo>
                  <a:cubicBezTo>
                    <a:pt x="326179" y="38071"/>
                    <a:pt x="321682" y="40678"/>
                    <a:pt x="317226" y="45890"/>
                  </a:cubicBezTo>
                  <a:cubicBezTo>
                    <a:pt x="312813" y="51103"/>
                    <a:pt x="309577" y="57196"/>
                    <a:pt x="307518" y="64175"/>
                  </a:cubicBezTo>
                  <a:lnTo>
                    <a:pt x="302033" y="83026"/>
                  </a:lnTo>
                  <a:close/>
                  <a:moveTo>
                    <a:pt x="413303" y="32592"/>
                  </a:moveTo>
                  <a:lnTo>
                    <a:pt x="401009" y="75335"/>
                  </a:lnTo>
                  <a:lnTo>
                    <a:pt x="399622" y="81073"/>
                  </a:lnTo>
                  <a:cubicBezTo>
                    <a:pt x="399496" y="81613"/>
                    <a:pt x="399433" y="82073"/>
                    <a:pt x="399433" y="82453"/>
                  </a:cubicBezTo>
                  <a:cubicBezTo>
                    <a:pt x="399433" y="83130"/>
                    <a:pt x="399644" y="83719"/>
                    <a:pt x="400063" y="84220"/>
                  </a:cubicBezTo>
                  <a:cubicBezTo>
                    <a:pt x="400400" y="84599"/>
                    <a:pt x="400820" y="84785"/>
                    <a:pt x="401324" y="84785"/>
                  </a:cubicBezTo>
                  <a:cubicBezTo>
                    <a:pt x="401871" y="84785"/>
                    <a:pt x="402585" y="84454"/>
                    <a:pt x="403468" y="83776"/>
                  </a:cubicBezTo>
                  <a:cubicBezTo>
                    <a:pt x="405107" y="82557"/>
                    <a:pt x="407292" y="80040"/>
                    <a:pt x="410024" y="76215"/>
                  </a:cubicBezTo>
                  <a:lnTo>
                    <a:pt x="412167" y="77724"/>
                  </a:lnTo>
                  <a:cubicBezTo>
                    <a:pt x="409268" y="82098"/>
                    <a:pt x="406284" y="85438"/>
                    <a:pt x="403216" y="87754"/>
                  </a:cubicBezTo>
                  <a:cubicBezTo>
                    <a:pt x="400148" y="90022"/>
                    <a:pt x="397311" y="91159"/>
                    <a:pt x="394705" y="91159"/>
                  </a:cubicBezTo>
                  <a:cubicBezTo>
                    <a:pt x="392898" y="91159"/>
                    <a:pt x="391531" y="90691"/>
                    <a:pt x="390607" y="89771"/>
                  </a:cubicBezTo>
                  <a:cubicBezTo>
                    <a:pt x="389725" y="88884"/>
                    <a:pt x="389283" y="87585"/>
                    <a:pt x="389283" y="85858"/>
                  </a:cubicBezTo>
                  <a:cubicBezTo>
                    <a:pt x="389283" y="83800"/>
                    <a:pt x="389746" y="81089"/>
                    <a:pt x="390670" y="77724"/>
                  </a:cubicBezTo>
                  <a:lnTo>
                    <a:pt x="391994" y="73003"/>
                  </a:lnTo>
                  <a:cubicBezTo>
                    <a:pt x="386488" y="80185"/>
                    <a:pt x="381424" y="85212"/>
                    <a:pt x="376801" y="88069"/>
                  </a:cubicBezTo>
                  <a:cubicBezTo>
                    <a:pt x="373481" y="90126"/>
                    <a:pt x="370224" y="91159"/>
                    <a:pt x="367030" y="91159"/>
                  </a:cubicBezTo>
                  <a:cubicBezTo>
                    <a:pt x="363962" y="91159"/>
                    <a:pt x="361314" y="89893"/>
                    <a:pt x="359086" y="87375"/>
                  </a:cubicBezTo>
                  <a:cubicBezTo>
                    <a:pt x="356859" y="84809"/>
                    <a:pt x="355745" y="81299"/>
                    <a:pt x="355745" y="76844"/>
                  </a:cubicBezTo>
                  <a:cubicBezTo>
                    <a:pt x="355745" y="70163"/>
                    <a:pt x="357741" y="63126"/>
                    <a:pt x="361734" y="55727"/>
                  </a:cubicBezTo>
                  <a:cubicBezTo>
                    <a:pt x="365768" y="48287"/>
                    <a:pt x="370875" y="42340"/>
                    <a:pt x="377053" y="37886"/>
                  </a:cubicBezTo>
                  <a:cubicBezTo>
                    <a:pt x="381886" y="34351"/>
                    <a:pt x="386446" y="32592"/>
                    <a:pt x="390733" y="32592"/>
                  </a:cubicBezTo>
                  <a:cubicBezTo>
                    <a:pt x="393297" y="32592"/>
                    <a:pt x="395419" y="33262"/>
                    <a:pt x="397101" y="34609"/>
                  </a:cubicBezTo>
                  <a:cubicBezTo>
                    <a:pt x="398824" y="35949"/>
                    <a:pt x="400127" y="38176"/>
                    <a:pt x="401009" y="41291"/>
                  </a:cubicBezTo>
                  <a:lnTo>
                    <a:pt x="403279" y="34101"/>
                  </a:lnTo>
                  <a:lnTo>
                    <a:pt x="413303" y="32592"/>
                  </a:lnTo>
                  <a:close/>
                  <a:moveTo>
                    <a:pt x="390859" y="35868"/>
                  </a:moveTo>
                  <a:cubicBezTo>
                    <a:pt x="388170" y="35868"/>
                    <a:pt x="385312" y="37127"/>
                    <a:pt x="382286" y="39653"/>
                  </a:cubicBezTo>
                  <a:cubicBezTo>
                    <a:pt x="377999" y="43219"/>
                    <a:pt x="374174" y="48521"/>
                    <a:pt x="370812" y="55533"/>
                  </a:cubicBezTo>
                  <a:cubicBezTo>
                    <a:pt x="367492" y="62554"/>
                    <a:pt x="365832" y="68904"/>
                    <a:pt x="365832" y="74577"/>
                  </a:cubicBezTo>
                  <a:cubicBezTo>
                    <a:pt x="365832" y="77433"/>
                    <a:pt x="366546" y="79701"/>
                    <a:pt x="367975" y="81387"/>
                  </a:cubicBezTo>
                  <a:cubicBezTo>
                    <a:pt x="369404" y="83026"/>
                    <a:pt x="371043" y="83841"/>
                    <a:pt x="372893" y="83841"/>
                  </a:cubicBezTo>
                  <a:cubicBezTo>
                    <a:pt x="377474" y="83841"/>
                    <a:pt x="382453" y="80459"/>
                    <a:pt x="387833" y="73689"/>
                  </a:cubicBezTo>
                  <a:cubicBezTo>
                    <a:pt x="395020" y="64700"/>
                    <a:pt x="398613" y="55477"/>
                    <a:pt x="398613" y="46019"/>
                  </a:cubicBezTo>
                  <a:cubicBezTo>
                    <a:pt x="398613" y="42445"/>
                    <a:pt x="397920" y="39863"/>
                    <a:pt x="396533" y="38265"/>
                  </a:cubicBezTo>
                  <a:cubicBezTo>
                    <a:pt x="395146" y="36667"/>
                    <a:pt x="393255" y="35868"/>
                    <a:pt x="390859" y="35868"/>
                  </a:cubicBezTo>
                  <a:close/>
                  <a:moveTo>
                    <a:pt x="424019" y="36118"/>
                  </a:moveTo>
                  <a:lnTo>
                    <a:pt x="445769" y="32592"/>
                  </a:lnTo>
                  <a:lnTo>
                    <a:pt x="436691" y="63231"/>
                  </a:lnTo>
                  <a:cubicBezTo>
                    <a:pt x="444046" y="50659"/>
                    <a:pt x="450728" y="41880"/>
                    <a:pt x="456738" y="36877"/>
                  </a:cubicBezTo>
                  <a:cubicBezTo>
                    <a:pt x="460142" y="34020"/>
                    <a:pt x="462916" y="32592"/>
                    <a:pt x="465059" y="32592"/>
                  </a:cubicBezTo>
                  <a:cubicBezTo>
                    <a:pt x="466446" y="32592"/>
                    <a:pt x="467539" y="33012"/>
                    <a:pt x="468338" y="33851"/>
                  </a:cubicBezTo>
                  <a:cubicBezTo>
                    <a:pt x="469136" y="34650"/>
                    <a:pt x="469535" y="35828"/>
                    <a:pt x="469535" y="37377"/>
                  </a:cubicBezTo>
                  <a:cubicBezTo>
                    <a:pt x="469535" y="40153"/>
                    <a:pt x="468821" y="42800"/>
                    <a:pt x="467392" y="45325"/>
                  </a:cubicBezTo>
                  <a:cubicBezTo>
                    <a:pt x="466384" y="47214"/>
                    <a:pt x="464933" y="48158"/>
                    <a:pt x="463042" y="48158"/>
                  </a:cubicBezTo>
                  <a:cubicBezTo>
                    <a:pt x="462075" y="48158"/>
                    <a:pt x="461235" y="47843"/>
                    <a:pt x="460520" y="47214"/>
                  </a:cubicBezTo>
                  <a:cubicBezTo>
                    <a:pt x="459848" y="46584"/>
                    <a:pt x="459428" y="45616"/>
                    <a:pt x="459260" y="44317"/>
                  </a:cubicBezTo>
                  <a:cubicBezTo>
                    <a:pt x="459176" y="43518"/>
                    <a:pt x="458986" y="42993"/>
                    <a:pt x="458693" y="42743"/>
                  </a:cubicBezTo>
                  <a:cubicBezTo>
                    <a:pt x="458356" y="42404"/>
                    <a:pt x="457957" y="42235"/>
                    <a:pt x="457494" y="42235"/>
                  </a:cubicBezTo>
                  <a:cubicBezTo>
                    <a:pt x="456780" y="42235"/>
                    <a:pt x="456107" y="42404"/>
                    <a:pt x="455477" y="42743"/>
                  </a:cubicBezTo>
                  <a:cubicBezTo>
                    <a:pt x="454384" y="43324"/>
                    <a:pt x="452725" y="44970"/>
                    <a:pt x="450497" y="47658"/>
                  </a:cubicBezTo>
                  <a:cubicBezTo>
                    <a:pt x="447008" y="51773"/>
                    <a:pt x="443226" y="57115"/>
                    <a:pt x="439149" y="63667"/>
                  </a:cubicBezTo>
                  <a:cubicBezTo>
                    <a:pt x="437384" y="66443"/>
                    <a:pt x="435871" y="69574"/>
                    <a:pt x="434610" y="73060"/>
                  </a:cubicBezTo>
                  <a:cubicBezTo>
                    <a:pt x="432845" y="77853"/>
                    <a:pt x="431836" y="80734"/>
                    <a:pt x="431584" y="81702"/>
                  </a:cubicBezTo>
                  <a:lnTo>
                    <a:pt x="429567" y="89642"/>
                  </a:lnTo>
                  <a:lnTo>
                    <a:pt x="419922" y="89642"/>
                  </a:lnTo>
                  <a:lnTo>
                    <a:pt x="431584" y="50490"/>
                  </a:lnTo>
                  <a:cubicBezTo>
                    <a:pt x="432930" y="45955"/>
                    <a:pt x="433602" y="42719"/>
                    <a:pt x="433602" y="40782"/>
                  </a:cubicBezTo>
                  <a:cubicBezTo>
                    <a:pt x="433602" y="40032"/>
                    <a:pt x="433286" y="39395"/>
                    <a:pt x="432656" y="38894"/>
                  </a:cubicBezTo>
                  <a:cubicBezTo>
                    <a:pt x="431815" y="38224"/>
                    <a:pt x="430702" y="37886"/>
                    <a:pt x="429315" y="37886"/>
                  </a:cubicBezTo>
                  <a:cubicBezTo>
                    <a:pt x="428433" y="37886"/>
                    <a:pt x="426814" y="38071"/>
                    <a:pt x="424461" y="38450"/>
                  </a:cubicBezTo>
                  <a:lnTo>
                    <a:pt x="424019" y="36118"/>
                  </a:lnTo>
                  <a:close/>
                  <a:moveTo>
                    <a:pt x="501120" y="16954"/>
                  </a:moveTo>
                  <a:lnTo>
                    <a:pt x="496202" y="34101"/>
                  </a:lnTo>
                  <a:lnTo>
                    <a:pt x="506100" y="34101"/>
                  </a:lnTo>
                  <a:lnTo>
                    <a:pt x="505028" y="38071"/>
                  </a:lnTo>
                  <a:lnTo>
                    <a:pt x="495194" y="38071"/>
                  </a:lnTo>
                  <a:lnTo>
                    <a:pt x="484350" y="75271"/>
                  </a:lnTo>
                  <a:cubicBezTo>
                    <a:pt x="483173" y="79265"/>
                    <a:pt x="482585" y="81847"/>
                    <a:pt x="482585" y="83026"/>
                  </a:cubicBezTo>
                  <a:cubicBezTo>
                    <a:pt x="482585" y="83736"/>
                    <a:pt x="482753" y="84284"/>
                    <a:pt x="483090" y="84664"/>
                  </a:cubicBezTo>
                  <a:cubicBezTo>
                    <a:pt x="483426" y="85043"/>
                    <a:pt x="483825" y="85228"/>
                    <a:pt x="484287" y="85228"/>
                  </a:cubicBezTo>
                  <a:cubicBezTo>
                    <a:pt x="485338" y="85228"/>
                    <a:pt x="486725" y="84494"/>
                    <a:pt x="488448" y="83026"/>
                  </a:cubicBezTo>
                  <a:cubicBezTo>
                    <a:pt x="489457" y="82186"/>
                    <a:pt x="491705" y="79596"/>
                    <a:pt x="495194" y="75271"/>
                  </a:cubicBezTo>
                  <a:lnTo>
                    <a:pt x="497274" y="76844"/>
                  </a:lnTo>
                  <a:cubicBezTo>
                    <a:pt x="493407" y="82477"/>
                    <a:pt x="489751" y="86447"/>
                    <a:pt x="486304" y="88763"/>
                  </a:cubicBezTo>
                  <a:cubicBezTo>
                    <a:pt x="483951" y="90361"/>
                    <a:pt x="481577" y="91159"/>
                    <a:pt x="479181" y="91159"/>
                  </a:cubicBezTo>
                  <a:cubicBezTo>
                    <a:pt x="477332" y="91159"/>
                    <a:pt x="475819" y="90587"/>
                    <a:pt x="474642" y="89457"/>
                  </a:cubicBezTo>
                  <a:cubicBezTo>
                    <a:pt x="473465" y="88279"/>
                    <a:pt x="472877" y="86786"/>
                    <a:pt x="472877" y="84978"/>
                  </a:cubicBezTo>
                  <a:cubicBezTo>
                    <a:pt x="472877" y="82711"/>
                    <a:pt x="473549" y="79241"/>
                    <a:pt x="474894" y="74577"/>
                  </a:cubicBezTo>
                  <a:lnTo>
                    <a:pt x="485422" y="38071"/>
                  </a:lnTo>
                  <a:lnTo>
                    <a:pt x="475903" y="38071"/>
                  </a:lnTo>
                  <a:lnTo>
                    <a:pt x="476533" y="35618"/>
                  </a:lnTo>
                  <a:cubicBezTo>
                    <a:pt x="481156" y="34351"/>
                    <a:pt x="485002" y="32487"/>
                    <a:pt x="488070" y="30002"/>
                  </a:cubicBezTo>
                  <a:cubicBezTo>
                    <a:pt x="491138" y="27484"/>
                    <a:pt x="494563" y="23135"/>
                    <a:pt x="498345" y="16954"/>
                  </a:cubicBezTo>
                  <a:lnTo>
                    <a:pt x="501120" y="16954"/>
                  </a:lnTo>
                  <a:close/>
                  <a:moveTo>
                    <a:pt x="532388" y="7561"/>
                  </a:moveTo>
                  <a:cubicBezTo>
                    <a:pt x="534153" y="7561"/>
                    <a:pt x="535645" y="8174"/>
                    <a:pt x="536865" y="9393"/>
                  </a:cubicBezTo>
                  <a:cubicBezTo>
                    <a:pt x="538083" y="10611"/>
                    <a:pt x="538692" y="12104"/>
                    <a:pt x="538692" y="13863"/>
                  </a:cubicBezTo>
                  <a:cubicBezTo>
                    <a:pt x="538692" y="15590"/>
                    <a:pt x="538062" y="17083"/>
                    <a:pt x="536801" y="18342"/>
                  </a:cubicBezTo>
                  <a:cubicBezTo>
                    <a:pt x="535582" y="19560"/>
                    <a:pt x="534111" y="20173"/>
                    <a:pt x="532388" y="20173"/>
                  </a:cubicBezTo>
                  <a:cubicBezTo>
                    <a:pt x="530665" y="20173"/>
                    <a:pt x="529173" y="19560"/>
                    <a:pt x="527912" y="18342"/>
                  </a:cubicBezTo>
                  <a:cubicBezTo>
                    <a:pt x="526693" y="17083"/>
                    <a:pt x="526084" y="15590"/>
                    <a:pt x="526084" y="13863"/>
                  </a:cubicBezTo>
                  <a:cubicBezTo>
                    <a:pt x="526084" y="12104"/>
                    <a:pt x="526693" y="10611"/>
                    <a:pt x="527912" y="9393"/>
                  </a:cubicBezTo>
                  <a:cubicBezTo>
                    <a:pt x="529131" y="8174"/>
                    <a:pt x="530623" y="7561"/>
                    <a:pt x="532388" y="7561"/>
                  </a:cubicBezTo>
                  <a:close/>
                  <a:moveTo>
                    <a:pt x="533207" y="32592"/>
                  </a:moveTo>
                  <a:lnTo>
                    <a:pt x="520726" y="76780"/>
                  </a:lnTo>
                  <a:cubicBezTo>
                    <a:pt x="519885" y="79765"/>
                    <a:pt x="519465" y="81549"/>
                    <a:pt x="519465" y="82138"/>
                  </a:cubicBezTo>
                  <a:cubicBezTo>
                    <a:pt x="519465" y="82816"/>
                    <a:pt x="519653" y="83356"/>
                    <a:pt x="520032" y="83776"/>
                  </a:cubicBezTo>
                  <a:cubicBezTo>
                    <a:pt x="520452" y="84204"/>
                    <a:pt x="520936" y="84413"/>
                    <a:pt x="521482" y="84413"/>
                  </a:cubicBezTo>
                  <a:cubicBezTo>
                    <a:pt x="522112" y="84413"/>
                    <a:pt x="522869" y="84074"/>
                    <a:pt x="523752" y="83405"/>
                  </a:cubicBezTo>
                  <a:cubicBezTo>
                    <a:pt x="526147" y="81508"/>
                    <a:pt x="528564" y="78821"/>
                    <a:pt x="531001" y="75335"/>
                  </a:cubicBezTo>
                  <a:lnTo>
                    <a:pt x="533207" y="76780"/>
                  </a:lnTo>
                  <a:cubicBezTo>
                    <a:pt x="530350" y="81153"/>
                    <a:pt x="526988" y="84833"/>
                    <a:pt x="523121" y="87811"/>
                  </a:cubicBezTo>
                  <a:cubicBezTo>
                    <a:pt x="520263" y="90038"/>
                    <a:pt x="517531" y="91159"/>
                    <a:pt x="514926" y="91159"/>
                  </a:cubicBezTo>
                  <a:cubicBezTo>
                    <a:pt x="513203" y="91159"/>
                    <a:pt x="511795" y="90651"/>
                    <a:pt x="510702" y="89642"/>
                  </a:cubicBezTo>
                  <a:cubicBezTo>
                    <a:pt x="509609" y="88593"/>
                    <a:pt x="509063" y="87286"/>
                    <a:pt x="509063" y="85737"/>
                  </a:cubicBezTo>
                  <a:cubicBezTo>
                    <a:pt x="509063" y="84179"/>
                    <a:pt x="509588" y="81597"/>
                    <a:pt x="510639" y="77982"/>
                  </a:cubicBezTo>
                  <a:lnTo>
                    <a:pt x="518834" y="49739"/>
                  </a:lnTo>
                  <a:cubicBezTo>
                    <a:pt x="520179" y="45116"/>
                    <a:pt x="520852" y="42211"/>
                    <a:pt x="520852" y="41041"/>
                  </a:cubicBezTo>
                  <a:cubicBezTo>
                    <a:pt x="520852" y="40113"/>
                    <a:pt x="520515" y="39354"/>
                    <a:pt x="519843" y="38765"/>
                  </a:cubicBezTo>
                  <a:cubicBezTo>
                    <a:pt x="519213" y="38176"/>
                    <a:pt x="518330" y="37886"/>
                    <a:pt x="517195" y="37886"/>
                  </a:cubicBezTo>
                  <a:cubicBezTo>
                    <a:pt x="516271" y="37886"/>
                    <a:pt x="514358" y="38120"/>
                    <a:pt x="511458" y="38580"/>
                  </a:cubicBezTo>
                  <a:lnTo>
                    <a:pt x="511458" y="36118"/>
                  </a:lnTo>
                  <a:lnTo>
                    <a:pt x="533207" y="32592"/>
                  </a:lnTo>
                  <a:close/>
                  <a:moveTo>
                    <a:pt x="572987" y="16954"/>
                  </a:moveTo>
                  <a:lnTo>
                    <a:pt x="568070" y="34101"/>
                  </a:lnTo>
                  <a:lnTo>
                    <a:pt x="577967" y="34101"/>
                  </a:lnTo>
                  <a:lnTo>
                    <a:pt x="576896" y="38071"/>
                  </a:lnTo>
                  <a:lnTo>
                    <a:pt x="567061" y="38071"/>
                  </a:lnTo>
                  <a:lnTo>
                    <a:pt x="556218" y="75271"/>
                  </a:lnTo>
                  <a:cubicBezTo>
                    <a:pt x="555042" y="79265"/>
                    <a:pt x="554453" y="81847"/>
                    <a:pt x="554453" y="83026"/>
                  </a:cubicBezTo>
                  <a:cubicBezTo>
                    <a:pt x="554453" y="83736"/>
                    <a:pt x="554621" y="84284"/>
                    <a:pt x="554957" y="84664"/>
                  </a:cubicBezTo>
                  <a:cubicBezTo>
                    <a:pt x="555293" y="85043"/>
                    <a:pt x="555693" y="85228"/>
                    <a:pt x="556155" y="85228"/>
                  </a:cubicBezTo>
                  <a:cubicBezTo>
                    <a:pt x="557206" y="85228"/>
                    <a:pt x="558593" y="84494"/>
                    <a:pt x="560316" y="83026"/>
                  </a:cubicBezTo>
                  <a:cubicBezTo>
                    <a:pt x="561324" y="82186"/>
                    <a:pt x="563573" y="79596"/>
                    <a:pt x="567061" y="75271"/>
                  </a:cubicBezTo>
                  <a:lnTo>
                    <a:pt x="569142" y="76844"/>
                  </a:lnTo>
                  <a:cubicBezTo>
                    <a:pt x="565275" y="82477"/>
                    <a:pt x="561619" y="86447"/>
                    <a:pt x="558172" y="88763"/>
                  </a:cubicBezTo>
                  <a:cubicBezTo>
                    <a:pt x="555819" y="90361"/>
                    <a:pt x="553445" y="91159"/>
                    <a:pt x="551049" y="91159"/>
                  </a:cubicBezTo>
                  <a:cubicBezTo>
                    <a:pt x="549199" y="91159"/>
                    <a:pt x="547686" y="90587"/>
                    <a:pt x="546510" y="89457"/>
                  </a:cubicBezTo>
                  <a:cubicBezTo>
                    <a:pt x="545333" y="88279"/>
                    <a:pt x="544744" y="86786"/>
                    <a:pt x="544744" y="84978"/>
                  </a:cubicBezTo>
                  <a:cubicBezTo>
                    <a:pt x="544744" y="82711"/>
                    <a:pt x="545417" y="79241"/>
                    <a:pt x="546762" y="74577"/>
                  </a:cubicBezTo>
                  <a:lnTo>
                    <a:pt x="557290" y="38071"/>
                  </a:lnTo>
                  <a:lnTo>
                    <a:pt x="547770" y="38071"/>
                  </a:lnTo>
                  <a:lnTo>
                    <a:pt x="548401" y="35618"/>
                  </a:lnTo>
                  <a:cubicBezTo>
                    <a:pt x="553024" y="34351"/>
                    <a:pt x="556869" y="32487"/>
                    <a:pt x="559937" y="30002"/>
                  </a:cubicBezTo>
                  <a:cubicBezTo>
                    <a:pt x="563005" y="27484"/>
                    <a:pt x="566431" y="23135"/>
                    <a:pt x="570214" y="16954"/>
                  </a:cubicBezTo>
                  <a:lnTo>
                    <a:pt x="572987" y="16954"/>
                  </a:lnTo>
                  <a:close/>
                  <a:moveTo>
                    <a:pt x="604256" y="7561"/>
                  </a:moveTo>
                  <a:cubicBezTo>
                    <a:pt x="606021" y="7561"/>
                    <a:pt x="607513" y="8174"/>
                    <a:pt x="608732" y="9393"/>
                  </a:cubicBezTo>
                  <a:cubicBezTo>
                    <a:pt x="609951" y="10611"/>
                    <a:pt x="610560" y="12104"/>
                    <a:pt x="610560" y="13863"/>
                  </a:cubicBezTo>
                  <a:cubicBezTo>
                    <a:pt x="610560" y="15590"/>
                    <a:pt x="609930" y="17083"/>
                    <a:pt x="608669" y="18342"/>
                  </a:cubicBezTo>
                  <a:cubicBezTo>
                    <a:pt x="607450" y="19560"/>
                    <a:pt x="605979" y="20173"/>
                    <a:pt x="604256" y="20173"/>
                  </a:cubicBezTo>
                  <a:cubicBezTo>
                    <a:pt x="602533" y="20173"/>
                    <a:pt x="601041" y="19560"/>
                    <a:pt x="599780" y="18342"/>
                  </a:cubicBezTo>
                  <a:cubicBezTo>
                    <a:pt x="598561" y="17083"/>
                    <a:pt x="597952" y="15590"/>
                    <a:pt x="597952" y="13863"/>
                  </a:cubicBezTo>
                  <a:cubicBezTo>
                    <a:pt x="597952" y="12104"/>
                    <a:pt x="598561" y="10611"/>
                    <a:pt x="599780" y="9393"/>
                  </a:cubicBezTo>
                  <a:cubicBezTo>
                    <a:pt x="600999" y="8174"/>
                    <a:pt x="602491" y="7561"/>
                    <a:pt x="604256" y="7561"/>
                  </a:cubicBezTo>
                  <a:close/>
                  <a:moveTo>
                    <a:pt x="605076" y="32592"/>
                  </a:moveTo>
                  <a:lnTo>
                    <a:pt x="592593" y="76780"/>
                  </a:lnTo>
                  <a:cubicBezTo>
                    <a:pt x="591752" y="79765"/>
                    <a:pt x="591333" y="81549"/>
                    <a:pt x="591333" y="82138"/>
                  </a:cubicBezTo>
                  <a:cubicBezTo>
                    <a:pt x="591333" y="82816"/>
                    <a:pt x="591521" y="83356"/>
                    <a:pt x="591900" y="83776"/>
                  </a:cubicBezTo>
                  <a:cubicBezTo>
                    <a:pt x="592320" y="84204"/>
                    <a:pt x="592804" y="84413"/>
                    <a:pt x="593350" y="84413"/>
                  </a:cubicBezTo>
                  <a:cubicBezTo>
                    <a:pt x="593980" y="84413"/>
                    <a:pt x="594736" y="84074"/>
                    <a:pt x="595619" y="83405"/>
                  </a:cubicBezTo>
                  <a:cubicBezTo>
                    <a:pt x="598015" y="81508"/>
                    <a:pt x="600432" y="78821"/>
                    <a:pt x="602869" y="75335"/>
                  </a:cubicBezTo>
                  <a:lnTo>
                    <a:pt x="605076" y="76780"/>
                  </a:lnTo>
                  <a:cubicBezTo>
                    <a:pt x="602217" y="81153"/>
                    <a:pt x="598856" y="84833"/>
                    <a:pt x="594989" y="87811"/>
                  </a:cubicBezTo>
                  <a:cubicBezTo>
                    <a:pt x="592131" y="90038"/>
                    <a:pt x="589399" y="91159"/>
                    <a:pt x="586794" y="91159"/>
                  </a:cubicBezTo>
                  <a:cubicBezTo>
                    <a:pt x="585070" y="91159"/>
                    <a:pt x="583662" y="90651"/>
                    <a:pt x="582569" y="89642"/>
                  </a:cubicBezTo>
                  <a:cubicBezTo>
                    <a:pt x="581477" y="88593"/>
                    <a:pt x="580930" y="87286"/>
                    <a:pt x="580930" y="85737"/>
                  </a:cubicBezTo>
                  <a:cubicBezTo>
                    <a:pt x="580930" y="84179"/>
                    <a:pt x="581456" y="81597"/>
                    <a:pt x="582506" y="77982"/>
                  </a:cubicBezTo>
                  <a:lnTo>
                    <a:pt x="590702" y="49739"/>
                  </a:lnTo>
                  <a:cubicBezTo>
                    <a:pt x="592047" y="45116"/>
                    <a:pt x="592719" y="42211"/>
                    <a:pt x="592719" y="41041"/>
                  </a:cubicBezTo>
                  <a:cubicBezTo>
                    <a:pt x="592719" y="40113"/>
                    <a:pt x="592383" y="39354"/>
                    <a:pt x="591710" y="38765"/>
                  </a:cubicBezTo>
                  <a:cubicBezTo>
                    <a:pt x="591080" y="38176"/>
                    <a:pt x="590197" y="37886"/>
                    <a:pt x="589063" y="37886"/>
                  </a:cubicBezTo>
                  <a:cubicBezTo>
                    <a:pt x="588138" y="37886"/>
                    <a:pt x="586226" y="38120"/>
                    <a:pt x="583326" y="38580"/>
                  </a:cubicBezTo>
                  <a:lnTo>
                    <a:pt x="583326" y="36118"/>
                  </a:lnTo>
                  <a:lnTo>
                    <a:pt x="605076" y="32592"/>
                  </a:lnTo>
                  <a:close/>
                  <a:moveTo>
                    <a:pt x="671017" y="52322"/>
                  </a:moveTo>
                  <a:cubicBezTo>
                    <a:pt x="671017" y="58624"/>
                    <a:pt x="669338" y="64869"/>
                    <a:pt x="665973" y="71042"/>
                  </a:cubicBezTo>
                  <a:cubicBezTo>
                    <a:pt x="662657" y="77224"/>
                    <a:pt x="658009" y="82122"/>
                    <a:pt x="652042" y="85737"/>
                  </a:cubicBezTo>
                  <a:cubicBezTo>
                    <a:pt x="646074" y="89352"/>
                    <a:pt x="640274" y="91159"/>
                    <a:pt x="634642" y="91159"/>
                  </a:cubicBezTo>
                  <a:cubicBezTo>
                    <a:pt x="628884" y="91159"/>
                    <a:pt x="624177" y="89328"/>
                    <a:pt x="620520" y="85672"/>
                  </a:cubicBezTo>
                  <a:cubicBezTo>
                    <a:pt x="616906" y="81968"/>
                    <a:pt x="615099" y="77199"/>
                    <a:pt x="615099" y="71357"/>
                  </a:cubicBezTo>
                  <a:cubicBezTo>
                    <a:pt x="615099" y="65184"/>
                    <a:pt x="616864" y="58987"/>
                    <a:pt x="620394" y="52765"/>
                  </a:cubicBezTo>
                  <a:cubicBezTo>
                    <a:pt x="623967" y="46544"/>
                    <a:pt x="628716" y="41622"/>
                    <a:pt x="634642" y="38015"/>
                  </a:cubicBezTo>
                  <a:cubicBezTo>
                    <a:pt x="640610" y="34400"/>
                    <a:pt x="646368" y="32592"/>
                    <a:pt x="651916" y="32592"/>
                  </a:cubicBezTo>
                  <a:cubicBezTo>
                    <a:pt x="657460" y="32592"/>
                    <a:pt x="662019" y="34416"/>
                    <a:pt x="665594" y="38071"/>
                  </a:cubicBezTo>
                  <a:cubicBezTo>
                    <a:pt x="669209" y="41727"/>
                    <a:pt x="671017" y="46479"/>
                    <a:pt x="671017" y="52322"/>
                  </a:cubicBezTo>
                  <a:close/>
                  <a:moveTo>
                    <a:pt x="660551" y="47972"/>
                  </a:moveTo>
                  <a:cubicBezTo>
                    <a:pt x="660551" y="44067"/>
                    <a:pt x="659582" y="41081"/>
                    <a:pt x="657654" y="39023"/>
                  </a:cubicBezTo>
                  <a:cubicBezTo>
                    <a:pt x="655761" y="36917"/>
                    <a:pt x="653303" y="35868"/>
                    <a:pt x="650277" y="35868"/>
                  </a:cubicBezTo>
                  <a:cubicBezTo>
                    <a:pt x="644098" y="35868"/>
                    <a:pt x="638404" y="40298"/>
                    <a:pt x="633192" y="49166"/>
                  </a:cubicBezTo>
                  <a:cubicBezTo>
                    <a:pt x="628022" y="57994"/>
                    <a:pt x="625438" y="66782"/>
                    <a:pt x="625438" y="75521"/>
                  </a:cubicBezTo>
                  <a:cubicBezTo>
                    <a:pt x="625438" y="79515"/>
                    <a:pt x="626446" y="82606"/>
                    <a:pt x="628464" y="84785"/>
                  </a:cubicBezTo>
                  <a:cubicBezTo>
                    <a:pt x="630481" y="86931"/>
                    <a:pt x="633024" y="88004"/>
                    <a:pt x="636092" y="88004"/>
                  </a:cubicBezTo>
                  <a:cubicBezTo>
                    <a:pt x="642018" y="88004"/>
                    <a:pt x="647566" y="83615"/>
                    <a:pt x="652735" y="74827"/>
                  </a:cubicBezTo>
                  <a:cubicBezTo>
                    <a:pt x="657944" y="65999"/>
                    <a:pt x="660551" y="57050"/>
                    <a:pt x="660551" y="47972"/>
                  </a:cubicBezTo>
                  <a:close/>
                  <a:moveTo>
                    <a:pt x="704367" y="32592"/>
                  </a:moveTo>
                  <a:lnTo>
                    <a:pt x="695983" y="61271"/>
                  </a:lnTo>
                  <a:cubicBezTo>
                    <a:pt x="703843" y="49546"/>
                    <a:pt x="709854" y="41840"/>
                    <a:pt x="714010" y="38136"/>
                  </a:cubicBezTo>
                  <a:cubicBezTo>
                    <a:pt x="718214" y="34440"/>
                    <a:pt x="722249" y="32592"/>
                    <a:pt x="726114" y="32592"/>
                  </a:cubicBezTo>
                  <a:cubicBezTo>
                    <a:pt x="728220" y="32592"/>
                    <a:pt x="729939" y="33286"/>
                    <a:pt x="731287" y="34674"/>
                  </a:cubicBezTo>
                  <a:cubicBezTo>
                    <a:pt x="732675" y="36054"/>
                    <a:pt x="733369" y="37861"/>
                    <a:pt x="733369" y="40088"/>
                  </a:cubicBezTo>
                  <a:cubicBezTo>
                    <a:pt x="733369" y="42614"/>
                    <a:pt x="732755" y="45979"/>
                    <a:pt x="731537" y="50175"/>
                  </a:cubicBezTo>
                  <a:lnTo>
                    <a:pt x="723847" y="76715"/>
                  </a:lnTo>
                  <a:cubicBezTo>
                    <a:pt x="722967" y="79790"/>
                    <a:pt x="722523" y="81654"/>
                    <a:pt x="722523" y="82331"/>
                  </a:cubicBezTo>
                  <a:cubicBezTo>
                    <a:pt x="722523" y="82921"/>
                    <a:pt x="722693" y="83421"/>
                    <a:pt x="723024" y="83841"/>
                  </a:cubicBezTo>
                  <a:cubicBezTo>
                    <a:pt x="723363" y="84220"/>
                    <a:pt x="723718" y="84413"/>
                    <a:pt x="724097" y="84413"/>
                  </a:cubicBezTo>
                  <a:cubicBezTo>
                    <a:pt x="724605" y="84413"/>
                    <a:pt x="725210" y="84139"/>
                    <a:pt x="725929" y="83590"/>
                  </a:cubicBezTo>
                  <a:cubicBezTo>
                    <a:pt x="728156" y="81823"/>
                    <a:pt x="730593" y="79136"/>
                    <a:pt x="733239" y="75521"/>
                  </a:cubicBezTo>
                  <a:lnTo>
                    <a:pt x="735192" y="76715"/>
                  </a:lnTo>
                  <a:cubicBezTo>
                    <a:pt x="731287" y="82307"/>
                    <a:pt x="727583" y="86302"/>
                    <a:pt x="724097" y="88698"/>
                  </a:cubicBezTo>
                  <a:cubicBezTo>
                    <a:pt x="721660" y="90336"/>
                    <a:pt x="719473" y="91159"/>
                    <a:pt x="717545" y="91159"/>
                  </a:cubicBezTo>
                  <a:cubicBezTo>
                    <a:pt x="715987" y="91159"/>
                    <a:pt x="714744" y="90675"/>
                    <a:pt x="713825" y="89707"/>
                  </a:cubicBezTo>
                  <a:cubicBezTo>
                    <a:pt x="712897" y="88779"/>
                    <a:pt x="712437" y="87520"/>
                    <a:pt x="712437" y="85922"/>
                  </a:cubicBezTo>
                  <a:cubicBezTo>
                    <a:pt x="712437" y="83905"/>
                    <a:pt x="713147" y="80435"/>
                    <a:pt x="714575" y="75521"/>
                  </a:cubicBezTo>
                  <a:lnTo>
                    <a:pt x="721894" y="50175"/>
                  </a:lnTo>
                  <a:cubicBezTo>
                    <a:pt x="722814" y="47028"/>
                    <a:pt x="723282" y="44567"/>
                    <a:pt x="723282" y="42800"/>
                  </a:cubicBezTo>
                  <a:cubicBezTo>
                    <a:pt x="723282" y="41961"/>
                    <a:pt x="723007" y="41291"/>
                    <a:pt x="722459" y="40782"/>
                  </a:cubicBezTo>
                  <a:cubicBezTo>
                    <a:pt x="721910" y="40242"/>
                    <a:pt x="721240" y="39967"/>
                    <a:pt x="720441" y="39967"/>
                  </a:cubicBezTo>
                  <a:cubicBezTo>
                    <a:pt x="719263" y="39967"/>
                    <a:pt x="717859" y="40468"/>
                    <a:pt x="716221" y="41476"/>
                  </a:cubicBezTo>
                  <a:cubicBezTo>
                    <a:pt x="713106" y="43373"/>
                    <a:pt x="709871" y="46504"/>
                    <a:pt x="706506" y="50869"/>
                  </a:cubicBezTo>
                  <a:cubicBezTo>
                    <a:pt x="703149" y="55202"/>
                    <a:pt x="699598" y="60746"/>
                    <a:pt x="695854" y="67516"/>
                  </a:cubicBezTo>
                  <a:cubicBezTo>
                    <a:pt x="693877" y="71091"/>
                    <a:pt x="692239" y="74996"/>
                    <a:pt x="690940" y="79241"/>
                  </a:cubicBezTo>
                  <a:lnTo>
                    <a:pt x="687785" y="89642"/>
                  </a:lnTo>
                  <a:lnTo>
                    <a:pt x="678327" y="89642"/>
                  </a:lnTo>
                  <a:lnTo>
                    <a:pt x="689802" y="50175"/>
                  </a:lnTo>
                  <a:cubicBezTo>
                    <a:pt x="691150" y="45430"/>
                    <a:pt x="691820" y="42574"/>
                    <a:pt x="691820" y="41606"/>
                  </a:cubicBezTo>
                  <a:cubicBezTo>
                    <a:pt x="691820" y="40678"/>
                    <a:pt x="691440" y="39879"/>
                    <a:pt x="690690" y="39209"/>
                  </a:cubicBezTo>
                  <a:cubicBezTo>
                    <a:pt x="689972" y="38491"/>
                    <a:pt x="689068" y="38136"/>
                    <a:pt x="687978" y="38136"/>
                  </a:cubicBezTo>
                  <a:cubicBezTo>
                    <a:pt x="687470" y="38136"/>
                    <a:pt x="686590" y="38224"/>
                    <a:pt x="685332" y="38386"/>
                  </a:cubicBezTo>
                  <a:lnTo>
                    <a:pt x="682935" y="38765"/>
                  </a:lnTo>
                  <a:lnTo>
                    <a:pt x="682556" y="36498"/>
                  </a:lnTo>
                  <a:lnTo>
                    <a:pt x="704367" y="32592"/>
                  </a:lnTo>
                  <a:close/>
                </a:path>
              </a:pathLst>
            </a:custGeom>
            <a:solidFill>
              <a:srgbClr val="000000"/>
            </a:solidFill>
            <a:ln w="807" cap="flat">
              <a:noFill/>
              <a:prstDash val="solid"/>
              <a:miter/>
            </a:ln>
          </p:spPr>
        </p:sp>
        <p:sp>
          <p:nvSpPr>
            <p:cNvPr id="544" name="任意形状 543">
              <a:extLst>
                <a:ext uri="{FF2B5EF4-FFF2-40B4-BE49-F238E27FC236}">
                  <a16:creationId xmlns:a16="http://schemas.microsoft.com/office/drawing/2014/main" id="{BB5DF70F-46B7-554D-55B7-315B9D7D590B}"/>
                </a:ext>
              </a:extLst>
            </p:cNvPr>
            <p:cNvSpPr/>
            <p:nvPr/>
          </p:nvSpPr>
          <p:spPr>
            <a:xfrm>
              <a:off x="2229019" y="2544851"/>
              <a:ext cx="921109" cy="231225"/>
            </a:xfrm>
            <a:custGeom>
              <a:avLst/>
              <a:gdLst>
                <a:gd name="csX0" fmla="*/ 0 w 784341"/>
                <a:gd name="csY0" fmla="*/ 0 h 196892"/>
                <a:gd name="csX1" fmla="*/ 784341 w 784341"/>
                <a:gd name="csY1" fmla="*/ 0 h 196892"/>
                <a:gd name="csX2" fmla="*/ 784341 w 784341"/>
                <a:gd name="csY2" fmla="*/ 196892 h 196892"/>
                <a:gd name="csX3" fmla="*/ 0 w 784341"/>
                <a:gd name="csY3" fmla="*/ 196892 h 196892"/>
                <a:gd name="csX4" fmla="*/ 0 w 784341"/>
                <a:gd name="csY4" fmla="*/ 0 h 196892"/>
              </a:gdLst>
              <a:ahLst/>
              <a:cxnLst>
                <a:cxn ang="0">
                  <a:pos x="csX0" y="csY0"/>
                </a:cxn>
                <a:cxn ang="0">
                  <a:pos x="csX1" y="csY1"/>
                </a:cxn>
                <a:cxn ang="0">
                  <a:pos x="csX2" y="csY2"/>
                </a:cxn>
                <a:cxn ang="0">
                  <a:pos x="csX3" y="csY3"/>
                </a:cxn>
                <a:cxn ang="0">
                  <a:pos x="csX4" y="csY4"/>
                </a:cxn>
              </a:cxnLst>
              <a:rect l="l" t="t" r="r" b="b"/>
              <a:pathLst>
                <a:path w="784341" h="196892">
                  <a:moveTo>
                    <a:pt x="0" y="0"/>
                  </a:moveTo>
                  <a:lnTo>
                    <a:pt x="784341" y="0"/>
                  </a:lnTo>
                  <a:lnTo>
                    <a:pt x="784341" y="196892"/>
                  </a:lnTo>
                  <a:lnTo>
                    <a:pt x="0" y="196892"/>
                  </a:lnTo>
                  <a:lnTo>
                    <a:pt x="0" y="0"/>
                  </a:lnTo>
                  <a:close/>
                </a:path>
              </a:pathLst>
            </a:custGeom>
            <a:solidFill>
              <a:srgbClr val="FFC28C">
                <a:alpha val="50000"/>
              </a:srgbClr>
            </a:solidFill>
            <a:ln w="807" cap="flat">
              <a:noFill/>
              <a:prstDash val="solid"/>
              <a:miter/>
            </a:ln>
          </p:spPr>
        </p:sp>
        <p:sp>
          <p:nvSpPr>
            <p:cNvPr id="545" name="任意形状 544">
              <a:extLst>
                <a:ext uri="{FF2B5EF4-FFF2-40B4-BE49-F238E27FC236}">
                  <a16:creationId xmlns:a16="http://schemas.microsoft.com/office/drawing/2014/main" id="{CCB14186-AE84-3CCA-DCA6-0609449FA0DF}"/>
                </a:ext>
              </a:extLst>
            </p:cNvPr>
            <p:cNvSpPr/>
            <p:nvPr/>
          </p:nvSpPr>
          <p:spPr>
            <a:xfrm>
              <a:off x="2034752" y="2528742"/>
              <a:ext cx="947" cy="242596"/>
            </a:xfrm>
            <a:custGeom>
              <a:avLst/>
              <a:gdLst>
                <a:gd name="csX0" fmla="*/ 0 w 806"/>
                <a:gd name="csY0" fmla="*/ 0 h 206575"/>
                <a:gd name="csX1" fmla="*/ 0 w 806"/>
                <a:gd name="csY1" fmla="*/ 96856 h 206575"/>
                <a:gd name="csX2" fmla="*/ 0 w 806"/>
                <a:gd name="csY2" fmla="*/ 206575 h 206575"/>
              </a:gdLst>
              <a:ahLst/>
              <a:cxnLst>
                <a:cxn ang="0">
                  <a:pos x="csX0" y="csY0"/>
                </a:cxn>
                <a:cxn ang="0">
                  <a:pos x="csX1" y="csY1"/>
                </a:cxn>
                <a:cxn ang="0">
                  <a:pos x="csX2" y="csY2"/>
                </a:cxn>
              </a:cxnLst>
              <a:rect l="l" t="t" r="r" b="b"/>
              <a:pathLst>
                <a:path w="806" h="206575">
                  <a:moveTo>
                    <a:pt x="0" y="0"/>
                  </a:moveTo>
                  <a:lnTo>
                    <a:pt x="0" y="96856"/>
                  </a:lnTo>
                  <a:lnTo>
                    <a:pt x="0" y="206575"/>
                  </a:lnTo>
                </a:path>
              </a:pathLst>
            </a:custGeom>
            <a:noFill/>
            <a:ln w="12104" cap="flat">
              <a:solidFill>
                <a:srgbClr val="F39E85"/>
              </a:solidFill>
              <a:custDash>
                <a:ds d="2250000" sp="2250000"/>
              </a:custDash>
              <a:miter/>
            </a:ln>
          </p:spPr>
        </p:sp>
        <p:sp>
          <p:nvSpPr>
            <p:cNvPr id="546" name="任意形状 545">
              <a:extLst>
                <a:ext uri="{FF2B5EF4-FFF2-40B4-BE49-F238E27FC236}">
                  <a16:creationId xmlns:a16="http://schemas.microsoft.com/office/drawing/2014/main" id="{3C1CFBE7-05D8-AD10-BE19-B37FAC99560D}"/>
                </a:ext>
              </a:extLst>
            </p:cNvPr>
            <p:cNvSpPr/>
            <p:nvPr/>
          </p:nvSpPr>
          <p:spPr>
            <a:xfrm>
              <a:off x="1239679" y="2544851"/>
              <a:ext cx="1907605" cy="531627"/>
            </a:xfrm>
            <a:custGeom>
              <a:avLst/>
              <a:gdLst>
                <a:gd name="csX0" fmla="*/ 0 w 1624360"/>
                <a:gd name="csY0" fmla="*/ 0 h 452690"/>
                <a:gd name="csX1" fmla="*/ 521086 w 1624360"/>
                <a:gd name="csY1" fmla="*/ 0 h 452690"/>
                <a:gd name="csX2" fmla="*/ 521086 w 1624360"/>
                <a:gd name="csY2" fmla="*/ 249375 h 452690"/>
                <a:gd name="csX3" fmla="*/ 1624361 w 1624360"/>
                <a:gd name="csY3" fmla="*/ 249375 h 452690"/>
                <a:gd name="csX4" fmla="*/ 1624361 w 1624360"/>
                <a:gd name="csY4" fmla="*/ 452690 h 452690"/>
                <a:gd name="csX5" fmla="*/ 0 w 1624360"/>
                <a:gd name="csY5" fmla="*/ 452690 h 452690"/>
                <a:gd name="csX6" fmla="*/ 0 w 1624360"/>
                <a:gd name="csY6" fmla="*/ 0 h 45269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24360" h="452690">
                  <a:moveTo>
                    <a:pt x="0" y="0"/>
                  </a:moveTo>
                  <a:lnTo>
                    <a:pt x="521086" y="0"/>
                  </a:lnTo>
                  <a:lnTo>
                    <a:pt x="521086" y="249375"/>
                  </a:lnTo>
                  <a:lnTo>
                    <a:pt x="1624361" y="249375"/>
                  </a:lnTo>
                  <a:lnTo>
                    <a:pt x="1624361" y="452690"/>
                  </a:lnTo>
                  <a:lnTo>
                    <a:pt x="0" y="452690"/>
                  </a:lnTo>
                  <a:lnTo>
                    <a:pt x="0" y="0"/>
                  </a:lnTo>
                  <a:close/>
                </a:path>
              </a:pathLst>
            </a:custGeom>
            <a:solidFill>
              <a:srgbClr val="D1E7F7">
                <a:alpha val="50000"/>
              </a:srgbClr>
            </a:solidFill>
            <a:ln w="807" cap="flat">
              <a:noFill/>
              <a:prstDash val="solid"/>
              <a:miter/>
            </a:ln>
          </p:spPr>
        </p:sp>
        <p:sp>
          <p:nvSpPr>
            <p:cNvPr id="547" name="任意形状 546">
              <a:extLst>
                <a:ext uri="{FF2B5EF4-FFF2-40B4-BE49-F238E27FC236}">
                  <a16:creationId xmlns:a16="http://schemas.microsoft.com/office/drawing/2014/main" id="{82597940-3DA0-24DD-1591-EF9EAAC27C04}"/>
                </a:ext>
              </a:extLst>
            </p:cNvPr>
            <p:cNvSpPr/>
            <p:nvPr/>
          </p:nvSpPr>
          <p:spPr>
            <a:xfrm>
              <a:off x="1239679" y="2668045"/>
              <a:ext cx="1907605" cy="947"/>
            </a:xfrm>
            <a:custGeom>
              <a:avLst/>
              <a:gdLst>
                <a:gd name="csX0" fmla="*/ 0 w 1624360"/>
                <a:gd name="csY0" fmla="*/ 0 h 806"/>
                <a:gd name="csX1" fmla="*/ 1624361 w 1624360"/>
                <a:gd name="csY1" fmla="*/ 0 h 806"/>
              </a:gdLst>
              <a:ahLst/>
              <a:cxnLst>
                <a:cxn ang="0">
                  <a:pos x="csX0" y="csY0"/>
                </a:cxn>
                <a:cxn ang="0">
                  <a:pos x="csX1" y="csY1"/>
                </a:cxn>
              </a:cxnLst>
              <a:rect l="l" t="t" r="r" b="b"/>
              <a:pathLst>
                <a:path w="1624360" h="806">
                  <a:moveTo>
                    <a:pt x="0" y="0"/>
                  </a:moveTo>
                  <a:lnTo>
                    <a:pt x="1624361" y="0"/>
                  </a:lnTo>
                </a:path>
              </a:pathLst>
            </a:custGeom>
            <a:noFill/>
            <a:ln w="8069" cap="flat">
              <a:solidFill>
                <a:srgbClr val="000000"/>
              </a:solidFill>
              <a:prstDash val="solid"/>
              <a:miter/>
            </a:ln>
          </p:spPr>
        </p:sp>
        <p:sp>
          <p:nvSpPr>
            <p:cNvPr id="548" name="任意形状 547">
              <a:extLst>
                <a:ext uri="{FF2B5EF4-FFF2-40B4-BE49-F238E27FC236}">
                  <a16:creationId xmlns:a16="http://schemas.microsoft.com/office/drawing/2014/main" id="{567DFA34-7AAE-D557-2009-AB7E2F07AFAD}"/>
                </a:ext>
              </a:extLst>
            </p:cNvPr>
            <p:cNvSpPr/>
            <p:nvPr/>
          </p:nvSpPr>
          <p:spPr>
            <a:xfrm>
              <a:off x="1784574" y="2668045"/>
              <a:ext cx="554371" cy="947"/>
            </a:xfrm>
            <a:custGeom>
              <a:avLst/>
              <a:gdLst>
                <a:gd name="csX0" fmla="*/ 0 w 472057"/>
                <a:gd name="csY0" fmla="*/ 0 h 806"/>
                <a:gd name="csX1" fmla="*/ 472057 w 472057"/>
                <a:gd name="csY1" fmla="*/ 0 h 806"/>
              </a:gdLst>
              <a:ahLst/>
              <a:cxnLst>
                <a:cxn ang="0">
                  <a:pos x="csX0" y="csY0"/>
                </a:cxn>
                <a:cxn ang="0">
                  <a:pos x="csX1" y="csY1"/>
                </a:cxn>
              </a:cxnLst>
              <a:rect l="l" t="t" r="r" b="b"/>
              <a:pathLst>
                <a:path w="472057" h="806">
                  <a:moveTo>
                    <a:pt x="0" y="0"/>
                  </a:moveTo>
                  <a:lnTo>
                    <a:pt x="472057" y="0"/>
                  </a:lnTo>
                </a:path>
              </a:pathLst>
            </a:custGeom>
            <a:noFill/>
            <a:ln w="8069" cap="flat">
              <a:solidFill>
                <a:srgbClr val="FB8501"/>
              </a:solidFill>
              <a:prstDash val="solid"/>
              <a:miter/>
            </a:ln>
          </p:spPr>
        </p:sp>
        <p:sp>
          <p:nvSpPr>
            <p:cNvPr id="549" name="任意形状 548">
              <a:extLst>
                <a:ext uri="{FF2B5EF4-FFF2-40B4-BE49-F238E27FC236}">
                  <a16:creationId xmlns:a16="http://schemas.microsoft.com/office/drawing/2014/main" id="{B610F78B-9487-E067-F174-A4C8630BBB62}"/>
                </a:ext>
              </a:extLst>
            </p:cNvPr>
            <p:cNvSpPr/>
            <p:nvPr/>
          </p:nvSpPr>
          <p:spPr>
            <a:xfrm>
              <a:off x="2301040" y="2668045"/>
              <a:ext cx="832030" cy="947"/>
            </a:xfrm>
            <a:custGeom>
              <a:avLst/>
              <a:gdLst>
                <a:gd name="csX0" fmla="*/ 0 w 708489"/>
                <a:gd name="csY0" fmla="*/ 0 h 806"/>
                <a:gd name="csX1" fmla="*/ 708489 w 708489"/>
                <a:gd name="csY1" fmla="*/ 0 h 806"/>
              </a:gdLst>
              <a:ahLst/>
              <a:cxnLst>
                <a:cxn ang="0">
                  <a:pos x="csX0" y="csY0"/>
                </a:cxn>
                <a:cxn ang="0">
                  <a:pos x="csX1" y="csY1"/>
                </a:cxn>
              </a:cxnLst>
              <a:rect l="l" t="t" r="r" b="b"/>
              <a:pathLst>
                <a:path w="708489" h="806">
                  <a:moveTo>
                    <a:pt x="0" y="0"/>
                  </a:moveTo>
                  <a:lnTo>
                    <a:pt x="708489" y="0"/>
                  </a:lnTo>
                </a:path>
              </a:pathLst>
            </a:custGeom>
            <a:noFill/>
            <a:ln w="8069" cap="flat">
              <a:solidFill>
                <a:srgbClr val="000000"/>
              </a:solidFill>
              <a:prstDash val="solid"/>
              <a:miter/>
            </a:ln>
          </p:spPr>
        </p:sp>
        <p:sp>
          <p:nvSpPr>
            <p:cNvPr id="550" name="任意形状 549">
              <a:extLst>
                <a:ext uri="{FF2B5EF4-FFF2-40B4-BE49-F238E27FC236}">
                  <a16:creationId xmlns:a16="http://schemas.microsoft.com/office/drawing/2014/main" id="{21309414-7E09-0744-A584-9EBC66770CAA}"/>
                </a:ext>
              </a:extLst>
            </p:cNvPr>
            <p:cNvSpPr/>
            <p:nvPr/>
          </p:nvSpPr>
          <p:spPr>
            <a:xfrm>
              <a:off x="1239679" y="2969395"/>
              <a:ext cx="1907605" cy="947"/>
            </a:xfrm>
            <a:custGeom>
              <a:avLst/>
              <a:gdLst>
                <a:gd name="csX0" fmla="*/ 0 w 1624360"/>
                <a:gd name="csY0" fmla="*/ 0 h 806"/>
                <a:gd name="csX1" fmla="*/ 1624361 w 1624360"/>
                <a:gd name="csY1" fmla="*/ 0 h 806"/>
              </a:gdLst>
              <a:ahLst/>
              <a:cxnLst>
                <a:cxn ang="0">
                  <a:pos x="csX0" y="csY0"/>
                </a:cxn>
                <a:cxn ang="0">
                  <a:pos x="csX1" y="csY1"/>
                </a:cxn>
              </a:cxnLst>
              <a:rect l="l" t="t" r="r" b="b"/>
              <a:pathLst>
                <a:path w="1624360" h="806">
                  <a:moveTo>
                    <a:pt x="0" y="0"/>
                  </a:moveTo>
                  <a:lnTo>
                    <a:pt x="1624361" y="0"/>
                  </a:lnTo>
                </a:path>
              </a:pathLst>
            </a:custGeom>
            <a:noFill/>
            <a:ln w="8069" cap="flat">
              <a:solidFill>
                <a:srgbClr val="000000"/>
              </a:solidFill>
              <a:prstDash val="solid"/>
              <a:miter/>
            </a:ln>
          </p:spPr>
        </p:sp>
        <p:sp>
          <p:nvSpPr>
            <p:cNvPr id="551" name="任意形状 550">
              <a:extLst>
                <a:ext uri="{FF2B5EF4-FFF2-40B4-BE49-F238E27FC236}">
                  <a16:creationId xmlns:a16="http://schemas.microsoft.com/office/drawing/2014/main" id="{048559A3-2C42-18AB-2523-D528C88345EA}"/>
                </a:ext>
              </a:extLst>
            </p:cNvPr>
            <p:cNvSpPr/>
            <p:nvPr/>
          </p:nvSpPr>
          <p:spPr>
            <a:xfrm>
              <a:off x="2320941" y="2593181"/>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52" name="任意形状 551">
              <a:extLst>
                <a:ext uri="{FF2B5EF4-FFF2-40B4-BE49-F238E27FC236}">
                  <a16:creationId xmlns:a16="http://schemas.microsoft.com/office/drawing/2014/main" id="{0AF5149F-2035-BF70-C151-1054AD28A0D2}"/>
                </a:ext>
              </a:extLst>
            </p:cNvPr>
            <p:cNvSpPr/>
            <p:nvPr/>
          </p:nvSpPr>
          <p:spPr>
            <a:xfrm>
              <a:off x="2357169" y="2625467"/>
              <a:ext cx="58801" cy="77697"/>
            </a:xfrm>
            <a:custGeom>
              <a:avLst/>
              <a:gdLst>
                <a:gd name="csX0" fmla="*/ 10789 w 50070"/>
                <a:gd name="csY0" fmla="*/ 0 h 66160"/>
                <a:gd name="csX1" fmla="*/ 10789 w 50070"/>
                <a:gd name="csY1" fmla="*/ 27153 h 66160"/>
                <a:gd name="csX2" fmla="*/ 39193 w 50070"/>
                <a:gd name="csY2" fmla="*/ 27153 h 66160"/>
                <a:gd name="csX3" fmla="*/ 39193 w 50070"/>
                <a:gd name="csY3" fmla="*/ 0 h 66160"/>
                <a:gd name="csX4" fmla="*/ 50070 w 50070"/>
                <a:gd name="csY4" fmla="*/ 0 h 66160"/>
                <a:gd name="csX5" fmla="*/ 50070 w 50070"/>
                <a:gd name="csY5" fmla="*/ 66161 h 66160"/>
                <a:gd name="csX6" fmla="*/ 39193 w 50070"/>
                <a:gd name="csY6" fmla="*/ 66161 h 66160"/>
                <a:gd name="csX7" fmla="*/ 39193 w 50070"/>
                <a:gd name="csY7" fmla="*/ 36716 h 66160"/>
                <a:gd name="csX8" fmla="*/ 10789 w 50070"/>
                <a:gd name="csY8" fmla="*/ 36716 h 66160"/>
                <a:gd name="csX9" fmla="*/ 10789 w 50070"/>
                <a:gd name="csY9" fmla="*/ 66161 h 66160"/>
                <a:gd name="csX10" fmla="*/ 0 w 50070"/>
                <a:gd name="csY10" fmla="*/ 66161 h 66160"/>
                <a:gd name="csX11" fmla="*/ 0 w 50070"/>
                <a:gd name="csY11" fmla="*/ 0 h 66160"/>
                <a:gd name="csX12" fmla="*/ 10789 w 50070"/>
                <a:gd name="csY12" fmla="*/ 0 h 66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0">
                  <a:moveTo>
                    <a:pt x="10789" y="0"/>
                  </a:moveTo>
                  <a:lnTo>
                    <a:pt x="10789" y="27153"/>
                  </a:lnTo>
                  <a:lnTo>
                    <a:pt x="39193" y="27153"/>
                  </a:lnTo>
                  <a:lnTo>
                    <a:pt x="39193" y="0"/>
                  </a:lnTo>
                  <a:lnTo>
                    <a:pt x="50070" y="0"/>
                  </a:lnTo>
                  <a:lnTo>
                    <a:pt x="50070" y="66161"/>
                  </a:lnTo>
                  <a:lnTo>
                    <a:pt x="39193" y="66161"/>
                  </a:lnTo>
                  <a:lnTo>
                    <a:pt x="39193" y="36716"/>
                  </a:lnTo>
                  <a:lnTo>
                    <a:pt x="10789" y="36716"/>
                  </a:lnTo>
                  <a:lnTo>
                    <a:pt x="10789" y="66161"/>
                  </a:lnTo>
                  <a:lnTo>
                    <a:pt x="0" y="66161"/>
                  </a:lnTo>
                  <a:lnTo>
                    <a:pt x="0" y="0"/>
                  </a:lnTo>
                  <a:lnTo>
                    <a:pt x="10789" y="0"/>
                  </a:lnTo>
                  <a:close/>
                </a:path>
              </a:pathLst>
            </a:custGeom>
            <a:solidFill>
              <a:srgbClr val="FFFFFF"/>
            </a:solidFill>
            <a:ln w="807" cap="flat">
              <a:noFill/>
              <a:prstDash val="solid"/>
              <a:miter/>
            </a:ln>
          </p:spPr>
        </p:sp>
        <p:sp>
          <p:nvSpPr>
            <p:cNvPr id="553" name="任意形状 552">
              <a:extLst>
                <a:ext uri="{FF2B5EF4-FFF2-40B4-BE49-F238E27FC236}">
                  <a16:creationId xmlns:a16="http://schemas.microsoft.com/office/drawing/2014/main" id="{9D8D5DCC-E609-3847-2CC8-6779C63C1083}"/>
                </a:ext>
              </a:extLst>
            </p:cNvPr>
            <p:cNvSpPr/>
            <p:nvPr/>
          </p:nvSpPr>
          <p:spPr>
            <a:xfrm>
              <a:off x="2345949" y="2619051"/>
              <a:ext cx="90821" cy="87845"/>
            </a:xfrm>
            <a:custGeom>
              <a:avLst/>
              <a:gdLst>
                <a:gd name="csX0" fmla="*/ 21295 w 77336"/>
                <a:gd name="csY0" fmla="*/ 34698 h 74802"/>
                <a:gd name="csX1" fmla="*/ 56050 w 77336"/>
                <a:gd name="csY1" fmla="*/ 34698 h 74802"/>
                <a:gd name="csX2" fmla="*/ 56050 w 77336"/>
                <a:gd name="csY2" fmla="*/ 13298 h 74802"/>
                <a:gd name="csX3" fmla="*/ 55332 w 77336"/>
                <a:gd name="csY3" fmla="*/ 5737 h 74802"/>
                <a:gd name="csX4" fmla="*/ 53016 w 77336"/>
                <a:gd name="csY4" fmla="*/ 3365 h 74802"/>
                <a:gd name="csX5" fmla="*/ 47996 w 77336"/>
                <a:gd name="csY5" fmla="*/ 2041 h 74802"/>
                <a:gd name="csX6" fmla="*/ 45342 w 77336"/>
                <a:gd name="csY6" fmla="*/ 2041 h 74802"/>
                <a:gd name="csX7" fmla="*/ 45342 w 77336"/>
                <a:gd name="csY7" fmla="*/ 0 h 74802"/>
                <a:gd name="csX8" fmla="*/ 77337 w 77336"/>
                <a:gd name="csY8" fmla="*/ 0 h 74802"/>
                <a:gd name="csX9" fmla="*/ 77337 w 77336"/>
                <a:gd name="csY9" fmla="*/ 2041 h 74802"/>
                <a:gd name="csX10" fmla="*/ 74690 w 77336"/>
                <a:gd name="csY10" fmla="*/ 2041 h 74802"/>
                <a:gd name="csX11" fmla="*/ 69671 w 77336"/>
                <a:gd name="csY11" fmla="*/ 3316 h 74802"/>
                <a:gd name="csX12" fmla="*/ 67242 w 77336"/>
                <a:gd name="csY12" fmla="*/ 6020 h 74802"/>
                <a:gd name="csX13" fmla="*/ 66637 w 77336"/>
                <a:gd name="csY13" fmla="*/ 13298 h 74802"/>
                <a:gd name="csX14" fmla="*/ 66637 w 77336"/>
                <a:gd name="csY14" fmla="*/ 61561 h 74802"/>
                <a:gd name="csX15" fmla="*/ 67355 w 77336"/>
                <a:gd name="csY15" fmla="*/ 69066 h 74802"/>
                <a:gd name="csX16" fmla="*/ 69614 w 77336"/>
                <a:gd name="csY16" fmla="*/ 71438 h 74802"/>
                <a:gd name="csX17" fmla="*/ 74690 w 77336"/>
                <a:gd name="csY17" fmla="*/ 72761 h 74802"/>
                <a:gd name="csX18" fmla="*/ 77337 w 77336"/>
                <a:gd name="csY18" fmla="*/ 72761 h 74802"/>
                <a:gd name="csX19" fmla="*/ 77337 w 77336"/>
                <a:gd name="csY19" fmla="*/ 74803 h 74802"/>
                <a:gd name="csX20" fmla="*/ 45342 w 77336"/>
                <a:gd name="csY20" fmla="*/ 74803 h 74802"/>
                <a:gd name="csX21" fmla="*/ 45342 w 77336"/>
                <a:gd name="csY21" fmla="*/ 72761 h 74802"/>
                <a:gd name="csX22" fmla="*/ 47996 w 77336"/>
                <a:gd name="csY22" fmla="*/ 72761 h 74802"/>
                <a:gd name="csX23" fmla="*/ 54670 w 77336"/>
                <a:gd name="csY23" fmla="*/ 70058 h 74802"/>
                <a:gd name="csX24" fmla="*/ 56050 w 77336"/>
                <a:gd name="csY24" fmla="*/ 61561 h 74802"/>
                <a:gd name="csX25" fmla="*/ 56050 w 77336"/>
                <a:gd name="csY25" fmla="*/ 38781 h 74802"/>
                <a:gd name="csX26" fmla="*/ 21295 w 77336"/>
                <a:gd name="csY26" fmla="*/ 38781 h 74802"/>
                <a:gd name="csX27" fmla="*/ 21295 w 77336"/>
                <a:gd name="csY27" fmla="*/ 61561 h 74802"/>
                <a:gd name="csX28" fmla="*/ 22013 w 77336"/>
                <a:gd name="csY28" fmla="*/ 69066 h 74802"/>
                <a:gd name="csX29" fmla="*/ 24329 w 77336"/>
                <a:gd name="csY29" fmla="*/ 71438 h 74802"/>
                <a:gd name="csX30" fmla="*/ 29348 w 77336"/>
                <a:gd name="csY30" fmla="*/ 72761 h 74802"/>
                <a:gd name="csX31" fmla="*/ 32051 w 77336"/>
                <a:gd name="csY31" fmla="*/ 72761 h 74802"/>
                <a:gd name="csX32" fmla="*/ 32051 w 77336"/>
                <a:gd name="csY32" fmla="*/ 74803 h 74802"/>
                <a:gd name="csX33" fmla="*/ 0 w 77336"/>
                <a:gd name="csY33" fmla="*/ 74803 h 74802"/>
                <a:gd name="csX34" fmla="*/ 0 w 77336"/>
                <a:gd name="csY34" fmla="*/ 72761 h 74802"/>
                <a:gd name="csX35" fmla="*/ 2647 w 77336"/>
                <a:gd name="csY35" fmla="*/ 72761 h 74802"/>
                <a:gd name="csX36" fmla="*/ 9377 w 77336"/>
                <a:gd name="csY36" fmla="*/ 70058 h 74802"/>
                <a:gd name="csX37" fmla="*/ 10700 w 77336"/>
                <a:gd name="csY37" fmla="*/ 61561 h 74802"/>
                <a:gd name="csX38" fmla="*/ 10700 w 77336"/>
                <a:gd name="csY38" fmla="*/ 13298 h 74802"/>
                <a:gd name="csX39" fmla="*/ 9990 w 77336"/>
                <a:gd name="csY39" fmla="*/ 5737 h 74802"/>
                <a:gd name="csX40" fmla="*/ 7722 w 77336"/>
                <a:gd name="csY40" fmla="*/ 3365 h 74802"/>
                <a:gd name="csX41" fmla="*/ 2647 w 77336"/>
                <a:gd name="csY41" fmla="*/ 2041 h 74802"/>
                <a:gd name="csX42" fmla="*/ 0 w 77336"/>
                <a:gd name="csY42" fmla="*/ 2041 h 74802"/>
                <a:gd name="csX43" fmla="*/ 0 w 77336"/>
                <a:gd name="csY43" fmla="*/ 0 h 74802"/>
                <a:gd name="csX44" fmla="*/ 32051 w 77336"/>
                <a:gd name="csY44" fmla="*/ 0 h 74802"/>
                <a:gd name="csX45" fmla="*/ 32051 w 77336"/>
                <a:gd name="csY45" fmla="*/ 2041 h 74802"/>
                <a:gd name="csX46" fmla="*/ 29348 w 77336"/>
                <a:gd name="csY46" fmla="*/ 2041 h 74802"/>
                <a:gd name="csX47" fmla="*/ 24329 w 77336"/>
                <a:gd name="csY47" fmla="*/ 3316 h 74802"/>
                <a:gd name="csX48" fmla="*/ 21957 w 77336"/>
                <a:gd name="csY48" fmla="*/ 6020 h 74802"/>
                <a:gd name="csX49" fmla="*/ 21295 w 77336"/>
                <a:gd name="csY49" fmla="*/ 13298 h 74802"/>
                <a:gd name="csX50" fmla="*/ 21295 w 77336"/>
                <a:gd name="csY50" fmla="*/ 34698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7336" h="74802">
                  <a:moveTo>
                    <a:pt x="21295" y="34698"/>
                  </a:moveTo>
                  <a:lnTo>
                    <a:pt x="56050" y="34698"/>
                  </a:lnTo>
                  <a:lnTo>
                    <a:pt x="56050" y="13298"/>
                  </a:lnTo>
                  <a:cubicBezTo>
                    <a:pt x="56050" y="9473"/>
                    <a:pt x="55808" y="6956"/>
                    <a:pt x="55332" y="5737"/>
                  </a:cubicBezTo>
                  <a:cubicBezTo>
                    <a:pt x="54960" y="4817"/>
                    <a:pt x="54186" y="4027"/>
                    <a:pt x="53016" y="3365"/>
                  </a:cubicBezTo>
                  <a:cubicBezTo>
                    <a:pt x="51434" y="2485"/>
                    <a:pt x="49756" y="2041"/>
                    <a:pt x="47996" y="2041"/>
                  </a:cubicBezTo>
                  <a:lnTo>
                    <a:pt x="45342" y="2041"/>
                  </a:lnTo>
                  <a:lnTo>
                    <a:pt x="45342" y="0"/>
                  </a:lnTo>
                  <a:lnTo>
                    <a:pt x="77337" y="0"/>
                  </a:lnTo>
                  <a:lnTo>
                    <a:pt x="77337" y="2041"/>
                  </a:lnTo>
                  <a:lnTo>
                    <a:pt x="74690" y="2041"/>
                  </a:lnTo>
                  <a:cubicBezTo>
                    <a:pt x="72923" y="2041"/>
                    <a:pt x="71252" y="2469"/>
                    <a:pt x="69671" y="3316"/>
                  </a:cubicBezTo>
                  <a:cubicBezTo>
                    <a:pt x="68493" y="3906"/>
                    <a:pt x="67686" y="4801"/>
                    <a:pt x="67242" y="6020"/>
                  </a:cubicBezTo>
                  <a:cubicBezTo>
                    <a:pt x="66838" y="7190"/>
                    <a:pt x="66637" y="9619"/>
                    <a:pt x="66637" y="13298"/>
                  </a:cubicBezTo>
                  <a:lnTo>
                    <a:pt x="66637" y="61561"/>
                  </a:lnTo>
                  <a:cubicBezTo>
                    <a:pt x="66637" y="65354"/>
                    <a:pt x="66879" y="67855"/>
                    <a:pt x="67355" y="69066"/>
                  </a:cubicBezTo>
                  <a:cubicBezTo>
                    <a:pt x="67726" y="69985"/>
                    <a:pt x="68477" y="70776"/>
                    <a:pt x="69614" y="71438"/>
                  </a:cubicBezTo>
                  <a:cubicBezTo>
                    <a:pt x="71236" y="72317"/>
                    <a:pt x="72923" y="72761"/>
                    <a:pt x="74690" y="72761"/>
                  </a:cubicBezTo>
                  <a:lnTo>
                    <a:pt x="77337" y="72761"/>
                  </a:lnTo>
                  <a:lnTo>
                    <a:pt x="77337" y="74803"/>
                  </a:lnTo>
                  <a:lnTo>
                    <a:pt x="45342" y="74803"/>
                  </a:lnTo>
                  <a:lnTo>
                    <a:pt x="45342" y="72761"/>
                  </a:lnTo>
                  <a:lnTo>
                    <a:pt x="47996" y="72761"/>
                  </a:lnTo>
                  <a:cubicBezTo>
                    <a:pt x="51047" y="72761"/>
                    <a:pt x="53266" y="71857"/>
                    <a:pt x="54670" y="70058"/>
                  </a:cubicBezTo>
                  <a:cubicBezTo>
                    <a:pt x="55590" y="68880"/>
                    <a:pt x="56050" y="66048"/>
                    <a:pt x="56050" y="61561"/>
                  </a:cubicBezTo>
                  <a:lnTo>
                    <a:pt x="56050" y="38781"/>
                  </a:lnTo>
                  <a:lnTo>
                    <a:pt x="21295" y="38781"/>
                  </a:lnTo>
                  <a:lnTo>
                    <a:pt x="21295" y="61561"/>
                  </a:lnTo>
                  <a:cubicBezTo>
                    <a:pt x="21295" y="65354"/>
                    <a:pt x="21537" y="67855"/>
                    <a:pt x="22013" y="69066"/>
                  </a:cubicBezTo>
                  <a:cubicBezTo>
                    <a:pt x="22376" y="69985"/>
                    <a:pt x="23151" y="70776"/>
                    <a:pt x="24329" y="71438"/>
                  </a:cubicBezTo>
                  <a:cubicBezTo>
                    <a:pt x="25911" y="72317"/>
                    <a:pt x="27581" y="72761"/>
                    <a:pt x="29348" y="72761"/>
                  </a:cubicBezTo>
                  <a:lnTo>
                    <a:pt x="32051" y="72761"/>
                  </a:lnTo>
                  <a:lnTo>
                    <a:pt x="32051" y="74803"/>
                  </a:lnTo>
                  <a:lnTo>
                    <a:pt x="0" y="74803"/>
                  </a:lnTo>
                  <a:lnTo>
                    <a:pt x="0" y="72761"/>
                  </a:lnTo>
                  <a:lnTo>
                    <a:pt x="2647" y="72761"/>
                  </a:lnTo>
                  <a:cubicBezTo>
                    <a:pt x="5737" y="72761"/>
                    <a:pt x="7981" y="71857"/>
                    <a:pt x="9377" y="70058"/>
                  </a:cubicBezTo>
                  <a:cubicBezTo>
                    <a:pt x="10264" y="68880"/>
                    <a:pt x="10700" y="66048"/>
                    <a:pt x="10700" y="61561"/>
                  </a:cubicBezTo>
                  <a:lnTo>
                    <a:pt x="10700" y="13298"/>
                  </a:lnTo>
                  <a:cubicBezTo>
                    <a:pt x="10700" y="9473"/>
                    <a:pt x="10466" y="6956"/>
                    <a:pt x="9990" y="5737"/>
                  </a:cubicBezTo>
                  <a:cubicBezTo>
                    <a:pt x="9619" y="4817"/>
                    <a:pt x="8868" y="4027"/>
                    <a:pt x="7722" y="3365"/>
                  </a:cubicBezTo>
                  <a:cubicBezTo>
                    <a:pt x="6108" y="2485"/>
                    <a:pt x="4414" y="2041"/>
                    <a:pt x="2647" y="2041"/>
                  </a:cubicBezTo>
                  <a:lnTo>
                    <a:pt x="0" y="2041"/>
                  </a:lnTo>
                  <a:lnTo>
                    <a:pt x="0" y="0"/>
                  </a:lnTo>
                  <a:lnTo>
                    <a:pt x="32051" y="0"/>
                  </a:lnTo>
                  <a:lnTo>
                    <a:pt x="32051" y="2041"/>
                  </a:lnTo>
                  <a:lnTo>
                    <a:pt x="29348" y="2041"/>
                  </a:lnTo>
                  <a:cubicBezTo>
                    <a:pt x="27581" y="2041"/>
                    <a:pt x="25911" y="2469"/>
                    <a:pt x="24329" y="3316"/>
                  </a:cubicBezTo>
                  <a:cubicBezTo>
                    <a:pt x="23191" y="3906"/>
                    <a:pt x="22401" y="4801"/>
                    <a:pt x="21957" y="6020"/>
                  </a:cubicBezTo>
                  <a:cubicBezTo>
                    <a:pt x="21513" y="7190"/>
                    <a:pt x="21295" y="9619"/>
                    <a:pt x="21295" y="13298"/>
                  </a:cubicBezTo>
                  <a:lnTo>
                    <a:pt x="21295" y="34698"/>
                  </a:lnTo>
                  <a:close/>
                </a:path>
              </a:pathLst>
            </a:custGeom>
            <a:solidFill>
              <a:srgbClr val="000000"/>
            </a:solidFill>
            <a:ln w="807" cap="flat">
              <a:noFill/>
              <a:prstDash val="solid"/>
              <a:miter/>
            </a:ln>
          </p:spPr>
        </p:sp>
        <p:sp>
          <p:nvSpPr>
            <p:cNvPr id="554" name="任意形状 553">
              <a:extLst>
                <a:ext uri="{FF2B5EF4-FFF2-40B4-BE49-F238E27FC236}">
                  <a16:creationId xmlns:a16="http://schemas.microsoft.com/office/drawing/2014/main" id="{F1D85212-54D4-85CA-DA7B-5F3E2910128C}"/>
                </a:ext>
              </a:extLst>
            </p:cNvPr>
            <p:cNvSpPr/>
            <p:nvPr/>
          </p:nvSpPr>
          <p:spPr>
            <a:xfrm>
              <a:off x="2918904" y="2596024"/>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55" name="任意形状 554">
              <a:extLst>
                <a:ext uri="{FF2B5EF4-FFF2-40B4-BE49-F238E27FC236}">
                  <a16:creationId xmlns:a16="http://schemas.microsoft.com/office/drawing/2014/main" id="{4802D7B9-0478-A315-BE68-084795BBBE1D}"/>
                </a:ext>
              </a:extLst>
            </p:cNvPr>
            <p:cNvSpPr/>
            <p:nvPr/>
          </p:nvSpPr>
          <p:spPr>
            <a:xfrm>
              <a:off x="2955132" y="2628310"/>
              <a:ext cx="58801" cy="77697"/>
            </a:xfrm>
            <a:custGeom>
              <a:avLst/>
              <a:gdLst>
                <a:gd name="csX0" fmla="*/ 10789 w 50070"/>
                <a:gd name="csY0" fmla="*/ 0 h 66160"/>
                <a:gd name="csX1" fmla="*/ 10789 w 50070"/>
                <a:gd name="csY1" fmla="*/ 27153 h 66160"/>
                <a:gd name="csX2" fmla="*/ 39193 w 50070"/>
                <a:gd name="csY2" fmla="*/ 27153 h 66160"/>
                <a:gd name="csX3" fmla="*/ 39193 w 50070"/>
                <a:gd name="csY3" fmla="*/ 0 h 66160"/>
                <a:gd name="csX4" fmla="*/ 50070 w 50070"/>
                <a:gd name="csY4" fmla="*/ 0 h 66160"/>
                <a:gd name="csX5" fmla="*/ 50070 w 50070"/>
                <a:gd name="csY5" fmla="*/ 66161 h 66160"/>
                <a:gd name="csX6" fmla="*/ 39193 w 50070"/>
                <a:gd name="csY6" fmla="*/ 66161 h 66160"/>
                <a:gd name="csX7" fmla="*/ 39193 w 50070"/>
                <a:gd name="csY7" fmla="*/ 36716 h 66160"/>
                <a:gd name="csX8" fmla="*/ 10789 w 50070"/>
                <a:gd name="csY8" fmla="*/ 36716 h 66160"/>
                <a:gd name="csX9" fmla="*/ 10789 w 50070"/>
                <a:gd name="csY9" fmla="*/ 66161 h 66160"/>
                <a:gd name="csX10" fmla="*/ 0 w 50070"/>
                <a:gd name="csY10" fmla="*/ 66161 h 66160"/>
                <a:gd name="csX11" fmla="*/ 0 w 50070"/>
                <a:gd name="csY11" fmla="*/ 0 h 66160"/>
                <a:gd name="csX12" fmla="*/ 10789 w 50070"/>
                <a:gd name="csY12" fmla="*/ 0 h 66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0">
                  <a:moveTo>
                    <a:pt x="10789" y="0"/>
                  </a:moveTo>
                  <a:lnTo>
                    <a:pt x="10789" y="27153"/>
                  </a:lnTo>
                  <a:lnTo>
                    <a:pt x="39193" y="27153"/>
                  </a:lnTo>
                  <a:lnTo>
                    <a:pt x="39193" y="0"/>
                  </a:lnTo>
                  <a:lnTo>
                    <a:pt x="50070" y="0"/>
                  </a:lnTo>
                  <a:lnTo>
                    <a:pt x="50070" y="66161"/>
                  </a:lnTo>
                  <a:lnTo>
                    <a:pt x="39193" y="66161"/>
                  </a:lnTo>
                  <a:lnTo>
                    <a:pt x="39193" y="36716"/>
                  </a:lnTo>
                  <a:lnTo>
                    <a:pt x="10789" y="36716"/>
                  </a:lnTo>
                  <a:lnTo>
                    <a:pt x="10789" y="66161"/>
                  </a:lnTo>
                  <a:lnTo>
                    <a:pt x="0" y="66161"/>
                  </a:lnTo>
                  <a:lnTo>
                    <a:pt x="0" y="0"/>
                  </a:lnTo>
                  <a:lnTo>
                    <a:pt x="10789" y="0"/>
                  </a:lnTo>
                  <a:close/>
                </a:path>
              </a:pathLst>
            </a:custGeom>
            <a:solidFill>
              <a:srgbClr val="FFFFFF"/>
            </a:solidFill>
            <a:ln w="807" cap="flat">
              <a:noFill/>
              <a:prstDash val="solid"/>
              <a:miter/>
            </a:ln>
          </p:spPr>
        </p:sp>
        <p:sp>
          <p:nvSpPr>
            <p:cNvPr id="556" name="任意形状 555">
              <a:extLst>
                <a:ext uri="{FF2B5EF4-FFF2-40B4-BE49-F238E27FC236}">
                  <a16:creationId xmlns:a16="http://schemas.microsoft.com/office/drawing/2014/main" id="{109DC7D2-5136-0F61-7CEB-A14204EB7CA0}"/>
                </a:ext>
              </a:extLst>
            </p:cNvPr>
            <p:cNvSpPr/>
            <p:nvPr/>
          </p:nvSpPr>
          <p:spPr>
            <a:xfrm>
              <a:off x="2942623" y="2621894"/>
              <a:ext cx="93276" cy="87845"/>
            </a:xfrm>
            <a:custGeom>
              <a:avLst/>
              <a:gdLst>
                <a:gd name="csX0" fmla="*/ 45285 w 79426"/>
                <a:gd name="csY0" fmla="*/ 33375 h 74802"/>
                <a:gd name="csX1" fmla="*/ 61335 w 79426"/>
                <a:gd name="csY1" fmla="*/ 57317 h 74802"/>
                <a:gd name="csX2" fmla="*/ 71212 w 79426"/>
                <a:gd name="csY2" fmla="*/ 69897 h 74802"/>
                <a:gd name="csX3" fmla="*/ 79427 w 79426"/>
                <a:gd name="csY3" fmla="*/ 72761 h 74802"/>
                <a:gd name="csX4" fmla="*/ 79427 w 79426"/>
                <a:gd name="csY4" fmla="*/ 74803 h 74802"/>
                <a:gd name="csX5" fmla="*/ 47327 w 79426"/>
                <a:gd name="csY5" fmla="*/ 74803 h 74802"/>
                <a:gd name="csX6" fmla="*/ 47327 w 79426"/>
                <a:gd name="csY6" fmla="*/ 72761 h 74802"/>
                <a:gd name="csX7" fmla="*/ 52072 w 79426"/>
                <a:gd name="csY7" fmla="*/ 72100 h 74802"/>
                <a:gd name="csX8" fmla="*/ 53944 w 79426"/>
                <a:gd name="csY8" fmla="*/ 70607 h 74802"/>
                <a:gd name="csX9" fmla="*/ 54718 w 79426"/>
                <a:gd name="csY9" fmla="*/ 68517 h 74802"/>
                <a:gd name="csX10" fmla="*/ 54218 w 79426"/>
                <a:gd name="csY10" fmla="*/ 65975 h 74802"/>
                <a:gd name="csX11" fmla="*/ 51184 w 79426"/>
                <a:gd name="csY11" fmla="*/ 61125 h 74802"/>
                <a:gd name="csX12" fmla="*/ 38499 w 79426"/>
                <a:gd name="csY12" fmla="*/ 41928 h 74802"/>
                <a:gd name="csX13" fmla="*/ 22836 w 79426"/>
                <a:gd name="csY13" fmla="*/ 62005 h 74802"/>
                <a:gd name="csX14" fmla="*/ 19851 w 79426"/>
                <a:gd name="csY14" fmla="*/ 66306 h 74802"/>
                <a:gd name="csX15" fmla="*/ 19358 w 79426"/>
                <a:gd name="csY15" fmla="*/ 68517 h 74802"/>
                <a:gd name="csX16" fmla="*/ 20851 w 79426"/>
                <a:gd name="csY16" fmla="*/ 71438 h 74802"/>
                <a:gd name="csX17" fmla="*/ 26532 w 79426"/>
                <a:gd name="csY17" fmla="*/ 72761 h 74802"/>
                <a:gd name="csX18" fmla="*/ 26532 w 79426"/>
                <a:gd name="csY18" fmla="*/ 74803 h 74802"/>
                <a:gd name="csX19" fmla="*/ 0 w 79426"/>
                <a:gd name="csY19" fmla="*/ 74803 h 74802"/>
                <a:gd name="csX20" fmla="*/ 0 w 79426"/>
                <a:gd name="csY20" fmla="*/ 72761 h 74802"/>
                <a:gd name="csX21" fmla="*/ 4850 w 79426"/>
                <a:gd name="csY21" fmla="*/ 71607 h 74802"/>
                <a:gd name="csX22" fmla="*/ 11362 w 79426"/>
                <a:gd name="csY22" fmla="*/ 67742 h 74802"/>
                <a:gd name="csX23" fmla="*/ 18422 w 79426"/>
                <a:gd name="csY23" fmla="*/ 60294 h 74802"/>
                <a:gd name="csX24" fmla="*/ 36070 w 79426"/>
                <a:gd name="csY24" fmla="*/ 38007 h 74802"/>
                <a:gd name="csX25" fmla="*/ 21343 w 79426"/>
                <a:gd name="csY25" fmla="*/ 16445 h 74802"/>
                <a:gd name="csX26" fmla="*/ 11136 w 79426"/>
                <a:gd name="csY26" fmla="*/ 4971 h 74802"/>
                <a:gd name="csX27" fmla="*/ 1485 w 79426"/>
                <a:gd name="csY27" fmla="*/ 2041 h 74802"/>
                <a:gd name="csX28" fmla="*/ 1485 w 79426"/>
                <a:gd name="csY28" fmla="*/ 0 h 74802"/>
                <a:gd name="csX29" fmla="*/ 36070 w 79426"/>
                <a:gd name="csY29" fmla="*/ 0 h 74802"/>
                <a:gd name="csX30" fmla="*/ 36070 w 79426"/>
                <a:gd name="csY30" fmla="*/ 2041 h 74802"/>
                <a:gd name="csX31" fmla="*/ 30002 w 79426"/>
                <a:gd name="csY31" fmla="*/ 3478 h 74802"/>
                <a:gd name="csX32" fmla="*/ 28404 w 79426"/>
                <a:gd name="csY32" fmla="*/ 6294 h 74802"/>
                <a:gd name="csX33" fmla="*/ 31051 w 79426"/>
                <a:gd name="csY33" fmla="*/ 12249 h 74802"/>
                <a:gd name="csX34" fmla="*/ 42525 w 79426"/>
                <a:gd name="csY34" fmla="*/ 29405 h 74802"/>
                <a:gd name="csX35" fmla="*/ 55824 w 79426"/>
                <a:gd name="csY35" fmla="*/ 12580 h 74802"/>
                <a:gd name="csX36" fmla="*/ 58632 w 79426"/>
                <a:gd name="csY36" fmla="*/ 8497 h 74802"/>
                <a:gd name="csX37" fmla="*/ 59189 w 79426"/>
                <a:gd name="csY37" fmla="*/ 6238 h 74802"/>
                <a:gd name="csX38" fmla="*/ 58519 w 79426"/>
                <a:gd name="csY38" fmla="*/ 4196 h 74802"/>
                <a:gd name="csX39" fmla="*/ 56429 w 79426"/>
                <a:gd name="csY39" fmla="*/ 2598 h 74802"/>
                <a:gd name="csX40" fmla="*/ 51184 w 79426"/>
                <a:gd name="csY40" fmla="*/ 2041 h 74802"/>
                <a:gd name="csX41" fmla="*/ 51184 w 79426"/>
                <a:gd name="csY41" fmla="*/ 0 h 74802"/>
                <a:gd name="csX42" fmla="*/ 77716 w 79426"/>
                <a:gd name="csY42" fmla="*/ 0 h 74802"/>
                <a:gd name="csX43" fmla="*/ 77716 w 79426"/>
                <a:gd name="csY43" fmla="*/ 2041 h 74802"/>
                <a:gd name="csX44" fmla="*/ 72592 w 79426"/>
                <a:gd name="csY44" fmla="*/ 3034 h 74802"/>
                <a:gd name="csX45" fmla="*/ 67129 w 79426"/>
                <a:gd name="csY45" fmla="*/ 6455 h 74802"/>
                <a:gd name="csX46" fmla="*/ 60125 w 79426"/>
                <a:gd name="csY46" fmla="*/ 14404 h 74802"/>
                <a:gd name="csX47" fmla="*/ 45285 w 79426"/>
                <a:gd name="csY47" fmla="*/ 33375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79426" h="74802">
                  <a:moveTo>
                    <a:pt x="45285" y="33375"/>
                  </a:moveTo>
                  <a:lnTo>
                    <a:pt x="61335" y="57317"/>
                  </a:lnTo>
                  <a:cubicBezTo>
                    <a:pt x="65789" y="63933"/>
                    <a:pt x="69074" y="68129"/>
                    <a:pt x="71212" y="69897"/>
                  </a:cubicBezTo>
                  <a:cubicBezTo>
                    <a:pt x="73383" y="71624"/>
                    <a:pt x="76118" y="72576"/>
                    <a:pt x="79427" y="72761"/>
                  </a:cubicBezTo>
                  <a:lnTo>
                    <a:pt x="79427" y="74803"/>
                  </a:lnTo>
                  <a:lnTo>
                    <a:pt x="47327" y="74803"/>
                  </a:lnTo>
                  <a:lnTo>
                    <a:pt x="47327" y="72761"/>
                  </a:lnTo>
                  <a:cubicBezTo>
                    <a:pt x="49457" y="72729"/>
                    <a:pt x="51039" y="72503"/>
                    <a:pt x="52072" y="72100"/>
                  </a:cubicBezTo>
                  <a:cubicBezTo>
                    <a:pt x="52838" y="71769"/>
                    <a:pt x="53468" y="71268"/>
                    <a:pt x="53944" y="70607"/>
                  </a:cubicBezTo>
                  <a:cubicBezTo>
                    <a:pt x="54460" y="69913"/>
                    <a:pt x="54718" y="69211"/>
                    <a:pt x="54718" y="68517"/>
                  </a:cubicBezTo>
                  <a:cubicBezTo>
                    <a:pt x="54718" y="67670"/>
                    <a:pt x="54549" y="66822"/>
                    <a:pt x="54218" y="65975"/>
                  </a:cubicBezTo>
                  <a:cubicBezTo>
                    <a:pt x="53960" y="65354"/>
                    <a:pt x="52951" y="63732"/>
                    <a:pt x="51184" y="61125"/>
                  </a:cubicBezTo>
                  <a:lnTo>
                    <a:pt x="38499" y="41928"/>
                  </a:lnTo>
                  <a:lnTo>
                    <a:pt x="22836" y="62005"/>
                  </a:lnTo>
                  <a:cubicBezTo>
                    <a:pt x="21182" y="64135"/>
                    <a:pt x="20181" y="65572"/>
                    <a:pt x="19851" y="66306"/>
                  </a:cubicBezTo>
                  <a:cubicBezTo>
                    <a:pt x="19520" y="67008"/>
                    <a:pt x="19358" y="67742"/>
                    <a:pt x="19358" y="68517"/>
                  </a:cubicBezTo>
                  <a:cubicBezTo>
                    <a:pt x="19358" y="69695"/>
                    <a:pt x="19851" y="70663"/>
                    <a:pt x="20851" y="71438"/>
                  </a:cubicBezTo>
                  <a:cubicBezTo>
                    <a:pt x="21844" y="72213"/>
                    <a:pt x="23732" y="72648"/>
                    <a:pt x="26532" y="72761"/>
                  </a:cubicBezTo>
                  <a:lnTo>
                    <a:pt x="26532" y="74803"/>
                  </a:lnTo>
                  <a:lnTo>
                    <a:pt x="0" y="74803"/>
                  </a:lnTo>
                  <a:lnTo>
                    <a:pt x="0" y="72761"/>
                  </a:lnTo>
                  <a:cubicBezTo>
                    <a:pt x="1872" y="72576"/>
                    <a:pt x="3486" y="72188"/>
                    <a:pt x="4850" y="71607"/>
                  </a:cubicBezTo>
                  <a:cubicBezTo>
                    <a:pt x="7133" y="70647"/>
                    <a:pt x="9304" y="69364"/>
                    <a:pt x="11362" y="67742"/>
                  </a:cubicBezTo>
                  <a:cubicBezTo>
                    <a:pt x="13419" y="66120"/>
                    <a:pt x="15776" y="63643"/>
                    <a:pt x="18422" y="60294"/>
                  </a:cubicBezTo>
                  <a:lnTo>
                    <a:pt x="36070" y="38007"/>
                  </a:lnTo>
                  <a:lnTo>
                    <a:pt x="21343" y="16445"/>
                  </a:lnTo>
                  <a:cubicBezTo>
                    <a:pt x="17333" y="10595"/>
                    <a:pt x="13936" y="6770"/>
                    <a:pt x="11136" y="4971"/>
                  </a:cubicBezTo>
                  <a:cubicBezTo>
                    <a:pt x="8344" y="3131"/>
                    <a:pt x="5124" y="2154"/>
                    <a:pt x="1485" y="2041"/>
                  </a:cubicBezTo>
                  <a:lnTo>
                    <a:pt x="1485" y="0"/>
                  </a:lnTo>
                  <a:lnTo>
                    <a:pt x="36070" y="0"/>
                  </a:lnTo>
                  <a:lnTo>
                    <a:pt x="36070" y="2041"/>
                  </a:lnTo>
                  <a:cubicBezTo>
                    <a:pt x="33133" y="2154"/>
                    <a:pt x="31107" y="2631"/>
                    <a:pt x="30002" y="3478"/>
                  </a:cubicBezTo>
                  <a:cubicBezTo>
                    <a:pt x="28937" y="4325"/>
                    <a:pt x="28404" y="5261"/>
                    <a:pt x="28404" y="6294"/>
                  </a:cubicBezTo>
                  <a:cubicBezTo>
                    <a:pt x="28404" y="7650"/>
                    <a:pt x="29284" y="9635"/>
                    <a:pt x="31051" y="12249"/>
                  </a:cubicBezTo>
                  <a:lnTo>
                    <a:pt x="42525" y="29405"/>
                  </a:lnTo>
                  <a:lnTo>
                    <a:pt x="55824" y="12580"/>
                  </a:lnTo>
                  <a:cubicBezTo>
                    <a:pt x="57365" y="10595"/>
                    <a:pt x="58301" y="9231"/>
                    <a:pt x="58632" y="8497"/>
                  </a:cubicBezTo>
                  <a:cubicBezTo>
                    <a:pt x="59003" y="7763"/>
                    <a:pt x="59189" y="7012"/>
                    <a:pt x="59189" y="6238"/>
                  </a:cubicBezTo>
                  <a:cubicBezTo>
                    <a:pt x="59189" y="5463"/>
                    <a:pt x="58963" y="4785"/>
                    <a:pt x="58519" y="4196"/>
                  </a:cubicBezTo>
                  <a:cubicBezTo>
                    <a:pt x="57970" y="3421"/>
                    <a:pt x="57276" y="2889"/>
                    <a:pt x="56429" y="2598"/>
                  </a:cubicBezTo>
                  <a:cubicBezTo>
                    <a:pt x="55582" y="2267"/>
                    <a:pt x="53831" y="2082"/>
                    <a:pt x="51184" y="2041"/>
                  </a:cubicBezTo>
                  <a:lnTo>
                    <a:pt x="51184" y="0"/>
                  </a:lnTo>
                  <a:lnTo>
                    <a:pt x="77716" y="0"/>
                  </a:lnTo>
                  <a:lnTo>
                    <a:pt x="77716" y="2041"/>
                  </a:lnTo>
                  <a:cubicBezTo>
                    <a:pt x="75626" y="2154"/>
                    <a:pt x="73915" y="2485"/>
                    <a:pt x="72592" y="3034"/>
                  </a:cubicBezTo>
                  <a:cubicBezTo>
                    <a:pt x="70607" y="3881"/>
                    <a:pt x="68783" y="5027"/>
                    <a:pt x="67129" y="6455"/>
                  </a:cubicBezTo>
                  <a:cubicBezTo>
                    <a:pt x="65475" y="7892"/>
                    <a:pt x="63135" y="10539"/>
                    <a:pt x="60125" y="14404"/>
                  </a:cubicBezTo>
                  <a:lnTo>
                    <a:pt x="45285" y="33375"/>
                  </a:lnTo>
                  <a:close/>
                </a:path>
              </a:pathLst>
            </a:custGeom>
            <a:solidFill>
              <a:srgbClr val="000000"/>
            </a:solidFill>
            <a:ln w="807" cap="flat">
              <a:noFill/>
              <a:prstDash val="solid"/>
              <a:miter/>
            </a:ln>
          </p:spPr>
        </p:sp>
        <p:sp>
          <p:nvSpPr>
            <p:cNvPr id="557" name="任意形状 556">
              <a:extLst>
                <a:ext uri="{FF2B5EF4-FFF2-40B4-BE49-F238E27FC236}">
                  <a16:creationId xmlns:a16="http://schemas.microsoft.com/office/drawing/2014/main" id="{4FF2FC2F-3E8A-B63C-4A25-3C659A37C5BB}"/>
                </a:ext>
              </a:extLst>
            </p:cNvPr>
            <p:cNvSpPr/>
            <p:nvPr/>
          </p:nvSpPr>
          <p:spPr>
            <a:xfrm>
              <a:off x="2602390" y="2903061"/>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58" name="任意形状 557">
              <a:extLst>
                <a:ext uri="{FF2B5EF4-FFF2-40B4-BE49-F238E27FC236}">
                  <a16:creationId xmlns:a16="http://schemas.microsoft.com/office/drawing/2014/main" id="{32CC5552-DC0A-F351-6AF2-C4CFA9761CCE}"/>
                </a:ext>
              </a:extLst>
            </p:cNvPr>
            <p:cNvSpPr/>
            <p:nvPr/>
          </p:nvSpPr>
          <p:spPr>
            <a:xfrm>
              <a:off x="2638618" y="2935346"/>
              <a:ext cx="58801" cy="77697"/>
            </a:xfrm>
            <a:custGeom>
              <a:avLst/>
              <a:gdLst>
                <a:gd name="csX0" fmla="*/ 10789 w 50070"/>
                <a:gd name="csY0" fmla="*/ 0 h 66160"/>
                <a:gd name="csX1" fmla="*/ 10789 w 50070"/>
                <a:gd name="csY1" fmla="*/ 27153 h 66160"/>
                <a:gd name="csX2" fmla="*/ 39193 w 50070"/>
                <a:gd name="csY2" fmla="*/ 27153 h 66160"/>
                <a:gd name="csX3" fmla="*/ 39193 w 50070"/>
                <a:gd name="csY3" fmla="*/ 0 h 66160"/>
                <a:gd name="csX4" fmla="*/ 50070 w 50070"/>
                <a:gd name="csY4" fmla="*/ 0 h 66160"/>
                <a:gd name="csX5" fmla="*/ 50070 w 50070"/>
                <a:gd name="csY5" fmla="*/ 66161 h 66160"/>
                <a:gd name="csX6" fmla="*/ 39193 w 50070"/>
                <a:gd name="csY6" fmla="*/ 66161 h 66160"/>
                <a:gd name="csX7" fmla="*/ 39193 w 50070"/>
                <a:gd name="csY7" fmla="*/ 36716 h 66160"/>
                <a:gd name="csX8" fmla="*/ 10789 w 50070"/>
                <a:gd name="csY8" fmla="*/ 36716 h 66160"/>
                <a:gd name="csX9" fmla="*/ 10789 w 50070"/>
                <a:gd name="csY9" fmla="*/ 66161 h 66160"/>
                <a:gd name="csX10" fmla="*/ 0 w 50070"/>
                <a:gd name="csY10" fmla="*/ 66161 h 66160"/>
                <a:gd name="csX11" fmla="*/ 0 w 50070"/>
                <a:gd name="csY11" fmla="*/ 0 h 66160"/>
                <a:gd name="csX12" fmla="*/ 10789 w 50070"/>
                <a:gd name="csY12" fmla="*/ 0 h 66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0">
                  <a:moveTo>
                    <a:pt x="10789" y="0"/>
                  </a:moveTo>
                  <a:lnTo>
                    <a:pt x="10789" y="27153"/>
                  </a:lnTo>
                  <a:lnTo>
                    <a:pt x="39193" y="27153"/>
                  </a:lnTo>
                  <a:lnTo>
                    <a:pt x="39193" y="0"/>
                  </a:lnTo>
                  <a:lnTo>
                    <a:pt x="50070" y="0"/>
                  </a:lnTo>
                  <a:lnTo>
                    <a:pt x="50070" y="66161"/>
                  </a:lnTo>
                  <a:lnTo>
                    <a:pt x="39193" y="66161"/>
                  </a:lnTo>
                  <a:lnTo>
                    <a:pt x="39193" y="36716"/>
                  </a:lnTo>
                  <a:lnTo>
                    <a:pt x="10789" y="36716"/>
                  </a:lnTo>
                  <a:lnTo>
                    <a:pt x="10789" y="66161"/>
                  </a:lnTo>
                  <a:lnTo>
                    <a:pt x="0" y="66161"/>
                  </a:lnTo>
                  <a:lnTo>
                    <a:pt x="0" y="0"/>
                  </a:lnTo>
                  <a:lnTo>
                    <a:pt x="10789" y="0"/>
                  </a:lnTo>
                  <a:close/>
                </a:path>
              </a:pathLst>
            </a:custGeom>
            <a:solidFill>
              <a:srgbClr val="FFFFFF"/>
            </a:solidFill>
            <a:ln w="807" cap="flat">
              <a:noFill/>
              <a:prstDash val="solid"/>
              <a:miter/>
            </a:ln>
          </p:spPr>
        </p:sp>
        <p:sp>
          <p:nvSpPr>
            <p:cNvPr id="559" name="任意形状 558">
              <a:extLst>
                <a:ext uri="{FF2B5EF4-FFF2-40B4-BE49-F238E27FC236}">
                  <a16:creationId xmlns:a16="http://schemas.microsoft.com/office/drawing/2014/main" id="{6B968E03-DDB5-274C-CBB8-F43D70BC9E90}"/>
                </a:ext>
              </a:extLst>
            </p:cNvPr>
            <p:cNvSpPr/>
            <p:nvPr/>
          </p:nvSpPr>
          <p:spPr>
            <a:xfrm>
              <a:off x="2626366" y="2928931"/>
              <a:ext cx="92631" cy="87845"/>
            </a:xfrm>
            <a:custGeom>
              <a:avLst/>
              <a:gdLst>
                <a:gd name="csX0" fmla="*/ 52790 w 78877"/>
                <a:gd name="csY0" fmla="*/ 0 h 74802"/>
                <a:gd name="csX1" fmla="*/ 78878 w 78877"/>
                <a:gd name="csY1" fmla="*/ 0 h 74802"/>
                <a:gd name="csX2" fmla="*/ 78878 w 78877"/>
                <a:gd name="csY2" fmla="*/ 2041 h 74802"/>
                <a:gd name="csX3" fmla="*/ 77450 w 78877"/>
                <a:gd name="csY3" fmla="*/ 2041 h 74802"/>
                <a:gd name="csX4" fmla="*/ 73254 w 78877"/>
                <a:gd name="csY4" fmla="*/ 3316 h 74802"/>
                <a:gd name="csX5" fmla="*/ 68234 w 78877"/>
                <a:gd name="csY5" fmla="*/ 6956 h 74802"/>
                <a:gd name="csX6" fmla="*/ 62667 w 78877"/>
                <a:gd name="csY6" fmla="*/ 14678 h 74802"/>
                <a:gd name="csX7" fmla="*/ 44623 w 78877"/>
                <a:gd name="csY7" fmla="*/ 43082 h 74802"/>
                <a:gd name="csX8" fmla="*/ 44623 w 78877"/>
                <a:gd name="csY8" fmla="*/ 61843 h 74802"/>
                <a:gd name="csX9" fmla="*/ 46173 w 78877"/>
                <a:gd name="csY9" fmla="*/ 70445 h 74802"/>
                <a:gd name="csX10" fmla="*/ 52790 w 78877"/>
                <a:gd name="csY10" fmla="*/ 72761 h 74802"/>
                <a:gd name="csX11" fmla="*/ 55219 w 78877"/>
                <a:gd name="csY11" fmla="*/ 72761 h 74802"/>
                <a:gd name="csX12" fmla="*/ 55219 w 78877"/>
                <a:gd name="csY12" fmla="*/ 74803 h 74802"/>
                <a:gd name="csX13" fmla="*/ 23441 w 78877"/>
                <a:gd name="csY13" fmla="*/ 74803 h 74802"/>
                <a:gd name="csX14" fmla="*/ 23441 w 78877"/>
                <a:gd name="csY14" fmla="*/ 72761 h 74802"/>
                <a:gd name="csX15" fmla="*/ 26088 w 78877"/>
                <a:gd name="csY15" fmla="*/ 72761 h 74802"/>
                <a:gd name="csX16" fmla="*/ 32818 w 78877"/>
                <a:gd name="csY16" fmla="*/ 69897 h 74802"/>
                <a:gd name="csX17" fmla="*/ 34036 w 78877"/>
                <a:gd name="csY17" fmla="*/ 61843 h 74802"/>
                <a:gd name="csX18" fmla="*/ 34036 w 78877"/>
                <a:gd name="csY18" fmla="*/ 44131 h 74802"/>
                <a:gd name="csX19" fmla="*/ 13516 w 78877"/>
                <a:gd name="csY19" fmla="*/ 12798 h 74802"/>
                <a:gd name="csX20" fmla="*/ 8545 w 78877"/>
                <a:gd name="csY20" fmla="*/ 5907 h 74802"/>
                <a:gd name="csX21" fmla="*/ 3195 w 78877"/>
                <a:gd name="csY21" fmla="*/ 2598 h 74802"/>
                <a:gd name="csX22" fmla="*/ 0 w 78877"/>
                <a:gd name="csY22" fmla="*/ 2041 h 74802"/>
                <a:gd name="csX23" fmla="*/ 0 w 78877"/>
                <a:gd name="csY23" fmla="*/ 0 h 74802"/>
                <a:gd name="csX24" fmla="*/ 31995 w 78877"/>
                <a:gd name="csY24" fmla="*/ 0 h 74802"/>
                <a:gd name="csX25" fmla="*/ 31995 w 78877"/>
                <a:gd name="csY25" fmla="*/ 2041 h 74802"/>
                <a:gd name="csX26" fmla="*/ 30341 w 78877"/>
                <a:gd name="csY26" fmla="*/ 2041 h 74802"/>
                <a:gd name="csX27" fmla="*/ 25539 w 78877"/>
                <a:gd name="csY27" fmla="*/ 3260 h 74802"/>
                <a:gd name="csX28" fmla="*/ 23385 w 78877"/>
                <a:gd name="csY28" fmla="*/ 6899 h 74802"/>
                <a:gd name="csX29" fmla="*/ 26750 w 78877"/>
                <a:gd name="csY29" fmla="*/ 14073 h 74802"/>
                <a:gd name="csX30" fmla="*/ 42364 w 78877"/>
                <a:gd name="csY30" fmla="*/ 38176 h 74802"/>
                <a:gd name="csX31" fmla="*/ 57034 w 78877"/>
                <a:gd name="csY31" fmla="*/ 15122 h 74802"/>
                <a:gd name="csX32" fmla="*/ 60343 w 78877"/>
                <a:gd name="csY32" fmla="*/ 7391 h 74802"/>
                <a:gd name="csX33" fmla="*/ 59520 w 78877"/>
                <a:gd name="csY33" fmla="*/ 4640 h 74802"/>
                <a:gd name="csX34" fmla="*/ 57260 w 78877"/>
                <a:gd name="csY34" fmla="*/ 2760 h 74802"/>
                <a:gd name="csX35" fmla="*/ 52790 w 78877"/>
                <a:gd name="csY35" fmla="*/ 2041 h 74802"/>
                <a:gd name="csX36" fmla="*/ 52790 w 78877"/>
                <a:gd name="csY36" fmla="*/ 0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78877" h="74802">
                  <a:moveTo>
                    <a:pt x="52790" y="0"/>
                  </a:moveTo>
                  <a:lnTo>
                    <a:pt x="78878" y="0"/>
                  </a:lnTo>
                  <a:lnTo>
                    <a:pt x="78878" y="2041"/>
                  </a:lnTo>
                  <a:lnTo>
                    <a:pt x="77450" y="2041"/>
                  </a:lnTo>
                  <a:cubicBezTo>
                    <a:pt x="76489" y="2041"/>
                    <a:pt x="75093" y="2469"/>
                    <a:pt x="73254" y="3316"/>
                  </a:cubicBezTo>
                  <a:cubicBezTo>
                    <a:pt x="71414" y="4156"/>
                    <a:pt x="69743" y="5374"/>
                    <a:pt x="68234" y="6956"/>
                  </a:cubicBezTo>
                  <a:cubicBezTo>
                    <a:pt x="66725" y="8537"/>
                    <a:pt x="64869" y="11111"/>
                    <a:pt x="62667" y="14678"/>
                  </a:cubicBezTo>
                  <a:lnTo>
                    <a:pt x="44623" y="43082"/>
                  </a:lnTo>
                  <a:lnTo>
                    <a:pt x="44623" y="61843"/>
                  </a:lnTo>
                  <a:cubicBezTo>
                    <a:pt x="44623" y="66435"/>
                    <a:pt x="45140" y="69308"/>
                    <a:pt x="46173" y="70445"/>
                  </a:cubicBezTo>
                  <a:cubicBezTo>
                    <a:pt x="47569" y="71987"/>
                    <a:pt x="49772" y="72761"/>
                    <a:pt x="52790" y="72761"/>
                  </a:cubicBezTo>
                  <a:lnTo>
                    <a:pt x="55219" y="72761"/>
                  </a:lnTo>
                  <a:lnTo>
                    <a:pt x="55219" y="74803"/>
                  </a:lnTo>
                  <a:lnTo>
                    <a:pt x="23441" y="74803"/>
                  </a:lnTo>
                  <a:lnTo>
                    <a:pt x="23441" y="72761"/>
                  </a:lnTo>
                  <a:lnTo>
                    <a:pt x="26088" y="72761"/>
                  </a:lnTo>
                  <a:cubicBezTo>
                    <a:pt x="29251" y="72761"/>
                    <a:pt x="31495" y="71809"/>
                    <a:pt x="32818" y="69897"/>
                  </a:cubicBezTo>
                  <a:cubicBezTo>
                    <a:pt x="33633" y="68718"/>
                    <a:pt x="34036" y="66031"/>
                    <a:pt x="34036" y="61843"/>
                  </a:cubicBezTo>
                  <a:lnTo>
                    <a:pt x="34036" y="44131"/>
                  </a:lnTo>
                  <a:lnTo>
                    <a:pt x="13516" y="12798"/>
                  </a:lnTo>
                  <a:cubicBezTo>
                    <a:pt x="11087" y="9126"/>
                    <a:pt x="9433" y="6827"/>
                    <a:pt x="8545" y="5907"/>
                  </a:cubicBezTo>
                  <a:cubicBezTo>
                    <a:pt x="7706" y="4987"/>
                    <a:pt x="5923" y="3881"/>
                    <a:pt x="3195" y="2598"/>
                  </a:cubicBezTo>
                  <a:cubicBezTo>
                    <a:pt x="2461" y="2227"/>
                    <a:pt x="1396" y="2041"/>
                    <a:pt x="0" y="2041"/>
                  </a:cubicBezTo>
                  <a:lnTo>
                    <a:pt x="0" y="0"/>
                  </a:lnTo>
                  <a:lnTo>
                    <a:pt x="31995" y="0"/>
                  </a:lnTo>
                  <a:lnTo>
                    <a:pt x="31995" y="2041"/>
                  </a:lnTo>
                  <a:lnTo>
                    <a:pt x="30341" y="2041"/>
                  </a:lnTo>
                  <a:cubicBezTo>
                    <a:pt x="28606" y="2041"/>
                    <a:pt x="27008" y="2453"/>
                    <a:pt x="25539" y="3260"/>
                  </a:cubicBezTo>
                  <a:cubicBezTo>
                    <a:pt x="24103" y="4067"/>
                    <a:pt x="23385" y="5277"/>
                    <a:pt x="23385" y="6899"/>
                  </a:cubicBezTo>
                  <a:cubicBezTo>
                    <a:pt x="23385" y="8223"/>
                    <a:pt x="24507" y="10611"/>
                    <a:pt x="26750" y="14073"/>
                  </a:cubicBezTo>
                  <a:lnTo>
                    <a:pt x="42364" y="38176"/>
                  </a:lnTo>
                  <a:lnTo>
                    <a:pt x="57034" y="15122"/>
                  </a:lnTo>
                  <a:cubicBezTo>
                    <a:pt x="59245" y="11660"/>
                    <a:pt x="60343" y="9086"/>
                    <a:pt x="60343" y="7391"/>
                  </a:cubicBezTo>
                  <a:cubicBezTo>
                    <a:pt x="60343" y="6367"/>
                    <a:pt x="60068" y="5447"/>
                    <a:pt x="59520" y="4640"/>
                  </a:cubicBezTo>
                  <a:cubicBezTo>
                    <a:pt x="59003" y="3825"/>
                    <a:pt x="58253" y="3204"/>
                    <a:pt x="57260" y="2760"/>
                  </a:cubicBezTo>
                  <a:cubicBezTo>
                    <a:pt x="56268" y="2284"/>
                    <a:pt x="54775" y="2041"/>
                    <a:pt x="52790" y="2041"/>
                  </a:cubicBezTo>
                  <a:lnTo>
                    <a:pt x="52790" y="0"/>
                  </a:lnTo>
                  <a:close/>
                </a:path>
              </a:pathLst>
            </a:custGeom>
            <a:solidFill>
              <a:srgbClr val="000000"/>
            </a:solidFill>
            <a:ln w="807" cap="flat">
              <a:noFill/>
              <a:prstDash val="solid"/>
              <a:miter/>
            </a:ln>
          </p:spPr>
        </p:sp>
        <p:sp>
          <p:nvSpPr>
            <p:cNvPr id="560" name="任意形状 559">
              <a:extLst>
                <a:ext uri="{FF2B5EF4-FFF2-40B4-BE49-F238E27FC236}">
                  <a16:creationId xmlns:a16="http://schemas.microsoft.com/office/drawing/2014/main" id="{28524091-5875-83E7-7A2E-E89433CB17D7}"/>
                </a:ext>
              </a:extLst>
            </p:cNvPr>
            <p:cNvSpPr/>
            <p:nvPr/>
          </p:nvSpPr>
          <p:spPr>
            <a:xfrm>
              <a:off x="1371402" y="2903061"/>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61" name="任意形状 560">
              <a:extLst>
                <a:ext uri="{FF2B5EF4-FFF2-40B4-BE49-F238E27FC236}">
                  <a16:creationId xmlns:a16="http://schemas.microsoft.com/office/drawing/2014/main" id="{3082BE0B-90F9-3EF2-BB06-CF076A5D63F3}"/>
                </a:ext>
              </a:extLst>
            </p:cNvPr>
            <p:cNvSpPr/>
            <p:nvPr/>
          </p:nvSpPr>
          <p:spPr>
            <a:xfrm>
              <a:off x="1407635" y="2935346"/>
              <a:ext cx="58797" cy="77697"/>
            </a:xfrm>
            <a:custGeom>
              <a:avLst/>
              <a:gdLst>
                <a:gd name="csX0" fmla="*/ 10788 w 50067"/>
                <a:gd name="csY0" fmla="*/ 0 h 66160"/>
                <a:gd name="csX1" fmla="*/ 10788 w 50067"/>
                <a:gd name="csY1" fmla="*/ 27153 h 66160"/>
                <a:gd name="csX2" fmla="*/ 39187 w 50067"/>
                <a:gd name="csY2" fmla="*/ 27153 h 66160"/>
                <a:gd name="csX3" fmla="*/ 39187 w 50067"/>
                <a:gd name="csY3" fmla="*/ 0 h 66160"/>
                <a:gd name="csX4" fmla="*/ 50067 w 50067"/>
                <a:gd name="csY4" fmla="*/ 0 h 66160"/>
                <a:gd name="csX5" fmla="*/ 50067 w 50067"/>
                <a:gd name="csY5" fmla="*/ 66161 h 66160"/>
                <a:gd name="csX6" fmla="*/ 39187 w 50067"/>
                <a:gd name="csY6" fmla="*/ 66161 h 66160"/>
                <a:gd name="csX7" fmla="*/ 39187 w 50067"/>
                <a:gd name="csY7" fmla="*/ 36716 h 66160"/>
                <a:gd name="csX8" fmla="*/ 10788 w 50067"/>
                <a:gd name="csY8" fmla="*/ 36716 h 66160"/>
                <a:gd name="csX9" fmla="*/ 10788 w 50067"/>
                <a:gd name="csY9" fmla="*/ 66161 h 66160"/>
                <a:gd name="csX10" fmla="*/ 0 w 50067"/>
                <a:gd name="csY10" fmla="*/ 66161 h 66160"/>
                <a:gd name="csX11" fmla="*/ 0 w 50067"/>
                <a:gd name="csY11" fmla="*/ 0 h 66160"/>
                <a:gd name="csX12" fmla="*/ 10788 w 50067"/>
                <a:gd name="csY12" fmla="*/ 0 h 66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67" h="66160">
                  <a:moveTo>
                    <a:pt x="10788" y="0"/>
                  </a:moveTo>
                  <a:lnTo>
                    <a:pt x="10788" y="27153"/>
                  </a:lnTo>
                  <a:lnTo>
                    <a:pt x="39187" y="27153"/>
                  </a:lnTo>
                  <a:lnTo>
                    <a:pt x="39187" y="0"/>
                  </a:lnTo>
                  <a:lnTo>
                    <a:pt x="50067" y="0"/>
                  </a:lnTo>
                  <a:lnTo>
                    <a:pt x="50067" y="66161"/>
                  </a:lnTo>
                  <a:lnTo>
                    <a:pt x="39187" y="66161"/>
                  </a:lnTo>
                  <a:lnTo>
                    <a:pt x="39187" y="36716"/>
                  </a:lnTo>
                  <a:lnTo>
                    <a:pt x="10788" y="36716"/>
                  </a:lnTo>
                  <a:lnTo>
                    <a:pt x="10788" y="66161"/>
                  </a:lnTo>
                  <a:lnTo>
                    <a:pt x="0" y="66161"/>
                  </a:lnTo>
                  <a:lnTo>
                    <a:pt x="0" y="0"/>
                  </a:lnTo>
                  <a:lnTo>
                    <a:pt x="10788" y="0"/>
                  </a:lnTo>
                  <a:close/>
                </a:path>
              </a:pathLst>
            </a:custGeom>
            <a:solidFill>
              <a:srgbClr val="FFFFFF"/>
            </a:solidFill>
            <a:ln w="807" cap="flat">
              <a:noFill/>
              <a:prstDash val="solid"/>
              <a:miter/>
            </a:ln>
          </p:spPr>
        </p:sp>
        <p:sp>
          <p:nvSpPr>
            <p:cNvPr id="562" name="任意形状 561">
              <a:extLst>
                <a:ext uri="{FF2B5EF4-FFF2-40B4-BE49-F238E27FC236}">
                  <a16:creationId xmlns:a16="http://schemas.microsoft.com/office/drawing/2014/main" id="{5E6F568C-145A-CCEC-9AD7-288E268F9773}"/>
                </a:ext>
              </a:extLst>
            </p:cNvPr>
            <p:cNvSpPr/>
            <p:nvPr/>
          </p:nvSpPr>
          <p:spPr>
            <a:xfrm>
              <a:off x="1396414" y="2928931"/>
              <a:ext cx="90820" cy="87845"/>
            </a:xfrm>
            <a:custGeom>
              <a:avLst/>
              <a:gdLst>
                <a:gd name="csX0" fmla="*/ 21292 w 77335"/>
                <a:gd name="csY0" fmla="*/ 34698 h 74802"/>
                <a:gd name="csX1" fmla="*/ 56044 w 77335"/>
                <a:gd name="csY1" fmla="*/ 34698 h 74802"/>
                <a:gd name="csX2" fmla="*/ 56044 w 77335"/>
                <a:gd name="csY2" fmla="*/ 13298 h 74802"/>
                <a:gd name="csX3" fmla="*/ 55327 w 77335"/>
                <a:gd name="csY3" fmla="*/ 5737 h 74802"/>
                <a:gd name="csX4" fmla="*/ 53010 w 77335"/>
                <a:gd name="csY4" fmla="*/ 3365 h 74802"/>
                <a:gd name="csX5" fmla="*/ 47990 w 77335"/>
                <a:gd name="csY5" fmla="*/ 2041 h 74802"/>
                <a:gd name="csX6" fmla="*/ 45343 w 77335"/>
                <a:gd name="csY6" fmla="*/ 2041 h 74802"/>
                <a:gd name="csX7" fmla="*/ 45343 w 77335"/>
                <a:gd name="csY7" fmla="*/ 0 h 74802"/>
                <a:gd name="csX8" fmla="*/ 77336 w 77335"/>
                <a:gd name="csY8" fmla="*/ 0 h 74802"/>
                <a:gd name="csX9" fmla="*/ 77336 w 77335"/>
                <a:gd name="csY9" fmla="*/ 2041 h 74802"/>
                <a:gd name="csX10" fmla="*/ 74688 w 77335"/>
                <a:gd name="csY10" fmla="*/ 2041 h 74802"/>
                <a:gd name="csX11" fmla="*/ 69668 w 77335"/>
                <a:gd name="csY11" fmla="*/ 3316 h 74802"/>
                <a:gd name="csX12" fmla="*/ 67242 w 77335"/>
                <a:gd name="csY12" fmla="*/ 6020 h 74802"/>
                <a:gd name="csX13" fmla="*/ 66635 w 77335"/>
                <a:gd name="csY13" fmla="*/ 13298 h 74802"/>
                <a:gd name="csX14" fmla="*/ 66635 w 77335"/>
                <a:gd name="csY14" fmla="*/ 61561 h 74802"/>
                <a:gd name="csX15" fmla="*/ 67352 w 77335"/>
                <a:gd name="csY15" fmla="*/ 69066 h 74802"/>
                <a:gd name="csX16" fmla="*/ 69613 w 77335"/>
                <a:gd name="csY16" fmla="*/ 71438 h 74802"/>
                <a:gd name="csX17" fmla="*/ 74688 w 77335"/>
                <a:gd name="csY17" fmla="*/ 72761 h 74802"/>
                <a:gd name="csX18" fmla="*/ 77336 w 77335"/>
                <a:gd name="csY18" fmla="*/ 72761 h 74802"/>
                <a:gd name="csX19" fmla="*/ 77336 w 77335"/>
                <a:gd name="csY19" fmla="*/ 74803 h 74802"/>
                <a:gd name="csX20" fmla="*/ 45343 w 77335"/>
                <a:gd name="csY20" fmla="*/ 74803 h 74802"/>
                <a:gd name="csX21" fmla="*/ 45343 w 77335"/>
                <a:gd name="csY21" fmla="*/ 72761 h 74802"/>
                <a:gd name="csX22" fmla="*/ 47990 w 77335"/>
                <a:gd name="csY22" fmla="*/ 72761 h 74802"/>
                <a:gd name="csX23" fmla="*/ 54665 w 77335"/>
                <a:gd name="csY23" fmla="*/ 70058 h 74802"/>
                <a:gd name="csX24" fmla="*/ 56044 w 77335"/>
                <a:gd name="csY24" fmla="*/ 61561 h 74802"/>
                <a:gd name="csX25" fmla="*/ 56044 w 77335"/>
                <a:gd name="csY25" fmla="*/ 38781 h 74802"/>
                <a:gd name="csX26" fmla="*/ 21292 w 77335"/>
                <a:gd name="csY26" fmla="*/ 38781 h 74802"/>
                <a:gd name="csX27" fmla="*/ 21292 w 77335"/>
                <a:gd name="csY27" fmla="*/ 61561 h 74802"/>
                <a:gd name="csX28" fmla="*/ 22009 w 77335"/>
                <a:gd name="csY28" fmla="*/ 69066 h 74802"/>
                <a:gd name="csX29" fmla="*/ 24326 w 77335"/>
                <a:gd name="csY29" fmla="*/ 71438 h 74802"/>
                <a:gd name="csX30" fmla="*/ 29346 w 77335"/>
                <a:gd name="csY30" fmla="*/ 72761 h 74802"/>
                <a:gd name="csX31" fmla="*/ 32048 w 77335"/>
                <a:gd name="csY31" fmla="*/ 72761 h 74802"/>
                <a:gd name="csX32" fmla="*/ 32048 w 77335"/>
                <a:gd name="csY32" fmla="*/ 74803 h 74802"/>
                <a:gd name="csX33" fmla="*/ 0 w 77335"/>
                <a:gd name="csY33" fmla="*/ 74803 h 74802"/>
                <a:gd name="csX34" fmla="*/ 0 w 77335"/>
                <a:gd name="csY34" fmla="*/ 72761 h 74802"/>
                <a:gd name="csX35" fmla="*/ 2648 w 77335"/>
                <a:gd name="csY35" fmla="*/ 72761 h 74802"/>
                <a:gd name="csX36" fmla="*/ 9377 w 77335"/>
                <a:gd name="csY36" fmla="*/ 70058 h 74802"/>
                <a:gd name="csX37" fmla="*/ 10701 w 77335"/>
                <a:gd name="csY37" fmla="*/ 61561 h 74802"/>
                <a:gd name="csX38" fmla="*/ 10701 w 77335"/>
                <a:gd name="csY38" fmla="*/ 13298 h 74802"/>
                <a:gd name="csX39" fmla="*/ 9984 w 77335"/>
                <a:gd name="csY39" fmla="*/ 5737 h 74802"/>
                <a:gd name="csX40" fmla="*/ 7722 w 77335"/>
                <a:gd name="csY40" fmla="*/ 3365 h 74802"/>
                <a:gd name="csX41" fmla="*/ 2648 w 77335"/>
                <a:gd name="csY41" fmla="*/ 2041 h 74802"/>
                <a:gd name="csX42" fmla="*/ 0 w 77335"/>
                <a:gd name="csY42" fmla="*/ 2041 h 74802"/>
                <a:gd name="csX43" fmla="*/ 0 w 77335"/>
                <a:gd name="csY43" fmla="*/ 0 h 74802"/>
                <a:gd name="csX44" fmla="*/ 32048 w 77335"/>
                <a:gd name="csY44" fmla="*/ 0 h 74802"/>
                <a:gd name="csX45" fmla="*/ 32048 w 77335"/>
                <a:gd name="csY45" fmla="*/ 2041 h 74802"/>
                <a:gd name="csX46" fmla="*/ 29346 w 77335"/>
                <a:gd name="csY46" fmla="*/ 2041 h 74802"/>
                <a:gd name="csX47" fmla="*/ 24326 w 77335"/>
                <a:gd name="csY47" fmla="*/ 3316 h 74802"/>
                <a:gd name="csX48" fmla="*/ 21954 w 77335"/>
                <a:gd name="csY48" fmla="*/ 6020 h 74802"/>
                <a:gd name="csX49" fmla="*/ 21292 w 77335"/>
                <a:gd name="csY49" fmla="*/ 13298 h 74802"/>
                <a:gd name="csX50" fmla="*/ 21292 w 77335"/>
                <a:gd name="csY50" fmla="*/ 34698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7335" h="74802">
                  <a:moveTo>
                    <a:pt x="21292" y="34698"/>
                  </a:moveTo>
                  <a:lnTo>
                    <a:pt x="56044" y="34698"/>
                  </a:lnTo>
                  <a:lnTo>
                    <a:pt x="56044" y="13298"/>
                  </a:lnTo>
                  <a:cubicBezTo>
                    <a:pt x="56044" y="9473"/>
                    <a:pt x="55804" y="6956"/>
                    <a:pt x="55327" y="5737"/>
                  </a:cubicBezTo>
                  <a:cubicBezTo>
                    <a:pt x="54959" y="4817"/>
                    <a:pt x="54187" y="4027"/>
                    <a:pt x="53010" y="3365"/>
                  </a:cubicBezTo>
                  <a:cubicBezTo>
                    <a:pt x="51428" y="2485"/>
                    <a:pt x="49756" y="2041"/>
                    <a:pt x="47990" y="2041"/>
                  </a:cubicBezTo>
                  <a:lnTo>
                    <a:pt x="45343" y="2041"/>
                  </a:lnTo>
                  <a:lnTo>
                    <a:pt x="45343" y="0"/>
                  </a:lnTo>
                  <a:lnTo>
                    <a:pt x="77336" y="0"/>
                  </a:lnTo>
                  <a:lnTo>
                    <a:pt x="77336" y="2041"/>
                  </a:lnTo>
                  <a:lnTo>
                    <a:pt x="74688" y="2041"/>
                  </a:lnTo>
                  <a:cubicBezTo>
                    <a:pt x="72924" y="2041"/>
                    <a:pt x="71250" y="2469"/>
                    <a:pt x="69668" y="3316"/>
                  </a:cubicBezTo>
                  <a:cubicBezTo>
                    <a:pt x="68492" y="3906"/>
                    <a:pt x="67683" y="4801"/>
                    <a:pt x="67242" y="6020"/>
                  </a:cubicBezTo>
                  <a:cubicBezTo>
                    <a:pt x="66837" y="7190"/>
                    <a:pt x="66635" y="9619"/>
                    <a:pt x="66635" y="13298"/>
                  </a:cubicBezTo>
                  <a:lnTo>
                    <a:pt x="66635" y="61561"/>
                  </a:lnTo>
                  <a:cubicBezTo>
                    <a:pt x="66635" y="65354"/>
                    <a:pt x="66874" y="67855"/>
                    <a:pt x="67352" y="69066"/>
                  </a:cubicBezTo>
                  <a:cubicBezTo>
                    <a:pt x="67720" y="69985"/>
                    <a:pt x="68473" y="70776"/>
                    <a:pt x="69613" y="71438"/>
                  </a:cubicBezTo>
                  <a:cubicBezTo>
                    <a:pt x="71231" y="72317"/>
                    <a:pt x="72924" y="72761"/>
                    <a:pt x="74688" y="72761"/>
                  </a:cubicBezTo>
                  <a:lnTo>
                    <a:pt x="77336" y="72761"/>
                  </a:lnTo>
                  <a:lnTo>
                    <a:pt x="77336" y="74803"/>
                  </a:lnTo>
                  <a:lnTo>
                    <a:pt x="45343" y="74803"/>
                  </a:lnTo>
                  <a:lnTo>
                    <a:pt x="45343" y="72761"/>
                  </a:lnTo>
                  <a:lnTo>
                    <a:pt x="47990" y="72761"/>
                  </a:lnTo>
                  <a:cubicBezTo>
                    <a:pt x="51043" y="72761"/>
                    <a:pt x="53267" y="71857"/>
                    <a:pt x="54665" y="70058"/>
                  </a:cubicBezTo>
                  <a:cubicBezTo>
                    <a:pt x="55584" y="68880"/>
                    <a:pt x="56044" y="66048"/>
                    <a:pt x="56044" y="61561"/>
                  </a:cubicBezTo>
                  <a:lnTo>
                    <a:pt x="56044" y="38781"/>
                  </a:lnTo>
                  <a:lnTo>
                    <a:pt x="21292" y="38781"/>
                  </a:lnTo>
                  <a:lnTo>
                    <a:pt x="21292" y="61561"/>
                  </a:lnTo>
                  <a:cubicBezTo>
                    <a:pt x="21292" y="65354"/>
                    <a:pt x="21531" y="67855"/>
                    <a:pt x="22009" y="69066"/>
                  </a:cubicBezTo>
                  <a:cubicBezTo>
                    <a:pt x="22377" y="69985"/>
                    <a:pt x="23149" y="70776"/>
                    <a:pt x="24326" y="71438"/>
                  </a:cubicBezTo>
                  <a:cubicBezTo>
                    <a:pt x="25907" y="72317"/>
                    <a:pt x="27580" y="72761"/>
                    <a:pt x="29346" y="72761"/>
                  </a:cubicBezTo>
                  <a:lnTo>
                    <a:pt x="32048" y="72761"/>
                  </a:lnTo>
                  <a:lnTo>
                    <a:pt x="32048" y="74803"/>
                  </a:lnTo>
                  <a:lnTo>
                    <a:pt x="0" y="74803"/>
                  </a:lnTo>
                  <a:lnTo>
                    <a:pt x="0" y="72761"/>
                  </a:lnTo>
                  <a:lnTo>
                    <a:pt x="2648" y="72761"/>
                  </a:lnTo>
                  <a:cubicBezTo>
                    <a:pt x="5737" y="72761"/>
                    <a:pt x="7980" y="71857"/>
                    <a:pt x="9377" y="70058"/>
                  </a:cubicBezTo>
                  <a:cubicBezTo>
                    <a:pt x="10259" y="68880"/>
                    <a:pt x="10701" y="66048"/>
                    <a:pt x="10701" y="61561"/>
                  </a:cubicBezTo>
                  <a:lnTo>
                    <a:pt x="10701" y="13298"/>
                  </a:lnTo>
                  <a:cubicBezTo>
                    <a:pt x="10701" y="9473"/>
                    <a:pt x="10462" y="6956"/>
                    <a:pt x="9984" y="5737"/>
                  </a:cubicBezTo>
                  <a:cubicBezTo>
                    <a:pt x="9616" y="4817"/>
                    <a:pt x="8863" y="4027"/>
                    <a:pt x="7722" y="3365"/>
                  </a:cubicBezTo>
                  <a:cubicBezTo>
                    <a:pt x="6104" y="2485"/>
                    <a:pt x="4412" y="2041"/>
                    <a:pt x="2648" y="2041"/>
                  </a:cubicBezTo>
                  <a:lnTo>
                    <a:pt x="0" y="2041"/>
                  </a:lnTo>
                  <a:lnTo>
                    <a:pt x="0" y="0"/>
                  </a:lnTo>
                  <a:lnTo>
                    <a:pt x="32048" y="0"/>
                  </a:lnTo>
                  <a:lnTo>
                    <a:pt x="32048" y="2041"/>
                  </a:lnTo>
                  <a:lnTo>
                    <a:pt x="29346" y="2041"/>
                  </a:lnTo>
                  <a:cubicBezTo>
                    <a:pt x="27580" y="2041"/>
                    <a:pt x="25907" y="2469"/>
                    <a:pt x="24326" y="3316"/>
                  </a:cubicBezTo>
                  <a:cubicBezTo>
                    <a:pt x="23186" y="3906"/>
                    <a:pt x="22395" y="4801"/>
                    <a:pt x="21954" y="6020"/>
                  </a:cubicBezTo>
                  <a:cubicBezTo>
                    <a:pt x="21513" y="7190"/>
                    <a:pt x="21292" y="9619"/>
                    <a:pt x="21292" y="13298"/>
                  </a:cubicBezTo>
                  <a:lnTo>
                    <a:pt x="21292" y="34698"/>
                  </a:lnTo>
                  <a:close/>
                </a:path>
              </a:pathLst>
            </a:custGeom>
            <a:solidFill>
              <a:srgbClr val="000000"/>
            </a:solidFill>
            <a:ln w="807" cap="flat">
              <a:noFill/>
              <a:prstDash val="solid"/>
              <a:miter/>
            </a:ln>
          </p:spPr>
        </p:sp>
        <p:sp>
          <p:nvSpPr>
            <p:cNvPr id="563" name="任意形状 562">
              <a:extLst>
                <a:ext uri="{FF2B5EF4-FFF2-40B4-BE49-F238E27FC236}">
                  <a16:creationId xmlns:a16="http://schemas.microsoft.com/office/drawing/2014/main" id="{4818DBB1-0E99-E7A9-36AC-9C9E28907E11}"/>
                </a:ext>
              </a:extLst>
            </p:cNvPr>
            <p:cNvSpPr/>
            <p:nvPr/>
          </p:nvSpPr>
          <p:spPr>
            <a:xfrm>
              <a:off x="1653800" y="2595076"/>
              <a:ext cx="142146" cy="139834"/>
            </a:xfrm>
            <a:custGeom>
              <a:avLst/>
              <a:gdLst>
                <a:gd name="csX0" fmla="*/ 60520 w 121040"/>
                <a:gd name="csY0" fmla="*/ 0 h 119071"/>
                <a:gd name="csX1" fmla="*/ 0 w 121040"/>
                <a:gd name="csY1" fmla="*/ 59536 h 119071"/>
                <a:gd name="csX2" fmla="*/ 60520 w 121040"/>
                <a:gd name="csY2" fmla="*/ 119071 h 119071"/>
                <a:gd name="csX3" fmla="*/ 121040 w 121040"/>
                <a:gd name="csY3" fmla="*/ 59536 h 119071"/>
                <a:gd name="csX4" fmla="*/ 60520 w 121040"/>
                <a:gd name="csY4" fmla="*/ 0 h 119071"/>
              </a:gdLst>
              <a:ahLst/>
              <a:cxnLst>
                <a:cxn ang="0">
                  <a:pos x="csX0" y="csY0"/>
                </a:cxn>
                <a:cxn ang="0">
                  <a:pos x="csX1" y="csY1"/>
                </a:cxn>
                <a:cxn ang="0">
                  <a:pos x="csX2" y="csY2"/>
                </a:cxn>
                <a:cxn ang="0">
                  <a:pos x="csX3" y="csY3"/>
                </a:cxn>
                <a:cxn ang="0">
                  <a:pos x="csX4" y="csY4"/>
                </a:cxn>
              </a:cxnLst>
              <a:rect l="l" t="t" r="r" b="b"/>
              <a:pathLst>
                <a:path w="121040" h="119071">
                  <a:moveTo>
                    <a:pt x="60520" y="0"/>
                  </a:moveTo>
                  <a:cubicBezTo>
                    <a:pt x="27096" y="0"/>
                    <a:pt x="0" y="26653"/>
                    <a:pt x="0" y="59536"/>
                  </a:cubicBezTo>
                  <a:cubicBezTo>
                    <a:pt x="0" y="92418"/>
                    <a:pt x="27096" y="119071"/>
                    <a:pt x="60520" y="119071"/>
                  </a:cubicBezTo>
                  <a:cubicBezTo>
                    <a:pt x="93944" y="119071"/>
                    <a:pt x="121040" y="92418"/>
                    <a:pt x="121040" y="59536"/>
                  </a:cubicBezTo>
                  <a:cubicBezTo>
                    <a:pt x="121040" y="26653"/>
                    <a:pt x="93944" y="0"/>
                    <a:pt x="60520" y="0"/>
                  </a:cubicBezTo>
                  <a:close/>
                </a:path>
              </a:pathLst>
            </a:custGeom>
            <a:noFill/>
            <a:ln w="8069" cap="flat">
              <a:solidFill>
                <a:srgbClr val="000000"/>
              </a:solidFill>
              <a:prstDash val="solid"/>
              <a:miter/>
            </a:ln>
          </p:spPr>
        </p:sp>
        <p:sp>
          <p:nvSpPr>
            <p:cNvPr id="564" name="任意形状 563">
              <a:extLst>
                <a:ext uri="{FF2B5EF4-FFF2-40B4-BE49-F238E27FC236}">
                  <a16:creationId xmlns:a16="http://schemas.microsoft.com/office/drawing/2014/main" id="{7CF634BA-7B8E-B963-CC04-CCEAF974C115}"/>
                </a:ext>
              </a:extLst>
            </p:cNvPr>
            <p:cNvSpPr/>
            <p:nvPr/>
          </p:nvSpPr>
          <p:spPr>
            <a:xfrm>
              <a:off x="1653800" y="2666424"/>
              <a:ext cx="142146" cy="947"/>
            </a:xfrm>
            <a:custGeom>
              <a:avLst/>
              <a:gdLst>
                <a:gd name="csX0" fmla="*/ 121040 w 121040"/>
                <a:gd name="csY0" fmla="*/ 0 h 806"/>
                <a:gd name="csX1" fmla="*/ 0 w 121040"/>
                <a:gd name="csY1" fmla="*/ 0 h 806"/>
              </a:gdLst>
              <a:ahLst/>
              <a:cxnLst>
                <a:cxn ang="0">
                  <a:pos x="csX0" y="csY0"/>
                </a:cxn>
                <a:cxn ang="0">
                  <a:pos x="csX1" y="csY1"/>
                </a:cxn>
              </a:cxnLst>
              <a:rect l="l" t="t" r="r" b="b"/>
              <a:pathLst>
                <a:path w="121040" h="806">
                  <a:moveTo>
                    <a:pt x="121040" y="0"/>
                  </a:moveTo>
                  <a:lnTo>
                    <a:pt x="0" y="0"/>
                  </a:lnTo>
                </a:path>
              </a:pathLst>
            </a:custGeom>
            <a:noFill/>
            <a:ln w="8069" cap="flat">
              <a:solidFill>
                <a:srgbClr val="000000"/>
              </a:solidFill>
              <a:prstDash val="solid"/>
              <a:miter/>
            </a:ln>
          </p:spPr>
        </p:sp>
        <p:sp>
          <p:nvSpPr>
            <p:cNvPr id="565" name="任意形状 564">
              <a:extLst>
                <a:ext uri="{FF2B5EF4-FFF2-40B4-BE49-F238E27FC236}">
                  <a16:creationId xmlns:a16="http://schemas.microsoft.com/office/drawing/2014/main" id="{DDE26544-8534-79FA-3525-17A3C1E1DCC2}"/>
                </a:ext>
              </a:extLst>
            </p:cNvPr>
            <p:cNvSpPr/>
            <p:nvPr/>
          </p:nvSpPr>
          <p:spPr>
            <a:xfrm>
              <a:off x="1724873" y="2595076"/>
              <a:ext cx="947" cy="139834"/>
            </a:xfrm>
            <a:custGeom>
              <a:avLst/>
              <a:gdLst>
                <a:gd name="csX0" fmla="*/ 0 w 806"/>
                <a:gd name="csY0" fmla="*/ 0 h 119071"/>
                <a:gd name="csX1" fmla="*/ 0 w 806"/>
                <a:gd name="csY1" fmla="*/ 119071 h 119071"/>
              </a:gdLst>
              <a:ahLst/>
              <a:cxnLst>
                <a:cxn ang="0">
                  <a:pos x="csX0" y="csY0"/>
                </a:cxn>
                <a:cxn ang="0">
                  <a:pos x="csX1" y="csY1"/>
                </a:cxn>
              </a:cxnLst>
              <a:rect l="l" t="t" r="r" b="b"/>
              <a:pathLst>
                <a:path w="806" h="119071">
                  <a:moveTo>
                    <a:pt x="0" y="0"/>
                  </a:moveTo>
                  <a:lnTo>
                    <a:pt x="0" y="119071"/>
                  </a:lnTo>
                </a:path>
              </a:pathLst>
            </a:custGeom>
            <a:noFill/>
            <a:ln w="8069" cap="flat">
              <a:solidFill>
                <a:srgbClr val="000000"/>
              </a:solidFill>
              <a:prstDash val="solid"/>
              <a:miter/>
            </a:ln>
          </p:spPr>
        </p:sp>
        <p:sp>
          <p:nvSpPr>
            <p:cNvPr id="566" name="任意形状 565">
              <a:extLst>
                <a:ext uri="{FF2B5EF4-FFF2-40B4-BE49-F238E27FC236}">
                  <a16:creationId xmlns:a16="http://schemas.microsoft.com/office/drawing/2014/main" id="{20AA5148-E5B4-3CB6-22A5-48DF6B30EF6A}"/>
                </a:ext>
              </a:extLst>
            </p:cNvPr>
            <p:cNvSpPr/>
            <p:nvPr/>
          </p:nvSpPr>
          <p:spPr>
            <a:xfrm>
              <a:off x="1724873" y="2720165"/>
              <a:ext cx="947" cy="253968"/>
            </a:xfrm>
            <a:custGeom>
              <a:avLst/>
              <a:gdLst>
                <a:gd name="csX0" fmla="*/ 0 w 806"/>
                <a:gd name="csY0" fmla="*/ 216259 h 216258"/>
                <a:gd name="csX1" fmla="*/ 0 w 806"/>
                <a:gd name="csY1" fmla="*/ 0 h 216258"/>
              </a:gdLst>
              <a:ahLst/>
              <a:cxnLst>
                <a:cxn ang="0">
                  <a:pos x="csX0" y="csY0"/>
                </a:cxn>
                <a:cxn ang="0">
                  <a:pos x="csX1" y="csY1"/>
                </a:cxn>
              </a:cxnLst>
              <a:rect l="l" t="t" r="r" b="b"/>
              <a:pathLst>
                <a:path w="806" h="216258">
                  <a:moveTo>
                    <a:pt x="0" y="216259"/>
                  </a:moveTo>
                  <a:lnTo>
                    <a:pt x="0" y="0"/>
                  </a:lnTo>
                </a:path>
              </a:pathLst>
            </a:custGeom>
            <a:noFill/>
            <a:ln w="8069" cap="flat">
              <a:solidFill>
                <a:srgbClr val="000000"/>
              </a:solidFill>
              <a:prstDash val="solid"/>
              <a:miter/>
            </a:ln>
          </p:spPr>
        </p:sp>
        <p:sp>
          <p:nvSpPr>
            <p:cNvPr id="567" name="任意形状 566">
              <a:extLst>
                <a:ext uri="{FF2B5EF4-FFF2-40B4-BE49-F238E27FC236}">
                  <a16:creationId xmlns:a16="http://schemas.microsoft.com/office/drawing/2014/main" id="{38A3AD95-3294-C3CE-29F7-3E6535FEAEE4}"/>
                </a:ext>
              </a:extLst>
            </p:cNvPr>
            <p:cNvSpPr/>
            <p:nvPr/>
          </p:nvSpPr>
          <p:spPr>
            <a:xfrm>
              <a:off x="1696444" y="2944757"/>
              <a:ext cx="56858" cy="56858"/>
            </a:xfrm>
            <a:custGeom>
              <a:avLst/>
              <a:gdLst>
                <a:gd name="csX0" fmla="*/ 24208 w 48416"/>
                <a:gd name="csY0" fmla="*/ 0 h 48416"/>
                <a:gd name="csX1" fmla="*/ 0 w 48416"/>
                <a:gd name="csY1" fmla="*/ 24208 h 48416"/>
                <a:gd name="csX2" fmla="*/ 24208 w 48416"/>
                <a:gd name="csY2" fmla="*/ 48416 h 48416"/>
                <a:gd name="csX3" fmla="*/ 48416 w 48416"/>
                <a:gd name="csY3" fmla="*/ 24208 h 48416"/>
                <a:gd name="csX4" fmla="*/ 24208 w 48416"/>
                <a:gd name="csY4" fmla="*/ 0 h 48416"/>
              </a:gdLst>
              <a:ahLst/>
              <a:cxnLst>
                <a:cxn ang="0">
                  <a:pos x="csX0" y="csY0"/>
                </a:cxn>
                <a:cxn ang="0">
                  <a:pos x="csX1" y="csY1"/>
                </a:cxn>
                <a:cxn ang="0">
                  <a:pos x="csX2" y="csY2"/>
                </a:cxn>
                <a:cxn ang="0">
                  <a:pos x="csX3" y="csY3"/>
                </a:cxn>
                <a:cxn ang="0">
                  <a:pos x="csX4" y="csY4"/>
                </a:cxn>
              </a:cxnLst>
              <a:rect l="l" t="t" r="r" b="b"/>
              <a:pathLst>
                <a:path w="48416" h="48416">
                  <a:moveTo>
                    <a:pt x="24208" y="0"/>
                  </a:moveTo>
                  <a:cubicBezTo>
                    <a:pt x="10838" y="0"/>
                    <a:pt x="0" y="10837"/>
                    <a:pt x="0" y="24208"/>
                  </a:cubicBezTo>
                  <a:cubicBezTo>
                    <a:pt x="0" y="37579"/>
                    <a:pt x="10838" y="48416"/>
                    <a:pt x="24208" y="48416"/>
                  </a:cubicBezTo>
                  <a:cubicBezTo>
                    <a:pt x="37578" y="48416"/>
                    <a:pt x="48416" y="37579"/>
                    <a:pt x="48416" y="24208"/>
                  </a:cubicBezTo>
                  <a:cubicBezTo>
                    <a:pt x="48416" y="10837"/>
                    <a:pt x="37578" y="0"/>
                    <a:pt x="24208" y="0"/>
                  </a:cubicBezTo>
                  <a:close/>
                </a:path>
              </a:pathLst>
            </a:custGeom>
            <a:solidFill>
              <a:srgbClr val="000000"/>
            </a:solidFill>
            <a:ln w="8069" cap="flat">
              <a:solidFill>
                <a:srgbClr val="000000"/>
              </a:solidFill>
              <a:prstDash val="solid"/>
              <a:miter/>
            </a:ln>
          </p:spPr>
        </p:sp>
        <p:sp>
          <p:nvSpPr>
            <p:cNvPr id="568" name="任意形状 567">
              <a:extLst>
                <a:ext uri="{FF2B5EF4-FFF2-40B4-BE49-F238E27FC236}">
                  <a16:creationId xmlns:a16="http://schemas.microsoft.com/office/drawing/2014/main" id="{B6A8AFD1-3CC3-36B0-720D-862ED28C2790}"/>
                </a:ext>
              </a:extLst>
            </p:cNvPr>
            <p:cNvSpPr/>
            <p:nvPr/>
          </p:nvSpPr>
          <p:spPr>
            <a:xfrm>
              <a:off x="1063419" y="2628244"/>
              <a:ext cx="76204" cy="113498"/>
            </a:xfrm>
            <a:custGeom>
              <a:avLst/>
              <a:gdLst>
                <a:gd name="csX0" fmla="*/ 0 w 64889"/>
                <a:gd name="csY0" fmla="*/ 43308 h 96646"/>
                <a:gd name="csX1" fmla="*/ 11549 w 64889"/>
                <a:gd name="csY1" fmla="*/ 14129 h 96646"/>
                <a:gd name="csX2" fmla="*/ 37535 w 64889"/>
                <a:gd name="csY2" fmla="*/ 153 h 96646"/>
                <a:gd name="csX3" fmla="*/ 51516 w 64889"/>
                <a:gd name="csY3" fmla="*/ 8053 h 96646"/>
                <a:gd name="csX4" fmla="*/ 52276 w 64889"/>
                <a:gd name="csY4" fmla="*/ 7141 h 96646"/>
                <a:gd name="csX5" fmla="*/ 53948 w 64889"/>
                <a:gd name="csY5" fmla="*/ 5471 h 96646"/>
                <a:gd name="csX6" fmla="*/ 56379 w 64889"/>
                <a:gd name="csY6" fmla="*/ 3647 h 96646"/>
                <a:gd name="csX7" fmla="*/ 63370 w 64889"/>
                <a:gd name="csY7" fmla="*/ 0 h 96646"/>
                <a:gd name="csX8" fmla="*/ 64433 w 64889"/>
                <a:gd name="csY8" fmla="*/ 452 h 96646"/>
                <a:gd name="csX9" fmla="*/ 64889 w 64889"/>
                <a:gd name="csY9" fmla="*/ 1218 h 96646"/>
                <a:gd name="csX10" fmla="*/ 54404 w 64889"/>
                <a:gd name="csY10" fmla="*/ 44527 h 96646"/>
                <a:gd name="csX11" fmla="*/ 43614 w 64889"/>
                <a:gd name="csY11" fmla="*/ 88295 h 96646"/>
                <a:gd name="csX12" fmla="*/ 50452 w 64889"/>
                <a:gd name="csY12" fmla="*/ 89659 h 96646"/>
                <a:gd name="csX13" fmla="*/ 54252 w 64889"/>
                <a:gd name="csY13" fmla="*/ 89659 h 96646"/>
                <a:gd name="csX14" fmla="*/ 55163 w 64889"/>
                <a:gd name="csY14" fmla="*/ 91030 h 96646"/>
                <a:gd name="csX15" fmla="*/ 54707 w 64889"/>
                <a:gd name="csY15" fmla="*/ 93766 h 96646"/>
                <a:gd name="csX16" fmla="*/ 53188 w 64889"/>
                <a:gd name="csY16" fmla="*/ 96647 h 96646"/>
                <a:gd name="csX17" fmla="*/ 51212 w 64889"/>
                <a:gd name="csY17" fmla="*/ 96647 h 96646"/>
                <a:gd name="csX18" fmla="*/ 34800 w 64889"/>
                <a:gd name="csY18" fmla="*/ 96348 h 96646"/>
                <a:gd name="csX19" fmla="*/ 27050 w 64889"/>
                <a:gd name="csY19" fmla="*/ 96348 h 96646"/>
                <a:gd name="csX20" fmla="*/ 21427 w 64889"/>
                <a:gd name="csY20" fmla="*/ 96348 h 96646"/>
                <a:gd name="csX21" fmla="*/ 18844 w 64889"/>
                <a:gd name="csY21" fmla="*/ 96501 h 96646"/>
                <a:gd name="csX22" fmla="*/ 16716 w 64889"/>
                <a:gd name="csY22" fmla="*/ 95283 h 96646"/>
                <a:gd name="csX23" fmla="*/ 17020 w 64889"/>
                <a:gd name="csY23" fmla="*/ 92999 h 96646"/>
                <a:gd name="csX24" fmla="*/ 18084 w 64889"/>
                <a:gd name="csY24" fmla="*/ 90119 h 96646"/>
                <a:gd name="csX25" fmla="*/ 21123 w 64889"/>
                <a:gd name="csY25" fmla="*/ 89659 h 96646"/>
                <a:gd name="csX26" fmla="*/ 29937 w 64889"/>
                <a:gd name="csY26" fmla="*/ 88593 h 96646"/>
                <a:gd name="csX27" fmla="*/ 34192 w 64889"/>
                <a:gd name="csY27" fmla="*/ 75222 h 96646"/>
                <a:gd name="csX28" fmla="*/ 37383 w 64889"/>
                <a:gd name="csY28" fmla="*/ 62303 h 96646"/>
                <a:gd name="csX29" fmla="*/ 36320 w 64889"/>
                <a:gd name="csY29" fmla="*/ 62763 h 96646"/>
                <a:gd name="csX30" fmla="*/ 21123 w 64889"/>
                <a:gd name="csY30" fmla="*/ 68686 h 96646"/>
                <a:gd name="csX31" fmla="*/ 6383 w 64889"/>
                <a:gd name="csY31" fmla="*/ 62610 h 96646"/>
                <a:gd name="csX32" fmla="*/ 0 w 64889"/>
                <a:gd name="csY32" fmla="*/ 43308 h 96646"/>
                <a:gd name="csX33" fmla="*/ 48477 w 64889"/>
                <a:gd name="csY33" fmla="*/ 17632 h 96646"/>
                <a:gd name="csX34" fmla="*/ 37079 w 64889"/>
                <a:gd name="csY34" fmla="*/ 5624 h 96646"/>
                <a:gd name="csX35" fmla="*/ 26898 w 64889"/>
                <a:gd name="csY35" fmla="*/ 10337 h 96646"/>
                <a:gd name="csX36" fmla="*/ 19300 w 64889"/>
                <a:gd name="csY36" fmla="*/ 22643 h 96646"/>
                <a:gd name="csX37" fmla="*/ 13069 w 64889"/>
                <a:gd name="csY37" fmla="*/ 47561 h 96646"/>
                <a:gd name="csX38" fmla="*/ 13069 w 64889"/>
                <a:gd name="csY38" fmla="*/ 49239 h 96646"/>
                <a:gd name="csX39" fmla="*/ 12917 w 64889"/>
                <a:gd name="csY39" fmla="*/ 51063 h 96646"/>
                <a:gd name="csX40" fmla="*/ 15652 w 64889"/>
                <a:gd name="csY40" fmla="*/ 60480 h 96646"/>
                <a:gd name="csX41" fmla="*/ 22187 w 64889"/>
                <a:gd name="csY41" fmla="*/ 63215 h 96646"/>
                <a:gd name="csX42" fmla="*/ 39055 w 64889"/>
                <a:gd name="csY42" fmla="*/ 52273 h 96646"/>
                <a:gd name="csX43" fmla="*/ 40271 w 64889"/>
                <a:gd name="csY43" fmla="*/ 50603 h 96646"/>
                <a:gd name="csX44" fmla="*/ 48477 w 64889"/>
                <a:gd name="csY44" fmla="*/ 17632 h 96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4889" h="96646">
                  <a:moveTo>
                    <a:pt x="0" y="43308"/>
                  </a:moveTo>
                  <a:cubicBezTo>
                    <a:pt x="0" y="33076"/>
                    <a:pt x="3850" y="23353"/>
                    <a:pt x="11549" y="14129"/>
                  </a:cubicBezTo>
                  <a:cubicBezTo>
                    <a:pt x="19249" y="4914"/>
                    <a:pt x="27911" y="250"/>
                    <a:pt x="37535" y="153"/>
                  </a:cubicBezTo>
                  <a:cubicBezTo>
                    <a:pt x="43614" y="153"/>
                    <a:pt x="48274" y="2784"/>
                    <a:pt x="51516" y="8053"/>
                  </a:cubicBezTo>
                  <a:cubicBezTo>
                    <a:pt x="51618" y="7956"/>
                    <a:pt x="51871" y="7650"/>
                    <a:pt x="52276" y="7141"/>
                  </a:cubicBezTo>
                  <a:cubicBezTo>
                    <a:pt x="52681" y="6633"/>
                    <a:pt x="53238" y="6076"/>
                    <a:pt x="53948" y="5471"/>
                  </a:cubicBezTo>
                  <a:cubicBezTo>
                    <a:pt x="54657" y="4866"/>
                    <a:pt x="55467" y="4253"/>
                    <a:pt x="56379" y="3647"/>
                  </a:cubicBezTo>
                  <a:cubicBezTo>
                    <a:pt x="59824" y="1218"/>
                    <a:pt x="62154" y="0"/>
                    <a:pt x="63370" y="0"/>
                  </a:cubicBezTo>
                  <a:cubicBezTo>
                    <a:pt x="63775" y="0"/>
                    <a:pt x="64129" y="153"/>
                    <a:pt x="64433" y="452"/>
                  </a:cubicBezTo>
                  <a:cubicBezTo>
                    <a:pt x="64737" y="758"/>
                    <a:pt x="64889" y="1009"/>
                    <a:pt x="64889" y="1218"/>
                  </a:cubicBezTo>
                  <a:cubicBezTo>
                    <a:pt x="64889" y="2130"/>
                    <a:pt x="61394" y="16566"/>
                    <a:pt x="54404" y="44527"/>
                  </a:cubicBezTo>
                  <a:cubicBezTo>
                    <a:pt x="47211" y="73294"/>
                    <a:pt x="43614" y="87883"/>
                    <a:pt x="43614" y="88295"/>
                  </a:cubicBezTo>
                  <a:cubicBezTo>
                    <a:pt x="43614" y="89102"/>
                    <a:pt x="45893" y="89554"/>
                    <a:pt x="50452" y="89659"/>
                  </a:cubicBezTo>
                  <a:lnTo>
                    <a:pt x="54252" y="89659"/>
                  </a:lnTo>
                  <a:cubicBezTo>
                    <a:pt x="54859" y="90465"/>
                    <a:pt x="55163" y="90925"/>
                    <a:pt x="55163" y="91030"/>
                  </a:cubicBezTo>
                  <a:cubicBezTo>
                    <a:pt x="55163" y="91127"/>
                    <a:pt x="55011" y="92039"/>
                    <a:pt x="54707" y="93766"/>
                  </a:cubicBezTo>
                  <a:cubicBezTo>
                    <a:pt x="54302" y="95081"/>
                    <a:pt x="53796" y="96041"/>
                    <a:pt x="53188" y="96647"/>
                  </a:cubicBezTo>
                  <a:lnTo>
                    <a:pt x="51212" y="96647"/>
                  </a:lnTo>
                  <a:cubicBezTo>
                    <a:pt x="48072" y="96445"/>
                    <a:pt x="42601" y="96348"/>
                    <a:pt x="34800" y="96348"/>
                  </a:cubicBezTo>
                  <a:cubicBezTo>
                    <a:pt x="31963" y="96348"/>
                    <a:pt x="29380" y="96348"/>
                    <a:pt x="27050" y="96348"/>
                  </a:cubicBezTo>
                  <a:cubicBezTo>
                    <a:pt x="24720" y="96348"/>
                    <a:pt x="22845" y="96348"/>
                    <a:pt x="21427" y="96348"/>
                  </a:cubicBezTo>
                  <a:cubicBezTo>
                    <a:pt x="20009" y="96348"/>
                    <a:pt x="19148" y="96396"/>
                    <a:pt x="18844" y="96501"/>
                  </a:cubicBezTo>
                  <a:cubicBezTo>
                    <a:pt x="17425" y="96501"/>
                    <a:pt x="16716" y="96090"/>
                    <a:pt x="16716" y="95283"/>
                  </a:cubicBezTo>
                  <a:cubicBezTo>
                    <a:pt x="16716" y="94976"/>
                    <a:pt x="16817" y="94218"/>
                    <a:pt x="17020" y="92999"/>
                  </a:cubicBezTo>
                  <a:cubicBezTo>
                    <a:pt x="17425" y="91377"/>
                    <a:pt x="17780" y="90417"/>
                    <a:pt x="18084" y="90119"/>
                  </a:cubicBezTo>
                  <a:cubicBezTo>
                    <a:pt x="18388" y="89812"/>
                    <a:pt x="19401" y="89659"/>
                    <a:pt x="21123" y="89659"/>
                  </a:cubicBezTo>
                  <a:cubicBezTo>
                    <a:pt x="25986" y="89659"/>
                    <a:pt x="28924" y="89304"/>
                    <a:pt x="29937" y="88593"/>
                  </a:cubicBezTo>
                  <a:cubicBezTo>
                    <a:pt x="30748" y="88085"/>
                    <a:pt x="32166" y="83631"/>
                    <a:pt x="34192" y="75222"/>
                  </a:cubicBezTo>
                  <a:cubicBezTo>
                    <a:pt x="36218" y="66814"/>
                    <a:pt x="37282" y="62505"/>
                    <a:pt x="37383" y="62303"/>
                  </a:cubicBezTo>
                  <a:cubicBezTo>
                    <a:pt x="37383" y="62207"/>
                    <a:pt x="37029" y="62360"/>
                    <a:pt x="36320" y="62763"/>
                  </a:cubicBezTo>
                  <a:cubicBezTo>
                    <a:pt x="31457" y="66709"/>
                    <a:pt x="26391" y="68686"/>
                    <a:pt x="21123" y="68686"/>
                  </a:cubicBezTo>
                  <a:cubicBezTo>
                    <a:pt x="15551" y="68686"/>
                    <a:pt x="10638" y="66661"/>
                    <a:pt x="6383" y="62610"/>
                  </a:cubicBezTo>
                  <a:cubicBezTo>
                    <a:pt x="2128" y="58559"/>
                    <a:pt x="0" y="52120"/>
                    <a:pt x="0" y="43308"/>
                  </a:cubicBezTo>
                  <a:close/>
                  <a:moveTo>
                    <a:pt x="48477" y="17632"/>
                  </a:moveTo>
                  <a:cubicBezTo>
                    <a:pt x="46147" y="9627"/>
                    <a:pt x="42348" y="5624"/>
                    <a:pt x="37079" y="5624"/>
                  </a:cubicBezTo>
                  <a:cubicBezTo>
                    <a:pt x="33534" y="5624"/>
                    <a:pt x="30140" y="7190"/>
                    <a:pt x="26898" y="10337"/>
                  </a:cubicBezTo>
                  <a:cubicBezTo>
                    <a:pt x="23656" y="13476"/>
                    <a:pt x="21123" y="17575"/>
                    <a:pt x="19300" y="22643"/>
                  </a:cubicBezTo>
                  <a:cubicBezTo>
                    <a:pt x="16362" y="30647"/>
                    <a:pt x="14285" y="38951"/>
                    <a:pt x="13069" y="47561"/>
                  </a:cubicBezTo>
                  <a:cubicBezTo>
                    <a:pt x="13069" y="47867"/>
                    <a:pt x="13069" y="48424"/>
                    <a:pt x="13069" y="49239"/>
                  </a:cubicBezTo>
                  <a:cubicBezTo>
                    <a:pt x="13069" y="50046"/>
                    <a:pt x="13018" y="50651"/>
                    <a:pt x="12917" y="51063"/>
                  </a:cubicBezTo>
                  <a:cubicBezTo>
                    <a:pt x="12917" y="55622"/>
                    <a:pt x="13829" y="58761"/>
                    <a:pt x="15652" y="60480"/>
                  </a:cubicBezTo>
                  <a:cubicBezTo>
                    <a:pt x="17476" y="62207"/>
                    <a:pt x="19654" y="63118"/>
                    <a:pt x="22187" y="63215"/>
                  </a:cubicBezTo>
                  <a:cubicBezTo>
                    <a:pt x="27658" y="63215"/>
                    <a:pt x="33280" y="59568"/>
                    <a:pt x="39055" y="52273"/>
                  </a:cubicBezTo>
                  <a:lnTo>
                    <a:pt x="40271" y="50603"/>
                  </a:lnTo>
                  <a:lnTo>
                    <a:pt x="48477" y="17632"/>
                  </a:lnTo>
                  <a:close/>
                </a:path>
              </a:pathLst>
            </a:custGeom>
            <a:solidFill>
              <a:srgbClr val="000000"/>
            </a:solidFill>
            <a:ln w="807" cap="flat">
              <a:noFill/>
              <a:prstDash val="solid"/>
              <a:miter/>
            </a:ln>
          </p:spPr>
        </p:sp>
        <p:sp>
          <p:nvSpPr>
            <p:cNvPr id="569" name="任意形状 568">
              <a:extLst>
                <a:ext uri="{FF2B5EF4-FFF2-40B4-BE49-F238E27FC236}">
                  <a16:creationId xmlns:a16="http://schemas.microsoft.com/office/drawing/2014/main" id="{F55EE5B6-3601-FF49-77EC-A57116A45516}"/>
                </a:ext>
              </a:extLst>
            </p:cNvPr>
            <p:cNvSpPr/>
            <p:nvPr/>
          </p:nvSpPr>
          <p:spPr>
            <a:xfrm>
              <a:off x="1143433" y="2649860"/>
              <a:ext cx="50343" cy="84036"/>
            </a:xfrm>
            <a:custGeom>
              <a:avLst/>
              <a:gdLst>
                <a:gd name="csX0" fmla="*/ 6339 w 42868"/>
                <a:gd name="csY0" fmla="*/ 25467 h 71558"/>
                <a:gd name="csX1" fmla="*/ 1719 w 42868"/>
                <a:gd name="csY1" fmla="*/ 23530 h 71558"/>
                <a:gd name="csX2" fmla="*/ 0 w 42868"/>
                <a:gd name="csY2" fmla="*/ 18802 h 71558"/>
                <a:gd name="csX3" fmla="*/ 5694 w 42868"/>
                <a:gd name="csY3" fmla="*/ 5592 h 71558"/>
                <a:gd name="csX4" fmla="*/ 19876 w 42868"/>
                <a:gd name="csY4" fmla="*/ 0 h 71558"/>
                <a:gd name="csX5" fmla="*/ 36207 w 42868"/>
                <a:gd name="csY5" fmla="*/ 6020 h 71558"/>
                <a:gd name="csX6" fmla="*/ 42868 w 42868"/>
                <a:gd name="csY6" fmla="*/ 21593 h 71558"/>
                <a:gd name="csX7" fmla="*/ 40720 w 42868"/>
                <a:gd name="csY7" fmla="*/ 30405 h 71558"/>
                <a:gd name="csX8" fmla="*/ 35562 w 42868"/>
                <a:gd name="csY8" fmla="*/ 37716 h 71558"/>
                <a:gd name="csX9" fmla="*/ 26967 w 42868"/>
                <a:gd name="csY9" fmla="*/ 45664 h 71558"/>
                <a:gd name="csX10" fmla="*/ 16223 w 42868"/>
                <a:gd name="csY10" fmla="*/ 55549 h 71558"/>
                <a:gd name="csX11" fmla="*/ 9884 w 42868"/>
                <a:gd name="csY11" fmla="*/ 61561 h 71558"/>
                <a:gd name="csX12" fmla="*/ 18050 w 42868"/>
                <a:gd name="csY12" fmla="*/ 61674 h 71558"/>
                <a:gd name="csX13" fmla="*/ 35993 w 42868"/>
                <a:gd name="csY13" fmla="*/ 61133 h 71558"/>
                <a:gd name="csX14" fmla="*/ 38571 w 42868"/>
                <a:gd name="csY14" fmla="*/ 51571 h 71558"/>
                <a:gd name="csX15" fmla="*/ 38571 w 42868"/>
                <a:gd name="csY15" fmla="*/ 51248 h 71558"/>
                <a:gd name="csX16" fmla="*/ 42868 w 42868"/>
                <a:gd name="csY16" fmla="*/ 51248 h 71558"/>
                <a:gd name="csX17" fmla="*/ 42868 w 42868"/>
                <a:gd name="csY17" fmla="*/ 51571 h 71558"/>
                <a:gd name="csX18" fmla="*/ 41472 w 42868"/>
                <a:gd name="csY18" fmla="*/ 61351 h 71558"/>
                <a:gd name="csX19" fmla="*/ 39860 w 42868"/>
                <a:gd name="csY19" fmla="*/ 71236 h 71558"/>
                <a:gd name="csX20" fmla="*/ 39860 w 42868"/>
                <a:gd name="csY20" fmla="*/ 71559 h 71558"/>
                <a:gd name="csX21" fmla="*/ 0 w 42868"/>
                <a:gd name="csY21" fmla="*/ 71559 h 71558"/>
                <a:gd name="csX22" fmla="*/ 0 w 42868"/>
                <a:gd name="csY22" fmla="*/ 69517 h 71558"/>
                <a:gd name="csX23" fmla="*/ 0 w 42868"/>
                <a:gd name="csY23" fmla="*/ 68226 h 71558"/>
                <a:gd name="csX24" fmla="*/ 645 w 42868"/>
                <a:gd name="csY24" fmla="*/ 66612 h 71558"/>
                <a:gd name="csX25" fmla="*/ 3868 w 42868"/>
                <a:gd name="csY25" fmla="*/ 62852 h 71558"/>
                <a:gd name="csX26" fmla="*/ 9240 w 42868"/>
                <a:gd name="csY26" fmla="*/ 56840 h 71558"/>
                <a:gd name="csX27" fmla="*/ 12892 w 42868"/>
                <a:gd name="csY27" fmla="*/ 52862 h 71558"/>
                <a:gd name="csX28" fmla="*/ 16545 w 42868"/>
                <a:gd name="csY28" fmla="*/ 48884 h 71558"/>
                <a:gd name="csX29" fmla="*/ 19662 w 42868"/>
                <a:gd name="csY29" fmla="*/ 45342 h 71558"/>
                <a:gd name="csX30" fmla="*/ 22670 w 42868"/>
                <a:gd name="csY30" fmla="*/ 41686 h 71558"/>
                <a:gd name="csX31" fmla="*/ 25141 w 42868"/>
                <a:gd name="csY31" fmla="*/ 38467 h 71558"/>
                <a:gd name="csX32" fmla="*/ 27397 w 42868"/>
                <a:gd name="csY32" fmla="*/ 35029 h 71558"/>
                <a:gd name="csX33" fmla="*/ 29009 w 42868"/>
                <a:gd name="csY33" fmla="*/ 31914 h 71558"/>
                <a:gd name="csX34" fmla="*/ 30405 w 42868"/>
                <a:gd name="csY34" fmla="*/ 28477 h 71558"/>
                <a:gd name="csX35" fmla="*/ 31157 w 42868"/>
                <a:gd name="csY35" fmla="*/ 25249 h 71558"/>
                <a:gd name="csX36" fmla="*/ 31480 w 42868"/>
                <a:gd name="csY36" fmla="*/ 21706 h 71558"/>
                <a:gd name="csX37" fmla="*/ 27827 w 42868"/>
                <a:gd name="csY37" fmla="*/ 9998 h 71558"/>
                <a:gd name="csX38" fmla="*/ 17406 w 42868"/>
                <a:gd name="csY38" fmla="*/ 5051 h 71558"/>
                <a:gd name="csX39" fmla="*/ 11174 w 42868"/>
                <a:gd name="csY39" fmla="*/ 6875 h 71558"/>
                <a:gd name="csX40" fmla="*/ 7413 w 42868"/>
                <a:gd name="csY40" fmla="*/ 10426 h 71558"/>
                <a:gd name="csX41" fmla="*/ 6339 w 42868"/>
                <a:gd name="csY41" fmla="*/ 12467 h 71558"/>
                <a:gd name="csX42" fmla="*/ 6876 w 42868"/>
                <a:gd name="csY42" fmla="*/ 12572 h 71558"/>
                <a:gd name="csX43" fmla="*/ 10851 w 42868"/>
                <a:gd name="csY43" fmla="*/ 14073 h 71558"/>
                <a:gd name="csX44" fmla="*/ 12892 w 42868"/>
                <a:gd name="csY44" fmla="*/ 19019 h 71558"/>
                <a:gd name="csX45" fmla="*/ 11174 w 42868"/>
                <a:gd name="csY45" fmla="*/ 23530 h 71558"/>
                <a:gd name="csX46" fmla="*/ 6339 w 42868"/>
                <a:gd name="csY46" fmla="*/ 25467 h 71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42868" h="71558">
                  <a:moveTo>
                    <a:pt x="6339" y="25467"/>
                  </a:moveTo>
                  <a:cubicBezTo>
                    <a:pt x="4405" y="25467"/>
                    <a:pt x="2865" y="24821"/>
                    <a:pt x="1719" y="23530"/>
                  </a:cubicBezTo>
                  <a:cubicBezTo>
                    <a:pt x="573" y="22239"/>
                    <a:pt x="0" y="20666"/>
                    <a:pt x="0" y="18802"/>
                  </a:cubicBezTo>
                  <a:cubicBezTo>
                    <a:pt x="0" y="13718"/>
                    <a:pt x="1898" y="9312"/>
                    <a:pt x="5694" y="5592"/>
                  </a:cubicBezTo>
                  <a:cubicBezTo>
                    <a:pt x="9491" y="1864"/>
                    <a:pt x="14218" y="0"/>
                    <a:pt x="19876" y="0"/>
                  </a:cubicBezTo>
                  <a:cubicBezTo>
                    <a:pt x="26394" y="0"/>
                    <a:pt x="31838" y="2009"/>
                    <a:pt x="36207" y="6020"/>
                  </a:cubicBezTo>
                  <a:cubicBezTo>
                    <a:pt x="40576" y="10030"/>
                    <a:pt x="42797" y="15219"/>
                    <a:pt x="42868" y="21593"/>
                  </a:cubicBezTo>
                  <a:cubicBezTo>
                    <a:pt x="42868" y="24676"/>
                    <a:pt x="42152" y="27613"/>
                    <a:pt x="40720" y="30405"/>
                  </a:cubicBezTo>
                  <a:cubicBezTo>
                    <a:pt x="39287" y="33197"/>
                    <a:pt x="37568" y="35634"/>
                    <a:pt x="35562" y="37716"/>
                  </a:cubicBezTo>
                  <a:cubicBezTo>
                    <a:pt x="33557" y="39790"/>
                    <a:pt x="30692" y="42445"/>
                    <a:pt x="26967" y="45664"/>
                  </a:cubicBezTo>
                  <a:cubicBezTo>
                    <a:pt x="24389" y="47883"/>
                    <a:pt x="20808" y="51176"/>
                    <a:pt x="16223" y="55549"/>
                  </a:cubicBezTo>
                  <a:lnTo>
                    <a:pt x="9884" y="61561"/>
                  </a:lnTo>
                  <a:lnTo>
                    <a:pt x="18050" y="61674"/>
                  </a:lnTo>
                  <a:cubicBezTo>
                    <a:pt x="29295" y="61674"/>
                    <a:pt x="35276" y="61496"/>
                    <a:pt x="35993" y="61133"/>
                  </a:cubicBezTo>
                  <a:cubicBezTo>
                    <a:pt x="36494" y="60988"/>
                    <a:pt x="37353" y="57801"/>
                    <a:pt x="38571" y="51571"/>
                  </a:cubicBezTo>
                  <a:lnTo>
                    <a:pt x="38571" y="51248"/>
                  </a:lnTo>
                  <a:lnTo>
                    <a:pt x="42868" y="51248"/>
                  </a:lnTo>
                  <a:lnTo>
                    <a:pt x="42868" y="51571"/>
                  </a:lnTo>
                  <a:cubicBezTo>
                    <a:pt x="42797" y="51789"/>
                    <a:pt x="42331" y="55049"/>
                    <a:pt x="41472" y="61351"/>
                  </a:cubicBezTo>
                  <a:cubicBezTo>
                    <a:pt x="40612" y="67653"/>
                    <a:pt x="40075" y="70946"/>
                    <a:pt x="39860" y="71236"/>
                  </a:cubicBezTo>
                  <a:lnTo>
                    <a:pt x="39860" y="71559"/>
                  </a:lnTo>
                  <a:lnTo>
                    <a:pt x="0" y="71559"/>
                  </a:lnTo>
                  <a:lnTo>
                    <a:pt x="0" y="69517"/>
                  </a:lnTo>
                  <a:lnTo>
                    <a:pt x="0" y="68226"/>
                  </a:lnTo>
                  <a:cubicBezTo>
                    <a:pt x="0" y="67726"/>
                    <a:pt x="215" y="67185"/>
                    <a:pt x="645" y="66612"/>
                  </a:cubicBezTo>
                  <a:cubicBezTo>
                    <a:pt x="1074" y="66040"/>
                    <a:pt x="2149" y="64789"/>
                    <a:pt x="3868" y="62852"/>
                  </a:cubicBezTo>
                  <a:cubicBezTo>
                    <a:pt x="5945" y="60560"/>
                    <a:pt x="7736" y="58559"/>
                    <a:pt x="9240" y="56840"/>
                  </a:cubicBezTo>
                  <a:cubicBezTo>
                    <a:pt x="9884" y="56122"/>
                    <a:pt x="11102" y="54799"/>
                    <a:pt x="12892" y="52862"/>
                  </a:cubicBezTo>
                  <a:cubicBezTo>
                    <a:pt x="14684" y="50926"/>
                    <a:pt x="15901" y="49602"/>
                    <a:pt x="16545" y="48884"/>
                  </a:cubicBezTo>
                  <a:cubicBezTo>
                    <a:pt x="17190" y="48174"/>
                    <a:pt x="18229" y="46988"/>
                    <a:pt x="19662" y="45342"/>
                  </a:cubicBezTo>
                  <a:cubicBezTo>
                    <a:pt x="21094" y="43695"/>
                    <a:pt x="22097" y="42477"/>
                    <a:pt x="22670" y="41686"/>
                  </a:cubicBezTo>
                  <a:cubicBezTo>
                    <a:pt x="23243" y="40903"/>
                    <a:pt x="24067" y="39830"/>
                    <a:pt x="25141" y="38467"/>
                  </a:cubicBezTo>
                  <a:cubicBezTo>
                    <a:pt x="26215" y="37103"/>
                    <a:pt x="26967" y="35957"/>
                    <a:pt x="27397" y="35029"/>
                  </a:cubicBezTo>
                  <a:cubicBezTo>
                    <a:pt x="27827" y="34093"/>
                    <a:pt x="28364" y="33060"/>
                    <a:pt x="29009" y="31914"/>
                  </a:cubicBezTo>
                  <a:cubicBezTo>
                    <a:pt x="29653" y="30768"/>
                    <a:pt x="30119" y="29623"/>
                    <a:pt x="30405" y="28477"/>
                  </a:cubicBezTo>
                  <a:cubicBezTo>
                    <a:pt x="30692" y="27331"/>
                    <a:pt x="30943" y="26250"/>
                    <a:pt x="31157" y="25249"/>
                  </a:cubicBezTo>
                  <a:cubicBezTo>
                    <a:pt x="31372" y="24248"/>
                    <a:pt x="31480" y="23062"/>
                    <a:pt x="31480" y="21706"/>
                  </a:cubicBezTo>
                  <a:cubicBezTo>
                    <a:pt x="31480" y="17196"/>
                    <a:pt x="30262" y="13290"/>
                    <a:pt x="27827" y="9998"/>
                  </a:cubicBezTo>
                  <a:cubicBezTo>
                    <a:pt x="25392" y="6697"/>
                    <a:pt x="21918" y="5051"/>
                    <a:pt x="17406" y="5051"/>
                  </a:cubicBezTo>
                  <a:cubicBezTo>
                    <a:pt x="15041" y="5051"/>
                    <a:pt x="12964" y="5665"/>
                    <a:pt x="11174" y="6875"/>
                  </a:cubicBezTo>
                  <a:cubicBezTo>
                    <a:pt x="9383" y="8093"/>
                    <a:pt x="8130" y="9280"/>
                    <a:pt x="7413" y="10426"/>
                  </a:cubicBezTo>
                  <a:cubicBezTo>
                    <a:pt x="6697" y="11571"/>
                    <a:pt x="6339" y="12249"/>
                    <a:pt x="6339" y="12467"/>
                  </a:cubicBezTo>
                  <a:cubicBezTo>
                    <a:pt x="6339" y="12540"/>
                    <a:pt x="6518" y="12572"/>
                    <a:pt x="6876" y="12572"/>
                  </a:cubicBezTo>
                  <a:cubicBezTo>
                    <a:pt x="8165" y="12572"/>
                    <a:pt x="9491" y="13072"/>
                    <a:pt x="10851" y="14073"/>
                  </a:cubicBezTo>
                  <a:cubicBezTo>
                    <a:pt x="12212" y="15082"/>
                    <a:pt x="12892" y="16728"/>
                    <a:pt x="12892" y="19019"/>
                  </a:cubicBezTo>
                  <a:cubicBezTo>
                    <a:pt x="12892" y="20811"/>
                    <a:pt x="12320" y="22312"/>
                    <a:pt x="11174" y="23530"/>
                  </a:cubicBezTo>
                  <a:cubicBezTo>
                    <a:pt x="10028" y="24749"/>
                    <a:pt x="8416" y="25394"/>
                    <a:pt x="6339" y="25467"/>
                  </a:cubicBezTo>
                  <a:close/>
                </a:path>
              </a:pathLst>
            </a:custGeom>
            <a:solidFill>
              <a:srgbClr val="000000"/>
            </a:solidFill>
            <a:ln w="807" cap="flat">
              <a:noFill/>
              <a:prstDash val="solid"/>
              <a:miter/>
            </a:ln>
          </p:spPr>
        </p:sp>
        <p:sp>
          <p:nvSpPr>
            <p:cNvPr id="570" name="任意形状 569">
              <a:extLst>
                <a:ext uri="{FF2B5EF4-FFF2-40B4-BE49-F238E27FC236}">
                  <a16:creationId xmlns:a16="http://schemas.microsoft.com/office/drawing/2014/main" id="{A169F404-00F1-6F05-8285-818CEAB2440C}"/>
                </a:ext>
              </a:extLst>
            </p:cNvPr>
            <p:cNvSpPr/>
            <p:nvPr/>
          </p:nvSpPr>
          <p:spPr>
            <a:xfrm>
              <a:off x="1071000" y="2910641"/>
              <a:ext cx="71441" cy="106410"/>
            </a:xfrm>
            <a:custGeom>
              <a:avLst/>
              <a:gdLst>
                <a:gd name="csX0" fmla="*/ 0 w 60833"/>
                <a:gd name="csY0" fmla="*/ 40605 h 90610"/>
                <a:gd name="csX1" fmla="*/ 10828 w 60833"/>
                <a:gd name="csY1" fmla="*/ 13250 h 90610"/>
                <a:gd name="csX2" fmla="*/ 35189 w 60833"/>
                <a:gd name="csY2" fmla="*/ 145 h 90610"/>
                <a:gd name="csX3" fmla="*/ 48296 w 60833"/>
                <a:gd name="csY3" fmla="*/ 7553 h 90610"/>
                <a:gd name="csX4" fmla="*/ 49009 w 60833"/>
                <a:gd name="csY4" fmla="*/ 6698 h 90610"/>
                <a:gd name="csX5" fmla="*/ 50576 w 60833"/>
                <a:gd name="csY5" fmla="*/ 5132 h 90610"/>
                <a:gd name="csX6" fmla="*/ 52855 w 60833"/>
                <a:gd name="csY6" fmla="*/ 3421 h 90610"/>
                <a:gd name="csX7" fmla="*/ 59409 w 60833"/>
                <a:gd name="csY7" fmla="*/ 0 h 90610"/>
                <a:gd name="csX8" fmla="*/ 60406 w 60833"/>
                <a:gd name="csY8" fmla="*/ 428 h 90610"/>
                <a:gd name="csX9" fmla="*/ 60834 w 60833"/>
                <a:gd name="csY9" fmla="*/ 1138 h 90610"/>
                <a:gd name="csX10" fmla="*/ 51003 w 60833"/>
                <a:gd name="csY10" fmla="*/ 41743 h 90610"/>
                <a:gd name="csX11" fmla="*/ 40888 w 60833"/>
                <a:gd name="csY11" fmla="*/ 82775 h 90610"/>
                <a:gd name="csX12" fmla="*/ 47299 w 60833"/>
                <a:gd name="csY12" fmla="*/ 84058 h 90610"/>
                <a:gd name="csX13" fmla="*/ 50861 w 60833"/>
                <a:gd name="csY13" fmla="*/ 84058 h 90610"/>
                <a:gd name="csX14" fmla="*/ 51716 w 60833"/>
                <a:gd name="csY14" fmla="*/ 85341 h 90610"/>
                <a:gd name="csX15" fmla="*/ 51288 w 60833"/>
                <a:gd name="csY15" fmla="*/ 87899 h 90610"/>
                <a:gd name="csX16" fmla="*/ 49864 w 60833"/>
                <a:gd name="csY16" fmla="*/ 90611 h 90610"/>
                <a:gd name="csX17" fmla="*/ 48012 w 60833"/>
                <a:gd name="csY17" fmla="*/ 90611 h 90610"/>
                <a:gd name="csX18" fmla="*/ 32625 w 60833"/>
                <a:gd name="csY18" fmla="*/ 90320 h 90610"/>
                <a:gd name="csX19" fmla="*/ 25359 w 60833"/>
                <a:gd name="csY19" fmla="*/ 90320 h 90610"/>
                <a:gd name="csX20" fmla="*/ 20088 w 60833"/>
                <a:gd name="csY20" fmla="*/ 90320 h 90610"/>
                <a:gd name="csX21" fmla="*/ 17666 w 60833"/>
                <a:gd name="csY21" fmla="*/ 90465 h 90610"/>
                <a:gd name="csX22" fmla="*/ 15671 w 60833"/>
                <a:gd name="csY22" fmla="*/ 89328 h 90610"/>
                <a:gd name="csX23" fmla="*/ 15956 w 60833"/>
                <a:gd name="csY23" fmla="*/ 87189 h 90610"/>
                <a:gd name="csX24" fmla="*/ 16954 w 60833"/>
                <a:gd name="csY24" fmla="*/ 84486 h 90610"/>
                <a:gd name="csX25" fmla="*/ 19803 w 60833"/>
                <a:gd name="csY25" fmla="*/ 84058 h 90610"/>
                <a:gd name="csX26" fmla="*/ 28066 w 60833"/>
                <a:gd name="csY26" fmla="*/ 83058 h 90610"/>
                <a:gd name="csX27" fmla="*/ 32055 w 60833"/>
                <a:gd name="csY27" fmla="*/ 70518 h 90610"/>
                <a:gd name="csX28" fmla="*/ 35047 w 60833"/>
                <a:gd name="csY28" fmla="*/ 58414 h 90610"/>
                <a:gd name="csX29" fmla="*/ 34050 w 60833"/>
                <a:gd name="csY29" fmla="*/ 58842 h 90610"/>
                <a:gd name="csX30" fmla="*/ 19803 w 60833"/>
                <a:gd name="csY30" fmla="*/ 64393 h 90610"/>
                <a:gd name="csX31" fmla="*/ 5984 w 60833"/>
                <a:gd name="csY31" fmla="*/ 58696 h 90610"/>
                <a:gd name="csX32" fmla="*/ 0 w 60833"/>
                <a:gd name="csY32" fmla="*/ 40605 h 90610"/>
                <a:gd name="csX33" fmla="*/ 45447 w 60833"/>
                <a:gd name="csY33" fmla="*/ 16526 h 90610"/>
                <a:gd name="csX34" fmla="*/ 34762 w 60833"/>
                <a:gd name="csY34" fmla="*/ 5269 h 90610"/>
                <a:gd name="csX35" fmla="*/ 25217 w 60833"/>
                <a:gd name="csY35" fmla="*/ 9691 h 90610"/>
                <a:gd name="csX36" fmla="*/ 18093 w 60833"/>
                <a:gd name="csY36" fmla="*/ 21231 h 90610"/>
                <a:gd name="csX37" fmla="*/ 12252 w 60833"/>
                <a:gd name="csY37" fmla="*/ 44591 h 90610"/>
                <a:gd name="csX38" fmla="*/ 12252 w 60833"/>
                <a:gd name="csY38" fmla="*/ 46157 h 90610"/>
                <a:gd name="csX39" fmla="*/ 12110 w 60833"/>
                <a:gd name="csY39" fmla="*/ 47867 h 90610"/>
                <a:gd name="csX40" fmla="*/ 14674 w 60833"/>
                <a:gd name="csY40" fmla="*/ 56703 h 90610"/>
                <a:gd name="csX41" fmla="*/ 20800 w 60833"/>
                <a:gd name="csY41" fmla="*/ 59269 h 90610"/>
                <a:gd name="csX42" fmla="*/ 36614 w 60833"/>
                <a:gd name="csY42" fmla="*/ 49005 h 90610"/>
                <a:gd name="csX43" fmla="*/ 37754 w 60833"/>
                <a:gd name="csY43" fmla="*/ 47440 h 90610"/>
                <a:gd name="csX44" fmla="*/ 45447 w 60833"/>
                <a:gd name="csY44" fmla="*/ 16526 h 90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0833" h="90610">
                  <a:moveTo>
                    <a:pt x="0" y="40605"/>
                  </a:moveTo>
                  <a:cubicBezTo>
                    <a:pt x="0" y="31011"/>
                    <a:pt x="3609" y="21892"/>
                    <a:pt x="10828" y="13250"/>
                  </a:cubicBezTo>
                  <a:cubicBezTo>
                    <a:pt x="18046" y="4608"/>
                    <a:pt x="26166" y="234"/>
                    <a:pt x="35189" y="145"/>
                  </a:cubicBezTo>
                  <a:cubicBezTo>
                    <a:pt x="40888" y="145"/>
                    <a:pt x="45257" y="2614"/>
                    <a:pt x="48296" y="7553"/>
                  </a:cubicBezTo>
                  <a:cubicBezTo>
                    <a:pt x="48391" y="7456"/>
                    <a:pt x="48629" y="7174"/>
                    <a:pt x="49009" y="6698"/>
                  </a:cubicBezTo>
                  <a:cubicBezTo>
                    <a:pt x="49389" y="6221"/>
                    <a:pt x="49911" y="5697"/>
                    <a:pt x="50576" y="5132"/>
                  </a:cubicBezTo>
                  <a:cubicBezTo>
                    <a:pt x="51241" y="4559"/>
                    <a:pt x="52001" y="3986"/>
                    <a:pt x="52855" y="3421"/>
                  </a:cubicBezTo>
                  <a:cubicBezTo>
                    <a:pt x="56085" y="1138"/>
                    <a:pt x="58269" y="0"/>
                    <a:pt x="59409" y="0"/>
                  </a:cubicBezTo>
                  <a:cubicBezTo>
                    <a:pt x="59789" y="0"/>
                    <a:pt x="60121" y="145"/>
                    <a:pt x="60406" y="428"/>
                  </a:cubicBezTo>
                  <a:cubicBezTo>
                    <a:pt x="60691" y="710"/>
                    <a:pt x="60834" y="952"/>
                    <a:pt x="60834" y="1138"/>
                  </a:cubicBezTo>
                  <a:cubicBezTo>
                    <a:pt x="60834" y="1993"/>
                    <a:pt x="57557" y="15525"/>
                    <a:pt x="51003" y="41743"/>
                  </a:cubicBezTo>
                  <a:cubicBezTo>
                    <a:pt x="44260" y="68719"/>
                    <a:pt x="40888" y="82396"/>
                    <a:pt x="40888" y="82775"/>
                  </a:cubicBezTo>
                  <a:cubicBezTo>
                    <a:pt x="40888" y="83534"/>
                    <a:pt x="43025" y="83962"/>
                    <a:pt x="47299" y="84058"/>
                  </a:cubicBezTo>
                  <a:lnTo>
                    <a:pt x="50861" y="84058"/>
                  </a:lnTo>
                  <a:cubicBezTo>
                    <a:pt x="51431" y="84817"/>
                    <a:pt x="51716" y="85245"/>
                    <a:pt x="51716" y="85341"/>
                  </a:cubicBezTo>
                  <a:cubicBezTo>
                    <a:pt x="51716" y="85430"/>
                    <a:pt x="51573" y="86286"/>
                    <a:pt x="51288" y="87899"/>
                  </a:cubicBezTo>
                  <a:cubicBezTo>
                    <a:pt x="50908" y="89134"/>
                    <a:pt x="50433" y="90038"/>
                    <a:pt x="49864" y="90611"/>
                  </a:cubicBezTo>
                  <a:lnTo>
                    <a:pt x="48012" y="90611"/>
                  </a:lnTo>
                  <a:cubicBezTo>
                    <a:pt x="45067" y="90417"/>
                    <a:pt x="39938" y="90320"/>
                    <a:pt x="32625" y="90320"/>
                  </a:cubicBezTo>
                  <a:cubicBezTo>
                    <a:pt x="29966" y="90320"/>
                    <a:pt x="27544" y="90320"/>
                    <a:pt x="25359" y="90320"/>
                  </a:cubicBezTo>
                  <a:cubicBezTo>
                    <a:pt x="23175" y="90320"/>
                    <a:pt x="21418" y="90320"/>
                    <a:pt x="20088" y="90320"/>
                  </a:cubicBezTo>
                  <a:cubicBezTo>
                    <a:pt x="18758" y="90320"/>
                    <a:pt x="17951" y="90369"/>
                    <a:pt x="17666" y="90465"/>
                  </a:cubicBezTo>
                  <a:cubicBezTo>
                    <a:pt x="16336" y="90465"/>
                    <a:pt x="15671" y="90086"/>
                    <a:pt x="15671" y="89328"/>
                  </a:cubicBezTo>
                  <a:cubicBezTo>
                    <a:pt x="15671" y="89045"/>
                    <a:pt x="15766" y="88327"/>
                    <a:pt x="15956" y="87189"/>
                  </a:cubicBezTo>
                  <a:cubicBezTo>
                    <a:pt x="16336" y="85672"/>
                    <a:pt x="16669" y="84769"/>
                    <a:pt x="16954" y="84486"/>
                  </a:cubicBezTo>
                  <a:cubicBezTo>
                    <a:pt x="17239" y="84196"/>
                    <a:pt x="18188" y="84058"/>
                    <a:pt x="19803" y="84058"/>
                  </a:cubicBezTo>
                  <a:cubicBezTo>
                    <a:pt x="24362" y="84058"/>
                    <a:pt x="27116" y="83719"/>
                    <a:pt x="28066" y="83058"/>
                  </a:cubicBezTo>
                  <a:cubicBezTo>
                    <a:pt x="28826" y="82582"/>
                    <a:pt x="30156" y="78402"/>
                    <a:pt x="32055" y="70518"/>
                  </a:cubicBezTo>
                  <a:cubicBezTo>
                    <a:pt x="33955" y="62634"/>
                    <a:pt x="34952" y="58600"/>
                    <a:pt x="35047" y="58414"/>
                  </a:cubicBezTo>
                  <a:cubicBezTo>
                    <a:pt x="35047" y="58317"/>
                    <a:pt x="34715" y="58462"/>
                    <a:pt x="34050" y="58842"/>
                  </a:cubicBezTo>
                  <a:cubicBezTo>
                    <a:pt x="29491" y="62546"/>
                    <a:pt x="24742" y="64393"/>
                    <a:pt x="19803" y="64393"/>
                  </a:cubicBezTo>
                  <a:cubicBezTo>
                    <a:pt x="14579" y="64393"/>
                    <a:pt x="9973" y="62497"/>
                    <a:pt x="5984" y="58696"/>
                  </a:cubicBezTo>
                  <a:cubicBezTo>
                    <a:pt x="1995" y="54896"/>
                    <a:pt x="0" y="48868"/>
                    <a:pt x="0" y="40605"/>
                  </a:cubicBezTo>
                  <a:close/>
                  <a:moveTo>
                    <a:pt x="45447" y="16526"/>
                  </a:moveTo>
                  <a:cubicBezTo>
                    <a:pt x="43263" y="9022"/>
                    <a:pt x="39701" y="5269"/>
                    <a:pt x="34762" y="5269"/>
                  </a:cubicBezTo>
                  <a:cubicBezTo>
                    <a:pt x="31438" y="5269"/>
                    <a:pt x="28256" y="6746"/>
                    <a:pt x="25217" y="9691"/>
                  </a:cubicBezTo>
                  <a:cubicBezTo>
                    <a:pt x="22177" y="12629"/>
                    <a:pt x="19803" y="16478"/>
                    <a:pt x="18093" y="21231"/>
                  </a:cubicBezTo>
                  <a:cubicBezTo>
                    <a:pt x="15339" y="28727"/>
                    <a:pt x="13392" y="36522"/>
                    <a:pt x="12252" y="44591"/>
                  </a:cubicBezTo>
                  <a:cubicBezTo>
                    <a:pt x="12252" y="44874"/>
                    <a:pt x="12252" y="45398"/>
                    <a:pt x="12252" y="46157"/>
                  </a:cubicBezTo>
                  <a:cubicBezTo>
                    <a:pt x="12252" y="46915"/>
                    <a:pt x="12205" y="47488"/>
                    <a:pt x="12110" y="47867"/>
                  </a:cubicBezTo>
                  <a:cubicBezTo>
                    <a:pt x="12110" y="52144"/>
                    <a:pt x="12965" y="55089"/>
                    <a:pt x="14674" y="56703"/>
                  </a:cubicBezTo>
                  <a:cubicBezTo>
                    <a:pt x="16384" y="58317"/>
                    <a:pt x="18426" y="59172"/>
                    <a:pt x="20800" y="59269"/>
                  </a:cubicBezTo>
                  <a:cubicBezTo>
                    <a:pt x="25929" y="59269"/>
                    <a:pt x="31200" y="55848"/>
                    <a:pt x="36614" y="49005"/>
                  </a:cubicBezTo>
                  <a:lnTo>
                    <a:pt x="37754" y="47440"/>
                  </a:lnTo>
                  <a:lnTo>
                    <a:pt x="45447" y="16526"/>
                  </a:lnTo>
                  <a:close/>
                </a:path>
              </a:pathLst>
            </a:custGeom>
            <a:solidFill>
              <a:srgbClr val="000000"/>
            </a:solidFill>
            <a:ln w="807" cap="flat">
              <a:noFill/>
              <a:prstDash val="solid"/>
              <a:miter/>
            </a:ln>
          </p:spPr>
        </p:sp>
        <p:sp>
          <p:nvSpPr>
            <p:cNvPr id="571" name="任意形状 570">
              <a:extLst>
                <a:ext uri="{FF2B5EF4-FFF2-40B4-BE49-F238E27FC236}">
                  <a16:creationId xmlns:a16="http://schemas.microsoft.com/office/drawing/2014/main" id="{6E7A966E-E1F5-008E-14C8-2978608443B1}"/>
                </a:ext>
              </a:extLst>
            </p:cNvPr>
            <p:cNvSpPr/>
            <p:nvPr/>
          </p:nvSpPr>
          <p:spPr>
            <a:xfrm>
              <a:off x="1145066" y="2931025"/>
              <a:ext cx="49089" cy="81269"/>
            </a:xfrm>
            <a:custGeom>
              <a:avLst/>
              <a:gdLst>
                <a:gd name="csX0" fmla="*/ 8562 w 41800"/>
                <a:gd name="csY0" fmla="*/ 20351 h 69202"/>
                <a:gd name="csX1" fmla="*/ 4331 w 41800"/>
                <a:gd name="csY1" fmla="*/ 18632 h 69202"/>
                <a:gd name="csX2" fmla="*/ 2720 w 41800"/>
                <a:gd name="csY2" fmla="*/ 14202 h 69202"/>
                <a:gd name="csX3" fmla="*/ 7554 w 41800"/>
                <a:gd name="csY3" fmla="*/ 4333 h 69202"/>
                <a:gd name="csX4" fmla="*/ 19239 w 41800"/>
                <a:gd name="csY4" fmla="*/ 0 h 69202"/>
                <a:gd name="csX5" fmla="*/ 23670 w 41800"/>
                <a:gd name="csY5" fmla="*/ 105 h 69202"/>
                <a:gd name="csX6" fmla="*/ 35052 w 41800"/>
                <a:gd name="csY6" fmla="*/ 5439 h 69202"/>
                <a:gd name="csX7" fmla="*/ 39081 w 41800"/>
                <a:gd name="csY7" fmla="*/ 14404 h 69202"/>
                <a:gd name="csX8" fmla="*/ 35657 w 41800"/>
                <a:gd name="csY8" fmla="*/ 24579 h 69202"/>
                <a:gd name="csX9" fmla="*/ 26188 w 41800"/>
                <a:gd name="csY9" fmla="*/ 31729 h 69202"/>
                <a:gd name="csX10" fmla="*/ 25886 w 41800"/>
                <a:gd name="csY10" fmla="*/ 31930 h 69202"/>
                <a:gd name="csX11" fmla="*/ 26793 w 41800"/>
                <a:gd name="csY11" fmla="*/ 32237 h 69202"/>
                <a:gd name="csX12" fmla="*/ 29714 w 41800"/>
                <a:gd name="csY12" fmla="*/ 33141 h 69202"/>
                <a:gd name="csX13" fmla="*/ 33541 w 41800"/>
                <a:gd name="csY13" fmla="*/ 35255 h 69202"/>
                <a:gd name="csX14" fmla="*/ 41801 w 41800"/>
                <a:gd name="csY14" fmla="*/ 49360 h 69202"/>
                <a:gd name="csX15" fmla="*/ 35556 w 41800"/>
                <a:gd name="csY15" fmla="*/ 63256 h 69202"/>
                <a:gd name="csX16" fmla="*/ 19742 w 41800"/>
                <a:gd name="csY16" fmla="*/ 69203 h 69202"/>
                <a:gd name="csX17" fmla="*/ 5842 w 41800"/>
                <a:gd name="csY17" fmla="*/ 64869 h 69202"/>
                <a:gd name="csX18" fmla="*/ 0 w 41800"/>
                <a:gd name="csY18" fmla="*/ 53887 h 69202"/>
                <a:gd name="csX19" fmla="*/ 1813 w 41800"/>
                <a:gd name="csY19" fmla="*/ 49360 h 69202"/>
                <a:gd name="csX20" fmla="*/ 6346 w 41800"/>
                <a:gd name="csY20" fmla="*/ 47545 h 69202"/>
                <a:gd name="csX21" fmla="*/ 10979 w 41800"/>
                <a:gd name="csY21" fmla="*/ 49360 h 69202"/>
                <a:gd name="csX22" fmla="*/ 12792 w 41800"/>
                <a:gd name="csY22" fmla="*/ 53887 h 69202"/>
                <a:gd name="csX23" fmla="*/ 12490 w 41800"/>
                <a:gd name="csY23" fmla="*/ 55904 h 69202"/>
                <a:gd name="csX24" fmla="*/ 11785 w 41800"/>
                <a:gd name="csY24" fmla="*/ 57518 h 69202"/>
                <a:gd name="csX25" fmla="*/ 10677 w 41800"/>
                <a:gd name="csY25" fmla="*/ 58721 h 69202"/>
                <a:gd name="csX26" fmla="*/ 9468 w 41800"/>
                <a:gd name="csY26" fmla="*/ 59528 h 69202"/>
                <a:gd name="csX27" fmla="*/ 8461 w 41800"/>
                <a:gd name="csY27" fmla="*/ 59931 h 69202"/>
                <a:gd name="csX28" fmla="*/ 7655 w 41800"/>
                <a:gd name="csY28" fmla="*/ 60238 h 69202"/>
                <a:gd name="csX29" fmla="*/ 7252 w 41800"/>
                <a:gd name="csY29" fmla="*/ 60335 h 69202"/>
                <a:gd name="csX30" fmla="*/ 19742 w 41800"/>
                <a:gd name="csY30" fmla="*/ 64869 h 69202"/>
                <a:gd name="csX31" fmla="*/ 28102 w 41800"/>
                <a:gd name="csY31" fmla="*/ 59528 h 69202"/>
                <a:gd name="csX32" fmla="*/ 29814 w 41800"/>
                <a:gd name="csY32" fmla="*/ 49360 h 69202"/>
                <a:gd name="csX33" fmla="*/ 29814 w 41800"/>
                <a:gd name="csY33" fmla="*/ 47343 h 69202"/>
                <a:gd name="csX34" fmla="*/ 23368 w 41800"/>
                <a:gd name="csY34" fmla="*/ 34553 h 69202"/>
                <a:gd name="csX35" fmla="*/ 17224 w 41800"/>
                <a:gd name="csY35" fmla="*/ 33843 h 69202"/>
                <a:gd name="csX36" fmla="*/ 12993 w 41800"/>
                <a:gd name="csY36" fmla="*/ 33746 h 69202"/>
                <a:gd name="csX37" fmla="*/ 12691 w 41800"/>
                <a:gd name="csY37" fmla="*/ 33544 h 69202"/>
                <a:gd name="csX38" fmla="*/ 12490 w 41800"/>
                <a:gd name="csY38" fmla="*/ 31930 h 69202"/>
                <a:gd name="csX39" fmla="*/ 13296 w 41800"/>
                <a:gd name="csY39" fmla="*/ 30115 h 69202"/>
                <a:gd name="csX40" fmla="*/ 19138 w 41800"/>
                <a:gd name="csY40" fmla="*/ 29614 h 69202"/>
                <a:gd name="csX41" fmla="*/ 25383 w 41800"/>
                <a:gd name="csY41" fmla="*/ 25386 h 69202"/>
                <a:gd name="csX42" fmla="*/ 28203 w 41800"/>
                <a:gd name="csY42" fmla="*/ 14105 h 69202"/>
                <a:gd name="csX43" fmla="*/ 28203 w 41800"/>
                <a:gd name="csY43" fmla="*/ 13298 h 69202"/>
                <a:gd name="csX44" fmla="*/ 24678 w 41800"/>
                <a:gd name="csY44" fmla="*/ 5342 h 69202"/>
                <a:gd name="csX45" fmla="*/ 19943 w 41800"/>
                <a:gd name="csY45" fmla="*/ 3930 h 69202"/>
                <a:gd name="csX46" fmla="*/ 14001 w 41800"/>
                <a:gd name="csY46" fmla="*/ 5035 h 69202"/>
                <a:gd name="csX47" fmla="*/ 10173 w 41800"/>
                <a:gd name="csY47" fmla="*/ 7351 h 69202"/>
                <a:gd name="csX48" fmla="*/ 9065 w 41800"/>
                <a:gd name="csY48" fmla="*/ 8562 h 69202"/>
                <a:gd name="csX49" fmla="*/ 9367 w 41800"/>
                <a:gd name="csY49" fmla="*/ 8562 h 69202"/>
                <a:gd name="csX50" fmla="*/ 10173 w 41800"/>
                <a:gd name="csY50" fmla="*/ 8763 h 69202"/>
                <a:gd name="csX51" fmla="*/ 11181 w 41800"/>
                <a:gd name="csY51" fmla="*/ 9272 h 69202"/>
                <a:gd name="csX52" fmla="*/ 12390 w 41800"/>
                <a:gd name="csY52" fmla="*/ 9974 h 69202"/>
                <a:gd name="csX53" fmla="*/ 13397 w 41800"/>
                <a:gd name="csY53" fmla="*/ 11079 h 69202"/>
                <a:gd name="csX54" fmla="*/ 14202 w 41800"/>
                <a:gd name="csY54" fmla="*/ 12588 h 69202"/>
                <a:gd name="csX55" fmla="*/ 14504 w 41800"/>
                <a:gd name="csY55" fmla="*/ 14605 h 69202"/>
                <a:gd name="csX56" fmla="*/ 13094 w 41800"/>
                <a:gd name="csY56" fmla="*/ 18535 h 69202"/>
                <a:gd name="csX57" fmla="*/ 8562 w 41800"/>
                <a:gd name="csY57" fmla="*/ 20351 h 692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41800" h="69202">
                  <a:moveTo>
                    <a:pt x="8562" y="20351"/>
                  </a:moveTo>
                  <a:cubicBezTo>
                    <a:pt x="6749" y="20351"/>
                    <a:pt x="5338" y="19778"/>
                    <a:pt x="4331" y="18632"/>
                  </a:cubicBezTo>
                  <a:cubicBezTo>
                    <a:pt x="3324" y="17494"/>
                    <a:pt x="2787" y="16018"/>
                    <a:pt x="2720" y="14202"/>
                  </a:cubicBezTo>
                  <a:cubicBezTo>
                    <a:pt x="2720" y="10514"/>
                    <a:pt x="4331" y="7222"/>
                    <a:pt x="7554" y="4333"/>
                  </a:cubicBezTo>
                  <a:cubicBezTo>
                    <a:pt x="10778" y="1444"/>
                    <a:pt x="14672" y="0"/>
                    <a:pt x="19239" y="0"/>
                  </a:cubicBezTo>
                  <a:cubicBezTo>
                    <a:pt x="21589" y="0"/>
                    <a:pt x="23066" y="32"/>
                    <a:pt x="23670" y="105"/>
                  </a:cubicBezTo>
                  <a:cubicBezTo>
                    <a:pt x="28640" y="912"/>
                    <a:pt x="32433" y="2687"/>
                    <a:pt x="35052" y="5439"/>
                  </a:cubicBezTo>
                  <a:cubicBezTo>
                    <a:pt x="37671" y="8190"/>
                    <a:pt x="39014" y="11184"/>
                    <a:pt x="39081" y="14404"/>
                  </a:cubicBezTo>
                  <a:cubicBezTo>
                    <a:pt x="39081" y="17898"/>
                    <a:pt x="37940" y="21287"/>
                    <a:pt x="35657" y="24579"/>
                  </a:cubicBezTo>
                  <a:cubicBezTo>
                    <a:pt x="33373" y="27872"/>
                    <a:pt x="30217" y="30252"/>
                    <a:pt x="26188" y="31729"/>
                  </a:cubicBezTo>
                  <a:lnTo>
                    <a:pt x="25886" y="31930"/>
                  </a:lnTo>
                  <a:cubicBezTo>
                    <a:pt x="25886" y="31995"/>
                    <a:pt x="26188" y="32100"/>
                    <a:pt x="26793" y="32237"/>
                  </a:cubicBezTo>
                  <a:cubicBezTo>
                    <a:pt x="27397" y="32366"/>
                    <a:pt x="28371" y="32673"/>
                    <a:pt x="29714" y="33141"/>
                  </a:cubicBezTo>
                  <a:cubicBezTo>
                    <a:pt x="31056" y="33609"/>
                    <a:pt x="32333" y="34319"/>
                    <a:pt x="33541" y="35255"/>
                  </a:cubicBezTo>
                  <a:cubicBezTo>
                    <a:pt x="39047" y="38814"/>
                    <a:pt x="41801" y="43518"/>
                    <a:pt x="41801" y="49360"/>
                  </a:cubicBezTo>
                  <a:cubicBezTo>
                    <a:pt x="41801" y="54662"/>
                    <a:pt x="39719" y="59294"/>
                    <a:pt x="35556" y="63256"/>
                  </a:cubicBezTo>
                  <a:cubicBezTo>
                    <a:pt x="31393" y="67218"/>
                    <a:pt x="26121" y="69203"/>
                    <a:pt x="19742" y="69203"/>
                  </a:cubicBezTo>
                  <a:cubicBezTo>
                    <a:pt x="14370" y="69203"/>
                    <a:pt x="9737" y="67758"/>
                    <a:pt x="5842" y="64869"/>
                  </a:cubicBezTo>
                  <a:cubicBezTo>
                    <a:pt x="1947" y="61981"/>
                    <a:pt x="0" y="58317"/>
                    <a:pt x="0" y="53887"/>
                  </a:cubicBezTo>
                  <a:cubicBezTo>
                    <a:pt x="0" y="52007"/>
                    <a:pt x="604" y="50498"/>
                    <a:pt x="1813" y="49360"/>
                  </a:cubicBezTo>
                  <a:cubicBezTo>
                    <a:pt x="3022" y="48214"/>
                    <a:pt x="4533" y="47609"/>
                    <a:pt x="6346" y="47545"/>
                  </a:cubicBezTo>
                  <a:cubicBezTo>
                    <a:pt x="8226" y="47545"/>
                    <a:pt x="9770" y="48150"/>
                    <a:pt x="10979" y="49360"/>
                  </a:cubicBezTo>
                  <a:cubicBezTo>
                    <a:pt x="12188" y="50563"/>
                    <a:pt x="12792" y="52080"/>
                    <a:pt x="12792" y="53887"/>
                  </a:cubicBezTo>
                  <a:cubicBezTo>
                    <a:pt x="12792" y="54629"/>
                    <a:pt x="12691" y="55299"/>
                    <a:pt x="12490" y="55904"/>
                  </a:cubicBezTo>
                  <a:cubicBezTo>
                    <a:pt x="12289" y="56510"/>
                    <a:pt x="12053" y="57042"/>
                    <a:pt x="11785" y="57518"/>
                  </a:cubicBezTo>
                  <a:cubicBezTo>
                    <a:pt x="11516" y="57986"/>
                    <a:pt x="11147" y="58390"/>
                    <a:pt x="10677" y="58721"/>
                  </a:cubicBezTo>
                  <a:cubicBezTo>
                    <a:pt x="10207" y="59060"/>
                    <a:pt x="9804" y="59326"/>
                    <a:pt x="9468" y="59528"/>
                  </a:cubicBezTo>
                  <a:cubicBezTo>
                    <a:pt x="9132" y="59729"/>
                    <a:pt x="8797" y="59866"/>
                    <a:pt x="8461" y="59931"/>
                  </a:cubicBezTo>
                  <a:cubicBezTo>
                    <a:pt x="8125" y="60004"/>
                    <a:pt x="7857" y="60100"/>
                    <a:pt x="7655" y="60238"/>
                  </a:cubicBezTo>
                  <a:lnTo>
                    <a:pt x="7252" y="60335"/>
                  </a:lnTo>
                  <a:cubicBezTo>
                    <a:pt x="10677" y="63361"/>
                    <a:pt x="14840" y="64869"/>
                    <a:pt x="19742" y="64869"/>
                  </a:cubicBezTo>
                  <a:cubicBezTo>
                    <a:pt x="23435" y="64869"/>
                    <a:pt x="26222" y="63086"/>
                    <a:pt x="28102" y="59528"/>
                  </a:cubicBezTo>
                  <a:cubicBezTo>
                    <a:pt x="29244" y="57317"/>
                    <a:pt x="29814" y="53919"/>
                    <a:pt x="29814" y="49360"/>
                  </a:cubicBezTo>
                  <a:lnTo>
                    <a:pt x="29814" y="47343"/>
                  </a:lnTo>
                  <a:cubicBezTo>
                    <a:pt x="29814" y="40960"/>
                    <a:pt x="27666" y="36699"/>
                    <a:pt x="23368" y="34553"/>
                  </a:cubicBezTo>
                  <a:cubicBezTo>
                    <a:pt x="22361" y="34149"/>
                    <a:pt x="20313" y="33915"/>
                    <a:pt x="17224" y="33843"/>
                  </a:cubicBezTo>
                  <a:lnTo>
                    <a:pt x="12993" y="33746"/>
                  </a:lnTo>
                  <a:lnTo>
                    <a:pt x="12691" y="33544"/>
                  </a:lnTo>
                  <a:cubicBezTo>
                    <a:pt x="12557" y="33343"/>
                    <a:pt x="12490" y="32802"/>
                    <a:pt x="12490" y="31930"/>
                  </a:cubicBezTo>
                  <a:cubicBezTo>
                    <a:pt x="12490" y="30720"/>
                    <a:pt x="12758" y="30115"/>
                    <a:pt x="13296" y="30115"/>
                  </a:cubicBezTo>
                  <a:cubicBezTo>
                    <a:pt x="15176" y="30115"/>
                    <a:pt x="17123" y="29953"/>
                    <a:pt x="19138" y="29614"/>
                  </a:cubicBezTo>
                  <a:cubicBezTo>
                    <a:pt x="21421" y="29276"/>
                    <a:pt x="23503" y="27872"/>
                    <a:pt x="25383" y="25386"/>
                  </a:cubicBezTo>
                  <a:cubicBezTo>
                    <a:pt x="27263" y="22901"/>
                    <a:pt x="28203" y="19140"/>
                    <a:pt x="28203" y="14105"/>
                  </a:cubicBezTo>
                  <a:lnTo>
                    <a:pt x="28203" y="13298"/>
                  </a:lnTo>
                  <a:cubicBezTo>
                    <a:pt x="28203" y="9473"/>
                    <a:pt x="27028" y="6819"/>
                    <a:pt x="24678" y="5342"/>
                  </a:cubicBezTo>
                  <a:cubicBezTo>
                    <a:pt x="23200" y="4398"/>
                    <a:pt x="21622" y="3930"/>
                    <a:pt x="19943" y="3930"/>
                  </a:cubicBezTo>
                  <a:cubicBezTo>
                    <a:pt x="17794" y="3930"/>
                    <a:pt x="15814" y="4301"/>
                    <a:pt x="14001" y="5035"/>
                  </a:cubicBezTo>
                  <a:cubicBezTo>
                    <a:pt x="12188" y="5778"/>
                    <a:pt x="10912" y="6552"/>
                    <a:pt x="10173" y="7351"/>
                  </a:cubicBezTo>
                  <a:cubicBezTo>
                    <a:pt x="9435" y="8158"/>
                    <a:pt x="9065" y="8562"/>
                    <a:pt x="9065" y="8562"/>
                  </a:cubicBezTo>
                  <a:lnTo>
                    <a:pt x="9367" y="8562"/>
                  </a:lnTo>
                  <a:cubicBezTo>
                    <a:pt x="9569" y="8634"/>
                    <a:pt x="9837" y="8699"/>
                    <a:pt x="10173" y="8763"/>
                  </a:cubicBezTo>
                  <a:cubicBezTo>
                    <a:pt x="10509" y="8828"/>
                    <a:pt x="10845" y="8997"/>
                    <a:pt x="11181" y="9272"/>
                  </a:cubicBezTo>
                  <a:cubicBezTo>
                    <a:pt x="11516" y="9538"/>
                    <a:pt x="11919" y="9772"/>
                    <a:pt x="12390" y="9974"/>
                  </a:cubicBezTo>
                  <a:cubicBezTo>
                    <a:pt x="12859" y="10175"/>
                    <a:pt x="13195" y="10547"/>
                    <a:pt x="13397" y="11079"/>
                  </a:cubicBezTo>
                  <a:cubicBezTo>
                    <a:pt x="13598" y="11620"/>
                    <a:pt x="13866" y="12120"/>
                    <a:pt x="14202" y="12588"/>
                  </a:cubicBezTo>
                  <a:cubicBezTo>
                    <a:pt x="14538" y="13064"/>
                    <a:pt x="14638" y="13734"/>
                    <a:pt x="14504" y="14605"/>
                  </a:cubicBezTo>
                  <a:cubicBezTo>
                    <a:pt x="14504" y="16082"/>
                    <a:pt x="14034" y="17389"/>
                    <a:pt x="13094" y="18535"/>
                  </a:cubicBezTo>
                  <a:cubicBezTo>
                    <a:pt x="12154" y="19673"/>
                    <a:pt x="10643" y="20278"/>
                    <a:pt x="8562" y="20351"/>
                  </a:cubicBezTo>
                  <a:close/>
                </a:path>
              </a:pathLst>
            </a:custGeom>
            <a:solidFill>
              <a:srgbClr val="000000"/>
            </a:solidFill>
            <a:ln w="807" cap="flat">
              <a:noFill/>
              <a:prstDash val="solid"/>
              <a:miter/>
            </a:ln>
          </p:spPr>
        </p:sp>
        <p:sp>
          <p:nvSpPr>
            <p:cNvPr id="572" name="任意形状 571">
              <a:extLst>
                <a:ext uri="{FF2B5EF4-FFF2-40B4-BE49-F238E27FC236}">
                  <a16:creationId xmlns:a16="http://schemas.microsoft.com/office/drawing/2014/main" id="{77B07171-D96B-E1B7-2829-8A6C38BB3AE0}"/>
                </a:ext>
              </a:extLst>
            </p:cNvPr>
            <p:cNvSpPr/>
            <p:nvPr/>
          </p:nvSpPr>
          <p:spPr>
            <a:xfrm>
              <a:off x="1987370" y="2605539"/>
              <a:ext cx="94764" cy="114295"/>
            </a:xfrm>
            <a:custGeom>
              <a:avLst/>
              <a:gdLst>
                <a:gd name="csX0" fmla="*/ 0 w 80693"/>
                <a:gd name="csY0" fmla="*/ 0 h 97324"/>
                <a:gd name="csX1" fmla="*/ 80694 w 80693"/>
                <a:gd name="csY1" fmla="*/ 97324 h 97324"/>
              </a:gdLst>
              <a:ahLst/>
              <a:cxnLst>
                <a:cxn ang="0">
                  <a:pos x="csX0" y="csY0"/>
                </a:cxn>
                <a:cxn ang="0">
                  <a:pos x="csX1" y="csY1"/>
                </a:cxn>
              </a:cxnLst>
              <a:rect l="l" t="t" r="r" b="b"/>
              <a:pathLst>
                <a:path w="80693" h="97324">
                  <a:moveTo>
                    <a:pt x="0" y="0"/>
                  </a:moveTo>
                  <a:lnTo>
                    <a:pt x="80694" y="97324"/>
                  </a:lnTo>
                </a:path>
              </a:pathLst>
            </a:custGeom>
            <a:noFill/>
            <a:ln w="12104" cap="rnd">
              <a:solidFill>
                <a:srgbClr val="F39E85"/>
              </a:solidFill>
              <a:prstDash val="solid"/>
              <a:miter/>
            </a:ln>
          </p:spPr>
        </p:sp>
        <p:sp>
          <p:nvSpPr>
            <p:cNvPr id="573" name="任意形状 572">
              <a:extLst>
                <a:ext uri="{FF2B5EF4-FFF2-40B4-BE49-F238E27FC236}">
                  <a16:creationId xmlns:a16="http://schemas.microsoft.com/office/drawing/2014/main" id="{8B1B3A51-2418-C19D-1CEF-BB29FB8FE2F0}"/>
                </a:ext>
              </a:extLst>
            </p:cNvPr>
            <p:cNvSpPr/>
            <p:nvPr/>
          </p:nvSpPr>
          <p:spPr>
            <a:xfrm>
              <a:off x="1991036" y="2603605"/>
              <a:ext cx="89353" cy="118578"/>
            </a:xfrm>
            <a:custGeom>
              <a:avLst/>
              <a:gdLst>
                <a:gd name="csX0" fmla="*/ 76087 w 76086"/>
                <a:gd name="csY0" fmla="*/ 0 h 100971"/>
                <a:gd name="csX1" fmla="*/ 0 w 76086"/>
                <a:gd name="csY1" fmla="*/ 100972 h 100971"/>
              </a:gdLst>
              <a:ahLst/>
              <a:cxnLst>
                <a:cxn ang="0">
                  <a:pos x="csX0" y="csY0"/>
                </a:cxn>
                <a:cxn ang="0">
                  <a:pos x="csX1" y="csY1"/>
                </a:cxn>
              </a:cxnLst>
              <a:rect l="l" t="t" r="r" b="b"/>
              <a:pathLst>
                <a:path w="76086" h="100971">
                  <a:moveTo>
                    <a:pt x="76087" y="0"/>
                  </a:moveTo>
                  <a:lnTo>
                    <a:pt x="0" y="100972"/>
                  </a:lnTo>
                </a:path>
              </a:pathLst>
            </a:custGeom>
            <a:noFill/>
            <a:ln w="12104" cap="rnd">
              <a:solidFill>
                <a:srgbClr val="F39E85"/>
              </a:solidFill>
              <a:prstDash val="solid"/>
              <a:miter/>
            </a:ln>
          </p:spPr>
        </p:sp>
        <p:sp>
          <p:nvSpPr>
            <p:cNvPr id="574" name="任意形状 573">
              <a:extLst>
                <a:ext uri="{FF2B5EF4-FFF2-40B4-BE49-F238E27FC236}">
                  <a16:creationId xmlns:a16="http://schemas.microsoft.com/office/drawing/2014/main" id="{B4749C41-4BF5-0BD8-5C28-0ECAAB71844B}"/>
                </a:ext>
              </a:extLst>
            </p:cNvPr>
            <p:cNvSpPr/>
            <p:nvPr/>
          </p:nvSpPr>
          <p:spPr>
            <a:xfrm>
              <a:off x="1547128" y="2777204"/>
              <a:ext cx="177821" cy="91855"/>
            </a:xfrm>
            <a:custGeom>
              <a:avLst/>
              <a:gdLst>
                <a:gd name="csX0" fmla="*/ 71875 w 151418"/>
                <a:gd name="csY0" fmla="*/ 0 h 78216"/>
                <a:gd name="csX1" fmla="*/ 66304 w 151418"/>
                <a:gd name="csY1" fmla="*/ 24216 h 78216"/>
                <a:gd name="csX2" fmla="*/ 64318 w 151418"/>
                <a:gd name="csY2" fmla="*/ 24216 h 78216"/>
                <a:gd name="csX3" fmla="*/ 64097 w 151418"/>
                <a:gd name="csY3" fmla="*/ 18148 h 78216"/>
                <a:gd name="csX4" fmla="*/ 62829 w 151418"/>
                <a:gd name="csY4" fmla="*/ 12241 h 78216"/>
                <a:gd name="csX5" fmla="*/ 59850 w 151418"/>
                <a:gd name="csY5" fmla="*/ 7771 h 78216"/>
                <a:gd name="csX6" fmla="*/ 54830 w 151418"/>
                <a:gd name="csY6" fmla="*/ 4793 h 78216"/>
                <a:gd name="csX7" fmla="*/ 48101 w 151418"/>
                <a:gd name="csY7" fmla="*/ 3696 h 78216"/>
                <a:gd name="csX8" fmla="*/ 30835 w 151418"/>
                <a:gd name="csY8" fmla="*/ 9094 h 78216"/>
                <a:gd name="csX9" fmla="*/ 16052 w 151418"/>
                <a:gd name="csY9" fmla="*/ 28574 h 78216"/>
                <a:gd name="csX10" fmla="*/ 11638 w 151418"/>
                <a:gd name="csY10" fmla="*/ 49586 h 78216"/>
                <a:gd name="csX11" fmla="*/ 17983 w 151418"/>
                <a:gd name="csY11" fmla="*/ 66960 h 78216"/>
                <a:gd name="csX12" fmla="*/ 34476 w 151418"/>
                <a:gd name="csY12" fmla="*/ 73415 h 78216"/>
                <a:gd name="csX13" fmla="*/ 48101 w 151418"/>
                <a:gd name="csY13" fmla="*/ 69994 h 78216"/>
                <a:gd name="csX14" fmla="*/ 59244 w 151418"/>
                <a:gd name="csY14" fmla="*/ 59463 h 78216"/>
                <a:gd name="csX15" fmla="*/ 61835 w 151418"/>
                <a:gd name="csY15" fmla="*/ 59463 h 78216"/>
                <a:gd name="csX16" fmla="*/ 48377 w 151418"/>
                <a:gd name="csY16" fmla="*/ 73689 h 78216"/>
                <a:gd name="csX17" fmla="*/ 30669 w 151418"/>
                <a:gd name="csY17" fmla="*/ 78216 h 78216"/>
                <a:gd name="csX18" fmla="*/ 14452 w 151418"/>
                <a:gd name="csY18" fmla="*/ 74408 h 78216"/>
                <a:gd name="csX19" fmla="*/ 3696 w 151418"/>
                <a:gd name="csY19" fmla="*/ 63595 h 78216"/>
                <a:gd name="csX20" fmla="*/ 0 w 151418"/>
                <a:gd name="csY20" fmla="*/ 48650 h 78216"/>
                <a:gd name="csX21" fmla="*/ 6564 w 151418"/>
                <a:gd name="csY21" fmla="*/ 24821 h 78216"/>
                <a:gd name="csX22" fmla="*/ 24547 w 151418"/>
                <a:gd name="csY22" fmla="*/ 6617 h 78216"/>
                <a:gd name="csX23" fmla="*/ 47659 w 151418"/>
                <a:gd name="csY23" fmla="*/ 0 h 78216"/>
                <a:gd name="csX24" fmla="*/ 59905 w 151418"/>
                <a:gd name="csY24" fmla="*/ 2590 h 78216"/>
                <a:gd name="csX25" fmla="*/ 64208 w 151418"/>
                <a:gd name="csY25" fmla="*/ 3696 h 78216"/>
                <a:gd name="csX26" fmla="*/ 66525 w 151418"/>
                <a:gd name="csY26" fmla="*/ 3139 h 78216"/>
                <a:gd name="csX27" fmla="*/ 69835 w 151418"/>
                <a:gd name="csY27" fmla="*/ 0 h 78216"/>
                <a:gd name="csX28" fmla="*/ 71875 w 151418"/>
                <a:gd name="csY28" fmla="*/ 0 h 78216"/>
                <a:gd name="csX29" fmla="*/ 126099 w 151418"/>
                <a:gd name="csY29" fmla="*/ 1703 h 78216"/>
                <a:gd name="csX30" fmla="*/ 151418 w 151418"/>
                <a:gd name="csY30" fmla="*/ 1703 h 78216"/>
                <a:gd name="csX31" fmla="*/ 150811 w 151418"/>
                <a:gd name="csY31" fmla="*/ 3744 h 78216"/>
                <a:gd name="csX32" fmla="*/ 141434 w 151418"/>
                <a:gd name="csY32" fmla="*/ 7004 h 78216"/>
                <a:gd name="csX33" fmla="*/ 130567 w 151418"/>
                <a:gd name="csY33" fmla="*/ 16768 h 78216"/>
                <a:gd name="csX34" fmla="*/ 111150 w 151418"/>
                <a:gd name="csY34" fmla="*/ 36627 h 78216"/>
                <a:gd name="csX35" fmla="*/ 116611 w 151418"/>
                <a:gd name="csY35" fmla="*/ 56647 h 78216"/>
                <a:gd name="csX36" fmla="*/ 119480 w 151418"/>
                <a:gd name="csY36" fmla="*/ 65531 h 78216"/>
                <a:gd name="csX37" fmla="*/ 122127 w 151418"/>
                <a:gd name="csY37" fmla="*/ 70986 h 78216"/>
                <a:gd name="csX38" fmla="*/ 125437 w 151418"/>
                <a:gd name="csY38" fmla="*/ 73471 h 78216"/>
                <a:gd name="csX39" fmla="*/ 131560 w 151418"/>
                <a:gd name="csY39" fmla="*/ 74464 h 78216"/>
                <a:gd name="csX40" fmla="*/ 130953 w 151418"/>
                <a:gd name="csY40" fmla="*/ 76506 h 78216"/>
                <a:gd name="csX41" fmla="*/ 101608 w 151418"/>
                <a:gd name="csY41" fmla="*/ 76506 h 78216"/>
                <a:gd name="csX42" fmla="*/ 102214 w 151418"/>
                <a:gd name="csY42" fmla="*/ 74464 h 78216"/>
                <a:gd name="csX43" fmla="*/ 108723 w 151418"/>
                <a:gd name="csY43" fmla="*/ 72753 h 78216"/>
                <a:gd name="csX44" fmla="*/ 110213 w 151418"/>
                <a:gd name="csY44" fmla="*/ 69889 h 78216"/>
                <a:gd name="csX45" fmla="*/ 108778 w 151418"/>
                <a:gd name="csY45" fmla="*/ 63102 h 78216"/>
                <a:gd name="csX46" fmla="*/ 103538 w 151418"/>
                <a:gd name="csY46" fmla="*/ 44293 h 78216"/>
                <a:gd name="csX47" fmla="*/ 85997 w 151418"/>
                <a:gd name="csY47" fmla="*/ 61997 h 78216"/>
                <a:gd name="csX48" fmla="*/ 79874 w 151418"/>
                <a:gd name="csY48" fmla="*/ 68896 h 78216"/>
                <a:gd name="csX49" fmla="*/ 79267 w 151418"/>
                <a:gd name="csY49" fmla="*/ 70825 h 78216"/>
                <a:gd name="csX50" fmla="*/ 80922 w 151418"/>
                <a:gd name="csY50" fmla="*/ 73528 h 78216"/>
                <a:gd name="csX51" fmla="*/ 85610 w 151418"/>
                <a:gd name="csY51" fmla="*/ 74464 h 78216"/>
                <a:gd name="csX52" fmla="*/ 85059 w 151418"/>
                <a:gd name="csY52" fmla="*/ 76506 h 78216"/>
                <a:gd name="csX53" fmla="*/ 60181 w 151418"/>
                <a:gd name="csY53" fmla="*/ 76506 h 78216"/>
                <a:gd name="csX54" fmla="*/ 60788 w 151418"/>
                <a:gd name="csY54" fmla="*/ 74464 h 78216"/>
                <a:gd name="csX55" fmla="*/ 68456 w 151418"/>
                <a:gd name="csY55" fmla="*/ 72310 h 78216"/>
                <a:gd name="csX56" fmla="*/ 80480 w 151418"/>
                <a:gd name="csY56" fmla="*/ 61997 h 78216"/>
                <a:gd name="csX57" fmla="*/ 102214 w 151418"/>
                <a:gd name="csY57" fmla="*/ 40153 h 78216"/>
                <a:gd name="csX58" fmla="*/ 96257 w 151418"/>
                <a:gd name="csY58" fmla="*/ 18584 h 78216"/>
                <a:gd name="csX59" fmla="*/ 91513 w 151418"/>
                <a:gd name="csY59" fmla="*/ 6399 h 78216"/>
                <a:gd name="csX60" fmla="*/ 84507 w 151418"/>
                <a:gd name="csY60" fmla="*/ 3744 h 78216"/>
                <a:gd name="csX61" fmla="*/ 85059 w 151418"/>
                <a:gd name="csY61" fmla="*/ 1703 h 78216"/>
                <a:gd name="csX62" fmla="*/ 111812 w 151418"/>
                <a:gd name="csY62" fmla="*/ 1703 h 78216"/>
                <a:gd name="csX63" fmla="*/ 111150 w 151418"/>
                <a:gd name="csY63" fmla="*/ 3744 h 78216"/>
                <a:gd name="csX64" fmla="*/ 106131 w 151418"/>
                <a:gd name="csY64" fmla="*/ 4244 h 78216"/>
                <a:gd name="csX65" fmla="*/ 104145 w 151418"/>
                <a:gd name="csY65" fmla="*/ 5681 h 78216"/>
                <a:gd name="csX66" fmla="*/ 103483 w 151418"/>
                <a:gd name="csY66" fmla="*/ 7827 h 78216"/>
                <a:gd name="csX67" fmla="*/ 104806 w 151418"/>
                <a:gd name="csY67" fmla="*/ 14008 h 78216"/>
                <a:gd name="csX68" fmla="*/ 109881 w 151418"/>
                <a:gd name="csY68" fmla="*/ 32431 h 78216"/>
                <a:gd name="csX69" fmla="*/ 121631 w 151418"/>
                <a:gd name="csY69" fmla="*/ 20738 h 78216"/>
                <a:gd name="csX70" fmla="*/ 131174 w 151418"/>
                <a:gd name="csY70" fmla="*/ 9538 h 78216"/>
                <a:gd name="csX71" fmla="*/ 132111 w 151418"/>
                <a:gd name="csY71" fmla="*/ 6891 h 78216"/>
                <a:gd name="csX72" fmla="*/ 131063 w 151418"/>
                <a:gd name="csY72" fmla="*/ 4906 h 78216"/>
                <a:gd name="csX73" fmla="*/ 125492 w 151418"/>
                <a:gd name="csY73" fmla="*/ 3744 h 78216"/>
                <a:gd name="csX74" fmla="*/ 126099 w 151418"/>
                <a:gd name="csY74"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Lst>
              <a:rect l="l" t="t" r="r" b="b"/>
              <a:pathLst>
                <a:path w="151418" h="78216">
                  <a:moveTo>
                    <a:pt x="71875" y="0"/>
                  </a:moveTo>
                  <a:lnTo>
                    <a:pt x="66304" y="24216"/>
                  </a:lnTo>
                  <a:lnTo>
                    <a:pt x="64318" y="24216"/>
                  </a:lnTo>
                  <a:lnTo>
                    <a:pt x="64097" y="18148"/>
                  </a:lnTo>
                  <a:cubicBezTo>
                    <a:pt x="63913" y="15937"/>
                    <a:pt x="63490" y="13968"/>
                    <a:pt x="62829" y="12241"/>
                  </a:cubicBezTo>
                  <a:cubicBezTo>
                    <a:pt x="62167" y="10514"/>
                    <a:pt x="61174" y="9022"/>
                    <a:pt x="59850" y="7771"/>
                  </a:cubicBezTo>
                  <a:cubicBezTo>
                    <a:pt x="58526" y="6488"/>
                    <a:pt x="56853" y="5495"/>
                    <a:pt x="54830" y="4793"/>
                  </a:cubicBezTo>
                  <a:cubicBezTo>
                    <a:pt x="52807" y="4059"/>
                    <a:pt x="50564" y="3696"/>
                    <a:pt x="48101" y="3696"/>
                  </a:cubicBezTo>
                  <a:cubicBezTo>
                    <a:pt x="41518" y="3696"/>
                    <a:pt x="35763" y="5495"/>
                    <a:pt x="30835" y="9094"/>
                  </a:cubicBezTo>
                  <a:cubicBezTo>
                    <a:pt x="24547" y="13694"/>
                    <a:pt x="19619" y="20190"/>
                    <a:pt x="16052" y="28574"/>
                  </a:cubicBezTo>
                  <a:cubicBezTo>
                    <a:pt x="13109" y="35481"/>
                    <a:pt x="11638" y="42493"/>
                    <a:pt x="11638" y="49586"/>
                  </a:cubicBezTo>
                  <a:cubicBezTo>
                    <a:pt x="11638" y="56832"/>
                    <a:pt x="13753" y="62626"/>
                    <a:pt x="17983" y="66960"/>
                  </a:cubicBezTo>
                  <a:cubicBezTo>
                    <a:pt x="22212" y="71269"/>
                    <a:pt x="27709" y="73415"/>
                    <a:pt x="34476" y="73415"/>
                  </a:cubicBezTo>
                  <a:cubicBezTo>
                    <a:pt x="39587" y="73415"/>
                    <a:pt x="44129" y="72277"/>
                    <a:pt x="48101" y="69994"/>
                  </a:cubicBezTo>
                  <a:cubicBezTo>
                    <a:pt x="52109" y="67718"/>
                    <a:pt x="55823" y="64208"/>
                    <a:pt x="59244" y="59463"/>
                  </a:cubicBezTo>
                  <a:lnTo>
                    <a:pt x="61835" y="59463"/>
                  </a:lnTo>
                  <a:cubicBezTo>
                    <a:pt x="57790" y="65894"/>
                    <a:pt x="53305" y="70639"/>
                    <a:pt x="48377" y="73689"/>
                  </a:cubicBezTo>
                  <a:cubicBezTo>
                    <a:pt x="43449" y="76707"/>
                    <a:pt x="37547" y="78216"/>
                    <a:pt x="30669" y="78216"/>
                  </a:cubicBezTo>
                  <a:cubicBezTo>
                    <a:pt x="24565" y="78216"/>
                    <a:pt x="19159" y="76949"/>
                    <a:pt x="14452" y="74408"/>
                  </a:cubicBezTo>
                  <a:cubicBezTo>
                    <a:pt x="9745" y="71833"/>
                    <a:pt x="6159" y="68234"/>
                    <a:pt x="3696" y="63595"/>
                  </a:cubicBezTo>
                  <a:cubicBezTo>
                    <a:pt x="1231" y="58963"/>
                    <a:pt x="0" y="53984"/>
                    <a:pt x="0" y="48650"/>
                  </a:cubicBezTo>
                  <a:cubicBezTo>
                    <a:pt x="0" y="40484"/>
                    <a:pt x="2188" y="32544"/>
                    <a:pt x="6564" y="24821"/>
                  </a:cubicBezTo>
                  <a:cubicBezTo>
                    <a:pt x="10940" y="17099"/>
                    <a:pt x="16934" y="11031"/>
                    <a:pt x="24547" y="6617"/>
                  </a:cubicBezTo>
                  <a:cubicBezTo>
                    <a:pt x="32196" y="2203"/>
                    <a:pt x="39900" y="0"/>
                    <a:pt x="47659" y="0"/>
                  </a:cubicBezTo>
                  <a:cubicBezTo>
                    <a:pt x="51300" y="0"/>
                    <a:pt x="55382" y="863"/>
                    <a:pt x="59905" y="2590"/>
                  </a:cubicBezTo>
                  <a:cubicBezTo>
                    <a:pt x="61891" y="3325"/>
                    <a:pt x="63325" y="3696"/>
                    <a:pt x="64208" y="3696"/>
                  </a:cubicBezTo>
                  <a:cubicBezTo>
                    <a:pt x="65091" y="3696"/>
                    <a:pt x="65863" y="3510"/>
                    <a:pt x="66525" y="3139"/>
                  </a:cubicBezTo>
                  <a:cubicBezTo>
                    <a:pt x="67186" y="2776"/>
                    <a:pt x="68289" y="1727"/>
                    <a:pt x="69835" y="0"/>
                  </a:cubicBezTo>
                  <a:lnTo>
                    <a:pt x="71875" y="0"/>
                  </a:lnTo>
                  <a:close/>
                  <a:moveTo>
                    <a:pt x="126099" y="1703"/>
                  </a:moveTo>
                  <a:lnTo>
                    <a:pt x="151418" y="1703"/>
                  </a:lnTo>
                  <a:lnTo>
                    <a:pt x="150811" y="3744"/>
                  </a:lnTo>
                  <a:cubicBezTo>
                    <a:pt x="147245" y="4261"/>
                    <a:pt x="144119" y="5350"/>
                    <a:pt x="141434" y="7004"/>
                  </a:cubicBezTo>
                  <a:cubicBezTo>
                    <a:pt x="138786" y="8618"/>
                    <a:pt x="135164" y="11878"/>
                    <a:pt x="130567" y="16768"/>
                  </a:cubicBezTo>
                  <a:lnTo>
                    <a:pt x="111150" y="36627"/>
                  </a:lnTo>
                  <a:lnTo>
                    <a:pt x="116611" y="56647"/>
                  </a:lnTo>
                  <a:cubicBezTo>
                    <a:pt x="117126" y="58559"/>
                    <a:pt x="118082" y="61521"/>
                    <a:pt x="119480" y="65531"/>
                  </a:cubicBezTo>
                  <a:cubicBezTo>
                    <a:pt x="120362" y="68105"/>
                    <a:pt x="121245" y="69921"/>
                    <a:pt x="122127" y="70986"/>
                  </a:cubicBezTo>
                  <a:cubicBezTo>
                    <a:pt x="123010" y="72059"/>
                    <a:pt x="124113" y="72882"/>
                    <a:pt x="125437" y="73471"/>
                  </a:cubicBezTo>
                  <a:cubicBezTo>
                    <a:pt x="126798" y="74020"/>
                    <a:pt x="128839" y="74351"/>
                    <a:pt x="131560" y="74464"/>
                  </a:cubicBezTo>
                  <a:lnTo>
                    <a:pt x="130953" y="76506"/>
                  </a:lnTo>
                  <a:lnTo>
                    <a:pt x="101608" y="76506"/>
                  </a:lnTo>
                  <a:lnTo>
                    <a:pt x="102214" y="74464"/>
                  </a:lnTo>
                  <a:cubicBezTo>
                    <a:pt x="105229" y="74351"/>
                    <a:pt x="107399" y="73786"/>
                    <a:pt x="108723" y="72753"/>
                  </a:cubicBezTo>
                  <a:cubicBezTo>
                    <a:pt x="109716" y="72019"/>
                    <a:pt x="110213" y="71067"/>
                    <a:pt x="110213" y="69889"/>
                  </a:cubicBezTo>
                  <a:cubicBezTo>
                    <a:pt x="110213" y="68856"/>
                    <a:pt x="109734" y="66596"/>
                    <a:pt x="108778" y="63102"/>
                  </a:cubicBezTo>
                  <a:lnTo>
                    <a:pt x="103538" y="44293"/>
                  </a:lnTo>
                  <a:lnTo>
                    <a:pt x="85997" y="61997"/>
                  </a:lnTo>
                  <a:cubicBezTo>
                    <a:pt x="82577" y="65491"/>
                    <a:pt x="80535" y="67791"/>
                    <a:pt x="79874" y="68896"/>
                  </a:cubicBezTo>
                  <a:cubicBezTo>
                    <a:pt x="79469" y="69558"/>
                    <a:pt x="79267" y="70195"/>
                    <a:pt x="79267" y="70825"/>
                  </a:cubicBezTo>
                  <a:cubicBezTo>
                    <a:pt x="79267" y="71930"/>
                    <a:pt x="79819" y="72826"/>
                    <a:pt x="80922" y="73528"/>
                  </a:cubicBezTo>
                  <a:cubicBezTo>
                    <a:pt x="81437" y="73818"/>
                    <a:pt x="83000" y="74133"/>
                    <a:pt x="85610" y="74464"/>
                  </a:cubicBezTo>
                  <a:lnTo>
                    <a:pt x="85059" y="76506"/>
                  </a:lnTo>
                  <a:lnTo>
                    <a:pt x="60181" y="76506"/>
                  </a:lnTo>
                  <a:lnTo>
                    <a:pt x="60788" y="74464"/>
                  </a:lnTo>
                  <a:cubicBezTo>
                    <a:pt x="63913" y="74173"/>
                    <a:pt x="66470" y="73455"/>
                    <a:pt x="68456" y="72310"/>
                  </a:cubicBezTo>
                  <a:cubicBezTo>
                    <a:pt x="71361" y="70583"/>
                    <a:pt x="75369" y="67145"/>
                    <a:pt x="80480" y="61997"/>
                  </a:cubicBezTo>
                  <a:lnTo>
                    <a:pt x="102214" y="40153"/>
                  </a:lnTo>
                  <a:lnTo>
                    <a:pt x="96257" y="18584"/>
                  </a:lnTo>
                  <a:cubicBezTo>
                    <a:pt x="94455" y="11967"/>
                    <a:pt x="92873" y="7900"/>
                    <a:pt x="91513" y="6399"/>
                  </a:cubicBezTo>
                  <a:cubicBezTo>
                    <a:pt x="90189" y="4850"/>
                    <a:pt x="87853" y="3970"/>
                    <a:pt x="84507" y="3744"/>
                  </a:cubicBezTo>
                  <a:lnTo>
                    <a:pt x="85059" y="1703"/>
                  </a:lnTo>
                  <a:lnTo>
                    <a:pt x="111812" y="1703"/>
                  </a:lnTo>
                  <a:lnTo>
                    <a:pt x="111150" y="3744"/>
                  </a:lnTo>
                  <a:cubicBezTo>
                    <a:pt x="108686" y="3744"/>
                    <a:pt x="107013" y="3914"/>
                    <a:pt x="106131" y="4244"/>
                  </a:cubicBezTo>
                  <a:cubicBezTo>
                    <a:pt x="105285" y="4535"/>
                    <a:pt x="104623" y="5019"/>
                    <a:pt x="104145" y="5681"/>
                  </a:cubicBezTo>
                  <a:cubicBezTo>
                    <a:pt x="103703" y="6302"/>
                    <a:pt x="103483" y="7020"/>
                    <a:pt x="103483" y="7827"/>
                  </a:cubicBezTo>
                  <a:cubicBezTo>
                    <a:pt x="103483" y="8715"/>
                    <a:pt x="103924" y="10773"/>
                    <a:pt x="104806" y="14008"/>
                  </a:cubicBezTo>
                  <a:lnTo>
                    <a:pt x="109881" y="32431"/>
                  </a:lnTo>
                  <a:lnTo>
                    <a:pt x="121631" y="20738"/>
                  </a:lnTo>
                  <a:cubicBezTo>
                    <a:pt x="126264" y="16106"/>
                    <a:pt x="129445" y="12370"/>
                    <a:pt x="131174" y="9538"/>
                  </a:cubicBezTo>
                  <a:cubicBezTo>
                    <a:pt x="131799" y="8546"/>
                    <a:pt x="132111" y="7666"/>
                    <a:pt x="132111" y="6891"/>
                  </a:cubicBezTo>
                  <a:cubicBezTo>
                    <a:pt x="132111" y="6044"/>
                    <a:pt x="131762" y="5382"/>
                    <a:pt x="131063" y="4906"/>
                  </a:cubicBezTo>
                  <a:cubicBezTo>
                    <a:pt x="130071" y="4244"/>
                    <a:pt x="128214" y="3857"/>
                    <a:pt x="125492" y="3744"/>
                  </a:cubicBezTo>
                  <a:lnTo>
                    <a:pt x="126099" y="1703"/>
                  </a:lnTo>
                  <a:close/>
                </a:path>
              </a:pathLst>
            </a:custGeom>
            <a:solidFill>
              <a:srgbClr val="000000"/>
            </a:solidFill>
            <a:ln w="807" cap="flat">
              <a:noFill/>
              <a:prstDash val="solid"/>
              <a:miter/>
            </a:ln>
          </p:spPr>
        </p:sp>
        <p:sp>
          <p:nvSpPr>
            <p:cNvPr id="575" name="任意形状 574">
              <a:extLst>
                <a:ext uri="{FF2B5EF4-FFF2-40B4-BE49-F238E27FC236}">
                  <a16:creationId xmlns:a16="http://schemas.microsoft.com/office/drawing/2014/main" id="{9CE6EB3F-FD16-1E31-4FE0-6C24C3698B57}"/>
                </a:ext>
              </a:extLst>
            </p:cNvPr>
            <p:cNvSpPr/>
            <p:nvPr/>
          </p:nvSpPr>
          <p:spPr>
            <a:xfrm>
              <a:off x="2542339" y="2714659"/>
              <a:ext cx="328756" cy="117830"/>
            </a:xfrm>
            <a:custGeom>
              <a:avLst/>
              <a:gdLst>
                <a:gd name="csX0" fmla="*/ 27694 w 279942"/>
                <a:gd name="csY0" fmla="*/ 78216 h 100334"/>
                <a:gd name="csX1" fmla="*/ 13460 w 279942"/>
                <a:gd name="csY1" fmla="*/ 89747 h 100334"/>
                <a:gd name="csX2" fmla="*/ 19697 w 279942"/>
                <a:gd name="csY2" fmla="*/ 89134 h 100334"/>
                <a:gd name="csX3" fmla="*/ 24765 w 279942"/>
                <a:gd name="csY3" fmla="*/ 89465 h 100334"/>
                <a:gd name="csX4" fmla="*/ 34811 w 279942"/>
                <a:gd name="csY4" fmla="*/ 91506 h 100334"/>
                <a:gd name="csX5" fmla="*/ 48271 w 279942"/>
                <a:gd name="csY5" fmla="*/ 93274 h 100334"/>
                <a:gd name="csX6" fmla="*/ 58640 w 279942"/>
                <a:gd name="csY6" fmla="*/ 91127 h 100334"/>
                <a:gd name="csX7" fmla="*/ 66968 w 279942"/>
                <a:gd name="csY7" fmla="*/ 84067 h 100334"/>
                <a:gd name="csX8" fmla="*/ 68791 w 279942"/>
                <a:gd name="csY8" fmla="*/ 84946 h 100334"/>
                <a:gd name="csX9" fmla="*/ 55380 w 279942"/>
                <a:gd name="csY9" fmla="*/ 96695 h 100334"/>
                <a:gd name="csX10" fmla="*/ 38999 w 279942"/>
                <a:gd name="csY10" fmla="*/ 100334 h 100334"/>
                <a:gd name="csX11" fmla="*/ 25870 w 279942"/>
                <a:gd name="csY11" fmla="*/ 98462 h 100334"/>
                <a:gd name="csX12" fmla="*/ 8053 w 279942"/>
                <a:gd name="csY12" fmla="*/ 95646 h 100334"/>
                <a:gd name="csX13" fmla="*/ 4906 w 279942"/>
                <a:gd name="csY13" fmla="*/ 95920 h 100334"/>
                <a:gd name="csX14" fmla="*/ 1267 w 279942"/>
                <a:gd name="csY14" fmla="*/ 97244 h 100334"/>
                <a:gd name="csX15" fmla="*/ 0 w 279942"/>
                <a:gd name="csY15" fmla="*/ 95759 h 100334"/>
                <a:gd name="csX16" fmla="*/ 22618 w 279942"/>
                <a:gd name="csY16" fmla="*/ 77885 h 100334"/>
                <a:gd name="csX17" fmla="*/ 6730 w 279942"/>
                <a:gd name="csY17" fmla="*/ 68670 h 100334"/>
                <a:gd name="csX18" fmla="*/ 1323 w 279942"/>
                <a:gd name="csY18" fmla="*/ 52072 h 100334"/>
                <a:gd name="csX19" fmla="*/ 8602 w 279942"/>
                <a:gd name="csY19" fmla="*/ 27081 h 100334"/>
                <a:gd name="csX20" fmla="*/ 27307 w 279942"/>
                <a:gd name="csY20" fmla="*/ 7109 h 100334"/>
                <a:gd name="csX21" fmla="*/ 49699 w 279942"/>
                <a:gd name="csY21" fmla="*/ 0 h 100334"/>
                <a:gd name="csX22" fmla="*/ 63603 w 279942"/>
                <a:gd name="csY22" fmla="*/ 3309 h 100334"/>
                <a:gd name="csX23" fmla="*/ 72535 w 279942"/>
                <a:gd name="csY23" fmla="*/ 12959 h 100334"/>
                <a:gd name="csX24" fmla="*/ 75682 w 279942"/>
                <a:gd name="csY24" fmla="*/ 25870 h 100334"/>
                <a:gd name="csX25" fmla="*/ 68452 w 279942"/>
                <a:gd name="csY25" fmla="*/ 51571 h 100334"/>
                <a:gd name="csX26" fmla="*/ 50474 w 279942"/>
                <a:gd name="csY26" fmla="*/ 71317 h 100334"/>
                <a:gd name="csX27" fmla="*/ 27694 w 279942"/>
                <a:gd name="csY27" fmla="*/ 78216 h 100334"/>
                <a:gd name="csX28" fmla="*/ 48376 w 279942"/>
                <a:gd name="csY28" fmla="*/ 3526 h 100334"/>
                <a:gd name="csX29" fmla="*/ 37563 w 279942"/>
                <a:gd name="csY29" fmla="*/ 6286 h 100334"/>
                <a:gd name="csX30" fmla="*/ 27137 w 279942"/>
                <a:gd name="csY30" fmla="*/ 15219 h 100334"/>
                <a:gd name="csX31" fmla="*/ 17817 w 279942"/>
                <a:gd name="csY31" fmla="*/ 31438 h 100334"/>
                <a:gd name="csX32" fmla="*/ 12798 w 279942"/>
                <a:gd name="csY32" fmla="*/ 54775 h 100334"/>
                <a:gd name="csX33" fmla="*/ 16825 w 279942"/>
                <a:gd name="csY33" fmla="*/ 68670 h 100334"/>
                <a:gd name="csX34" fmla="*/ 29179 w 279942"/>
                <a:gd name="csY34" fmla="*/ 74682 h 100334"/>
                <a:gd name="csX35" fmla="*/ 38999 w 279942"/>
                <a:gd name="csY35" fmla="*/ 72205 h 100334"/>
                <a:gd name="csX36" fmla="*/ 49037 w 279942"/>
                <a:gd name="csY36" fmla="*/ 63764 h 100334"/>
                <a:gd name="csX37" fmla="*/ 60125 w 279942"/>
                <a:gd name="csY37" fmla="*/ 44398 h 100334"/>
                <a:gd name="csX38" fmla="*/ 64595 w 279942"/>
                <a:gd name="csY38" fmla="*/ 22554 h 100334"/>
                <a:gd name="csX39" fmla="*/ 60569 w 279942"/>
                <a:gd name="csY39" fmla="*/ 9320 h 100334"/>
                <a:gd name="csX40" fmla="*/ 48376 w 279942"/>
                <a:gd name="csY40" fmla="*/ 3526 h 100334"/>
                <a:gd name="csX41" fmla="*/ 93943 w 279942"/>
                <a:gd name="csY41" fmla="*/ 1703 h 100334"/>
                <a:gd name="csX42" fmla="*/ 123397 w 279942"/>
                <a:gd name="csY42" fmla="*/ 1703 h 100334"/>
                <a:gd name="csX43" fmla="*/ 140721 w 279942"/>
                <a:gd name="csY43" fmla="*/ 6730 h 100334"/>
                <a:gd name="csX44" fmla="*/ 146451 w 279942"/>
                <a:gd name="csY44" fmla="*/ 18858 h 100334"/>
                <a:gd name="csX45" fmla="*/ 142811 w 279942"/>
                <a:gd name="csY45" fmla="*/ 29897 h 100334"/>
                <a:gd name="csX46" fmla="*/ 131998 w 279942"/>
                <a:gd name="csY46" fmla="*/ 38612 h 100334"/>
                <a:gd name="csX47" fmla="*/ 116505 w 279942"/>
                <a:gd name="csY47" fmla="*/ 41920 h 100334"/>
                <a:gd name="csX48" fmla="*/ 103320 w 279942"/>
                <a:gd name="csY48" fmla="*/ 40040 h 100334"/>
                <a:gd name="csX49" fmla="*/ 97365 w 279942"/>
                <a:gd name="csY49" fmla="*/ 60456 h 100334"/>
                <a:gd name="csX50" fmla="*/ 95267 w 279942"/>
                <a:gd name="csY50" fmla="*/ 70050 h 100334"/>
                <a:gd name="csX51" fmla="*/ 96752 w 279942"/>
                <a:gd name="csY51" fmla="*/ 72971 h 100334"/>
                <a:gd name="csX52" fmla="*/ 103869 w 279942"/>
                <a:gd name="csY52" fmla="*/ 74464 h 100334"/>
                <a:gd name="csX53" fmla="*/ 103320 w 279942"/>
                <a:gd name="csY53" fmla="*/ 76506 h 100334"/>
                <a:gd name="csX54" fmla="*/ 73584 w 279942"/>
                <a:gd name="csY54" fmla="*/ 76506 h 100334"/>
                <a:gd name="csX55" fmla="*/ 74190 w 279942"/>
                <a:gd name="csY55" fmla="*/ 74464 h 100334"/>
                <a:gd name="csX56" fmla="*/ 82299 w 279942"/>
                <a:gd name="csY56" fmla="*/ 72479 h 100334"/>
                <a:gd name="csX57" fmla="*/ 87270 w 279942"/>
                <a:gd name="csY57" fmla="*/ 61335 h 100334"/>
                <a:gd name="csX58" fmla="*/ 99624 w 279942"/>
                <a:gd name="csY58" fmla="*/ 18753 h 100334"/>
                <a:gd name="csX59" fmla="*/ 101827 w 279942"/>
                <a:gd name="csY59" fmla="*/ 8489 h 100334"/>
                <a:gd name="csX60" fmla="*/ 100229 w 279942"/>
                <a:gd name="csY60" fmla="*/ 5294 h 100334"/>
                <a:gd name="csX61" fmla="*/ 93330 w 279942"/>
                <a:gd name="csY61" fmla="*/ 3744 h 100334"/>
                <a:gd name="csX62" fmla="*/ 93943 w 279942"/>
                <a:gd name="csY62" fmla="*/ 1703 h 100334"/>
                <a:gd name="csX63" fmla="*/ 104256 w 279942"/>
                <a:gd name="csY63" fmla="*/ 36570 h 100334"/>
                <a:gd name="csX64" fmla="*/ 114294 w 279942"/>
                <a:gd name="csY64" fmla="*/ 38168 h 100334"/>
                <a:gd name="csX65" fmla="*/ 125220 w 279942"/>
                <a:gd name="csY65" fmla="*/ 35683 h 100334"/>
                <a:gd name="csX66" fmla="*/ 132943 w 279942"/>
                <a:gd name="csY66" fmla="*/ 28243 h 100334"/>
                <a:gd name="csX67" fmla="*/ 135751 w 279942"/>
                <a:gd name="csY67" fmla="*/ 17922 h 100334"/>
                <a:gd name="csX68" fmla="*/ 132329 w 279942"/>
                <a:gd name="csY68" fmla="*/ 9094 h 100334"/>
                <a:gd name="csX69" fmla="*/ 121960 w 279942"/>
                <a:gd name="csY69" fmla="*/ 5842 h 100334"/>
                <a:gd name="csX70" fmla="*/ 112858 w 279942"/>
                <a:gd name="csY70" fmla="*/ 6778 h 100334"/>
                <a:gd name="csX71" fmla="*/ 104256 w 279942"/>
                <a:gd name="csY71" fmla="*/ 36570 h 100334"/>
                <a:gd name="csX72" fmla="*/ 160136 w 279942"/>
                <a:gd name="csY72" fmla="*/ 1703 h 100334"/>
                <a:gd name="csX73" fmla="*/ 191744 w 279942"/>
                <a:gd name="csY73" fmla="*/ 1703 h 100334"/>
                <a:gd name="csX74" fmla="*/ 191139 w 279942"/>
                <a:gd name="csY74" fmla="*/ 3744 h 100334"/>
                <a:gd name="csX75" fmla="*/ 184183 w 279942"/>
                <a:gd name="csY75" fmla="*/ 4688 h 100334"/>
                <a:gd name="csX76" fmla="*/ 180657 w 279942"/>
                <a:gd name="csY76" fmla="*/ 7496 h 100334"/>
                <a:gd name="csX77" fmla="*/ 177623 w 279942"/>
                <a:gd name="csY77" fmla="*/ 15057 h 100334"/>
                <a:gd name="csX78" fmla="*/ 169957 w 279942"/>
                <a:gd name="csY78" fmla="*/ 41533 h 100334"/>
                <a:gd name="csX79" fmla="*/ 167528 w 279942"/>
                <a:gd name="csY79" fmla="*/ 50797 h 100334"/>
                <a:gd name="csX80" fmla="*/ 166866 w 279942"/>
                <a:gd name="csY80" fmla="*/ 57365 h 100334"/>
                <a:gd name="csX81" fmla="*/ 171829 w 279942"/>
                <a:gd name="csY81" fmla="*/ 68670 h 100334"/>
                <a:gd name="csX82" fmla="*/ 185119 w 279942"/>
                <a:gd name="csY82" fmla="*/ 73254 h 100334"/>
                <a:gd name="csX83" fmla="*/ 194883 w 279942"/>
                <a:gd name="csY83" fmla="*/ 71212 h 100334"/>
                <a:gd name="csX84" fmla="*/ 202226 w 279942"/>
                <a:gd name="csY84" fmla="*/ 65418 h 100334"/>
                <a:gd name="csX85" fmla="*/ 207850 w 279942"/>
                <a:gd name="csY85" fmla="*/ 55323 h 100334"/>
                <a:gd name="csX86" fmla="*/ 212321 w 279942"/>
                <a:gd name="csY86" fmla="*/ 42413 h 100334"/>
                <a:gd name="csX87" fmla="*/ 218938 w 279942"/>
                <a:gd name="csY87" fmla="*/ 19576 h 100334"/>
                <a:gd name="csX88" fmla="*/ 221423 w 279942"/>
                <a:gd name="csY88" fmla="*/ 8433 h 100334"/>
                <a:gd name="csX89" fmla="*/ 219712 w 279942"/>
                <a:gd name="csY89" fmla="*/ 5350 h 100334"/>
                <a:gd name="csX90" fmla="*/ 212926 w 279942"/>
                <a:gd name="csY90" fmla="*/ 3744 h 100334"/>
                <a:gd name="csX91" fmla="*/ 213531 w 279942"/>
                <a:gd name="csY91" fmla="*/ 1703 h 100334"/>
                <a:gd name="csX92" fmla="*/ 237303 w 279942"/>
                <a:gd name="csY92" fmla="*/ 1703 h 100334"/>
                <a:gd name="csX93" fmla="*/ 236698 w 279942"/>
                <a:gd name="csY93" fmla="*/ 3744 h 100334"/>
                <a:gd name="csX94" fmla="*/ 230630 w 279942"/>
                <a:gd name="csY94" fmla="*/ 4575 h 100334"/>
                <a:gd name="csX95" fmla="*/ 227435 w 279942"/>
                <a:gd name="csY95" fmla="*/ 7440 h 100334"/>
                <a:gd name="csX96" fmla="*/ 224344 w 279942"/>
                <a:gd name="csY96" fmla="*/ 15445 h 100334"/>
                <a:gd name="csX97" fmla="*/ 216234 w 279942"/>
                <a:gd name="csY97" fmla="*/ 43187 h 100334"/>
                <a:gd name="csX98" fmla="*/ 208843 w 279942"/>
                <a:gd name="csY98" fmla="*/ 63159 h 100334"/>
                <a:gd name="csX99" fmla="*/ 198748 w 279942"/>
                <a:gd name="csY99" fmla="*/ 73915 h 100334"/>
                <a:gd name="csX100" fmla="*/ 182424 w 279942"/>
                <a:gd name="csY100" fmla="*/ 78216 h 100334"/>
                <a:gd name="csX101" fmla="*/ 164276 w 279942"/>
                <a:gd name="csY101" fmla="*/ 71874 h 100334"/>
                <a:gd name="csX102" fmla="*/ 157377 w 279942"/>
                <a:gd name="csY102" fmla="*/ 57252 h 100334"/>
                <a:gd name="csX103" fmla="*/ 157982 w 279942"/>
                <a:gd name="csY103" fmla="*/ 50304 h 100334"/>
                <a:gd name="csX104" fmla="*/ 160136 w 279942"/>
                <a:gd name="csY104" fmla="*/ 41920 h 100334"/>
                <a:gd name="csX105" fmla="*/ 167528 w 279942"/>
                <a:gd name="csY105" fmla="*/ 16486 h 100334"/>
                <a:gd name="csX106" fmla="*/ 169069 w 279942"/>
                <a:gd name="csY106" fmla="*/ 8384 h 100334"/>
                <a:gd name="csX107" fmla="*/ 167471 w 279942"/>
                <a:gd name="csY107" fmla="*/ 5237 h 100334"/>
                <a:gd name="csX108" fmla="*/ 159580 w 279942"/>
                <a:gd name="csY108" fmla="*/ 3744 h 100334"/>
                <a:gd name="csX109" fmla="*/ 160136 w 279942"/>
                <a:gd name="csY109" fmla="*/ 1703 h 100334"/>
                <a:gd name="csX110" fmla="*/ 265990 w 279942"/>
                <a:gd name="csY110" fmla="*/ 76506 h 100334"/>
                <a:gd name="csX111" fmla="*/ 228758 w 279942"/>
                <a:gd name="csY111" fmla="*/ 76506 h 100334"/>
                <a:gd name="csX112" fmla="*/ 228758 w 279942"/>
                <a:gd name="csY112" fmla="*/ 74464 h 100334"/>
                <a:gd name="csX113" fmla="*/ 266377 w 279942"/>
                <a:gd name="csY113" fmla="*/ 35352 h 100334"/>
                <a:gd name="csX114" fmla="*/ 270622 w 279942"/>
                <a:gd name="csY114" fmla="*/ 21561 h 100334"/>
                <a:gd name="csX115" fmla="*/ 267096 w 279942"/>
                <a:gd name="csY115" fmla="*/ 12241 h 100334"/>
                <a:gd name="csX116" fmla="*/ 257937 w 279942"/>
                <a:gd name="csY116" fmla="*/ 8602 h 100334"/>
                <a:gd name="csX117" fmla="*/ 245139 w 279942"/>
                <a:gd name="csY117" fmla="*/ 16050 h 100334"/>
                <a:gd name="csX118" fmla="*/ 243210 w 279942"/>
                <a:gd name="csY118" fmla="*/ 15162 h 100334"/>
                <a:gd name="csX119" fmla="*/ 251425 w 279942"/>
                <a:gd name="csY119" fmla="*/ 4132 h 100334"/>
                <a:gd name="csX120" fmla="*/ 263125 w 279942"/>
                <a:gd name="csY120" fmla="*/ 161 h 100334"/>
                <a:gd name="csX121" fmla="*/ 275092 w 279942"/>
                <a:gd name="csY121" fmla="*/ 5068 h 100334"/>
                <a:gd name="csX122" fmla="*/ 279942 w 279942"/>
                <a:gd name="csY122" fmla="*/ 16873 h 100334"/>
                <a:gd name="csX123" fmla="*/ 278239 w 279942"/>
                <a:gd name="csY123" fmla="*/ 25870 h 100334"/>
                <a:gd name="csX124" fmla="*/ 268475 w 279942"/>
                <a:gd name="csY124" fmla="*/ 40323 h 100334"/>
                <a:gd name="csX125" fmla="*/ 239619 w 279942"/>
                <a:gd name="csY125" fmla="*/ 68509 h 100334"/>
                <a:gd name="csX126" fmla="*/ 258381 w 279942"/>
                <a:gd name="csY126" fmla="*/ 68509 h 100334"/>
                <a:gd name="csX127" fmla="*/ 265821 w 279942"/>
                <a:gd name="csY127" fmla="*/ 66629 h 100334"/>
                <a:gd name="csX128" fmla="*/ 270017 w 279942"/>
                <a:gd name="csY128" fmla="*/ 61610 h 100334"/>
                <a:gd name="csX129" fmla="*/ 272220 w 279942"/>
                <a:gd name="csY129" fmla="*/ 61610 h 100334"/>
                <a:gd name="csX130" fmla="*/ 265990 w 279942"/>
                <a:gd name="csY130" fmla="*/ 76506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2"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0"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3" y="96582"/>
                    <a:pt x="11434" y="95646"/>
                    <a:pt x="8053" y="95646"/>
                  </a:cubicBezTo>
                  <a:cubicBezTo>
                    <a:pt x="6770" y="95646"/>
                    <a:pt x="5721" y="95735"/>
                    <a:pt x="4906" y="95920"/>
                  </a:cubicBezTo>
                  <a:cubicBezTo>
                    <a:pt x="4099" y="96106"/>
                    <a:pt x="2889" y="96550"/>
                    <a:pt x="1267" y="97244"/>
                  </a:cubicBezTo>
                  <a:lnTo>
                    <a:pt x="0" y="95759"/>
                  </a:lnTo>
                  <a:lnTo>
                    <a:pt x="22618"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5" y="8731"/>
                    <a:pt x="72535" y="12959"/>
                  </a:cubicBezTo>
                  <a:cubicBezTo>
                    <a:pt x="74633"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3" y="73859"/>
                    <a:pt x="38999" y="72205"/>
                  </a:cubicBezTo>
                  <a:cubicBezTo>
                    <a:pt x="42235" y="70550"/>
                    <a:pt x="45584" y="67734"/>
                    <a:pt x="49037" y="63764"/>
                  </a:cubicBezTo>
                  <a:cubicBezTo>
                    <a:pt x="53451"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7" y="1703"/>
                  </a:lnTo>
                  <a:cubicBezTo>
                    <a:pt x="131119" y="1703"/>
                    <a:pt x="136897" y="3381"/>
                    <a:pt x="140721" y="6730"/>
                  </a:cubicBezTo>
                  <a:cubicBezTo>
                    <a:pt x="144546" y="10038"/>
                    <a:pt x="146451" y="14081"/>
                    <a:pt x="146451" y="18858"/>
                  </a:cubicBezTo>
                  <a:cubicBezTo>
                    <a:pt x="146451" y="22651"/>
                    <a:pt x="145240" y="26330"/>
                    <a:pt x="142811" y="29897"/>
                  </a:cubicBezTo>
                  <a:cubicBezTo>
                    <a:pt x="140391" y="33464"/>
                    <a:pt x="136784" y="36369"/>
                    <a:pt x="131998" y="38612"/>
                  </a:cubicBezTo>
                  <a:cubicBezTo>
                    <a:pt x="127221"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6" y="74246"/>
                    <a:pt x="103869" y="74464"/>
                  </a:cubicBezTo>
                  <a:lnTo>
                    <a:pt x="103320" y="76506"/>
                  </a:lnTo>
                  <a:lnTo>
                    <a:pt x="73584" y="76506"/>
                  </a:lnTo>
                  <a:lnTo>
                    <a:pt x="74190" y="74464"/>
                  </a:lnTo>
                  <a:cubicBezTo>
                    <a:pt x="78087" y="74464"/>
                    <a:pt x="80790" y="73802"/>
                    <a:pt x="82299"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29"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7"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7" y="73254"/>
                    <a:pt x="185119" y="73254"/>
                  </a:cubicBezTo>
                  <a:cubicBezTo>
                    <a:pt x="188766"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2" y="5350"/>
                  </a:cubicBezTo>
                  <a:cubicBezTo>
                    <a:pt x="218607" y="4462"/>
                    <a:pt x="216347" y="3930"/>
                    <a:pt x="212926" y="3744"/>
                  </a:cubicBezTo>
                  <a:lnTo>
                    <a:pt x="213531" y="1703"/>
                  </a:lnTo>
                  <a:lnTo>
                    <a:pt x="237303"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4" y="43187"/>
                  </a:lnTo>
                  <a:cubicBezTo>
                    <a:pt x="213620" y="52201"/>
                    <a:pt x="211159" y="58850"/>
                    <a:pt x="208843" y="63159"/>
                  </a:cubicBezTo>
                  <a:cubicBezTo>
                    <a:pt x="206527" y="67419"/>
                    <a:pt x="203162" y="71010"/>
                    <a:pt x="198748" y="73915"/>
                  </a:cubicBezTo>
                  <a:cubicBezTo>
                    <a:pt x="194375" y="76780"/>
                    <a:pt x="188928" y="78216"/>
                    <a:pt x="182424" y="78216"/>
                  </a:cubicBezTo>
                  <a:cubicBezTo>
                    <a:pt x="174919" y="78216"/>
                    <a:pt x="168867" y="76102"/>
                    <a:pt x="164276" y="71874"/>
                  </a:cubicBezTo>
                  <a:cubicBezTo>
                    <a:pt x="159676" y="67605"/>
                    <a:pt x="157377" y="62731"/>
                    <a:pt x="157377" y="57252"/>
                  </a:cubicBezTo>
                  <a:cubicBezTo>
                    <a:pt x="157377" y="55081"/>
                    <a:pt x="157578" y="52765"/>
                    <a:pt x="157982" y="50304"/>
                  </a:cubicBezTo>
                  <a:cubicBezTo>
                    <a:pt x="158280" y="48682"/>
                    <a:pt x="158999" y="45890"/>
                    <a:pt x="160136" y="41920"/>
                  </a:cubicBezTo>
                  <a:lnTo>
                    <a:pt x="167528" y="16486"/>
                  </a:lnTo>
                  <a:cubicBezTo>
                    <a:pt x="168553" y="12814"/>
                    <a:pt x="169069" y="10111"/>
                    <a:pt x="169069" y="8384"/>
                  </a:cubicBezTo>
                  <a:cubicBezTo>
                    <a:pt x="169069" y="7020"/>
                    <a:pt x="168536" y="5971"/>
                    <a:pt x="167471" y="5237"/>
                  </a:cubicBezTo>
                  <a:cubicBezTo>
                    <a:pt x="166438" y="4462"/>
                    <a:pt x="163816" y="3970"/>
                    <a:pt x="159580" y="3744"/>
                  </a:cubicBezTo>
                  <a:lnTo>
                    <a:pt x="160136" y="1703"/>
                  </a:lnTo>
                  <a:close/>
                  <a:moveTo>
                    <a:pt x="265990" y="76506"/>
                  </a:moveTo>
                  <a:lnTo>
                    <a:pt x="228758" y="76506"/>
                  </a:lnTo>
                  <a:lnTo>
                    <a:pt x="228758" y="74464"/>
                  </a:lnTo>
                  <a:cubicBezTo>
                    <a:pt x="247729" y="57841"/>
                    <a:pt x="260269" y="44809"/>
                    <a:pt x="266377" y="35352"/>
                  </a:cubicBezTo>
                  <a:cubicBezTo>
                    <a:pt x="269210" y="30978"/>
                    <a:pt x="270622" y="26379"/>
                    <a:pt x="270622" y="21561"/>
                  </a:cubicBezTo>
                  <a:cubicBezTo>
                    <a:pt x="270622" y="17737"/>
                    <a:pt x="269444" y="14630"/>
                    <a:pt x="267096" y="12241"/>
                  </a:cubicBezTo>
                  <a:cubicBezTo>
                    <a:pt x="264739" y="9812"/>
                    <a:pt x="261689" y="8602"/>
                    <a:pt x="257937" y="8602"/>
                  </a:cubicBezTo>
                  <a:cubicBezTo>
                    <a:pt x="252748" y="8602"/>
                    <a:pt x="248488" y="11087"/>
                    <a:pt x="245139" y="16050"/>
                  </a:cubicBezTo>
                  <a:lnTo>
                    <a:pt x="243210" y="15162"/>
                  </a:lnTo>
                  <a:cubicBezTo>
                    <a:pt x="245082" y="10426"/>
                    <a:pt x="247826" y="6746"/>
                    <a:pt x="251425" y="4132"/>
                  </a:cubicBezTo>
                  <a:cubicBezTo>
                    <a:pt x="255032" y="1485"/>
                    <a:pt x="258929" y="161"/>
                    <a:pt x="263125" y="161"/>
                  </a:cubicBezTo>
                  <a:cubicBezTo>
                    <a:pt x="267862" y="161"/>
                    <a:pt x="271857" y="1800"/>
                    <a:pt x="275092" y="5068"/>
                  </a:cubicBezTo>
                  <a:cubicBezTo>
                    <a:pt x="278328" y="8311"/>
                    <a:pt x="279942" y="12241"/>
                    <a:pt x="279942" y="16873"/>
                  </a:cubicBezTo>
                  <a:cubicBezTo>
                    <a:pt x="279942" y="20109"/>
                    <a:pt x="279377" y="23111"/>
                    <a:pt x="278239" y="25870"/>
                  </a:cubicBezTo>
                  <a:cubicBezTo>
                    <a:pt x="276472" y="30171"/>
                    <a:pt x="273212" y="34989"/>
                    <a:pt x="268475" y="40323"/>
                  </a:cubicBezTo>
                  <a:cubicBezTo>
                    <a:pt x="261261" y="48481"/>
                    <a:pt x="251651" y="57882"/>
                    <a:pt x="239619" y="68509"/>
                  </a:cubicBezTo>
                  <a:lnTo>
                    <a:pt x="258381" y="68509"/>
                  </a:lnTo>
                  <a:cubicBezTo>
                    <a:pt x="261391" y="68509"/>
                    <a:pt x="263876" y="67879"/>
                    <a:pt x="265821" y="66629"/>
                  </a:cubicBezTo>
                  <a:cubicBezTo>
                    <a:pt x="267773" y="65378"/>
                    <a:pt x="269169" y="63708"/>
                    <a:pt x="270017" y="61610"/>
                  </a:cubicBezTo>
                  <a:lnTo>
                    <a:pt x="272220" y="61610"/>
                  </a:lnTo>
                  <a:lnTo>
                    <a:pt x="265990" y="76506"/>
                  </a:lnTo>
                  <a:close/>
                </a:path>
              </a:pathLst>
            </a:custGeom>
            <a:solidFill>
              <a:srgbClr val="000000"/>
            </a:solidFill>
            <a:ln w="807" cap="flat">
              <a:noFill/>
              <a:prstDash val="solid"/>
              <a:miter/>
            </a:ln>
          </p:spPr>
        </p:sp>
        <p:sp>
          <p:nvSpPr>
            <p:cNvPr id="576" name="任意形状 575">
              <a:extLst>
                <a:ext uri="{FF2B5EF4-FFF2-40B4-BE49-F238E27FC236}">
                  <a16:creationId xmlns:a16="http://schemas.microsoft.com/office/drawing/2014/main" id="{54DE4CC7-88C8-E5ED-04E5-CE88996314F8}"/>
                </a:ext>
              </a:extLst>
            </p:cNvPr>
            <p:cNvSpPr/>
            <p:nvPr/>
          </p:nvSpPr>
          <p:spPr>
            <a:xfrm>
              <a:off x="1912157" y="3019800"/>
              <a:ext cx="326755" cy="117830"/>
            </a:xfrm>
            <a:custGeom>
              <a:avLst/>
              <a:gdLst>
                <a:gd name="csX0" fmla="*/ 27691 w 278238"/>
                <a:gd name="csY0" fmla="*/ 78216 h 100334"/>
                <a:gd name="csX1" fmla="*/ 13460 w 278238"/>
                <a:gd name="csY1" fmla="*/ 89747 h 100334"/>
                <a:gd name="csX2" fmla="*/ 19692 w 278238"/>
                <a:gd name="csY2" fmla="*/ 89134 h 100334"/>
                <a:gd name="csX3" fmla="*/ 24767 w 278238"/>
                <a:gd name="csY3" fmla="*/ 89465 h 100334"/>
                <a:gd name="csX4" fmla="*/ 34807 w 278238"/>
                <a:gd name="csY4" fmla="*/ 91506 h 100334"/>
                <a:gd name="csX5" fmla="*/ 48266 w 278238"/>
                <a:gd name="csY5" fmla="*/ 93274 h 100334"/>
                <a:gd name="csX6" fmla="*/ 58637 w 278238"/>
                <a:gd name="csY6" fmla="*/ 91127 h 100334"/>
                <a:gd name="csX7" fmla="*/ 66966 w 278238"/>
                <a:gd name="csY7" fmla="*/ 84067 h 100334"/>
                <a:gd name="csX8" fmla="*/ 68786 w 278238"/>
                <a:gd name="csY8" fmla="*/ 84946 h 100334"/>
                <a:gd name="csX9" fmla="*/ 55382 w 278238"/>
                <a:gd name="csY9" fmla="*/ 96695 h 100334"/>
                <a:gd name="csX10" fmla="*/ 38999 w 278238"/>
                <a:gd name="csY10" fmla="*/ 100334 h 100334"/>
                <a:gd name="csX11" fmla="*/ 25870 w 278238"/>
                <a:gd name="csY11" fmla="*/ 98462 h 100334"/>
                <a:gd name="csX12" fmla="*/ 8053 w 278238"/>
                <a:gd name="csY12" fmla="*/ 95646 h 100334"/>
                <a:gd name="csX13" fmla="*/ 4909 w 278238"/>
                <a:gd name="csY13" fmla="*/ 95920 h 100334"/>
                <a:gd name="csX14" fmla="*/ 1269 w 278238"/>
                <a:gd name="csY14" fmla="*/ 97244 h 100334"/>
                <a:gd name="csX15" fmla="*/ 0 w 278238"/>
                <a:gd name="csY15" fmla="*/ 95759 h 100334"/>
                <a:gd name="csX16" fmla="*/ 22616 w 278238"/>
                <a:gd name="csY16" fmla="*/ 77885 h 100334"/>
                <a:gd name="csX17" fmla="*/ 6730 w 278238"/>
                <a:gd name="csY17" fmla="*/ 68670 h 100334"/>
                <a:gd name="csX18" fmla="*/ 1323 w 278238"/>
                <a:gd name="csY18" fmla="*/ 52072 h 100334"/>
                <a:gd name="csX19" fmla="*/ 8605 w 278238"/>
                <a:gd name="csY19" fmla="*/ 27081 h 100334"/>
                <a:gd name="csX20" fmla="*/ 27305 w 278238"/>
                <a:gd name="csY20" fmla="*/ 7109 h 100334"/>
                <a:gd name="csX21" fmla="*/ 49701 w 278238"/>
                <a:gd name="csY21" fmla="*/ 0 h 100334"/>
                <a:gd name="csX22" fmla="*/ 63601 w 278238"/>
                <a:gd name="csY22" fmla="*/ 3309 h 100334"/>
                <a:gd name="csX23" fmla="*/ 72537 w 278238"/>
                <a:gd name="csY23" fmla="*/ 12959 h 100334"/>
                <a:gd name="csX24" fmla="*/ 75682 w 278238"/>
                <a:gd name="csY24" fmla="*/ 25870 h 100334"/>
                <a:gd name="csX25" fmla="*/ 68456 w 278238"/>
                <a:gd name="csY25" fmla="*/ 51571 h 100334"/>
                <a:gd name="csX26" fmla="*/ 50473 w 278238"/>
                <a:gd name="csY26" fmla="*/ 71317 h 100334"/>
                <a:gd name="csX27" fmla="*/ 27691 w 278238"/>
                <a:gd name="csY27" fmla="*/ 78216 h 100334"/>
                <a:gd name="csX28" fmla="*/ 48377 w 278238"/>
                <a:gd name="csY28" fmla="*/ 3526 h 100334"/>
                <a:gd name="csX29" fmla="*/ 37565 w 278238"/>
                <a:gd name="csY29" fmla="*/ 6286 h 100334"/>
                <a:gd name="csX30" fmla="*/ 27140 w 278238"/>
                <a:gd name="csY30" fmla="*/ 15219 h 100334"/>
                <a:gd name="csX31" fmla="*/ 17817 w 278238"/>
                <a:gd name="csY31" fmla="*/ 31438 h 100334"/>
                <a:gd name="csX32" fmla="*/ 12797 w 278238"/>
                <a:gd name="csY32" fmla="*/ 54775 h 100334"/>
                <a:gd name="csX33" fmla="*/ 16824 w 278238"/>
                <a:gd name="csY33" fmla="*/ 68670 h 100334"/>
                <a:gd name="csX34" fmla="*/ 29180 w 278238"/>
                <a:gd name="csY34" fmla="*/ 74682 h 100334"/>
                <a:gd name="csX35" fmla="*/ 38999 w 278238"/>
                <a:gd name="csY35" fmla="*/ 72205 h 100334"/>
                <a:gd name="csX36" fmla="*/ 49038 w 278238"/>
                <a:gd name="csY36" fmla="*/ 63764 h 100334"/>
                <a:gd name="csX37" fmla="*/ 60126 w 278238"/>
                <a:gd name="csY37" fmla="*/ 44398 h 100334"/>
                <a:gd name="csX38" fmla="*/ 64594 w 278238"/>
                <a:gd name="csY38" fmla="*/ 22554 h 100334"/>
                <a:gd name="csX39" fmla="*/ 60567 w 278238"/>
                <a:gd name="csY39" fmla="*/ 9320 h 100334"/>
                <a:gd name="csX40" fmla="*/ 48377 w 278238"/>
                <a:gd name="csY40" fmla="*/ 3526 h 100334"/>
                <a:gd name="csX41" fmla="*/ 93943 w 278238"/>
                <a:gd name="csY41" fmla="*/ 1703 h 100334"/>
                <a:gd name="csX42" fmla="*/ 123396 w 278238"/>
                <a:gd name="csY42" fmla="*/ 1703 h 100334"/>
                <a:gd name="csX43" fmla="*/ 140721 w 278238"/>
                <a:gd name="csY43" fmla="*/ 6730 h 100334"/>
                <a:gd name="csX44" fmla="*/ 146450 w 278238"/>
                <a:gd name="csY44" fmla="*/ 18858 h 100334"/>
                <a:gd name="csX45" fmla="*/ 142811 w 278238"/>
                <a:gd name="csY45" fmla="*/ 29897 h 100334"/>
                <a:gd name="csX46" fmla="*/ 131998 w 278238"/>
                <a:gd name="csY46" fmla="*/ 38612 h 100334"/>
                <a:gd name="csX47" fmla="*/ 116505 w 278238"/>
                <a:gd name="csY47" fmla="*/ 41920 h 100334"/>
                <a:gd name="csX48" fmla="*/ 103319 w 278238"/>
                <a:gd name="csY48" fmla="*/ 40040 h 100334"/>
                <a:gd name="csX49" fmla="*/ 97364 w 278238"/>
                <a:gd name="csY49" fmla="*/ 60456 h 100334"/>
                <a:gd name="csX50" fmla="*/ 95266 w 278238"/>
                <a:gd name="csY50" fmla="*/ 70050 h 100334"/>
                <a:gd name="csX51" fmla="*/ 96751 w 278238"/>
                <a:gd name="csY51" fmla="*/ 72971 h 100334"/>
                <a:gd name="csX52" fmla="*/ 103868 w 278238"/>
                <a:gd name="csY52" fmla="*/ 74464 h 100334"/>
                <a:gd name="csX53" fmla="*/ 103319 w 278238"/>
                <a:gd name="csY53" fmla="*/ 76506 h 100334"/>
                <a:gd name="csX54" fmla="*/ 73585 w 278238"/>
                <a:gd name="csY54" fmla="*/ 76506 h 100334"/>
                <a:gd name="csX55" fmla="*/ 74192 w 278238"/>
                <a:gd name="csY55" fmla="*/ 74464 h 100334"/>
                <a:gd name="csX56" fmla="*/ 82301 w 278238"/>
                <a:gd name="csY56" fmla="*/ 72479 h 100334"/>
                <a:gd name="csX57" fmla="*/ 87269 w 278238"/>
                <a:gd name="csY57" fmla="*/ 61335 h 100334"/>
                <a:gd name="csX58" fmla="*/ 99623 w 278238"/>
                <a:gd name="csY58" fmla="*/ 18753 h 100334"/>
                <a:gd name="csX59" fmla="*/ 101826 w 278238"/>
                <a:gd name="csY59" fmla="*/ 8489 h 100334"/>
                <a:gd name="csX60" fmla="*/ 100229 w 278238"/>
                <a:gd name="csY60" fmla="*/ 5294 h 100334"/>
                <a:gd name="csX61" fmla="*/ 93329 w 278238"/>
                <a:gd name="csY61" fmla="*/ 3744 h 100334"/>
                <a:gd name="csX62" fmla="*/ 93943 w 278238"/>
                <a:gd name="csY62" fmla="*/ 1703 h 100334"/>
                <a:gd name="csX63" fmla="*/ 104255 w 278238"/>
                <a:gd name="csY63" fmla="*/ 36570 h 100334"/>
                <a:gd name="csX64" fmla="*/ 114294 w 278238"/>
                <a:gd name="csY64" fmla="*/ 38168 h 100334"/>
                <a:gd name="csX65" fmla="*/ 125219 w 278238"/>
                <a:gd name="csY65" fmla="*/ 35683 h 100334"/>
                <a:gd name="csX66" fmla="*/ 132942 w 278238"/>
                <a:gd name="csY66" fmla="*/ 28243 h 100334"/>
                <a:gd name="csX67" fmla="*/ 135750 w 278238"/>
                <a:gd name="csY67" fmla="*/ 17922 h 100334"/>
                <a:gd name="csX68" fmla="*/ 132329 w 278238"/>
                <a:gd name="csY68" fmla="*/ 9094 h 100334"/>
                <a:gd name="csX69" fmla="*/ 121959 w 278238"/>
                <a:gd name="csY69" fmla="*/ 5842 h 100334"/>
                <a:gd name="csX70" fmla="*/ 112857 w 278238"/>
                <a:gd name="csY70" fmla="*/ 6778 h 100334"/>
                <a:gd name="csX71" fmla="*/ 104255 w 278238"/>
                <a:gd name="csY71" fmla="*/ 36570 h 100334"/>
                <a:gd name="csX72" fmla="*/ 160135 w 278238"/>
                <a:gd name="csY72" fmla="*/ 1703 h 100334"/>
                <a:gd name="csX73" fmla="*/ 191743 w 278238"/>
                <a:gd name="csY73" fmla="*/ 1703 h 100334"/>
                <a:gd name="csX74" fmla="*/ 191138 w 278238"/>
                <a:gd name="csY74" fmla="*/ 3744 h 100334"/>
                <a:gd name="csX75" fmla="*/ 184182 w 278238"/>
                <a:gd name="csY75" fmla="*/ 4688 h 100334"/>
                <a:gd name="csX76" fmla="*/ 180656 w 278238"/>
                <a:gd name="csY76" fmla="*/ 7496 h 100334"/>
                <a:gd name="csX77" fmla="*/ 177622 w 278238"/>
                <a:gd name="csY77" fmla="*/ 15057 h 100334"/>
                <a:gd name="csX78" fmla="*/ 169956 w 278238"/>
                <a:gd name="csY78" fmla="*/ 41533 h 100334"/>
                <a:gd name="csX79" fmla="*/ 167527 w 278238"/>
                <a:gd name="csY79" fmla="*/ 50797 h 100334"/>
                <a:gd name="csX80" fmla="*/ 166865 w 278238"/>
                <a:gd name="csY80" fmla="*/ 57365 h 100334"/>
                <a:gd name="csX81" fmla="*/ 171828 w 278238"/>
                <a:gd name="csY81" fmla="*/ 68670 h 100334"/>
                <a:gd name="csX82" fmla="*/ 185118 w 278238"/>
                <a:gd name="csY82" fmla="*/ 73254 h 100334"/>
                <a:gd name="csX83" fmla="*/ 194882 w 278238"/>
                <a:gd name="csY83" fmla="*/ 71212 h 100334"/>
                <a:gd name="csX84" fmla="*/ 202225 w 278238"/>
                <a:gd name="csY84" fmla="*/ 65418 h 100334"/>
                <a:gd name="csX85" fmla="*/ 207850 w 278238"/>
                <a:gd name="csY85" fmla="*/ 55323 h 100334"/>
                <a:gd name="csX86" fmla="*/ 212320 w 278238"/>
                <a:gd name="csY86" fmla="*/ 42413 h 100334"/>
                <a:gd name="csX87" fmla="*/ 218937 w 278238"/>
                <a:gd name="csY87" fmla="*/ 19576 h 100334"/>
                <a:gd name="csX88" fmla="*/ 221422 w 278238"/>
                <a:gd name="csY88" fmla="*/ 8433 h 100334"/>
                <a:gd name="csX89" fmla="*/ 219712 w 278238"/>
                <a:gd name="csY89" fmla="*/ 5350 h 100334"/>
                <a:gd name="csX90" fmla="*/ 212925 w 278238"/>
                <a:gd name="csY90" fmla="*/ 3744 h 100334"/>
                <a:gd name="csX91" fmla="*/ 213530 w 278238"/>
                <a:gd name="csY91" fmla="*/ 1703 h 100334"/>
                <a:gd name="csX92" fmla="*/ 237303 w 278238"/>
                <a:gd name="csY92" fmla="*/ 1703 h 100334"/>
                <a:gd name="csX93" fmla="*/ 236697 w 278238"/>
                <a:gd name="csY93" fmla="*/ 3744 h 100334"/>
                <a:gd name="csX94" fmla="*/ 230629 w 278238"/>
                <a:gd name="csY94" fmla="*/ 4575 h 100334"/>
                <a:gd name="csX95" fmla="*/ 227434 w 278238"/>
                <a:gd name="csY95" fmla="*/ 7440 h 100334"/>
                <a:gd name="csX96" fmla="*/ 224343 w 278238"/>
                <a:gd name="csY96" fmla="*/ 15445 h 100334"/>
                <a:gd name="csX97" fmla="*/ 216234 w 278238"/>
                <a:gd name="csY97" fmla="*/ 43187 h 100334"/>
                <a:gd name="csX98" fmla="*/ 208842 w 278238"/>
                <a:gd name="csY98" fmla="*/ 63159 h 100334"/>
                <a:gd name="csX99" fmla="*/ 198747 w 278238"/>
                <a:gd name="csY99" fmla="*/ 73915 h 100334"/>
                <a:gd name="csX100" fmla="*/ 182423 w 278238"/>
                <a:gd name="csY100" fmla="*/ 78216 h 100334"/>
                <a:gd name="csX101" fmla="*/ 164275 w 278238"/>
                <a:gd name="csY101" fmla="*/ 71874 h 100334"/>
                <a:gd name="csX102" fmla="*/ 157376 w 278238"/>
                <a:gd name="csY102" fmla="*/ 57252 h 100334"/>
                <a:gd name="csX103" fmla="*/ 157981 w 278238"/>
                <a:gd name="csY103" fmla="*/ 50304 h 100334"/>
                <a:gd name="csX104" fmla="*/ 160135 w 278238"/>
                <a:gd name="csY104" fmla="*/ 41920 h 100334"/>
                <a:gd name="csX105" fmla="*/ 167527 w 278238"/>
                <a:gd name="csY105" fmla="*/ 16486 h 100334"/>
                <a:gd name="csX106" fmla="*/ 169068 w 278238"/>
                <a:gd name="csY106" fmla="*/ 8384 h 100334"/>
                <a:gd name="csX107" fmla="*/ 167471 w 278238"/>
                <a:gd name="csY107" fmla="*/ 5237 h 100334"/>
                <a:gd name="csX108" fmla="*/ 159579 w 278238"/>
                <a:gd name="csY108" fmla="*/ 3744 h 100334"/>
                <a:gd name="csX109" fmla="*/ 160135 w 278238"/>
                <a:gd name="csY109" fmla="*/ 1703 h 100334"/>
                <a:gd name="csX110" fmla="*/ 244258 w 278238"/>
                <a:gd name="csY110" fmla="*/ 35634 h 100334"/>
                <a:gd name="csX111" fmla="*/ 244258 w 278238"/>
                <a:gd name="csY111" fmla="*/ 34028 h 100334"/>
                <a:gd name="csX112" fmla="*/ 264166 w 278238"/>
                <a:gd name="csY112" fmla="*/ 26088 h 100334"/>
                <a:gd name="csX113" fmla="*/ 268910 w 278238"/>
                <a:gd name="csY113" fmla="*/ 16106 h 100334"/>
                <a:gd name="csX114" fmla="*/ 266151 w 278238"/>
                <a:gd name="csY114" fmla="*/ 8933 h 100334"/>
                <a:gd name="csX115" fmla="*/ 259477 w 278238"/>
                <a:gd name="csY115" fmla="*/ 6068 h 100334"/>
                <a:gd name="csX116" fmla="*/ 248503 w 278238"/>
                <a:gd name="csY116" fmla="*/ 13734 h 100334"/>
                <a:gd name="csX117" fmla="*/ 246461 w 278238"/>
                <a:gd name="csY117" fmla="*/ 13129 h 100334"/>
                <a:gd name="csX118" fmla="*/ 253796 w 278238"/>
                <a:gd name="csY118" fmla="*/ 3470 h 100334"/>
                <a:gd name="csX119" fmla="*/ 263673 w 278238"/>
                <a:gd name="csY119" fmla="*/ 161 h 100334"/>
                <a:gd name="csX120" fmla="*/ 274212 w 278238"/>
                <a:gd name="csY120" fmla="*/ 4075 h 100334"/>
                <a:gd name="csX121" fmla="*/ 278239 w 278238"/>
                <a:gd name="csY121" fmla="*/ 13895 h 100334"/>
                <a:gd name="csX122" fmla="*/ 274430 w 278238"/>
                <a:gd name="csY122" fmla="*/ 23659 h 100334"/>
                <a:gd name="csX123" fmla="*/ 261462 w 278238"/>
                <a:gd name="csY123" fmla="*/ 32043 h 100334"/>
                <a:gd name="csX124" fmla="*/ 270129 w 278238"/>
                <a:gd name="csY124" fmla="*/ 38886 h 100334"/>
                <a:gd name="csX125" fmla="*/ 273050 w 278238"/>
                <a:gd name="csY125" fmla="*/ 49530 h 100334"/>
                <a:gd name="csX126" fmla="*/ 269080 w 278238"/>
                <a:gd name="csY126" fmla="*/ 63377 h 100334"/>
                <a:gd name="csX127" fmla="*/ 258154 w 278238"/>
                <a:gd name="csY127" fmla="*/ 74077 h 100334"/>
                <a:gd name="csX128" fmla="*/ 243645 w 278238"/>
                <a:gd name="csY128" fmla="*/ 77829 h 100334"/>
                <a:gd name="csX129" fmla="*/ 233115 w 278238"/>
                <a:gd name="csY129" fmla="*/ 75400 h 100334"/>
                <a:gd name="csX130" fmla="*/ 230742 w 278238"/>
                <a:gd name="csY130" fmla="*/ 71543 h 100334"/>
                <a:gd name="csX131" fmla="*/ 232122 w 278238"/>
                <a:gd name="csY131" fmla="*/ 68234 h 100334"/>
                <a:gd name="csX132" fmla="*/ 235592 w 278238"/>
                <a:gd name="csY132" fmla="*/ 66855 h 100334"/>
                <a:gd name="csX133" fmla="*/ 238465 w 278238"/>
                <a:gd name="csY133" fmla="*/ 67290 h 100334"/>
                <a:gd name="csX134" fmla="*/ 242766 w 278238"/>
                <a:gd name="csY134" fmla="*/ 69501 h 100334"/>
                <a:gd name="csX135" fmla="*/ 248172 w 278238"/>
                <a:gd name="csY135" fmla="*/ 72092 h 100334"/>
                <a:gd name="csX136" fmla="*/ 252142 w 278238"/>
                <a:gd name="csY136" fmla="*/ 72697 h 100334"/>
                <a:gd name="csX137" fmla="*/ 260308 w 278238"/>
                <a:gd name="csY137" fmla="*/ 66960 h 100334"/>
                <a:gd name="csX138" fmla="*/ 263560 w 278238"/>
                <a:gd name="csY138" fmla="*/ 54662 h 100334"/>
                <a:gd name="csX139" fmla="*/ 261357 w 278238"/>
                <a:gd name="csY139" fmla="*/ 45229 h 100334"/>
                <a:gd name="csX140" fmla="*/ 254515 w 278238"/>
                <a:gd name="csY140" fmla="*/ 38555 h 100334"/>
                <a:gd name="csX141" fmla="*/ 244258 w 278238"/>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8" h="100334">
                  <a:moveTo>
                    <a:pt x="27691" y="78216"/>
                  </a:moveTo>
                  <a:lnTo>
                    <a:pt x="13460" y="89747"/>
                  </a:lnTo>
                  <a:cubicBezTo>
                    <a:pt x="15702" y="89336"/>
                    <a:pt x="17780" y="89134"/>
                    <a:pt x="19692" y="89134"/>
                  </a:cubicBezTo>
                  <a:cubicBezTo>
                    <a:pt x="21531" y="89134"/>
                    <a:pt x="23223" y="89247"/>
                    <a:pt x="24767" y="89465"/>
                  </a:cubicBezTo>
                  <a:cubicBezTo>
                    <a:pt x="26349" y="89691"/>
                    <a:pt x="29695" y="90369"/>
                    <a:pt x="34807" y="91506"/>
                  </a:cubicBezTo>
                  <a:cubicBezTo>
                    <a:pt x="39955" y="92685"/>
                    <a:pt x="44442" y="93274"/>
                    <a:pt x="48266" y="93274"/>
                  </a:cubicBezTo>
                  <a:cubicBezTo>
                    <a:pt x="52348" y="93274"/>
                    <a:pt x="55805" y="92555"/>
                    <a:pt x="58637" y="91127"/>
                  </a:cubicBezTo>
                  <a:cubicBezTo>
                    <a:pt x="61505" y="89723"/>
                    <a:pt x="64281" y="87375"/>
                    <a:pt x="66966" y="84067"/>
                  </a:cubicBezTo>
                  <a:lnTo>
                    <a:pt x="68786" y="84946"/>
                  </a:lnTo>
                  <a:cubicBezTo>
                    <a:pt x="64999" y="90385"/>
                    <a:pt x="60531" y="94307"/>
                    <a:pt x="55382" y="96695"/>
                  </a:cubicBezTo>
                  <a:cubicBezTo>
                    <a:pt x="50233" y="99124"/>
                    <a:pt x="44773" y="100334"/>
                    <a:pt x="38999" y="100334"/>
                  </a:cubicBezTo>
                  <a:cubicBezTo>
                    <a:pt x="35800" y="100334"/>
                    <a:pt x="31424" y="99713"/>
                    <a:pt x="25870" y="98462"/>
                  </a:cubicBezTo>
                  <a:cubicBezTo>
                    <a:pt x="17376" y="96582"/>
                    <a:pt x="11437" y="95646"/>
                    <a:pt x="8053" y="95646"/>
                  </a:cubicBezTo>
                  <a:cubicBezTo>
                    <a:pt x="6766" y="95646"/>
                    <a:pt x="5718" y="95735"/>
                    <a:pt x="4909" y="95920"/>
                  </a:cubicBezTo>
                  <a:cubicBezTo>
                    <a:pt x="4100" y="96106"/>
                    <a:pt x="2886" y="96550"/>
                    <a:pt x="1269" y="97244"/>
                  </a:cubicBezTo>
                  <a:lnTo>
                    <a:pt x="0" y="95759"/>
                  </a:lnTo>
                  <a:lnTo>
                    <a:pt x="22616" y="77885"/>
                  </a:lnTo>
                  <a:cubicBezTo>
                    <a:pt x="15629" y="76925"/>
                    <a:pt x="10334" y="73859"/>
                    <a:pt x="6730" y="68670"/>
                  </a:cubicBezTo>
                  <a:cubicBezTo>
                    <a:pt x="3126" y="63490"/>
                    <a:pt x="1323" y="57954"/>
                    <a:pt x="1323" y="52072"/>
                  </a:cubicBezTo>
                  <a:cubicBezTo>
                    <a:pt x="1323" y="44018"/>
                    <a:pt x="3751" y="35683"/>
                    <a:pt x="8605" y="27081"/>
                  </a:cubicBezTo>
                  <a:cubicBezTo>
                    <a:pt x="13496" y="18479"/>
                    <a:pt x="19730" y="11822"/>
                    <a:pt x="27305" y="7109"/>
                  </a:cubicBezTo>
                  <a:cubicBezTo>
                    <a:pt x="34917" y="2364"/>
                    <a:pt x="42383" y="0"/>
                    <a:pt x="49701" y="0"/>
                  </a:cubicBezTo>
                  <a:cubicBezTo>
                    <a:pt x="55143" y="0"/>
                    <a:pt x="59777" y="1098"/>
                    <a:pt x="63601" y="3309"/>
                  </a:cubicBezTo>
                  <a:cubicBezTo>
                    <a:pt x="67462" y="5511"/>
                    <a:pt x="70441" y="8731"/>
                    <a:pt x="72537" y="12959"/>
                  </a:cubicBezTo>
                  <a:cubicBezTo>
                    <a:pt x="74633" y="17155"/>
                    <a:pt x="75682" y="21456"/>
                    <a:pt x="75682" y="25870"/>
                  </a:cubicBezTo>
                  <a:cubicBezTo>
                    <a:pt x="75682" y="34327"/>
                    <a:pt x="73273" y="42897"/>
                    <a:pt x="68456" y="51571"/>
                  </a:cubicBezTo>
                  <a:cubicBezTo>
                    <a:pt x="63638" y="60254"/>
                    <a:pt x="57643" y="66830"/>
                    <a:pt x="50473" y="71317"/>
                  </a:cubicBezTo>
                  <a:cubicBezTo>
                    <a:pt x="43339" y="75771"/>
                    <a:pt x="35745" y="78071"/>
                    <a:pt x="27691" y="78216"/>
                  </a:cubicBezTo>
                  <a:close/>
                  <a:moveTo>
                    <a:pt x="48377" y="3526"/>
                  </a:moveTo>
                  <a:cubicBezTo>
                    <a:pt x="44699" y="3526"/>
                    <a:pt x="41096" y="4446"/>
                    <a:pt x="37565" y="6286"/>
                  </a:cubicBezTo>
                  <a:cubicBezTo>
                    <a:pt x="34071" y="8086"/>
                    <a:pt x="30597" y="11063"/>
                    <a:pt x="27140" y="15219"/>
                  </a:cubicBezTo>
                  <a:cubicBezTo>
                    <a:pt x="23683" y="19342"/>
                    <a:pt x="20575" y="24749"/>
                    <a:pt x="17817" y="31438"/>
                  </a:cubicBezTo>
                  <a:cubicBezTo>
                    <a:pt x="14471" y="39677"/>
                    <a:pt x="12797" y="47456"/>
                    <a:pt x="12797" y="54775"/>
                  </a:cubicBezTo>
                  <a:cubicBezTo>
                    <a:pt x="12797" y="59996"/>
                    <a:pt x="14140" y="64627"/>
                    <a:pt x="16824" y="68670"/>
                  </a:cubicBezTo>
                  <a:cubicBezTo>
                    <a:pt x="19508" y="72681"/>
                    <a:pt x="23627" y="74682"/>
                    <a:pt x="29180" y="74682"/>
                  </a:cubicBezTo>
                  <a:cubicBezTo>
                    <a:pt x="32490" y="74682"/>
                    <a:pt x="35763" y="73859"/>
                    <a:pt x="38999" y="72205"/>
                  </a:cubicBezTo>
                  <a:cubicBezTo>
                    <a:pt x="42235" y="70550"/>
                    <a:pt x="45581" y="67734"/>
                    <a:pt x="49038" y="63764"/>
                  </a:cubicBezTo>
                  <a:cubicBezTo>
                    <a:pt x="53451" y="58688"/>
                    <a:pt x="57147" y="52233"/>
                    <a:pt x="60126" y="44398"/>
                  </a:cubicBezTo>
                  <a:cubicBezTo>
                    <a:pt x="63105" y="36570"/>
                    <a:pt x="64594" y="29284"/>
                    <a:pt x="64594" y="22554"/>
                  </a:cubicBezTo>
                  <a:cubicBezTo>
                    <a:pt x="64594" y="17591"/>
                    <a:pt x="63252" y="13177"/>
                    <a:pt x="60567" y="9320"/>
                  </a:cubicBezTo>
                  <a:cubicBezTo>
                    <a:pt x="57883" y="5455"/>
                    <a:pt x="53819" y="3526"/>
                    <a:pt x="48377" y="3526"/>
                  </a:cubicBezTo>
                  <a:close/>
                  <a:moveTo>
                    <a:pt x="93943" y="1703"/>
                  </a:moveTo>
                  <a:lnTo>
                    <a:pt x="123396" y="1703"/>
                  </a:lnTo>
                  <a:cubicBezTo>
                    <a:pt x="131118" y="1703"/>
                    <a:pt x="136896" y="3381"/>
                    <a:pt x="140721" y="6730"/>
                  </a:cubicBezTo>
                  <a:cubicBezTo>
                    <a:pt x="144546" y="10038"/>
                    <a:pt x="146450" y="14081"/>
                    <a:pt x="146450" y="18858"/>
                  </a:cubicBezTo>
                  <a:cubicBezTo>
                    <a:pt x="146450" y="22651"/>
                    <a:pt x="145239" y="26330"/>
                    <a:pt x="142811" y="29897"/>
                  </a:cubicBezTo>
                  <a:cubicBezTo>
                    <a:pt x="140390" y="33464"/>
                    <a:pt x="136783" y="36369"/>
                    <a:pt x="131998" y="38612"/>
                  </a:cubicBezTo>
                  <a:cubicBezTo>
                    <a:pt x="127221" y="40815"/>
                    <a:pt x="122056" y="41920"/>
                    <a:pt x="116505" y="41920"/>
                  </a:cubicBezTo>
                  <a:cubicBezTo>
                    <a:pt x="113043" y="41920"/>
                    <a:pt x="108653" y="41291"/>
                    <a:pt x="103319" y="40040"/>
                  </a:cubicBezTo>
                  <a:lnTo>
                    <a:pt x="97364" y="60456"/>
                  </a:lnTo>
                  <a:cubicBezTo>
                    <a:pt x="95960" y="65305"/>
                    <a:pt x="95266" y="68509"/>
                    <a:pt x="95266" y="70050"/>
                  </a:cubicBezTo>
                  <a:cubicBezTo>
                    <a:pt x="95266" y="71228"/>
                    <a:pt x="95758" y="72205"/>
                    <a:pt x="96751" y="72971"/>
                  </a:cubicBezTo>
                  <a:cubicBezTo>
                    <a:pt x="97743" y="73746"/>
                    <a:pt x="100116" y="74246"/>
                    <a:pt x="103868" y="74464"/>
                  </a:cubicBezTo>
                  <a:lnTo>
                    <a:pt x="103319" y="76506"/>
                  </a:lnTo>
                  <a:lnTo>
                    <a:pt x="73585" y="76506"/>
                  </a:lnTo>
                  <a:lnTo>
                    <a:pt x="74192" y="74464"/>
                  </a:lnTo>
                  <a:cubicBezTo>
                    <a:pt x="78090" y="74464"/>
                    <a:pt x="80794" y="73802"/>
                    <a:pt x="82301" y="72479"/>
                  </a:cubicBezTo>
                  <a:cubicBezTo>
                    <a:pt x="83845" y="71115"/>
                    <a:pt x="85502" y="67403"/>
                    <a:pt x="87269" y="61335"/>
                  </a:cubicBezTo>
                  <a:lnTo>
                    <a:pt x="99623" y="18753"/>
                  </a:lnTo>
                  <a:cubicBezTo>
                    <a:pt x="101092" y="13637"/>
                    <a:pt x="101826" y="10216"/>
                    <a:pt x="101826" y="8489"/>
                  </a:cubicBezTo>
                  <a:cubicBezTo>
                    <a:pt x="101826" y="7206"/>
                    <a:pt x="101294" y="6141"/>
                    <a:pt x="100229" y="5294"/>
                  </a:cubicBezTo>
                  <a:cubicBezTo>
                    <a:pt x="99196" y="4446"/>
                    <a:pt x="96904" y="3930"/>
                    <a:pt x="93329" y="3744"/>
                  </a:cubicBezTo>
                  <a:lnTo>
                    <a:pt x="93943" y="1703"/>
                  </a:lnTo>
                  <a:close/>
                  <a:moveTo>
                    <a:pt x="104255" y="36570"/>
                  </a:moveTo>
                  <a:cubicBezTo>
                    <a:pt x="108411" y="37635"/>
                    <a:pt x="111760" y="38168"/>
                    <a:pt x="114294" y="38168"/>
                  </a:cubicBezTo>
                  <a:cubicBezTo>
                    <a:pt x="118304" y="38168"/>
                    <a:pt x="121943" y="37337"/>
                    <a:pt x="125219" y="35683"/>
                  </a:cubicBezTo>
                  <a:cubicBezTo>
                    <a:pt x="128528" y="34028"/>
                    <a:pt x="131102" y="31551"/>
                    <a:pt x="132942" y="28243"/>
                  </a:cubicBezTo>
                  <a:cubicBezTo>
                    <a:pt x="134814" y="24926"/>
                    <a:pt x="135750" y="21489"/>
                    <a:pt x="135750" y="17922"/>
                  </a:cubicBezTo>
                  <a:cubicBezTo>
                    <a:pt x="135750" y="14210"/>
                    <a:pt x="134612" y="11265"/>
                    <a:pt x="132329" y="9094"/>
                  </a:cubicBezTo>
                  <a:cubicBezTo>
                    <a:pt x="130053" y="6932"/>
                    <a:pt x="126599" y="5842"/>
                    <a:pt x="121959" y="5842"/>
                  </a:cubicBezTo>
                  <a:cubicBezTo>
                    <a:pt x="119458" y="5842"/>
                    <a:pt x="116424" y="6157"/>
                    <a:pt x="112857" y="6778"/>
                  </a:cubicBezTo>
                  <a:lnTo>
                    <a:pt x="104255" y="36570"/>
                  </a:lnTo>
                  <a:close/>
                  <a:moveTo>
                    <a:pt x="160135" y="1703"/>
                  </a:moveTo>
                  <a:lnTo>
                    <a:pt x="191743" y="1703"/>
                  </a:lnTo>
                  <a:lnTo>
                    <a:pt x="191138" y="3744"/>
                  </a:lnTo>
                  <a:cubicBezTo>
                    <a:pt x="187902" y="3825"/>
                    <a:pt x="185578" y="4132"/>
                    <a:pt x="184182" y="4688"/>
                  </a:cubicBezTo>
                  <a:cubicBezTo>
                    <a:pt x="182826" y="5197"/>
                    <a:pt x="181648" y="6141"/>
                    <a:pt x="180656" y="7496"/>
                  </a:cubicBezTo>
                  <a:cubicBezTo>
                    <a:pt x="179696" y="8860"/>
                    <a:pt x="178687" y="11378"/>
                    <a:pt x="177622" y="15057"/>
                  </a:cubicBezTo>
                  <a:lnTo>
                    <a:pt x="169956" y="41533"/>
                  </a:lnTo>
                  <a:cubicBezTo>
                    <a:pt x="168592" y="46237"/>
                    <a:pt x="167785" y="49328"/>
                    <a:pt x="167527" y="50797"/>
                  </a:cubicBezTo>
                  <a:cubicBezTo>
                    <a:pt x="167083" y="53153"/>
                    <a:pt x="166865" y="55340"/>
                    <a:pt x="166865" y="57365"/>
                  </a:cubicBezTo>
                  <a:cubicBezTo>
                    <a:pt x="166865" y="61811"/>
                    <a:pt x="168520" y="65580"/>
                    <a:pt x="171828" y="68670"/>
                  </a:cubicBezTo>
                  <a:cubicBezTo>
                    <a:pt x="175136" y="71728"/>
                    <a:pt x="179567" y="73254"/>
                    <a:pt x="185118" y="73254"/>
                  </a:cubicBezTo>
                  <a:cubicBezTo>
                    <a:pt x="188766" y="73254"/>
                    <a:pt x="192017" y="72568"/>
                    <a:pt x="194882" y="71212"/>
                  </a:cubicBezTo>
                  <a:cubicBezTo>
                    <a:pt x="197755" y="69816"/>
                    <a:pt x="200200" y="67879"/>
                    <a:pt x="202225" y="65418"/>
                  </a:cubicBezTo>
                  <a:cubicBezTo>
                    <a:pt x="204283" y="62917"/>
                    <a:pt x="206155" y="59552"/>
                    <a:pt x="207850" y="55323"/>
                  </a:cubicBezTo>
                  <a:cubicBezTo>
                    <a:pt x="209544" y="51055"/>
                    <a:pt x="211029" y="46754"/>
                    <a:pt x="212320" y="42413"/>
                  </a:cubicBezTo>
                  <a:lnTo>
                    <a:pt x="218937" y="19576"/>
                  </a:lnTo>
                  <a:cubicBezTo>
                    <a:pt x="220591" y="13879"/>
                    <a:pt x="221422" y="10167"/>
                    <a:pt x="221422" y="8433"/>
                  </a:cubicBezTo>
                  <a:cubicBezTo>
                    <a:pt x="221422" y="7222"/>
                    <a:pt x="220849" y="6189"/>
                    <a:pt x="219712" y="5350"/>
                  </a:cubicBezTo>
                  <a:cubicBezTo>
                    <a:pt x="218606" y="4462"/>
                    <a:pt x="216347" y="3930"/>
                    <a:pt x="212925" y="3744"/>
                  </a:cubicBezTo>
                  <a:lnTo>
                    <a:pt x="213530" y="1703"/>
                  </a:lnTo>
                  <a:lnTo>
                    <a:pt x="237303" y="1703"/>
                  </a:lnTo>
                  <a:lnTo>
                    <a:pt x="236697" y="3744"/>
                  </a:lnTo>
                  <a:cubicBezTo>
                    <a:pt x="233906" y="3744"/>
                    <a:pt x="231880" y="4027"/>
                    <a:pt x="230629" y="4575"/>
                  </a:cubicBezTo>
                  <a:cubicBezTo>
                    <a:pt x="229419" y="5092"/>
                    <a:pt x="228354" y="6044"/>
                    <a:pt x="227434" y="7440"/>
                  </a:cubicBezTo>
                  <a:cubicBezTo>
                    <a:pt x="226514" y="8804"/>
                    <a:pt x="225481" y="11467"/>
                    <a:pt x="224343" y="15445"/>
                  </a:cubicBezTo>
                  <a:lnTo>
                    <a:pt x="216234" y="43187"/>
                  </a:lnTo>
                  <a:cubicBezTo>
                    <a:pt x="213619" y="52201"/>
                    <a:pt x="211158" y="58850"/>
                    <a:pt x="208842" y="63159"/>
                  </a:cubicBezTo>
                  <a:cubicBezTo>
                    <a:pt x="206526" y="67419"/>
                    <a:pt x="203161" y="71010"/>
                    <a:pt x="198747" y="73915"/>
                  </a:cubicBezTo>
                  <a:cubicBezTo>
                    <a:pt x="194374" y="76780"/>
                    <a:pt x="188927" y="78216"/>
                    <a:pt x="182423" y="78216"/>
                  </a:cubicBezTo>
                  <a:cubicBezTo>
                    <a:pt x="174919" y="78216"/>
                    <a:pt x="168867" y="76102"/>
                    <a:pt x="164275" y="71874"/>
                  </a:cubicBezTo>
                  <a:cubicBezTo>
                    <a:pt x="159676" y="67605"/>
                    <a:pt x="157376" y="62731"/>
                    <a:pt x="157376" y="57252"/>
                  </a:cubicBezTo>
                  <a:cubicBezTo>
                    <a:pt x="157376" y="55081"/>
                    <a:pt x="157578" y="52765"/>
                    <a:pt x="157981" y="50304"/>
                  </a:cubicBezTo>
                  <a:cubicBezTo>
                    <a:pt x="158280" y="48682"/>
                    <a:pt x="158998" y="45890"/>
                    <a:pt x="160135" y="41920"/>
                  </a:cubicBezTo>
                  <a:lnTo>
                    <a:pt x="167527" y="16486"/>
                  </a:lnTo>
                  <a:cubicBezTo>
                    <a:pt x="168552" y="12814"/>
                    <a:pt x="169068" y="10111"/>
                    <a:pt x="169068" y="8384"/>
                  </a:cubicBezTo>
                  <a:cubicBezTo>
                    <a:pt x="169068" y="7020"/>
                    <a:pt x="168536" y="5971"/>
                    <a:pt x="167471" y="5237"/>
                  </a:cubicBezTo>
                  <a:cubicBezTo>
                    <a:pt x="166438" y="4462"/>
                    <a:pt x="163815" y="3970"/>
                    <a:pt x="159579" y="3744"/>
                  </a:cubicBezTo>
                  <a:lnTo>
                    <a:pt x="160135" y="1703"/>
                  </a:lnTo>
                  <a:close/>
                  <a:moveTo>
                    <a:pt x="244258" y="35634"/>
                  </a:moveTo>
                  <a:lnTo>
                    <a:pt x="244258" y="34028"/>
                  </a:lnTo>
                  <a:cubicBezTo>
                    <a:pt x="253151" y="32673"/>
                    <a:pt x="259792" y="30026"/>
                    <a:pt x="264166" y="26088"/>
                  </a:cubicBezTo>
                  <a:cubicBezTo>
                    <a:pt x="267329" y="23296"/>
                    <a:pt x="268910" y="19964"/>
                    <a:pt x="268910" y="16106"/>
                  </a:cubicBezTo>
                  <a:cubicBezTo>
                    <a:pt x="268910" y="13202"/>
                    <a:pt x="267990" y="10805"/>
                    <a:pt x="266151" y="8933"/>
                  </a:cubicBezTo>
                  <a:cubicBezTo>
                    <a:pt x="264319" y="7020"/>
                    <a:pt x="262092" y="6068"/>
                    <a:pt x="259477" y="6068"/>
                  </a:cubicBezTo>
                  <a:cubicBezTo>
                    <a:pt x="255362" y="6068"/>
                    <a:pt x="251698" y="8618"/>
                    <a:pt x="248503" y="13734"/>
                  </a:cubicBezTo>
                  <a:lnTo>
                    <a:pt x="246461" y="13129"/>
                  </a:lnTo>
                  <a:cubicBezTo>
                    <a:pt x="248374" y="8860"/>
                    <a:pt x="250819" y="5641"/>
                    <a:pt x="253796" y="3470"/>
                  </a:cubicBezTo>
                  <a:cubicBezTo>
                    <a:pt x="256814" y="1267"/>
                    <a:pt x="260107" y="161"/>
                    <a:pt x="263673" y="161"/>
                  </a:cubicBezTo>
                  <a:cubicBezTo>
                    <a:pt x="268015" y="161"/>
                    <a:pt x="271525" y="1469"/>
                    <a:pt x="274212" y="4075"/>
                  </a:cubicBezTo>
                  <a:cubicBezTo>
                    <a:pt x="276891" y="6649"/>
                    <a:pt x="278239" y="9925"/>
                    <a:pt x="278239" y="13895"/>
                  </a:cubicBezTo>
                  <a:cubicBezTo>
                    <a:pt x="278239" y="17277"/>
                    <a:pt x="276964" y="20537"/>
                    <a:pt x="274430" y="23659"/>
                  </a:cubicBezTo>
                  <a:cubicBezTo>
                    <a:pt x="271928" y="26790"/>
                    <a:pt x="267603" y="29582"/>
                    <a:pt x="261462" y="32043"/>
                  </a:cubicBezTo>
                  <a:cubicBezTo>
                    <a:pt x="265287" y="33625"/>
                    <a:pt x="268176" y="35909"/>
                    <a:pt x="270129" y="38886"/>
                  </a:cubicBezTo>
                  <a:cubicBezTo>
                    <a:pt x="272074" y="41823"/>
                    <a:pt x="273050" y="45374"/>
                    <a:pt x="273050" y="49530"/>
                  </a:cubicBezTo>
                  <a:cubicBezTo>
                    <a:pt x="273050" y="54129"/>
                    <a:pt x="271727" y="58745"/>
                    <a:pt x="269080" y="63377"/>
                  </a:cubicBezTo>
                  <a:cubicBezTo>
                    <a:pt x="266433" y="67976"/>
                    <a:pt x="262786" y="71543"/>
                    <a:pt x="258154" y="74077"/>
                  </a:cubicBezTo>
                  <a:cubicBezTo>
                    <a:pt x="253562" y="76578"/>
                    <a:pt x="248721" y="77829"/>
                    <a:pt x="243645" y="77829"/>
                  </a:cubicBezTo>
                  <a:cubicBezTo>
                    <a:pt x="239013" y="77829"/>
                    <a:pt x="235503" y="77022"/>
                    <a:pt x="233115" y="75400"/>
                  </a:cubicBezTo>
                  <a:cubicBezTo>
                    <a:pt x="231533" y="74303"/>
                    <a:pt x="230742" y="73012"/>
                    <a:pt x="230742" y="71543"/>
                  </a:cubicBezTo>
                  <a:cubicBezTo>
                    <a:pt x="230742" y="70252"/>
                    <a:pt x="231202" y="69154"/>
                    <a:pt x="232122" y="68234"/>
                  </a:cubicBezTo>
                  <a:cubicBezTo>
                    <a:pt x="233074" y="67315"/>
                    <a:pt x="234236" y="66855"/>
                    <a:pt x="235592" y="66855"/>
                  </a:cubicBezTo>
                  <a:cubicBezTo>
                    <a:pt x="236552" y="66855"/>
                    <a:pt x="237504" y="67000"/>
                    <a:pt x="238465" y="67290"/>
                  </a:cubicBezTo>
                  <a:cubicBezTo>
                    <a:pt x="239054" y="67476"/>
                    <a:pt x="240482" y="68210"/>
                    <a:pt x="242766" y="69501"/>
                  </a:cubicBezTo>
                  <a:cubicBezTo>
                    <a:pt x="245082" y="70784"/>
                    <a:pt x="246881" y="71648"/>
                    <a:pt x="248172" y="72092"/>
                  </a:cubicBezTo>
                  <a:cubicBezTo>
                    <a:pt x="249455" y="72495"/>
                    <a:pt x="250787" y="72697"/>
                    <a:pt x="252142" y="72697"/>
                  </a:cubicBezTo>
                  <a:cubicBezTo>
                    <a:pt x="255451" y="72697"/>
                    <a:pt x="258178" y="70784"/>
                    <a:pt x="260308" y="66960"/>
                  </a:cubicBezTo>
                  <a:cubicBezTo>
                    <a:pt x="262479" y="63102"/>
                    <a:pt x="263560" y="59003"/>
                    <a:pt x="263560" y="54662"/>
                  </a:cubicBezTo>
                  <a:cubicBezTo>
                    <a:pt x="263560" y="51127"/>
                    <a:pt x="262826" y="47988"/>
                    <a:pt x="261357" y="45229"/>
                  </a:cubicBezTo>
                  <a:cubicBezTo>
                    <a:pt x="259921" y="42469"/>
                    <a:pt x="257638" y="40250"/>
                    <a:pt x="254515" y="38555"/>
                  </a:cubicBezTo>
                  <a:cubicBezTo>
                    <a:pt x="251392" y="36829"/>
                    <a:pt x="247970" y="35852"/>
                    <a:pt x="244258" y="35634"/>
                  </a:cubicBezTo>
                  <a:close/>
                </a:path>
              </a:pathLst>
            </a:custGeom>
            <a:solidFill>
              <a:srgbClr val="000000"/>
            </a:solidFill>
            <a:ln w="807" cap="flat">
              <a:noFill/>
              <a:prstDash val="solid"/>
              <a:miter/>
            </a:ln>
          </p:spPr>
        </p:sp>
        <p:sp>
          <p:nvSpPr>
            <p:cNvPr id="577" name="任意形状 576">
              <a:extLst>
                <a:ext uri="{FF2B5EF4-FFF2-40B4-BE49-F238E27FC236}">
                  <a16:creationId xmlns:a16="http://schemas.microsoft.com/office/drawing/2014/main" id="{05F2EC2A-469D-9CC3-F79B-3B3954CCAA89}"/>
                </a:ext>
              </a:extLst>
            </p:cNvPr>
            <p:cNvSpPr/>
            <p:nvPr/>
          </p:nvSpPr>
          <p:spPr>
            <a:xfrm>
              <a:off x="2678202" y="1771576"/>
              <a:ext cx="3724" cy="884833"/>
            </a:xfrm>
            <a:custGeom>
              <a:avLst/>
              <a:gdLst>
                <a:gd name="csX0" fmla="*/ 0 w 3171"/>
                <a:gd name="csY0" fmla="*/ 753451 h 753451"/>
                <a:gd name="csX1" fmla="*/ 3171 w 3171"/>
                <a:gd name="csY1" fmla="*/ 0 h 753451"/>
              </a:gdLst>
              <a:ahLst/>
              <a:cxnLst>
                <a:cxn ang="0">
                  <a:pos x="csX0" y="csY0"/>
                </a:cxn>
                <a:cxn ang="0">
                  <a:pos x="csX1" y="csY1"/>
                </a:cxn>
              </a:cxnLst>
              <a:rect l="l" t="t" r="r" b="b"/>
              <a:pathLst>
                <a:path w="3171" h="753451">
                  <a:moveTo>
                    <a:pt x="0" y="753451"/>
                  </a:moveTo>
                  <a:lnTo>
                    <a:pt x="3171" y="0"/>
                  </a:lnTo>
                </a:path>
              </a:pathLst>
            </a:custGeom>
            <a:noFill/>
            <a:ln w="8069" cap="flat">
              <a:solidFill>
                <a:srgbClr val="3182BA"/>
              </a:solidFill>
              <a:prstDash val="solid"/>
              <a:miter/>
            </a:ln>
          </p:spPr>
        </p:sp>
        <p:sp>
          <p:nvSpPr>
            <p:cNvPr id="578" name="任意形状 577">
              <a:extLst>
                <a:ext uri="{FF2B5EF4-FFF2-40B4-BE49-F238E27FC236}">
                  <a16:creationId xmlns:a16="http://schemas.microsoft.com/office/drawing/2014/main" id="{5BEB693A-A41C-32E8-1154-01D546892F1A}"/>
                </a:ext>
              </a:extLst>
            </p:cNvPr>
            <p:cNvSpPr/>
            <p:nvPr/>
          </p:nvSpPr>
          <p:spPr>
            <a:xfrm>
              <a:off x="2655089" y="2653432"/>
              <a:ext cx="46226" cy="43942"/>
            </a:xfrm>
            <a:custGeom>
              <a:avLst/>
              <a:gdLst>
                <a:gd name="csX0" fmla="*/ 19681 w 39362"/>
                <a:gd name="csY0" fmla="*/ 0 h 37417"/>
                <a:gd name="csX1" fmla="*/ 0 w 39362"/>
                <a:gd name="csY1" fmla="*/ 18705 h 37417"/>
                <a:gd name="csX2" fmla="*/ 19681 w 39362"/>
                <a:gd name="csY2" fmla="*/ 37418 h 37417"/>
                <a:gd name="csX3" fmla="*/ 39362 w 39362"/>
                <a:gd name="csY3" fmla="*/ 18705 h 37417"/>
                <a:gd name="csX4" fmla="*/ 19681 w 39362"/>
                <a:gd name="csY4" fmla="*/ 0 h 37417"/>
              </a:gdLst>
              <a:ahLst/>
              <a:cxnLst>
                <a:cxn ang="0">
                  <a:pos x="csX0" y="csY0"/>
                </a:cxn>
                <a:cxn ang="0">
                  <a:pos x="csX1" y="csY1"/>
                </a:cxn>
                <a:cxn ang="0">
                  <a:pos x="csX2" y="csY2"/>
                </a:cxn>
                <a:cxn ang="0">
                  <a:pos x="csX3" y="csY3"/>
                </a:cxn>
                <a:cxn ang="0">
                  <a:pos x="csX4" y="csY4"/>
                </a:cxn>
              </a:cxnLst>
              <a:rect l="l" t="t" r="r" b="b"/>
              <a:pathLst>
                <a:path w="39362" h="37417">
                  <a:moveTo>
                    <a:pt x="19681" y="0"/>
                  </a:moveTo>
                  <a:cubicBezTo>
                    <a:pt x="8812" y="0"/>
                    <a:pt x="0" y="8376"/>
                    <a:pt x="0" y="18705"/>
                  </a:cubicBezTo>
                  <a:cubicBezTo>
                    <a:pt x="0" y="29042"/>
                    <a:pt x="8812" y="37418"/>
                    <a:pt x="19681" y="37418"/>
                  </a:cubicBezTo>
                  <a:cubicBezTo>
                    <a:pt x="30551" y="37418"/>
                    <a:pt x="39362" y="29042"/>
                    <a:pt x="39362" y="18705"/>
                  </a:cubicBezTo>
                  <a:cubicBezTo>
                    <a:pt x="39362" y="8376"/>
                    <a:pt x="30551" y="0"/>
                    <a:pt x="19681" y="0"/>
                  </a:cubicBezTo>
                  <a:close/>
                </a:path>
              </a:pathLst>
            </a:custGeom>
            <a:solidFill>
              <a:srgbClr val="000000"/>
            </a:solidFill>
            <a:ln w="807" cap="flat">
              <a:noFill/>
              <a:prstDash val="solid"/>
              <a:miter/>
            </a:ln>
          </p:spPr>
        </p:sp>
      </p:grpSp>
      <p:grpSp>
        <p:nvGrpSpPr>
          <p:cNvPr id="595" name="组合 594">
            <a:extLst>
              <a:ext uri="{FF2B5EF4-FFF2-40B4-BE49-F238E27FC236}">
                <a16:creationId xmlns:a16="http://schemas.microsoft.com/office/drawing/2014/main" id="{A00D9C08-42B8-8912-0F73-FCC5A48758C7}"/>
              </a:ext>
            </a:extLst>
          </p:cNvPr>
          <p:cNvGrpSpPr/>
          <p:nvPr/>
        </p:nvGrpSpPr>
        <p:grpSpPr>
          <a:xfrm>
            <a:off x="9004131" y="2015151"/>
            <a:ext cx="2200210" cy="2525905"/>
            <a:chOff x="9273624" y="2000361"/>
            <a:chExt cx="2200210" cy="2525905"/>
          </a:xfrm>
        </p:grpSpPr>
        <p:sp>
          <p:nvSpPr>
            <p:cNvPr id="394" name="任意形状 393">
              <a:extLst>
                <a:ext uri="{FF2B5EF4-FFF2-40B4-BE49-F238E27FC236}">
                  <a16:creationId xmlns:a16="http://schemas.microsoft.com/office/drawing/2014/main" id="{353BCAE0-72A5-ABCF-E8DD-106EC33B6914}"/>
                </a:ext>
              </a:extLst>
            </p:cNvPr>
            <p:cNvSpPr/>
            <p:nvPr/>
          </p:nvSpPr>
          <p:spPr>
            <a:xfrm>
              <a:off x="10362576" y="4347777"/>
              <a:ext cx="540446" cy="178489"/>
            </a:xfrm>
            <a:custGeom>
              <a:avLst/>
              <a:gdLst>
                <a:gd name="csX0" fmla="*/ 39153 w 399432"/>
                <a:gd name="csY0" fmla="*/ 129287 h 131917"/>
                <a:gd name="csX1" fmla="*/ 39153 w 399432"/>
                <a:gd name="csY1" fmla="*/ 131918 h 131917"/>
                <a:gd name="csX2" fmla="*/ 21279 w 399432"/>
                <a:gd name="csY2" fmla="*/ 119289 h 131917"/>
                <a:gd name="csX3" fmla="*/ 5536 w 399432"/>
                <a:gd name="csY3" fmla="*/ 95033 h 131917"/>
                <a:gd name="csX4" fmla="*/ 0 w 399432"/>
                <a:gd name="csY4" fmla="*/ 66032 h 131917"/>
                <a:gd name="csX5" fmla="*/ 10853 w 399432"/>
                <a:gd name="csY5" fmla="*/ 25959 h 131917"/>
                <a:gd name="csX6" fmla="*/ 39153 w 399432"/>
                <a:gd name="csY6" fmla="*/ 0 h 131917"/>
                <a:gd name="csX7" fmla="*/ 39153 w 399432"/>
                <a:gd name="csY7" fmla="*/ 2978 h 131917"/>
                <a:gd name="csX8" fmla="*/ 24821 w 399432"/>
                <a:gd name="csY8" fmla="*/ 16171 h 131917"/>
                <a:gd name="csX9" fmla="*/ 16453 w 399432"/>
                <a:gd name="csY9" fmla="*/ 37377 h 131917"/>
                <a:gd name="csX10" fmla="*/ 13693 w 399432"/>
                <a:gd name="csY10" fmla="*/ 64184 h 131917"/>
                <a:gd name="csX11" fmla="*/ 16034 w 399432"/>
                <a:gd name="csY11" fmla="*/ 91773 h 131917"/>
                <a:gd name="csX12" fmla="*/ 20496 w 399432"/>
                <a:gd name="csY12" fmla="*/ 107443 h 131917"/>
                <a:gd name="csX13" fmla="*/ 27517 w 399432"/>
                <a:gd name="csY13" fmla="*/ 118862 h 131917"/>
                <a:gd name="csX14" fmla="*/ 39153 w 399432"/>
                <a:gd name="csY14" fmla="*/ 129287 h 131917"/>
                <a:gd name="csX15" fmla="*/ 92838 w 399432"/>
                <a:gd name="csY15" fmla="*/ 93548 h 131917"/>
                <a:gd name="csX16" fmla="*/ 83550 w 399432"/>
                <a:gd name="csY16" fmla="*/ 100705 h 131917"/>
                <a:gd name="csX17" fmla="*/ 73762 w 399432"/>
                <a:gd name="csY17" fmla="*/ 102836 h 131917"/>
                <a:gd name="csX18" fmla="*/ 55178 w 399432"/>
                <a:gd name="csY18" fmla="*/ 93968 h 131917"/>
                <a:gd name="csX19" fmla="*/ 47238 w 399432"/>
                <a:gd name="csY19" fmla="*/ 71067 h 131917"/>
                <a:gd name="csX20" fmla="*/ 56034 w 399432"/>
                <a:gd name="csY20" fmla="*/ 45535 h 131917"/>
                <a:gd name="csX21" fmla="*/ 78652 w 399432"/>
                <a:gd name="csY21" fmla="*/ 33899 h 131917"/>
                <a:gd name="csX22" fmla="*/ 92838 w 399432"/>
                <a:gd name="csY22" fmla="*/ 39362 h 131917"/>
                <a:gd name="csX23" fmla="*/ 92838 w 399432"/>
                <a:gd name="csY23" fmla="*/ 27379 h 131917"/>
                <a:gd name="csX24" fmla="*/ 92274 w 399432"/>
                <a:gd name="csY24" fmla="*/ 13686 h 131917"/>
                <a:gd name="csX25" fmla="*/ 90643 w 399432"/>
                <a:gd name="csY25" fmla="*/ 10216 h 131917"/>
                <a:gd name="csX26" fmla="*/ 87803 w 399432"/>
                <a:gd name="csY26" fmla="*/ 9288 h 131917"/>
                <a:gd name="csX27" fmla="*/ 82913 w 399432"/>
                <a:gd name="csY27" fmla="*/ 10426 h 131917"/>
                <a:gd name="csX28" fmla="*/ 81985 w 399432"/>
                <a:gd name="csY28" fmla="*/ 7940 h 131917"/>
                <a:gd name="csX29" fmla="*/ 101352 w 399432"/>
                <a:gd name="csY29" fmla="*/ 0 h 131917"/>
                <a:gd name="csX30" fmla="*/ 104538 w 399432"/>
                <a:gd name="csY30" fmla="*/ 0 h 131917"/>
                <a:gd name="csX31" fmla="*/ 104538 w 399432"/>
                <a:gd name="csY31" fmla="*/ 75110 h 131917"/>
                <a:gd name="csX32" fmla="*/ 105039 w 399432"/>
                <a:gd name="csY32" fmla="*/ 89077 h 131917"/>
                <a:gd name="csX33" fmla="*/ 106742 w 399432"/>
                <a:gd name="csY33" fmla="*/ 92555 h 131917"/>
                <a:gd name="csX34" fmla="*/ 109509 w 399432"/>
                <a:gd name="csY34" fmla="*/ 93548 h 131917"/>
                <a:gd name="csX35" fmla="*/ 114609 w 399432"/>
                <a:gd name="csY35" fmla="*/ 92337 h 131917"/>
                <a:gd name="csX36" fmla="*/ 115392 w 399432"/>
                <a:gd name="csY36" fmla="*/ 94823 h 131917"/>
                <a:gd name="csX37" fmla="*/ 96098 w 399432"/>
                <a:gd name="csY37" fmla="*/ 102836 h 131917"/>
                <a:gd name="csX38" fmla="*/ 92838 w 399432"/>
                <a:gd name="csY38" fmla="*/ 102836 h 131917"/>
                <a:gd name="csX39" fmla="*/ 92838 w 399432"/>
                <a:gd name="csY39" fmla="*/ 93548 h 131917"/>
                <a:gd name="csX40" fmla="*/ 92838 w 399432"/>
                <a:gd name="csY40" fmla="*/ 88577 h 131917"/>
                <a:gd name="csX41" fmla="*/ 92838 w 399432"/>
                <a:gd name="csY41" fmla="*/ 55106 h 131917"/>
                <a:gd name="csX42" fmla="*/ 90288 w 399432"/>
                <a:gd name="csY42" fmla="*/ 46310 h 131917"/>
                <a:gd name="csX43" fmla="*/ 84616 w 399432"/>
                <a:gd name="csY43" fmla="*/ 40355 h 131917"/>
                <a:gd name="csX44" fmla="*/ 77805 w 399432"/>
                <a:gd name="csY44" fmla="*/ 38297 h 131917"/>
                <a:gd name="csX45" fmla="*/ 66669 w 399432"/>
                <a:gd name="csY45" fmla="*/ 43897 h 131917"/>
                <a:gd name="csX46" fmla="*/ 60214 w 399432"/>
                <a:gd name="csY46" fmla="*/ 65458 h 131917"/>
                <a:gd name="csX47" fmla="*/ 66459 w 399432"/>
                <a:gd name="csY47" fmla="*/ 87447 h 131917"/>
                <a:gd name="csX48" fmla="*/ 80355 w 399432"/>
                <a:gd name="csY48" fmla="*/ 95033 h 131917"/>
                <a:gd name="csX49" fmla="*/ 92838 w 399432"/>
                <a:gd name="csY49" fmla="*/ 88577 h 131917"/>
                <a:gd name="csX50" fmla="*/ 118297 w 399432"/>
                <a:gd name="csY50" fmla="*/ 2978 h 131917"/>
                <a:gd name="csX51" fmla="*/ 118297 w 399432"/>
                <a:gd name="csY51" fmla="*/ 0 h 131917"/>
                <a:gd name="csX52" fmla="*/ 136243 w 399432"/>
                <a:gd name="csY52" fmla="*/ 12556 h 131917"/>
                <a:gd name="csX53" fmla="*/ 151913 w 399432"/>
                <a:gd name="csY53" fmla="*/ 36877 h 131917"/>
                <a:gd name="csX54" fmla="*/ 157449 w 399432"/>
                <a:gd name="csY54" fmla="*/ 65886 h 131917"/>
                <a:gd name="csX55" fmla="*/ 146596 w 399432"/>
                <a:gd name="csY55" fmla="*/ 105959 h 131917"/>
                <a:gd name="csX56" fmla="*/ 118297 w 399432"/>
                <a:gd name="csY56" fmla="*/ 131918 h 131917"/>
                <a:gd name="csX57" fmla="*/ 118297 w 399432"/>
                <a:gd name="csY57" fmla="*/ 129287 h 131917"/>
                <a:gd name="csX58" fmla="*/ 132628 w 399432"/>
                <a:gd name="csY58" fmla="*/ 116029 h 131917"/>
                <a:gd name="csX59" fmla="*/ 140996 w 399432"/>
                <a:gd name="csY59" fmla="*/ 94896 h 131917"/>
                <a:gd name="csX60" fmla="*/ 143764 w 399432"/>
                <a:gd name="csY60" fmla="*/ 68017 h 131917"/>
                <a:gd name="csX61" fmla="*/ 141423 w 399432"/>
                <a:gd name="csY61" fmla="*/ 40428 h 131917"/>
                <a:gd name="csX62" fmla="*/ 136953 w 399432"/>
                <a:gd name="csY62" fmla="*/ 24749 h 131917"/>
                <a:gd name="csX63" fmla="*/ 129933 w 399432"/>
                <a:gd name="csY63" fmla="*/ 13403 h 131917"/>
                <a:gd name="csX64" fmla="*/ 118297 w 399432"/>
                <a:gd name="csY64" fmla="*/ 2978 h 131917"/>
                <a:gd name="csX65" fmla="*/ 287164 w 399432"/>
                <a:gd name="csY65" fmla="*/ 2485 h 131917"/>
                <a:gd name="csX66" fmla="*/ 289367 w 399432"/>
                <a:gd name="csY66" fmla="*/ 35174 h 131917"/>
                <a:gd name="csX67" fmla="*/ 287164 w 399432"/>
                <a:gd name="csY67" fmla="*/ 35174 h 131917"/>
                <a:gd name="csX68" fmla="*/ 274616 w 399432"/>
                <a:gd name="csY68" fmla="*/ 14041 h 131917"/>
                <a:gd name="csX69" fmla="*/ 255040 w 399432"/>
                <a:gd name="csY69" fmla="*/ 7585 h 131917"/>
                <a:gd name="csX70" fmla="*/ 237731 w 399432"/>
                <a:gd name="csY70" fmla="*/ 12483 h 131917"/>
                <a:gd name="csX71" fmla="*/ 225538 w 399432"/>
                <a:gd name="csY71" fmla="*/ 27944 h 131917"/>
                <a:gd name="csX72" fmla="*/ 221140 w 399432"/>
                <a:gd name="csY72" fmla="*/ 54395 h 131917"/>
                <a:gd name="csX73" fmla="*/ 225321 w 399432"/>
                <a:gd name="csY73" fmla="*/ 77022 h 131917"/>
                <a:gd name="csX74" fmla="*/ 237876 w 399432"/>
                <a:gd name="csY74" fmla="*/ 91700 h 131917"/>
                <a:gd name="csX75" fmla="*/ 257098 w 399432"/>
                <a:gd name="csY75" fmla="*/ 96808 h 131917"/>
                <a:gd name="csX76" fmla="*/ 273616 w 399432"/>
                <a:gd name="csY76" fmla="*/ 92838 h 131917"/>
                <a:gd name="csX77" fmla="*/ 289367 w 399432"/>
                <a:gd name="csY77" fmla="*/ 76877 h 131917"/>
                <a:gd name="csX78" fmla="*/ 291562 w 399432"/>
                <a:gd name="csY78" fmla="*/ 78297 h 131917"/>
                <a:gd name="csX79" fmla="*/ 274681 w 399432"/>
                <a:gd name="csY79" fmla="*/ 97090 h 131917"/>
                <a:gd name="csX80" fmla="*/ 251772 w 399432"/>
                <a:gd name="csY80" fmla="*/ 103046 h 131917"/>
                <a:gd name="csX81" fmla="*/ 214757 w 399432"/>
                <a:gd name="csY81" fmla="*/ 85317 h 131917"/>
                <a:gd name="csX82" fmla="*/ 204969 w 399432"/>
                <a:gd name="csY82" fmla="*/ 54258 h 131917"/>
                <a:gd name="csX83" fmla="*/ 211417 w 399432"/>
                <a:gd name="csY83" fmla="*/ 27799 h 131917"/>
                <a:gd name="csX84" fmla="*/ 229154 w 399432"/>
                <a:gd name="csY84" fmla="*/ 9151 h 131917"/>
                <a:gd name="csX85" fmla="*/ 253902 w 399432"/>
                <a:gd name="csY85" fmla="*/ 2485 h 131917"/>
                <a:gd name="csX86" fmla="*/ 274471 w 399432"/>
                <a:gd name="csY86" fmla="*/ 7585 h 131917"/>
                <a:gd name="csX87" fmla="*/ 278724 w 399432"/>
                <a:gd name="csY87" fmla="*/ 9151 h 131917"/>
                <a:gd name="csX88" fmla="*/ 282056 w 399432"/>
                <a:gd name="csY88" fmla="*/ 7803 h 131917"/>
                <a:gd name="csX89" fmla="*/ 284687 w 399432"/>
                <a:gd name="csY89" fmla="*/ 2485 h 131917"/>
                <a:gd name="csX90" fmla="*/ 287164 w 399432"/>
                <a:gd name="csY90" fmla="*/ 2485 h 131917"/>
                <a:gd name="csX91" fmla="*/ 385747 w 399432"/>
                <a:gd name="csY91" fmla="*/ 2485 h 131917"/>
                <a:gd name="csX92" fmla="*/ 388233 w 399432"/>
                <a:gd name="csY92" fmla="*/ 32834 h 131917"/>
                <a:gd name="csX93" fmla="*/ 385747 w 399432"/>
                <a:gd name="csY93" fmla="*/ 32834 h 131917"/>
                <a:gd name="csX94" fmla="*/ 376032 w 399432"/>
                <a:gd name="csY94" fmla="*/ 15743 h 131917"/>
                <a:gd name="csX95" fmla="*/ 353970 w 399432"/>
                <a:gd name="csY95" fmla="*/ 7448 h 131917"/>
                <a:gd name="csX96" fmla="*/ 326034 w 399432"/>
                <a:gd name="csY96" fmla="*/ 21989 h 131917"/>
                <a:gd name="csX97" fmla="*/ 318014 w 399432"/>
                <a:gd name="csY97" fmla="*/ 51208 h 131917"/>
                <a:gd name="csX98" fmla="*/ 323339 w 399432"/>
                <a:gd name="csY98" fmla="*/ 76312 h 131917"/>
                <a:gd name="csX99" fmla="*/ 337234 w 399432"/>
                <a:gd name="csY99" fmla="*/ 92975 h 131917"/>
                <a:gd name="csX100" fmla="*/ 354971 w 399432"/>
                <a:gd name="csY100" fmla="*/ 98228 h 131917"/>
                <a:gd name="csX101" fmla="*/ 365251 w 399432"/>
                <a:gd name="csY101" fmla="*/ 96881 h 131917"/>
                <a:gd name="csX102" fmla="*/ 374821 w 399432"/>
                <a:gd name="csY102" fmla="*/ 92910 h 131917"/>
                <a:gd name="csX103" fmla="*/ 374821 w 399432"/>
                <a:gd name="csY103" fmla="*/ 65103 h 131917"/>
                <a:gd name="csX104" fmla="*/ 373692 w 399432"/>
                <a:gd name="csY104" fmla="*/ 55670 h 131917"/>
                <a:gd name="csX105" fmla="*/ 370286 w 399432"/>
                <a:gd name="csY105" fmla="*/ 52265 h 131917"/>
                <a:gd name="csX106" fmla="*/ 362201 w 399432"/>
                <a:gd name="csY106" fmla="*/ 51063 h 131917"/>
                <a:gd name="csX107" fmla="*/ 362201 w 399432"/>
                <a:gd name="csY107" fmla="*/ 48368 h 131917"/>
                <a:gd name="csX108" fmla="*/ 399433 w 399432"/>
                <a:gd name="csY108" fmla="*/ 48368 h 131917"/>
                <a:gd name="csX109" fmla="*/ 399433 w 399432"/>
                <a:gd name="csY109" fmla="*/ 51063 h 131917"/>
                <a:gd name="csX110" fmla="*/ 397666 w 399432"/>
                <a:gd name="csY110" fmla="*/ 51063 h 131917"/>
                <a:gd name="csX111" fmla="*/ 390073 w 399432"/>
                <a:gd name="csY111" fmla="*/ 54751 h 131917"/>
                <a:gd name="csX112" fmla="*/ 388652 w 399432"/>
                <a:gd name="csY112" fmla="*/ 65103 h 131917"/>
                <a:gd name="csX113" fmla="*/ 388652 w 399432"/>
                <a:gd name="csY113" fmla="*/ 94540 h 131917"/>
                <a:gd name="csX114" fmla="*/ 372554 w 399432"/>
                <a:gd name="csY114" fmla="*/ 100996 h 131917"/>
                <a:gd name="csX115" fmla="*/ 354899 w 399432"/>
                <a:gd name="csY115" fmla="*/ 103046 h 131917"/>
                <a:gd name="csX116" fmla="*/ 312558 w 399432"/>
                <a:gd name="csY116" fmla="*/ 85180 h 131917"/>
                <a:gd name="csX117" fmla="*/ 301705 w 399432"/>
                <a:gd name="csY117" fmla="*/ 54258 h 131917"/>
                <a:gd name="csX118" fmla="*/ 307806 w 399432"/>
                <a:gd name="csY118" fmla="*/ 29929 h 131917"/>
                <a:gd name="csX119" fmla="*/ 327665 w 399432"/>
                <a:gd name="csY119" fmla="*/ 8650 h 131917"/>
                <a:gd name="csX120" fmla="*/ 352631 w 399432"/>
                <a:gd name="csY120" fmla="*/ 2485 h 131917"/>
                <a:gd name="csX121" fmla="*/ 362129 w 399432"/>
                <a:gd name="csY121" fmla="*/ 3333 h 131917"/>
                <a:gd name="csX122" fmla="*/ 374329 w 399432"/>
                <a:gd name="csY122" fmla="*/ 7093 h 131917"/>
                <a:gd name="csX123" fmla="*/ 379647 w 399432"/>
                <a:gd name="csY123" fmla="*/ 8578 h 131917"/>
                <a:gd name="csX124" fmla="*/ 381914 w 399432"/>
                <a:gd name="csY124" fmla="*/ 7375 h 131917"/>
                <a:gd name="csX125" fmla="*/ 383125 w 399432"/>
                <a:gd name="csY125" fmla="*/ 2485 h 131917"/>
                <a:gd name="csX126" fmla="*/ 385747 w 399432"/>
                <a:gd name="csY126" fmla="*/ 2485 h 131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Lst>
              <a:rect l="l" t="t" r="r" b="b"/>
              <a:pathLst>
                <a:path w="399432" h="131917">
                  <a:moveTo>
                    <a:pt x="39153" y="129287"/>
                  </a:moveTo>
                  <a:lnTo>
                    <a:pt x="39153" y="131918"/>
                  </a:lnTo>
                  <a:cubicBezTo>
                    <a:pt x="32011" y="128319"/>
                    <a:pt x="26056" y="124115"/>
                    <a:pt x="21279" y="119289"/>
                  </a:cubicBezTo>
                  <a:cubicBezTo>
                    <a:pt x="14468" y="112438"/>
                    <a:pt x="9223" y="104353"/>
                    <a:pt x="5536" y="95033"/>
                  </a:cubicBezTo>
                  <a:cubicBezTo>
                    <a:pt x="1848" y="85721"/>
                    <a:pt x="0" y="76054"/>
                    <a:pt x="0" y="66032"/>
                  </a:cubicBezTo>
                  <a:cubicBezTo>
                    <a:pt x="0" y="51369"/>
                    <a:pt x="3623" y="38015"/>
                    <a:pt x="10853" y="25959"/>
                  </a:cubicBezTo>
                  <a:cubicBezTo>
                    <a:pt x="18084" y="13855"/>
                    <a:pt x="27517" y="5197"/>
                    <a:pt x="39153" y="0"/>
                  </a:cubicBezTo>
                  <a:lnTo>
                    <a:pt x="39153" y="2978"/>
                  </a:lnTo>
                  <a:cubicBezTo>
                    <a:pt x="33335" y="6197"/>
                    <a:pt x="28557" y="10587"/>
                    <a:pt x="24821" y="16171"/>
                  </a:cubicBezTo>
                  <a:cubicBezTo>
                    <a:pt x="21093" y="21747"/>
                    <a:pt x="18301" y="28816"/>
                    <a:pt x="16453" y="37377"/>
                  </a:cubicBezTo>
                  <a:cubicBezTo>
                    <a:pt x="14614" y="45931"/>
                    <a:pt x="13693" y="54872"/>
                    <a:pt x="13693" y="64184"/>
                  </a:cubicBezTo>
                  <a:cubicBezTo>
                    <a:pt x="13693" y="74303"/>
                    <a:pt x="14468" y="83502"/>
                    <a:pt x="16034" y="91773"/>
                  </a:cubicBezTo>
                  <a:cubicBezTo>
                    <a:pt x="17260" y="98301"/>
                    <a:pt x="18753" y="103522"/>
                    <a:pt x="20496" y="107443"/>
                  </a:cubicBezTo>
                  <a:cubicBezTo>
                    <a:pt x="22247" y="111422"/>
                    <a:pt x="24587" y="115222"/>
                    <a:pt x="27517" y="118862"/>
                  </a:cubicBezTo>
                  <a:cubicBezTo>
                    <a:pt x="30502" y="122509"/>
                    <a:pt x="34376" y="125979"/>
                    <a:pt x="39153" y="129287"/>
                  </a:cubicBezTo>
                  <a:close/>
                  <a:moveTo>
                    <a:pt x="92838" y="93548"/>
                  </a:moveTo>
                  <a:cubicBezTo>
                    <a:pt x="89675" y="96856"/>
                    <a:pt x="86576" y="99245"/>
                    <a:pt x="83550" y="100705"/>
                  </a:cubicBezTo>
                  <a:cubicBezTo>
                    <a:pt x="80524" y="102126"/>
                    <a:pt x="77256" y="102836"/>
                    <a:pt x="73762" y="102836"/>
                  </a:cubicBezTo>
                  <a:cubicBezTo>
                    <a:pt x="66669" y="102836"/>
                    <a:pt x="60472" y="99882"/>
                    <a:pt x="55178" y="93968"/>
                  </a:cubicBezTo>
                  <a:cubicBezTo>
                    <a:pt x="49885" y="88012"/>
                    <a:pt x="47238" y="80379"/>
                    <a:pt x="47238" y="71067"/>
                  </a:cubicBezTo>
                  <a:cubicBezTo>
                    <a:pt x="47238" y="61747"/>
                    <a:pt x="50167" y="53242"/>
                    <a:pt x="56034" y="45535"/>
                  </a:cubicBezTo>
                  <a:cubicBezTo>
                    <a:pt x="61892" y="37781"/>
                    <a:pt x="69437" y="33899"/>
                    <a:pt x="78652" y="33899"/>
                  </a:cubicBezTo>
                  <a:cubicBezTo>
                    <a:pt x="84374" y="33899"/>
                    <a:pt x="89102" y="35723"/>
                    <a:pt x="92838" y="39362"/>
                  </a:cubicBezTo>
                  <a:lnTo>
                    <a:pt x="92838" y="27379"/>
                  </a:lnTo>
                  <a:cubicBezTo>
                    <a:pt x="92838" y="19955"/>
                    <a:pt x="92653" y="15388"/>
                    <a:pt x="92274" y="13686"/>
                  </a:cubicBezTo>
                  <a:cubicBezTo>
                    <a:pt x="91943" y="11983"/>
                    <a:pt x="91393" y="10829"/>
                    <a:pt x="90643" y="10216"/>
                  </a:cubicBezTo>
                  <a:cubicBezTo>
                    <a:pt x="89884" y="9594"/>
                    <a:pt x="88940" y="9288"/>
                    <a:pt x="87803" y="9288"/>
                  </a:cubicBezTo>
                  <a:cubicBezTo>
                    <a:pt x="86576" y="9288"/>
                    <a:pt x="84946" y="9667"/>
                    <a:pt x="82913" y="10426"/>
                  </a:cubicBezTo>
                  <a:lnTo>
                    <a:pt x="81985" y="7940"/>
                  </a:lnTo>
                  <a:lnTo>
                    <a:pt x="101352" y="0"/>
                  </a:lnTo>
                  <a:lnTo>
                    <a:pt x="104538" y="0"/>
                  </a:lnTo>
                  <a:lnTo>
                    <a:pt x="104538" y="75110"/>
                  </a:lnTo>
                  <a:cubicBezTo>
                    <a:pt x="104538" y="82719"/>
                    <a:pt x="104708" y="87375"/>
                    <a:pt x="105039" y="89077"/>
                  </a:cubicBezTo>
                  <a:cubicBezTo>
                    <a:pt x="105418" y="90732"/>
                    <a:pt x="105983" y="91894"/>
                    <a:pt x="106742" y="92555"/>
                  </a:cubicBezTo>
                  <a:cubicBezTo>
                    <a:pt x="107541" y="93217"/>
                    <a:pt x="108468" y="93548"/>
                    <a:pt x="109509" y="93548"/>
                  </a:cubicBezTo>
                  <a:cubicBezTo>
                    <a:pt x="110784" y="93548"/>
                    <a:pt x="112487" y="93144"/>
                    <a:pt x="114609" y="92337"/>
                  </a:cubicBezTo>
                  <a:lnTo>
                    <a:pt x="115392" y="94823"/>
                  </a:lnTo>
                  <a:lnTo>
                    <a:pt x="96098" y="102836"/>
                  </a:lnTo>
                  <a:lnTo>
                    <a:pt x="92838" y="102836"/>
                  </a:lnTo>
                  <a:lnTo>
                    <a:pt x="92838" y="93548"/>
                  </a:lnTo>
                  <a:close/>
                  <a:moveTo>
                    <a:pt x="92838" y="88577"/>
                  </a:moveTo>
                  <a:lnTo>
                    <a:pt x="92838" y="55106"/>
                  </a:lnTo>
                  <a:cubicBezTo>
                    <a:pt x="92556" y="51894"/>
                    <a:pt x="91709" y="48957"/>
                    <a:pt x="90288" y="46310"/>
                  </a:cubicBezTo>
                  <a:cubicBezTo>
                    <a:pt x="88868" y="43663"/>
                    <a:pt x="86980" y="41678"/>
                    <a:pt x="84616" y="40355"/>
                  </a:cubicBezTo>
                  <a:cubicBezTo>
                    <a:pt x="82300" y="38983"/>
                    <a:pt x="80024" y="38297"/>
                    <a:pt x="77805" y="38297"/>
                  </a:cubicBezTo>
                  <a:cubicBezTo>
                    <a:pt x="73641" y="38297"/>
                    <a:pt x="69929" y="40161"/>
                    <a:pt x="66669" y="43897"/>
                  </a:cubicBezTo>
                  <a:cubicBezTo>
                    <a:pt x="62368" y="48820"/>
                    <a:pt x="60214" y="56001"/>
                    <a:pt x="60214" y="65458"/>
                  </a:cubicBezTo>
                  <a:cubicBezTo>
                    <a:pt x="60214" y="75013"/>
                    <a:pt x="62296" y="82340"/>
                    <a:pt x="66459" y="87447"/>
                  </a:cubicBezTo>
                  <a:cubicBezTo>
                    <a:pt x="70615" y="92507"/>
                    <a:pt x="75247" y="95033"/>
                    <a:pt x="80355" y="95033"/>
                  </a:cubicBezTo>
                  <a:cubicBezTo>
                    <a:pt x="84656" y="95033"/>
                    <a:pt x="88820" y="92886"/>
                    <a:pt x="92838" y="88577"/>
                  </a:cubicBezTo>
                  <a:close/>
                  <a:moveTo>
                    <a:pt x="118297" y="2978"/>
                  </a:moveTo>
                  <a:lnTo>
                    <a:pt x="118297" y="0"/>
                  </a:lnTo>
                  <a:cubicBezTo>
                    <a:pt x="125486" y="3542"/>
                    <a:pt x="131466" y="7730"/>
                    <a:pt x="136243" y="12556"/>
                  </a:cubicBezTo>
                  <a:cubicBezTo>
                    <a:pt x="143005" y="19455"/>
                    <a:pt x="148226" y="27565"/>
                    <a:pt x="151913" y="36877"/>
                  </a:cubicBezTo>
                  <a:cubicBezTo>
                    <a:pt x="155601" y="46149"/>
                    <a:pt x="157449" y="55816"/>
                    <a:pt x="157449" y="65886"/>
                  </a:cubicBezTo>
                  <a:cubicBezTo>
                    <a:pt x="157449" y="80540"/>
                    <a:pt x="153834" y="93903"/>
                    <a:pt x="146596" y="105959"/>
                  </a:cubicBezTo>
                  <a:cubicBezTo>
                    <a:pt x="139415" y="118063"/>
                    <a:pt x="129981" y="126713"/>
                    <a:pt x="118297" y="131918"/>
                  </a:cubicBezTo>
                  <a:lnTo>
                    <a:pt x="118297" y="129287"/>
                  </a:lnTo>
                  <a:cubicBezTo>
                    <a:pt x="124115" y="126027"/>
                    <a:pt x="128892" y="121605"/>
                    <a:pt x="132628" y="116029"/>
                  </a:cubicBezTo>
                  <a:cubicBezTo>
                    <a:pt x="136412" y="110494"/>
                    <a:pt x="139196" y="103449"/>
                    <a:pt x="140996" y="94896"/>
                  </a:cubicBezTo>
                  <a:cubicBezTo>
                    <a:pt x="142835" y="86285"/>
                    <a:pt x="143764" y="77329"/>
                    <a:pt x="143764" y="68017"/>
                  </a:cubicBezTo>
                  <a:cubicBezTo>
                    <a:pt x="143764" y="57946"/>
                    <a:pt x="142981" y="48747"/>
                    <a:pt x="141423" y="40428"/>
                  </a:cubicBezTo>
                  <a:cubicBezTo>
                    <a:pt x="140237" y="33899"/>
                    <a:pt x="138753" y="28678"/>
                    <a:pt x="136953" y="24749"/>
                  </a:cubicBezTo>
                  <a:cubicBezTo>
                    <a:pt x="135202" y="20827"/>
                    <a:pt x="132862" y="17042"/>
                    <a:pt x="129933" y="13403"/>
                  </a:cubicBezTo>
                  <a:cubicBezTo>
                    <a:pt x="127003" y="9764"/>
                    <a:pt x="123122" y="6286"/>
                    <a:pt x="118297" y="2978"/>
                  </a:cubicBezTo>
                  <a:close/>
                  <a:moveTo>
                    <a:pt x="287164" y="2485"/>
                  </a:moveTo>
                  <a:lnTo>
                    <a:pt x="289367" y="35174"/>
                  </a:lnTo>
                  <a:lnTo>
                    <a:pt x="287164" y="35174"/>
                  </a:lnTo>
                  <a:cubicBezTo>
                    <a:pt x="284235" y="25386"/>
                    <a:pt x="280047" y="18342"/>
                    <a:pt x="274616" y="14041"/>
                  </a:cubicBezTo>
                  <a:cubicBezTo>
                    <a:pt x="269178" y="9740"/>
                    <a:pt x="262650" y="7585"/>
                    <a:pt x="255040" y="7585"/>
                  </a:cubicBezTo>
                  <a:cubicBezTo>
                    <a:pt x="248657" y="7585"/>
                    <a:pt x="242888" y="9223"/>
                    <a:pt x="237731" y="12483"/>
                  </a:cubicBezTo>
                  <a:cubicBezTo>
                    <a:pt x="232583" y="15695"/>
                    <a:pt x="228516" y="20851"/>
                    <a:pt x="225538" y="27944"/>
                  </a:cubicBezTo>
                  <a:cubicBezTo>
                    <a:pt x="222601" y="35037"/>
                    <a:pt x="221140" y="43857"/>
                    <a:pt x="221140" y="54395"/>
                  </a:cubicBezTo>
                  <a:cubicBezTo>
                    <a:pt x="221140" y="63094"/>
                    <a:pt x="222529" y="70639"/>
                    <a:pt x="225321" y="77022"/>
                  </a:cubicBezTo>
                  <a:cubicBezTo>
                    <a:pt x="228113" y="83405"/>
                    <a:pt x="232293" y="88295"/>
                    <a:pt x="237876" y="91700"/>
                  </a:cubicBezTo>
                  <a:cubicBezTo>
                    <a:pt x="243501" y="95105"/>
                    <a:pt x="249908" y="96808"/>
                    <a:pt x="257098" y="96808"/>
                  </a:cubicBezTo>
                  <a:cubicBezTo>
                    <a:pt x="263335" y="96808"/>
                    <a:pt x="268847" y="95485"/>
                    <a:pt x="273616" y="92838"/>
                  </a:cubicBezTo>
                  <a:cubicBezTo>
                    <a:pt x="278393" y="90143"/>
                    <a:pt x="283646" y="84825"/>
                    <a:pt x="289367" y="76877"/>
                  </a:cubicBezTo>
                  <a:lnTo>
                    <a:pt x="291562" y="78297"/>
                  </a:lnTo>
                  <a:cubicBezTo>
                    <a:pt x="286736" y="86858"/>
                    <a:pt x="281112" y="93120"/>
                    <a:pt x="274681" y="97090"/>
                  </a:cubicBezTo>
                  <a:cubicBezTo>
                    <a:pt x="268249" y="101061"/>
                    <a:pt x="260616" y="103046"/>
                    <a:pt x="251772" y="103046"/>
                  </a:cubicBezTo>
                  <a:cubicBezTo>
                    <a:pt x="235843" y="103046"/>
                    <a:pt x="223505" y="97139"/>
                    <a:pt x="214757" y="85317"/>
                  </a:cubicBezTo>
                  <a:cubicBezTo>
                    <a:pt x="208229" y="76522"/>
                    <a:pt x="204969" y="66169"/>
                    <a:pt x="204969" y="54258"/>
                  </a:cubicBezTo>
                  <a:cubicBezTo>
                    <a:pt x="204969" y="44656"/>
                    <a:pt x="207116" y="35836"/>
                    <a:pt x="211417" y="27799"/>
                  </a:cubicBezTo>
                  <a:cubicBezTo>
                    <a:pt x="215726" y="19762"/>
                    <a:pt x="221633" y="13548"/>
                    <a:pt x="229154" y="9151"/>
                  </a:cubicBezTo>
                  <a:cubicBezTo>
                    <a:pt x="236715" y="4704"/>
                    <a:pt x="244969" y="2485"/>
                    <a:pt x="253902" y="2485"/>
                  </a:cubicBezTo>
                  <a:cubicBezTo>
                    <a:pt x="260850" y="2485"/>
                    <a:pt x="267709" y="4188"/>
                    <a:pt x="274471" y="7585"/>
                  </a:cubicBezTo>
                  <a:cubicBezTo>
                    <a:pt x="276456" y="8626"/>
                    <a:pt x="277877" y="9151"/>
                    <a:pt x="278724" y="9151"/>
                  </a:cubicBezTo>
                  <a:cubicBezTo>
                    <a:pt x="280007" y="9151"/>
                    <a:pt x="281112" y="8699"/>
                    <a:pt x="282056" y="7803"/>
                  </a:cubicBezTo>
                  <a:cubicBezTo>
                    <a:pt x="283291" y="6528"/>
                    <a:pt x="284163" y="4753"/>
                    <a:pt x="284687" y="2485"/>
                  </a:cubicBezTo>
                  <a:lnTo>
                    <a:pt x="287164" y="2485"/>
                  </a:lnTo>
                  <a:close/>
                  <a:moveTo>
                    <a:pt x="385747" y="2485"/>
                  </a:moveTo>
                  <a:lnTo>
                    <a:pt x="388233" y="32834"/>
                  </a:lnTo>
                  <a:lnTo>
                    <a:pt x="385747" y="32834"/>
                  </a:lnTo>
                  <a:cubicBezTo>
                    <a:pt x="383238" y="25273"/>
                    <a:pt x="380002" y="19576"/>
                    <a:pt x="376032" y="15743"/>
                  </a:cubicBezTo>
                  <a:cubicBezTo>
                    <a:pt x="370311" y="10216"/>
                    <a:pt x="362959" y="7448"/>
                    <a:pt x="353970" y="7448"/>
                  </a:cubicBezTo>
                  <a:cubicBezTo>
                    <a:pt x="341729" y="7448"/>
                    <a:pt x="332417" y="12290"/>
                    <a:pt x="326034" y="21989"/>
                  </a:cubicBezTo>
                  <a:cubicBezTo>
                    <a:pt x="320684" y="30163"/>
                    <a:pt x="318014" y="39903"/>
                    <a:pt x="318014" y="51208"/>
                  </a:cubicBezTo>
                  <a:cubicBezTo>
                    <a:pt x="318014" y="60375"/>
                    <a:pt x="319788" y="68743"/>
                    <a:pt x="323339" y="76312"/>
                  </a:cubicBezTo>
                  <a:cubicBezTo>
                    <a:pt x="326881" y="83873"/>
                    <a:pt x="331513" y="89433"/>
                    <a:pt x="337234" y="92975"/>
                  </a:cubicBezTo>
                  <a:cubicBezTo>
                    <a:pt x="343004" y="96477"/>
                    <a:pt x="348919" y="98228"/>
                    <a:pt x="354971" y="98228"/>
                  </a:cubicBezTo>
                  <a:cubicBezTo>
                    <a:pt x="358513" y="98228"/>
                    <a:pt x="361943" y="97776"/>
                    <a:pt x="365251" y="96881"/>
                  </a:cubicBezTo>
                  <a:cubicBezTo>
                    <a:pt x="368560" y="95977"/>
                    <a:pt x="371755" y="94653"/>
                    <a:pt x="374821" y="92910"/>
                  </a:cubicBezTo>
                  <a:lnTo>
                    <a:pt x="374821" y="65103"/>
                  </a:lnTo>
                  <a:cubicBezTo>
                    <a:pt x="374821" y="60286"/>
                    <a:pt x="374450" y="57139"/>
                    <a:pt x="373692" y="55670"/>
                  </a:cubicBezTo>
                  <a:cubicBezTo>
                    <a:pt x="372981" y="54161"/>
                    <a:pt x="371844" y="53024"/>
                    <a:pt x="370286" y="52265"/>
                  </a:cubicBezTo>
                  <a:cubicBezTo>
                    <a:pt x="368769" y="51466"/>
                    <a:pt x="366074" y="51063"/>
                    <a:pt x="362201" y="51063"/>
                  </a:cubicBezTo>
                  <a:lnTo>
                    <a:pt x="362201" y="48368"/>
                  </a:lnTo>
                  <a:lnTo>
                    <a:pt x="399433" y="48368"/>
                  </a:lnTo>
                  <a:lnTo>
                    <a:pt x="399433" y="51063"/>
                  </a:lnTo>
                  <a:lnTo>
                    <a:pt x="397666" y="51063"/>
                  </a:lnTo>
                  <a:cubicBezTo>
                    <a:pt x="393978" y="51063"/>
                    <a:pt x="391445" y="52289"/>
                    <a:pt x="390073" y="54751"/>
                  </a:cubicBezTo>
                  <a:cubicBezTo>
                    <a:pt x="389129" y="56502"/>
                    <a:pt x="388652" y="59955"/>
                    <a:pt x="388652" y="65103"/>
                  </a:cubicBezTo>
                  <a:lnTo>
                    <a:pt x="388652" y="94540"/>
                  </a:lnTo>
                  <a:cubicBezTo>
                    <a:pt x="383222" y="97470"/>
                    <a:pt x="377847" y="99624"/>
                    <a:pt x="372554" y="100996"/>
                  </a:cubicBezTo>
                  <a:cubicBezTo>
                    <a:pt x="367260" y="102368"/>
                    <a:pt x="361370" y="103046"/>
                    <a:pt x="354899" y="103046"/>
                  </a:cubicBezTo>
                  <a:cubicBezTo>
                    <a:pt x="336315" y="103046"/>
                    <a:pt x="322201" y="97090"/>
                    <a:pt x="312558" y="85180"/>
                  </a:cubicBezTo>
                  <a:cubicBezTo>
                    <a:pt x="305320" y="76239"/>
                    <a:pt x="301705" y="65935"/>
                    <a:pt x="301705" y="54258"/>
                  </a:cubicBezTo>
                  <a:cubicBezTo>
                    <a:pt x="301705" y="45794"/>
                    <a:pt x="303739" y="37684"/>
                    <a:pt x="307806" y="29929"/>
                  </a:cubicBezTo>
                  <a:cubicBezTo>
                    <a:pt x="312623" y="20706"/>
                    <a:pt x="319248" y="13613"/>
                    <a:pt x="327665" y="8650"/>
                  </a:cubicBezTo>
                  <a:cubicBezTo>
                    <a:pt x="334709" y="4535"/>
                    <a:pt x="343029" y="2485"/>
                    <a:pt x="352631" y="2485"/>
                  </a:cubicBezTo>
                  <a:cubicBezTo>
                    <a:pt x="356125" y="2485"/>
                    <a:pt x="359296" y="2768"/>
                    <a:pt x="362129" y="3333"/>
                  </a:cubicBezTo>
                  <a:cubicBezTo>
                    <a:pt x="365018" y="3898"/>
                    <a:pt x="369084" y="5156"/>
                    <a:pt x="374329" y="7093"/>
                  </a:cubicBezTo>
                  <a:cubicBezTo>
                    <a:pt x="376976" y="8086"/>
                    <a:pt x="378751" y="8578"/>
                    <a:pt x="379647" y="8578"/>
                  </a:cubicBezTo>
                  <a:cubicBezTo>
                    <a:pt x="380542" y="8578"/>
                    <a:pt x="381301" y="8182"/>
                    <a:pt x="381914" y="7375"/>
                  </a:cubicBezTo>
                  <a:cubicBezTo>
                    <a:pt x="382576" y="6528"/>
                    <a:pt x="382980" y="4890"/>
                    <a:pt x="383125" y="2485"/>
                  </a:cubicBezTo>
                  <a:lnTo>
                    <a:pt x="385747" y="2485"/>
                  </a:lnTo>
                  <a:close/>
                </a:path>
              </a:pathLst>
            </a:custGeom>
            <a:solidFill>
              <a:srgbClr val="000000"/>
            </a:solidFill>
            <a:ln w="807" cap="flat">
              <a:noFill/>
              <a:prstDash val="solid"/>
              <a:miter/>
            </a:ln>
          </p:spPr>
        </p:sp>
        <p:sp>
          <p:nvSpPr>
            <p:cNvPr id="411" name="任意形状 410">
              <a:extLst>
                <a:ext uri="{FF2B5EF4-FFF2-40B4-BE49-F238E27FC236}">
                  <a16:creationId xmlns:a16="http://schemas.microsoft.com/office/drawing/2014/main" id="{C576839B-5967-BD02-4A06-88FF05D08FD3}"/>
                </a:ext>
              </a:extLst>
            </p:cNvPr>
            <p:cNvSpPr/>
            <p:nvPr/>
          </p:nvSpPr>
          <p:spPr>
            <a:xfrm>
              <a:off x="9273624" y="3947255"/>
              <a:ext cx="217273" cy="80405"/>
            </a:xfrm>
            <a:custGeom>
              <a:avLst/>
              <a:gdLst>
                <a:gd name="csX0" fmla="*/ 159402 w 160582"/>
                <a:gd name="csY0" fmla="*/ 32570 h 59426"/>
                <a:gd name="csX1" fmla="*/ 159402 w 160582"/>
                <a:gd name="csY1" fmla="*/ 26857 h 59426"/>
                <a:gd name="csX2" fmla="*/ 133725 w 160582"/>
                <a:gd name="csY2" fmla="*/ 1180 h 59426"/>
                <a:gd name="csX3" fmla="*/ 128012 w 160582"/>
                <a:gd name="csY3" fmla="*/ 1180 h 59426"/>
                <a:gd name="csX4" fmla="*/ 128012 w 160582"/>
                <a:gd name="csY4" fmla="*/ 6893 h 59426"/>
                <a:gd name="csX5" fmla="*/ 150841 w 160582"/>
                <a:gd name="csY5" fmla="*/ 29713 h 59426"/>
                <a:gd name="csX6" fmla="*/ 128012 w 160582"/>
                <a:gd name="csY6" fmla="*/ 52534 h 59426"/>
                <a:gd name="csX7" fmla="*/ 128012 w 160582"/>
                <a:gd name="csY7" fmla="*/ 58247 h 59426"/>
                <a:gd name="csX8" fmla="*/ 133725 w 160582"/>
                <a:gd name="csY8" fmla="*/ 58247 h 59426"/>
                <a:gd name="csX9" fmla="*/ 159402 w 160582"/>
                <a:gd name="csY9" fmla="*/ 32570 h 59426"/>
                <a:gd name="csX10" fmla="*/ 19568 w 160582"/>
                <a:gd name="csY10" fmla="*/ 33748 h 59426"/>
                <a:gd name="csX11" fmla="*/ 23603 w 160582"/>
                <a:gd name="csY11" fmla="*/ 33748 h 59426"/>
                <a:gd name="csX12" fmla="*/ 23603 w 160582"/>
                <a:gd name="csY12" fmla="*/ 25679 h 59426"/>
                <a:gd name="csX13" fmla="*/ 19568 w 160582"/>
                <a:gd name="csY13" fmla="*/ 25679 h 59426"/>
                <a:gd name="csX14" fmla="*/ 19568 w 160582"/>
                <a:gd name="csY14" fmla="*/ 33748 h 59426"/>
                <a:gd name="csX15" fmla="*/ 58705 w 160582"/>
                <a:gd name="csY15" fmla="*/ 25679 h 59426"/>
                <a:gd name="csX16" fmla="*/ 54670 w 160582"/>
                <a:gd name="csY16" fmla="*/ 25679 h 59426"/>
                <a:gd name="csX17" fmla="*/ 54670 w 160582"/>
                <a:gd name="csY17" fmla="*/ 33748 h 59426"/>
                <a:gd name="csX18" fmla="*/ 58705 w 160582"/>
                <a:gd name="csY18" fmla="*/ 33748 h 59426"/>
                <a:gd name="csX19" fmla="*/ 58705 w 160582"/>
                <a:gd name="csY19" fmla="*/ 25679 h 59426"/>
                <a:gd name="csX20" fmla="*/ 97841 w 160582"/>
                <a:gd name="csY20" fmla="*/ 33748 h 59426"/>
                <a:gd name="csX21" fmla="*/ 101876 w 160582"/>
                <a:gd name="csY21" fmla="*/ 33748 h 59426"/>
                <a:gd name="csX22" fmla="*/ 101876 w 160582"/>
                <a:gd name="csY22" fmla="*/ 25679 h 59426"/>
                <a:gd name="csX23" fmla="*/ 97841 w 160582"/>
                <a:gd name="csY23" fmla="*/ 25679 h 59426"/>
                <a:gd name="csX24" fmla="*/ 97841 w 160582"/>
                <a:gd name="csY24" fmla="*/ 33748 h 59426"/>
                <a:gd name="csX25" fmla="*/ 136977 w 160582"/>
                <a:gd name="csY25" fmla="*/ 25679 h 59426"/>
                <a:gd name="csX26" fmla="*/ 132943 w 160582"/>
                <a:gd name="csY26" fmla="*/ 25679 h 59426"/>
                <a:gd name="csX27" fmla="*/ 132943 w 160582"/>
                <a:gd name="csY27" fmla="*/ 33748 h 59426"/>
                <a:gd name="csX28" fmla="*/ 136977 w 160582"/>
                <a:gd name="csY28" fmla="*/ 33748 h 59426"/>
                <a:gd name="csX29" fmla="*/ 136977 w 160582"/>
                <a:gd name="csY29" fmla="*/ 25679 h 59426"/>
                <a:gd name="csX30" fmla="*/ 0 w 160582"/>
                <a:gd name="csY30" fmla="*/ 33748 h 59426"/>
                <a:gd name="csX31" fmla="*/ 19568 w 160582"/>
                <a:gd name="csY31" fmla="*/ 33748 h 59426"/>
                <a:gd name="csX32" fmla="*/ 19568 w 160582"/>
                <a:gd name="csY32" fmla="*/ 25679 h 59426"/>
                <a:gd name="csX33" fmla="*/ 0 w 160582"/>
                <a:gd name="csY33" fmla="*/ 25679 h 59426"/>
                <a:gd name="csX34" fmla="*/ 0 w 160582"/>
                <a:gd name="csY34" fmla="*/ 33748 h 59426"/>
                <a:gd name="csX35" fmla="*/ 58705 w 160582"/>
                <a:gd name="csY35" fmla="*/ 33748 h 59426"/>
                <a:gd name="csX36" fmla="*/ 97841 w 160582"/>
                <a:gd name="csY36" fmla="*/ 33748 h 59426"/>
                <a:gd name="csX37" fmla="*/ 97841 w 160582"/>
                <a:gd name="csY37" fmla="*/ 25679 h 59426"/>
                <a:gd name="csX38" fmla="*/ 58705 w 160582"/>
                <a:gd name="csY38" fmla="*/ 25679 h 59426"/>
                <a:gd name="csX39" fmla="*/ 58705 w 160582"/>
                <a:gd name="csY39" fmla="*/ 33748 h 59426"/>
                <a:gd name="csX40" fmla="*/ 136977 w 160582"/>
                <a:gd name="csY40" fmla="*/ 33748 h 59426"/>
                <a:gd name="csX41" fmla="*/ 156545 w 160582"/>
                <a:gd name="csY41" fmla="*/ 33748 h 59426"/>
                <a:gd name="csX42" fmla="*/ 156545 w 160582"/>
                <a:gd name="csY42" fmla="*/ 25679 h 59426"/>
                <a:gd name="csX43" fmla="*/ 136977 w 160582"/>
                <a:gd name="csY43" fmla="*/ 25679 h 59426"/>
                <a:gd name="csX44" fmla="*/ 136977 w 160582"/>
                <a:gd name="csY4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0582" h="59426">
                  <a:moveTo>
                    <a:pt x="159402" y="32570"/>
                  </a:moveTo>
                  <a:cubicBezTo>
                    <a:pt x="160976" y="30988"/>
                    <a:pt x="160976" y="28438"/>
                    <a:pt x="159402" y="26857"/>
                  </a:cubicBezTo>
                  <a:lnTo>
                    <a:pt x="133725" y="1180"/>
                  </a:lnTo>
                  <a:cubicBezTo>
                    <a:pt x="132144" y="-393"/>
                    <a:pt x="129594" y="-393"/>
                    <a:pt x="128012" y="1180"/>
                  </a:cubicBezTo>
                  <a:cubicBezTo>
                    <a:pt x="126439" y="2762"/>
                    <a:pt x="126439" y="5312"/>
                    <a:pt x="128012" y="6893"/>
                  </a:cubicBezTo>
                  <a:lnTo>
                    <a:pt x="150841" y="29713"/>
                  </a:lnTo>
                  <a:lnTo>
                    <a:pt x="128012" y="52534"/>
                  </a:lnTo>
                  <a:cubicBezTo>
                    <a:pt x="126439" y="54115"/>
                    <a:pt x="126439" y="56665"/>
                    <a:pt x="128012" y="58247"/>
                  </a:cubicBezTo>
                  <a:cubicBezTo>
                    <a:pt x="129594" y="59820"/>
                    <a:pt x="132144" y="59820"/>
                    <a:pt x="133725" y="58247"/>
                  </a:cubicBezTo>
                  <a:lnTo>
                    <a:pt x="159402" y="32570"/>
                  </a:lnTo>
                  <a:close/>
                  <a:moveTo>
                    <a:pt x="19568" y="33748"/>
                  </a:moveTo>
                  <a:lnTo>
                    <a:pt x="23603" y="33748"/>
                  </a:lnTo>
                  <a:lnTo>
                    <a:pt x="23603" y="25679"/>
                  </a:lnTo>
                  <a:lnTo>
                    <a:pt x="19568" y="25679"/>
                  </a:lnTo>
                  <a:lnTo>
                    <a:pt x="19568" y="33748"/>
                  </a:lnTo>
                  <a:close/>
                  <a:moveTo>
                    <a:pt x="58705" y="25679"/>
                  </a:moveTo>
                  <a:lnTo>
                    <a:pt x="54670" y="25679"/>
                  </a:lnTo>
                  <a:lnTo>
                    <a:pt x="54670" y="33748"/>
                  </a:lnTo>
                  <a:lnTo>
                    <a:pt x="58705" y="33748"/>
                  </a:lnTo>
                  <a:lnTo>
                    <a:pt x="58705" y="25679"/>
                  </a:lnTo>
                  <a:close/>
                  <a:moveTo>
                    <a:pt x="97841" y="33748"/>
                  </a:moveTo>
                  <a:lnTo>
                    <a:pt x="101876" y="33748"/>
                  </a:lnTo>
                  <a:lnTo>
                    <a:pt x="101876" y="25679"/>
                  </a:lnTo>
                  <a:lnTo>
                    <a:pt x="97841" y="25679"/>
                  </a:lnTo>
                  <a:lnTo>
                    <a:pt x="97841" y="33748"/>
                  </a:lnTo>
                  <a:close/>
                  <a:moveTo>
                    <a:pt x="136977" y="25679"/>
                  </a:moveTo>
                  <a:lnTo>
                    <a:pt x="132943" y="25679"/>
                  </a:lnTo>
                  <a:lnTo>
                    <a:pt x="132943" y="33748"/>
                  </a:lnTo>
                  <a:lnTo>
                    <a:pt x="136977" y="33748"/>
                  </a:lnTo>
                  <a:lnTo>
                    <a:pt x="136977" y="25679"/>
                  </a:lnTo>
                  <a:close/>
                  <a:moveTo>
                    <a:pt x="0" y="33748"/>
                  </a:moveTo>
                  <a:lnTo>
                    <a:pt x="19568" y="33748"/>
                  </a:lnTo>
                  <a:lnTo>
                    <a:pt x="19568" y="25679"/>
                  </a:lnTo>
                  <a:lnTo>
                    <a:pt x="0" y="25679"/>
                  </a:lnTo>
                  <a:lnTo>
                    <a:pt x="0" y="33748"/>
                  </a:lnTo>
                  <a:close/>
                  <a:moveTo>
                    <a:pt x="58705" y="33748"/>
                  </a:moveTo>
                  <a:lnTo>
                    <a:pt x="97841" y="33748"/>
                  </a:lnTo>
                  <a:lnTo>
                    <a:pt x="97841" y="25679"/>
                  </a:lnTo>
                  <a:lnTo>
                    <a:pt x="58705" y="25679"/>
                  </a:lnTo>
                  <a:lnTo>
                    <a:pt x="58705" y="33748"/>
                  </a:lnTo>
                  <a:close/>
                  <a:moveTo>
                    <a:pt x="136977" y="33748"/>
                  </a:moveTo>
                  <a:lnTo>
                    <a:pt x="156545" y="33748"/>
                  </a:lnTo>
                  <a:lnTo>
                    <a:pt x="156545" y="25679"/>
                  </a:lnTo>
                  <a:lnTo>
                    <a:pt x="136977" y="25679"/>
                  </a:lnTo>
                  <a:lnTo>
                    <a:pt x="136977" y="33748"/>
                  </a:lnTo>
                  <a:close/>
                </a:path>
              </a:pathLst>
            </a:custGeom>
            <a:solidFill>
              <a:srgbClr val="FB8501"/>
            </a:solidFill>
            <a:ln w="807" cap="flat">
              <a:noFill/>
              <a:prstDash val="solid"/>
              <a:miter/>
            </a:ln>
          </p:spPr>
        </p:sp>
        <p:sp>
          <p:nvSpPr>
            <p:cNvPr id="415" name="任意形状 414">
              <a:extLst>
                <a:ext uri="{FF2B5EF4-FFF2-40B4-BE49-F238E27FC236}">
                  <a16:creationId xmlns:a16="http://schemas.microsoft.com/office/drawing/2014/main" id="{E3F7CECC-6CB8-C6EE-01F4-1B0AEF52871C}"/>
                </a:ext>
              </a:extLst>
            </p:cNvPr>
            <p:cNvSpPr/>
            <p:nvPr/>
          </p:nvSpPr>
          <p:spPr>
            <a:xfrm>
              <a:off x="10481169" y="3987459"/>
              <a:ext cx="151760" cy="1091"/>
            </a:xfrm>
            <a:custGeom>
              <a:avLst/>
              <a:gdLst>
                <a:gd name="csX0" fmla="*/ 0 w 112163"/>
                <a:gd name="csY0" fmla="*/ 0 h 806"/>
                <a:gd name="csX1" fmla="*/ 112164 w 112163"/>
                <a:gd name="csY1" fmla="*/ 0 h 806"/>
              </a:gdLst>
              <a:ahLst/>
              <a:cxnLst>
                <a:cxn ang="0">
                  <a:pos x="csX0" y="csY0"/>
                </a:cxn>
                <a:cxn ang="0">
                  <a:pos x="csX1" y="csY1"/>
                </a:cxn>
              </a:cxnLst>
              <a:rect l="l" t="t" r="r" b="b"/>
              <a:pathLst>
                <a:path w="112163" h="806">
                  <a:moveTo>
                    <a:pt x="0" y="0"/>
                  </a:moveTo>
                  <a:lnTo>
                    <a:pt x="112164" y="0"/>
                  </a:lnTo>
                </a:path>
              </a:pathLst>
            </a:custGeom>
            <a:noFill/>
            <a:ln w="12104" cap="flat">
              <a:solidFill>
                <a:srgbClr val="3182BA"/>
              </a:solidFill>
              <a:custDash>
                <a:ds d="2250000" sp="2250000"/>
              </a:custDash>
              <a:miter/>
            </a:ln>
          </p:spPr>
        </p:sp>
        <p:sp>
          <p:nvSpPr>
            <p:cNvPr id="424" name="任意形状 423">
              <a:extLst>
                <a:ext uri="{FF2B5EF4-FFF2-40B4-BE49-F238E27FC236}">
                  <a16:creationId xmlns:a16="http://schemas.microsoft.com/office/drawing/2014/main" id="{BB0E2931-12BC-DC30-F34B-3A3BDD7F9A2C}"/>
                </a:ext>
              </a:extLst>
            </p:cNvPr>
            <p:cNvSpPr/>
            <p:nvPr/>
          </p:nvSpPr>
          <p:spPr>
            <a:xfrm>
              <a:off x="9533018" y="3914209"/>
              <a:ext cx="838555" cy="158137"/>
            </a:xfrm>
            <a:custGeom>
              <a:avLst/>
              <a:gdLst>
                <a:gd name="csX0" fmla="*/ 31648 w 619758"/>
                <a:gd name="csY0" fmla="*/ 91595 h 116876"/>
                <a:gd name="csX1" fmla="*/ 15380 w 619758"/>
                <a:gd name="csY1" fmla="*/ 104772 h 116876"/>
                <a:gd name="csX2" fmla="*/ 22506 w 619758"/>
                <a:gd name="csY2" fmla="*/ 104078 h 116876"/>
                <a:gd name="csX3" fmla="*/ 28307 w 619758"/>
                <a:gd name="csY3" fmla="*/ 104458 h 116876"/>
                <a:gd name="csX4" fmla="*/ 39782 w 619758"/>
                <a:gd name="csY4" fmla="*/ 106790 h 116876"/>
                <a:gd name="csX5" fmla="*/ 55162 w 619758"/>
                <a:gd name="csY5" fmla="*/ 108807 h 116876"/>
                <a:gd name="csX6" fmla="*/ 67008 w 619758"/>
                <a:gd name="csY6" fmla="*/ 106346 h 116876"/>
                <a:gd name="csX7" fmla="*/ 76530 w 619758"/>
                <a:gd name="csY7" fmla="*/ 98277 h 116876"/>
                <a:gd name="csX8" fmla="*/ 78612 w 619758"/>
                <a:gd name="csY8" fmla="*/ 99285 h 116876"/>
                <a:gd name="csX9" fmla="*/ 63296 w 619758"/>
                <a:gd name="csY9" fmla="*/ 112713 h 116876"/>
                <a:gd name="csX10" fmla="*/ 44567 w 619758"/>
                <a:gd name="csY10" fmla="*/ 116876 h 116876"/>
                <a:gd name="csX11" fmla="*/ 29566 w 619758"/>
                <a:gd name="csY11" fmla="*/ 114730 h 116876"/>
                <a:gd name="csX12" fmla="*/ 9199 w 619758"/>
                <a:gd name="csY12" fmla="*/ 111518 h 116876"/>
                <a:gd name="csX13" fmla="*/ 5608 w 619758"/>
                <a:gd name="csY13" fmla="*/ 111833 h 116876"/>
                <a:gd name="csX14" fmla="*/ 1452 w 619758"/>
                <a:gd name="csY14" fmla="*/ 113350 h 116876"/>
                <a:gd name="csX15" fmla="*/ 0 w 619758"/>
                <a:gd name="csY15" fmla="*/ 111647 h 116876"/>
                <a:gd name="csX16" fmla="*/ 25846 w 619758"/>
                <a:gd name="csY16" fmla="*/ 91216 h 116876"/>
                <a:gd name="csX17" fmla="*/ 7690 w 619758"/>
                <a:gd name="csY17" fmla="*/ 80693 h 116876"/>
                <a:gd name="csX18" fmla="*/ 1509 w 619758"/>
                <a:gd name="csY18" fmla="*/ 61714 h 116876"/>
                <a:gd name="csX19" fmla="*/ 9836 w 619758"/>
                <a:gd name="csY19" fmla="*/ 33157 h 116876"/>
                <a:gd name="csX20" fmla="*/ 31204 w 619758"/>
                <a:gd name="csY20" fmla="*/ 10337 h 116876"/>
                <a:gd name="csX21" fmla="*/ 56800 w 619758"/>
                <a:gd name="csY21" fmla="*/ 2203 h 116876"/>
                <a:gd name="csX22" fmla="*/ 72689 w 619758"/>
                <a:gd name="csY22" fmla="*/ 5987 h 116876"/>
                <a:gd name="csX23" fmla="*/ 82896 w 619758"/>
                <a:gd name="csY23" fmla="*/ 17018 h 116876"/>
                <a:gd name="csX24" fmla="*/ 86495 w 619758"/>
                <a:gd name="csY24" fmla="*/ 31769 h 116876"/>
                <a:gd name="csX25" fmla="*/ 78232 w 619758"/>
                <a:gd name="csY25" fmla="*/ 61149 h 116876"/>
                <a:gd name="csX26" fmla="*/ 57680 w 619758"/>
                <a:gd name="csY26" fmla="*/ 83719 h 116876"/>
                <a:gd name="csX27" fmla="*/ 31648 w 619758"/>
                <a:gd name="csY27" fmla="*/ 91595 h 116876"/>
                <a:gd name="csX28" fmla="*/ 55283 w 619758"/>
                <a:gd name="csY28" fmla="*/ 6238 h 116876"/>
                <a:gd name="csX29" fmla="*/ 42929 w 619758"/>
                <a:gd name="csY29" fmla="*/ 9393 h 116876"/>
                <a:gd name="csX30" fmla="*/ 31019 w 619758"/>
                <a:gd name="csY30" fmla="*/ 19600 h 116876"/>
                <a:gd name="csX31" fmla="*/ 20359 w 619758"/>
                <a:gd name="csY31" fmla="*/ 38136 h 116876"/>
                <a:gd name="csX32" fmla="*/ 14622 w 619758"/>
                <a:gd name="csY32" fmla="*/ 64805 h 116876"/>
                <a:gd name="csX33" fmla="*/ 19229 w 619758"/>
                <a:gd name="csY33" fmla="*/ 80693 h 116876"/>
                <a:gd name="csX34" fmla="*/ 33351 w 619758"/>
                <a:gd name="csY34" fmla="*/ 87561 h 116876"/>
                <a:gd name="csX35" fmla="*/ 44567 w 619758"/>
                <a:gd name="csY35" fmla="*/ 84728 h 116876"/>
                <a:gd name="csX36" fmla="*/ 56041 w 619758"/>
                <a:gd name="csY36" fmla="*/ 75077 h 116876"/>
                <a:gd name="csX37" fmla="*/ 68710 w 619758"/>
                <a:gd name="csY37" fmla="*/ 52951 h 116876"/>
                <a:gd name="csX38" fmla="*/ 73818 w 619758"/>
                <a:gd name="csY38" fmla="*/ 27984 h 116876"/>
                <a:gd name="csX39" fmla="*/ 69219 w 619758"/>
                <a:gd name="csY39" fmla="*/ 12854 h 116876"/>
                <a:gd name="csX40" fmla="*/ 55283 w 619758"/>
                <a:gd name="csY40" fmla="*/ 6238 h 116876"/>
                <a:gd name="csX41" fmla="*/ 147960 w 619758"/>
                <a:gd name="csY41" fmla="*/ 34101 h 116876"/>
                <a:gd name="csX42" fmla="*/ 136985 w 619758"/>
                <a:gd name="csY42" fmla="*/ 71672 h 116876"/>
                <a:gd name="csX43" fmla="*/ 134532 w 619758"/>
                <a:gd name="csY43" fmla="*/ 82267 h 116876"/>
                <a:gd name="csX44" fmla="*/ 134911 w 619758"/>
                <a:gd name="csY44" fmla="*/ 83970 h 116876"/>
                <a:gd name="csX45" fmla="*/ 136041 w 619758"/>
                <a:gd name="csY45" fmla="*/ 84470 h 116876"/>
                <a:gd name="csX46" fmla="*/ 138373 w 619758"/>
                <a:gd name="csY46" fmla="*/ 83526 h 116876"/>
                <a:gd name="csX47" fmla="*/ 144934 w 619758"/>
                <a:gd name="csY47" fmla="*/ 75707 h 116876"/>
                <a:gd name="csX48" fmla="*/ 146822 w 619758"/>
                <a:gd name="csY48" fmla="*/ 77159 h 116876"/>
                <a:gd name="csX49" fmla="*/ 136614 w 619758"/>
                <a:gd name="csY49" fmla="*/ 88763 h 116876"/>
                <a:gd name="csX50" fmla="*/ 129924 w 619758"/>
                <a:gd name="csY50" fmla="*/ 91159 h 116876"/>
                <a:gd name="csX51" fmla="*/ 126084 w 619758"/>
                <a:gd name="csY51" fmla="*/ 89771 h 116876"/>
                <a:gd name="csX52" fmla="*/ 124696 w 619758"/>
                <a:gd name="csY52" fmla="*/ 86172 h 116876"/>
                <a:gd name="csX53" fmla="*/ 125511 w 619758"/>
                <a:gd name="csY53" fmla="*/ 80500 h 116876"/>
                <a:gd name="csX54" fmla="*/ 131248 w 619758"/>
                <a:gd name="csY54" fmla="*/ 60205 h 116876"/>
                <a:gd name="csX55" fmla="*/ 113286 w 619758"/>
                <a:gd name="csY55" fmla="*/ 84470 h 116876"/>
                <a:gd name="csX56" fmla="*/ 99923 w 619758"/>
                <a:gd name="csY56" fmla="*/ 91159 h 116876"/>
                <a:gd name="csX57" fmla="*/ 95000 w 619758"/>
                <a:gd name="csY57" fmla="*/ 89142 h 116876"/>
                <a:gd name="csX58" fmla="*/ 92983 w 619758"/>
                <a:gd name="csY58" fmla="*/ 84034 h 116876"/>
                <a:gd name="csX59" fmla="*/ 95759 w 619758"/>
                <a:gd name="csY59" fmla="*/ 69534 h 116876"/>
                <a:gd name="csX60" fmla="*/ 101246 w 619758"/>
                <a:gd name="csY60" fmla="*/ 50054 h 116876"/>
                <a:gd name="csX61" fmla="*/ 103263 w 619758"/>
                <a:gd name="csY61" fmla="*/ 41355 h 116876"/>
                <a:gd name="csX62" fmla="*/ 102690 w 619758"/>
                <a:gd name="csY62" fmla="*/ 40088 h 116876"/>
                <a:gd name="csX63" fmla="*/ 101561 w 619758"/>
                <a:gd name="csY63" fmla="*/ 39524 h 116876"/>
                <a:gd name="csX64" fmla="*/ 98914 w 619758"/>
                <a:gd name="csY64" fmla="*/ 40468 h 116876"/>
                <a:gd name="csX65" fmla="*/ 92919 w 619758"/>
                <a:gd name="csY65" fmla="*/ 47464 h 116876"/>
                <a:gd name="csX66" fmla="*/ 90966 w 619758"/>
                <a:gd name="csY66" fmla="*/ 46084 h 116876"/>
                <a:gd name="csX67" fmla="*/ 100988 w 619758"/>
                <a:gd name="csY67" fmla="*/ 35303 h 116876"/>
                <a:gd name="csX68" fmla="*/ 108428 w 619758"/>
                <a:gd name="csY68" fmla="*/ 32592 h 116876"/>
                <a:gd name="csX69" fmla="*/ 112212 w 619758"/>
                <a:gd name="csY69" fmla="*/ 34101 h 116876"/>
                <a:gd name="csX70" fmla="*/ 113729 w 619758"/>
                <a:gd name="csY70" fmla="*/ 37886 h 116876"/>
                <a:gd name="csX71" fmla="*/ 111204 w 619758"/>
                <a:gd name="csY71" fmla="*/ 50054 h 116876"/>
                <a:gd name="csX72" fmla="*/ 105281 w 619758"/>
                <a:gd name="csY72" fmla="*/ 70413 h 116876"/>
                <a:gd name="csX73" fmla="*/ 102820 w 619758"/>
                <a:gd name="csY73" fmla="*/ 80944 h 116876"/>
                <a:gd name="csX74" fmla="*/ 103578 w 619758"/>
                <a:gd name="csY74" fmla="*/ 82896 h 116876"/>
                <a:gd name="csX75" fmla="*/ 105716 w 619758"/>
                <a:gd name="csY75" fmla="*/ 83590 h 116876"/>
                <a:gd name="csX76" fmla="*/ 111139 w 619758"/>
                <a:gd name="csY76" fmla="*/ 81508 h 116876"/>
                <a:gd name="csX77" fmla="*/ 120032 w 619758"/>
                <a:gd name="csY77" fmla="*/ 72309 h 116876"/>
                <a:gd name="csX78" fmla="*/ 129231 w 619758"/>
                <a:gd name="csY78" fmla="*/ 58882 h 116876"/>
                <a:gd name="csX79" fmla="*/ 136985 w 619758"/>
                <a:gd name="csY79" fmla="*/ 38894 h 116876"/>
                <a:gd name="csX80" fmla="*/ 138373 w 619758"/>
                <a:gd name="csY80" fmla="*/ 34101 h 116876"/>
                <a:gd name="csX81" fmla="*/ 147960 w 619758"/>
                <a:gd name="csY81" fmla="*/ 34101 h 116876"/>
                <a:gd name="csX82" fmla="*/ 189000 w 619758"/>
                <a:gd name="csY82" fmla="*/ 0 h 116876"/>
                <a:gd name="csX83" fmla="*/ 176582 w 619758"/>
                <a:gd name="csY83" fmla="*/ 43558 h 116876"/>
                <a:gd name="csX84" fmla="*/ 187104 w 619758"/>
                <a:gd name="csY84" fmla="*/ 34924 h 116876"/>
                <a:gd name="csX85" fmla="*/ 196561 w 619758"/>
                <a:gd name="csY85" fmla="*/ 32592 h 116876"/>
                <a:gd name="csX86" fmla="*/ 207907 w 619758"/>
                <a:gd name="csY86" fmla="*/ 37192 h 116876"/>
                <a:gd name="csX87" fmla="*/ 212321 w 619758"/>
                <a:gd name="csY87" fmla="*/ 49675 h 116876"/>
                <a:gd name="csX88" fmla="*/ 206527 w 619758"/>
                <a:gd name="csY88" fmla="*/ 69913 h 116876"/>
                <a:gd name="csX89" fmla="*/ 191962 w 619758"/>
                <a:gd name="csY89" fmla="*/ 85543 h 116876"/>
                <a:gd name="csX90" fmla="*/ 174685 w 619758"/>
                <a:gd name="csY90" fmla="*/ 91159 h 116876"/>
                <a:gd name="csX91" fmla="*/ 155141 w 619758"/>
                <a:gd name="csY91" fmla="*/ 84034 h 116876"/>
                <a:gd name="csX92" fmla="*/ 174306 w 619758"/>
                <a:gd name="csY92" fmla="*/ 18027 h 116876"/>
                <a:gd name="csX93" fmla="*/ 176517 w 619758"/>
                <a:gd name="csY93" fmla="*/ 9078 h 116876"/>
                <a:gd name="csX94" fmla="*/ 175508 w 619758"/>
                <a:gd name="csY94" fmla="*/ 6617 h 116876"/>
                <a:gd name="csX95" fmla="*/ 171224 w 619758"/>
                <a:gd name="csY95" fmla="*/ 5479 h 116876"/>
                <a:gd name="csX96" fmla="*/ 167189 w 619758"/>
                <a:gd name="csY96" fmla="*/ 5923 h 116876"/>
                <a:gd name="csX97" fmla="*/ 167189 w 619758"/>
                <a:gd name="csY97" fmla="*/ 3526 h 116876"/>
                <a:gd name="csX98" fmla="*/ 189000 w 619758"/>
                <a:gd name="csY98" fmla="*/ 0 h 116876"/>
                <a:gd name="csX99" fmla="*/ 164599 w 619758"/>
                <a:gd name="csY99" fmla="*/ 84728 h 116876"/>
                <a:gd name="csX100" fmla="*/ 175694 w 619758"/>
                <a:gd name="csY100" fmla="*/ 88190 h 116876"/>
                <a:gd name="csX101" fmla="*/ 187168 w 619758"/>
                <a:gd name="csY101" fmla="*/ 84155 h 116876"/>
                <a:gd name="csX102" fmla="*/ 197505 w 619758"/>
                <a:gd name="csY102" fmla="*/ 70413 h 116876"/>
                <a:gd name="csX103" fmla="*/ 201919 w 619758"/>
                <a:gd name="csY103" fmla="*/ 50934 h 116876"/>
                <a:gd name="csX104" fmla="*/ 199023 w 619758"/>
                <a:gd name="csY104" fmla="*/ 41856 h 116876"/>
                <a:gd name="csX105" fmla="*/ 192276 w 619758"/>
                <a:gd name="csY105" fmla="*/ 38580 h 116876"/>
                <a:gd name="csX106" fmla="*/ 180802 w 619758"/>
                <a:gd name="csY106" fmla="*/ 43308 h 116876"/>
                <a:gd name="csX107" fmla="*/ 172797 w 619758"/>
                <a:gd name="csY107" fmla="*/ 56356 h 116876"/>
                <a:gd name="csX108" fmla="*/ 164599 w 619758"/>
                <a:gd name="csY108" fmla="*/ 84728 h 116876"/>
                <a:gd name="csX109" fmla="*/ 245171 w 619758"/>
                <a:gd name="csY109" fmla="*/ 7561 h 116876"/>
                <a:gd name="csX110" fmla="*/ 249642 w 619758"/>
                <a:gd name="csY110" fmla="*/ 9393 h 116876"/>
                <a:gd name="csX111" fmla="*/ 251473 w 619758"/>
                <a:gd name="csY111" fmla="*/ 13863 h 116876"/>
                <a:gd name="csX112" fmla="*/ 249585 w 619758"/>
                <a:gd name="csY112" fmla="*/ 18342 h 116876"/>
                <a:gd name="csX113" fmla="*/ 245171 w 619758"/>
                <a:gd name="csY113" fmla="*/ 20173 h 116876"/>
                <a:gd name="csX114" fmla="*/ 240692 w 619758"/>
                <a:gd name="csY114" fmla="*/ 18342 h 116876"/>
                <a:gd name="csX115" fmla="*/ 238861 w 619758"/>
                <a:gd name="csY115" fmla="*/ 13863 h 116876"/>
                <a:gd name="csX116" fmla="*/ 240692 w 619758"/>
                <a:gd name="csY116" fmla="*/ 9393 h 116876"/>
                <a:gd name="csX117" fmla="*/ 245171 w 619758"/>
                <a:gd name="csY117" fmla="*/ 7561 h 116876"/>
                <a:gd name="csX118" fmla="*/ 245986 w 619758"/>
                <a:gd name="csY118" fmla="*/ 32592 h 116876"/>
                <a:gd name="csX119" fmla="*/ 233503 w 619758"/>
                <a:gd name="csY119" fmla="*/ 76780 h 116876"/>
                <a:gd name="csX120" fmla="*/ 232244 w 619758"/>
                <a:gd name="csY120" fmla="*/ 82138 h 116876"/>
                <a:gd name="csX121" fmla="*/ 232809 w 619758"/>
                <a:gd name="csY121" fmla="*/ 83776 h 116876"/>
                <a:gd name="csX122" fmla="*/ 234261 w 619758"/>
                <a:gd name="csY122" fmla="*/ 84413 h 116876"/>
                <a:gd name="csX123" fmla="*/ 236529 w 619758"/>
                <a:gd name="csY123" fmla="*/ 83405 h 116876"/>
                <a:gd name="csX124" fmla="*/ 243783 w 619758"/>
                <a:gd name="csY124" fmla="*/ 75335 h 116876"/>
                <a:gd name="csX125" fmla="*/ 245986 w 619758"/>
                <a:gd name="csY125" fmla="*/ 76780 h 116876"/>
                <a:gd name="csX126" fmla="*/ 235899 w 619758"/>
                <a:gd name="csY126" fmla="*/ 87811 h 116876"/>
                <a:gd name="csX127" fmla="*/ 227709 w 619758"/>
                <a:gd name="csY127" fmla="*/ 91159 h 116876"/>
                <a:gd name="csX128" fmla="*/ 223480 w 619758"/>
                <a:gd name="csY128" fmla="*/ 89642 h 116876"/>
                <a:gd name="csX129" fmla="*/ 221843 w 619758"/>
                <a:gd name="csY129" fmla="*/ 85737 h 116876"/>
                <a:gd name="csX130" fmla="*/ 223416 w 619758"/>
                <a:gd name="csY130" fmla="*/ 77982 h 116876"/>
                <a:gd name="csX131" fmla="*/ 231614 w 619758"/>
                <a:gd name="csY131" fmla="*/ 49739 h 116876"/>
                <a:gd name="csX132" fmla="*/ 233632 w 619758"/>
                <a:gd name="csY132" fmla="*/ 41041 h 116876"/>
                <a:gd name="csX133" fmla="*/ 232623 w 619758"/>
                <a:gd name="csY133" fmla="*/ 38765 h 116876"/>
                <a:gd name="csX134" fmla="*/ 229977 w 619758"/>
                <a:gd name="csY134" fmla="*/ 37886 h 116876"/>
                <a:gd name="csX135" fmla="*/ 224239 w 619758"/>
                <a:gd name="csY135" fmla="*/ 38580 h 116876"/>
                <a:gd name="csX136" fmla="*/ 224239 w 619758"/>
                <a:gd name="csY136" fmla="*/ 36118 h 116876"/>
                <a:gd name="csX137" fmla="*/ 245986 w 619758"/>
                <a:gd name="csY137" fmla="*/ 32592 h 116876"/>
                <a:gd name="csX138" fmla="*/ 285768 w 619758"/>
                <a:gd name="csY138" fmla="*/ 16954 h 116876"/>
                <a:gd name="csX139" fmla="*/ 280846 w 619758"/>
                <a:gd name="csY139" fmla="*/ 34101 h 116876"/>
                <a:gd name="csX140" fmla="*/ 290747 w 619758"/>
                <a:gd name="csY140" fmla="*/ 34101 h 116876"/>
                <a:gd name="csX141" fmla="*/ 289674 w 619758"/>
                <a:gd name="csY141" fmla="*/ 38071 h 116876"/>
                <a:gd name="csX142" fmla="*/ 279845 w 619758"/>
                <a:gd name="csY142" fmla="*/ 38071 h 116876"/>
                <a:gd name="csX143" fmla="*/ 269000 w 619758"/>
                <a:gd name="csY143" fmla="*/ 75271 h 116876"/>
                <a:gd name="csX144" fmla="*/ 267233 w 619758"/>
                <a:gd name="csY144" fmla="*/ 83026 h 116876"/>
                <a:gd name="csX145" fmla="*/ 267741 w 619758"/>
                <a:gd name="csY145" fmla="*/ 84664 h 116876"/>
                <a:gd name="csX146" fmla="*/ 268935 w 619758"/>
                <a:gd name="csY146" fmla="*/ 85228 h 116876"/>
                <a:gd name="csX147" fmla="*/ 273099 w 619758"/>
                <a:gd name="csY147" fmla="*/ 83026 h 116876"/>
                <a:gd name="csX148" fmla="*/ 279845 w 619758"/>
                <a:gd name="csY148" fmla="*/ 75271 h 116876"/>
                <a:gd name="csX149" fmla="*/ 281919 w 619758"/>
                <a:gd name="csY149" fmla="*/ 76844 h 116876"/>
                <a:gd name="csX150" fmla="*/ 270953 w 619758"/>
                <a:gd name="csY150" fmla="*/ 88763 h 116876"/>
                <a:gd name="csX151" fmla="*/ 263827 w 619758"/>
                <a:gd name="csY151" fmla="*/ 91159 h 116876"/>
                <a:gd name="csX152" fmla="*/ 259293 w 619758"/>
                <a:gd name="csY152" fmla="*/ 89457 h 116876"/>
                <a:gd name="csX153" fmla="*/ 257525 w 619758"/>
                <a:gd name="csY153" fmla="*/ 84978 h 116876"/>
                <a:gd name="csX154" fmla="*/ 259543 w 619758"/>
                <a:gd name="csY154" fmla="*/ 74577 h 116876"/>
                <a:gd name="csX155" fmla="*/ 270073 w 619758"/>
                <a:gd name="csY155" fmla="*/ 38071 h 116876"/>
                <a:gd name="csX156" fmla="*/ 260551 w 619758"/>
                <a:gd name="csY156" fmla="*/ 38071 h 116876"/>
                <a:gd name="csX157" fmla="*/ 261181 w 619758"/>
                <a:gd name="csY157" fmla="*/ 35618 h 116876"/>
                <a:gd name="csX158" fmla="*/ 272720 w 619758"/>
                <a:gd name="csY158" fmla="*/ 30002 h 116876"/>
                <a:gd name="csX159" fmla="*/ 282992 w 619758"/>
                <a:gd name="csY159" fmla="*/ 16954 h 116876"/>
                <a:gd name="csX160" fmla="*/ 285768 w 619758"/>
                <a:gd name="csY160" fmla="*/ 16954 h 116876"/>
                <a:gd name="csX161" fmla="*/ 379009 w 619758"/>
                <a:gd name="csY161" fmla="*/ 2203 h 116876"/>
                <a:gd name="csX162" fmla="*/ 372643 w 619758"/>
                <a:gd name="csY162" fmla="*/ 29881 h 116876"/>
                <a:gd name="csX163" fmla="*/ 370367 w 619758"/>
                <a:gd name="csY163" fmla="*/ 29881 h 116876"/>
                <a:gd name="csX164" fmla="*/ 370117 w 619758"/>
                <a:gd name="csY164" fmla="*/ 22941 h 116876"/>
                <a:gd name="csX165" fmla="*/ 368665 w 619758"/>
                <a:gd name="csY165" fmla="*/ 16195 h 116876"/>
                <a:gd name="csX166" fmla="*/ 365260 w 619758"/>
                <a:gd name="csY166" fmla="*/ 11095 h 116876"/>
                <a:gd name="csX167" fmla="*/ 359522 w 619758"/>
                <a:gd name="csY167" fmla="*/ 7690 h 116876"/>
                <a:gd name="csX168" fmla="*/ 351832 w 619758"/>
                <a:gd name="csY168" fmla="*/ 6431 h 116876"/>
                <a:gd name="csX169" fmla="*/ 332102 w 619758"/>
                <a:gd name="csY169" fmla="*/ 12604 h 116876"/>
                <a:gd name="csX170" fmla="*/ 315205 w 619758"/>
                <a:gd name="csY170" fmla="*/ 34860 h 116876"/>
                <a:gd name="csX171" fmla="*/ 310162 w 619758"/>
                <a:gd name="csY171" fmla="*/ 58882 h 116876"/>
                <a:gd name="csX172" fmla="*/ 317416 w 619758"/>
                <a:gd name="csY172" fmla="*/ 78733 h 116876"/>
                <a:gd name="csX173" fmla="*/ 336266 w 619758"/>
                <a:gd name="csY173" fmla="*/ 86108 h 116876"/>
                <a:gd name="csX174" fmla="*/ 351832 w 619758"/>
                <a:gd name="csY174" fmla="*/ 82202 h 116876"/>
                <a:gd name="csX175" fmla="*/ 364573 w 619758"/>
                <a:gd name="csY175" fmla="*/ 70163 h 116876"/>
                <a:gd name="csX176" fmla="*/ 367535 w 619758"/>
                <a:gd name="csY176" fmla="*/ 70163 h 116876"/>
                <a:gd name="csX177" fmla="*/ 352147 w 619758"/>
                <a:gd name="csY177" fmla="*/ 86431 h 116876"/>
                <a:gd name="csX178" fmla="*/ 331917 w 619758"/>
                <a:gd name="csY178" fmla="*/ 91595 h 116876"/>
                <a:gd name="csX179" fmla="*/ 313381 w 619758"/>
                <a:gd name="csY179" fmla="*/ 87246 h 116876"/>
                <a:gd name="csX180" fmla="*/ 301084 w 619758"/>
                <a:gd name="csY180" fmla="*/ 74892 h 116876"/>
                <a:gd name="csX181" fmla="*/ 296864 w 619758"/>
                <a:gd name="csY181" fmla="*/ 57809 h 116876"/>
                <a:gd name="csX182" fmla="*/ 304368 w 619758"/>
                <a:gd name="csY182" fmla="*/ 30575 h 116876"/>
                <a:gd name="csX183" fmla="*/ 324912 w 619758"/>
                <a:gd name="csY183" fmla="*/ 9772 h 116876"/>
                <a:gd name="csX184" fmla="*/ 351331 w 619758"/>
                <a:gd name="csY184" fmla="*/ 2203 h 116876"/>
                <a:gd name="csX185" fmla="*/ 365323 w 619758"/>
                <a:gd name="csY185" fmla="*/ 5164 h 116876"/>
                <a:gd name="csX186" fmla="*/ 370246 w 619758"/>
                <a:gd name="csY186" fmla="*/ 6431 h 116876"/>
                <a:gd name="csX187" fmla="*/ 372893 w 619758"/>
                <a:gd name="csY187" fmla="*/ 5794 h 116876"/>
                <a:gd name="csX188" fmla="*/ 376677 w 619758"/>
                <a:gd name="csY188" fmla="*/ 2203 h 116876"/>
                <a:gd name="csX189" fmla="*/ 379009 w 619758"/>
                <a:gd name="csY189" fmla="*/ 2203 h 116876"/>
                <a:gd name="csX190" fmla="*/ 433977 w 619758"/>
                <a:gd name="csY190" fmla="*/ 52322 h 116876"/>
                <a:gd name="csX191" fmla="*/ 428934 w 619758"/>
                <a:gd name="csY191" fmla="*/ 71042 h 116876"/>
                <a:gd name="csX192" fmla="*/ 415007 w 619758"/>
                <a:gd name="csY192" fmla="*/ 85737 h 116876"/>
                <a:gd name="csX193" fmla="*/ 397601 w 619758"/>
                <a:gd name="csY193" fmla="*/ 91159 h 116876"/>
                <a:gd name="csX194" fmla="*/ 383479 w 619758"/>
                <a:gd name="csY194" fmla="*/ 85672 h 116876"/>
                <a:gd name="csX195" fmla="*/ 378057 w 619758"/>
                <a:gd name="csY195" fmla="*/ 71357 h 116876"/>
                <a:gd name="csX196" fmla="*/ 383359 w 619758"/>
                <a:gd name="csY196" fmla="*/ 52765 h 116876"/>
                <a:gd name="csX197" fmla="*/ 397601 w 619758"/>
                <a:gd name="csY197" fmla="*/ 38015 h 116876"/>
                <a:gd name="csX198" fmla="*/ 414877 w 619758"/>
                <a:gd name="csY198" fmla="*/ 32592 h 116876"/>
                <a:gd name="csX199" fmla="*/ 428555 w 619758"/>
                <a:gd name="csY199" fmla="*/ 38071 h 116876"/>
                <a:gd name="csX200" fmla="*/ 433977 w 619758"/>
                <a:gd name="csY200" fmla="*/ 52322 h 116876"/>
                <a:gd name="csX201" fmla="*/ 423512 w 619758"/>
                <a:gd name="csY201" fmla="*/ 47972 h 116876"/>
                <a:gd name="csX202" fmla="*/ 420615 w 619758"/>
                <a:gd name="csY202" fmla="*/ 39023 h 116876"/>
                <a:gd name="csX203" fmla="*/ 413240 w 619758"/>
                <a:gd name="csY203" fmla="*/ 35868 h 116876"/>
                <a:gd name="csX204" fmla="*/ 396156 w 619758"/>
                <a:gd name="csY204" fmla="*/ 49166 h 116876"/>
                <a:gd name="csX205" fmla="*/ 388402 w 619758"/>
                <a:gd name="csY205" fmla="*/ 75521 h 116876"/>
                <a:gd name="csX206" fmla="*/ 391428 w 619758"/>
                <a:gd name="csY206" fmla="*/ 84785 h 116876"/>
                <a:gd name="csX207" fmla="*/ 399054 w 619758"/>
                <a:gd name="csY207" fmla="*/ 88004 h 116876"/>
                <a:gd name="csX208" fmla="*/ 415693 w 619758"/>
                <a:gd name="csY208" fmla="*/ 74827 h 116876"/>
                <a:gd name="csX209" fmla="*/ 423512 w 619758"/>
                <a:gd name="csY209" fmla="*/ 47972 h 116876"/>
                <a:gd name="csX210" fmla="*/ 466820 w 619758"/>
                <a:gd name="csY210" fmla="*/ 32592 h 116876"/>
                <a:gd name="csX211" fmla="*/ 458630 w 619758"/>
                <a:gd name="csY211" fmla="*/ 61020 h 116876"/>
                <a:gd name="csX212" fmla="*/ 467958 w 619758"/>
                <a:gd name="csY212" fmla="*/ 45955 h 116876"/>
                <a:gd name="csX213" fmla="*/ 479618 w 619758"/>
                <a:gd name="csY213" fmla="*/ 34609 h 116876"/>
                <a:gd name="csX214" fmla="*/ 486614 w 619758"/>
                <a:gd name="csY214" fmla="*/ 32592 h 116876"/>
                <a:gd name="csX215" fmla="*/ 491851 w 619758"/>
                <a:gd name="csY215" fmla="*/ 34609 h 116876"/>
                <a:gd name="csX216" fmla="*/ 493933 w 619758"/>
                <a:gd name="csY216" fmla="*/ 39774 h 116876"/>
                <a:gd name="csX217" fmla="*/ 492480 w 619758"/>
                <a:gd name="csY217" fmla="*/ 47843 h 116876"/>
                <a:gd name="csX218" fmla="*/ 488002 w 619758"/>
                <a:gd name="csY218" fmla="*/ 63861 h 116876"/>
                <a:gd name="csX219" fmla="*/ 507482 w 619758"/>
                <a:gd name="csY219" fmla="*/ 36877 h 116876"/>
                <a:gd name="csX220" fmla="*/ 517569 w 619758"/>
                <a:gd name="csY220" fmla="*/ 32592 h 116876"/>
                <a:gd name="csX221" fmla="*/ 522297 w 619758"/>
                <a:gd name="csY221" fmla="*/ 34609 h 116876"/>
                <a:gd name="csX222" fmla="*/ 524193 w 619758"/>
                <a:gd name="csY222" fmla="*/ 40726 h 116876"/>
                <a:gd name="csX223" fmla="*/ 523056 w 619758"/>
                <a:gd name="csY223" fmla="*/ 48473 h 116876"/>
                <a:gd name="csX224" fmla="*/ 516124 w 619758"/>
                <a:gd name="csY224" fmla="*/ 73003 h 116876"/>
                <a:gd name="csX225" fmla="*/ 513856 w 619758"/>
                <a:gd name="csY225" fmla="*/ 81888 h 116876"/>
                <a:gd name="csX226" fmla="*/ 514421 w 619758"/>
                <a:gd name="csY226" fmla="*/ 83405 h 116876"/>
                <a:gd name="csX227" fmla="*/ 515430 w 619758"/>
                <a:gd name="csY227" fmla="*/ 83841 h 116876"/>
                <a:gd name="csX228" fmla="*/ 517632 w 619758"/>
                <a:gd name="csY228" fmla="*/ 82646 h 116876"/>
                <a:gd name="csX229" fmla="*/ 524379 w 619758"/>
                <a:gd name="csY229" fmla="*/ 75335 h 116876"/>
                <a:gd name="csX230" fmla="*/ 526461 w 619758"/>
                <a:gd name="csY230" fmla="*/ 76659 h 116876"/>
                <a:gd name="csX231" fmla="*/ 520852 w 619758"/>
                <a:gd name="csY231" fmla="*/ 83590 h 116876"/>
                <a:gd name="csX232" fmla="*/ 514042 w 619758"/>
                <a:gd name="csY232" fmla="*/ 89578 h 116876"/>
                <a:gd name="csX233" fmla="*/ 508805 w 619758"/>
                <a:gd name="csY233" fmla="*/ 91159 h 116876"/>
                <a:gd name="csX234" fmla="*/ 505093 w 619758"/>
                <a:gd name="csY234" fmla="*/ 89642 h 116876"/>
                <a:gd name="csX235" fmla="*/ 503640 w 619758"/>
                <a:gd name="csY235" fmla="*/ 85922 h 116876"/>
                <a:gd name="csX236" fmla="*/ 506223 w 619758"/>
                <a:gd name="csY236" fmla="*/ 73754 h 116876"/>
                <a:gd name="csX237" fmla="*/ 511960 w 619758"/>
                <a:gd name="csY237" fmla="*/ 53516 h 116876"/>
                <a:gd name="csX238" fmla="*/ 514042 w 619758"/>
                <a:gd name="csY238" fmla="*/ 45761 h 116876"/>
                <a:gd name="csX239" fmla="*/ 514227 w 619758"/>
                <a:gd name="csY239" fmla="*/ 43429 h 116876"/>
                <a:gd name="csX240" fmla="*/ 513534 w 619758"/>
                <a:gd name="csY240" fmla="*/ 40976 h 116876"/>
                <a:gd name="csX241" fmla="*/ 511839 w 619758"/>
                <a:gd name="csY241" fmla="*/ 40088 h 116876"/>
                <a:gd name="csX242" fmla="*/ 506223 w 619758"/>
                <a:gd name="csY242" fmla="*/ 42800 h 116876"/>
                <a:gd name="csX243" fmla="*/ 489963 w 619758"/>
                <a:gd name="csY243" fmla="*/ 65249 h 116876"/>
                <a:gd name="csX244" fmla="*/ 480627 w 619758"/>
                <a:gd name="csY244" fmla="*/ 89642 h 116876"/>
                <a:gd name="csX245" fmla="*/ 471113 w 619758"/>
                <a:gd name="csY245" fmla="*/ 89642 h 116876"/>
                <a:gd name="csX246" fmla="*/ 481893 w 619758"/>
                <a:gd name="csY246" fmla="*/ 51499 h 116876"/>
                <a:gd name="csX247" fmla="*/ 483653 w 619758"/>
                <a:gd name="csY247" fmla="*/ 43244 h 116876"/>
                <a:gd name="csX248" fmla="*/ 482959 w 619758"/>
                <a:gd name="csY248" fmla="*/ 40726 h 116876"/>
                <a:gd name="csX249" fmla="*/ 481256 w 619758"/>
                <a:gd name="csY249" fmla="*/ 39903 h 116876"/>
                <a:gd name="csX250" fmla="*/ 476850 w 619758"/>
                <a:gd name="csY250" fmla="*/ 41412 h 116876"/>
                <a:gd name="csX251" fmla="*/ 467078 w 619758"/>
                <a:gd name="csY251" fmla="*/ 51942 h 116876"/>
                <a:gd name="csX252" fmla="*/ 457871 w 619758"/>
                <a:gd name="csY252" fmla="*/ 67387 h 116876"/>
                <a:gd name="csX253" fmla="*/ 450367 w 619758"/>
                <a:gd name="csY253" fmla="*/ 89642 h 116876"/>
                <a:gd name="csX254" fmla="*/ 441038 w 619758"/>
                <a:gd name="csY254" fmla="*/ 89642 h 116876"/>
                <a:gd name="csX255" fmla="*/ 452699 w 619758"/>
                <a:gd name="csY255" fmla="*/ 48795 h 116876"/>
                <a:gd name="csX256" fmla="*/ 454215 w 619758"/>
                <a:gd name="csY256" fmla="*/ 43494 h 116876"/>
                <a:gd name="csX257" fmla="*/ 454659 w 619758"/>
                <a:gd name="csY257" fmla="*/ 41727 h 116876"/>
                <a:gd name="csX258" fmla="*/ 453393 w 619758"/>
                <a:gd name="csY258" fmla="*/ 39273 h 116876"/>
                <a:gd name="csX259" fmla="*/ 450181 w 619758"/>
                <a:gd name="csY259" fmla="*/ 38136 h 116876"/>
                <a:gd name="csX260" fmla="*/ 445638 w 619758"/>
                <a:gd name="csY260" fmla="*/ 38894 h 116876"/>
                <a:gd name="csX261" fmla="*/ 445073 w 619758"/>
                <a:gd name="csY261" fmla="*/ 36562 h 116876"/>
                <a:gd name="csX262" fmla="*/ 466820 w 619758"/>
                <a:gd name="csY262" fmla="*/ 32592 h 116876"/>
                <a:gd name="csX263" fmla="*/ 560126 w 619758"/>
                <a:gd name="csY263" fmla="*/ 32592 h 116876"/>
                <a:gd name="csX264" fmla="*/ 551927 w 619758"/>
                <a:gd name="csY264" fmla="*/ 61020 h 116876"/>
                <a:gd name="csX265" fmla="*/ 561256 w 619758"/>
                <a:gd name="csY265" fmla="*/ 45955 h 116876"/>
                <a:gd name="csX266" fmla="*/ 572924 w 619758"/>
                <a:gd name="csY266" fmla="*/ 34609 h 116876"/>
                <a:gd name="csX267" fmla="*/ 579920 w 619758"/>
                <a:gd name="csY267" fmla="*/ 32592 h 116876"/>
                <a:gd name="csX268" fmla="*/ 585149 w 619758"/>
                <a:gd name="csY268" fmla="*/ 34609 h 116876"/>
                <a:gd name="csX269" fmla="*/ 587231 w 619758"/>
                <a:gd name="csY269" fmla="*/ 39774 h 116876"/>
                <a:gd name="csX270" fmla="*/ 585786 w 619758"/>
                <a:gd name="csY270" fmla="*/ 47843 h 116876"/>
                <a:gd name="csX271" fmla="*/ 581308 w 619758"/>
                <a:gd name="csY271" fmla="*/ 63861 h 116876"/>
                <a:gd name="csX272" fmla="*/ 600788 w 619758"/>
                <a:gd name="csY272" fmla="*/ 36877 h 116876"/>
                <a:gd name="csX273" fmla="*/ 610874 w 619758"/>
                <a:gd name="csY273" fmla="*/ 32592 h 116876"/>
                <a:gd name="csX274" fmla="*/ 615603 w 619758"/>
                <a:gd name="csY274" fmla="*/ 34609 h 116876"/>
                <a:gd name="csX275" fmla="*/ 617491 w 619758"/>
                <a:gd name="csY275" fmla="*/ 40726 h 116876"/>
                <a:gd name="csX276" fmla="*/ 616361 w 619758"/>
                <a:gd name="csY276" fmla="*/ 48473 h 116876"/>
                <a:gd name="csX277" fmla="*/ 609421 w 619758"/>
                <a:gd name="csY277" fmla="*/ 73003 h 116876"/>
                <a:gd name="csX278" fmla="*/ 607154 w 619758"/>
                <a:gd name="csY278" fmla="*/ 81888 h 116876"/>
                <a:gd name="csX279" fmla="*/ 607719 w 619758"/>
                <a:gd name="csY279" fmla="*/ 83405 h 116876"/>
                <a:gd name="csX280" fmla="*/ 608728 w 619758"/>
                <a:gd name="csY280" fmla="*/ 83841 h 116876"/>
                <a:gd name="csX281" fmla="*/ 610939 w 619758"/>
                <a:gd name="csY281" fmla="*/ 82646 h 116876"/>
                <a:gd name="csX282" fmla="*/ 617685 w 619758"/>
                <a:gd name="csY282" fmla="*/ 75335 h 116876"/>
                <a:gd name="csX283" fmla="*/ 619759 w 619758"/>
                <a:gd name="csY283" fmla="*/ 76659 h 116876"/>
                <a:gd name="csX284" fmla="*/ 614150 w 619758"/>
                <a:gd name="csY284" fmla="*/ 83590 h 116876"/>
                <a:gd name="csX285" fmla="*/ 607340 w 619758"/>
                <a:gd name="csY285" fmla="*/ 89578 h 116876"/>
                <a:gd name="csX286" fmla="*/ 602111 w 619758"/>
                <a:gd name="csY286" fmla="*/ 91159 h 116876"/>
                <a:gd name="csX287" fmla="*/ 598391 w 619758"/>
                <a:gd name="csY287" fmla="*/ 89642 h 116876"/>
                <a:gd name="csX288" fmla="*/ 596938 w 619758"/>
                <a:gd name="csY288" fmla="*/ 85922 h 116876"/>
                <a:gd name="csX289" fmla="*/ 599528 w 619758"/>
                <a:gd name="csY289" fmla="*/ 73754 h 116876"/>
                <a:gd name="csX290" fmla="*/ 605266 w 619758"/>
                <a:gd name="csY290" fmla="*/ 53516 h 116876"/>
                <a:gd name="csX291" fmla="*/ 607340 w 619758"/>
                <a:gd name="csY291" fmla="*/ 45761 h 116876"/>
                <a:gd name="csX292" fmla="*/ 607533 w 619758"/>
                <a:gd name="csY292" fmla="*/ 43429 h 116876"/>
                <a:gd name="csX293" fmla="*/ 606840 w 619758"/>
                <a:gd name="csY293" fmla="*/ 40976 h 116876"/>
                <a:gd name="csX294" fmla="*/ 605137 w 619758"/>
                <a:gd name="csY294" fmla="*/ 40088 h 116876"/>
                <a:gd name="csX295" fmla="*/ 599528 w 619758"/>
                <a:gd name="csY295" fmla="*/ 42800 h 116876"/>
                <a:gd name="csX296" fmla="*/ 583261 w 619758"/>
                <a:gd name="csY296" fmla="*/ 65249 h 116876"/>
                <a:gd name="csX297" fmla="*/ 573933 w 619758"/>
                <a:gd name="csY297" fmla="*/ 89642 h 116876"/>
                <a:gd name="csX298" fmla="*/ 564411 w 619758"/>
                <a:gd name="csY298" fmla="*/ 89642 h 116876"/>
                <a:gd name="csX299" fmla="*/ 575191 w 619758"/>
                <a:gd name="csY299" fmla="*/ 51499 h 116876"/>
                <a:gd name="csX300" fmla="*/ 576959 w 619758"/>
                <a:gd name="csY300" fmla="*/ 43244 h 116876"/>
                <a:gd name="csX301" fmla="*/ 576264 w 619758"/>
                <a:gd name="csY301" fmla="*/ 40726 h 116876"/>
                <a:gd name="csX302" fmla="*/ 574562 w 619758"/>
                <a:gd name="csY302" fmla="*/ 39903 h 116876"/>
                <a:gd name="csX303" fmla="*/ 570148 w 619758"/>
                <a:gd name="csY303" fmla="*/ 41412 h 116876"/>
                <a:gd name="csX304" fmla="*/ 560376 w 619758"/>
                <a:gd name="csY304" fmla="*/ 51942 h 116876"/>
                <a:gd name="csX305" fmla="*/ 551169 w 619758"/>
                <a:gd name="csY305" fmla="*/ 67387 h 116876"/>
                <a:gd name="csX306" fmla="*/ 543673 w 619758"/>
                <a:gd name="csY306" fmla="*/ 89642 h 116876"/>
                <a:gd name="csX307" fmla="*/ 534344 w 619758"/>
                <a:gd name="csY307" fmla="*/ 89642 h 116876"/>
                <a:gd name="csX308" fmla="*/ 546004 w 619758"/>
                <a:gd name="csY308" fmla="*/ 48795 h 116876"/>
                <a:gd name="csX309" fmla="*/ 547513 w 619758"/>
                <a:gd name="csY309" fmla="*/ 43494 h 116876"/>
                <a:gd name="csX310" fmla="*/ 547957 w 619758"/>
                <a:gd name="csY310" fmla="*/ 41727 h 116876"/>
                <a:gd name="csX311" fmla="*/ 546699 w 619758"/>
                <a:gd name="csY311" fmla="*/ 39273 h 116876"/>
                <a:gd name="csX312" fmla="*/ 543479 w 619758"/>
                <a:gd name="csY312" fmla="*/ 38136 h 116876"/>
                <a:gd name="csX313" fmla="*/ 538944 w 619758"/>
                <a:gd name="csY313" fmla="*/ 38894 h 116876"/>
                <a:gd name="csX314" fmla="*/ 538379 w 619758"/>
                <a:gd name="csY314" fmla="*/ 36562 h 116876"/>
                <a:gd name="csX315" fmla="*/ 560126 w 619758"/>
                <a:gd name="csY315" fmla="*/ 32592 h 1168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Lst>
              <a:rect l="l" t="t" r="r" b="b"/>
              <a:pathLst>
                <a:path w="619758" h="116876">
                  <a:moveTo>
                    <a:pt x="31648" y="91595"/>
                  </a:moveTo>
                  <a:lnTo>
                    <a:pt x="15380" y="104772"/>
                  </a:lnTo>
                  <a:cubicBezTo>
                    <a:pt x="17946" y="104312"/>
                    <a:pt x="20318" y="104078"/>
                    <a:pt x="22506" y="104078"/>
                  </a:cubicBezTo>
                  <a:cubicBezTo>
                    <a:pt x="24603" y="104078"/>
                    <a:pt x="26540" y="104208"/>
                    <a:pt x="28307" y="104458"/>
                  </a:cubicBezTo>
                  <a:cubicBezTo>
                    <a:pt x="30115" y="104708"/>
                    <a:pt x="33940" y="105491"/>
                    <a:pt x="39782" y="106790"/>
                  </a:cubicBezTo>
                  <a:cubicBezTo>
                    <a:pt x="45664" y="108137"/>
                    <a:pt x="50788" y="108807"/>
                    <a:pt x="55162" y="108807"/>
                  </a:cubicBezTo>
                  <a:cubicBezTo>
                    <a:pt x="59826" y="108807"/>
                    <a:pt x="63772" y="107984"/>
                    <a:pt x="67008" y="106346"/>
                  </a:cubicBezTo>
                  <a:cubicBezTo>
                    <a:pt x="70292" y="104748"/>
                    <a:pt x="73463" y="102061"/>
                    <a:pt x="76530" y="98277"/>
                  </a:cubicBezTo>
                  <a:lnTo>
                    <a:pt x="78612" y="99285"/>
                  </a:lnTo>
                  <a:cubicBezTo>
                    <a:pt x="74287" y="105507"/>
                    <a:pt x="69179" y="109985"/>
                    <a:pt x="63296" y="112713"/>
                  </a:cubicBezTo>
                  <a:cubicBezTo>
                    <a:pt x="57405" y="115489"/>
                    <a:pt x="51168" y="116876"/>
                    <a:pt x="44567" y="116876"/>
                  </a:cubicBezTo>
                  <a:cubicBezTo>
                    <a:pt x="40911" y="116876"/>
                    <a:pt x="35909" y="116158"/>
                    <a:pt x="29566" y="114730"/>
                  </a:cubicBezTo>
                  <a:cubicBezTo>
                    <a:pt x="19859" y="112592"/>
                    <a:pt x="13072" y="111518"/>
                    <a:pt x="9199" y="111518"/>
                  </a:cubicBezTo>
                  <a:cubicBezTo>
                    <a:pt x="7731" y="111518"/>
                    <a:pt x="6536" y="111623"/>
                    <a:pt x="5608" y="111833"/>
                  </a:cubicBezTo>
                  <a:cubicBezTo>
                    <a:pt x="4688" y="112043"/>
                    <a:pt x="3300" y="112551"/>
                    <a:pt x="1452" y="113350"/>
                  </a:cubicBezTo>
                  <a:lnTo>
                    <a:pt x="0" y="111647"/>
                  </a:lnTo>
                  <a:lnTo>
                    <a:pt x="25846" y="91216"/>
                  </a:lnTo>
                  <a:cubicBezTo>
                    <a:pt x="17857" y="90126"/>
                    <a:pt x="11805" y="86616"/>
                    <a:pt x="7690" y="80693"/>
                  </a:cubicBezTo>
                  <a:cubicBezTo>
                    <a:pt x="3574" y="74763"/>
                    <a:pt x="1509" y="68436"/>
                    <a:pt x="1509" y="61714"/>
                  </a:cubicBezTo>
                  <a:cubicBezTo>
                    <a:pt x="1509" y="52507"/>
                    <a:pt x="4285" y="42993"/>
                    <a:pt x="9836" y="33157"/>
                  </a:cubicBezTo>
                  <a:cubicBezTo>
                    <a:pt x="15420" y="23320"/>
                    <a:pt x="22546" y="15719"/>
                    <a:pt x="31204" y="10337"/>
                  </a:cubicBezTo>
                  <a:cubicBezTo>
                    <a:pt x="39903" y="4914"/>
                    <a:pt x="48432" y="2203"/>
                    <a:pt x="56800" y="2203"/>
                  </a:cubicBezTo>
                  <a:cubicBezTo>
                    <a:pt x="63022" y="2203"/>
                    <a:pt x="68315" y="3462"/>
                    <a:pt x="72689" y="5987"/>
                  </a:cubicBezTo>
                  <a:cubicBezTo>
                    <a:pt x="77095" y="8505"/>
                    <a:pt x="80500" y="12185"/>
                    <a:pt x="82896" y="17018"/>
                  </a:cubicBezTo>
                  <a:cubicBezTo>
                    <a:pt x="85293" y="21811"/>
                    <a:pt x="86495" y="26726"/>
                    <a:pt x="86495" y="31769"/>
                  </a:cubicBezTo>
                  <a:cubicBezTo>
                    <a:pt x="86495" y="41436"/>
                    <a:pt x="83736" y="51232"/>
                    <a:pt x="78232" y="61149"/>
                  </a:cubicBezTo>
                  <a:cubicBezTo>
                    <a:pt x="72729" y="71067"/>
                    <a:pt x="65878" y="78587"/>
                    <a:pt x="57680" y="83719"/>
                  </a:cubicBezTo>
                  <a:cubicBezTo>
                    <a:pt x="49530" y="88803"/>
                    <a:pt x="40847" y="91426"/>
                    <a:pt x="31648" y="91595"/>
                  </a:cubicBezTo>
                  <a:close/>
                  <a:moveTo>
                    <a:pt x="55283" y="6238"/>
                  </a:moveTo>
                  <a:cubicBezTo>
                    <a:pt x="51087" y="6238"/>
                    <a:pt x="46963" y="7287"/>
                    <a:pt x="42929" y="9393"/>
                  </a:cubicBezTo>
                  <a:cubicBezTo>
                    <a:pt x="38935" y="11450"/>
                    <a:pt x="34965" y="14856"/>
                    <a:pt x="31019" y="19600"/>
                  </a:cubicBezTo>
                  <a:cubicBezTo>
                    <a:pt x="27065" y="24313"/>
                    <a:pt x="23514" y="30486"/>
                    <a:pt x="20359" y="38136"/>
                  </a:cubicBezTo>
                  <a:cubicBezTo>
                    <a:pt x="16534" y="47553"/>
                    <a:pt x="14622" y="56437"/>
                    <a:pt x="14622" y="64805"/>
                  </a:cubicBezTo>
                  <a:cubicBezTo>
                    <a:pt x="14622" y="70768"/>
                    <a:pt x="16155" y="76070"/>
                    <a:pt x="19229" y="80693"/>
                  </a:cubicBezTo>
                  <a:cubicBezTo>
                    <a:pt x="22296" y="85269"/>
                    <a:pt x="27000" y="87561"/>
                    <a:pt x="33351" y="87561"/>
                  </a:cubicBezTo>
                  <a:cubicBezTo>
                    <a:pt x="37127" y="87561"/>
                    <a:pt x="40871" y="86616"/>
                    <a:pt x="44567" y="84728"/>
                  </a:cubicBezTo>
                  <a:cubicBezTo>
                    <a:pt x="48271" y="82832"/>
                    <a:pt x="52096" y="79620"/>
                    <a:pt x="56041" y="75077"/>
                  </a:cubicBezTo>
                  <a:cubicBezTo>
                    <a:pt x="61085" y="69283"/>
                    <a:pt x="65313" y="61900"/>
                    <a:pt x="68710" y="52951"/>
                  </a:cubicBezTo>
                  <a:cubicBezTo>
                    <a:pt x="72116" y="44002"/>
                    <a:pt x="73818" y="35675"/>
                    <a:pt x="73818" y="27984"/>
                  </a:cubicBezTo>
                  <a:cubicBezTo>
                    <a:pt x="73818" y="22312"/>
                    <a:pt x="72285" y="17268"/>
                    <a:pt x="69219" y="12854"/>
                  </a:cubicBezTo>
                  <a:cubicBezTo>
                    <a:pt x="66153" y="8449"/>
                    <a:pt x="61504" y="6238"/>
                    <a:pt x="55283" y="6238"/>
                  </a:cubicBezTo>
                  <a:close/>
                  <a:moveTo>
                    <a:pt x="147960" y="34101"/>
                  </a:moveTo>
                  <a:lnTo>
                    <a:pt x="136985" y="71672"/>
                  </a:lnTo>
                  <a:cubicBezTo>
                    <a:pt x="135347" y="77264"/>
                    <a:pt x="134532" y="80798"/>
                    <a:pt x="134532" y="82267"/>
                  </a:cubicBezTo>
                  <a:cubicBezTo>
                    <a:pt x="134532" y="83026"/>
                    <a:pt x="134653" y="83590"/>
                    <a:pt x="134911" y="83970"/>
                  </a:cubicBezTo>
                  <a:cubicBezTo>
                    <a:pt x="135202" y="84309"/>
                    <a:pt x="135581" y="84470"/>
                    <a:pt x="136041" y="84470"/>
                  </a:cubicBezTo>
                  <a:cubicBezTo>
                    <a:pt x="136759" y="84470"/>
                    <a:pt x="137534" y="84155"/>
                    <a:pt x="138373" y="83526"/>
                  </a:cubicBezTo>
                  <a:cubicBezTo>
                    <a:pt x="139261" y="82856"/>
                    <a:pt x="141439" y="80250"/>
                    <a:pt x="144934" y="75707"/>
                  </a:cubicBezTo>
                  <a:lnTo>
                    <a:pt x="146822" y="77159"/>
                  </a:lnTo>
                  <a:cubicBezTo>
                    <a:pt x="143505" y="82412"/>
                    <a:pt x="140100" y="86277"/>
                    <a:pt x="136614" y="88763"/>
                  </a:cubicBezTo>
                  <a:cubicBezTo>
                    <a:pt x="134298" y="90361"/>
                    <a:pt x="132071" y="91159"/>
                    <a:pt x="129924" y="91159"/>
                  </a:cubicBezTo>
                  <a:cubicBezTo>
                    <a:pt x="128287" y="91159"/>
                    <a:pt x="127004" y="90691"/>
                    <a:pt x="126084" y="89771"/>
                  </a:cubicBezTo>
                  <a:cubicBezTo>
                    <a:pt x="125156" y="88843"/>
                    <a:pt x="124696" y="87649"/>
                    <a:pt x="124696" y="86172"/>
                  </a:cubicBezTo>
                  <a:cubicBezTo>
                    <a:pt x="124696" y="84744"/>
                    <a:pt x="124970" y="82856"/>
                    <a:pt x="125511" y="80500"/>
                  </a:cubicBezTo>
                  <a:cubicBezTo>
                    <a:pt x="126188" y="77393"/>
                    <a:pt x="128101" y="70623"/>
                    <a:pt x="131248" y="60205"/>
                  </a:cubicBezTo>
                  <a:cubicBezTo>
                    <a:pt x="124106" y="71930"/>
                    <a:pt x="118119" y="80016"/>
                    <a:pt x="113286" y="84470"/>
                  </a:cubicBezTo>
                  <a:cubicBezTo>
                    <a:pt x="108492" y="88924"/>
                    <a:pt x="104038" y="91159"/>
                    <a:pt x="99923" y="91159"/>
                  </a:cubicBezTo>
                  <a:cubicBezTo>
                    <a:pt x="97986" y="91159"/>
                    <a:pt x="96348" y="90482"/>
                    <a:pt x="95000" y="89142"/>
                  </a:cubicBezTo>
                  <a:cubicBezTo>
                    <a:pt x="93661" y="87794"/>
                    <a:pt x="92983" y="86092"/>
                    <a:pt x="92983" y="84034"/>
                  </a:cubicBezTo>
                  <a:cubicBezTo>
                    <a:pt x="92983" y="80879"/>
                    <a:pt x="93911" y="76046"/>
                    <a:pt x="95759" y="69534"/>
                  </a:cubicBezTo>
                  <a:lnTo>
                    <a:pt x="101246" y="50054"/>
                  </a:lnTo>
                  <a:cubicBezTo>
                    <a:pt x="102586" y="45390"/>
                    <a:pt x="103263" y="42485"/>
                    <a:pt x="103263" y="41355"/>
                  </a:cubicBezTo>
                  <a:cubicBezTo>
                    <a:pt x="103263" y="40847"/>
                    <a:pt x="103070" y="40427"/>
                    <a:pt x="102690" y="40088"/>
                  </a:cubicBezTo>
                  <a:cubicBezTo>
                    <a:pt x="102360" y="39709"/>
                    <a:pt x="101980" y="39524"/>
                    <a:pt x="101561" y="39524"/>
                  </a:cubicBezTo>
                  <a:cubicBezTo>
                    <a:pt x="100673" y="39524"/>
                    <a:pt x="99794" y="39838"/>
                    <a:pt x="98914" y="40468"/>
                  </a:cubicBezTo>
                  <a:cubicBezTo>
                    <a:pt x="98026" y="41097"/>
                    <a:pt x="96033" y="43429"/>
                    <a:pt x="92919" y="47464"/>
                  </a:cubicBezTo>
                  <a:lnTo>
                    <a:pt x="90966" y="46084"/>
                  </a:lnTo>
                  <a:cubicBezTo>
                    <a:pt x="94121" y="41202"/>
                    <a:pt x="97461" y="37611"/>
                    <a:pt x="100988" y="35303"/>
                  </a:cubicBezTo>
                  <a:cubicBezTo>
                    <a:pt x="103683" y="33496"/>
                    <a:pt x="106160" y="32592"/>
                    <a:pt x="108428" y="32592"/>
                  </a:cubicBezTo>
                  <a:cubicBezTo>
                    <a:pt x="109985" y="32592"/>
                    <a:pt x="111244" y="33092"/>
                    <a:pt x="112212" y="34101"/>
                  </a:cubicBezTo>
                  <a:cubicBezTo>
                    <a:pt x="113221" y="35069"/>
                    <a:pt x="113729" y="36328"/>
                    <a:pt x="113729" y="37886"/>
                  </a:cubicBezTo>
                  <a:cubicBezTo>
                    <a:pt x="113729" y="40153"/>
                    <a:pt x="112882" y="44212"/>
                    <a:pt x="111204" y="50054"/>
                  </a:cubicBezTo>
                  <a:lnTo>
                    <a:pt x="105281" y="70413"/>
                  </a:lnTo>
                  <a:cubicBezTo>
                    <a:pt x="103643" y="75965"/>
                    <a:pt x="102820" y="79475"/>
                    <a:pt x="102820" y="80944"/>
                  </a:cubicBezTo>
                  <a:cubicBezTo>
                    <a:pt x="102820" y="81742"/>
                    <a:pt x="103070" y="82396"/>
                    <a:pt x="103578" y="82896"/>
                  </a:cubicBezTo>
                  <a:cubicBezTo>
                    <a:pt x="104119" y="83356"/>
                    <a:pt x="104837" y="83590"/>
                    <a:pt x="105716" y="83590"/>
                  </a:cubicBezTo>
                  <a:cubicBezTo>
                    <a:pt x="107104" y="83590"/>
                    <a:pt x="108912" y="82896"/>
                    <a:pt x="111139" y="81508"/>
                  </a:cubicBezTo>
                  <a:cubicBezTo>
                    <a:pt x="113366" y="80120"/>
                    <a:pt x="116328" y="77054"/>
                    <a:pt x="120032" y="72309"/>
                  </a:cubicBezTo>
                  <a:cubicBezTo>
                    <a:pt x="123768" y="67516"/>
                    <a:pt x="126842" y="63038"/>
                    <a:pt x="129231" y="58882"/>
                  </a:cubicBezTo>
                  <a:cubicBezTo>
                    <a:pt x="131675" y="54678"/>
                    <a:pt x="134258" y="48013"/>
                    <a:pt x="136985" y="38894"/>
                  </a:cubicBezTo>
                  <a:lnTo>
                    <a:pt x="138373" y="34101"/>
                  </a:lnTo>
                  <a:lnTo>
                    <a:pt x="147960" y="34101"/>
                  </a:lnTo>
                  <a:close/>
                  <a:moveTo>
                    <a:pt x="189000" y="0"/>
                  </a:moveTo>
                  <a:lnTo>
                    <a:pt x="176582" y="43558"/>
                  </a:lnTo>
                  <a:cubicBezTo>
                    <a:pt x="180616" y="39354"/>
                    <a:pt x="184126" y="36473"/>
                    <a:pt x="187104" y="34924"/>
                  </a:cubicBezTo>
                  <a:cubicBezTo>
                    <a:pt x="190130" y="33367"/>
                    <a:pt x="193285" y="32592"/>
                    <a:pt x="196561" y="32592"/>
                  </a:cubicBezTo>
                  <a:cubicBezTo>
                    <a:pt x="201185" y="32592"/>
                    <a:pt x="204969" y="34125"/>
                    <a:pt x="207907" y="37192"/>
                  </a:cubicBezTo>
                  <a:cubicBezTo>
                    <a:pt x="210852" y="40258"/>
                    <a:pt x="212321" y="44422"/>
                    <a:pt x="212321" y="49675"/>
                  </a:cubicBezTo>
                  <a:cubicBezTo>
                    <a:pt x="212321" y="56437"/>
                    <a:pt x="210392" y="63183"/>
                    <a:pt x="206527" y="69913"/>
                  </a:cubicBezTo>
                  <a:cubicBezTo>
                    <a:pt x="202654" y="76594"/>
                    <a:pt x="197804" y="81807"/>
                    <a:pt x="191962" y="85543"/>
                  </a:cubicBezTo>
                  <a:cubicBezTo>
                    <a:pt x="186120" y="89287"/>
                    <a:pt x="180358" y="91159"/>
                    <a:pt x="174685" y="91159"/>
                  </a:cubicBezTo>
                  <a:cubicBezTo>
                    <a:pt x="168343" y="91159"/>
                    <a:pt x="161823" y="88779"/>
                    <a:pt x="155141" y="84034"/>
                  </a:cubicBezTo>
                  <a:lnTo>
                    <a:pt x="174306" y="18027"/>
                  </a:lnTo>
                  <a:cubicBezTo>
                    <a:pt x="175783" y="12943"/>
                    <a:pt x="176517" y="9958"/>
                    <a:pt x="176517" y="9078"/>
                  </a:cubicBezTo>
                  <a:cubicBezTo>
                    <a:pt x="176517" y="7981"/>
                    <a:pt x="176178" y="7166"/>
                    <a:pt x="175508" y="6617"/>
                  </a:cubicBezTo>
                  <a:cubicBezTo>
                    <a:pt x="174540" y="5858"/>
                    <a:pt x="173112" y="5479"/>
                    <a:pt x="171224" y="5479"/>
                  </a:cubicBezTo>
                  <a:cubicBezTo>
                    <a:pt x="170336" y="5479"/>
                    <a:pt x="168996" y="5632"/>
                    <a:pt x="167189" y="5923"/>
                  </a:cubicBezTo>
                  <a:lnTo>
                    <a:pt x="167189" y="3526"/>
                  </a:lnTo>
                  <a:lnTo>
                    <a:pt x="189000" y="0"/>
                  </a:lnTo>
                  <a:close/>
                  <a:moveTo>
                    <a:pt x="164599" y="84728"/>
                  </a:moveTo>
                  <a:cubicBezTo>
                    <a:pt x="168803" y="87036"/>
                    <a:pt x="172499" y="88190"/>
                    <a:pt x="175694" y="88190"/>
                  </a:cubicBezTo>
                  <a:cubicBezTo>
                    <a:pt x="179398" y="88190"/>
                    <a:pt x="183223" y="86850"/>
                    <a:pt x="187168" y="84155"/>
                  </a:cubicBezTo>
                  <a:cubicBezTo>
                    <a:pt x="191163" y="81428"/>
                    <a:pt x="194609" y="76844"/>
                    <a:pt x="197505" y="70413"/>
                  </a:cubicBezTo>
                  <a:cubicBezTo>
                    <a:pt x="200451" y="63982"/>
                    <a:pt x="201919" y="57494"/>
                    <a:pt x="201919" y="50934"/>
                  </a:cubicBezTo>
                  <a:cubicBezTo>
                    <a:pt x="201919" y="47068"/>
                    <a:pt x="200951" y="44042"/>
                    <a:pt x="199023" y="41856"/>
                  </a:cubicBezTo>
                  <a:cubicBezTo>
                    <a:pt x="197134" y="39669"/>
                    <a:pt x="194883" y="38580"/>
                    <a:pt x="192276" y="38580"/>
                  </a:cubicBezTo>
                  <a:cubicBezTo>
                    <a:pt x="188371" y="38580"/>
                    <a:pt x="184546" y="40153"/>
                    <a:pt x="180802" y="43308"/>
                  </a:cubicBezTo>
                  <a:cubicBezTo>
                    <a:pt x="177066" y="46415"/>
                    <a:pt x="174395" y="50764"/>
                    <a:pt x="172797" y="56356"/>
                  </a:cubicBezTo>
                  <a:lnTo>
                    <a:pt x="164599" y="84728"/>
                  </a:lnTo>
                  <a:close/>
                  <a:moveTo>
                    <a:pt x="245171" y="7561"/>
                  </a:moveTo>
                  <a:cubicBezTo>
                    <a:pt x="246930" y="7561"/>
                    <a:pt x="248423" y="8174"/>
                    <a:pt x="249642" y="9393"/>
                  </a:cubicBezTo>
                  <a:cubicBezTo>
                    <a:pt x="250860" y="10611"/>
                    <a:pt x="251473" y="12104"/>
                    <a:pt x="251473" y="13863"/>
                  </a:cubicBezTo>
                  <a:cubicBezTo>
                    <a:pt x="251473" y="15590"/>
                    <a:pt x="250844" y="17083"/>
                    <a:pt x="249585" y="18342"/>
                  </a:cubicBezTo>
                  <a:cubicBezTo>
                    <a:pt x="248358" y="19560"/>
                    <a:pt x="246890" y="20173"/>
                    <a:pt x="245171" y="20173"/>
                  </a:cubicBezTo>
                  <a:cubicBezTo>
                    <a:pt x="243444" y="20173"/>
                    <a:pt x="241951" y="19560"/>
                    <a:pt x="240692" y="18342"/>
                  </a:cubicBezTo>
                  <a:cubicBezTo>
                    <a:pt x="239474" y="17083"/>
                    <a:pt x="238861" y="15590"/>
                    <a:pt x="238861" y="13863"/>
                  </a:cubicBezTo>
                  <a:cubicBezTo>
                    <a:pt x="238861" y="12104"/>
                    <a:pt x="239474" y="10611"/>
                    <a:pt x="240692" y="9393"/>
                  </a:cubicBezTo>
                  <a:cubicBezTo>
                    <a:pt x="241911" y="8174"/>
                    <a:pt x="243404" y="7561"/>
                    <a:pt x="245171" y="7561"/>
                  </a:cubicBezTo>
                  <a:close/>
                  <a:moveTo>
                    <a:pt x="245986" y="32592"/>
                  </a:moveTo>
                  <a:lnTo>
                    <a:pt x="233503" y="76780"/>
                  </a:lnTo>
                  <a:cubicBezTo>
                    <a:pt x="232664" y="79765"/>
                    <a:pt x="232244" y="81549"/>
                    <a:pt x="232244" y="82138"/>
                  </a:cubicBezTo>
                  <a:cubicBezTo>
                    <a:pt x="232244" y="82816"/>
                    <a:pt x="232430" y="83356"/>
                    <a:pt x="232809" y="83776"/>
                  </a:cubicBezTo>
                  <a:cubicBezTo>
                    <a:pt x="233228" y="84204"/>
                    <a:pt x="233713" y="84413"/>
                    <a:pt x="234261" y="84413"/>
                  </a:cubicBezTo>
                  <a:cubicBezTo>
                    <a:pt x="234891" y="84413"/>
                    <a:pt x="235649" y="84074"/>
                    <a:pt x="236529" y="83405"/>
                  </a:cubicBezTo>
                  <a:cubicBezTo>
                    <a:pt x="238925" y="81508"/>
                    <a:pt x="241346" y="78821"/>
                    <a:pt x="243783" y="75335"/>
                  </a:cubicBezTo>
                  <a:lnTo>
                    <a:pt x="245986" y="76780"/>
                  </a:lnTo>
                  <a:cubicBezTo>
                    <a:pt x="243129" y="81153"/>
                    <a:pt x="239765" y="84833"/>
                    <a:pt x="235899" y="87811"/>
                  </a:cubicBezTo>
                  <a:cubicBezTo>
                    <a:pt x="233043" y="90038"/>
                    <a:pt x="230308" y="91159"/>
                    <a:pt x="227709" y="91159"/>
                  </a:cubicBezTo>
                  <a:cubicBezTo>
                    <a:pt x="225982" y="91159"/>
                    <a:pt x="224578" y="90651"/>
                    <a:pt x="223480" y="89642"/>
                  </a:cubicBezTo>
                  <a:cubicBezTo>
                    <a:pt x="222391" y="88593"/>
                    <a:pt x="221843" y="87286"/>
                    <a:pt x="221843" y="85737"/>
                  </a:cubicBezTo>
                  <a:cubicBezTo>
                    <a:pt x="221843" y="84179"/>
                    <a:pt x="222367" y="81597"/>
                    <a:pt x="223416" y="77982"/>
                  </a:cubicBezTo>
                  <a:lnTo>
                    <a:pt x="231614" y="49739"/>
                  </a:lnTo>
                  <a:cubicBezTo>
                    <a:pt x="232962" y="45116"/>
                    <a:pt x="233632" y="42211"/>
                    <a:pt x="233632" y="41041"/>
                  </a:cubicBezTo>
                  <a:cubicBezTo>
                    <a:pt x="233632" y="40113"/>
                    <a:pt x="233293" y="39354"/>
                    <a:pt x="232623" y="38765"/>
                  </a:cubicBezTo>
                  <a:cubicBezTo>
                    <a:pt x="231994" y="38176"/>
                    <a:pt x="231106" y="37886"/>
                    <a:pt x="229977" y="37886"/>
                  </a:cubicBezTo>
                  <a:cubicBezTo>
                    <a:pt x="229049" y="37886"/>
                    <a:pt x="227136" y="38120"/>
                    <a:pt x="224239" y="38580"/>
                  </a:cubicBezTo>
                  <a:lnTo>
                    <a:pt x="224239" y="36118"/>
                  </a:lnTo>
                  <a:lnTo>
                    <a:pt x="245986" y="32592"/>
                  </a:lnTo>
                  <a:close/>
                  <a:moveTo>
                    <a:pt x="285768" y="16954"/>
                  </a:moveTo>
                  <a:lnTo>
                    <a:pt x="280846" y="34101"/>
                  </a:lnTo>
                  <a:lnTo>
                    <a:pt x="290747" y="34101"/>
                  </a:lnTo>
                  <a:lnTo>
                    <a:pt x="289674" y="38071"/>
                  </a:lnTo>
                  <a:lnTo>
                    <a:pt x="279845" y="38071"/>
                  </a:lnTo>
                  <a:lnTo>
                    <a:pt x="269000" y="75271"/>
                  </a:lnTo>
                  <a:cubicBezTo>
                    <a:pt x="267822" y="79265"/>
                    <a:pt x="267233" y="81847"/>
                    <a:pt x="267233" y="83026"/>
                  </a:cubicBezTo>
                  <a:cubicBezTo>
                    <a:pt x="267233" y="83736"/>
                    <a:pt x="267402" y="84284"/>
                    <a:pt x="267741" y="84664"/>
                  </a:cubicBezTo>
                  <a:cubicBezTo>
                    <a:pt x="268072" y="85043"/>
                    <a:pt x="268475" y="85228"/>
                    <a:pt x="268935" y="85228"/>
                  </a:cubicBezTo>
                  <a:cubicBezTo>
                    <a:pt x="269984" y="85228"/>
                    <a:pt x="271372" y="84494"/>
                    <a:pt x="273099" y="83026"/>
                  </a:cubicBezTo>
                  <a:cubicBezTo>
                    <a:pt x="274108" y="82186"/>
                    <a:pt x="276351" y="79596"/>
                    <a:pt x="279845" y="75271"/>
                  </a:cubicBezTo>
                  <a:lnTo>
                    <a:pt x="281919" y="76844"/>
                  </a:lnTo>
                  <a:cubicBezTo>
                    <a:pt x="278054" y="82477"/>
                    <a:pt x="274398" y="86447"/>
                    <a:pt x="270953" y="88763"/>
                  </a:cubicBezTo>
                  <a:cubicBezTo>
                    <a:pt x="268596" y="90361"/>
                    <a:pt x="266224" y="91159"/>
                    <a:pt x="263827" y="91159"/>
                  </a:cubicBezTo>
                  <a:cubicBezTo>
                    <a:pt x="261980" y="91159"/>
                    <a:pt x="260462" y="90587"/>
                    <a:pt x="259293" y="89457"/>
                  </a:cubicBezTo>
                  <a:cubicBezTo>
                    <a:pt x="258114" y="88279"/>
                    <a:pt x="257525" y="86786"/>
                    <a:pt x="257525" y="84978"/>
                  </a:cubicBezTo>
                  <a:cubicBezTo>
                    <a:pt x="257525" y="82711"/>
                    <a:pt x="258195" y="79241"/>
                    <a:pt x="259543" y="74577"/>
                  </a:cubicBezTo>
                  <a:lnTo>
                    <a:pt x="270073" y="38071"/>
                  </a:lnTo>
                  <a:lnTo>
                    <a:pt x="260551" y="38071"/>
                  </a:lnTo>
                  <a:lnTo>
                    <a:pt x="261181" y="35618"/>
                  </a:lnTo>
                  <a:cubicBezTo>
                    <a:pt x="265804" y="34351"/>
                    <a:pt x="269646" y="32487"/>
                    <a:pt x="272720" y="30002"/>
                  </a:cubicBezTo>
                  <a:cubicBezTo>
                    <a:pt x="275786" y="27484"/>
                    <a:pt x="279207" y="23135"/>
                    <a:pt x="282992" y="16954"/>
                  </a:cubicBezTo>
                  <a:lnTo>
                    <a:pt x="285768" y="16954"/>
                  </a:lnTo>
                  <a:close/>
                  <a:moveTo>
                    <a:pt x="379009" y="2203"/>
                  </a:moveTo>
                  <a:lnTo>
                    <a:pt x="372643" y="29881"/>
                  </a:lnTo>
                  <a:lnTo>
                    <a:pt x="370367" y="29881"/>
                  </a:lnTo>
                  <a:lnTo>
                    <a:pt x="370117" y="22941"/>
                  </a:lnTo>
                  <a:cubicBezTo>
                    <a:pt x="369907" y="20423"/>
                    <a:pt x="369423" y="18172"/>
                    <a:pt x="368665" y="16195"/>
                  </a:cubicBezTo>
                  <a:cubicBezTo>
                    <a:pt x="367914" y="14226"/>
                    <a:pt x="366776" y="12524"/>
                    <a:pt x="365260" y="11095"/>
                  </a:cubicBezTo>
                  <a:cubicBezTo>
                    <a:pt x="363750" y="9619"/>
                    <a:pt x="361838" y="8489"/>
                    <a:pt x="359522" y="7690"/>
                  </a:cubicBezTo>
                  <a:cubicBezTo>
                    <a:pt x="357214" y="6851"/>
                    <a:pt x="354648" y="6431"/>
                    <a:pt x="351832" y="6431"/>
                  </a:cubicBezTo>
                  <a:cubicBezTo>
                    <a:pt x="344311" y="6431"/>
                    <a:pt x="337735" y="8489"/>
                    <a:pt x="332102" y="12604"/>
                  </a:cubicBezTo>
                  <a:cubicBezTo>
                    <a:pt x="324912" y="17857"/>
                    <a:pt x="319288" y="25273"/>
                    <a:pt x="315205" y="34860"/>
                  </a:cubicBezTo>
                  <a:cubicBezTo>
                    <a:pt x="311848" y="42759"/>
                    <a:pt x="310162" y="50764"/>
                    <a:pt x="310162" y="58882"/>
                  </a:cubicBezTo>
                  <a:cubicBezTo>
                    <a:pt x="310162" y="67161"/>
                    <a:pt x="312583" y="73778"/>
                    <a:pt x="317416" y="78733"/>
                  </a:cubicBezTo>
                  <a:cubicBezTo>
                    <a:pt x="322250" y="83655"/>
                    <a:pt x="328527" y="86108"/>
                    <a:pt x="336266" y="86108"/>
                  </a:cubicBezTo>
                  <a:cubicBezTo>
                    <a:pt x="342108" y="86108"/>
                    <a:pt x="347297" y="84809"/>
                    <a:pt x="351832" y="82202"/>
                  </a:cubicBezTo>
                  <a:cubicBezTo>
                    <a:pt x="356415" y="79596"/>
                    <a:pt x="360660" y="75586"/>
                    <a:pt x="364573" y="70163"/>
                  </a:cubicBezTo>
                  <a:lnTo>
                    <a:pt x="367535" y="70163"/>
                  </a:lnTo>
                  <a:cubicBezTo>
                    <a:pt x="362911" y="77514"/>
                    <a:pt x="357779" y="82937"/>
                    <a:pt x="352147" y="86431"/>
                  </a:cubicBezTo>
                  <a:cubicBezTo>
                    <a:pt x="346522" y="89876"/>
                    <a:pt x="339776" y="91595"/>
                    <a:pt x="331917" y="91595"/>
                  </a:cubicBezTo>
                  <a:cubicBezTo>
                    <a:pt x="324936" y="91595"/>
                    <a:pt x="318756" y="90143"/>
                    <a:pt x="313381" y="87246"/>
                  </a:cubicBezTo>
                  <a:cubicBezTo>
                    <a:pt x="307999" y="84309"/>
                    <a:pt x="303900" y="80185"/>
                    <a:pt x="301084" y="74892"/>
                  </a:cubicBezTo>
                  <a:cubicBezTo>
                    <a:pt x="298267" y="69598"/>
                    <a:pt x="296864" y="63901"/>
                    <a:pt x="296864" y="57809"/>
                  </a:cubicBezTo>
                  <a:cubicBezTo>
                    <a:pt x="296864" y="48473"/>
                    <a:pt x="299365" y="39395"/>
                    <a:pt x="304368" y="30575"/>
                  </a:cubicBezTo>
                  <a:cubicBezTo>
                    <a:pt x="309363" y="21747"/>
                    <a:pt x="316214" y="14815"/>
                    <a:pt x="324912" y="9772"/>
                  </a:cubicBezTo>
                  <a:cubicBezTo>
                    <a:pt x="333660" y="4729"/>
                    <a:pt x="342464" y="2203"/>
                    <a:pt x="351331" y="2203"/>
                  </a:cubicBezTo>
                  <a:cubicBezTo>
                    <a:pt x="355487" y="2203"/>
                    <a:pt x="360159" y="3187"/>
                    <a:pt x="365323" y="5164"/>
                  </a:cubicBezTo>
                  <a:cubicBezTo>
                    <a:pt x="367591" y="6004"/>
                    <a:pt x="369237" y="6431"/>
                    <a:pt x="370246" y="6431"/>
                  </a:cubicBezTo>
                  <a:cubicBezTo>
                    <a:pt x="371255" y="6431"/>
                    <a:pt x="372134" y="6213"/>
                    <a:pt x="372893" y="5794"/>
                  </a:cubicBezTo>
                  <a:cubicBezTo>
                    <a:pt x="373643" y="5374"/>
                    <a:pt x="374910" y="4180"/>
                    <a:pt x="376677" y="2203"/>
                  </a:cubicBezTo>
                  <a:lnTo>
                    <a:pt x="379009" y="2203"/>
                  </a:lnTo>
                  <a:close/>
                  <a:moveTo>
                    <a:pt x="433977" y="52322"/>
                  </a:moveTo>
                  <a:cubicBezTo>
                    <a:pt x="433977" y="58624"/>
                    <a:pt x="432299" y="64869"/>
                    <a:pt x="428934" y="71042"/>
                  </a:cubicBezTo>
                  <a:cubicBezTo>
                    <a:pt x="425618" y="77224"/>
                    <a:pt x="420970" y="82122"/>
                    <a:pt x="415007" y="85737"/>
                  </a:cubicBezTo>
                  <a:cubicBezTo>
                    <a:pt x="409036" y="89352"/>
                    <a:pt x="403234" y="91159"/>
                    <a:pt x="397601" y="91159"/>
                  </a:cubicBezTo>
                  <a:cubicBezTo>
                    <a:pt x="391847" y="91159"/>
                    <a:pt x="387135" y="89328"/>
                    <a:pt x="383479" y="85672"/>
                  </a:cubicBezTo>
                  <a:cubicBezTo>
                    <a:pt x="379865" y="81968"/>
                    <a:pt x="378057" y="77199"/>
                    <a:pt x="378057" y="71357"/>
                  </a:cubicBezTo>
                  <a:cubicBezTo>
                    <a:pt x="378057" y="65184"/>
                    <a:pt x="379825" y="58987"/>
                    <a:pt x="383359" y="52765"/>
                  </a:cubicBezTo>
                  <a:cubicBezTo>
                    <a:pt x="386925" y="46544"/>
                    <a:pt x="391678" y="41622"/>
                    <a:pt x="397601" y="38015"/>
                  </a:cubicBezTo>
                  <a:cubicBezTo>
                    <a:pt x="403572" y="34400"/>
                    <a:pt x="409326" y="32592"/>
                    <a:pt x="414877" y="32592"/>
                  </a:cubicBezTo>
                  <a:cubicBezTo>
                    <a:pt x="420421" y="32592"/>
                    <a:pt x="424981" y="34416"/>
                    <a:pt x="428555" y="38071"/>
                  </a:cubicBezTo>
                  <a:cubicBezTo>
                    <a:pt x="432171" y="41727"/>
                    <a:pt x="433977" y="46479"/>
                    <a:pt x="433977" y="52322"/>
                  </a:cubicBezTo>
                  <a:close/>
                  <a:moveTo>
                    <a:pt x="423512" y="47972"/>
                  </a:moveTo>
                  <a:cubicBezTo>
                    <a:pt x="423512" y="44067"/>
                    <a:pt x="422543" y="41081"/>
                    <a:pt x="420615" y="39023"/>
                  </a:cubicBezTo>
                  <a:cubicBezTo>
                    <a:pt x="418719" y="36917"/>
                    <a:pt x="416266" y="35868"/>
                    <a:pt x="413240" y="35868"/>
                  </a:cubicBezTo>
                  <a:cubicBezTo>
                    <a:pt x="407059" y="35868"/>
                    <a:pt x="401361" y="40298"/>
                    <a:pt x="396156" y="49166"/>
                  </a:cubicBezTo>
                  <a:cubicBezTo>
                    <a:pt x="390985" y="57994"/>
                    <a:pt x="388402" y="66782"/>
                    <a:pt x="388402" y="75521"/>
                  </a:cubicBezTo>
                  <a:cubicBezTo>
                    <a:pt x="388402" y="79515"/>
                    <a:pt x="389411" y="82606"/>
                    <a:pt x="391428" y="84785"/>
                  </a:cubicBezTo>
                  <a:cubicBezTo>
                    <a:pt x="393446" y="86931"/>
                    <a:pt x="395987" y="88004"/>
                    <a:pt x="399054" y="88004"/>
                  </a:cubicBezTo>
                  <a:cubicBezTo>
                    <a:pt x="404977" y="88004"/>
                    <a:pt x="410528" y="83615"/>
                    <a:pt x="415693" y="74827"/>
                  </a:cubicBezTo>
                  <a:cubicBezTo>
                    <a:pt x="420906" y="65999"/>
                    <a:pt x="423512" y="57050"/>
                    <a:pt x="423512" y="47972"/>
                  </a:cubicBezTo>
                  <a:close/>
                  <a:moveTo>
                    <a:pt x="466820" y="32592"/>
                  </a:moveTo>
                  <a:lnTo>
                    <a:pt x="458630" y="61020"/>
                  </a:lnTo>
                  <a:cubicBezTo>
                    <a:pt x="462285" y="54339"/>
                    <a:pt x="465392" y="49320"/>
                    <a:pt x="467958" y="45955"/>
                  </a:cubicBezTo>
                  <a:cubicBezTo>
                    <a:pt x="471952" y="40742"/>
                    <a:pt x="475841" y="36958"/>
                    <a:pt x="479618" y="34609"/>
                  </a:cubicBezTo>
                  <a:cubicBezTo>
                    <a:pt x="481845" y="33262"/>
                    <a:pt x="484177" y="32592"/>
                    <a:pt x="486614" y="32592"/>
                  </a:cubicBezTo>
                  <a:cubicBezTo>
                    <a:pt x="488721" y="32592"/>
                    <a:pt x="490463" y="33262"/>
                    <a:pt x="491851" y="34609"/>
                  </a:cubicBezTo>
                  <a:cubicBezTo>
                    <a:pt x="493239" y="35949"/>
                    <a:pt x="493933" y="37676"/>
                    <a:pt x="493933" y="39774"/>
                  </a:cubicBezTo>
                  <a:cubicBezTo>
                    <a:pt x="493933" y="41840"/>
                    <a:pt x="493449" y="44527"/>
                    <a:pt x="492480" y="47843"/>
                  </a:cubicBezTo>
                  <a:lnTo>
                    <a:pt x="488002" y="63861"/>
                  </a:lnTo>
                  <a:cubicBezTo>
                    <a:pt x="494853" y="51039"/>
                    <a:pt x="501349" y="42049"/>
                    <a:pt x="507482" y="36877"/>
                  </a:cubicBezTo>
                  <a:cubicBezTo>
                    <a:pt x="510887" y="34020"/>
                    <a:pt x="514252" y="32592"/>
                    <a:pt x="517569" y="32592"/>
                  </a:cubicBezTo>
                  <a:cubicBezTo>
                    <a:pt x="519505" y="32592"/>
                    <a:pt x="521078" y="33262"/>
                    <a:pt x="522297" y="34609"/>
                  </a:cubicBezTo>
                  <a:cubicBezTo>
                    <a:pt x="523564" y="35909"/>
                    <a:pt x="524193" y="37950"/>
                    <a:pt x="524193" y="40726"/>
                  </a:cubicBezTo>
                  <a:cubicBezTo>
                    <a:pt x="524193" y="43163"/>
                    <a:pt x="523814" y="45745"/>
                    <a:pt x="523056" y="48473"/>
                  </a:cubicBezTo>
                  <a:lnTo>
                    <a:pt x="516124" y="73003"/>
                  </a:lnTo>
                  <a:cubicBezTo>
                    <a:pt x="514606" y="78337"/>
                    <a:pt x="513856" y="81299"/>
                    <a:pt x="513856" y="81888"/>
                  </a:cubicBezTo>
                  <a:cubicBezTo>
                    <a:pt x="513856" y="82477"/>
                    <a:pt x="514042" y="82977"/>
                    <a:pt x="514421" y="83405"/>
                  </a:cubicBezTo>
                  <a:cubicBezTo>
                    <a:pt x="514671" y="83695"/>
                    <a:pt x="515010" y="83841"/>
                    <a:pt x="515430" y="83841"/>
                  </a:cubicBezTo>
                  <a:cubicBezTo>
                    <a:pt x="515849" y="83841"/>
                    <a:pt x="516584" y="83445"/>
                    <a:pt x="517632" y="82646"/>
                  </a:cubicBezTo>
                  <a:cubicBezTo>
                    <a:pt x="520030" y="80798"/>
                    <a:pt x="522281" y="78361"/>
                    <a:pt x="524379" y="75335"/>
                  </a:cubicBezTo>
                  <a:lnTo>
                    <a:pt x="526461" y="76659"/>
                  </a:lnTo>
                  <a:cubicBezTo>
                    <a:pt x="525412" y="78337"/>
                    <a:pt x="523539" y="80645"/>
                    <a:pt x="520852" y="83590"/>
                  </a:cubicBezTo>
                  <a:cubicBezTo>
                    <a:pt x="518205" y="86536"/>
                    <a:pt x="515930" y="88529"/>
                    <a:pt x="514042" y="89578"/>
                  </a:cubicBezTo>
                  <a:cubicBezTo>
                    <a:pt x="512153" y="90627"/>
                    <a:pt x="510402" y="91159"/>
                    <a:pt x="508805" y="91159"/>
                  </a:cubicBezTo>
                  <a:cubicBezTo>
                    <a:pt x="507336" y="91159"/>
                    <a:pt x="506101" y="90651"/>
                    <a:pt x="505093" y="89642"/>
                  </a:cubicBezTo>
                  <a:cubicBezTo>
                    <a:pt x="504125" y="88634"/>
                    <a:pt x="503640" y="87391"/>
                    <a:pt x="503640" y="85922"/>
                  </a:cubicBezTo>
                  <a:cubicBezTo>
                    <a:pt x="503640" y="83905"/>
                    <a:pt x="504504" y="79846"/>
                    <a:pt x="506223" y="73754"/>
                  </a:cubicBezTo>
                  <a:lnTo>
                    <a:pt x="511960" y="53516"/>
                  </a:lnTo>
                  <a:cubicBezTo>
                    <a:pt x="513268" y="48852"/>
                    <a:pt x="513961" y="46270"/>
                    <a:pt x="514042" y="45761"/>
                  </a:cubicBezTo>
                  <a:cubicBezTo>
                    <a:pt x="514171" y="44970"/>
                    <a:pt x="514227" y="44188"/>
                    <a:pt x="514227" y="43429"/>
                  </a:cubicBezTo>
                  <a:cubicBezTo>
                    <a:pt x="514227" y="42380"/>
                    <a:pt x="514001" y="41565"/>
                    <a:pt x="513534" y="40976"/>
                  </a:cubicBezTo>
                  <a:cubicBezTo>
                    <a:pt x="513034" y="40387"/>
                    <a:pt x="512468" y="40088"/>
                    <a:pt x="511839" y="40088"/>
                  </a:cubicBezTo>
                  <a:cubicBezTo>
                    <a:pt x="510072" y="40088"/>
                    <a:pt x="508200" y="40992"/>
                    <a:pt x="506223" y="42800"/>
                  </a:cubicBezTo>
                  <a:cubicBezTo>
                    <a:pt x="500421" y="48142"/>
                    <a:pt x="495006" y="55622"/>
                    <a:pt x="489963" y="65249"/>
                  </a:cubicBezTo>
                  <a:cubicBezTo>
                    <a:pt x="486639" y="71591"/>
                    <a:pt x="483532" y="79725"/>
                    <a:pt x="480627" y="89642"/>
                  </a:cubicBezTo>
                  <a:lnTo>
                    <a:pt x="471113" y="89642"/>
                  </a:lnTo>
                  <a:lnTo>
                    <a:pt x="481893" y="51499"/>
                  </a:lnTo>
                  <a:cubicBezTo>
                    <a:pt x="483063" y="47383"/>
                    <a:pt x="483653" y="44632"/>
                    <a:pt x="483653" y="43244"/>
                  </a:cubicBezTo>
                  <a:cubicBezTo>
                    <a:pt x="483653" y="42106"/>
                    <a:pt x="483427" y="41267"/>
                    <a:pt x="482959" y="40726"/>
                  </a:cubicBezTo>
                  <a:cubicBezTo>
                    <a:pt x="482498" y="40177"/>
                    <a:pt x="481934" y="39903"/>
                    <a:pt x="481256" y="39903"/>
                  </a:cubicBezTo>
                  <a:cubicBezTo>
                    <a:pt x="479876" y="39903"/>
                    <a:pt x="478400" y="40403"/>
                    <a:pt x="476850" y="41412"/>
                  </a:cubicBezTo>
                  <a:cubicBezTo>
                    <a:pt x="474324" y="43058"/>
                    <a:pt x="471064" y="46560"/>
                    <a:pt x="467078" y="51942"/>
                  </a:cubicBezTo>
                  <a:cubicBezTo>
                    <a:pt x="463124" y="57325"/>
                    <a:pt x="460058" y="62473"/>
                    <a:pt x="457871" y="67387"/>
                  </a:cubicBezTo>
                  <a:cubicBezTo>
                    <a:pt x="456822" y="69703"/>
                    <a:pt x="454320" y="77119"/>
                    <a:pt x="450367" y="89642"/>
                  </a:cubicBezTo>
                  <a:lnTo>
                    <a:pt x="441038" y="89642"/>
                  </a:lnTo>
                  <a:lnTo>
                    <a:pt x="452699" y="48795"/>
                  </a:lnTo>
                  <a:lnTo>
                    <a:pt x="454215" y="43494"/>
                  </a:lnTo>
                  <a:cubicBezTo>
                    <a:pt x="454506" y="42695"/>
                    <a:pt x="454659" y="42106"/>
                    <a:pt x="454659" y="41727"/>
                  </a:cubicBezTo>
                  <a:cubicBezTo>
                    <a:pt x="454659" y="40807"/>
                    <a:pt x="454232" y="39984"/>
                    <a:pt x="453393" y="39273"/>
                  </a:cubicBezTo>
                  <a:cubicBezTo>
                    <a:pt x="452554" y="38515"/>
                    <a:pt x="451480" y="38136"/>
                    <a:pt x="450181" y="38136"/>
                  </a:cubicBezTo>
                  <a:cubicBezTo>
                    <a:pt x="449632" y="38136"/>
                    <a:pt x="448123" y="38386"/>
                    <a:pt x="445638" y="38894"/>
                  </a:cubicBezTo>
                  <a:lnTo>
                    <a:pt x="445073" y="36562"/>
                  </a:lnTo>
                  <a:lnTo>
                    <a:pt x="466820" y="32592"/>
                  </a:lnTo>
                  <a:close/>
                  <a:moveTo>
                    <a:pt x="560126" y="32592"/>
                  </a:moveTo>
                  <a:lnTo>
                    <a:pt x="551927" y="61020"/>
                  </a:lnTo>
                  <a:cubicBezTo>
                    <a:pt x="555583" y="54339"/>
                    <a:pt x="558698" y="49320"/>
                    <a:pt x="561256" y="45955"/>
                  </a:cubicBezTo>
                  <a:cubicBezTo>
                    <a:pt x="565250" y="40742"/>
                    <a:pt x="569139" y="36958"/>
                    <a:pt x="572924" y="34609"/>
                  </a:cubicBezTo>
                  <a:cubicBezTo>
                    <a:pt x="575151" y="33262"/>
                    <a:pt x="577484" y="32592"/>
                    <a:pt x="579920" y="32592"/>
                  </a:cubicBezTo>
                  <a:cubicBezTo>
                    <a:pt x="582018" y="32592"/>
                    <a:pt x="583769" y="33262"/>
                    <a:pt x="585149" y="34609"/>
                  </a:cubicBezTo>
                  <a:cubicBezTo>
                    <a:pt x="586537" y="35949"/>
                    <a:pt x="587231" y="37676"/>
                    <a:pt x="587231" y="39774"/>
                  </a:cubicBezTo>
                  <a:cubicBezTo>
                    <a:pt x="587231" y="41840"/>
                    <a:pt x="586747" y="44527"/>
                    <a:pt x="585786" y="47843"/>
                  </a:cubicBezTo>
                  <a:lnTo>
                    <a:pt x="581308" y="63861"/>
                  </a:lnTo>
                  <a:cubicBezTo>
                    <a:pt x="588159" y="51039"/>
                    <a:pt x="594655" y="42049"/>
                    <a:pt x="600788" y="36877"/>
                  </a:cubicBezTo>
                  <a:cubicBezTo>
                    <a:pt x="604193" y="34020"/>
                    <a:pt x="607550" y="32592"/>
                    <a:pt x="610874" y="32592"/>
                  </a:cubicBezTo>
                  <a:cubicBezTo>
                    <a:pt x="612811" y="32592"/>
                    <a:pt x="614384" y="33262"/>
                    <a:pt x="615603" y="34609"/>
                  </a:cubicBezTo>
                  <a:cubicBezTo>
                    <a:pt x="616862" y="35909"/>
                    <a:pt x="617491" y="37950"/>
                    <a:pt x="617491" y="40726"/>
                  </a:cubicBezTo>
                  <a:cubicBezTo>
                    <a:pt x="617491" y="43163"/>
                    <a:pt x="617112" y="45745"/>
                    <a:pt x="616361" y="48473"/>
                  </a:cubicBezTo>
                  <a:lnTo>
                    <a:pt x="609421" y="73003"/>
                  </a:lnTo>
                  <a:cubicBezTo>
                    <a:pt x="607913" y="78337"/>
                    <a:pt x="607154" y="81299"/>
                    <a:pt x="607154" y="81888"/>
                  </a:cubicBezTo>
                  <a:cubicBezTo>
                    <a:pt x="607154" y="82477"/>
                    <a:pt x="607340" y="82977"/>
                    <a:pt x="607719" y="83405"/>
                  </a:cubicBezTo>
                  <a:cubicBezTo>
                    <a:pt x="607977" y="83695"/>
                    <a:pt x="608308" y="83841"/>
                    <a:pt x="608728" y="83841"/>
                  </a:cubicBezTo>
                  <a:cubicBezTo>
                    <a:pt x="609147" y="83841"/>
                    <a:pt x="609889" y="83445"/>
                    <a:pt x="610939" y="82646"/>
                  </a:cubicBezTo>
                  <a:cubicBezTo>
                    <a:pt x="613335" y="80798"/>
                    <a:pt x="615579" y="78361"/>
                    <a:pt x="617685" y="75335"/>
                  </a:cubicBezTo>
                  <a:lnTo>
                    <a:pt x="619759" y="76659"/>
                  </a:lnTo>
                  <a:cubicBezTo>
                    <a:pt x="618710" y="78337"/>
                    <a:pt x="616845" y="80645"/>
                    <a:pt x="614150" y="83590"/>
                  </a:cubicBezTo>
                  <a:cubicBezTo>
                    <a:pt x="611503" y="86536"/>
                    <a:pt x="609236" y="88529"/>
                    <a:pt x="607340" y="89578"/>
                  </a:cubicBezTo>
                  <a:cubicBezTo>
                    <a:pt x="605451" y="90627"/>
                    <a:pt x="603709" y="91159"/>
                    <a:pt x="602111" y="91159"/>
                  </a:cubicBezTo>
                  <a:cubicBezTo>
                    <a:pt x="600642" y="91159"/>
                    <a:pt x="599399" y="90651"/>
                    <a:pt x="598391" y="89642"/>
                  </a:cubicBezTo>
                  <a:cubicBezTo>
                    <a:pt x="597423" y="88634"/>
                    <a:pt x="596938" y="87391"/>
                    <a:pt x="596938" y="85922"/>
                  </a:cubicBezTo>
                  <a:cubicBezTo>
                    <a:pt x="596938" y="83905"/>
                    <a:pt x="597802" y="79846"/>
                    <a:pt x="599528" y="73754"/>
                  </a:cubicBezTo>
                  <a:lnTo>
                    <a:pt x="605266" y="53516"/>
                  </a:lnTo>
                  <a:cubicBezTo>
                    <a:pt x="606565" y="48852"/>
                    <a:pt x="607259" y="46270"/>
                    <a:pt x="607340" y="45761"/>
                  </a:cubicBezTo>
                  <a:cubicBezTo>
                    <a:pt x="607469" y="44970"/>
                    <a:pt x="607533" y="44188"/>
                    <a:pt x="607533" y="43429"/>
                  </a:cubicBezTo>
                  <a:cubicBezTo>
                    <a:pt x="607533" y="42380"/>
                    <a:pt x="607299" y="41565"/>
                    <a:pt x="606840" y="40976"/>
                  </a:cubicBezTo>
                  <a:cubicBezTo>
                    <a:pt x="606331" y="40387"/>
                    <a:pt x="605766" y="40088"/>
                    <a:pt x="605137" y="40088"/>
                  </a:cubicBezTo>
                  <a:cubicBezTo>
                    <a:pt x="603369" y="40088"/>
                    <a:pt x="601498" y="40992"/>
                    <a:pt x="599528" y="42800"/>
                  </a:cubicBezTo>
                  <a:cubicBezTo>
                    <a:pt x="593727" y="48142"/>
                    <a:pt x="588304" y="55622"/>
                    <a:pt x="583261" y="65249"/>
                  </a:cubicBezTo>
                  <a:cubicBezTo>
                    <a:pt x="579945" y="71591"/>
                    <a:pt x="576829" y="79725"/>
                    <a:pt x="573933" y="89642"/>
                  </a:cubicBezTo>
                  <a:lnTo>
                    <a:pt x="564411" y="89642"/>
                  </a:lnTo>
                  <a:lnTo>
                    <a:pt x="575191" y="51499"/>
                  </a:lnTo>
                  <a:cubicBezTo>
                    <a:pt x="576369" y="47383"/>
                    <a:pt x="576959" y="44632"/>
                    <a:pt x="576959" y="43244"/>
                  </a:cubicBezTo>
                  <a:cubicBezTo>
                    <a:pt x="576959" y="42106"/>
                    <a:pt x="576725" y="41267"/>
                    <a:pt x="576264" y="40726"/>
                  </a:cubicBezTo>
                  <a:cubicBezTo>
                    <a:pt x="575805" y="40177"/>
                    <a:pt x="575232" y="39903"/>
                    <a:pt x="574562" y="39903"/>
                  </a:cubicBezTo>
                  <a:cubicBezTo>
                    <a:pt x="573174" y="39903"/>
                    <a:pt x="571706" y="40403"/>
                    <a:pt x="570148" y="41412"/>
                  </a:cubicBezTo>
                  <a:cubicBezTo>
                    <a:pt x="567630" y="43058"/>
                    <a:pt x="564371" y="46560"/>
                    <a:pt x="560376" y="51942"/>
                  </a:cubicBezTo>
                  <a:cubicBezTo>
                    <a:pt x="556430" y="57325"/>
                    <a:pt x="553356" y="62473"/>
                    <a:pt x="551169" y="67387"/>
                  </a:cubicBezTo>
                  <a:cubicBezTo>
                    <a:pt x="550120" y="69703"/>
                    <a:pt x="547618" y="77119"/>
                    <a:pt x="543673" y="89642"/>
                  </a:cubicBezTo>
                  <a:lnTo>
                    <a:pt x="534344" y="89642"/>
                  </a:lnTo>
                  <a:lnTo>
                    <a:pt x="546004" y="48795"/>
                  </a:lnTo>
                  <a:lnTo>
                    <a:pt x="547513" y="43494"/>
                  </a:lnTo>
                  <a:cubicBezTo>
                    <a:pt x="547812" y="42695"/>
                    <a:pt x="547957" y="42106"/>
                    <a:pt x="547957" y="41727"/>
                  </a:cubicBezTo>
                  <a:cubicBezTo>
                    <a:pt x="547957" y="40807"/>
                    <a:pt x="547538" y="39984"/>
                    <a:pt x="546699" y="39273"/>
                  </a:cubicBezTo>
                  <a:cubicBezTo>
                    <a:pt x="545859" y="38515"/>
                    <a:pt x="544786" y="38136"/>
                    <a:pt x="543479" y="38136"/>
                  </a:cubicBezTo>
                  <a:cubicBezTo>
                    <a:pt x="542938" y="38136"/>
                    <a:pt x="541421" y="38386"/>
                    <a:pt x="538944" y="38894"/>
                  </a:cubicBezTo>
                  <a:lnTo>
                    <a:pt x="538379" y="36562"/>
                  </a:lnTo>
                  <a:lnTo>
                    <a:pt x="560126" y="32592"/>
                  </a:lnTo>
                  <a:close/>
                </a:path>
              </a:pathLst>
            </a:custGeom>
            <a:solidFill>
              <a:srgbClr val="000000"/>
            </a:solidFill>
            <a:ln w="807" cap="flat">
              <a:noFill/>
              <a:prstDash val="solid"/>
              <a:miter/>
            </a:ln>
          </p:spPr>
        </p:sp>
        <p:sp>
          <p:nvSpPr>
            <p:cNvPr id="426" name="任意形状 425">
              <a:extLst>
                <a:ext uri="{FF2B5EF4-FFF2-40B4-BE49-F238E27FC236}">
                  <a16:creationId xmlns:a16="http://schemas.microsoft.com/office/drawing/2014/main" id="{77DF8B6D-91CA-BB03-1FD3-535FA5D01E23}"/>
                </a:ext>
              </a:extLst>
            </p:cNvPr>
            <p:cNvSpPr/>
            <p:nvPr/>
          </p:nvSpPr>
          <p:spPr>
            <a:xfrm>
              <a:off x="10697446" y="3912822"/>
              <a:ext cx="776388" cy="121038"/>
            </a:xfrm>
            <a:custGeom>
              <a:avLst/>
              <a:gdLst>
                <a:gd name="csX0" fmla="*/ 83978 w 573812"/>
                <a:gd name="csY0" fmla="*/ 0 h 89456"/>
                <a:gd name="csX1" fmla="*/ 77611 w 573812"/>
                <a:gd name="csY1" fmla="*/ 26919 h 89456"/>
                <a:gd name="csX2" fmla="*/ 75214 w 573812"/>
                <a:gd name="csY2" fmla="*/ 26919 h 89456"/>
                <a:gd name="csX3" fmla="*/ 75779 w 573812"/>
                <a:gd name="csY3" fmla="*/ 19923 h 89456"/>
                <a:gd name="csX4" fmla="*/ 70292 w 573812"/>
                <a:gd name="csY4" fmla="*/ 9013 h 89456"/>
                <a:gd name="csX5" fmla="*/ 55292 w 573812"/>
                <a:gd name="csY5" fmla="*/ 4228 h 89456"/>
                <a:gd name="csX6" fmla="*/ 23264 w 573812"/>
                <a:gd name="csY6" fmla="*/ 22634 h 89456"/>
                <a:gd name="csX7" fmla="*/ 13371 w 573812"/>
                <a:gd name="csY7" fmla="*/ 55227 h 89456"/>
                <a:gd name="csX8" fmla="*/ 19480 w 573812"/>
                <a:gd name="csY8" fmla="*/ 75900 h 89456"/>
                <a:gd name="csX9" fmla="*/ 38329 w 573812"/>
                <a:gd name="csY9" fmla="*/ 84599 h 89456"/>
                <a:gd name="csX10" fmla="*/ 44261 w 573812"/>
                <a:gd name="csY10" fmla="*/ 84034 h 89456"/>
                <a:gd name="csX11" fmla="*/ 52766 w 573812"/>
                <a:gd name="csY11" fmla="*/ 81517 h 89456"/>
                <a:gd name="csX12" fmla="*/ 59011 w 573812"/>
                <a:gd name="csY12" fmla="*/ 59511 h 89456"/>
                <a:gd name="csX13" fmla="*/ 60335 w 573812"/>
                <a:gd name="csY13" fmla="*/ 52265 h 89456"/>
                <a:gd name="csX14" fmla="*/ 58697 w 573812"/>
                <a:gd name="csY14" fmla="*/ 48795 h 89456"/>
                <a:gd name="csX15" fmla="*/ 50119 w 573812"/>
                <a:gd name="csY15" fmla="*/ 46964 h 89456"/>
                <a:gd name="csX16" fmla="*/ 48359 w 573812"/>
                <a:gd name="csY16" fmla="*/ 46964 h 89456"/>
                <a:gd name="csX17" fmla="*/ 49054 w 573812"/>
                <a:gd name="csY17" fmla="*/ 44511 h 89456"/>
                <a:gd name="csX18" fmla="*/ 84608 w 573812"/>
                <a:gd name="csY18" fmla="*/ 44511 h 89456"/>
                <a:gd name="csX19" fmla="*/ 83978 w 573812"/>
                <a:gd name="csY19" fmla="*/ 46964 h 89456"/>
                <a:gd name="csX20" fmla="*/ 76917 w 573812"/>
                <a:gd name="csY20" fmla="*/ 48101 h 89456"/>
                <a:gd name="csX21" fmla="*/ 73132 w 573812"/>
                <a:gd name="csY21" fmla="*/ 51757 h 89456"/>
                <a:gd name="csX22" fmla="*/ 69663 w 573812"/>
                <a:gd name="csY22" fmla="*/ 61658 h 89456"/>
                <a:gd name="csX23" fmla="*/ 63361 w 573812"/>
                <a:gd name="csY23" fmla="*/ 83276 h 89456"/>
                <a:gd name="csX24" fmla="*/ 49425 w 573812"/>
                <a:gd name="csY24" fmla="*/ 88198 h 89456"/>
                <a:gd name="csX25" fmla="*/ 38273 w 573812"/>
                <a:gd name="csY25" fmla="*/ 89457 h 89456"/>
                <a:gd name="csX26" fmla="*/ 16397 w 573812"/>
                <a:gd name="csY26" fmla="*/ 84413 h 89456"/>
                <a:gd name="csX27" fmla="*/ 3978 w 573812"/>
                <a:gd name="csY27" fmla="*/ 70986 h 89456"/>
                <a:gd name="csX28" fmla="*/ 0 w 573812"/>
                <a:gd name="csY28" fmla="*/ 54339 h 89456"/>
                <a:gd name="csX29" fmla="*/ 4672 w 573812"/>
                <a:gd name="csY29" fmla="*/ 33286 h 89456"/>
                <a:gd name="csX30" fmla="*/ 16268 w 573812"/>
                <a:gd name="csY30" fmla="*/ 16389 h 89456"/>
                <a:gd name="csX31" fmla="*/ 31463 w 573812"/>
                <a:gd name="csY31" fmla="*/ 5487 h 89456"/>
                <a:gd name="csX32" fmla="*/ 55162 w 573812"/>
                <a:gd name="csY32" fmla="*/ 0 h 89456"/>
                <a:gd name="csX33" fmla="*/ 71680 w 573812"/>
                <a:gd name="csY33" fmla="*/ 3026 h 89456"/>
                <a:gd name="csX34" fmla="*/ 76029 w 573812"/>
                <a:gd name="csY34" fmla="*/ 4228 h 89456"/>
                <a:gd name="csX35" fmla="*/ 78676 w 573812"/>
                <a:gd name="csY35" fmla="*/ 3534 h 89456"/>
                <a:gd name="csX36" fmla="*/ 81582 w 573812"/>
                <a:gd name="csY36" fmla="*/ 0 h 89456"/>
                <a:gd name="csX37" fmla="*/ 83978 w 573812"/>
                <a:gd name="csY37" fmla="*/ 0 h 89456"/>
                <a:gd name="csX38" fmla="*/ 144934 w 573812"/>
                <a:gd name="csY38" fmla="*/ 30389 h 89456"/>
                <a:gd name="csX39" fmla="*/ 132644 w 573812"/>
                <a:gd name="csY39" fmla="*/ 73133 h 89456"/>
                <a:gd name="csX40" fmla="*/ 131256 w 573812"/>
                <a:gd name="csY40" fmla="*/ 78870 h 89456"/>
                <a:gd name="csX41" fmla="*/ 131070 w 573812"/>
                <a:gd name="csY41" fmla="*/ 80250 h 89456"/>
                <a:gd name="csX42" fmla="*/ 131700 w 573812"/>
                <a:gd name="csY42" fmla="*/ 82017 h 89456"/>
                <a:gd name="csX43" fmla="*/ 132959 w 573812"/>
                <a:gd name="csY43" fmla="*/ 82582 h 89456"/>
                <a:gd name="csX44" fmla="*/ 135105 w 573812"/>
                <a:gd name="csY44" fmla="*/ 81573 h 89456"/>
                <a:gd name="csX45" fmla="*/ 141657 w 573812"/>
                <a:gd name="csY45" fmla="*/ 74012 h 89456"/>
                <a:gd name="csX46" fmla="*/ 143804 w 573812"/>
                <a:gd name="csY46" fmla="*/ 75521 h 89456"/>
                <a:gd name="csX47" fmla="*/ 134847 w 573812"/>
                <a:gd name="csY47" fmla="*/ 85551 h 89456"/>
                <a:gd name="csX48" fmla="*/ 126342 w 573812"/>
                <a:gd name="csY48" fmla="*/ 88956 h 89456"/>
                <a:gd name="csX49" fmla="*/ 122243 w 573812"/>
                <a:gd name="csY49" fmla="*/ 87569 h 89456"/>
                <a:gd name="csX50" fmla="*/ 120920 w 573812"/>
                <a:gd name="csY50" fmla="*/ 83655 h 89456"/>
                <a:gd name="csX51" fmla="*/ 122307 w 573812"/>
                <a:gd name="csY51" fmla="*/ 75521 h 89456"/>
                <a:gd name="csX52" fmla="*/ 123631 w 573812"/>
                <a:gd name="csY52" fmla="*/ 70800 h 89456"/>
                <a:gd name="csX53" fmla="*/ 108436 w 573812"/>
                <a:gd name="csY53" fmla="*/ 85866 h 89456"/>
                <a:gd name="csX54" fmla="*/ 98664 w 573812"/>
                <a:gd name="csY54" fmla="*/ 88956 h 89456"/>
                <a:gd name="csX55" fmla="*/ 90723 w 573812"/>
                <a:gd name="csY55" fmla="*/ 85172 h 89456"/>
                <a:gd name="csX56" fmla="*/ 87383 w 573812"/>
                <a:gd name="csY56" fmla="*/ 74641 h 89456"/>
                <a:gd name="csX57" fmla="*/ 93370 w 573812"/>
                <a:gd name="csY57" fmla="*/ 53524 h 89456"/>
                <a:gd name="csX58" fmla="*/ 108686 w 573812"/>
                <a:gd name="csY58" fmla="*/ 35683 h 89456"/>
                <a:gd name="csX59" fmla="*/ 122364 w 573812"/>
                <a:gd name="csY59" fmla="*/ 30389 h 89456"/>
                <a:gd name="csX60" fmla="*/ 128731 w 573812"/>
                <a:gd name="csY60" fmla="*/ 32407 h 89456"/>
                <a:gd name="csX61" fmla="*/ 132644 w 573812"/>
                <a:gd name="csY61" fmla="*/ 39088 h 89456"/>
                <a:gd name="csX62" fmla="*/ 134912 w 573812"/>
                <a:gd name="csY62" fmla="*/ 31898 h 89456"/>
                <a:gd name="csX63" fmla="*/ 144934 w 573812"/>
                <a:gd name="csY63" fmla="*/ 30389 h 89456"/>
                <a:gd name="csX64" fmla="*/ 122493 w 573812"/>
                <a:gd name="csY64" fmla="*/ 33665 h 89456"/>
                <a:gd name="csX65" fmla="*/ 113923 w 573812"/>
                <a:gd name="csY65" fmla="*/ 37450 h 89456"/>
                <a:gd name="csX66" fmla="*/ 102448 w 573812"/>
                <a:gd name="csY66" fmla="*/ 53330 h 89456"/>
                <a:gd name="csX67" fmla="*/ 97470 w 573812"/>
                <a:gd name="csY67" fmla="*/ 72374 h 89456"/>
                <a:gd name="csX68" fmla="*/ 99608 w 573812"/>
                <a:gd name="csY68" fmla="*/ 79185 h 89456"/>
                <a:gd name="csX69" fmla="*/ 104523 w 573812"/>
                <a:gd name="csY69" fmla="*/ 81638 h 89456"/>
                <a:gd name="csX70" fmla="*/ 119467 w 573812"/>
                <a:gd name="csY70" fmla="*/ 71486 h 89456"/>
                <a:gd name="csX71" fmla="*/ 130248 w 573812"/>
                <a:gd name="csY71" fmla="*/ 43816 h 89456"/>
                <a:gd name="csX72" fmla="*/ 128166 w 573812"/>
                <a:gd name="csY72" fmla="*/ 36062 h 89456"/>
                <a:gd name="csX73" fmla="*/ 122493 w 573812"/>
                <a:gd name="csY73" fmla="*/ 33665 h 89456"/>
                <a:gd name="csX74" fmla="*/ 182449 w 573812"/>
                <a:gd name="csY74" fmla="*/ 14751 h 89456"/>
                <a:gd name="csX75" fmla="*/ 177526 w 573812"/>
                <a:gd name="csY75" fmla="*/ 31898 h 89456"/>
                <a:gd name="csX76" fmla="*/ 187427 w 573812"/>
                <a:gd name="csY76" fmla="*/ 31898 h 89456"/>
                <a:gd name="csX77" fmla="*/ 186354 w 573812"/>
                <a:gd name="csY77" fmla="*/ 35868 h 89456"/>
                <a:gd name="csX78" fmla="*/ 176517 w 573812"/>
                <a:gd name="csY78" fmla="*/ 35868 h 89456"/>
                <a:gd name="csX79" fmla="*/ 165680 w 573812"/>
                <a:gd name="csY79" fmla="*/ 73068 h 89456"/>
                <a:gd name="csX80" fmla="*/ 163913 w 573812"/>
                <a:gd name="csY80" fmla="*/ 80823 h 89456"/>
                <a:gd name="csX81" fmla="*/ 164413 w 573812"/>
                <a:gd name="csY81" fmla="*/ 82461 h 89456"/>
                <a:gd name="csX82" fmla="*/ 165616 w 573812"/>
                <a:gd name="csY82" fmla="*/ 83026 h 89456"/>
                <a:gd name="csX83" fmla="*/ 169772 w 573812"/>
                <a:gd name="csY83" fmla="*/ 80823 h 89456"/>
                <a:gd name="csX84" fmla="*/ 176517 w 573812"/>
                <a:gd name="csY84" fmla="*/ 73068 h 89456"/>
                <a:gd name="csX85" fmla="*/ 178599 w 573812"/>
                <a:gd name="csY85" fmla="*/ 74641 h 89456"/>
                <a:gd name="csX86" fmla="*/ 167633 w 573812"/>
                <a:gd name="csY86" fmla="*/ 86560 h 89456"/>
                <a:gd name="csX87" fmla="*/ 160508 w 573812"/>
                <a:gd name="csY87" fmla="*/ 88956 h 89456"/>
                <a:gd name="csX88" fmla="*/ 155973 w 573812"/>
                <a:gd name="csY88" fmla="*/ 87254 h 89456"/>
                <a:gd name="csX89" fmla="*/ 154206 w 573812"/>
                <a:gd name="csY89" fmla="*/ 82775 h 89456"/>
                <a:gd name="csX90" fmla="*/ 156223 w 573812"/>
                <a:gd name="csY90" fmla="*/ 72374 h 89456"/>
                <a:gd name="csX91" fmla="*/ 166746 w 573812"/>
                <a:gd name="csY91" fmla="*/ 35868 h 89456"/>
                <a:gd name="csX92" fmla="*/ 157232 w 573812"/>
                <a:gd name="csY92" fmla="*/ 35868 h 89456"/>
                <a:gd name="csX93" fmla="*/ 157861 w 573812"/>
                <a:gd name="csY93" fmla="*/ 33415 h 89456"/>
                <a:gd name="csX94" fmla="*/ 169400 w 573812"/>
                <a:gd name="csY94" fmla="*/ 27799 h 89456"/>
                <a:gd name="csX95" fmla="*/ 179672 w 573812"/>
                <a:gd name="csY95" fmla="*/ 14751 h 89456"/>
                <a:gd name="csX96" fmla="*/ 182449 w 573812"/>
                <a:gd name="csY96" fmla="*/ 14751 h 89456"/>
                <a:gd name="csX97" fmla="*/ 200225 w 573812"/>
                <a:gd name="csY97" fmla="*/ 63675 h 89456"/>
                <a:gd name="csX98" fmla="*/ 199781 w 573812"/>
                <a:gd name="csY98" fmla="*/ 68904 h 89456"/>
                <a:gd name="csX99" fmla="*/ 203751 w 573812"/>
                <a:gd name="csY99" fmla="*/ 78491 h 89456"/>
                <a:gd name="csX100" fmla="*/ 213402 w 573812"/>
                <a:gd name="csY100" fmla="*/ 82396 h 89456"/>
                <a:gd name="csX101" fmla="*/ 222101 w 573812"/>
                <a:gd name="csY101" fmla="*/ 80564 h 89456"/>
                <a:gd name="csX102" fmla="*/ 234584 w 573812"/>
                <a:gd name="csY102" fmla="*/ 72309 h 89456"/>
                <a:gd name="csX103" fmla="*/ 235908 w 573812"/>
                <a:gd name="csY103" fmla="*/ 74141 h 89456"/>
                <a:gd name="csX104" fmla="*/ 207407 w 573812"/>
                <a:gd name="csY104" fmla="*/ 88956 h 89456"/>
                <a:gd name="csX105" fmla="*/ 193544 w 573812"/>
                <a:gd name="csY105" fmla="*/ 83155 h 89456"/>
                <a:gd name="csX106" fmla="*/ 188880 w 573812"/>
                <a:gd name="csY106" fmla="*/ 70357 h 89456"/>
                <a:gd name="csX107" fmla="*/ 194673 w 573812"/>
                <a:gd name="csY107" fmla="*/ 51127 h 89456"/>
                <a:gd name="csX108" fmla="*/ 209238 w 573812"/>
                <a:gd name="csY108" fmla="*/ 35868 h 89456"/>
                <a:gd name="csX109" fmla="*/ 227266 w 573812"/>
                <a:gd name="csY109" fmla="*/ 30389 h 89456"/>
                <a:gd name="csX110" fmla="*/ 237166 w 573812"/>
                <a:gd name="csY110" fmla="*/ 33100 h 89456"/>
                <a:gd name="csX111" fmla="*/ 240378 w 573812"/>
                <a:gd name="csY111" fmla="*/ 39524 h 89456"/>
                <a:gd name="csX112" fmla="*/ 236222 w 573812"/>
                <a:gd name="csY112" fmla="*/ 49554 h 89456"/>
                <a:gd name="csX113" fmla="*/ 220084 w 573812"/>
                <a:gd name="csY113" fmla="*/ 59641 h 89456"/>
                <a:gd name="csX114" fmla="*/ 200225 w 573812"/>
                <a:gd name="csY114" fmla="*/ 63675 h 89456"/>
                <a:gd name="csX115" fmla="*/ 200668 w 573812"/>
                <a:gd name="csY115" fmla="*/ 60585 h 89456"/>
                <a:gd name="csX116" fmla="*/ 215855 w 573812"/>
                <a:gd name="csY116" fmla="*/ 56929 h 89456"/>
                <a:gd name="csX117" fmla="*/ 227459 w 573812"/>
                <a:gd name="csY117" fmla="*/ 48666 h 89456"/>
                <a:gd name="csX118" fmla="*/ 231364 w 573812"/>
                <a:gd name="csY118" fmla="*/ 39467 h 89456"/>
                <a:gd name="csX119" fmla="*/ 229662 w 573812"/>
                <a:gd name="csY119" fmla="*/ 35174 h 89456"/>
                <a:gd name="csX120" fmla="*/ 224933 w 573812"/>
                <a:gd name="csY120" fmla="*/ 33536 h 89456"/>
                <a:gd name="csX121" fmla="*/ 211255 w 573812"/>
                <a:gd name="csY121" fmla="*/ 40411 h 89456"/>
                <a:gd name="csX122" fmla="*/ 200668 w 573812"/>
                <a:gd name="csY122" fmla="*/ 60585 h 89456"/>
                <a:gd name="csX123" fmla="*/ 333055 w 573812"/>
                <a:gd name="csY123" fmla="*/ 0 h 89456"/>
                <a:gd name="csX124" fmla="*/ 326688 w 573812"/>
                <a:gd name="csY124" fmla="*/ 27678 h 89456"/>
                <a:gd name="csX125" fmla="*/ 324412 w 573812"/>
                <a:gd name="csY125" fmla="*/ 27678 h 89456"/>
                <a:gd name="csX126" fmla="*/ 324162 w 573812"/>
                <a:gd name="csY126" fmla="*/ 20738 h 89456"/>
                <a:gd name="csX127" fmla="*/ 322717 w 573812"/>
                <a:gd name="csY127" fmla="*/ 13992 h 89456"/>
                <a:gd name="csX128" fmla="*/ 319312 w 573812"/>
                <a:gd name="csY128" fmla="*/ 8892 h 89456"/>
                <a:gd name="csX129" fmla="*/ 313576 w 573812"/>
                <a:gd name="csY129" fmla="*/ 5487 h 89456"/>
                <a:gd name="csX130" fmla="*/ 305885 w 573812"/>
                <a:gd name="csY130" fmla="*/ 4228 h 89456"/>
                <a:gd name="csX131" fmla="*/ 286148 w 573812"/>
                <a:gd name="csY131" fmla="*/ 10401 h 89456"/>
                <a:gd name="csX132" fmla="*/ 269258 w 573812"/>
                <a:gd name="csY132" fmla="*/ 32657 h 89456"/>
                <a:gd name="csX133" fmla="*/ 264215 w 573812"/>
                <a:gd name="csY133" fmla="*/ 56679 h 89456"/>
                <a:gd name="csX134" fmla="*/ 271461 w 573812"/>
                <a:gd name="csY134" fmla="*/ 76530 h 89456"/>
                <a:gd name="csX135" fmla="*/ 290312 w 573812"/>
                <a:gd name="csY135" fmla="*/ 83905 h 89456"/>
                <a:gd name="csX136" fmla="*/ 305885 w 573812"/>
                <a:gd name="csY136" fmla="*/ 80000 h 89456"/>
                <a:gd name="csX137" fmla="*/ 318619 w 573812"/>
                <a:gd name="csY137" fmla="*/ 67960 h 89456"/>
                <a:gd name="csX138" fmla="*/ 321580 w 573812"/>
                <a:gd name="csY138" fmla="*/ 67960 h 89456"/>
                <a:gd name="csX139" fmla="*/ 306200 w 573812"/>
                <a:gd name="csY139" fmla="*/ 84228 h 89456"/>
                <a:gd name="csX140" fmla="*/ 285962 w 573812"/>
                <a:gd name="csY140" fmla="*/ 89392 h 89456"/>
                <a:gd name="csX141" fmla="*/ 267427 w 573812"/>
                <a:gd name="csY141" fmla="*/ 85043 h 89456"/>
                <a:gd name="csX142" fmla="*/ 255137 w 573812"/>
                <a:gd name="csY142" fmla="*/ 72689 h 89456"/>
                <a:gd name="csX143" fmla="*/ 250909 w 573812"/>
                <a:gd name="csY143" fmla="*/ 55606 h 89456"/>
                <a:gd name="csX144" fmla="*/ 258413 w 573812"/>
                <a:gd name="csY144" fmla="*/ 28372 h 89456"/>
                <a:gd name="csX145" fmla="*/ 278966 w 573812"/>
                <a:gd name="csY145" fmla="*/ 7569 h 89456"/>
                <a:gd name="csX146" fmla="*/ 305377 w 573812"/>
                <a:gd name="csY146" fmla="*/ 0 h 89456"/>
                <a:gd name="csX147" fmla="*/ 319377 w 573812"/>
                <a:gd name="csY147" fmla="*/ 2961 h 89456"/>
                <a:gd name="csX148" fmla="*/ 324291 w 573812"/>
                <a:gd name="csY148" fmla="*/ 4228 h 89456"/>
                <a:gd name="csX149" fmla="*/ 326938 w 573812"/>
                <a:gd name="csY149" fmla="*/ 3591 h 89456"/>
                <a:gd name="csX150" fmla="*/ 330723 w 573812"/>
                <a:gd name="csY150" fmla="*/ 0 h 89456"/>
                <a:gd name="csX151" fmla="*/ 333055 w 573812"/>
                <a:gd name="csY151" fmla="*/ 0 h 89456"/>
                <a:gd name="csX152" fmla="*/ 388023 w 573812"/>
                <a:gd name="csY152" fmla="*/ 50119 h 89456"/>
                <a:gd name="csX153" fmla="*/ 382980 w 573812"/>
                <a:gd name="csY153" fmla="*/ 68840 h 89456"/>
                <a:gd name="csX154" fmla="*/ 369052 w 573812"/>
                <a:gd name="csY154" fmla="*/ 83534 h 89456"/>
                <a:gd name="csX155" fmla="*/ 351654 w 573812"/>
                <a:gd name="csY155" fmla="*/ 88956 h 89456"/>
                <a:gd name="csX156" fmla="*/ 337533 w 573812"/>
                <a:gd name="csY156" fmla="*/ 83469 h 89456"/>
                <a:gd name="csX157" fmla="*/ 332111 w 573812"/>
                <a:gd name="csY157" fmla="*/ 69154 h 89456"/>
                <a:gd name="csX158" fmla="*/ 337404 w 573812"/>
                <a:gd name="csY158" fmla="*/ 50563 h 89456"/>
                <a:gd name="csX159" fmla="*/ 351654 w 573812"/>
                <a:gd name="csY159" fmla="*/ 35812 h 89456"/>
                <a:gd name="csX160" fmla="*/ 368923 w 573812"/>
                <a:gd name="csY160" fmla="*/ 30389 h 89456"/>
                <a:gd name="csX161" fmla="*/ 382601 w 573812"/>
                <a:gd name="csY161" fmla="*/ 35868 h 89456"/>
                <a:gd name="csX162" fmla="*/ 388023 w 573812"/>
                <a:gd name="csY162" fmla="*/ 50119 h 89456"/>
                <a:gd name="csX163" fmla="*/ 377557 w 573812"/>
                <a:gd name="csY163" fmla="*/ 45769 h 89456"/>
                <a:gd name="csX164" fmla="*/ 374660 w 573812"/>
                <a:gd name="csY164" fmla="*/ 36820 h 89456"/>
                <a:gd name="csX165" fmla="*/ 367285 w 573812"/>
                <a:gd name="csY165" fmla="*/ 33665 h 89456"/>
                <a:gd name="csX166" fmla="*/ 350202 w 573812"/>
                <a:gd name="csY166" fmla="*/ 46964 h 89456"/>
                <a:gd name="csX167" fmla="*/ 342447 w 573812"/>
                <a:gd name="csY167" fmla="*/ 73318 h 89456"/>
                <a:gd name="csX168" fmla="*/ 345473 w 573812"/>
                <a:gd name="csY168" fmla="*/ 82582 h 89456"/>
                <a:gd name="csX169" fmla="*/ 353099 w 573812"/>
                <a:gd name="csY169" fmla="*/ 85801 h 89456"/>
                <a:gd name="csX170" fmla="*/ 369746 w 573812"/>
                <a:gd name="csY170" fmla="*/ 72624 h 89456"/>
                <a:gd name="csX171" fmla="*/ 377557 w 573812"/>
                <a:gd name="csY171" fmla="*/ 45769 h 89456"/>
                <a:gd name="csX172" fmla="*/ 420873 w 573812"/>
                <a:gd name="csY172" fmla="*/ 30389 h 89456"/>
                <a:gd name="csX173" fmla="*/ 412675 w 573812"/>
                <a:gd name="csY173" fmla="*/ 58817 h 89456"/>
                <a:gd name="csX174" fmla="*/ 422003 w 573812"/>
                <a:gd name="csY174" fmla="*/ 43752 h 89456"/>
                <a:gd name="csX175" fmla="*/ 433671 w 573812"/>
                <a:gd name="csY175" fmla="*/ 32407 h 89456"/>
                <a:gd name="csX176" fmla="*/ 440668 w 573812"/>
                <a:gd name="csY176" fmla="*/ 30389 h 89456"/>
                <a:gd name="csX177" fmla="*/ 445896 w 573812"/>
                <a:gd name="csY177" fmla="*/ 32407 h 89456"/>
                <a:gd name="csX178" fmla="*/ 447978 w 573812"/>
                <a:gd name="csY178" fmla="*/ 37571 h 89456"/>
                <a:gd name="csX179" fmla="*/ 446526 w 573812"/>
                <a:gd name="csY179" fmla="*/ 45640 h 89456"/>
                <a:gd name="csX180" fmla="*/ 442056 w 573812"/>
                <a:gd name="csY180" fmla="*/ 61658 h 89456"/>
                <a:gd name="csX181" fmla="*/ 461535 w 573812"/>
                <a:gd name="csY181" fmla="*/ 34674 h 89456"/>
                <a:gd name="csX182" fmla="*/ 471621 w 573812"/>
                <a:gd name="csY182" fmla="*/ 30389 h 89456"/>
                <a:gd name="csX183" fmla="*/ 476350 w 573812"/>
                <a:gd name="csY183" fmla="*/ 32407 h 89456"/>
                <a:gd name="csX184" fmla="*/ 478238 w 573812"/>
                <a:gd name="csY184" fmla="*/ 38523 h 89456"/>
                <a:gd name="csX185" fmla="*/ 477100 w 573812"/>
                <a:gd name="csY185" fmla="*/ 46270 h 89456"/>
                <a:gd name="csX186" fmla="*/ 470169 w 573812"/>
                <a:gd name="csY186" fmla="*/ 70800 h 89456"/>
                <a:gd name="csX187" fmla="*/ 467902 w 573812"/>
                <a:gd name="csY187" fmla="*/ 79685 h 89456"/>
                <a:gd name="csX188" fmla="*/ 468466 w 573812"/>
                <a:gd name="csY188" fmla="*/ 81202 h 89456"/>
                <a:gd name="csX189" fmla="*/ 469475 w 573812"/>
                <a:gd name="csY189" fmla="*/ 81638 h 89456"/>
                <a:gd name="csX190" fmla="*/ 471678 w 573812"/>
                <a:gd name="csY190" fmla="*/ 80443 h 89456"/>
                <a:gd name="csX191" fmla="*/ 478424 w 573812"/>
                <a:gd name="csY191" fmla="*/ 73133 h 89456"/>
                <a:gd name="csX192" fmla="*/ 480506 w 573812"/>
                <a:gd name="csY192" fmla="*/ 74456 h 89456"/>
                <a:gd name="csX193" fmla="*/ 474898 w 573812"/>
                <a:gd name="csY193" fmla="*/ 81387 h 89456"/>
                <a:gd name="csX194" fmla="*/ 468087 w 573812"/>
                <a:gd name="csY194" fmla="*/ 87375 h 89456"/>
                <a:gd name="csX195" fmla="*/ 462859 w 573812"/>
                <a:gd name="csY195" fmla="*/ 88956 h 89456"/>
                <a:gd name="csX196" fmla="*/ 459138 w 573812"/>
                <a:gd name="csY196" fmla="*/ 87439 h 89456"/>
                <a:gd name="csX197" fmla="*/ 457686 w 573812"/>
                <a:gd name="csY197" fmla="*/ 83719 h 89456"/>
                <a:gd name="csX198" fmla="*/ 460268 w 573812"/>
                <a:gd name="csY198" fmla="*/ 71551 h 89456"/>
                <a:gd name="csX199" fmla="*/ 466005 w 573812"/>
                <a:gd name="csY199" fmla="*/ 51313 h 89456"/>
                <a:gd name="csX200" fmla="*/ 468087 w 573812"/>
                <a:gd name="csY200" fmla="*/ 43558 h 89456"/>
                <a:gd name="csX201" fmla="*/ 468281 w 573812"/>
                <a:gd name="csY201" fmla="*/ 41226 h 89456"/>
                <a:gd name="csX202" fmla="*/ 467587 w 573812"/>
                <a:gd name="csY202" fmla="*/ 38773 h 89456"/>
                <a:gd name="csX203" fmla="*/ 465885 w 573812"/>
                <a:gd name="csY203" fmla="*/ 37886 h 89456"/>
                <a:gd name="csX204" fmla="*/ 460268 w 573812"/>
                <a:gd name="csY204" fmla="*/ 40597 h 89456"/>
                <a:gd name="csX205" fmla="*/ 444008 w 573812"/>
                <a:gd name="csY205" fmla="*/ 63046 h 89456"/>
                <a:gd name="csX206" fmla="*/ 434680 w 573812"/>
                <a:gd name="csY206" fmla="*/ 87439 h 89456"/>
                <a:gd name="csX207" fmla="*/ 425158 w 573812"/>
                <a:gd name="csY207" fmla="*/ 87439 h 89456"/>
                <a:gd name="csX208" fmla="*/ 435939 w 573812"/>
                <a:gd name="csY208" fmla="*/ 49296 h 89456"/>
                <a:gd name="csX209" fmla="*/ 437706 w 573812"/>
                <a:gd name="csY209" fmla="*/ 41041 h 89456"/>
                <a:gd name="csX210" fmla="*/ 437012 w 573812"/>
                <a:gd name="csY210" fmla="*/ 38523 h 89456"/>
                <a:gd name="csX211" fmla="*/ 435309 w 573812"/>
                <a:gd name="csY211" fmla="*/ 37700 h 89456"/>
                <a:gd name="csX212" fmla="*/ 430896 w 573812"/>
                <a:gd name="csY212" fmla="*/ 39209 h 89456"/>
                <a:gd name="csX213" fmla="*/ 421123 w 573812"/>
                <a:gd name="csY213" fmla="*/ 49739 h 89456"/>
                <a:gd name="csX214" fmla="*/ 411916 w 573812"/>
                <a:gd name="csY214" fmla="*/ 65184 h 89456"/>
                <a:gd name="csX215" fmla="*/ 404420 w 573812"/>
                <a:gd name="csY215" fmla="*/ 87439 h 89456"/>
                <a:gd name="csX216" fmla="*/ 395084 w 573812"/>
                <a:gd name="csY216" fmla="*/ 87439 h 89456"/>
                <a:gd name="csX217" fmla="*/ 406752 w 573812"/>
                <a:gd name="csY217" fmla="*/ 46592 h 89456"/>
                <a:gd name="csX218" fmla="*/ 408261 w 573812"/>
                <a:gd name="csY218" fmla="*/ 41291 h 89456"/>
                <a:gd name="csX219" fmla="*/ 408705 w 573812"/>
                <a:gd name="csY219" fmla="*/ 39524 h 89456"/>
                <a:gd name="csX220" fmla="*/ 407446 w 573812"/>
                <a:gd name="csY220" fmla="*/ 37071 h 89456"/>
                <a:gd name="csX221" fmla="*/ 404226 w 573812"/>
                <a:gd name="csY221" fmla="*/ 35933 h 89456"/>
                <a:gd name="csX222" fmla="*/ 399691 w 573812"/>
                <a:gd name="csY222" fmla="*/ 36691 h 89456"/>
                <a:gd name="csX223" fmla="*/ 399119 w 573812"/>
                <a:gd name="csY223" fmla="*/ 34359 h 89456"/>
                <a:gd name="csX224" fmla="*/ 420873 w 573812"/>
                <a:gd name="csY224" fmla="*/ 30389 h 89456"/>
                <a:gd name="csX225" fmla="*/ 514171 w 573812"/>
                <a:gd name="csY225" fmla="*/ 30389 h 89456"/>
                <a:gd name="csX226" fmla="*/ 505973 w 573812"/>
                <a:gd name="csY226" fmla="*/ 58817 h 89456"/>
                <a:gd name="csX227" fmla="*/ 515309 w 573812"/>
                <a:gd name="csY227" fmla="*/ 43752 h 89456"/>
                <a:gd name="csX228" fmla="*/ 526969 w 573812"/>
                <a:gd name="csY228" fmla="*/ 32407 h 89456"/>
                <a:gd name="csX229" fmla="*/ 533965 w 573812"/>
                <a:gd name="csY229" fmla="*/ 30389 h 89456"/>
                <a:gd name="csX230" fmla="*/ 539202 w 573812"/>
                <a:gd name="csY230" fmla="*/ 32407 h 89456"/>
                <a:gd name="csX231" fmla="*/ 541284 w 573812"/>
                <a:gd name="csY231" fmla="*/ 37571 h 89456"/>
                <a:gd name="csX232" fmla="*/ 539832 w 573812"/>
                <a:gd name="csY232" fmla="*/ 45640 h 89456"/>
                <a:gd name="csX233" fmla="*/ 535353 w 573812"/>
                <a:gd name="csY233" fmla="*/ 61658 h 89456"/>
                <a:gd name="csX234" fmla="*/ 554833 w 573812"/>
                <a:gd name="csY234" fmla="*/ 34674 h 89456"/>
                <a:gd name="csX235" fmla="*/ 564919 w 573812"/>
                <a:gd name="csY235" fmla="*/ 30389 h 89456"/>
                <a:gd name="csX236" fmla="*/ 569648 w 573812"/>
                <a:gd name="csY236" fmla="*/ 32407 h 89456"/>
                <a:gd name="csX237" fmla="*/ 571544 w 573812"/>
                <a:gd name="csY237" fmla="*/ 38523 h 89456"/>
                <a:gd name="csX238" fmla="*/ 570406 w 573812"/>
                <a:gd name="csY238" fmla="*/ 46270 h 89456"/>
                <a:gd name="csX239" fmla="*/ 563475 w 573812"/>
                <a:gd name="csY239" fmla="*/ 70800 h 89456"/>
                <a:gd name="csX240" fmla="*/ 561199 w 573812"/>
                <a:gd name="csY240" fmla="*/ 79685 h 89456"/>
                <a:gd name="csX241" fmla="*/ 561772 w 573812"/>
                <a:gd name="csY241" fmla="*/ 81202 h 89456"/>
                <a:gd name="csX242" fmla="*/ 562781 w 573812"/>
                <a:gd name="csY242" fmla="*/ 81638 h 89456"/>
                <a:gd name="csX243" fmla="*/ 564984 w 573812"/>
                <a:gd name="csY243" fmla="*/ 80443 h 89456"/>
                <a:gd name="csX244" fmla="*/ 571730 w 573812"/>
                <a:gd name="csY244" fmla="*/ 73133 h 89456"/>
                <a:gd name="csX245" fmla="*/ 573812 w 573812"/>
                <a:gd name="csY245" fmla="*/ 74456 h 89456"/>
                <a:gd name="csX246" fmla="*/ 568196 w 573812"/>
                <a:gd name="csY246" fmla="*/ 81387 h 89456"/>
                <a:gd name="csX247" fmla="*/ 561393 w 573812"/>
                <a:gd name="csY247" fmla="*/ 87375 h 89456"/>
                <a:gd name="csX248" fmla="*/ 556156 w 573812"/>
                <a:gd name="csY248" fmla="*/ 88956 h 89456"/>
                <a:gd name="csX249" fmla="*/ 552436 w 573812"/>
                <a:gd name="csY249" fmla="*/ 87439 h 89456"/>
                <a:gd name="csX250" fmla="*/ 550992 w 573812"/>
                <a:gd name="csY250" fmla="*/ 83719 h 89456"/>
                <a:gd name="csX251" fmla="*/ 553574 w 573812"/>
                <a:gd name="csY251" fmla="*/ 71551 h 89456"/>
                <a:gd name="csX252" fmla="*/ 559311 w 573812"/>
                <a:gd name="csY252" fmla="*/ 51313 h 89456"/>
                <a:gd name="csX253" fmla="*/ 561393 w 573812"/>
                <a:gd name="csY253" fmla="*/ 43558 h 89456"/>
                <a:gd name="csX254" fmla="*/ 561579 w 573812"/>
                <a:gd name="csY254" fmla="*/ 41226 h 89456"/>
                <a:gd name="csX255" fmla="*/ 560885 w 573812"/>
                <a:gd name="csY255" fmla="*/ 38773 h 89456"/>
                <a:gd name="csX256" fmla="*/ 559182 w 573812"/>
                <a:gd name="csY256" fmla="*/ 37886 h 89456"/>
                <a:gd name="csX257" fmla="*/ 553574 w 573812"/>
                <a:gd name="csY257" fmla="*/ 40597 h 89456"/>
                <a:gd name="csX258" fmla="*/ 537306 w 573812"/>
                <a:gd name="csY258" fmla="*/ 63046 h 89456"/>
                <a:gd name="csX259" fmla="*/ 527978 w 573812"/>
                <a:gd name="csY259" fmla="*/ 87439 h 89456"/>
                <a:gd name="csX260" fmla="*/ 518456 w 573812"/>
                <a:gd name="csY260" fmla="*/ 87439 h 89456"/>
                <a:gd name="csX261" fmla="*/ 529237 w 573812"/>
                <a:gd name="csY261" fmla="*/ 49296 h 89456"/>
                <a:gd name="csX262" fmla="*/ 531004 w 573812"/>
                <a:gd name="csY262" fmla="*/ 41041 h 89456"/>
                <a:gd name="csX263" fmla="*/ 530310 w 573812"/>
                <a:gd name="csY263" fmla="*/ 38523 h 89456"/>
                <a:gd name="csX264" fmla="*/ 528607 w 573812"/>
                <a:gd name="csY264" fmla="*/ 37700 h 89456"/>
                <a:gd name="csX265" fmla="*/ 524193 w 573812"/>
                <a:gd name="csY265" fmla="*/ 39209 h 89456"/>
                <a:gd name="csX266" fmla="*/ 514421 w 573812"/>
                <a:gd name="csY266" fmla="*/ 49739 h 89456"/>
                <a:gd name="csX267" fmla="*/ 505223 w 573812"/>
                <a:gd name="csY267" fmla="*/ 65184 h 89456"/>
                <a:gd name="csX268" fmla="*/ 497717 w 573812"/>
                <a:gd name="csY268" fmla="*/ 87439 h 89456"/>
                <a:gd name="csX269" fmla="*/ 488390 w 573812"/>
                <a:gd name="csY269" fmla="*/ 87439 h 89456"/>
                <a:gd name="csX270" fmla="*/ 500050 w 573812"/>
                <a:gd name="csY270" fmla="*/ 46592 h 89456"/>
                <a:gd name="csX271" fmla="*/ 501567 w 573812"/>
                <a:gd name="csY271" fmla="*/ 41291 h 89456"/>
                <a:gd name="csX272" fmla="*/ 502003 w 573812"/>
                <a:gd name="csY272" fmla="*/ 39524 h 89456"/>
                <a:gd name="csX273" fmla="*/ 500744 w 573812"/>
                <a:gd name="csY273" fmla="*/ 37071 h 89456"/>
                <a:gd name="csX274" fmla="*/ 497532 w 573812"/>
                <a:gd name="csY274" fmla="*/ 35933 h 89456"/>
                <a:gd name="csX275" fmla="*/ 492989 w 573812"/>
                <a:gd name="csY275" fmla="*/ 36691 h 89456"/>
                <a:gd name="csX276" fmla="*/ 492424 w 573812"/>
                <a:gd name="csY276" fmla="*/ 34359 h 89456"/>
                <a:gd name="csX277" fmla="*/ 514171 w 573812"/>
                <a:gd name="csY277" fmla="*/ 30389 h 894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Lst>
              <a:rect l="l" t="t" r="r" b="b"/>
              <a:pathLst>
                <a:path w="573812" h="89456">
                  <a:moveTo>
                    <a:pt x="83978" y="0"/>
                  </a:moveTo>
                  <a:lnTo>
                    <a:pt x="77611" y="26919"/>
                  </a:lnTo>
                  <a:lnTo>
                    <a:pt x="75214" y="26919"/>
                  </a:lnTo>
                  <a:cubicBezTo>
                    <a:pt x="75593" y="23764"/>
                    <a:pt x="75779" y="21432"/>
                    <a:pt x="75779" y="19923"/>
                  </a:cubicBezTo>
                  <a:cubicBezTo>
                    <a:pt x="75779" y="15800"/>
                    <a:pt x="73948" y="12169"/>
                    <a:pt x="70292" y="9013"/>
                  </a:cubicBezTo>
                  <a:cubicBezTo>
                    <a:pt x="66677" y="5818"/>
                    <a:pt x="61682" y="4228"/>
                    <a:pt x="55292" y="4228"/>
                  </a:cubicBezTo>
                  <a:cubicBezTo>
                    <a:pt x="42219" y="4228"/>
                    <a:pt x="31543" y="10361"/>
                    <a:pt x="23264" y="22634"/>
                  </a:cubicBezTo>
                  <a:cubicBezTo>
                    <a:pt x="16664" y="32342"/>
                    <a:pt x="13371" y="43203"/>
                    <a:pt x="13371" y="55227"/>
                  </a:cubicBezTo>
                  <a:cubicBezTo>
                    <a:pt x="13371" y="63207"/>
                    <a:pt x="15404" y="70106"/>
                    <a:pt x="19480" y="75900"/>
                  </a:cubicBezTo>
                  <a:cubicBezTo>
                    <a:pt x="23563" y="81702"/>
                    <a:pt x="29841" y="84599"/>
                    <a:pt x="38329" y="84599"/>
                  </a:cubicBezTo>
                  <a:cubicBezTo>
                    <a:pt x="40436" y="84599"/>
                    <a:pt x="42413" y="84413"/>
                    <a:pt x="44261" y="84034"/>
                  </a:cubicBezTo>
                  <a:cubicBezTo>
                    <a:pt x="46149" y="83655"/>
                    <a:pt x="48989" y="82816"/>
                    <a:pt x="52766" y="81517"/>
                  </a:cubicBezTo>
                  <a:lnTo>
                    <a:pt x="59011" y="59511"/>
                  </a:lnTo>
                  <a:cubicBezTo>
                    <a:pt x="59891" y="56485"/>
                    <a:pt x="60335" y="54073"/>
                    <a:pt x="60335" y="52265"/>
                  </a:cubicBezTo>
                  <a:cubicBezTo>
                    <a:pt x="60335" y="50748"/>
                    <a:pt x="59786" y="49594"/>
                    <a:pt x="58697" y="48795"/>
                  </a:cubicBezTo>
                  <a:cubicBezTo>
                    <a:pt x="56929" y="47577"/>
                    <a:pt x="54073" y="46964"/>
                    <a:pt x="50119" y="46964"/>
                  </a:cubicBezTo>
                  <a:lnTo>
                    <a:pt x="48359" y="46964"/>
                  </a:lnTo>
                  <a:lnTo>
                    <a:pt x="49054" y="44511"/>
                  </a:lnTo>
                  <a:lnTo>
                    <a:pt x="84608" y="44511"/>
                  </a:lnTo>
                  <a:lnTo>
                    <a:pt x="83978" y="46964"/>
                  </a:lnTo>
                  <a:cubicBezTo>
                    <a:pt x="80742" y="47012"/>
                    <a:pt x="78386" y="47383"/>
                    <a:pt x="76917" y="48101"/>
                  </a:cubicBezTo>
                  <a:cubicBezTo>
                    <a:pt x="75441" y="48820"/>
                    <a:pt x="74181" y="50038"/>
                    <a:pt x="73132" y="51757"/>
                  </a:cubicBezTo>
                  <a:cubicBezTo>
                    <a:pt x="72415" y="52895"/>
                    <a:pt x="71261" y="56195"/>
                    <a:pt x="69663" y="61658"/>
                  </a:cubicBezTo>
                  <a:lnTo>
                    <a:pt x="63361" y="83276"/>
                  </a:lnTo>
                  <a:cubicBezTo>
                    <a:pt x="57599" y="85761"/>
                    <a:pt x="52959" y="87399"/>
                    <a:pt x="49425" y="88198"/>
                  </a:cubicBezTo>
                  <a:cubicBezTo>
                    <a:pt x="45898" y="89037"/>
                    <a:pt x="42179" y="89457"/>
                    <a:pt x="38273" y="89457"/>
                  </a:cubicBezTo>
                  <a:cubicBezTo>
                    <a:pt x="29276" y="89457"/>
                    <a:pt x="21981" y="87778"/>
                    <a:pt x="16397" y="84413"/>
                  </a:cubicBezTo>
                  <a:cubicBezTo>
                    <a:pt x="10805" y="81008"/>
                    <a:pt x="6665" y="76530"/>
                    <a:pt x="3978" y="70986"/>
                  </a:cubicBezTo>
                  <a:cubicBezTo>
                    <a:pt x="1324" y="65394"/>
                    <a:pt x="0" y="59850"/>
                    <a:pt x="0" y="54339"/>
                  </a:cubicBezTo>
                  <a:cubicBezTo>
                    <a:pt x="0" y="46947"/>
                    <a:pt x="1557" y="39927"/>
                    <a:pt x="4672" y="33286"/>
                  </a:cubicBezTo>
                  <a:cubicBezTo>
                    <a:pt x="7779" y="26605"/>
                    <a:pt x="11644" y="20972"/>
                    <a:pt x="16268" y="16389"/>
                  </a:cubicBezTo>
                  <a:cubicBezTo>
                    <a:pt x="20932" y="11765"/>
                    <a:pt x="25999" y="8134"/>
                    <a:pt x="31463" y="5487"/>
                  </a:cubicBezTo>
                  <a:cubicBezTo>
                    <a:pt x="38983" y="1832"/>
                    <a:pt x="46883" y="0"/>
                    <a:pt x="55162" y="0"/>
                  </a:cubicBezTo>
                  <a:cubicBezTo>
                    <a:pt x="61262" y="0"/>
                    <a:pt x="66766" y="1009"/>
                    <a:pt x="71680" y="3026"/>
                  </a:cubicBezTo>
                  <a:cubicBezTo>
                    <a:pt x="73657" y="3825"/>
                    <a:pt x="75110" y="4228"/>
                    <a:pt x="76029" y="4228"/>
                  </a:cubicBezTo>
                  <a:cubicBezTo>
                    <a:pt x="77079" y="4228"/>
                    <a:pt x="77966" y="3994"/>
                    <a:pt x="78676" y="3534"/>
                  </a:cubicBezTo>
                  <a:cubicBezTo>
                    <a:pt x="79435" y="3026"/>
                    <a:pt x="80404" y="1848"/>
                    <a:pt x="81582" y="0"/>
                  </a:cubicBezTo>
                  <a:lnTo>
                    <a:pt x="83978" y="0"/>
                  </a:lnTo>
                  <a:close/>
                  <a:moveTo>
                    <a:pt x="144934" y="30389"/>
                  </a:moveTo>
                  <a:lnTo>
                    <a:pt x="132644" y="73133"/>
                  </a:lnTo>
                  <a:lnTo>
                    <a:pt x="131256" y="78870"/>
                  </a:lnTo>
                  <a:cubicBezTo>
                    <a:pt x="131127" y="79410"/>
                    <a:pt x="131070" y="79870"/>
                    <a:pt x="131070" y="80250"/>
                  </a:cubicBezTo>
                  <a:cubicBezTo>
                    <a:pt x="131070" y="80928"/>
                    <a:pt x="131281" y="81517"/>
                    <a:pt x="131700" y="82017"/>
                  </a:cubicBezTo>
                  <a:cubicBezTo>
                    <a:pt x="132031" y="82396"/>
                    <a:pt x="132451" y="82582"/>
                    <a:pt x="132959" y="82582"/>
                  </a:cubicBezTo>
                  <a:cubicBezTo>
                    <a:pt x="133508" y="82582"/>
                    <a:pt x="134218" y="82251"/>
                    <a:pt x="135105" y="81573"/>
                  </a:cubicBezTo>
                  <a:cubicBezTo>
                    <a:pt x="136743" y="80355"/>
                    <a:pt x="138930" y="77837"/>
                    <a:pt x="141657" y="74012"/>
                  </a:cubicBezTo>
                  <a:lnTo>
                    <a:pt x="143804" y="75521"/>
                  </a:lnTo>
                  <a:cubicBezTo>
                    <a:pt x="140899" y="79895"/>
                    <a:pt x="137921" y="83235"/>
                    <a:pt x="134847" y="85551"/>
                  </a:cubicBezTo>
                  <a:cubicBezTo>
                    <a:pt x="131781" y="87819"/>
                    <a:pt x="128948" y="88956"/>
                    <a:pt x="126342" y="88956"/>
                  </a:cubicBezTo>
                  <a:cubicBezTo>
                    <a:pt x="124534" y="88956"/>
                    <a:pt x="123162" y="88488"/>
                    <a:pt x="122243" y="87569"/>
                  </a:cubicBezTo>
                  <a:cubicBezTo>
                    <a:pt x="121355" y="86681"/>
                    <a:pt x="120920" y="85382"/>
                    <a:pt x="120920" y="83655"/>
                  </a:cubicBezTo>
                  <a:cubicBezTo>
                    <a:pt x="120920" y="81597"/>
                    <a:pt x="121379" y="78886"/>
                    <a:pt x="122307" y="75521"/>
                  </a:cubicBezTo>
                  <a:lnTo>
                    <a:pt x="123631" y="70800"/>
                  </a:lnTo>
                  <a:cubicBezTo>
                    <a:pt x="118119" y="77982"/>
                    <a:pt x="113060" y="83009"/>
                    <a:pt x="108436" y="85866"/>
                  </a:cubicBezTo>
                  <a:cubicBezTo>
                    <a:pt x="105111" y="87924"/>
                    <a:pt x="101860" y="88956"/>
                    <a:pt x="98664" y="88956"/>
                  </a:cubicBezTo>
                  <a:cubicBezTo>
                    <a:pt x="95597" y="88956"/>
                    <a:pt x="92951" y="87690"/>
                    <a:pt x="90723" y="85172"/>
                  </a:cubicBezTo>
                  <a:cubicBezTo>
                    <a:pt x="88497" y="82606"/>
                    <a:pt x="87383" y="79096"/>
                    <a:pt x="87383" y="74641"/>
                  </a:cubicBezTo>
                  <a:cubicBezTo>
                    <a:pt x="87383" y="67960"/>
                    <a:pt x="89376" y="60924"/>
                    <a:pt x="93370" y="53524"/>
                  </a:cubicBezTo>
                  <a:cubicBezTo>
                    <a:pt x="97405" y="46084"/>
                    <a:pt x="102505" y="40137"/>
                    <a:pt x="108686" y="35683"/>
                  </a:cubicBezTo>
                  <a:cubicBezTo>
                    <a:pt x="113519" y="32148"/>
                    <a:pt x="118079" y="30389"/>
                    <a:pt x="122364" y="30389"/>
                  </a:cubicBezTo>
                  <a:cubicBezTo>
                    <a:pt x="124930" y="30389"/>
                    <a:pt x="127052" y="31059"/>
                    <a:pt x="128731" y="32407"/>
                  </a:cubicBezTo>
                  <a:cubicBezTo>
                    <a:pt x="130457" y="33746"/>
                    <a:pt x="131764" y="35973"/>
                    <a:pt x="132644" y="39088"/>
                  </a:cubicBezTo>
                  <a:lnTo>
                    <a:pt x="134912" y="31898"/>
                  </a:lnTo>
                  <a:lnTo>
                    <a:pt x="144934" y="30389"/>
                  </a:lnTo>
                  <a:close/>
                  <a:moveTo>
                    <a:pt x="122493" y="33665"/>
                  </a:moveTo>
                  <a:cubicBezTo>
                    <a:pt x="119805" y="33665"/>
                    <a:pt x="116949" y="34924"/>
                    <a:pt x="113923" y="37450"/>
                  </a:cubicBezTo>
                  <a:cubicBezTo>
                    <a:pt x="109631" y="41016"/>
                    <a:pt x="105805" y="46318"/>
                    <a:pt x="102448" y="53330"/>
                  </a:cubicBezTo>
                  <a:cubicBezTo>
                    <a:pt x="99124" y="60351"/>
                    <a:pt x="97470" y="66701"/>
                    <a:pt x="97470" y="72374"/>
                  </a:cubicBezTo>
                  <a:cubicBezTo>
                    <a:pt x="97470" y="75231"/>
                    <a:pt x="98180" y="77498"/>
                    <a:pt x="99608" y="79185"/>
                  </a:cubicBezTo>
                  <a:cubicBezTo>
                    <a:pt x="101036" y="80823"/>
                    <a:pt x="102675" y="81638"/>
                    <a:pt x="104523" y="81638"/>
                  </a:cubicBezTo>
                  <a:cubicBezTo>
                    <a:pt x="109106" y="81638"/>
                    <a:pt x="114084" y="78257"/>
                    <a:pt x="119467" y="71486"/>
                  </a:cubicBezTo>
                  <a:cubicBezTo>
                    <a:pt x="126657" y="62497"/>
                    <a:pt x="130248" y="53274"/>
                    <a:pt x="130248" y="43816"/>
                  </a:cubicBezTo>
                  <a:cubicBezTo>
                    <a:pt x="130248" y="40242"/>
                    <a:pt x="129553" y="37660"/>
                    <a:pt x="128166" y="36062"/>
                  </a:cubicBezTo>
                  <a:cubicBezTo>
                    <a:pt x="126778" y="34464"/>
                    <a:pt x="124890" y="33665"/>
                    <a:pt x="122493" y="33665"/>
                  </a:cubicBezTo>
                  <a:close/>
                  <a:moveTo>
                    <a:pt x="182449" y="14751"/>
                  </a:moveTo>
                  <a:lnTo>
                    <a:pt x="177526" y="31898"/>
                  </a:lnTo>
                  <a:lnTo>
                    <a:pt x="187427" y="31898"/>
                  </a:lnTo>
                  <a:lnTo>
                    <a:pt x="186354" y="35868"/>
                  </a:lnTo>
                  <a:lnTo>
                    <a:pt x="176517" y="35868"/>
                  </a:lnTo>
                  <a:lnTo>
                    <a:pt x="165680" y="73068"/>
                  </a:lnTo>
                  <a:cubicBezTo>
                    <a:pt x="164502" y="77062"/>
                    <a:pt x="163913" y="79644"/>
                    <a:pt x="163913" y="80823"/>
                  </a:cubicBezTo>
                  <a:cubicBezTo>
                    <a:pt x="163913" y="81533"/>
                    <a:pt x="164082" y="82081"/>
                    <a:pt x="164413" y="82461"/>
                  </a:cubicBezTo>
                  <a:cubicBezTo>
                    <a:pt x="164752" y="82840"/>
                    <a:pt x="165155" y="83026"/>
                    <a:pt x="165616" y="83026"/>
                  </a:cubicBezTo>
                  <a:cubicBezTo>
                    <a:pt x="166664" y="83026"/>
                    <a:pt x="168052" y="82291"/>
                    <a:pt x="169772" y="80823"/>
                  </a:cubicBezTo>
                  <a:cubicBezTo>
                    <a:pt x="170780" y="79983"/>
                    <a:pt x="173031" y="77393"/>
                    <a:pt x="176517" y="73068"/>
                  </a:cubicBezTo>
                  <a:lnTo>
                    <a:pt x="178599" y="74641"/>
                  </a:lnTo>
                  <a:cubicBezTo>
                    <a:pt x="174734" y="80274"/>
                    <a:pt x="171078" y="84244"/>
                    <a:pt x="167633" y="86560"/>
                  </a:cubicBezTo>
                  <a:cubicBezTo>
                    <a:pt x="165277" y="88158"/>
                    <a:pt x="162904" y="88956"/>
                    <a:pt x="160508" y="88956"/>
                  </a:cubicBezTo>
                  <a:cubicBezTo>
                    <a:pt x="158660" y="88956"/>
                    <a:pt x="157143" y="88384"/>
                    <a:pt x="155973" y="87254"/>
                  </a:cubicBezTo>
                  <a:cubicBezTo>
                    <a:pt x="154794" y="86076"/>
                    <a:pt x="154206" y="84583"/>
                    <a:pt x="154206" y="82775"/>
                  </a:cubicBezTo>
                  <a:cubicBezTo>
                    <a:pt x="154206" y="80508"/>
                    <a:pt x="154875" y="77038"/>
                    <a:pt x="156223" y="72374"/>
                  </a:cubicBezTo>
                  <a:lnTo>
                    <a:pt x="166746" y="35868"/>
                  </a:lnTo>
                  <a:lnTo>
                    <a:pt x="157232" y="35868"/>
                  </a:lnTo>
                  <a:lnTo>
                    <a:pt x="157861" y="33415"/>
                  </a:lnTo>
                  <a:cubicBezTo>
                    <a:pt x="162485" y="32148"/>
                    <a:pt x="166326" y="30284"/>
                    <a:pt x="169400" y="27799"/>
                  </a:cubicBezTo>
                  <a:cubicBezTo>
                    <a:pt x="172467" y="25281"/>
                    <a:pt x="175887" y="20932"/>
                    <a:pt x="179672" y="14751"/>
                  </a:cubicBezTo>
                  <a:lnTo>
                    <a:pt x="182449" y="14751"/>
                  </a:lnTo>
                  <a:close/>
                  <a:moveTo>
                    <a:pt x="200225" y="63675"/>
                  </a:moveTo>
                  <a:cubicBezTo>
                    <a:pt x="199926" y="65773"/>
                    <a:pt x="199781" y="67516"/>
                    <a:pt x="199781" y="68904"/>
                  </a:cubicBezTo>
                  <a:cubicBezTo>
                    <a:pt x="199781" y="72648"/>
                    <a:pt x="201104" y="75836"/>
                    <a:pt x="203751" y="78491"/>
                  </a:cubicBezTo>
                  <a:cubicBezTo>
                    <a:pt x="206406" y="81097"/>
                    <a:pt x="209618" y="82396"/>
                    <a:pt x="213402" y="82396"/>
                  </a:cubicBezTo>
                  <a:cubicBezTo>
                    <a:pt x="216428" y="82396"/>
                    <a:pt x="219325" y="81783"/>
                    <a:pt x="222101" y="80564"/>
                  </a:cubicBezTo>
                  <a:cubicBezTo>
                    <a:pt x="224917" y="79306"/>
                    <a:pt x="229073" y="76554"/>
                    <a:pt x="234584" y="72309"/>
                  </a:cubicBezTo>
                  <a:lnTo>
                    <a:pt x="235908" y="74141"/>
                  </a:lnTo>
                  <a:cubicBezTo>
                    <a:pt x="225942" y="84018"/>
                    <a:pt x="216445" y="88956"/>
                    <a:pt x="207407" y="88956"/>
                  </a:cubicBezTo>
                  <a:cubicBezTo>
                    <a:pt x="201274" y="88956"/>
                    <a:pt x="196650" y="87020"/>
                    <a:pt x="193544" y="83155"/>
                  </a:cubicBezTo>
                  <a:cubicBezTo>
                    <a:pt x="190429" y="79289"/>
                    <a:pt x="188880" y="75021"/>
                    <a:pt x="188880" y="70357"/>
                  </a:cubicBezTo>
                  <a:cubicBezTo>
                    <a:pt x="188880" y="64095"/>
                    <a:pt x="190808" y="57680"/>
                    <a:pt x="194673" y="51127"/>
                  </a:cubicBezTo>
                  <a:cubicBezTo>
                    <a:pt x="198546" y="44575"/>
                    <a:pt x="203397" y="39483"/>
                    <a:pt x="209238" y="35868"/>
                  </a:cubicBezTo>
                  <a:cubicBezTo>
                    <a:pt x="215081" y="32213"/>
                    <a:pt x="221092" y="30389"/>
                    <a:pt x="227266" y="30389"/>
                  </a:cubicBezTo>
                  <a:cubicBezTo>
                    <a:pt x="231728" y="30389"/>
                    <a:pt x="235020" y="31293"/>
                    <a:pt x="237166" y="33100"/>
                  </a:cubicBezTo>
                  <a:cubicBezTo>
                    <a:pt x="239313" y="34908"/>
                    <a:pt x="240378" y="37046"/>
                    <a:pt x="240378" y="39524"/>
                  </a:cubicBezTo>
                  <a:cubicBezTo>
                    <a:pt x="240378" y="43018"/>
                    <a:pt x="238998" y="46358"/>
                    <a:pt x="236222" y="49554"/>
                  </a:cubicBezTo>
                  <a:cubicBezTo>
                    <a:pt x="232567" y="53710"/>
                    <a:pt x="227185" y="57074"/>
                    <a:pt x="220084" y="59641"/>
                  </a:cubicBezTo>
                  <a:cubicBezTo>
                    <a:pt x="215371" y="61359"/>
                    <a:pt x="208754" y="62707"/>
                    <a:pt x="200225" y="63675"/>
                  </a:cubicBezTo>
                  <a:close/>
                  <a:moveTo>
                    <a:pt x="200668" y="60585"/>
                  </a:moveTo>
                  <a:cubicBezTo>
                    <a:pt x="206882" y="59866"/>
                    <a:pt x="211950" y="58648"/>
                    <a:pt x="215855" y="56929"/>
                  </a:cubicBezTo>
                  <a:cubicBezTo>
                    <a:pt x="221028" y="54613"/>
                    <a:pt x="224893" y="51862"/>
                    <a:pt x="227459" y="48666"/>
                  </a:cubicBezTo>
                  <a:cubicBezTo>
                    <a:pt x="230066" y="45430"/>
                    <a:pt x="231364" y="42364"/>
                    <a:pt x="231364" y="39467"/>
                  </a:cubicBezTo>
                  <a:cubicBezTo>
                    <a:pt x="231364" y="37700"/>
                    <a:pt x="230800" y="36272"/>
                    <a:pt x="229662" y="35174"/>
                  </a:cubicBezTo>
                  <a:cubicBezTo>
                    <a:pt x="228572" y="34085"/>
                    <a:pt x="226999" y="33536"/>
                    <a:pt x="224933" y="33536"/>
                  </a:cubicBezTo>
                  <a:cubicBezTo>
                    <a:pt x="220649" y="33536"/>
                    <a:pt x="216089" y="35828"/>
                    <a:pt x="211255" y="40411"/>
                  </a:cubicBezTo>
                  <a:cubicBezTo>
                    <a:pt x="206463" y="44946"/>
                    <a:pt x="202936" y="51676"/>
                    <a:pt x="200668" y="60585"/>
                  </a:cubicBezTo>
                  <a:close/>
                  <a:moveTo>
                    <a:pt x="333055" y="0"/>
                  </a:moveTo>
                  <a:lnTo>
                    <a:pt x="326688" y="27678"/>
                  </a:lnTo>
                  <a:lnTo>
                    <a:pt x="324412" y="27678"/>
                  </a:lnTo>
                  <a:lnTo>
                    <a:pt x="324162" y="20738"/>
                  </a:lnTo>
                  <a:cubicBezTo>
                    <a:pt x="323952" y="18221"/>
                    <a:pt x="323468" y="15969"/>
                    <a:pt x="322717" y="13992"/>
                  </a:cubicBezTo>
                  <a:cubicBezTo>
                    <a:pt x="321959" y="12023"/>
                    <a:pt x="320821" y="10321"/>
                    <a:pt x="319312" y="8892"/>
                  </a:cubicBezTo>
                  <a:cubicBezTo>
                    <a:pt x="317795" y="7416"/>
                    <a:pt x="315883" y="6286"/>
                    <a:pt x="313576" y="5487"/>
                  </a:cubicBezTo>
                  <a:cubicBezTo>
                    <a:pt x="311260" y="4648"/>
                    <a:pt x="308702" y="4228"/>
                    <a:pt x="305885" y="4228"/>
                  </a:cubicBezTo>
                  <a:cubicBezTo>
                    <a:pt x="298356" y="4228"/>
                    <a:pt x="291780" y="6286"/>
                    <a:pt x="286148" y="10401"/>
                  </a:cubicBezTo>
                  <a:cubicBezTo>
                    <a:pt x="278966" y="15655"/>
                    <a:pt x="273334" y="23070"/>
                    <a:pt x="269258" y="32657"/>
                  </a:cubicBezTo>
                  <a:cubicBezTo>
                    <a:pt x="265893" y="40557"/>
                    <a:pt x="264215" y="48561"/>
                    <a:pt x="264215" y="56679"/>
                  </a:cubicBezTo>
                  <a:cubicBezTo>
                    <a:pt x="264215" y="64958"/>
                    <a:pt x="266627" y="71575"/>
                    <a:pt x="271461" y="76530"/>
                  </a:cubicBezTo>
                  <a:cubicBezTo>
                    <a:pt x="276295" y="81452"/>
                    <a:pt x="282581" y="83905"/>
                    <a:pt x="290312" y="83905"/>
                  </a:cubicBezTo>
                  <a:cubicBezTo>
                    <a:pt x="296153" y="83905"/>
                    <a:pt x="301342" y="82606"/>
                    <a:pt x="305885" y="80000"/>
                  </a:cubicBezTo>
                  <a:cubicBezTo>
                    <a:pt x="310460" y="77393"/>
                    <a:pt x="314705" y="73383"/>
                    <a:pt x="318619" y="67960"/>
                  </a:cubicBezTo>
                  <a:lnTo>
                    <a:pt x="321580" y="67960"/>
                  </a:lnTo>
                  <a:cubicBezTo>
                    <a:pt x="316956" y="75311"/>
                    <a:pt x="311832" y="80734"/>
                    <a:pt x="306200" y="84228"/>
                  </a:cubicBezTo>
                  <a:cubicBezTo>
                    <a:pt x="300568" y="87673"/>
                    <a:pt x="293821" y="89392"/>
                    <a:pt x="285962" y="89392"/>
                  </a:cubicBezTo>
                  <a:cubicBezTo>
                    <a:pt x="278982" y="89392"/>
                    <a:pt x="272809" y="87940"/>
                    <a:pt x="267427" y="85043"/>
                  </a:cubicBezTo>
                  <a:cubicBezTo>
                    <a:pt x="262044" y="82106"/>
                    <a:pt x="257953" y="77982"/>
                    <a:pt x="255137" y="72689"/>
                  </a:cubicBezTo>
                  <a:cubicBezTo>
                    <a:pt x="252321" y="67395"/>
                    <a:pt x="250909" y="61698"/>
                    <a:pt x="250909" y="55606"/>
                  </a:cubicBezTo>
                  <a:cubicBezTo>
                    <a:pt x="250909" y="46270"/>
                    <a:pt x="253410" y="37192"/>
                    <a:pt x="258413" y="28372"/>
                  </a:cubicBezTo>
                  <a:cubicBezTo>
                    <a:pt x="263416" y="19544"/>
                    <a:pt x="270267" y="12612"/>
                    <a:pt x="278966" y="7569"/>
                  </a:cubicBezTo>
                  <a:cubicBezTo>
                    <a:pt x="287705" y="2526"/>
                    <a:pt x="296509" y="0"/>
                    <a:pt x="305377" y="0"/>
                  </a:cubicBezTo>
                  <a:cubicBezTo>
                    <a:pt x="309541" y="0"/>
                    <a:pt x="314204" y="984"/>
                    <a:pt x="319377" y="2961"/>
                  </a:cubicBezTo>
                  <a:cubicBezTo>
                    <a:pt x="321645" y="3801"/>
                    <a:pt x="323282" y="4228"/>
                    <a:pt x="324291" y="4228"/>
                  </a:cubicBezTo>
                  <a:cubicBezTo>
                    <a:pt x="325300" y="4228"/>
                    <a:pt x="326179" y="4010"/>
                    <a:pt x="326938" y="3591"/>
                  </a:cubicBezTo>
                  <a:cubicBezTo>
                    <a:pt x="327697" y="3171"/>
                    <a:pt x="328955" y="1977"/>
                    <a:pt x="330723" y="0"/>
                  </a:cubicBezTo>
                  <a:lnTo>
                    <a:pt x="333055" y="0"/>
                  </a:lnTo>
                  <a:close/>
                  <a:moveTo>
                    <a:pt x="388023" y="50119"/>
                  </a:moveTo>
                  <a:cubicBezTo>
                    <a:pt x="388023" y="56421"/>
                    <a:pt x="386345" y="62667"/>
                    <a:pt x="382980" y="68840"/>
                  </a:cubicBezTo>
                  <a:cubicBezTo>
                    <a:pt x="379663" y="75021"/>
                    <a:pt x="375015" y="79919"/>
                    <a:pt x="369052" y="83534"/>
                  </a:cubicBezTo>
                  <a:cubicBezTo>
                    <a:pt x="363081" y="87149"/>
                    <a:pt x="357278" y="88956"/>
                    <a:pt x="351654" y="88956"/>
                  </a:cubicBezTo>
                  <a:cubicBezTo>
                    <a:pt x="345893" y="88956"/>
                    <a:pt x="341189" y="87125"/>
                    <a:pt x="337533" y="83469"/>
                  </a:cubicBezTo>
                  <a:cubicBezTo>
                    <a:pt x="333918" y="79765"/>
                    <a:pt x="332111" y="74996"/>
                    <a:pt x="332111" y="69154"/>
                  </a:cubicBezTo>
                  <a:cubicBezTo>
                    <a:pt x="332111" y="62981"/>
                    <a:pt x="333869" y="56784"/>
                    <a:pt x="337404" y="50563"/>
                  </a:cubicBezTo>
                  <a:cubicBezTo>
                    <a:pt x="340979" y="44341"/>
                    <a:pt x="345724" y="39419"/>
                    <a:pt x="351654" y="35812"/>
                  </a:cubicBezTo>
                  <a:cubicBezTo>
                    <a:pt x="357617" y="32197"/>
                    <a:pt x="363379" y="30389"/>
                    <a:pt x="368923" y="30389"/>
                  </a:cubicBezTo>
                  <a:cubicBezTo>
                    <a:pt x="374475" y="30389"/>
                    <a:pt x="379033" y="32213"/>
                    <a:pt x="382601" y="35868"/>
                  </a:cubicBezTo>
                  <a:cubicBezTo>
                    <a:pt x="386215" y="39524"/>
                    <a:pt x="388023" y="44277"/>
                    <a:pt x="388023" y="50119"/>
                  </a:cubicBezTo>
                  <a:close/>
                  <a:moveTo>
                    <a:pt x="377557" y="45769"/>
                  </a:moveTo>
                  <a:cubicBezTo>
                    <a:pt x="377557" y="41864"/>
                    <a:pt x="376597" y="38878"/>
                    <a:pt x="374660" y="36820"/>
                  </a:cubicBezTo>
                  <a:cubicBezTo>
                    <a:pt x="372772" y="34714"/>
                    <a:pt x="370311" y="33665"/>
                    <a:pt x="367285" y="33665"/>
                  </a:cubicBezTo>
                  <a:cubicBezTo>
                    <a:pt x="361104" y="33665"/>
                    <a:pt x="355415" y="38095"/>
                    <a:pt x="350202" y="46964"/>
                  </a:cubicBezTo>
                  <a:cubicBezTo>
                    <a:pt x="345029" y="55791"/>
                    <a:pt x="342447" y="64579"/>
                    <a:pt x="342447" y="73318"/>
                  </a:cubicBezTo>
                  <a:cubicBezTo>
                    <a:pt x="342447" y="77312"/>
                    <a:pt x="343456" y="80403"/>
                    <a:pt x="345473" y="82582"/>
                  </a:cubicBezTo>
                  <a:cubicBezTo>
                    <a:pt x="347490" y="84728"/>
                    <a:pt x="350033" y="85801"/>
                    <a:pt x="353099" y="85801"/>
                  </a:cubicBezTo>
                  <a:cubicBezTo>
                    <a:pt x="359029" y="85801"/>
                    <a:pt x="364573" y="81412"/>
                    <a:pt x="369746" y="72624"/>
                  </a:cubicBezTo>
                  <a:cubicBezTo>
                    <a:pt x="374959" y="63796"/>
                    <a:pt x="377557" y="54847"/>
                    <a:pt x="377557" y="45769"/>
                  </a:cubicBezTo>
                  <a:close/>
                  <a:moveTo>
                    <a:pt x="420873" y="30389"/>
                  </a:moveTo>
                  <a:lnTo>
                    <a:pt x="412675" y="58817"/>
                  </a:lnTo>
                  <a:cubicBezTo>
                    <a:pt x="416331" y="52136"/>
                    <a:pt x="419445" y="47117"/>
                    <a:pt x="422003" y="43752"/>
                  </a:cubicBezTo>
                  <a:cubicBezTo>
                    <a:pt x="425997" y="38539"/>
                    <a:pt x="429887" y="34755"/>
                    <a:pt x="433671" y="32407"/>
                  </a:cubicBezTo>
                  <a:cubicBezTo>
                    <a:pt x="435899" y="31059"/>
                    <a:pt x="438230" y="30389"/>
                    <a:pt x="440668" y="30389"/>
                  </a:cubicBezTo>
                  <a:cubicBezTo>
                    <a:pt x="442766" y="30389"/>
                    <a:pt x="444509" y="31059"/>
                    <a:pt x="445896" y="32407"/>
                  </a:cubicBezTo>
                  <a:cubicBezTo>
                    <a:pt x="447284" y="33746"/>
                    <a:pt x="447978" y="35473"/>
                    <a:pt x="447978" y="37571"/>
                  </a:cubicBezTo>
                  <a:cubicBezTo>
                    <a:pt x="447978" y="39637"/>
                    <a:pt x="447494" y="42324"/>
                    <a:pt x="446526" y="45640"/>
                  </a:cubicBezTo>
                  <a:lnTo>
                    <a:pt x="442056" y="61658"/>
                  </a:lnTo>
                  <a:cubicBezTo>
                    <a:pt x="448907" y="48836"/>
                    <a:pt x="455394" y="39846"/>
                    <a:pt x="461535" y="34674"/>
                  </a:cubicBezTo>
                  <a:cubicBezTo>
                    <a:pt x="464940" y="31817"/>
                    <a:pt x="468297" y="30389"/>
                    <a:pt x="471621" y="30389"/>
                  </a:cubicBezTo>
                  <a:cubicBezTo>
                    <a:pt x="473550" y="30389"/>
                    <a:pt x="475132" y="31059"/>
                    <a:pt x="476350" y="32407"/>
                  </a:cubicBezTo>
                  <a:cubicBezTo>
                    <a:pt x="477609" y="33706"/>
                    <a:pt x="478238" y="35747"/>
                    <a:pt x="478238" y="38523"/>
                  </a:cubicBezTo>
                  <a:cubicBezTo>
                    <a:pt x="478238" y="40960"/>
                    <a:pt x="477859" y="43542"/>
                    <a:pt x="477100" y="46270"/>
                  </a:cubicBezTo>
                  <a:lnTo>
                    <a:pt x="470169" y="70800"/>
                  </a:lnTo>
                  <a:cubicBezTo>
                    <a:pt x="468660" y="76134"/>
                    <a:pt x="467902" y="79096"/>
                    <a:pt x="467902" y="79685"/>
                  </a:cubicBezTo>
                  <a:cubicBezTo>
                    <a:pt x="467902" y="80274"/>
                    <a:pt x="468087" y="80774"/>
                    <a:pt x="468466" y="81202"/>
                  </a:cubicBezTo>
                  <a:cubicBezTo>
                    <a:pt x="468717" y="81492"/>
                    <a:pt x="469056" y="81638"/>
                    <a:pt x="469475" y="81638"/>
                  </a:cubicBezTo>
                  <a:cubicBezTo>
                    <a:pt x="469895" y="81638"/>
                    <a:pt x="470629" y="81242"/>
                    <a:pt x="471678" y="80443"/>
                  </a:cubicBezTo>
                  <a:cubicBezTo>
                    <a:pt x="474074" y="78595"/>
                    <a:pt x="476326" y="76159"/>
                    <a:pt x="478424" y="73133"/>
                  </a:cubicBezTo>
                  <a:lnTo>
                    <a:pt x="480506" y="74456"/>
                  </a:lnTo>
                  <a:cubicBezTo>
                    <a:pt x="479457" y="76134"/>
                    <a:pt x="477585" y="78442"/>
                    <a:pt x="474898" y="81387"/>
                  </a:cubicBezTo>
                  <a:cubicBezTo>
                    <a:pt x="472251" y="84333"/>
                    <a:pt x="469983" y="86326"/>
                    <a:pt x="468087" y="87375"/>
                  </a:cubicBezTo>
                  <a:cubicBezTo>
                    <a:pt x="466199" y="88424"/>
                    <a:pt x="464456" y="88956"/>
                    <a:pt x="462859" y="88956"/>
                  </a:cubicBezTo>
                  <a:cubicBezTo>
                    <a:pt x="461382" y="88956"/>
                    <a:pt x="460147" y="88448"/>
                    <a:pt x="459138" y="87439"/>
                  </a:cubicBezTo>
                  <a:cubicBezTo>
                    <a:pt x="458170" y="86431"/>
                    <a:pt x="457686" y="85188"/>
                    <a:pt x="457686" y="83719"/>
                  </a:cubicBezTo>
                  <a:cubicBezTo>
                    <a:pt x="457686" y="81702"/>
                    <a:pt x="458549" y="77643"/>
                    <a:pt x="460268" y="71551"/>
                  </a:cubicBezTo>
                  <a:lnTo>
                    <a:pt x="466005" y="51313"/>
                  </a:lnTo>
                  <a:cubicBezTo>
                    <a:pt x="467312" y="46649"/>
                    <a:pt x="468007" y="44067"/>
                    <a:pt x="468087" y="43558"/>
                  </a:cubicBezTo>
                  <a:cubicBezTo>
                    <a:pt x="468216" y="42768"/>
                    <a:pt x="468281" y="41985"/>
                    <a:pt x="468281" y="41226"/>
                  </a:cubicBezTo>
                  <a:cubicBezTo>
                    <a:pt x="468281" y="40177"/>
                    <a:pt x="468047" y="39362"/>
                    <a:pt x="467587" y="38773"/>
                  </a:cubicBezTo>
                  <a:cubicBezTo>
                    <a:pt x="467078" y="38184"/>
                    <a:pt x="466513" y="37886"/>
                    <a:pt x="465885" y="37886"/>
                  </a:cubicBezTo>
                  <a:cubicBezTo>
                    <a:pt x="464117" y="37886"/>
                    <a:pt x="462245" y="38789"/>
                    <a:pt x="460268" y="40597"/>
                  </a:cubicBezTo>
                  <a:cubicBezTo>
                    <a:pt x="454474" y="45939"/>
                    <a:pt x="449052" y="53419"/>
                    <a:pt x="444008" y="63046"/>
                  </a:cubicBezTo>
                  <a:cubicBezTo>
                    <a:pt x="440684" y="69388"/>
                    <a:pt x="437577" y="77522"/>
                    <a:pt x="434680" y="87439"/>
                  </a:cubicBezTo>
                  <a:lnTo>
                    <a:pt x="425158" y="87439"/>
                  </a:lnTo>
                  <a:lnTo>
                    <a:pt x="435939" y="49296"/>
                  </a:lnTo>
                  <a:cubicBezTo>
                    <a:pt x="437117" y="45180"/>
                    <a:pt x="437706" y="42429"/>
                    <a:pt x="437706" y="41041"/>
                  </a:cubicBezTo>
                  <a:cubicBezTo>
                    <a:pt x="437706" y="39903"/>
                    <a:pt x="437472" y="39064"/>
                    <a:pt x="437012" y="38523"/>
                  </a:cubicBezTo>
                  <a:cubicBezTo>
                    <a:pt x="436544" y="37974"/>
                    <a:pt x="435979" y="37700"/>
                    <a:pt x="435309" y="37700"/>
                  </a:cubicBezTo>
                  <a:cubicBezTo>
                    <a:pt x="433922" y="37700"/>
                    <a:pt x="432453" y="38200"/>
                    <a:pt x="430896" y="39209"/>
                  </a:cubicBezTo>
                  <a:cubicBezTo>
                    <a:pt x="428370" y="40855"/>
                    <a:pt x="425118" y="44357"/>
                    <a:pt x="421123" y="49739"/>
                  </a:cubicBezTo>
                  <a:cubicBezTo>
                    <a:pt x="417170" y="55122"/>
                    <a:pt x="414103" y="60270"/>
                    <a:pt x="411916" y="65184"/>
                  </a:cubicBezTo>
                  <a:cubicBezTo>
                    <a:pt x="410867" y="67500"/>
                    <a:pt x="408366" y="74916"/>
                    <a:pt x="404420" y="87439"/>
                  </a:cubicBezTo>
                  <a:lnTo>
                    <a:pt x="395084" y="87439"/>
                  </a:lnTo>
                  <a:lnTo>
                    <a:pt x="406752" y="46592"/>
                  </a:lnTo>
                  <a:lnTo>
                    <a:pt x="408261" y="41291"/>
                  </a:lnTo>
                  <a:cubicBezTo>
                    <a:pt x="408560" y="40492"/>
                    <a:pt x="408705" y="39903"/>
                    <a:pt x="408705" y="39524"/>
                  </a:cubicBezTo>
                  <a:cubicBezTo>
                    <a:pt x="408705" y="38604"/>
                    <a:pt x="408285" y="37781"/>
                    <a:pt x="407446" y="37071"/>
                  </a:cubicBezTo>
                  <a:cubicBezTo>
                    <a:pt x="406598" y="36312"/>
                    <a:pt x="405534" y="35933"/>
                    <a:pt x="404226" y="35933"/>
                  </a:cubicBezTo>
                  <a:cubicBezTo>
                    <a:pt x="403677" y="35933"/>
                    <a:pt x="402169" y="36183"/>
                    <a:pt x="399691" y="36691"/>
                  </a:cubicBezTo>
                  <a:lnTo>
                    <a:pt x="399119" y="34359"/>
                  </a:lnTo>
                  <a:lnTo>
                    <a:pt x="420873" y="30389"/>
                  </a:lnTo>
                  <a:close/>
                  <a:moveTo>
                    <a:pt x="514171" y="30389"/>
                  </a:moveTo>
                  <a:lnTo>
                    <a:pt x="505973" y="58817"/>
                  </a:lnTo>
                  <a:cubicBezTo>
                    <a:pt x="509636" y="52136"/>
                    <a:pt x="512743" y="47117"/>
                    <a:pt x="515309" y="43752"/>
                  </a:cubicBezTo>
                  <a:cubicBezTo>
                    <a:pt x="519303" y="38539"/>
                    <a:pt x="523185" y="34755"/>
                    <a:pt x="526969" y="32407"/>
                  </a:cubicBezTo>
                  <a:cubicBezTo>
                    <a:pt x="529197" y="31059"/>
                    <a:pt x="531528" y="30389"/>
                    <a:pt x="533965" y="30389"/>
                  </a:cubicBezTo>
                  <a:cubicBezTo>
                    <a:pt x="536071" y="30389"/>
                    <a:pt x="537814" y="31059"/>
                    <a:pt x="539202" y="32407"/>
                  </a:cubicBezTo>
                  <a:cubicBezTo>
                    <a:pt x="540590" y="33746"/>
                    <a:pt x="541284" y="35473"/>
                    <a:pt x="541284" y="37571"/>
                  </a:cubicBezTo>
                  <a:cubicBezTo>
                    <a:pt x="541284" y="39637"/>
                    <a:pt x="540800" y="42324"/>
                    <a:pt x="539832" y="45640"/>
                  </a:cubicBezTo>
                  <a:lnTo>
                    <a:pt x="535353" y="61658"/>
                  </a:lnTo>
                  <a:cubicBezTo>
                    <a:pt x="542204" y="48836"/>
                    <a:pt x="548700" y="39846"/>
                    <a:pt x="554833" y="34674"/>
                  </a:cubicBezTo>
                  <a:cubicBezTo>
                    <a:pt x="558238" y="31817"/>
                    <a:pt x="561603" y="30389"/>
                    <a:pt x="564919" y="30389"/>
                  </a:cubicBezTo>
                  <a:cubicBezTo>
                    <a:pt x="566856" y="30389"/>
                    <a:pt x="568429" y="31059"/>
                    <a:pt x="569648" y="32407"/>
                  </a:cubicBezTo>
                  <a:cubicBezTo>
                    <a:pt x="570907" y="33706"/>
                    <a:pt x="571544" y="35747"/>
                    <a:pt x="571544" y="38523"/>
                  </a:cubicBezTo>
                  <a:cubicBezTo>
                    <a:pt x="571544" y="40960"/>
                    <a:pt x="571165" y="43542"/>
                    <a:pt x="570406" y="46270"/>
                  </a:cubicBezTo>
                  <a:lnTo>
                    <a:pt x="563475" y="70800"/>
                  </a:lnTo>
                  <a:cubicBezTo>
                    <a:pt x="561958" y="76134"/>
                    <a:pt x="561199" y="79096"/>
                    <a:pt x="561199" y="79685"/>
                  </a:cubicBezTo>
                  <a:cubicBezTo>
                    <a:pt x="561199" y="80274"/>
                    <a:pt x="561393" y="80774"/>
                    <a:pt x="561772" y="81202"/>
                  </a:cubicBezTo>
                  <a:cubicBezTo>
                    <a:pt x="562023" y="81492"/>
                    <a:pt x="562353" y="81638"/>
                    <a:pt x="562781" y="81638"/>
                  </a:cubicBezTo>
                  <a:cubicBezTo>
                    <a:pt x="563201" y="81638"/>
                    <a:pt x="563935" y="81242"/>
                    <a:pt x="564984" y="80443"/>
                  </a:cubicBezTo>
                  <a:cubicBezTo>
                    <a:pt x="567380" y="78595"/>
                    <a:pt x="569632" y="76159"/>
                    <a:pt x="571730" y="73133"/>
                  </a:cubicBezTo>
                  <a:lnTo>
                    <a:pt x="573812" y="74456"/>
                  </a:lnTo>
                  <a:cubicBezTo>
                    <a:pt x="572762" y="76134"/>
                    <a:pt x="570891" y="78442"/>
                    <a:pt x="568196" y="81387"/>
                  </a:cubicBezTo>
                  <a:cubicBezTo>
                    <a:pt x="565549" y="84333"/>
                    <a:pt x="563281" y="86326"/>
                    <a:pt x="561393" y="87375"/>
                  </a:cubicBezTo>
                  <a:cubicBezTo>
                    <a:pt x="559497" y="88424"/>
                    <a:pt x="557754" y="88956"/>
                    <a:pt x="556156" y="88956"/>
                  </a:cubicBezTo>
                  <a:cubicBezTo>
                    <a:pt x="554688" y="88956"/>
                    <a:pt x="553445" y="88448"/>
                    <a:pt x="552436" y="87439"/>
                  </a:cubicBezTo>
                  <a:cubicBezTo>
                    <a:pt x="551476" y="86431"/>
                    <a:pt x="550992" y="85188"/>
                    <a:pt x="550992" y="83719"/>
                  </a:cubicBezTo>
                  <a:cubicBezTo>
                    <a:pt x="550992" y="81702"/>
                    <a:pt x="551847" y="77643"/>
                    <a:pt x="553574" y="71551"/>
                  </a:cubicBezTo>
                  <a:lnTo>
                    <a:pt x="559311" y="51313"/>
                  </a:lnTo>
                  <a:cubicBezTo>
                    <a:pt x="560610" y="46649"/>
                    <a:pt x="561305" y="44067"/>
                    <a:pt x="561393" y="43558"/>
                  </a:cubicBezTo>
                  <a:cubicBezTo>
                    <a:pt x="561514" y="42768"/>
                    <a:pt x="561579" y="41985"/>
                    <a:pt x="561579" y="41226"/>
                  </a:cubicBezTo>
                  <a:cubicBezTo>
                    <a:pt x="561579" y="40177"/>
                    <a:pt x="561345" y="39362"/>
                    <a:pt x="560885" y="38773"/>
                  </a:cubicBezTo>
                  <a:cubicBezTo>
                    <a:pt x="560384" y="38184"/>
                    <a:pt x="559811" y="37886"/>
                    <a:pt x="559182" y="37886"/>
                  </a:cubicBezTo>
                  <a:cubicBezTo>
                    <a:pt x="557423" y="37886"/>
                    <a:pt x="555550" y="38789"/>
                    <a:pt x="553574" y="40597"/>
                  </a:cubicBezTo>
                  <a:cubicBezTo>
                    <a:pt x="547772" y="45939"/>
                    <a:pt x="542350" y="53419"/>
                    <a:pt x="537306" y="63046"/>
                  </a:cubicBezTo>
                  <a:cubicBezTo>
                    <a:pt x="533989" y="69388"/>
                    <a:pt x="530875" y="77522"/>
                    <a:pt x="527978" y="87439"/>
                  </a:cubicBezTo>
                  <a:lnTo>
                    <a:pt x="518456" y="87439"/>
                  </a:lnTo>
                  <a:lnTo>
                    <a:pt x="529237" y="49296"/>
                  </a:lnTo>
                  <a:cubicBezTo>
                    <a:pt x="530415" y="45180"/>
                    <a:pt x="531004" y="42429"/>
                    <a:pt x="531004" y="41041"/>
                  </a:cubicBezTo>
                  <a:cubicBezTo>
                    <a:pt x="531004" y="39903"/>
                    <a:pt x="530770" y="39064"/>
                    <a:pt x="530310" y="38523"/>
                  </a:cubicBezTo>
                  <a:cubicBezTo>
                    <a:pt x="529850" y="37974"/>
                    <a:pt x="529285" y="37700"/>
                    <a:pt x="528607" y="37700"/>
                  </a:cubicBezTo>
                  <a:cubicBezTo>
                    <a:pt x="527220" y="37700"/>
                    <a:pt x="525751" y="38200"/>
                    <a:pt x="524193" y="39209"/>
                  </a:cubicBezTo>
                  <a:cubicBezTo>
                    <a:pt x="521676" y="40855"/>
                    <a:pt x="518416" y="44357"/>
                    <a:pt x="514421" y="49739"/>
                  </a:cubicBezTo>
                  <a:cubicBezTo>
                    <a:pt x="510476" y="55122"/>
                    <a:pt x="507409" y="60270"/>
                    <a:pt x="505223" y="65184"/>
                  </a:cubicBezTo>
                  <a:cubicBezTo>
                    <a:pt x="504173" y="67500"/>
                    <a:pt x="501672" y="74916"/>
                    <a:pt x="497717" y="87439"/>
                  </a:cubicBezTo>
                  <a:lnTo>
                    <a:pt x="488390" y="87439"/>
                  </a:lnTo>
                  <a:lnTo>
                    <a:pt x="500050" y="46592"/>
                  </a:lnTo>
                  <a:lnTo>
                    <a:pt x="501567" y="41291"/>
                  </a:lnTo>
                  <a:cubicBezTo>
                    <a:pt x="501857" y="40492"/>
                    <a:pt x="502003" y="39903"/>
                    <a:pt x="502003" y="39524"/>
                  </a:cubicBezTo>
                  <a:cubicBezTo>
                    <a:pt x="502003" y="38604"/>
                    <a:pt x="501583" y="37781"/>
                    <a:pt x="500744" y="37071"/>
                  </a:cubicBezTo>
                  <a:cubicBezTo>
                    <a:pt x="499904" y="36312"/>
                    <a:pt x="498831" y="35933"/>
                    <a:pt x="497532" y="35933"/>
                  </a:cubicBezTo>
                  <a:cubicBezTo>
                    <a:pt x="496984" y="35933"/>
                    <a:pt x="495466" y="36183"/>
                    <a:pt x="492989" y="36691"/>
                  </a:cubicBezTo>
                  <a:lnTo>
                    <a:pt x="492424" y="34359"/>
                  </a:lnTo>
                  <a:lnTo>
                    <a:pt x="514171" y="30389"/>
                  </a:lnTo>
                  <a:close/>
                </a:path>
              </a:pathLst>
            </a:custGeom>
            <a:solidFill>
              <a:srgbClr val="000000"/>
            </a:solidFill>
            <a:ln w="807" cap="flat">
              <a:noFill/>
              <a:prstDash val="solid"/>
              <a:miter/>
            </a:ln>
          </p:spPr>
        </p:sp>
        <p:sp>
          <p:nvSpPr>
            <p:cNvPr id="441" name="任意形状 440">
              <a:extLst>
                <a:ext uri="{FF2B5EF4-FFF2-40B4-BE49-F238E27FC236}">
                  <a16:creationId xmlns:a16="http://schemas.microsoft.com/office/drawing/2014/main" id="{FAD23AB3-87C2-A0D0-4CCD-7BADD3E20312}"/>
                </a:ext>
              </a:extLst>
            </p:cNvPr>
            <p:cNvSpPr/>
            <p:nvPr/>
          </p:nvSpPr>
          <p:spPr>
            <a:xfrm>
              <a:off x="9477794" y="3174059"/>
              <a:ext cx="798114" cy="1091"/>
            </a:xfrm>
            <a:custGeom>
              <a:avLst/>
              <a:gdLst>
                <a:gd name="csX0" fmla="*/ 0 w 589869"/>
                <a:gd name="csY0" fmla="*/ 0 h 806"/>
                <a:gd name="csX1" fmla="*/ 589870 w 589869"/>
                <a:gd name="csY1" fmla="*/ 0 h 806"/>
              </a:gdLst>
              <a:ahLst/>
              <a:cxnLst>
                <a:cxn ang="0">
                  <a:pos x="csX0" y="csY0"/>
                </a:cxn>
                <a:cxn ang="0">
                  <a:pos x="csX1" y="csY1"/>
                </a:cxn>
              </a:cxnLst>
              <a:rect l="l" t="t" r="r" b="b"/>
              <a:pathLst>
                <a:path w="589869" h="806">
                  <a:moveTo>
                    <a:pt x="0" y="0"/>
                  </a:moveTo>
                  <a:lnTo>
                    <a:pt x="589870" y="0"/>
                  </a:lnTo>
                </a:path>
              </a:pathLst>
            </a:custGeom>
            <a:noFill/>
            <a:ln w="6455" cap="flat">
              <a:solidFill>
                <a:srgbClr val="9D9898"/>
              </a:solidFill>
              <a:prstDash val="solid"/>
              <a:miter/>
            </a:ln>
          </p:spPr>
        </p:sp>
        <p:sp>
          <p:nvSpPr>
            <p:cNvPr id="442" name="任意形状 441">
              <a:extLst>
                <a:ext uri="{FF2B5EF4-FFF2-40B4-BE49-F238E27FC236}">
                  <a16:creationId xmlns:a16="http://schemas.microsoft.com/office/drawing/2014/main" id="{230FA541-0EB6-469D-F7C8-F2AF3392599A}"/>
                </a:ext>
              </a:extLst>
            </p:cNvPr>
            <p:cNvSpPr/>
            <p:nvPr/>
          </p:nvSpPr>
          <p:spPr>
            <a:xfrm>
              <a:off x="10667869" y="3174059"/>
              <a:ext cx="773003" cy="1091"/>
            </a:xfrm>
            <a:custGeom>
              <a:avLst/>
              <a:gdLst>
                <a:gd name="csX0" fmla="*/ 0 w 571310"/>
                <a:gd name="csY0" fmla="*/ 0 h 806"/>
                <a:gd name="csX1" fmla="*/ 571310 w 571310"/>
                <a:gd name="csY1" fmla="*/ 0 h 806"/>
              </a:gdLst>
              <a:ahLst/>
              <a:cxnLst>
                <a:cxn ang="0">
                  <a:pos x="csX0" y="csY0"/>
                </a:cxn>
                <a:cxn ang="0">
                  <a:pos x="csX1" y="csY1"/>
                </a:cxn>
              </a:cxnLst>
              <a:rect l="l" t="t" r="r" b="b"/>
              <a:pathLst>
                <a:path w="571310" h="806">
                  <a:moveTo>
                    <a:pt x="0" y="0"/>
                  </a:moveTo>
                  <a:lnTo>
                    <a:pt x="571310" y="0"/>
                  </a:lnTo>
                </a:path>
              </a:pathLst>
            </a:custGeom>
            <a:noFill/>
            <a:ln w="6455" cap="flat">
              <a:solidFill>
                <a:srgbClr val="9D9898"/>
              </a:solidFill>
              <a:prstDash val="solid"/>
              <a:miter/>
            </a:ln>
          </p:spPr>
        </p:sp>
        <p:sp>
          <p:nvSpPr>
            <p:cNvPr id="443" name="任意形状 442">
              <a:extLst>
                <a:ext uri="{FF2B5EF4-FFF2-40B4-BE49-F238E27FC236}">
                  <a16:creationId xmlns:a16="http://schemas.microsoft.com/office/drawing/2014/main" id="{F3084FC7-C80E-AAB6-A462-A3A6CB2CB7B4}"/>
                </a:ext>
              </a:extLst>
            </p:cNvPr>
            <p:cNvSpPr/>
            <p:nvPr/>
          </p:nvSpPr>
          <p:spPr>
            <a:xfrm>
              <a:off x="9477794" y="2063687"/>
              <a:ext cx="1949976" cy="1091"/>
            </a:xfrm>
            <a:custGeom>
              <a:avLst/>
              <a:gdLst>
                <a:gd name="csX0" fmla="*/ 0 w 1441186"/>
                <a:gd name="csY0" fmla="*/ 0 h 806"/>
                <a:gd name="csX1" fmla="*/ 1441186 w 1441186"/>
                <a:gd name="csY1" fmla="*/ 0 h 806"/>
              </a:gdLst>
              <a:ahLst/>
              <a:cxnLst>
                <a:cxn ang="0">
                  <a:pos x="csX0" y="csY0"/>
                </a:cxn>
                <a:cxn ang="0">
                  <a:pos x="csX1" y="csY1"/>
                </a:cxn>
              </a:cxnLst>
              <a:rect l="l" t="t" r="r" b="b"/>
              <a:pathLst>
                <a:path w="1441186" h="806">
                  <a:moveTo>
                    <a:pt x="0" y="0"/>
                  </a:moveTo>
                  <a:lnTo>
                    <a:pt x="1441186" y="0"/>
                  </a:lnTo>
                </a:path>
              </a:pathLst>
            </a:custGeom>
            <a:noFill/>
            <a:ln w="6455" cap="flat">
              <a:solidFill>
                <a:srgbClr val="9D9898"/>
              </a:solidFill>
              <a:prstDash val="solid"/>
              <a:miter/>
            </a:ln>
          </p:spPr>
        </p:sp>
        <p:sp>
          <p:nvSpPr>
            <p:cNvPr id="444" name="任意形状 443">
              <a:extLst>
                <a:ext uri="{FF2B5EF4-FFF2-40B4-BE49-F238E27FC236}">
                  <a16:creationId xmlns:a16="http://schemas.microsoft.com/office/drawing/2014/main" id="{376065F0-B3A0-1942-82DE-BB3DAD1D3454}"/>
                </a:ext>
              </a:extLst>
            </p:cNvPr>
            <p:cNvSpPr/>
            <p:nvPr/>
          </p:nvSpPr>
          <p:spPr>
            <a:xfrm>
              <a:off x="9490895" y="2396689"/>
              <a:ext cx="1949976" cy="1091"/>
            </a:xfrm>
            <a:custGeom>
              <a:avLst/>
              <a:gdLst>
                <a:gd name="csX0" fmla="*/ 0 w 1441186"/>
                <a:gd name="csY0" fmla="*/ 0 h 806"/>
                <a:gd name="csX1" fmla="*/ 1441186 w 1441186"/>
                <a:gd name="csY1" fmla="*/ 0 h 806"/>
              </a:gdLst>
              <a:ahLst/>
              <a:cxnLst>
                <a:cxn ang="0">
                  <a:pos x="csX0" y="csY0"/>
                </a:cxn>
                <a:cxn ang="0">
                  <a:pos x="csX1" y="csY1"/>
                </a:cxn>
              </a:cxnLst>
              <a:rect l="l" t="t" r="r" b="b"/>
              <a:pathLst>
                <a:path w="1441186" h="806">
                  <a:moveTo>
                    <a:pt x="0" y="0"/>
                  </a:moveTo>
                  <a:lnTo>
                    <a:pt x="1441186" y="0"/>
                  </a:lnTo>
                </a:path>
              </a:pathLst>
            </a:custGeom>
            <a:noFill/>
            <a:ln w="6455" cap="flat">
              <a:solidFill>
                <a:srgbClr val="9D9898"/>
              </a:solidFill>
              <a:prstDash val="solid"/>
              <a:miter/>
            </a:ln>
          </p:spPr>
        </p:sp>
        <p:sp>
          <p:nvSpPr>
            <p:cNvPr id="445" name="任意形状 444">
              <a:extLst>
                <a:ext uri="{FF2B5EF4-FFF2-40B4-BE49-F238E27FC236}">
                  <a16:creationId xmlns:a16="http://schemas.microsoft.com/office/drawing/2014/main" id="{ECB10276-7DF3-20E5-1903-F8F647FD537E}"/>
                </a:ext>
              </a:extLst>
            </p:cNvPr>
            <p:cNvSpPr/>
            <p:nvPr/>
          </p:nvSpPr>
          <p:spPr>
            <a:xfrm>
              <a:off x="9477794" y="2817036"/>
              <a:ext cx="1949976" cy="1091"/>
            </a:xfrm>
            <a:custGeom>
              <a:avLst/>
              <a:gdLst>
                <a:gd name="csX0" fmla="*/ 0 w 1441186"/>
                <a:gd name="csY0" fmla="*/ 0 h 806"/>
                <a:gd name="csX1" fmla="*/ 1441186 w 1441186"/>
                <a:gd name="csY1" fmla="*/ 0 h 806"/>
              </a:gdLst>
              <a:ahLst/>
              <a:cxnLst>
                <a:cxn ang="0">
                  <a:pos x="csX0" y="csY0"/>
                </a:cxn>
                <a:cxn ang="0">
                  <a:pos x="csX1" y="csY1"/>
                </a:cxn>
              </a:cxnLst>
              <a:rect l="l" t="t" r="r" b="b"/>
              <a:pathLst>
                <a:path w="1441186" h="806">
                  <a:moveTo>
                    <a:pt x="0" y="0"/>
                  </a:moveTo>
                  <a:lnTo>
                    <a:pt x="1441186" y="0"/>
                  </a:lnTo>
                </a:path>
              </a:pathLst>
            </a:custGeom>
            <a:noFill/>
            <a:ln w="6455" cap="flat">
              <a:solidFill>
                <a:srgbClr val="9D9898"/>
              </a:solidFill>
              <a:prstDash val="solid"/>
              <a:miter/>
            </a:ln>
          </p:spPr>
        </p:sp>
        <p:sp>
          <p:nvSpPr>
            <p:cNvPr id="446" name="任意形状 445">
              <a:extLst>
                <a:ext uri="{FF2B5EF4-FFF2-40B4-BE49-F238E27FC236}">
                  <a16:creationId xmlns:a16="http://schemas.microsoft.com/office/drawing/2014/main" id="{EF89E36F-3301-EA26-1AB6-32EFA74C4D62}"/>
                </a:ext>
              </a:extLst>
            </p:cNvPr>
            <p:cNvSpPr/>
            <p:nvPr/>
          </p:nvSpPr>
          <p:spPr>
            <a:xfrm>
              <a:off x="9477794" y="3523438"/>
              <a:ext cx="1949976" cy="1091"/>
            </a:xfrm>
            <a:custGeom>
              <a:avLst/>
              <a:gdLst>
                <a:gd name="csX0" fmla="*/ 0 w 1441186"/>
                <a:gd name="csY0" fmla="*/ 0 h 806"/>
                <a:gd name="csX1" fmla="*/ 1441186 w 1441186"/>
                <a:gd name="csY1" fmla="*/ 0 h 806"/>
              </a:gdLst>
              <a:ahLst/>
              <a:cxnLst>
                <a:cxn ang="0">
                  <a:pos x="csX0" y="csY0"/>
                </a:cxn>
                <a:cxn ang="0">
                  <a:pos x="csX1" y="csY1"/>
                </a:cxn>
              </a:cxnLst>
              <a:rect l="l" t="t" r="r" b="b"/>
              <a:pathLst>
                <a:path w="1441186" h="806">
                  <a:moveTo>
                    <a:pt x="0" y="0"/>
                  </a:moveTo>
                  <a:lnTo>
                    <a:pt x="1441186" y="0"/>
                  </a:lnTo>
                </a:path>
              </a:pathLst>
            </a:custGeom>
            <a:noFill/>
            <a:ln w="6455" cap="flat">
              <a:solidFill>
                <a:srgbClr val="9D9898"/>
              </a:solidFill>
              <a:prstDash val="solid"/>
              <a:miter/>
            </a:ln>
          </p:spPr>
        </p:sp>
        <p:sp>
          <p:nvSpPr>
            <p:cNvPr id="447" name="任意形状 446">
              <a:extLst>
                <a:ext uri="{FF2B5EF4-FFF2-40B4-BE49-F238E27FC236}">
                  <a16:creationId xmlns:a16="http://schemas.microsoft.com/office/drawing/2014/main" id="{203BE26B-DE49-42C5-3BA9-40B708ECD2EB}"/>
                </a:ext>
              </a:extLst>
            </p:cNvPr>
            <p:cNvSpPr/>
            <p:nvPr/>
          </p:nvSpPr>
          <p:spPr>
            <a:xfrm>
              <a:off x="10945898" y="2290238"/>
              <a:ext cx="120584" cy="486550"/>
            </a:xfrm>
            <a:custGeom>
              <a:avLst/>
              <a:gdLst>
                <a:gd name="csX0" fmla="*/ 48061 w 89121"/>
                <a:gd name="csY0" fmla="*/ 1695 h 359599"/>
                <a:gd name="csX1" fmla="*/ 39499 w 89121"/>
                <a:gd name="csY1" fmla="*/ 1851 h 359599"/>
                <a:gd name="csX2" fmla="*/ 1695 w 89121"/>
                <a:gd name="csY2" fmla="*/ 41063 h 359599"/>
                <a:gd name="csX3" fmla="*/ 1848 w 89121"/>
                <a:gd name="csY3" fmla="*/ 49621 h 359599"/>
                <a:gd name="csX4" fmla="*/ 10409 w 89121"/>
                <a:gd name="csY4" fmla="*/ 49464 h 359599"/>
                <a:gd name="csX5" fmla="*/ 44011 w 89121"/>
                <a:gd name="csY5" fmla="*/ 14609 h 359599"/>
                <a:gd name="csX6" fmla="*/ 78870 w 89121"/>
                <a:gd name="csY6" fmla="*/ 48213 h 359599"/>
                <a:gd name="csX7" fmla="*/ 87423 w 89121"/>
                <a:gd name="csY7" fmla="*/ 48058 h 359599"/>
                <a:gd name="csX8" fmla="*/ 87270 w 89121"/>
                <a:gd name="csY8" fmla="*/ 39500 h 359599"/>
                <a:gd name="csX9" fmla="*/ 48061 w 89121"/>
                <a:gd name="csY9" fmla="*/ 1695 h 359599"/>
                <a:gd name="csX10" fmla="*/ 37805 w 89121"/>
                <a:gd name="csY10" fmla="*/ 6162 h 359599"/>
                <a:gd name="csX11" fmla="*/ 38039 w 89121"/>
                <a:gd name="csY11" fmla="*/ 18785 h 359599"/>
                <a:gd name="csX12" fmla="*/ 50135 w 89121"/>
                <a:gd name="csY12" fmla="*/ 18564 h 359599"/>
                <a:gd name="csX13" fmla="*/ 49909 w 89121"/>
                <a:gd name="csY13" fmla="*/ 5941 h 359599"/>
                <a:gd name="csX14" fmla="*/ 37805 w 89121"/>
                <a:gd name="csY14" fmla="*/ 6162 h 359599"/>
                <a:gd name="csX15" fmla="*/ 38499 w 89121"/>
                <a:gd name="csY15" fmla="*/ 44031 h 359599"/>
                <a:gd name="csX16" fmla="*/ 38959 w 89121"/>
                <a:gd name="csY16" fmla="*/ 69276 h 359599"/>
                <a:gd name="csX17" fmla="*/ 51063 w 89121"/>
                <a:gd name="csY17" fmla="*/ 69055 h 359599"/>
                <a:gd name="csX18" fmla="*/ 50603 w 89121"/>
                <a:gd name="csY18" fmla="*/ 43810 h 359599"/>
                <a:gd name="csX19" fmla="*/ 38499 w 89121"/>
                <a:gd name="csY19" fmla="*/ 44031 h 359599"/>
                <a:gd name="csX20" fmla="*/ 39419 w 89121"/>
                <a:gd name="csY20" fmla="*/ 94522 h 359599"/>
                <a:gd name="csX21" fmla="*/ 39879 w 89121"/>
                <a:gd name="csY21" fmla="*/ 119767 h 359599"/>
                <a:gd name="csX22" fmla="*/ 51983 w 89121"/>
                <a:gd name="csY22" fmla="*/ 119546 h 359599"/>
                <a:gd name="csX23" fmla="*/ 51523 w 89121"/>
                <a:gd name="csY23" fmla="*/ 94301 h 359599"/>
                <a:gd name="csX24" fmla="*/ 39419 w 89121"/>
                <a:gd name="csY24" fmla="*/ 94522 h 359599"/>
                <a:gd name="csX25" fmla="*/ 40338 w 89121"/>
                <a:gd name="csY25" fmla="*/ 145012 h 359599"/>
                <a:gd name="csX26" fmla="*/ 40806 w 89121"/>
                <a:gd name="csY26" fmla="*/ 170258 h 359599"/>
                <a:gd name="csX27" fmla="*/ 52903 w 89121"/>
                <a:gd name="csY27" fmla="*/ 170037 h 359599"/>
                <a:gd name="csX28" fmla="*/ 52442 w 89121"/>
                <a:gd name="csY28" fmla="*/ 144791 h 359599"/>
                <a:gd name="csX29" fmla="*/ 40338 w 89121"/>
                <a:gd name="csY29" fmla="*/ 145012 h 359599"/>
                <a:gd name="csX30" fmla="*/ 41267 w 89121"/>
                <a:gd name="csY30" fmla="*/ 195504 h 359599"/>
                <a:gd name="csX31" fmla="*/ 41727 w 89121"/>
                <a:gd name="csY31" fmla="*/ 220750 h 359599"/>
                <a:gd name="csX32" fmla="*/ 53831 w 89121"/>
                <a:gd name="csY32" fmla="*/ 220529 h 359599"/>
                <a:gd name="csX33" fmla="*/ 53363 w 89121"/>
                <a:gd name="csY33" fmla="*/ 195283 h 359599"/>
                <a:gd name="csX34" fmla="*/ 41267 w 89121"/>
                <a:gd name="csY34" fmla="*/ 195504 h 359599"/>
                <a:gd name="csX35" fmla="*/ 42186 w 89121"/>
                <a:gd name="csY35" fmla="*/ 245995 h 359599"/>
                <a:gd name="csX36" fmla="*/ 42646 w 89121"/>
                <a:gd name="csY36" fmla="*/ 271240 h 359599"/>
                <a:gd name="csX37" fmla="*/ 54750 w 89121"/>
                <a:gd name="csY37" fmla="*/ 271019 h 359599"/>
                <a:gd name="csX38" fmla="*/ 54290 w 89121"/>
                <a:gd name="csY38" fmla="*/ 245774 h 359599"/>
                <a:gd name="csX39" fmla="*/ 42186 w 89121"/>
                <a:gd name="csY39" fmla="*/ 245995 h 359599"/>
                <a:gd name="csX40" fmla="*/ 43107 w 89121"/>
                <a:gd name="csY40" fmla="*/ 296486 h 359599"/>
                <a:gd name="csX41" fmla="*/ 43566 w 89121"/>
                <a:gd name="csY41" fmla="*/ 321731 h 359599"/>
                <a:gd name="csX42" fmla="*/ 55670 w 89121"/>
                <a:gd name="csY42" fmla="*/ 321510 h 359599"/>
                <a:gd name="csX43" fmla="*/ 55211 w 89121"/>
                <a:gd name="csY43" fmla="*/ 296265 h 359599"/>
                <a:gd name="csX44" fmla="*/ 43107 w 89121"/>
                <a:gd name="csY44" fmla="*/ 296486 h 359599"/>
                <a:gd name="csX45" fmla="*/ 44034 w 89121"/>
                <a:gd name="csY45" fmla="*/ 346977 h 359599"/>
                <a:gd name="csX46" fmla="*/ 44260 w 89121"/>
                <a:gd name="csY46" fmla="*/ 359600 h 359599"/>
                <a:gd name="csX47" fmla="*/ 56364 w 89121"/>
                <a:gd name="csY47" fmla="*/ 359379 h 359599"/>
                <a:gd name="csX48" fmla="*/ 56130 w 89121"/>
                <a:gd name="csY48" fmla="*/ 346756 h 359599"/>
                <a:gd name="csX49" fmla="*/ 44034 w 89121"/>
                <a:gd name="csY49" fmla="*/ 346977 h 359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89121" h="359599">
                  <a:moveTo>
                    <a:pt x="48061" y="1695"/>
                  </a:moveTo>
                  <a:cubicBezTo>
                    <a:pt x="45648" y="-625"/>
                    <a:pt x="41824" y="-555"/>
                    <a:pt x="39499" y="1851"/>
                  </a:cubicBezTo>
                  <a:lnTo>
                    <a:pt x="1695" y="41063"/>
                  </a:lnTo>
                  <a:cubicBezTo>
                    <a:pt x="-621" y="43469"/>
                    <a:pt x="-557" y="47301"/>
                    <a:pt x="1848" y="49621"/>
                  </a:cubicBezTo>
                  <a:cubicBezTo>
                    <a:pt x="4260" y="51941"/>
                    <a:pt x="8085" y="51870"/>
                    <a:pt x="10409" y="49464"/>
                  </a:cubicBezTo>
                  <a:lnTo>
                    <a:pt x="44011" y="14609"/>
                  </a:lnTo>
                  <a:lnTo>
                    <a:pt x="78870" y="48213"/>
                  </a:lnTo>
                  <a:cubicBezTo>
                    <a:pt x="81275" y="50533"/>
                    <a:pt x="85107" y="50464"/>
                    <a:pt x="87423" y="48058"/>
                  </a:cubicBezTo>
                  <a:cubicBezTo>
                    <a:pt x="89747" y="45651"/>
                    <a:pt x="89675" y="41820"/>
                    <a:pt x="87270" y="39500"/>
                  </a:cubicBezTo>
                  <a:lnTo>
                    <a:pt x="48061" y="1695"/>
                  </a:lnTo>
                  <a:close/>
                  <a:moveTo>
                    <a:pt x="37805" y="6162"/>
                  </a:moveTo>
                  <a:lnTo>
                    <a:pt x="38039" y="18785"/>
                  </a:lnTo>
                  <a:lnTo>
                    <a:pt x="50135" y="18564"/>
                  </a:lnTo>
                  <a:lnTo>
                    <a:pt x="49909" y="5941"/>
                  </a:lnTo>
                  <a:lnTo>
                    <a:pt x="37805" y="6162"/>
                  </a:lnTo>
                  <a:close/>
                  <a:moveTo>
                    <a:pt x="38499" y="44031"/>
                  </a:moveTo>
                  <a:lnTo>
                    <a:pt x="38959" y="69276"/>
                  </a:lnTo>
                  <a:lnTo>
                    <a:pt x="51063" y="69055"/>
                  </a:lnTo>
                  <a:lnTo>
                    <a:pt x="50603" y="43810"/>
                  </a:lnTo>
                  <a:lnTo>
                    <a:pt x="38499" y="44031"/>
                  </a:lnTo>
                  <a:close/>
                  <a:moveTo>
                    <a:pt x="39419" y="94522"/>
                  </a:moveTo>
                  <a:lnTo>
                    <a:pt x="39879" y="119767"/>
                  </a:lnTo>
                  <a:lnTo>
                    <a:pt x="51983" y="119546"/>
                  </a:lnTo>
                  <a:lnTo>
                    <a:pt x="51523" y="94301"/>
                  </a:lnTo>
                  <a:lnTo>
                    <a:pt x="39419" y="94522"/>
                  </a:lnTo>
                  <a:close/>
                  <a:moveTo>
                    <a:pt x="40338" y="145012"/>
                  </a:moveTo>
                  <a:lnTo>
                    <a:pt x="40806" y="170258"/>
                  </a:lnTo>
                  <a:lnTo>
                    <a:pt x="52903" y="170037"/>
                  </a:lnTo>
                  <a:lnTo>
                    <a:pt x="52442" y="144791"/>
                  </a:lnTo>
                  <a:lnTo>
                    <a:pt x="40338" y="145012"/>
                  </a:lnTo>
                  <a:close/>
                  <a:moveTo>
                    <a:pt x="41267" y="195504"/>
                  </a:moveTo>
                  <a:lnTo>
                    <a:pt x="41727" y="220750"/>
                  </a:lnTo>
                  <a:lnTo>
                    <a:pt x="53831" y="220529"/>
                  </a:lnTo>
                  <a:lnTo>
                    <a:pt x="53363" y="195283"/>
                  </a:lnTo>
                  <a:lnTo>
                    <a:pt x="41267" y="195504"/>
                  </a:lnTo>
                  <a:close/>
                  <a:moveTo>
                    <a:pt x="42186" y="245995"/>
                  </a:moveTo>
                  <a:lnTo>
                    <a:pt x="42646" y="271240"/>
                  </a:lnTo>
                  <a:lnTo>
                    <a:pt x="54750" y="271019"/>
                  </a:lnTo>
                  <a:lnTo>
                    <a:pt x="54290" y="245774"/>
                  </a:lnTo>
                  <a:lnTo>
                    <a:pt x="42186" y="245995"/>
                  </a:lnTo>
                  <a:close/>
                  <a:moveTo>
                    <a:pt x="43107" y="296486"/>
                  </a:moveTo>
                  <a:lnTo>
                    <a:pt x="43566" y="321731"/>
                  </a:lnTo>
                  <a:lnTo>
                    <a:pt x="55670" y="321510"/>
                  </a:lnTo>
                  <a:lnTo>
                    <a:pt x="55211" y="296265"/>
                  </a:lnTo>
                  <a:lnTo>
                    <a:pt x="43107" y="296486"/>
                  </a:lnTo>
                  <a:close/>
                  <a:moveTo>
                    <a:pt x="44034" y="346977"/>
                  </a:moveTo>
                  <a:lnTo>
                    <a:pt x="44260" y="359600"/>
                  </a:lnTo>
                  <a:lnTo>
                    <a:pt x="56364" y="359379"/>
                  </a:lnTo>
                  <a:lnTo>
                    <a:pt x="56130" y="346756"/>
                  </a:lnTo>
                  <a:lnTo>
                    <a:pt x="44034" y="346977"/>
                  </a:lnTo>
                  <a:close/>
                </a:path>
              </a:pathLst>
            </a:custGeom>
            <a:solidFill>
              <a:srgbClr val="3182BA"/>
            </a:solidFill>
            <a:ln w="807" cap="flat">
              <a:noFill/>
              <a:prstDash val="solid"/>
              <a:miter/>
            </a:ln>
          </p:spPr>
        </p:sp>
        <p:sp>
          <p:nvSpPr>
            <p:cNvPr id="512" name="任意形状 511">
              <a:extLst>
                <a:ext uri="{FF2B5EF4-FFF2-40B4-BE49-F238E27FC236}">
                  <a16:creationId xmlns:a16="http://schemas.microsoft.com/office/drawing/2014/main" id="{1D864F09-ED22-54B2-F0BE-212A93419B13}"/>
                </a:ext>
              </a:extLst>
            </p:cNvPr>
            <p:cNvSpPr/>
            <p:nvPr/>
          </p:nvSpPr>
          <p:spPr>
            <a:xfrm>
              <a:off x="9974567" y="3131478"/>
              <a:ext cx="501142" cy="425806"/>
            </a:xfrm>
            <a:custGeom>
              <a:avLst/>
              <a:gdLst>
                <a:gd name="csX0" fmla="*/ 0 w 370383"/>
                <a:gd name="csY0" fmla="*/ 0 h 314704"/>
                <a:gd name="csX1" fmla="*/ 370383 w 370383"/>
                <a:gd name="csY1" fmla="*/ 0 h 314704"/>
                <a:gd name="csX2" fmla="*/ 370383 w 370383"/>
                <a:gd name="csY2" fmla="*/ 314705 h 314704"/>
                <a:gd name="csX3" fmla="*/ 0 w 370383"/>
                <a:gd name="csY3" fmla="*/ 314705 h 314704"/>
              </a:gdLst>
              <a:ahLst/>
              <a:cxnLst>
                <a:cxn ang="0">
                  <a:pos x="csX0" y="csY0"/>
                </a:cxn>
                <a:cxn ang="0">
                  <a:pos x="csX1" y="csY1"/>
                </a:cxn>
                <a:cxn ang="0">
                  <a:pos x="csX2" y="csY2"/>
                </a:cxn>
                <a:cxn ang="0">
                  <a:pos x="csX3" y="csY3"/>
                </a:cxn>
              </a:cxnLst>
              <a:rect l="l" t="t" r="r" b="b"/>
              <a:pathLst>
                <a:path w="370383" h="314704">
                  <a:moveTo>
                    <a:pt x="0" y="0"/>
                  </a:moveTo>
                  <a:lnTo>
                    <a:pt x="370383" y="0"/>
                  </a:lnTo>
                  <a:lnTo>
                    <a:pt x="370383" y="314705"/>
                  </a:lnTo>
                  <a:lnTo>
                    <a:pt x="0" y="314705"/>
                  </a:lnTo>
                  <a:close/>
                </a:path>
              </a:pathLst>
            </a:custGeom>
            <a:solidFill>
              <a:srgbClr val="D1E7F7"/>
            </a:solidFill>
            <a:ln w="8069" cap="flat">
              <a:solidFill>
                <a:srgbClr val="000000"/>
              </a:solidFill>
              <a:custDash>
                <a:ds d="1500000" sp="1500000"/>
              </a:custDash>
              <a:miter/>
            </a:ln>
          </p:spPr>
        </p:sp>
        <p:sp>
          <p:nvSpPr>
            <p:cNvPr id="513" name="任意形状 512">
              <a:extLst>
                <a:ext uri="{FF2B5EF4-FFF2-40B4-BE49-F238E27FC236}">
                  <a16:creationId xmlns:a16="http://schemas.microsoft.com/office/drawing/2014/main" id="{700836BC-8871-E926-3EE6-C2E027D704A8}"/>
                </a:ext>
              </a:extLst>
            </p:cNvPr>
            <p:cNvSpPr/>
            <p:nvPr/>
          </p:nvSpPr>
          <p:spPr>
            <a:xfrm>
              <a:off x="10735561" y="2782099"/>
              <a:ext cx="556823" cy="425806"/>
            </a:xfrm>
            <a:custGeom>
              <a:avLst/>
              <a:gdLst>
                <a:gd name="csX0" fmla="*/ 0 w 411536"/>
                <a:gd name="csY0" fmla="*/ 0 h 314704"/>
                <a:gd name="csX1" fmla="*/ 411537 w 411536"/>
                <a:gd name="csY1" fmla="*/ 0 h 314704"/>
                <a:gd name="csX2" fmla="*/ 411537 w 411536"/>
                <a:gd name="csY2" fmla="*/ 314705 h 314704"/>
                <a:gd name="csX3" fmla="*/ 0 w 411536"/>
                <a:gd name="csY3" fmla="*/ 314705 h 314704"/>
              </a:gdLst>
              <a:ahLst/>
              <a:cxnLst>
                <a:cxn ang="0">
                  <a:pos x="csX0" y="csY0"/>
                </a:cxn>
                <a:cxn ang="0">
                  <a:pos x="csX1" y="csY1"/>
                </a:cxn>
                <a:cxn ang="0">
                  <a:pos x="csX2" y="csY2"/>
                </a:cxn>
                <a:cxn ang="0">
                  <a:pos x="csX3" y="csY3"/>
                </a:cxn>
              </a:cxnLst>
              <a:rect l="l" t="t" r="r" b="b"/>
              <a:pathLst>
                <a:path w="411536" h="314704">
                  <a:moveTo>
                    <a:pt x="0" y="0"/>
                  </a:moveTo>
                  <a:lnTo>
                    <a:pt x="411537" y="0"/>
                  </a:lnTo>
                  <a:lnTo>
                    <a:pt x="411537" y="314705"/>
                  </a:lnTo>
                  <a:lnTo>
                    <a:pt x="0" y="314705"/>
                  </a:lnTo>
                  <a:close/>
                </a:path>
              </a:pathLst>
            </a:custGeom>
            <a:solidFill>
              <a:srgbClr val="FFC28C"/>
            </a:solidFill>
            <a:ln w="8069" cap="flat">
              <a:solidFill>
                <a:srgbClr val="000000"/>
              </a:solidFill>
              <a:custDash>
                <a:ds d="1500000" sp="1500000"/>
              </a:custDash>
              <a:miter/>
            </a:ln>
          </p:spPr>
        </p:sp>
        <p:sp>
          <p:nvSpPr>
            <p:cNvPr id="514" name="任意形状 513">
              <a:extLst>
                <a:ext uri="{FF2B5EF4-FFF2-40B4-BE49-F238E27FC236}">
                  <a16:creationId xmlns:a16="http://schemas.microsoft.com/office/drawing/2014/main" id="{6A03B887-7F79-2A6C-7ECC-874367038A1A}"/>
                </a:ext>
              </a:extLst>
            </p:cNvPr>
            <p:cNvSpPr/>
            <p:nvPr/>
          </p:nvSpPr>
          <p:spPr>
            <a:xfrm>
              <a:off x="10723551" y="2000361"/>
              <a:ext cx="568834" cy="425806"/>
            </a:xfrm>
            <a:custGeom>
              <a:avLst/>
              <a:gdLst>
                <a:gd name="csX0" fmla="*/ 0 w 420413"/>
                <a:gd name="csY0" fmla="*/ 0 h 314704"/>
                <a:gd name="csX1" fmla="*/ 420413 w 420413"/>
                <a:gd name="csY1" fmla="*/ 0 h 314704"/>
                <a:gd name="csX2" fmla="*/ 420413 w 420413"/>
                <a:gd name="csY2" fmla="*/ 314705 h 314704"/>
                <a:gd name="csX3" fmla="*/ 0 w 420413"/>
                <a:gd name="csY3" fmla="*/ 314705 h 314704"/>
              </a:gdLst>
              <a:ahLst/>
              <a:cxnLst>
                <a:cxn ang="0">
                  <a:pos x="csX0" y="csY0"/>
                </a:cxn>
                <a:cxn ang="0">
                  <a:pos x="csX1" y="csY1"/>
                </a:cxn>
                <a:cxn ang="0">
                  <a:pos x="csX2" y="csY2"/>
                </a:cxn>
                <a:cxn ang="0">
                  <a:pos x="csX3" y="csY3"/>
                </a:cxn>
              </a:cxnLst>
              <a:rect l="l" t="t" r="r" b="b"/>
              <a:pathLst>
                <a:path w="420413" h="314704">
                  <a:moveTo>
                    <a:pt x="0" y="0"/>
                  </a:moveTo>
                  <a:lnTo>
                    <a:pt x="420413" y="0"/>
                  </a:lnTo>
                  <a:lnTo>
                    <a:pt x="420413" y="314705"/>
                  </a:lnTo>
                  <a:lnTo>
                    <a:pt x="0" y="314705"/>
                  </a:lnTo>
                  <a:close/>
                </a:path>
              </a:pathLst>
            </a:custGeom>
            <a:solidFill>
              <a:srgbClr val="F6C3A8"/>
            </a:solidFill>
            <a:ln w="8069" cap="flat">
              <a:solidFill>
                <a:srgbClr val="000000"/>
              </a:solidFill>
              <a:custDash>
                <a:ds d="1500000" sp="1500000"/>
              </a:custDash>
              <a:miter/>
            </a:ln>
          </p:spPr>
        </p:sp>
        <p:sp>
          <p:nvSpPr>
            <p:cNvPr id="515" name="任意形状 514">
              <a:extLst>
                <a:ext uri="{FF2B5EF4-FFF2-40B4-BE49-F238E27FC236}">
                  <a16:creationId xmlns:a16="http://schemas.microsoft.com/office/drawing/2014/main" id="{4D635768-7383-D15D-4D87-7D9F193F30C1}"/>
                </a:ext>
              </a:extLst>
            </p:cNvPr>
            <p:cNvSpPr/>
            <p:nvPr/>
          </p:nvSpPr>
          <p:spPr>
            <a:xfrm>
              <a:off x="10481169" y="3118128"/>
              <a:ext cx="245110" cy="120595"/>
            </a:xfrm>
            <a:custGeom>
              <a:avLst/>
              <a:gdLst>
                <a:gd name="csX0" fmla="*/ 179382 w 181155"/>
                <a:gd name="csY0" fmla="*/ 48842 h 89129"/>
                <a:gd name="csX1" fmla="*/ 179382 w 181155"/>
                <a:gd name="csY1" fmla="*/ 40288 h 89129"/>
                <a:gd name="csX2" fmla="*/ 140867 w 181155"/>
                <a:gd name="csY2" fmla="*/ 1773 h 89129"/>
                <a:gd name="csX3" fmla="*/ 132313 w 181155"/>
                <a:gd name="csY3" fmla="*/ 1773 h 89129"/>
                <a:gd name="csX4" fmla="*/ 132313 w 181155"/>
                <a:gd name="csY4" fmla="*/ 10327 h 89129"/>
                <a:gd name="csX5" fmla="*/ 166543 w 181155"/>
                <a:gd name="csY5" fmla="*/ 44565 h 89129"/>
                <a:gd name="csX6" fmla="*/ 132313 w 181155"/>
                <a:gd name="csY6" fmla="*/ 78803 h 89129"/>
                <a:gd name="csX7" fmla="*/ 132313 w 181155"/>
                <a:gd name="csY7" fmla="*/ 87357 h 89129"/>
                <a:gd name="csX8" fmla="*/ 140867 w 181155"/>
                <a:gd name="csY8" fmla="*/ 87357 h 89129"/>
                <a:gd name="csX9" fmla="*/ 179382 w 181155"/>
                <a:gd name="csY9" fmla="*/ 48842 h 89129"/>
                <a:gd name="csX10" fmla="*/ 0 w 181155"/>
                <a:gd name="csY10" fmla="*/ 50617 h 89129"/>
                <a:gd name="csX11" fmla="*/ 14589 w 181155"/>
                <a:gd name="csY11" fmla="*/ 50617 h 89129"/>
                <a:gd name="csX12" fmla="*/ 14589 w 181155"/>
                <a:gd name="csY12" fmla="*/ 38513 h 89129"/>
                <a:gd name="csX13" fmla="*/ 0 w 181155"/>
                <a:gd name="csY13" fmla="*/ 38513 h 89129"/>
                <a:gd name="csX14" fmla="*/ 0 w 181155"/>
                <a:gd name="csY14" fmla="*/ 50617 h 89129"/>
                <a:gd name="csX15" fmla="*/ 43776 w 181155"/>
                <a:gd name="csY15" fmla="*/ 50617 h 89129"/>
                <a:gd name="csX16" fmla="*/ 72963 w 181155"/>
                <a:gd name="csY16" fmla="*/ 50617 h 89129"/>
                <a:gd name="csX17" fmla="*/ 72963 w 181155"/>
                <a:gd name="csY17" fmla="*/ 38513 h 89129"/>
                <a:gd name="csX18" fmla="*/ 43776 w 181155"/>
                <a:gd name="csY18" fmla="*/ 38513 h 89129"/>
                <a:gd name="csX19" fmla="*/ 43776 w 181155"/>
                <a:gd name="csY19" fmla="*/ 50617 h 89129"/>
                <a:gd name="csX20" fmla="*/ 102142 w 181155"/>
                <a:gd name="csY20" fmla="*/ 50617 h 89129"/>
                <a:gd name="csX21" fmla="*/ 131329 w 181155"/>
                <a:gd name="csY21" fmla="*/ 50617 h 89129"/>
                <a:gd name="csX22" fmla="*/ 131329 w 181155"/>
                <a:gd name="csY22" fmla="*/ 38513 h 89129"/>
                <a:gd name="csX23" fmla="*/ 102142 w 181155"/>
                <a:gd name="csY23" fmla="*/ 38513 h 89129"/>
                <a:gd name="csX24" fmla="*/ 102142 w 181155"/>
                <a:gd name="csY24" fmla="*/ 50617 h 89129"/>
                <a:gd name="csX25" fmla="*/ 160515 w 181155"/>
                <a:gd name="csY25" fmla="*/ 50617 h 89129"/>
                <a:gd name="csX26" fmla="*/ 175105 w 181155"/>
                <a:gd name="csY26" fmla="*/ 50617 h 89129"/>
                <a:gd name="csX27" fmla="*/ 175105 w 181155"/>
                <a:gd name="csY27" fmla="*/ 38513 h 89129"/>
                <a:gd name="csX28" fmla="*/ 160515 w 181155"/>
                <a:gd name="csY28" fmla="*/ 38513 h 89129"/>
                <a:gd name="csX29" fmla="*/ 160515 w 181155"/>
                <a:gd name="csY29" fmla="*/ 50617 h 89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81155" h="89129">
                  <a:moveTo>
                    <a:pt x="179382" y="48842"/>
                  </a:moveTo>
                  <a:cubicBezTo>
                    <a:pt x="181746" y="46477"/>
                    <a:pt x="181746" y="42653"/>
                    <a:pt x="179382" y="40288"/>
                  </a:cubicBezTo>
                  <a:lnTo>
                    <a:pt x="140867" y="1773"/>
                  </a:lnTo>
                  <a:cubicBezTo>
                    <a:pt x="138502" y="-591"/>
                    <a:pt x="134678" y="-591"/>
                    <a:pt x="132313" y="1773"/>
                  </a:cubicBezTo>
                  <a:cubicBezTo>
                    <a:pt x="129949" y="4138"/>
                    <a:pt x="129949" y="7962"/>
                    <a:pt x="132313" y="10327"/>
                  </a:cubicBezTo>
                  <a:lnTo>
                    <a:pt x="166543" y="44565"/>
                  </a:lnTo>
                  <a:lnTo>
                    <a:pt x="132313" y="78803"/>
                  </a:lnTo>
                  <a:cubicBezTo>
                    <a:pt x="129949" y="81168"/>
                    <a:pt x="129949" y="84992"/>
                    <a:pt x="132313" y="87357"/>
                  </a:cubicBezTo>
                  <a:cubicBezTo>
                    <a:pt x="134678" y="89721"/>
                    <a:pt x="138502" y="89721"/>
                    <a:pt x="140867" y="87357"/>
                  </a:cubicBezTo>
                  <a:lnTo>
                    <a:pt x="179382" y="48842"/>
                  </a:lnTo>
                  <a:close/>
                  <a:moveTo>
                    <a:pt x="0" y="50617"/>
                  </a:moveTo>
                  <a:lnTo>
                    <a:pt x="14589" y="50617"/>
                  </a:lnTo>
                  <a:lnTo>
                    <a:pt x="14589" y="38513"/>
                  </a:lnTo>
                  <a:lnTo>
                    <a:pt x="0" y="38513"/>
                  </a:lnTo>
                  <a:lnTo>
                    <a:pt x="0" y="50617"/>
                  </a:lnTo>
                  <a:close/>
                  <a:moveTo>
                    <a:pt x="43776" y="50617"/>
                  </a:moveTo>
                  <a:lnTo>
                    <a:pt x="72963" y="50617"/>
                  </a:lnTo>
                  <a:lnTo>
                    <a:pt x="72963" y="38513"/>
                  </a:lnTo>
                  <a:lnTo>
                    <a:pt x="43776" y="38513"/>
                  </a:lnTo>
                  <a:lnTo>
                    <a:pt x="43776" y="50617"/>
                  </a:lnTo>
                  <a:close/>
                  <a:moveTo>
                    <a:pt x="102142" y="50617"/>
                  </a:moveTo>
                  <a:lnTo>
                    <a:pt x="131329" y="50617"/>
                  </a:lnTo>
                  <a:lnTo>
                    <a:pt x="131329" y="38513"/>
                  </a:lnTo>
                  <a:lnTo>
                    <a:pt x="102142" y="38513"/>
                  </a:lnTo>
                  <a:lnTo>
                    <a:pt x="102142" y="50617"/>
                  </a:lnTo>
                  <a:close/>
                  <a:moveTo>
                    <a:pt x="160515" y="50617"/>
                  </a:moveTo>
                  <a:lnTo>
                    <a:pt x="175105" y="50617"/>
                  </a:lnTo>
                  <a:lnTo>
                    <a:pt x="175105" y="38513"/>
                  </a:lnTo>
                  <a:lnTo>
                    <a:pt x="160515" y="38513"/>
                  </a:lnTo>
                  <a:lnTo>
                    <a:pt x="160515" y="50617"/>
                  </a:lnTo>
                  <a:close/>
                </a:path>
              </a:pathLst>
            </a:custGeom>
            <a:solidFill>
              <a:srgbClr val="FB8501"/>
            </a:solidFill>
            <a:ln w="807" cap="flat">
              <a:noFill/>
              <a:prstDash val="solid"/>
              <a:miter/>
            </a:ln>
          </p:spPr>
        </p:sp>
        <p:sp>
          <p:nvSpPr>
            <p:cNvPr id="516" name="任意形状 515">
              <a:extLst>
                <a:ext uri="{FF2B5EF4-FFF2-40B4-BE49-F238E27FC236}">
                  <a16:creationId xmlns:a16="http://schemas.microsoft.com/office/drawing/2014/main" id="{A4FCAC88-BFBF-109A-9359-610E7F99C514}"/>
                </a:ext>
              </a:extLst>
            </p:cNvPr>
            <p:cNvSpPr/>
            <p:nvPr/>
          </p:nvSpPr>
          <p:spPr>
            <a:xfrm>
              <a:off x="10832329" y="2178529"/>
              <a:ext cx="370942" cy="135761"/>
            </a:xfrm>
            <a:custGeom>
              <a:avLst/>
              <a:gdLst>
                <a:gd name="csX0" fmla="*/ 27694 w 274156"/>
                <a:gd name="csY0" fmla="*/ 78219 h 100338"/>
                <a:gd name="csX1" fmla="*/ 13459 w 274156"/>
                <a:gd name="csY1" fmla="*/ 89747 h 100338"/>
                <a:gd name="csX2" fmla="*/ 19697 w 274156"/>
                <a:gd name="csY2" fmla="*/ 89140 h 100338"/>
                <a:gd name="csX3" fmla="*/ 24765 w 274156"/>
                <a:gd name="csY3" fmla="*/ 89471 h 100338"/>
                <a:gd name="csX4" fmla="*/ 34811 w 274156"/>
                <a:gd name="csY4" fmla="*/ 91513 h 100338"/>
                <a:gd name="csX5" fmla="*/ 48271 w 274156"/>
                <a:gd name="csY5" fmla="*/ 93278 h 100338"/>
                <a:gd name="csX6" fmla="*/ 58640 w 274156"/>
                <a:gd name="csY6" fmla="*/ 91126 h 100338"/>
                <a:gd name="csX7" fmla="*/ 66968 w 274156"/>
                <a:gd name="csY7" fmla="*/ 84066 h 100338"/>
                <a:gd name="csX8" fmla="*/ 68791 w 274156"/>
                <a:gd name="csY8" fmla="*/ 84948 h 100338"/>
                <a:gd name="csX9" fmla="*/ 55380 w 274156"/>
                <a:gd name="csY9" fmla="*/ 96698 h 100338"/>
                <a:gd name="csX10" fmla="*/ 38999 w 274156"/>
                <a:gd name="csY10" fmla="*/ 100338 h 100338"/>
                <a:gd name="csX11" fmla="*/ 25871 w 274156"/>
                <a:gd name="csY11" fmla="*/ 98463 h 100338"/>
                <a:gd name="csX12" fmla="*/ 8054 w 274156"/>
                <a:gd name="csY12" fmla="*/ 95650 h 100338"/>
                <a:gd name="csX13" fmla="*/ 4906 w 274156"/>
                <a:gd name="csY13" fmla="*/ 95925 h 100338"/>
                <a:gd name="csX14" fmla="*/ 1267 w 274156"/>
                <a:gd name="csY14" fmla="*/ 97249 h 100338"/>
                <a:gd name="csX15" fmla="*/ 0 w 274156"/>
                <a:gd name="csY15" fmla="*/ 95760 h 100338"/>
                <a:gd name="csX16" fmla="*/ 22619 w 274156"/>
                <a:gd name="csY16" fmla="*/ 77888 h 100338"/>
                <a:gd name="csX17" fmla="*/ 6730 w 274156"/>
                <a:gd name="csY17" fmla="*/ 68676 h 100338"/>
                <a:gd name="csX18" fmla="*/ 1323 w 274156"/>
                <a:gd name="csY18" fmla="*/ 52072 h 100338"/>
                <a:gd name="csX19" fmla="*/ 8602 w 274156"/>
                <a:gd name="csY19" fmla="*/ 27084 h 100338"/>
                <a:gd name="csX20" fmla="*/ 27307 w 274156"/>
                <a:gd name="csY20" fmla="*/ 7116 h 100338"/>
                <a:gd name="csX21" fmla="*/ 49699 w 274156"/>
                <a:gd name="csY21" fmla="*/ 0 h 100338"/>
                <a:gd name="csX22" fmla="*/ 63603 w 274156"/>
                <a:gd name="csY22" fmla="*/ 3309 h 100338"/>
                <a:gd name="csX23" fmla="*/ 72535 w 274156"/>
                <a:gd name="csY23" fmla="*/ 12963 h 100338"/>
                <a:gd name="csX24" fmla="*/ 75682 w 274156"/>
                <a:gd name="csY24" fmla="*/ 25870 h 100338"/>
                <a:gd name="csX25" fmla="*/ 68452 w 274156"/>
                <a:gd name="csY25" fmla="*/ 51576 h 100338"/>
                <a:gd name="csX26" fmla="*/ 50474 w 274156"/>
                <a:gd name="csY26" fmla="*/ 71323 h 100338"/>
                <a:gd name="csX27" fmla="*/ 27694 w 274156"/>
                <a:gd name="csY27" fmla="*/ 78219 h 100338"/>
                <a:gd name="csX28" fmla="*/ 48376 w 274156"/>
                <a:gd name="csY28" fmla="*/ 3530 h 100338"/>
                <a:gd name="csX29" fmla="*/ 37563 w 274156"/>
                <a:gd name="csY29" fmla="*/ 6288 h 100338"/>
                <a:gd name="csX30" fmla="*/ 27137 w 274156"/>
                <a:gd name="csY30" fmla="*/ 15224 h 100338"/>
                <a:gd name="csX31" fmla="*/ 17817 w 274156"/>
                <a:gd name="csY31" fmla="*/ 31441 h 100338"/>
                <a:gd name="csX32" fmla="*/ 12798 w 274156"/>
                <a:gd name="csY32" fmla="*/ 54775 h 100338"/>
                <a:gd name="csX33" fmla="*/ 16825 w 274156"/>
                <a:gd name="csY33" fmla="*/ 68676 h 100338"/>
                <a:gd name="csX34" fmla="*/ 29179 w 274156"/>
                <a:gd name="csY34" fmla="*/ 74688 h 100338"/>
                <a:gd name="csX35" fmla="*/ 38999 w 274156"/>
                <a:gd name="csY35" fmla="*/ 72206 h 100338"/>
                <a:gd name="csX36" fmla="*/ 49038 w 274156"/>
                <a:gd name="csY36" fmla="*/ 63766 h 100338"/>
                <a:gd name="csX37" fmla="*/ 60125 w 274156"/>
                <a:gd name="csY37" fmla="*/ 44405 h 100338"/>
                <a:gd name="csX38" fmla="*/ 64595 w 274156"/>
                <a:gd name="csY38" fmla="*/ 22561 h 100338"/>
                <a:gd name="csX39" fmla="*/ 60569 w 274156"/>
                <a:gd name="csY39" fmla="*/ 9322 h 100338"/>
                <a:gd name="csX40" fmla="*/ 48376 w 274156"/>
                <a:gd name="csY40" fmla="*/ 3530 h 100338"/>
                <a:gd name="csX41" fmla="*/ 93943 w 274156"/>
                <a:gd name="csY41" fmla="*/ 1710 h 100338"/>
                <a:gd name="csX42" fmla="*/ 123396 w 274156"/>
                <a:gd name="csY42" fmla="*/ 1710 h 100338"/>
                <a:gd name="csX43" fmla="*/ 140721 w 274156"/>
                <a:gd name="csY43" fmla="*/ 6729 h 100338"/>
                <a:gd name="csX44" fmla="*/ 146451 w 274156"/>
                <a:gd name="csY44" fmla="*/ 18865 h 100338"/>
                <a:gd name="csX45" fmla="*/ 142812 w 274156"/>
                <a:gd name="csY45" fmla="*/ 29897 h 100338"/>
                <a:gd name="csX46" fmla="*/ 131999 w 274156"/>
                <a:gd name="csY46" fmla="*/ 38613 h 100338"/>
                <a:gd name="csX47" fmla="*/ 116505 w 274156"/>
                <a:gd name="csY47" fmla="*/ 41923 h 100338"/>
                <a:gd name="csX48" fmla="*/ 103320 w 274156"/>
                <a:gd name="csY48" fmla="*/ 40047 h 100338"/>
                <a:gd name="csX49" fmla="*/ 97365 w 274156"/>
                <a:gd name="csY49" fmla="*/ 60456 h 100338"/>
                <a:gd name="csX50" fmla="*/ 95267 w 274156"/>
                <a:gd name="csY50" fmla="*/ 70055 h 100338"/>
                <a:gd name="csX51" fmla="*/ 96752 w 274156"/>
                <a:gd name="csY51" fmla="*/ 72978 h 100338"/>
                <a:gd name="csX52" fmla="*/ 103868 w 274156"/>
                <a:gd name="csY52" fmla="*/ 74468 h 100338"/>
                <a:gd name="csX53" fmla="*/ 103320 w 274156"/>
                <a:gd name="csY53" fmla="*/ 76509 h 100338"/>
                <a:gd name="csX54" fmla="*/ 73585 w 274156"/>
                <a:gd name="csY54" fmla="*/ 76509 h 100338"/>
                <a:gd name="csX55" fmla="*/ 74190 w 274156"/>
                <a:gd name="csY55" fmla="*/ 74468 h 100338"/>
                <a:gd name="csX56" fmla="*/ 82300 w 274156"/>
                <a:gd name="csY56" fmla="*/ 72482 h 100338"/>
                <a:gd name="csX57" fmla="*/ 87270 w 274156"/>
                <a:gd name="csY57" fmla="*/ 61339 h 100338"/>
                <a:gd name="csX58" fmla="*/ 99624 w 274156"/>
                <a:gd name="csY58" fmla="*/ 18755 h 100338"/>
                <a:gd name="csX59" fmla="*/ 101828 w 274156"/>
                <a:gd name="csY59" fmla="*/ 8495 h 100338"/>
                <a:gd name="csX60" fmla="*/ 100229 w 274156"/>
                <a:gd name="csY60" fmla="*/ 5295 h 100338"/>
                <a:gd name="csX61" fmla="*/ 93330 w 274156"/>
                <a:gd name="csY61" fmla="*/ 3751 h 100338"/>
                <a:gd name="csX62" fmla="*/ 93943 w 274156"/>
                <a:gd name="csY62" fmla="*/ 1710 h 100338"/>
                <a:gd name="csX63" fmla="*/ 104256 w 274156"/>
                <a:gd name="csY63" fmla="*/ 36572 h 100338"/>
                <a:gd name="csX64" fmla="*/ 114294 w 274156"/>
                <a:gd name="csY64" fmla="*/ 38171 h 100338"/>
                <a:gd name="csX65" fmla="*/ 125220 w 274156"/>
                <a:gd name="csY65" fmla="*/ 35689 h 100338"/>
                <a:gd name="csX66" fmla="*/ 132943 w 274156"/>
                <a:gd name="csY66" fmla="*/ 28243 h 100338"/>
                <a:gd name="csX67" fmla="*/ 135751 w 274156"/>
                <a:gd name="csY67" fmla="*/ 17927 h 100338"/>
                <a:gd name="csX68" fmla="*/ 132330 w 274156"/>
                <a:gd name="csY68" fmla="*/ 9101 h 100338"/>
                <a:gd name="csX69" fmla="*/ 121960 w 274156"/>
                <a:gd name="csY69" fmla="*/ 5847 h 100338"/>
                <a:gd name="csX70" fmla="*/ 112858 w 274156"/>
                <a:gd name="csY70" fmla="*/ 6785 h 100338"/>
                <a:gd name="csX71" fmla="*/ 104256 w 274156"/>
                <a:gd name="csY71" fmla="*/ 36572 h 100338"/>
                <a:gd name="csX72" fmla="*/ 160136 w 274156"/>
                <a:gd name="csY72" fmla="*/ 1710 h 100338"/>
                <a:gd name="csX73" fmla="*/ 191744 w 274156"/>
                <a:gd name="csY73" fmla="*/ 1710 h 100338"/>
                <a:gd name="csX74" fmla="*/ 191139 w 274156"/>
                <a:gd name="csY74" fmla="*/ 3751 h 100338"/>
                <a:gd name="csX75" fmla="*/ 184183 w 274156"/>
                <a:gd name="csY75" fmla="*/ 4688 h 100338"/>
                <a:gd name="csX76" fmla="*/ 180657 w 274156"/>
                <a:gd name="csY76" fmla="*/ 7501 h 100338"/>
                <a:gd name="csX77" fmla="*/ 177623 w 274156"/>
                <a:gd name="csY77" fmla="*/ 15059 h 100338"/>
                <a:gd name="csX78" fmla="*/ 169957 w 274156"/>
                <a:gd name="csY78" fmla="*/ 41536 h 100338"/>
                <a:gd name="csX79" fmla="*/ 167528 w 274156"/>
                <a:gd name="csY79" fmla="*/ 50804 h 100338"/>
                <a:gd name="csX80" fmla="*/ 166866 w 274156"/>
                <a:gd name="csY80" fmla="*/ 57367 h 100338"/>
                <a:gd name="csX81" fmla="*/ 171829 w 274156"/>
                <a:gd name="csY81" fmla="*/ 68676 h 100338"/>
                <a:gd name="csX82" fmla="*/ 185119 w 274156"/>
                <a:gd name="csY82" fmla="*/ 73254 h 100338"/>
                <a:gd name="csX83" fmla="*/ 194883 w 274156"/>
                <a:gd name="csY83" fmla="*/ 71214 h 100338"/>
                <a:gd name="csX84" fmla="*/ 202226 w 274156"/>
                <a:gd name="csY84" fmla="*/ 65421 h 100338"/>
                <a:gd name="csX85" fmla="*/ 207850 w 274156"/>
                <a:gd name="csY85" fmla="*/ 55327 h 100338"/>
                <a:gd name="csX86" fmla="*/ 212321 w 274156"/>
                <a:gd name="csY86" fmla="*/ 42419 h 100338"/>
                <a:gd name="csX87" fmla="*/ 218938 w 274156"/>
                <a:gd name="csY87" fmla="*/ 19582 h 100338"/>
                <a:gd name="csX88" fmla="*/ 221423 w 274156"/>
                <a:gd name="csY88" fmla="*/ 8440 h 100338"/>
                <a:gd name="csX89" fmla="*/ 219713 w 274156"/>
                <a:gd name="csY89" fmla="*/ 5350 h 100338"/>
                <a:gd name="csX90" fmla="*/ 212926 w 274156"/>
                <a:gd name="csY90" fmla="*/ 3751 h 100338"/>
                <a:gd name="csX91" fmla="*/ 213531 w 274156"/>
                <a:gd name="csY91" fmla="*/ 1710 h 100338"/>
                <a:gd name="csX92" fmla="*/ 237304 w 274156"/>
                <a:gd name="csY92" fmla="*/ 1710 h 100338"/>
                <a:gd name="csX93" fmla="*/ 236698 w 274156"/>
                <a:gd name="csY93" fmla="*/ 3751 h 100338"/>
                <a:gd name="csX94" fmla="*/ 230631 w 274156"/>
                <a:gd name="csY94" fmla="*/ 4578 h 100338"/>
                <a:gd name="csX95" fmla="*/ 227435 w 274156"/>
                <a:gd name="csY95" fmla="*/ 7446 h 100338"/>
                <a:gd name="csX96" fmla="*/ 224345 w 274156"/>
                <a:gd name="csY96" fmla="*/ 15445 h 100338"/>
                <a:gd name="csX97" fmla="*/ 216234 w 274156"/>
                <a:gd name="csY97" fmla="*/ 43191 h 100338"/>
                <a:gd name="csX98" fmla="*/ 208843 w 274156"/>
                <a:gd name="csY98" fmla="*/ 63160 h 100338"/>
                <a:gd name="csX99" fmla="*/ 198748 w 274156"/>
                <a:gd name="csY99" fmla="*/ 73916 h 100338"/>
                <a:gd name="csX100" fmla="*/ 182424 w 274156"/>
                <a:gd name="csY100" fmla="*/ 78219 h 100338"/>
                <a:gd name="csX101" fmla="*/ 164276 w 274156"/>
                <a:gd name="csY101" fmla="*/ 71875 h 100338"/>
                <a:gd name="csX102" fmla="*/ 157377 w 274156"/>
                <a:gd name="csY102" fmla="*/ 57258 h 100338"/>
                <a:gd name="csX103" fmla="*/ 157982 w 274156"/>
                <a:gd name="csY103" fmla="*/ 50307 h 100338"/>
                <a:gd name="csX104" fmla="*/ 160136 w 274156"/>
                <a:gd name="csY104" fmla="*/ 41923 h 100338"/>
                <a:gd name="csX105" fmla="*/ 167528 w 274156"/>
                <a:gd name="csY105" fmla="*/ 16493 h 100338"/>
                <a:gd name="csX106" fmla="*/ 169069 w 274156"/>
                <a:gd name="csY106" fmla="*/ 8384 h 100338"/>
                <a:gd name="csX107" fmla="*/ 167471 w 274156"/>
                <a:gd name="csY107" fmla="*/ 5240 h 100338"/>
                <a:gd name="csX108" fmla="*/ 159579 w 274156"/>
                <a:gd name="csY108" fmla="*/ 3751 h 100338"/>
                <a:gd name="csX109" fmla="*/ 160136 w 274156"/>
                <a:gd name="csY109" fmla="*/ 1710 h 100338"/>
                <a:gd name="csX110" fmla="*/ 274156 w 274156"/>
                <a:gd name="csY110" fmla="*/ 165 h 100338"/>
                <a:gd name="csX111" fmla="*/ 256396 w 274156"/>
                <a:gd name="csY111" fmla="*/ 62001 h 100338"/>
                <a:gd name="csX112" fmla="*/ 254847 w 274156"/>
                <a:gd name="csY112" fmla="*/ 69889 h 100338"/>
                <a:gd name="csX113" fmla="*/ 256226 w 274156"/>
                <a:gd name="csY113" fmla="*/ 73033 h 100338"/>
                <a:gd name="csX114" fmla="*/ 262843 w 274156"/>
                <a:gd name="csY114" fmla="*/ 74468 h 100338"/>
                <a:gd name="csX115" fmla="*/ 262294 w 274156"/>
                <a:gd name="csY115" fmla="*/ 76509 h 100338"/>
                <a:gd name="csX116" fmla="*/ 233882 w 274156"/>
                <a:gd name="csY116" fmla="*/ 76509 h 100338"/>
                <a:gd name="csX117" fmla="*/ 234657 w 274156"/>
                <a:gd name="csY117" fmla="*/ 74468 h 100338"/>
                <a:gd name="csX118" fmla="*/ 240612 w 274156"/>
                <a:gd name="csY118" fmla="*/ 73751 h 100338"/>
                <a:gd name="csX119" fmla="*/ 244090 w 274156"/>
                <a:gd name="csY119" fmla="*/ 71103 h 100338"/>
                <a:gd name="csX120" fmla="*/ 247786 w 274156"/>
                <a:gd name="csY120" fmla="*/ 62001 h 100338"/>
                <a:gd name="csX121" fmla="*/ 260583 w 274156"/>
                <a:gd name="csY121" fmla="*/ 17596 h 100338"/>
                <a:gd name="csX122" fmla="*/ 261850 w 274156"/>
                <a:gd name="csY122" fmla="*/ 12963 h 100338"/>
                <a:gd name="csX123" fmla="*/ 262020 w 274156"/>
                <a:gd name="csY123" fmla="*/ 10811 h 100338"/>
                <a:gd name="csX124" fmla="*/ 260971 w 274156"/>
                <a:gd name="csY124" fmla="*/ 7777 h 100338"/>
                <a:gd name="csX125" fmla="*/ 258099 w 274156"/>
                <a:gd name="csY125" fmla="*/ 6674 h 100338"/>
                <a:gd name="csX126" fmla="*/ 253636 w 274156"/>
                <a:gd name="csY126" fmla="*/ 7336 h 100338"/>
                <a:gd name="csX127" fmla="*/ 252917 w 274156"/>
                <a:gd name="csY127" fmla="*/ 5350 h 100338"/>
                <a:gd name="csX128" fmla="*/ 271509 w 274156"/>
                <a:gd name="csY128" fmla="*/ 165 h 100338"/>
                <a:gd name="csX129" fmla="*/ 274156 w 274156"/>
                <a:gd name="csY129" fmla="*/ 165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6" h="100338">
                  <a:moveTo>
                    <a:pt x="27694" y="78219"/>
                  </a:moveTo>
                  <a:lnTo>
                    <a:pt x="13459" y="89747"/>
                  </a:lnTo>
                  <a:cubicBezTo>
                    <a:pt x="15703" y="89343"/>
                    <a:pt x="17785" y="89140"/>
                    <a:pt x="19697" y="89140"/>
                  </a:cubicBezTo>
                  <a:cubicBezTo>
                    <a:pt x="21529" y="89140"/>
                    <a:pt x="23224" y="89251"/>
                    <a:pt x="24765" y="89471"/>
                  </a:cubicBezTo>
                  <a:cubicBezTo>
                    <a:pt x="26347" y="89692"/>
                    <a:pt x="29695" y="90373"/>
                    <a:pt x="34811" y="91513"/>
                  </a:cubicBezTo>
                  <a:cubicBezTo>
                    <a:pt x="39960" y="92689"/>
                    <a:pt x="44446" y="93278"/>
                    <a:pt x="48271" y="93278"/>
                  </a:cubicBezTo>
                  <a:cubicBezTo>
                    <a:pt x="52346" y="93278"/>
                    <a:pt x="55808" y="92561"/>
                    <a:pt x="58640" y="91126"/>
                  </a:cubicBezTo>
                  <a:cubicBezTo>
                    <a:pt x="61504" y="89729"/>
                    <a:pt x="64281" y="87376"/>
                    <a:pt x="66968" y="84066"/>
                  </a:cubicBezTo>
                  <a:lnTo>
                    <a:pt x="68791" y="84948"/>
                  </a:lnTo>
                  <a:cubicBezTo>
                    <a:pt x="64998" y="90391"/>
                    <a:pt x="60528" y="94307"/>
                    <a:pt x="55380" y="96698"/>
                  </a:cubicBezTo>
                  <a:cubicBezTo>
                    <a:pt x="50232" y="99125"/>
                    <a:pt x="44777" y="100338"/>
                    <a:pt x="38999" y="100338"/>
                  </a:cubicBezTo>
                  <a:cubicBezTo>
                    <a:pt x="35804" y="100338"/>
                    <a:pt x="31422" y="99714"/>
                    <a:pt x="25871" y="98463"/>
                  </a:cubicBezTo>
                  <a:cubicBezTo>
                    <a:pt x="17374" y="96588"/>
                    <a:pt x="11434" y="95650"/>
                    <a:pt x="8054" y="95650"/>
                  </a:cubicBezTo>
                  <a:cubicBezTo>
                    <a:pt x="6770" y="95650"/>
                    <a:pt x="5721" y="95742"/>
                    <a:pt x="4906" y="95925"/>
                  </a:cubicBezTo>
                  <a:cubicBezTo>
                    <a:pt x="4099" y="96109"/>
                    <a:pt x="2889" y="96551"/>
                    <a:pt x="1267" y="97249"/>
                  </a:cubicBezTo>
                  <a:lnTo>
                    <a:pt x="0" y="95760"/>
                  </a:lnTo>
                  <a:lnTo>
                    <a:pt x="22619" y="77888"/>
                  </a:lnTo>
                  <a:cubicBezTo>
                    <a:pt x="15630" y="76932"/>
                    <a:pt x="10337" y="73861"/>
                    <a:pt x="6730" y="68676"/>
                  </a:cubicBezTo>
                  <a:cubicBezTo>
                    <a:pt x="3123" y="63490"/>
                    <a:pt x="1323" y="57956"/>
                    <a:pt x="1323" y="52072"/>
                  </a:cubicBezTo>
                  <a:cubicBezTo>
                    <a:pt x="1323" y="44018"/>
                    <a:pt x="3753" y="35689"/>
                    <a:pt x="8602" y="27084"/>
                  </a:cubicBezTo>
                  <a:cubicBezTo>
                    <a:pt x="13500" y="18479"/>
                    <a:pt x="19730" y="11822"/>
                    <a:pt x="27307" y="7116"/>
                  </a:cubicBezTo>
                  <a:cubicBezTo>
                    <a:pt x="34916" y="2372"/>
                    <a:pt x="42381" y="0"/>
                    <a:pt x="49699" y="0"/>
                  </a:cubicBezTo>
                  <a:cubicBezTo>
                    <a:pt x="55146" y="0"/>
                    <a:pt x="59778" y="1103"/>
                    <a:pt x="63603" y="3309"/>
                  </a:cubicBezTo>
                  <a:cubicBezTo>
                    <a:pt x="67460" y="5515"/>
                    <a:pt x="70445" y="8733"/>
                    <a:pt x="72535" y="12963"/>
                  </a:cubicBezTo>
                  <a:cubicBezTo>
                    <a:pt x="74634" y="17155"/>
                    <a:pt x="75682" y="21457"/>
                    <a:pt x="75682" y="25870"/>
                  </a:cubicBezTo>
                  <a:cubicBezTo>
                    <a:pt x="75682" y="34329"/>
                    <a:pt x="73270" y="42897"/>
                    <a:pt x="68452" y="51576"/>
                  </a:cubicBezTo>
                  <a:cubicBezTo>
                    <a:pt x="63635" y="60255"/>
                    <a:pt x="57648" y="66837"/>
                    <a:pt x="50474" y="71323"/>
                  </a:cubicBezTo>
                  <a:cubicBezTo>
                    <a:pt x="43340" y="75774"/>
                    <a:pt x="35747" y="78072"/>
                    <a:pt x="27694" y="78219"/>
                  </a:cubicBezTo>
                  <a:close/>
                  <a:moveTo>
                    <a:pt x="48376" y="3530"/>
                  </a:moveTo>
                  <a:cubicBezTo>
                    <a:pt x="44696" y="3530"/>
                    <a:pt x="41097" y="4449"/>
                    <a:pt x="37563" y="6288"/>
                  </a:cubicBezTo>
                  <a:cubicBezTo>
                    <a:pt x="34069" y="8090"/>
                    <a:pt x="30599" y="11069"/>
                    <a:pt x="27137" y="15224"/>
                  </a:cubicBezTo>
                  <a:cubicBezTo>
                    <a:pt x="23684" y="19343"/>
                    <a:pt x="20577" y="24749"/>
                    <a:pt x="17817" y="31441"/>
                  </a:cubicBezTo>
                  <a:cubicBezTo>
                    <a:pt x="14468" y="39679"/>
                    <a:pt x="12798" y="47457"/>
                    <a:pt x="12798" y="54775"/>
                  </a:cubicBezTo>
                  <a:cubicBezTo>
                    <a:pt x="12798" y="59997"/>
                    <a:pt x="14138" y="64631"/>
                    <a:pt x="16825" y="68676"/>
                  </a:cubicBezTo>
                  <a:cubicBezTo>
                    <a:pt x="19511" y="72684"/>
                    <a:pt x="23627" y="74688"/>
                    <a:pt x="29179" y="74688"/>
                  </a:cubicBezTo>
                  <a:cubicBezTo>
                    <a:pt x="32487" y="74688"/>
                    <a:pt x="35764" y="73861"/>
                    <a:pt x="38999" y="72206"/>
                  </a:cubicBezTo>
                  <a:cubicBezTo>
                    <a:pt x="42235" y="70551"/>
                    <a:pt x="45584" y="67738"/>
                    <a:pt x="49038" y="63766"/>
                  </a:cubicBezTo>
                  <a:cubicBezTo>
                    <a:pt x="53452" y="58692"/>
                    <a:pt x="57147" y="52238"/>
                    <a:pt x="60125" y="44405"/>
                  </a:cubicBezTo>
                  <a:cubicBezTo>
                    <a:pt x="63102" y="36572"/>
                    <a:pt x="64595" y="29290"/>
                    <a:pt x="64595" y="22561"/>
                  </a:cubicBezTo>
                  <a:cubicBezTo>
                    <a:pt x="64595" y="17596"/>
                    <a:pt x="63255" y="13183"/>
                    <a:pt x="60569" y="9322"/>
                  </a:cubicBezTo>
                  <a:cubicBezTo>
                    <a:pt x="57882" y="5461"/>
                    <a:pt x="53823" y="3530"/>
                    <a:pt x="48376" y="3530"/>
                  </a:cubicBezTo>
                  <a:close/>
                  <a:moveTo>
                    <a:pt x="93943" y="1710"/>
                  </a:moveTo>
                  <a:lnTo>
                    <a:pt x="123396" y="1710"/>
                  </a:lnTo>
                  <a:cubicBezTo>
                    <a:pt x="131119" y="1710"/>
                    <a:pt x="136897" y="3383"/>
                    <a:pt x="140721" y="6729"/>
                  </a:cubicBezTo>
                  <a:cubicBezTo>
                    <a:pt x="144546" y="10039"/>
                    <a:pt x="146451" y="14084"/>
                    <a:pt x="146451" y="18865"/>
                  </a:cubicBezTo>
                  <a:cubicBezTo>
                    <a:pt x="146451" y="22652"/>
                    <a:pt x="145240" y="26330"/>
                    <a:pt x="142812" y="29897"/>
                  </a:cubicBezTo>
                  <a:cubicBezTo>
                    <a:pt x="140391" y="33464"/>
                    <a:pt x="136783" y="36369"/>
                    <a:pt x="131999" y="38613"/>
                  </a:cubicBezTo>
                  <a:cubicBezTo>
                    <a:pt x="127222" y="40819"/>
                    <a:pt x="122057" y="41923"/>
                    <a:pt x="116505" y="41923"/>
                  </a:cubicBezTo>
                  <a:cubicBezTo>
                    <a:pt x="113043" y="41923"/>
                    <a:pt x="108654" y="41297"/>
                    <a:pt x="103320" y="40047"/>
                  </a:cubicBezTo>
                  <a:lnTo>
                    <a:pt x="97365" y="60456"/>
                  </a:lnTo>
                  <a:cubicBezTo>
                    <a:pt x="95961" y="65311"/>
                    <a:pt x="95267" y="68510"/>
                    <a:pt x="95267" y="70055"/>
                  </a:cubicBezTo>
                  <a:cubicBezTo>
                    <a:pt x="95267" y="71231"/>
                    <a:pt x="95759" y="72206"/>
                    <a:pt x="96752" y="72978"/>
                  </a:cubicBezTo>
                  <a:cubicBezTo>
                    <a:pt x="97744" y="73751"/>
                    <a:pt x="100117" y="74247"/>
                    <a:pt x="103868" y="74468"/>
                  </a:cubicBezTo>
                  <a:lnTo>
                    <a:pt x="103320" y="76509"/>
                  </a:lnTo>
                  <a:lnTo>
                    <a:pt x="73585" y="76509"/>
                  </a:lnTo>
                  <a:lnTo>
                    <a:pt x="74190" y="74468"/>
                  </a:lnTo>
                  <a:cubicBezTo>
                    <a:pt x="78088" y="74468"/>
                    <a:pt x="80790" y="73805"/>
                    <a:pt x="82300" y="72482"/>
                  </a:cubicBezTo>
                  <a:cubicBezTo>
                    <a:pt x="83849" y="71122"/>
                    <a:pt x="85503" y="67407"/>
                    <a:pt x="87270" y="61339"/>
                  </a:cubicBezTo>
                  <a:lnTo>
                    <a:pt x="99624" y="18755"/>
                  </a:lnTo>
                  <a:cubicBezTo>
                    <a:pt x="101093" y="13643"/>
                    <a:pt x="101828" y="10223"/>
                    <a:pt x="101828" y="8495"/>
                  </a:cubicBezTo>
                  <a:cubicBezTo>
                    <a:pt x="101828" y="7208"/>
                    <a:pt x="101295" y="6141"/>
                    <a:pt x="100229" y="5295"/>
                  </a:cubicBezTo>
                  <a:cubicBezTo>
                    <a:pt x="99196" y="4449"/>
                    <a:pt x="96905" y="3935"/>
                    <a:pt x="93330" y="3751"/>
                  </a:cubicBezTo>
                  <a:lnTo>
                    <a:pt x="93943" y="1710"/>
                  </a:lnTo>
                  <a:close/>
                  <a:moveTo>
                    <a:pt x="104256" y="36572"/>
                  </a:moveTo>
                  <a:cubicBezTo>
                    <a:pt x="108412" y="37638"/>
                    <a:pt x="111761" y="38171"/>
                    <a:pt x="114294" y="38171"/>
                  </a:cubicBezTo>
                  <a:cubicBezTo>
                    <a:pt x="118305" y="38171"/>
                    <a:pt x="121944" y="37344"/>
                    <a:pt x="125220" y="35689"/>
                  </a:cubicBezTo>
                  <a:cubicBezTo>
                    <a:pt x="128529" y="34034"/>
                    <a:pt x="131103" y="31552"/>
                    <a:pt x="132943" y="28243"/>
                  </a:cubicBezTo>
                  <a:cubicBezTo>
                    <a:pt x="134815" y="24933"/>
                    <a:pt x="135751" y="21494"/>
                    <a:pt x="135751" y="17927"/>
                  </a:cubicBezTo>
                  <a:cubicBezTo>
                    <a:pt x="135751" y="14213"/>
                    <a:pt x="134613" y="11271"/>
                    <a:pt x="132330" y="9101"/>
                  </a:cubicBezTo>
                  <a:cubicBezTo>
                    <a:pt x="130054" y="6932"/>
                    <a:pt x="126600" y="5847"/>
                    <a:pt x="121960" y="5847"/>
                  </a:cubicBezTo>
                  <a:cubicBezTo>
                    <a:pt x="119459" y="5847"/>
                    <a:pt x="116425" y="6159"/>
                    <a:pt x="112858" y="6785"/>
                  </a:cubicBezTo>
                  <a:lnTo>
                    <a:pt x="104256" y="36572"/>
                  </a:lnTo>
                  <a:close/>
                  <a:moveTo>
                    <a:pt x="160136" y="1710"/>
                  </a:moveTo>
                  <a:lnTo>
                    <a:pt x="191744" y="1710"/>
                  </a:lnTo>
                  <a:lnTo>
                    <a:pt x="191139" y="3751"/>
                  </a:lnTo>
                  <a:cubicBezTo>
                    <a:pt x="187903" y="3824"/>
                    <a:pt x="185579" y="4136"/>
                    <a:pt x="184183" y="4688"/>
                  </a:cubicBezTo>
                  <a:cubicBezTo>
                    <a:pt x="182828" y="5203"/>
                    <a:pt x="181649" y="6141"/>
                    <a:pt x="180657" y="7501"/>
                  </a:cubicBezTo>
                  <a:cubicBezTo>
                    <a:pt x="179697" y="8863"/>
                    <a:pt x="178688" y="11381"/>
                    <a:pt x="177623" y="15059"/>
                  </a:cubicBezTo>
                  <a:lnTo>
                    <a:pt x="169957" y="41536"/>
                  </a:lnTo>
                  <a:cubicBezTo>
                    <a:pt x="168593" y="46243"/>
                    <a:pt x="167786" y="49333"/>
                    <a:pt x="167528" y="50804"/>
                  </a:cubicBezTo>
                  <a:cubicBezTo>
                    <a:pt x="167084" y="53157"/>
                    <a:pt x="166866" y="55345"/>
                    <a:pt x="166866" y="57367"/>
                  </a:cubicBezTo>
                  <a:cubicBezTo>
                    <a:pt x="166866" y="61818"/>
                    <a:pt x="168520" y="65587"/>
                    <a:pt x="171829" y="68676"/>
                  </a:cubicBezTo>
                  <a:cubicBezTo>
                    <a:pt x="175137" y="71728"/>
                    <a:pt x="179568" y="73254"/>
                    <a:pt x="185119" y="73254"/>
                  </a:cubicBezTo>
                  <a:cubicBezTo>
                    <a:pt x="188766" y="73254"/>
                    <a:pt x="192018" y="72574"/>
                    <a:pt x="194883" y="71214"/>
                  </a:cubicBezTo>
                  <a:cubicBezTo>
                    <a:pt x="197756" y="69816"/>
                    <a:pt x="200201" y="67885"/>
                    <a:pt x="202226" y="65421"/>
                  </a:cubicBezTo>
                  <a:cubicBezTo>
                    <a:pt x="204284" y="62921"/>
                    <a:pt x="206156" y="59556"/>
                    <a:pt x="207850" y="55327"/>
                  </a:cubicBezTo>
                  <a:cubicBezTo>
                    <a:pt x="209545" y="51061"/>
                    <a:pt x="211030" y="46759"/>
                    <a:pt x="212321" y="42419"/>
                  </a:cubicBezTo>
                  <a:lnTo>
                    <a:pt x="218938" y="19582"/>
                  </a:lnTo>
                  <a:cubicBezTo>
                    <a:pt x="220592" y="13882"/>
                    <a:pt x="221423" y="10167"/>
                    <a:pt x="221423" y="8440"/>
                  </a:cubicBezTo>
                  <a:cubicBezTo>
                    <a:pt x="221423" y="7226"/>
                    <a:pt x="220850" y="6196"/>
                    <a:pt x="219713" y="5350"/>
                  </a:cubicBezTo>
                  <a:cubicBezTo>
                    <a:pt x="218607" y="4468"/>
                    <a:pt x="216348" y="3935"/>
                    <a:pt x="212926" y="3751"/>
                  </a:cubicBezTo>
                  <a:lnTo>
                    <a:pt x="213531" y="1710"/>
                  </a:lnTo>
                  <a:lnTo>
                    <a:pt x="237304" y="1710"/>
                  </a:lnTo>
                  <a:lnTo>
                    <a:pt x="236698" y="3751"/>
                  </a:lnTo>
                  <a:cubicBezTo>
                    <a:pt x="233906" y="3751"/>
                    <a:pt x="231881" y="4027"/>
                    <a:pt x="230631" y="4578"/>
                  </a:cubicBezTo>
                  <a:cubicBezTo>
                    <a:pt x="229420" y="5093"/>
                    <a:pt x="228355" y="6049"/>
                    <a:pt x="227435" y="7446"/>
                  </a:cubicBezTo>
                  <a:cubicBezTo>
                    <a:pt x="226515" y="8807"/>
                    <a:pt x="225482" y="11473"/>
                    <a:pt x="224345" y="15445"/>
                  </a:cubicBezTo>
                  <a:lnTo>
                    <a:pt x="216234" y="43191"/>
                  </a:lnTo>
                  <a:cubicBezTo>
                    <a:pt x="213620" y="52201"/>
                    <a:pt x="211159" y="58857"/>
                    <a:pt x="208843" y="63160"/>
                  </a:cubicBezTo>
                  <a:cubicBezTo>
                    <a:pt x="206527" y="67425"/>
                    <a:pt x="203162" y="71011"/>
                    <a:pt x="198748" y="73916"/>
                  </a:cubicBezTo>
                  <a:cubicBezTo>
                    <a:pt x="194374" y="76785"/>
                    <a:pt x="188928" y="78219"/>
                    <a:pt x="182424" y="78219"/>
                  </a:cubicBezTo>
                  <a:cubicBezTo>
                    <a:pt x="174920" y="78219"/>
                    <a:pt x="168868" y="76104"/>
                    <a:pt x="164276" y="71875"/>
                  </a:cubicBezTo>
                  <a:cubicBezTo>
                    <a:pt x="159676" y="67609"/>
                    <a:pt x="157377" y="62737"/>
                    <a:pt x="157377" y="57258"/>
                  </a:cubicBezTo>
                  <a:cubicBezTo>
                    <a:pt x="157377" y="55088"/>
                    <a:pt x="157579" y="52771"/>
                    <a:pt x="157982" y="50307"/>
                  </a:cubicBezTo>
                  <a:cubicBezTo>
                    <a:pt x="158281" y="48689"/>
                    <a:pt x="158999" y="45894"/>
                    <a:pt x="160136" y="41923"/>
                  </a:cubicBezTo>
                  <a:lnTo>
                    <a:pt x="167528" y="16493"/>
                  </a:lnTo>
                  <a:cubicBezTo>
                    <a:pt x="168553" y="12816"/>
                    <a:pt x="169069" y="10112"/>
                    <a:pt x="169069" y="8384"/>
                  </a:cubicBezTo>
                  <a:cubicBezTo>
                    <a:pt x="169069" y="7024"/>
                    <a:pt x="168537" y="5975"/>
                    <a:pt x="167471" y="5240"/>
                  </a:cubicBezTo>
                  <a:cubicBezTo>
                    <a:pt x="166438" y="4468"/>
                    <a:pt x="163816" y="3971"/>
                    <a:pt x="159579" y="3751"/>
                  </a:cubicBezTo>
                  <a:lnTo>
                    <a:pt x="160136" y="1710"/>
                  </a:lnTo>
                  <a:close/>
                  <a:moveTo>
                    <a:pt x="274156" y="165"/>
                  </a:moveTo>
                  <a:lnTo>
                    <a:pt x="256396" y="62001"/>
                  </a:lnTo>
                  <a:cubicBezTo>
                    <a:pt x="255363" y="65642"/>
                    <a:pt x="254847" y="68272"/>
                    <a:pt x="254847" y="69889"/>
                  </a:cubicBezTo>
                  <a:cubicBezTo>
                    <a:pt x="254847" y="71250"/>
                    <a:pt x="255306" y="72298"/>
                    <a:pt x="256226" y="73033"/>
                  </a:cubicBezTo>
                  <a:cubicBezTo>
                    <a:pt x="257186" y="73732"/>
                    <a:pt x="259389" y="74211"/>
                    <a:pt x="262843" y="74468"/>
                  </a:cubicBezTo>
                  <a:lnTo>
                    <a:pt x="262294" y="76509"/>
                  </a:lnTo>
                  <a:lnTo>
                    <a:pt x="233882" y="76509"/>
                  </a:lnTo>
                  <a:lnTo>
                    <a:pt x="234657" y="74468"/>
                  </a:lnTo>
                  <a:cubicBezTo>
                    <a:pt x="237675" y="74395"/>
                    <a:pt x="239660" y="74155"/>
                    <a:pt x="240612" y="73751"/>
                  </a:cubicBezTo>
                  <a:cubicBezTo>
                    <a:pt x="242162" y="73089"/>
                    <a:pt x="243315" y="72206"/>
                    <a:pt x="244090" y="71103"/>
                  </a:cubicBezTo>
                  <a:cubicBezTo>
                    <a:pt x="245300" y="69411"/>
                    <a:pt x="246535" y="66378"/>
                    <a:pt x="247786" y="62001"/>
                  </a:cubicBezTo>
                  <a:lnTo>
                    <a:pt x="260583" y="17596"/>
                  </a:lnTo>
                  <a:cubicBezTo>
                    <a:pt x="261358" y="14911"/>
                    <a:pt x="261778" y="13367"/>
                    <a:pt x="261850" y="12963"/>
                  </a:cubicBezTo>
                  <a:cubicBezTo>
                    <a:pt x="261963" y="12227"/>
                    <a:pt x="262020" y="11510"/>
                    <a:pt x="262020" y="10811"/>
                  </a:cubicBezTo>
                  <a:cubicBezTo>
                    <a:pt x="262020" y="9524"/>
                    <a:pt x="261665" y="8513"/>
                    <a:pt x="260971" y="7777"/>
                  </a:cubicBezTo>
                  <a:cubicBezTo>
                    <a:pt x="260269" y="7042"/>
                    <a:pt x="259317" y="6674"/>
                    <a:pt x="258099" y="6674"/>
                  </a:cubicBezTo>
                  <a:cubicBezTo>
                    <a:pt x="257146" y="6674"/>
                    <a:pt x="255653" y="6894"/>
                    <a:pt x="253636" y="7336"/>
                  </a:cubicBezTo>
                  <a:lnTo>
                    <a:pt x="252917" y="5350"/>
                  </a:lnTo>
                  <a:lnTo>
                    <a:pt x="271509" y="165"/>
                  </a:lnTo>
                  <a:lnTo>
                    <a:pt x="274156" y="165"/>
                  </a:lnTo>
                  <a:close/>
                </a:path>
              </a:pathLst>
            </a:custGeom>
            <a:solidFill>
              <a:srgbClr val="000000"/>
            </a:solidFill>
            <a:ln w="807" cap="flat">
              <a:noFill/>
              <a:prstDash val="solid"/>
              <a:miter/>
            </a:ln>
          </p:spPr>
        </p:sp>
        <p:sp>
          <p:nvSpPr>
            <p:cNvPr id="517" name="任意形状 516">
              <a:extLst>
                <a:ext uri="{FF2B5EF4-FFF2-40B4-BE49-F238E27FC236}">
                  <a16:creationId xmlns:a16="http://schemas.microsoft.com/office/drawing/2014/main" id="{450542C2-0A5A-B5A3-A87C-CCAC5C8D2A82}"/>
                </a:ext>
              </a:extLst>
            </p:cNvPr>
            <p:cNvSpPr/>
            <p:nvPr/>
          </p:nvSpPr>
          <p:spPr>
            <a:xfrm>
              <a:off x="10845430" y="2961362"/>
              <a:ext cx="378770" cy="135756"/>
            </a:xfrm>
            <a:custGeom>
              <a:avLst/>
              <a:gdLst>
                <a:gd name="csX0" fmla="*/ 27694 w 279941"/>
                <a:gd name="csY0" fmla="*/ 78216 h 100334"/>
                <a:gd name="csX1" fmla="*/ 13459 w 279941"/>
                <a:gd name="csY1" fmla="*/ 89747 h 100334"/>
                <a:gd name="csX2" fmla="*/ 19697 w 279941"/>
                <a:gd name="csY2" fmla="*/ 89134 h 100334"/>
                <a:gd name="csX3" fmla="*/ 24765 w 279941"/>
                <a:gd name="csY3" fmla="*/ 89465 h 100334"/>
                <a:gd name="csX4" fmla="*/ 34811 w 279941"/>
                <a:gd name="csY4" fmla="*/ 91506 h 100334"/>
                <a:gd name="csX5" fmla="*/ 48271 w 279941"/>
                <a:gd name="csY5" fmla="*/ 93274 h 100334"/>
                <a:gd name="csX6" fmla="*/ 58640 w 279941"/>
                <a:gd name="csY6" fmla="*/ 91127 h 100334"/>
                <a:gd name="csX7" fmla="*/ 66968 w 279941"/>
                <a:gd name="csY7" fmla="*/ 84066 h 100334"/>
                <a:gd name="csX8" fmla="*/ 68791 w 279941"/>
                <a:gd name="csY8" fmla="*/ 84946 h 100334"/>
                <a:gd name="csX9" fmla="*/ 55380 w 279941"/>
                <a:gd name="csY9" fmla="*/ 96695 h 100334"/>
                <a:gd name="csX10" fmla="*/ 38999 w 279941"/>
                <a:gd name="csY10" fmla="*/ 100334 h 100334"/>
                <a:gd name="csX11" fmla="*/ 25871 w 279941"/>
                <a:gd name="csY11" fmla="*/ 98462 h 100334"/>
                <a:gd name="csX12" fmla="*/ 8054 w 279941"/>
                <a:gd name="csY12" fmla="*/ 95646 h 100334"/>
                <a:gd name="csX13" fmla="*/ 4906 w 279941"/>
                <a:gd name="csY13" fmla="*/ 95920 h 100334"/>
                <a:gd name="csX14" fmla="*/ 1267 w 279941"/>
                <a:gd name="csY14" fmla="*/ 97244 h 100334"/>
                <a:gd name="csX15" fmla="*/ 0 w 279941"/>
                <a:gd name="csY15" fmla="*/ 95759 h 100334"/>
                <a:gd name="csX16" fmla="*/ 22619 w 279941"/>
                <a:gd name="csY16" fmla="*/ 77885 h 100334"/>
                <a:gd name="csX17" fmla="*/ 6730 w 279941"/>
                <a:gd name="csY17" fmla="*/ 68670 h 100334"/>
                <a:gd name="csX18" fmla="*/ 1323 w 279941"/>
                <a:gd name="csY18" fmla="*/ 52071 h 100334"/>
                <a:gd name="csX19" fmla="*/ 8602 w 279941"/>
                <a:gd name="csY19" fmla="*/ 27081 h 100334"/>
                <a:gd name="csX20" fmla="*/ 27307 w 279941"/>
                <a:gd name="csY20" fmla="*/ 7109 h 100334"/>
                <a:gd name="csX21" fmla="*/ 49699 w 279941"/>
                <a:gd name="csY21" fmla="*/ 0 h 100334"/>
                <a:gd name="csX22" fmla="*/ 63603 w 279941"/>
                <a:gd name="csY22" fmla="*/ 3308 h 100334"/>
                <a:gd name="csX23" fmla="*/ 72535 w 279941"/>
                <a:gd name="csY23" fmla="*/ 12959 h 100334"/>
                <a:gd name="csX24" fmla="*/ 75682 w 279941"/>
                <a:gd name="csY24" fmla="*/ 25870 h 100334"/>
                <a:gd name="csX25" fmla="*/ 68452 w 279941"/>
                <a:gd name="csY25" fmla="*/ 51571 h 100334"/>
                <a:gd name="csX26" fmla="*/ 50474 w 279941"/>
                <a:gd name="csY26" fmla="*/ 71317 h 100334"/>
                <a:gd name="csX27" fmla="*/ 27694 w 279941"/>
                <a:gd name="csY27" fmla="*/ 78216 h 100334"/>
                <a:gd name="csX28" fmla="*/ 48376 w 279941"/>
                <a:gd name="csY28" fmla="*/ 3526 h 100334"/>
                <a:gd name="csX29" fmla="*/ 37563 w 279941"/>
                <a:gd name="csY29" fmla="*/ 6286 h 100334"/>
                <a:gd name="csX30" fmla="*/ 27137 w 279941"/>
                <a:gd name="csY30" fmla="*/ 15219 h 100334"/>
                <a:gd name="csX31" fmla="*/ 17817 w 279941"/>
                <a:gd name="csY31" fmla="*/ 31438 h 100334"/>
                <a:gd name="csX32" fmla="*/ 12798 w 279941"/>
                <a:gd name="csY32" fmla="*/ 54775 h 100334"/>
                <a:gd name="csX33" fmla="*/ 16825 w 279941"/>
                <a:gd name="csY33" fmla="*/ 68670 h 100334"/>
                <a:gd name="csX34" fmla="*/ 29179 w 279941"/>
                <a:gd name="csY34" fmla="*/ 74682 h 100334"/>
                <a:gd name="csX35" fmla="*/ 38999 w 279941"/>
                <a:gd name="csY35" fmla="*/ 72205 h 100334"/>
                <a:gd name="csX36" fmla="*/ 49038 w 279941"/>
                <a:gd name="csY36" fmla="*/ 63764 h 100334"/>
                <a:gd name="csX37" fmla="*/ 60125 w 279941"/>
                <a:gd name="csY37" fmla="*/ 44398 h 100334"/>
                <a:gd name="csX38" fmla="*/ 64595 w 279941"/>
                <a:gd name="csY38" fmla="*/ 22554 h 100334"/>
                <a:gd name="csX39" fmla="*/ 60569 w 279941"/>
                <a:gd name="csY39" fmla="*/ 9320 h 100334"/>
                <a:gd name="csX40" fmla="*/ 48376 w 279941"/>
                <a:gd name="csY40" fmla="*/ 3526 h 100334"/>
                <a:gd name="csX41" fmla="*/ 93943 w 279941"/>
                <a:gd name="csY41" fmla="*/ 1703 h 100334"/>
                <a:gd name="csX42" fmla="*/ 123396 w 279941"/>
                <a:gd name="csY42" fmla="*/ 1703 h 100334"/>
                <a:gd name="csX43" fmla="*/ 140721 w 279941"/>
                <a:gd name="csY43" fmla="*/ 6730 h 100334"/>
                <a:gd name="csX44" fmla="*/ 146451 w 279941"/>
                <a:gd name="csY44" fmla="*/ 18858 h 100334"/>
                <a:gd name="csX45" fmla="*/ 142812 w 279941"/>
                <a:gd name="csY45" fmla="*/ 29897 h 100334"/>
                <a:gd name="csX46" fmla="*/ 131999 w 279941"/>
                <a:gd name="csY46" fmla="*/ 38612 h 100334"/>
                <a:gd name="csX47" fmla="*/ 116505 w 279941"/>
                <a:gd name="csY47" fmla="*/ 41920 h 100334"/>
                <a:gd name="csX48" fmla="*/ 103320 w 279941"/>
                <a:gd name="csY48" fmla="*/ 40040 h 100334"/>
                <a:gd name="csX49" fmla="*/ 97365 w 279941"/>
                <a:gd name="csY49" fmla="*/ 60456 h 100334"/>
                <a:gd name="csX50" fmla="*/ 95267 w 279941"/>
                <a:gd name="csY50" fmla="*/ 70050 h 100334"/>
                <a:gd name="csX51" fmla="*/ 96752 w 279941"/>
                <a:gd name="csY51" fmla="*/ 72971 h 100334"/>
                <a:gd name="csX52" fmla="*/ 103868 w 279941"/>
                <a:gd name="csY52" fmla="*/ 74464 h 100334"/>
                <a:gd name="csX53" fmla="*/ 103320 w 279941"/>
                <a:gd name="csY53" fmla="*/ 76505 h 100334"/>
                <a:gd name="csX54" fmla="*/ 73585 w 279941"/>
                <a:gd name="csY54" fmla="*/ 76505 h 100334"/>
                <a:gd name="csX55" fmla="*/ 74190 w 279941"/>
                <a:gd name="csY55" fmla="*/ 74464 h 100334"/>
                <a:gd name="csX56" fmla="*/ 82300 w 279941"/>
                <a:gd name="csY56" fmla="*/ 72479 h 100334"/>
                <a:gd name="csX57" fmla="*/ 87270 w 279941"/>
                <a:gd name="csY57" fmla="*/ 61335 h 100334"/>
                <a:gd name="csX58" fmla="*/ 99624 w 279941"/>
                <a:gd name="csY58" fmla="*/ 18753 h 100334"/>
                <a:gd name="csX59" fmla="*/ 101828 w 279941"/>
                <a:gd name="csY59" fmla="*/ 8489 h 100334"/>
                <a:gd name="csX60" fmla="*/ 100229 w 279941"/>
                <a:gd name="csY60" fmla="*/ 5293 h 100334"/>
                <a:gd name="csX61" fmla="*/ 93330 w 279941"/>
                <a:gd name="csY61" fmla="*/ 3744 h 100334"/>
                <a:gd name="csX62" fmla="*/ 93943 w 279941"/>
                <a:gd name="csY62" fmla="*/ 1703 h 100334"/>
                <a:gd name="csX63" fmla="*/ 104256 w 279941"/>
                <a:gd name="csY63" fmla="*/ 36570 h 100334"/>
                <a:gd name="csX64" fmla="*/ 114294 w 279941"/>
                <a:gd name="csY64" fmla="*/ 38168 h 100334"/>
                <a:gd name="csX65" fmla="*/ 125220 w 279941"/>
                <a:gd name="csY65" fmla="*/ 35683 h 100334"/>
                <a:gd name="csX66" fmla="*/ 132943 w 279941"/>
                <a:gd name="csY66" fmla="*/ 28243 h 100334"/>
                <a:gd name="csX67" fmla="*/ 135751 w 279941"/>
                <a:gd name="csY67" fmla="*/ 17922 h 100334"/>
                <a:gd name="csX68" fmla="*/ 132330 w 279941"/>
                <a:gd name="csY68" fmla="*/ 9094 h 100334"/>
                <a:gd name="csX69" fmla="*/ 121960 w 279941"/>
                <a:gd name="csY69" fmla="*/ 5842 h 100334"/>
                <a:gd name="csX70" fmla="*/ 112858 w 279941"/>
                <a:gd name="csY70" fmla="*/ 6778 h 100334"/>
                <a:gd name="csX71" fmla="*/ 104256 w 279941"/>
                <a:gd name="csY71" fmla="*/ 36570 h 100334"/>
                <a:gd name="csX72" fmla="*/ 160136 w 279941"/>
                <a:gd name="csY72" fmla="*/ 1703 h 100334"/>
                <a:gd name="csX73" fmla="*/ 191744 w 279941"/>
                <a:gd name="csY73" fmla="*/ 1703 h 100334"/>
                <a:gd name="csX74" fmla="*/ 191139 w 279941"/>
                <a:gd name="csY74" fmla="*/ 3744 h 100334"/>
                <a:gd name="csX75" fmla="*/ 184183 w 279941"/>
                <a:gd name="csY75" fmla="*/ 4688 h 100334"/>
                <a:gd name="csX76" fmla="*/ 180657 w 279941"/>
                <a:gd name="csY76" fmla="*/ 7496 h 100334"/>
                <a:gd name="csX77" fmla="*/ 177623 w 279941"/>
                <a:gd name="csY77" fmla="*/ 15057 h 100334"/>
                <a:gd name="csX78" fmla="*/ 169957 w 279941"/>
                <a:gd name="csY78" fmla="*/ 41533 h 100334"/>
                <a:gd name="csX79" fmla="*/ 167528 w 279941"/>
                <a:gd name="csY79" fmla="*/ 50797 h 100334"/>
                <a:gd name="csX80" fmla="*/ 166866 w 279941"/>
                <a:gd name="csY80" fmla="*/ 57365 h 100334"/>
                <a:gd name="csX81" fmla="*/ 171829 w 279941"/>
                <a:gd name="csY81" fmla="*/ 68670 h 100334"/>
                <a:gd name="csX82" fmla="*/ 185119 w 279941"/>
                <a:gd name="csY82" fmla="*/ 73254 h 100334"/>
                <a:gd name="csX83" fmla="*/ 194883 w 279941"/>
                <a:gd name="csY83" fmla="*/ 71212 h 100334"/>
                <a:gd name="csX84" fmla="*/ 202226 w 279941"/>
                <a:gd name="csY84" fmla="*/ 65418 h 100334"/>
                <a:gd name="csX85" fmla="*/ 207850 w 279941"/>
                <a:gd name="csY85" fmla="*/ 55323 h 100334"/>
                <a:gd name="csX86" fmla="*/ 212321 w 279941"/>
                <a:gd name="csY86" fmla="*/ 42412 h 100334"/>
                <a:gd name="csX87" fmla="*/ 218938 w 279941"/>
                <a:gd name="csY87" fmla="*/ 19576 h 100334"/>
                <a:gd name="csX88" fmla="*/ 221423 w 279941"/>
                <a:gd name="csY88" fmla="*/ 8432 h 100334"/>
                <a:gd name="csX89" fmla="*/ 219713 w 279941"/>
                <a:gd name="csY89" fmla="*/ 5350 h 100334"/>
                <a:gd name="csX90" fmla="*/ 212926 w 279941"/>
                <a:gd name="csY90" fmla="*/ 3744 h 100334"/>
                <a:gd name="csX91" fmla="*/ 213531 w 279941"/>
                <a:gd name="csY91" fmla="*/ 1703 h 100334"/>
                <a:gd name="csX92" fmla="*/ 237304 w 279941"/>
                <a:gd name="csY92" fmla="*/ 1703 h 100334"/>
                <a:gd name="csX93" fmla="*/ 236698 w 279941"/>
                <a:gd name="csY93" fmla="*/ 3744 h 100334"/>
                <a:gd name="csX94" fmla="*/ 230631 w 279941"/>
                <a:gd name="csY94" fmla="*/ 4575 h 100334"/>
                <a:gd name="csX95" fmla="*/ 227435 w 279941"/>
                <a:gd name="csY95" fmla="*/ 7440 h 100334"/>
                <a:gd name="csX96" fmla="*/ 224345 w 279941"/>
                <a:gd name="csY96" fmla="*/ 15445 h 100334"/>
                <a:gd name="csX97" fmla="*/ 216234 w 279941"/>
                <a:gd name="csY97" fmla="*/ 43187 h 100334"/>
                <a:gd name="csX98" fmla="*/ 208843 w 279941"/>
                <a:gd name="csY98" fmla="*/ 63159 h 100334"/>
                <a:gd name="csX99" fmla="*/ 198748 w 279941"/>
                <a:gd name="csY99" fmla="*/ 73915 h 100334"/>
                <a:gd name="csX100" fmla="*/ 182424 w 279941"/>
                <a:gd name="csY100" fmla="*/ 78216 h 100334"/>
                <a:gd name="csX101" fmla="*/ 164276 w 279941"/>
                <a:gd name="csY101" fmla="*/ 71874 h 100334"/>
                <a:gd name="csX102" fmla="*/ 157377 w 279941"/>
                <a:gd name="csY102" fmla="*/ 57252 h 100334"/>
                <a:gd name="csX103" fmla="*/ 157982 w 279941"/>
                <a:gd name="csY103" fmla="*/ 50304 h 100334"/>
                <a:gd name="csX104" fmla="*/ 160136 w 279941"/>
                <a:gd name="csY104" fmla="*/ 41920 h 100334"/>
                <a:gd name="csX105" fmla="*/ 167528 w 279941"/>
                <a:gd name="csY105" fmla="*/ 16486 h 100334"/>
                <a:gd name="csX106" fmla="*/ 169069 w 279941"/>
                <a:gd name="csY106" fmla="*/ 8384 h 100334"/>
                <a:gd name="csX107" fmla="*/ 167471 w 279941"/>
                <a:gd name="csY107" fmla="*/ 5237 h 100334"/>
                <a:gd name="csX108" fmla="*/ 159579 w 279941"/>
                <a:gd name="csY108" fmla="*/ 3744 h 100334"/>
                <a:gd name="csX109" fmla="*/ 160136 w 279941"/>
                <a:gd name="csY109" fmla="*/ 1703 h 100334"/>
                <a:gd name="csX110" fmla="*/ 265990 w 279941"/>
                <a:gd name="csY110" fmla="*/ 76505 h 100334"/>
                <a:gd name="csX111" fmla="*/ 228758 w 279941"/>
                <a:gd name="csY111" fmla="*/ 76505 h 100334"/>
                <a:gd name="csX112" fmla="*/ 228758 w 279941"/>
                <a:gd name="csY112" fmla="*/ 74464 h 100334"/>
                <a:gd name="csX113" fmla="*/ 266378 w 279941"/>
                <a:gd name="csY113" fmla="*/ 35352 h 100334"/>
                <a:gd name="csX114" fmla="*/ 270622 w 279941"/>
                <a:gd name="csY114" fmla="*/ 21561 h 100334"/>
                <a:gd name="csX115" fmla="*/ 267096 w 279941"/>
                <a:gd name="csY115" fmla="*/ 12241 h 100334"/>
                <a:gd name="csX116" fmla="*/ 257937 w 279941"/>
                <a:gd name="csY116" fmla="*/ 8602 h 100334"/>
                <a:gd name="csX117" fmla="*/ 245139 w 279941"/>
                <a:gd name="csY117" fmla="*/ 16050 h 100334"/>
                <a:gd name="csX118" fmla="*/ 243211 w 279941"/>
                <a:gd name="csY118" fmla="*/ 15162 h 100334"/>
                <a:gd name="csX119" fmla="*/ 251425 w 279941"/>
                <a:gd name="csY119" fmla="*/ 4132 h 100334"/>
                <a:gd name="csX120" fmla="*/ 263126 w 279941"/>
                <a:gd name="csY120" fmla="*/ 161 h 100334"/>
                <a:gd name="csX121" fmla="*/ 275092 w 279941"/>
                <a:gd name="csY121" fmla="*/ 5068 h 100334"/>
                <a:gd name="csX122" fmla="*/ 279942 w 279941"/>
                <a:gd name="csY122" fmla="*/ 16873 h 100334"/>
                <a:gd name="csX123" fmla="*/ 278240 w 279941"/>
                <a:gd name="csY123" fmla="*/ 25870 h 100334"/>
                <a:gd name="csX124" fmla="*/ 268475 w 279941"/>
                <a:gd name="csY124" fmla="*/ 40323 h 100334"/>
                <a:gd name="csX125" fmla="*/ 239620 w 279941"/>
                <a:gd name="csY125" fmla="*/ 68509 h 100334"/>
                <a:gd name="csX126" fmla="*/ 258381 w 279941"/>
                <a:gd name="csY126" fmla="*/ 68509 h 100334"/>
                <a:gd name="csX127" fmla="*/ 265821 w 279941"/>
                <a:gd name="csY127" fmla="*/ 66629 h 100334"/>
                <a:gd name="csX128" fmla="*/ 270017 w 279941"/>
                <a:gd name="csY128" fmla="*/ 61609 h 100334"/>
                <a:gd name="csX129" fmla="*/ 272220 w 279941"/>
                <a:gd name="csY129" fmla="*/ 61609 h 100334"/>
                <a:gd name="csX130" fmla="*/ 265990 w 279941"/>
                <a:gd name="csY130" fmla="*/ 76505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1" h="100334">
                  <a:moveTo>
                    <a:pt x="27694" y="78216"/>
                  </a:moveTo>
                  <a:lnTo>
                    <a:pt x="13459" y="89747"/>
                  </a:lnTo>
                  <a:cubicBezTo>
                    <a:pt x="15703" y="89336"/>
                    <a:pt x="17785" y="89134"/>
                    <a:pt x="19697" y="89134"/>
                  </a:cubicBezTo>
                  <a:cubicBezTo>
                    <a:pt x="21529" y="89134"/>
                    <a:pt x="23224" y="89247"/>
                    <a:pt x="24765" y="89465"/>
                  </a:cubicBezTo>
                  <a:cubicBezTo>
                    <a:pt x="26347" y="89691"/>
                    <a:pt x="29695" y="90369"/>
                    <a:pt x="34811" y="91506"/>
                  </a:cubicBezTo>
                  <a:cubicBezTo>
                    <a:pt x="39960" y="92685"/>
                    <a:pt x="44446" y="93274"/>
                    <a:pt x="48271" y="93274"/>
                  </a:cubicBezTo>
                  <a:cubicBezTo>
                    <a:pt x="52346" y="93274"/>
                    <a:pt x="55808" y="92555"/>
                    <a:pt x="58640" y="91127"/>
                  </a:cubicBezTo>
                  <a:cubicBezTo>
                    <a:pt x="61504" y="89723"/>
                    <a:pt x="64281" y="87375"/>
                    <a:pt x="66968" y="84066"/>
                  </a:cubicBezTo>
                  <a:lnTo>
                    <a:pt x="68791" y="84946"/>
                  </a:lnTo>
                  <a:cubicBezTo>
                    <a:pt x="64998" y="90385"/>
                    <a:pt x="60528" y="94307"/>
                    <a:pt x="55380" y="96695"/>
                  </a:cubicBezTo>
                  <a:cubicBezTo>
                    <a:pt x="50232" y="99124"/>
                    <a:pt x="44777" y="100334"/>
                    <a:pt x="38999" y="100334"/>
                  </a:cubicBezTo>
                  <a:cubicBezTo>
                    <a:pt x="35804" y="100334"/>
                    <a:pt x="31422" y="99713"/>
                    <a:pt x="25871" y="98462"/>
                  </a:cubicBezTo>
                  <a:cubicBezTo>
                    <a:pt x="17374" y="96582"/>
                    <a:pt x="11434" y="95646"/>
                    <a:pt x="8054"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1"/>
                  </a:cubicBezTo>
                  <a:cubicBezTo>
                    <a:pt x="1323" y="44018"/>
                    <a:pt x="3753" y="35683"/>
                    <a:pt x="8602" y="27081"/>
                  </a:cubicBezTo>
                  <a:cubicBezTo>
                    <a:pt x="13500" y="18479"/>
                    <a:pt x="19730" y="11822"/>
                    <a:pt x="27307" y="7109"/>
                  </a:cubicBezTo>
                  <a:cubicBezTo>
                    <a:pt x="34916" y="2364"/>
                    <a:pt x="42381" y="0"/>
                    <a:pt x="49699" y="0"/>
                  </a:cubicBezTo>
                  <a:cubicBezTo>
                    <a:pt x="55146" y="0"/>
                    <a:pt x="59778" y="1097"/>
                    <a:pt x="63603" y="3308"/>
                  </a:cubicBezTo>
                  <a:cubicBezTo>
                    <a:pt x="67460" y="5511"/>
                    <a:pt x="70445" y="8731"/>
                    <a:pt x="72535" y="12959"/>
                  </a:cubicBezTo>
                  <a:cubicBezTo>
                    <a:pt x="74634" y="17155"/>
                    <a:pt x="75682" y="21456"/>
                    <a:pt x="75682" y="25870"/>
                  </a:cubicBezTo>
                  <a:cubicBezTo>
                    <a:pt x="75682" y="34327"/>
                    <a:pt x="73270" y="42897"/>
                    <a:pt x="68452" y="51571"/>
                  </a:cubicBezTo>
                  <a:cubicBezTo>
                    <a:pt x="63635" y="60254"/>
                    <a:pt x="57648" y="66830"/>
                    <a:pt x="50474" y="71317"/>
                  </a:cubicBezTo>
                  <a:cubicBezTo>
                    <a:pt x="43340" y="75771"/>
                    <a:pt x="35747" y="78071"/>
                    <a:pt x="27694" y="78216"/>
                  </a:cubicBezTo>
                  <a:close/>
                  <a:moveTo>
                    <a:pt x="48376" y="3526"/>
                  </a:moveTo>
                  <a:cubicBezTo>
                    <a:pt x="44696" y="3526"/>
                    <a:pt x="41097" y="4446"/>
                    <a:pt x="37563" y="6286"/>
                  </a:cubicBezTo>
                  <a:cubicBezTo>
                    <a:pt x="34069" y="8085"/>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1" y="72681"/>
                    <a:pt x="23627" y="74682"/>
                    <a:pt x="29179" y="74682"/>
                  </a:cubicBezTo>
                  <a:cubicBezTo>
                    <a:pt x="32487" y="74682"/>
                    <a:pt x="35764" y="73859"/>
                    <a:pt x="38999" y="72205"/>
                  </a:cubicBezTo>
                  <a:cubicBezTo>
                    <a:pt x="42235" y="70550"/>
                    <a:pt x="45584" y="67734"/>
                    <a:pt x="49038" y="63764"/>
                  </a:cubicBezTo>
                  <a:cubicBezTo>
                    <a:pt x="53452" y="58688"/>
                    <a:pt x="57147" y="52233"/>
                    <a:pt x="60125" y="44398"/>
                  </a:cubicBezTo>
                  <a:cubicBezTo>
                    <a:pt x="63102" y="36570"/>
                    <a:pt x="64595" y="29284"/>
                    <a:pt x="64595" y="22554"/>
                  </a:cubicBezTo>
                  <a:cubicBezTo>
                    <a:pt x="64595" y="17591"/>
                    <a:pt x="63255" y="13177"/>
                    <a:pt x="60569" y="9320"/>
                  </a:cubicBezTo>
                  <a:cubicBezTo>
                    <a:pt x="57882" y="5455"/>
                    <a:pt x="53823" y="3526"/>
                    <a:pt x="48376" y="3526"/>
                  </a:cubicBezTo>
                  <a:close/>
                  <a:moveTo>
                    <a:pt x="93943" y="1703"/>
                  </a:moveTo>
                  <a:lnTo>
                    <a:pt x="123396" y="1703"/>
                  </a:lnTo>
                  <a:cubicBezTo>
                    <a:pt x="131119" y="1703"/>
                    <a:pt x="136897" y="3381"/>
                    <a:pt x="140721" y="6730"/>
                  </a:cubicBezTo>
                  <a:cubicBezTo>
                    <a:pt x="144546" y="10038"/>
                    <a:pt x="146451" y="14081"/>
                    <a:pt x="146451" y="18858"/>
                  </a:cubicBezTo>
                  <a:cubicBezTo>
                    <a:pt x="146451" y="22651"/>
                    <a:pt x="145240" y="26330"/>
                    <a:pt x="142812" y="29897"/>
                  </a:cubicBezTo>
                  <a:cubicBezTo>
                    <a:pt x="140391" y="33464"/>
                    <a:pt x="136783" y="36369"/>
                    <a:pt x="131999" y="38612"/>
                  </a:cubicBezTo>
                  <a:cubicBezTo>
                    <a:pt x="127222" y="40815"/>
                    <a:pt x="122057" y="41920"/>
                    <a:pt x="116505" y="41920"/>
                  </a:cubicBezTo>
                  <a:cubicBezTo>
                    <a:pt x="113043"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7" y="74246"/>
                    <a:pt x="103868" y="74464"/>
                  </a:cubicBezTo>
                  <a:lnTo>
                    <a:pt x="103320" y="76505"/>
                  </a:lnTo>
                  <a:lnTo>
                    <a:pt x="73585" y="76505"/>
                  </a:lnTo>
                  <a:lnTo>
                    <a:pt x="74190" y="74464"/>
                  </a:lnTo>
                  <a:cubicBezTo>
                    <a:pt x="78088" y="74464"/>
                    <a:pt x="80790" y="73802"/>
                    <a:pt x="82300" y="72479"/>
                  </a:cubicBezTo>
                  <a:cubicBezTo>
                    <a:pt x="83849" y="71115"/>
                    <a:pt x="85503" y="67403"/>
                    <a:pt x="87270" y="61335"/>
                  </a:cubicBezTo>
                  <a:lnTo>
                    <a:pt x="99624" y="18753"/>
                  </a:lnTo>
                  <a:cubicBezTo>
                    <a:pt x="101093" y="13637"/>
                    <a:pt x="101828" y="10216"/>
                    <a:pt x="101828" y="8489"/>
                  </a:cubicBezTo>
                  <a:cubicBezTo>
                    <a:pt x="101828" y="7206"/>
                    <a:pt x="101295" y="6141"/>
                    <a:pt x="100229" y="5293"/>
                  </a:cubicBezTo>
                  <a:cubicBezTo>
                    <a:pt x="99196"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7"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8" y="73254"/>
                    <a:pt x="185119" y="73254"/>
                  </a:cubicBezTo>
                  <a:cubicBezTo>
                    <a:pt x="188766"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2"/>
                  </a:cubicBezTo>
                  <a:lnTo>
                    <a:pt x="218938" y="19576"/>
                  </a:lnTo>
                  <a:cubicBezTo>
                    <a:pt x="220592" y="13879"/>
                    <a:pt x="221423" y="10167"/>
                    <a:pt x="221423" y="8432"/>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1" y="4575"/>
                  </a:cubicBezTo>
                  <a:cubicBezTo>
                    <a:pt x="229420" y="5092"/>
                    <a:pt x="228355" y="6044"/>
                    <a:pt x="227435" y="7440"/>
                  </a:cubicBezTo>
                  <a:cubicBezTo>
                    <a:pt x="226515" y="8804"/>
                    <a:pt x="225482" y="11467"/>
                    <a:pt x="224345" y="15445"/>
                  </a:cubicBezTo>
                  <a:lnTo>
                    <a:pt x="216234" y="43187"/>
                  </a:lnTo>
                  <a:cubicBezTo>
                    <a:pt x="213620" y="52201"/>
                    <a:pt x="211159" y="58850"/>
                    <a:pt x="208843" y="63159"/>
                  </a:cubicBezTo>
                  <a:cubicBezTo>
                    <a:pt x="206527" y="67419"/>
                    <a:pt x="203162" y="71010"/>
                    <a:pt x="198748" y="73915"/>
                  </a:cubicBezTo>
                  <a:cubicBezTo>
                    <a:pt x="194374" y="76780"/>
                    <a:pt x="188928" y="78216"/>
                    <a:pt x="182424" y="78216"/>
                  </a:cubicBezTo>
                  <a:cubicBezTo>
                    <a:pt x="174920" y="78216"/>
                    <a:pt x="168868" y="76102"/>
                    <a:pt x="164276" y="71874"/>
                  </a:cubicBezTo>
                  <a:cubicBezTo>
                    <a:pt x="159676" y="67605"/>
                    <a:pt x="157377" y="62731"/>
                    <a:pt x="157377" y="57252"/>
                  </a:cubicBezTo>
                  <a:cubicBezTo>
                    <a:pt x="157377" y="55081"/>
                    <a:pt x="157579" y="52765"/>
                    <a:pt x="157982" y="50304"/>
                  </a:cubicBezTo>
                  <a:cubicBezTo>
                    <a:pt x="158281" y="48682"/>
                    <a:pt x="158999" y="45890"/>
                    <a:pt x="160136" y="41920"/>
                  </a:cubicBezTo>
                  <a:lnTo>
                    <a:pt x="167528" y="16486"/>
                  </a:lnTo>
                  <a:cubicBezTo>
                    <a:pt x="168553" y="12814"/>
                    <a:pt x="169069" y="10111"/>
                    <a:pt x="169069" y="8384"/>
                  </a:cubicBezTo>
                  <a:cubicBezTo>
                    <a:pt x="169069" y="7020"/>
                    <a:pt x="168537" y="5971"/>
                    <a:pt x="167471" y="5237"/>
                  </a:cubicBezTo>
                  <a:cubicBezTo>
                    <a:pt x="166438" y="4462"/>
                    <a:pt x="163816" y="3970"/>
                    <a:pt x="159579" y="3744"/>
                  </a:cubicBezTo>
                  <a:lnTo>
                    <a:pt x="160136" y="1703"/>
                  </a:lnTo>
                  <a:close/>
                  <a:moveTo>
                    <a:pt x="265990" y="76505"/>
                  </a:moveTo>
                  <a:lnTo>
                    <a:pt x="228758" y="76505"/>
                  </a:lnTo>
                  <a:lnTo>
                    <a:pt x="228758" y="74464"/>
                  </a:lnTo>
                  <a:cubicBezTo>
                    <a:pt x="247729" y="57841"/>
                    <a:pt x="260269" y="44809"/>
                    <a:pt x="266378" y="35352"/>
                  </a:cubicBezTo>
                  <a:cubicBezTo>
                    <a:pt x="269210" y="30978"/>
                    <a:pt x="270622" y="26379"/>
                    <a:pt x="270622" y="21561"/>
                  </a:cubicBezTo>
                  <a:cubicBezTo>
                    <a:pt x="270622" y="17736"/>
                    <a:pt x="269444" y="14630"/>
                    <a:pt x="267096" y="12241"/>
                  </a:cubicBezTo>
                  <a:cubicBezTo>
                    <a:pt x="264739" y="9812"/>
                    <a:pt x="261689" y="8602"/>
                    <a:pt x="257937" y="8602"/>
                  </a:cubicBezTo>
                  <a:cubicBezTo>
                    <a:pt x="252748" y="8602"/>
                    <a:pt x="248488" y="11087"/>
                    <a:pt x="245139" y="16050"/>
                  </a:cubicBezTo>
                  <a:lnTo>
                    <a:pt x="243211" y="15162"/>
                  </a:lnTo>
                  <a:cubicBezTo>
                    <a:pt x="245082" y="10426"/>
                    <a:pt x="247826" y="6746"/>
                    <a:pt x="251425" y="4132"/>
                  </a:cubicBezTo>
                  <a:cubicBezTo>
                    <a:pt x="255032" y="1485"/>
                    <a:pt x="258929" y="161"/>
                    <a:pt x="263126" y="161"/>
                  </a:cubicBezTo>
                  <a:cubicBezTo>
                    <a:pt x="267862" y="161"/>
                    <a:pt x="271857" y="1799"/>
                    <a:pt x="275092" y="5068"/>
                  </a:cubicBezTo>
                  <a:cubicBezTo>
                    <a:pt x="278328" y="8311"/>
                    <a:pt x="279942" y="12241"/>
                    <a:pt x="279942" y="16873"/>
                  </a:cubicBezTo>
                  <a:cubicBezTo>
                    <a:pt x="279942" y="20109"/>
                    <a:pt x="279377" y="23111"/>
                    <a:pt x="278240" y="25870"/>
                  </a:cubicBezTo>
                  <a:cubicBezTo>
                    <a:pt x="276472" y="30171"/>
                    <a:pt x="273212" y="34989"/>
                    <a:pt x="268475" y="40323"/>
                  </a:cubicBezTo>
                  <a:cubicBezTo>
                    <a:pt x="261262" y="48481"/>
                    <a:pt x="251651" y="57881"/>
                    <a:pt x="239620" y="68509"/>
                  </a:cubicBezTo>
                  <a:lnTo>
                    <a:pt x="258381" y="68509"/>
                  </a:lnTo>
                  <a:cubicBezTo>
                    <a:pt x="261390" y="68509"/>
                    <a:pt x="263876" y="67879"/>
                    <a:pt x="265821" y="66629"/>
                  </a:cubicBezTo>
                  <a:cubicBezTo>
                    <a:pt x="267773" y="65378"/>
                    <a:pt x="269170" y="63708"/>
                    <a:pt x="270017" y="61609"/>
                  </a:cubicBezTo>
                  <a:lnTo>
                    <a:pt x="272220" y="61609"/>
                  </a:lnTo>
                  <a:lnTo>
                    <a:pt x="265990" y="76505"/>
                  </a:lnTo>
                  <a:close/>
                </a:path>
              </a:pathLst>
            </a:custGeom>
            <a:solidFill>
              <a:srgbClr val="000000"/>
            </a:solidFill>
            <a:ln w="807" cap="flat">
              <a:noFill/>
              <a:prstDash val="solid"/>
              <a:miter/>
            </a:ln>
          </p:spPr>
        </p:sp>
        <p:sp>
          <p:nvSpPr>
            <p:cNvPr id="518" name="任意形状 517">
              <a:extLst>
                <a:ext uri="{FF2B5EF4-FFF2-40B4-BE49-F238E27FC236}">
                  <a16:creationId xmlns:a16="http://schemas.microsoft.com/office/drawing/2014/main" id="{555B58F6-57E7-049D-D87E-BEA4D715DDA1}"/>
                </a:ext>
              </a:extLst>
            </p:cNvPr>
            <p:cNvSpPr/>
            <p:nvPr/>
          </p:nvSpPr>
          <p:spPr>
            <a:xfrm>
              <a:off x="10030937" y="3305283"/>
              <a:ext cx="376467" cy="135756"/>
            </a:xfrm>
            <a:custGeom>
              <a:avLst/>
              <a:gdLst>
                <a:gd name="csX0" fmla="*/ 27694 w 278239"/>
                <a:gd name="csY0" fmla="*/ 78216 h 100334"/>
                <a:gd name="csX1" fmla="*/ 13459 w 278239"/>
                <a:gd name="csY1" fmla="*/ 89747 h 100334"/>
                <a:gd name="csX2" fmla="*/ 19697 w 278239"/>
                <a:gd name="csY2" fmla="*/ 89134 h 100334"/>
                <a:gd name="csX3" fmla="*/ 24765 w 278239"/>
                <a:gd name="csY3" fmla="*/ 89465 h 100334"/>
                <a:gd name="csX4" fmla="*/ 34811 w 278239"/>
                <a:gd name="csY4" fmla="*/ 91506 h 100334"/>
                <a:gd name="csX5" fmla="*/ 48271 w 278239"/>
                <a:gd name="csY5" fmla="*/ 93274 h 100334"/>
                <a:gd name="csX6" fmla="*/ 58640 w 278239"/>
                <a:gd name="csY6" fmla="*/ 91127 h 100334"/>
                <a:gd name="csX7" fmla="*/ 66968 w 278239"/>
                <a:gd name="csY7" fmla="*/ 84067 h 100334"/>
                <a:gd name="csX8" fmla="*/ 68791 w 278239"/>
                <a:gd name="csY8" fmla="*/ 84946 h 100334"/>
                <a:gd name="csX9" fmla="*/ 55380 w 278239"/>
                <a:gd name="csY9" fmla="*/ 96695 h 100334"/>
                <a:gd name="csX10" fmla="*/ 38999 w 278239"/>
                <a:gd name="csY10" fmla="*/ 100334 h 100334"/>
                <a:gd name="csX11" fmla="*/ 25871 w 278239"/>
                <a:gd name="csY11" fmla="*/ 98462 h 100334"/>
                <a:gd name="csX12" fmla="*/ 8054 w 278239"/>
                <a:gd name="csY12" fmla="*/ 95646 h 100334"/>
                <a:gd name="csX13" fmla="*/ 4906 w 278239"/>
                <a:gd name="csY13" fmla="*/ 95920 h 100334"/>
                <a:gd name="csX14" fmla="*/ 1267 w 278239"/>
                <a:gd name="csY14" fmla="*/ 97244 h 100334"/>
                <a:gd name="csX15" fmla="*/ 0 w 278239"/>
                <a:gd name="csY15" fmla="*/ 95759 h 100334"/>
                <a:gd name="csX16" fmla="*/ 22619 w 278239"/>
                <a:gd name="csY16" fmla="*/ 77885 h 100334"/>
                <a:gd name="csX17" fmla="*/ 6730 w 278239"/>
                <a:gd name="csY17" fmla="*/ 68670 h 100334"/>
                <a:gd name="csX18" fmla="*/ 1323 w 278239"/>
                <a:gd name="csY18" fmla="*/ 52072 h 100334"/>
                <a:gd name="csX19" fmla="*/ 8602 w 278239"/>
                <a:gd name="csY19" fmla="*/ 27081 h 100334"/>
                <a:gd name="csX20" fmla="*/ 27307 w 278239"/>
                <a:gd name="csY20" fmla="*/ 7109 h 100334"/>
                <a:gd name="csX21" fmla="*/ 49699 w 278239"/>
                <a:gd name="csY21" fmla="*/ 0 h 100334"/>
                <a:gd name="csX22" fmla="*/ 63603 w 278239"/>
                <a:gd name="csY22" fmla="*/ 3309 h 100334"/>
                <a:gd name="csX23" fmla="*/ 72535 w 278239"/>
                <a:gd name="csY23" fmla="*/ 12959 h 100334"/>
                <a:gd name="csX24" fmla="*/ 75682 w 278239"/>
                <a:gd name="csY24" fmla="*/ 25870 h 100334"/>
                <a:gd name="csX25" fmla="*/ 68452 w 278239"/>
                <a:gd name="csY25" fmla="*/ 51571 h 100334"/>
                <a:gd name="csX26" fmla="*/ 50474 w 278239"/>
                <a:gd name="csY26" fmla="*/ 71317 h 100334"/>
                <a:gd name="csX27" fmla="*/ 27694 w 278239"/>
                <a:gd name="csY27" fmla="*/ 78216 h 100334"/>
                <a:gd name="csX28" fmla="*/ 48376 w 278239"/>
                <a:gd name="csY28" fmla="*/ 3526 h 100334"/>
                <a:gd name="csX29" fmla="*/ 37563 w 278239"/>
                <a:gd name="csY29" fmla="*/ 6286 h 100334"/>
                <a:gd name="csX30" fmla="*/ 27137 w 278239"/>
                <a:gd name="csY30" fmla="*/ 15219 h 100334"/>
                <a:gd name="csX31" fmla="*/ 17817 w 278239"/>
                <a:gd name="csY31" fmla="*/ 31438 h 100334"/>
                <a:gd name="csX32" fmla="*/ 12798 w 278239"/>
                <a:gd name="csY32" fmla="*/ 54775 h 100334"/>
                <a:gd name="csX33" fmla="*/ 16825 w 278239"/>
                <a:gd name="csY33" fmla="*/ 68670 h 100334"/>
                <a:gd name="csX34" fmla="*/ 29179 w 278239"/>
                <a:gd name="csY34" fmla="*/ 74682 h 100334"/>
                <a:gd name="csX35" fmla="*/ 38999 w 278239"/>
                <a:gd name="csY35" fmla="*/ 72205 h 100334"/>
                <a:gd name="csX36" fmla="*/ 49038 w 278239"/>
                <a:gd name="csY36" fmla="*/ 63764 h 100334"/>
                <a:gd name="csX37" fmla="*/ 60125 w 278239"/>
                <a:gd name="csY37" fmla="*/ 44398 h 100334"/>
                <a:gd name="csX38" fmla="*/ 64595 w 278239"/>
                <a:gd name="csY38" fmla="*/ 22554 h 100334"/>
                <a:gd name="csX39" fmla="*/ 60569 w 278239"/>
                <a:gd name="csY39" fmla="*/ 9320 h 100334"/>
                <a:gd name="csX40" fmla="*/ 48376 w 278239"/>
                <a:gd name="csY40" fmla="*/ 3526 h 100334"/>
                <a:gd name="csX41" fmla="*/ 93943 w 278239"/>
                <a:gd name="csY41" fmla="*/ 1703 h 100334"/>
                <a:gd name="csX42" fmla="*/ 123396 w 278239"/>
                <a:gd name="csY42" fmla="*/ 1703 h 100334"/>
                <a:gd name="csX43" fmla="*/ 140721 w 278239"/>
                <a:gd name="csY43" fmla="*/ 6730 h 100334"/>
                <a:gd name="csX44" fmla="*/ 146451 w 278239"/>
                <a:gd name="csY44" fmla="*/ 18858 h 100334"/>
                <a:gd name="csX45" fmla="*/ 142812 w 278239"/>
                <a:gd name="csY45" fmla="*/ 29897 h 100334"/>
                <a:gd name="csX46" fmla="*/ 131999 w 278239"/>
                <a:gd name="csY46" fmla="*/ 38612 h 100334"/>
                <a:gd name="csX47" fmla="*/ 116505 w 278239"/>
                <a:gd name="csY47" fmla="*/ 41920 h 100334"/>
                <a:gd name="csX48" fmla="*/ 103320 w 278239"/>
                <a:gd name="csY48" fmla="*/ 40040 h 100334"/>
                <a:gd name="csX49" fmla="*/ 97365 w 278239"/>
                <a:gd name="csY49" fmla="*/ 60456 h 100334"/>
                <a:gd name="csX50" fmla="*/ 95267 w 278239"/>
                <a:gd name="csY50" fmla="*/ 70050 h 100334"/>
                <a:gd name="csX51" fmla="*/ 96752 w 278239"/>
                <a:gd name="csY51" fmla="*/ 72971 h 100334"/>
                <a:gd name="csX52" fmla="*/ 103868 w 278239"/>
                <a:gd name="csY52" fmla="*/ 74464 h 100334"/>
                <a:gd name="csX53" fmla="*/ 103320 w 278239"/>
                <a:gd name="csY53" fmla="*/ 76506 h 100334"/>
                <a:gd name="csX54" fmla="*/ 73585 w 278239"/>
                <a:gd name="csY54" fmla="*/ 76506 h 100334"/>
                <a:gd name="csX55" fmla="*/ 74190 w 278239"/>
                <a:gd name="csY55" fmla="*/ 74464 h 100334"/>
                <a:gd name="csX56" fmla="*/ 82300 w 278239"/>
                <a:gd name="csY56" fmla="*/ 72479 h 100334"/>
                <a:gd name="csX57" fmla="*/ 87270 w 278239"/>
                <a:gd name="csY57" fmla="*/ 61335 h 100334"/>
                <a:gd name="csX58" fmla="*/ 99624 w 278239"/>
                <a:gd name="csY58" fmla="*/ 18753 h 100334"/>
                <a:gd name="csX59" fmla="*/ 101828 w 278239"/>
                <a:gd name="csY59" fmla="*/ 8489 h 100334"/>
                <a:gd name="csX60" fmla="*/ 100229 w 278239"/>
                <a:gd name="csY60" fmla="*/ 5294 h 100334"/>
                <a:gd name="csX61" fmla="*/ 93330 w 278239"/>
                <a:gd name="csY61" fmla="*/ 3744 h 100334"/>
                <a:gd name="csX62" fmla="*/ 93943 w 278239"/>
                <a:gd name="csY62" fmla="*/ 1703 h 100334"/>
                <a:gd name="csX63" fmla="*/ 104256 w 278239"/>
                <a:gd name="csY63" fmla="*/ 36570 h 100334"/>
                <a:gd name="csX64" fmla="*/ 114294 w 278239"/>
                <a:gd name="csY64" fmla="*/ 38168 h 100334"/>
                <a:gd name="csX65" fmla="*/ 125220 w 278239"/>
                <a:gd name="csY65" fmla="*/ 35683 h 100334"/>
                <a:gd name="csX66" fmla="*/ 132943 w 278239"/>
                <a:gd name="csY66" fmla="*/ 28243 h 100334"/>
                <a:gd name="csX67" fmla="*/ 135751 w 278239"/>
                <a:gd name="csY67" fmla="*/ 17922 h 100334"/>
                <a:gd name="csX68" fmla="*/ 132330 w 278239"/>
                <a:gd name="csY68" fmla="*/ 9094 h 100334"/>
                <a:gd name="csX69" fmla="*/ 121960 w 278239"/>
                <a:gd name="csY69" fmla="*/ 5842 h 100334"/>
                <a:gd name="csX70" fmla="*/ 112858 w 278239"/>
                <a:gd name="csY70" fmla="*/ 6778 h 100334"/>
                <a:gd name="csX71" fmla="*/ 104256 w 278239"/>
                <a:gd name="csY71" fmla="*/ 36570 h 100334"/>
                <a:gd name="csX72" fmla="*/ 160136 w 278239"/>
                <a:gd name="csY72" fmla="*/ 1703 h 100334"/>
                <a:gd name="csX73" fmla="*/ 191744 w 278239"/>
                <a:gd name="csY73" fmla="*/ 1703 h 100334"/>
                <a:gd name="csX74" fmla="*/ 191139 w 278239"/>
                <a:gd name="csY74" fmla="*/ 3744 h 100334"/>
                <a:gd name="csX75" fmla="*/ 184183 w 278239"/>
                <a:gd name="csY75" fmla="*/ 4688 h 100334"/>
                <a:gd name="csX76" fmla="*/ 180657 w 278239"/>
                <a:gd name="csY76" fmla="*/ 7496 h 100334"/>
                <a:gd name="csX77" fmla="*/ 177623 w 278239"/>
                <a:gd name="csY77" fmla="*/ 15057 h 100334"/>
                <a:gd name="csX78" fmla="*/ 169957 w 278239"/>
                <a:gd name="csY78" fmla="*/ 41533 h 100334"/>
                <a:gd name="csX79" fmla="*/ 167528 w 278239"/>
                <a:gd name="csY79" fmla="*/ 50797 h 100334"/>
                <a:gd name="csX80" fmla="*/ 166866 w 278239"/>
                <a:gd name="csY80" fmla="*/ 57365 h 100334"/>
                <a:gd name="csX81" fmla="*/ 171829 w 278239"/>
                <a:gd name="csY81" fmla="*/ 68670 h 100334"/>
                <a:gd name="csX82" fmla="*/ 185119 w 278239"/>
                <a:gd name="csY82" fmla="*/ 73254 h 100334"/>
                <a:gd name="csX83" fmla="*/ 194883 w 278239"/>
                <a:gd name="csY83" fmla="*/ 71212 h 100334"/>
                <a:gd name="csX84" fmla="*/ 202226 w 278239"/>
                <a:gd name="csY84" fmla="*/ 65418 h 100334"/>
                <a:gd name="csX85" fmla="*/ 207850 w 278239"/>
                <a:gd name="csY85" fmla="*/ 55323 h 100334"/>
                <a:gd name="csX86" fmla="*/ 212321 w 278239"/>
                <a:gd name="csY86" fmla="*/ 42413 h 100334"/>
                <a:gd name="csX87" fmla="*/ 218938 w 278239"/>
                <a:gd name="csY87" fmla="*/ 19576 h 100334"/>
                <a:gd name="csX88" fmla="*/ 221423 w 278239"/>
                <a:gd name="csY88" fmla="*/ 8433 h 100334"/>
                <a:gd name="csX89" fmla="*/ 219713 w 278239"/>
                <a:gd name="csY89" fmla="*/ 5350 h 100334"/>
                <a:gd name="csX90" fmla="*/ 212926 w 278239"/>
                <a:gd name="csY90" fmla="*/ 3744 h 100334"/>
                <a:gd name="csX91" fmla="*/ 213531 w 278239"/>
                <a:gd name="csY91" fmla="*/ 1703 h 100334"/>
                <a:gd name="csX92" fmla="*/ 237304 w 278239"/>
                <a:gd name="csY92" fmla="*/ 1703 h 100334"/>
                <a:gd name="csX93" fmla="*/ 236698 w 278239"/>
                <a:gd name="csY93" fmla="*/ 3744 h 100334"/>
                <a:gd name="csX94" fmla="*/ 230631 w 278239"/>
                <a:gd name="csY94" fmla="*/ 4575 h 100334"/>
                <a:gd name="csX95" fmla="*/ 227435 w 278239"/>
                <a:gd name="csY95" fmla="*/ 7440 h 100334"/>
                <a:gd name="csX96" fmla="*/ 224345 w 278239"/>
                <a:gd name="csY96" fmla="*/ 15445 h 100334"/>
                <a:gd name="csX97" fmla="*/ 216234 w 278239"/>
                <a:gd name="csY97" fmla="*/ 43187 h 100334"/>
                <a:gd name="csX98" fmla="*/ 208843 w 278239"/>
                <a:gd name="csY98" fmla="*/ 63159 h 100334"/>
                <a:gd name="csX99" fmla="*/ 198748 w 278239"/>
                <a:gd name="csY99" fmla="*/ 73915 h 100334"/>
                <a:gd name="csX100" fmla="*/ 182424 w 278239"/>
                <a:gd name="csY100" fmla="*/ 78216 h 100334"/>
                <a:gd name="csX101" fmla="*/ 164276 w 278239"/>
                <a:gd name="csY101" fmla="*/ 71874 h 100334"/>
                <a:gd name="csX102" fmla="*/ 157377 w 278239"/>
                <a:gd name="csY102" fmla="*/ 57252 h 100334"/>
                <a:gd name="csX103" fmla="*/ 157982 w 278239"/>
                <a:gd name="csY103" fmla="*/ 50304 h 100334"/>
                <a:gd name="csX104" fmla="*/ 160136 w 278239"/>
                <a:gd name="csY104" fmla="*/ 41920 h 100334"/>
                <a:gd name="csX105" fmla="*/ 167528 w 278239"/>
                <a:gd name="csY105" fmla="*/ 16486 h 100334"/>
                <a:gd name="csX106" fmla="*/ 169069 w 278239"/>
                <a:gd name="csY106" fmla="*/ 8384 h 100334"/>
                <a:gd name="csX107" fmla="*/ 167471 w 278239"/>
                <a:gd name="csY107" fmla="*/ 5237 h 100334"/>
                <a:gd name="csX108" fmla="*/ 159579 w 278239"/>
                <a:gd name="csY108" fmla="*/ 3744 h 100334"/>
                <a:gd name="csX109" fmla="*/ 160136 w 278239"/>
                <a:gd name="csY109" fmla="*/ 1703 h 100334"/>
                <a:gd name="csX110" fmla="*/ 244259 w 278239"/>
                <a:gd name="csY110" fmla="*/ 35634 h 100334"/>
                <a:gd name="csX111" fmla="*/ 244259 w 278239"/>
                <a:gd name="csY111" fmla="*/ 34028 h 100334"/>
                <a:gd name="csX112" fmla="*/ 264166 w 278239"/>
                <a:gd name="csY112" fmla="*/ 26088 h 100334"/>
                <a:gd name="csX113" fmla="*/ 268911 w 278239"/>
                <a:gd name="csY113" fmla="*/ 16106 h 100334"/>
                <a:gd name="csX114" fmla="*/ 266152 w 278239"/>
                <a:gd name="csY114" fmla="*/ 8933 h 100334"/>
                <a:gd name="csX115" fmla="*/ 259479 w 278239"/>
                <a:gd name="csY115" fmla="*/ 6068 h 100334"/>
                <a:gd name="csX116" fmla="*/ 248504 w 278239"/>
                <a:gd name="csY116" fmla="*/ 13734 h 100334"/>
                <a:gd name="csX117" fmla="*/ 246462 w 278239"/>
                <a:gd name="csY117" fmla="*/ 13129 h 100334"/>
                <a:gd name="csX118" fmla="*/ 253798 w 278239"/>
                <a:gd name="csY118" fmla="*/ 3470 h 100334"/>
                <a:gd name="csX119" fmla="*/ 263674 w 278239"/>
                <a:gd name="csY119" fmla="*/ 161 h 100334"/>
                <a:gd name="csX120" fmla="*/ 274213 w 278239"/>
                <a:gd name="csY120" fmla="*/ 4075 h 100334"/>
                <a:gd name="csX121" fmla="*/ 278240 w 278239"/>
                <a:gd name="csY121" fmla="*/ 13895 h 100334"/>
                <a:gd name="csX122" fmla="*/ 274430 w 278239"/>
                <a:gd name="csY122" fmla="*/ 23659 h 100334"/>
                <a:gd name="csX123" fmla="*/ 261464 w 278239"/>
                <a:gd name="csY123" fmla="*/ 32043 h 100334"/>
                <a:gd name="csX124" fmla="*/ 270129 w 278239"/>
                <a:gd name="csY124" fmla="*/ 38886 h 100334"/>
                <a:gd name="csX125" fmla="*/ 273051 w 278239"/>
                <a:gd name="csY125" fmla="*/ 49530 h 100334"/>
                <a:gd name="csX126" fmla="*/ 269081 w 278239"/>
                <a:gd name="csY126" fmla="*/ 63377 h 100334"/>
                <a:gd name="csX127" fmla="*/ 258155 w 278239"/>
                <a:gd name="csY127" fmla="*/ 74077 h 100334"/>
                <a:gd name="csX128" fmla="*/ 243646 w 278239"/>
                <a:gd name="csY128" fmla="*/ 77829 h 100334"/>
                <a:gd name="csX129" fmla="*/ 233115 w 278239"/>
                <a:gd name="csY129" fmla="*/ 75400 h 100334"/>
                <a:gd name="csX130" fmla="*/ 230743 w 278239"/>
                <a:gd name="csY130" fmla="*/ 71543 h 100334"/>
                <a:gd name="csX131" fmla="*/ 232123 w 278239"/>
                <a:gd name="csY131" fmla="*/ 68234 h 100334"/>
                <a:gd name="csX132" fmla="*/ 235593 w 278239"/>
                <a:gd name="csY132" fmla="*/ 66855 h 100334"/>
                <a:gd name="csX133" fmla="*/ 238466 w 278239"/>
                <a:gd name="csY133" fmla="*/ 67290 h 100334"/>
                <a:gd name="csX134" fmla="*/ 242767 w 278239"/>
                <a:gd name="csY134" fmla="*/ 69501 h 100334"/>
                <a:gd name="csX135" fmla="*/ 248173 w 278239"/>
                <a:gd name="csY135" fmla="*/ 72092 h 100334"/>
                <a:gd name="csX136" fmla="*/ 252143 w 278239"/>
                <a:gd name="csY136" fmla="*/ 72697 h 100334"/>
                <a:gd name="csX137" fmla="*/ 260309 w 278239"/>
                <a:gd name="csY137" fmla="*/ 66960 h 100334"/>
                <a:gd name="csX138" fmla="*/ 263561 w 278239"/>
                <a:gd name="csY138" fmla="*/ 54662 h 100334"/>
                <a:gd name="csX139" fmla="*/ 261358 w 278239"/>
                <a:gd name="csY139" fmla="*/ 45229 h 100334"/>
                <a:gd name="csX140" fmla="*/ 254516 w 278239"/>
                <a:gd name="csY140" fmla="*/ 38555 h 100334"/>
                <a:gd name="csX141" fmla="*/ 244259 w 278239"/>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9" h="100334">
                  <a:moveTo>
                    <a:pt x="27694" y="78216"/>
                  </a:moveTo>
                  <a:lnTo>
                    <a:pt x="13459" y="89747"/>
                  </a:lnTo>
                  <a:cubicBezTo>
                    <a:pt x="15703" y="89336"/>
                    <a:pt x="17785" y="89134"/>
                    <a:pt x="19697" y="89134"/>
                  </a:cubicBezTo>
                  <a:cubicBezTo>
                    <a:pt x="21529" y="89134"/>
                    <a:pt x="23224" y="89247"/>
                    <a:pt x="24765" y="89465"/>
                  </a:cubicBezTo>
                  <a:cubicBezTo>
                    <a:pt x="26347" y="89691"/>
                    <a:pt x="29695" y="90369"/>
                    <a:pt x="34811" y="91506"/>
                  </a:cubicBezTo>
                  <a:cubicBezTo>
                    <a:pt x="39960" y="92685"/>
                    <a:pt x="44446" y="93274"/>
                    <a:pt x="48271" y="93274"/>
                  </a:cubicBezTo>
                  <a:cubicBezTo>
                    <a:pt x="52346" y="93274"/>
                    <a:pt x="55808" y="92555"/>
                    <a:pt x="58640" y="91127"/>
                  </a:cubicBezTo>
                  <a:cubicBezTo>
                    <a:pt x="61504" y="89723"/>
                    <a:pt x="64281" y="87375"/>
                    <a:pt x="66968" y="84067"/>
                  </a:cubicBezTo>
                  <a:lnTo>
                    <a:pt x="68791" y="84946"/>
                  </a:lnTo>
                  <a:cubicBezTo>
                    <a:pt x="64998" y="90385"/>
                    <a:pt x="60528" y="94307"/>
                    <a:pt x="55380" y="96695"/>
                  </a:cubicBezTo>
                  <a:cubicBezTo>
                    <a:pt x="50232" y="99124"/>
                    <a:pt x="44777" y="100334"/>
                    <a:pt x="38999" y="100334"/>
                  </a:cubicBezTo>
                  <a:cubicBezTo>
                    <a:pt x="35804" y="100334"/>
                    <a:pt x="31422" y="99713"/>
                    <a:pt x="25871" y="98462"/>
                  </a:cubicBezTo>
                  <a:cubicBezTo>
                    <a:pt x="17374" y="96582"/>
                    <a:pt x="11434" y="95646"/>
                    <a:pt x="8054"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3" y="35683"/>
                    <a:pt x="8602" y="27081"/>
                  </a:cubicBezTo>
                  <a:cubicBezTo>
                    <a:pt x="13500" y="18479"/>
                    <a:pt x="19730" y="11822"/>
                    <a:pt x="27307" y="7109"/>
                  </a:cubicBezTo>
                  <a:cubicBezTo>
                    <a:pt x="34916" y="2364"/>
                    <a:pt x="42381" y="0"/>
                    <a:pt x="49699" y="0"/>
                  </a:cubicBezTo>
                  <a:cubicBezTo>
                    <a:pt x="55146" y="0"/>
                    <a:pt x="59778" y="1098"/>
                    <a:pt x="63603" y="3309"/>
                  </a:cubicBezTo>
                  <a:cubicBezTo>
                    <a:pt x="67460" y="5511"/>
                    <a:pt x="70445" y="8731"/>
                    <a:pt x="72535" y="12959"/>
                  </a:cubicBezTo>
                  <a:cubicBezTo>
                    <a:pt x="74634" y="17155"/>
                    <a:pt x="75682" y="21456"/>
                    <a:pt x="75682" y="25870"/>
                  </a:cubicBezTo>
                  <a:cubicBezTo>
                    <a:pt x="75682" y="34327"/>
                    <a:pt x="73270" y="42897"/>
                    <a:pt x="68452" y="51571"/>
                  </a:cubicBezTo>
                  <a:cubicBezTo>
                    <a:pt x="63635" y="60254"/>
                    <a:pt x="57648"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1" y="72681"/>
                    <a:pt x="23627" y="74682"/>
                    <a:pt x="29179" y="74682"/>
                  </a:cubicBezTo>
                  <a:cubicBezTo>
                    <a:pt x="32487" y="74682"/>
                    <a:pt x="35764" y="73859"/>
                    <a:pt x="38999" y="72205"/>
                  </a:cubicBezTo>
                  <a:cubicBezTo>
                    <a:pt x="42235" y="70550"/>
                    <a:pt x="45584" y="67734"/>
                    <a:pt x="49038" y="63764"/>
                  </a:cubicBezTo>
                  <a:cubicBezTo>
                    <a:pt x="53452" y="58688"/>
                    <a:pt x="57147" y="52233"/>
                    <a:pt x="60125" y="44398"/>
                  </a:cubicBezTo>
                  <a:cubicBezTo>
                    <a:pt x="63102" y="36570"/>
                    <a:pt x="64595" y="29284"/>
                    <a:pt x="64595" y="22554"/>
                  </a:cubicBezTo>
                  <a:cubicBezTo>
                    <a:pt x="64595" y="17591"/>
                    <a:pt x="63255" y="13177"/>
                    <a:pt x="60569" y="9320"/>
                  </a:cubicBezTo>
                  <a:cubicBezTo>
                    <a:pt x="57882" y="5455"/>
                    <a:pt x="53823" y="3526"/>
                    <a:pt x="48376" y="3526"/>
                  </a:cubicBezTo>
                  <a:close/>
                  <a:moveTo>
                    <a:pt x="93943" y="1703"/>
                  </a:moveTo>
                  <a:lnTo>
                    <a:pt x="123396" y="1703"/>
                  </a:lnTo>
                  <a:cubicBezTo>
                    <a:pt x="131119" y="1703"/>
                    <a:pt x="136897" y="3381"/>
                    <a:pt x="140721" y="6730"/>
                  </a:cubicBezTo>
                  <a:cubicBezTo>
                    <a:pt x="144546" y="10038"/>
                    <a:pt x="146451" y="14081"/>
                    <a:pt x="146451" y="18858"/>
                  </a:cubicBezTo>
                  <a:cubicBezTo>
                    <a:pt x="146451" y="22651"/>
                    <a:pt x="145240" y="26330"/>
                    <a:pt x="142812" y="29897"/>
                  </a:cubicBezTo>
                  <a:cubicBezTo>
                    <a:pt x="140391" y="33464"/>
                    <a:pt x="136783" y="36369"/>
                    <a:pt x="131999" y="38612"/>
                  </a:cubicBezTo>
                  <a:cubicBezTo>
                    <a:pt x="127222" y="40815"/>
                    <a:pt x="122057" y="41920"/>
                    <a:pt x="116505" y="41920"/>
                  </a:cubicBezTo>
                  <a:cubicBezTo>
                    <a:pt x="113043"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7" y="74246"/>
                    <a:pt x="103868" y="74464"/>
                  </a:cubicBezTo>
                  <a:lnTo>
                    <a:pt x="103320" y="76506"/>
                  </a:lnTo>
                  <a:lnTo>
                    <a:pt x="73585" y="76506"/>
                  </a:lnTo>
                  <a:lnTo>
                    <a:pt x="74190" y="74464"/>
                  </a:lnTo>
                  <a:cubicBezTo>
                    <a:pt x="78088" y="74464"/>
                    <a:pt x="80790" y="73802"/>
                    <a:pt x="82300" y="72479"/>
                  </a:cubicBezTo>
                  <a:cubicBezTo>
                    <a:pt x="83849" y="71115"/>
                    <a:pt x="85503" y="67403"/>
                    <a:pt x="87270" y="61335"/>
                  </a:cubicBezTo>
                  <a:lnTo>
                    <a:pt x="99624" y="18753"/>
                  </a:lnTo>
                  <a:cubicBezTo>
                    <a:pt x="101093" y="13637"/>
                    <a:pt x="101828" y="10216"/>
                    <a:pt x="101828" y="8489"/>
                  </a:cubicBezTo>
                  <a:cubicBezTo>
                    <a:pt x="101828" y="7206"/>
                    <a:pt x="101295" y="6141"/>
                    <a:pt x="100229" y="5294"/>
                  </a:cubicBezTo>
                  <a:cubicBezTo>
                    <a:pt x="99196"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7"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8" y="73254"/>
                    <a:pt x="185119" y="73254"/>
                  </a:cubicBezTo>
                  <a:cubicBezTo>
                    <a:pt x="188766"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1" y="4575"/>
                  </a:cubicBezTo>
                  <a:cubicBezTo>
                    <a:pt x="229420" y="5092"/>
                    <a:pt x="228355" y="6044"/>
                    <a:pt x="227435" y="7440"/>
                  </a:cubicBezTo>
                  <a:cubicBezTo>
                    <a:pt x="226515" y="8804"/>
                    <a:pt x="225482" y="11467"/>
                    <a:pt x="224345" y="15445"/>
                  </a:cubicBezTo>
                  <a:lnTo>
                    <a:pt x="216234" y="43187"/>
                  </a:lnTo>
                  <a:cubicBezTo>
                    <a:pt x="213620" y="52201"/>
                    <a:pt x="211159" y="58850"/>
                    <a:pt x="208843" y="63159"/>
                  </a:cubicBezTo>
                  <a:cubicBezTo>
                    <a:pt x="206527" y="67419"/>
                    <a:pt x="203162" y="71010"/>
                    <a:pt x="198748" y="73915"/>
                  </a:cubicBezTo>
                  <a:cubicBezTo>
                    <a:pt x="194374" y="76780"/>
                    <a:pt x="188928" y="78216"/>
                    <a:pt x="182424" y="78216"/>
                  </a:cubicBezTo>
                  <a:cubicBezTo>
                    <a:pt x="174920" y="78216"/>
                    <a:pt x="168868" y="76102"/>
                    <a:pt x="164276" y="71874"/>
                  </a:cubicBezTo>
                  <a:cubicBezTo>
                    <a:pt x="159676" y="67605"/>
                    <a:pt x="157377" y="62731"/>
                    <a:pt x="157377" y="57252"/>
                  </a:cubicBezTo>
                  <a:cubicBezTo>
                    <a:pt x="157377" y="55081"/>
                    <a:pt x="157579" y="52765"/>
                    <a:pt x="157982" y="50304"/>
                  </a:cubicBezTo>
                  <a:cubicBezTo>
                    <a:pt x="158281" y="48682"/>
                    <a:pt x="158999" y="45890"/>
                    <a:pt x="160136" y="41920"/>
                  </a:cubicBezTo>
                  <a:lnTo>
                    <a:pt x="167528" y="16486"/>
                  </a:lnTo>
                  <a:cubicBezTo>
                    <a:pt x="168553" y="12814"/>
                    <a:pt x="169069" y="10111"/>
                    <a:pt x="169069" y="8384"/>
                  </a:cubicBezTo>
                  <a:cubicBezTo>
                    <a:pt x="169069" y="7020"/>
                    <a:pt x="168537" y="5971"/>
                    <a:pt x="167471" y="5237"/>
                  </a:cubicBezTo>
                  <a:cubicBezTo>
                    <a:pt x="166438" y="4462"/>
                    <a:pt x="163816" y="3970"/>
                    <a:pt x="159579" y="3744"/>
                  </a:cubicBezTo>
                  <a:lnTo>
                    <a:pt x="160136" y="1703"/>
                  </a:lnTo>
                  <a:close/>
                  <a:moveTo>
                    <a:pt x="244259" y="35634"/>
                  </a:moveTo>
                  <a:lnTo>
                    <a:pt x="244259" y="34028"/>
                  </a:lnTo>
                  <a:cubicBezTo>
                    <a:pt x="253152" y="32673"/>
                    <a:pt x="259793" y="30026"/>
                    <a:pt x="264166" y="26088"/>
                  </a:cubicBezTo>
                  <a:cubicBezTo>
                    <a:pt x="267330" y="23296"/>
                    <a:pt x="268911" y="19964"/>
                    <a:pt x="268911" y="16106"/>
                  </a:cubicBezTo>
                  <a:cubicBezTo>
                    <a:pt x="268911" y="13202"/>
                    <a:pt x="267992" y="10805"/>
                    <a:pt x="266152" y="8933"/>
                  </a:cubicBezTo>
                  <a:cubicBezTo>
                    <a:pt x="264320" y="7020"/>
                    <a:pt x="262092" y="6068"/>
                    <a:pt x="259479" y="6068"/>
                  </a:cubicBezTo>
                  <a:cubicBezTo>
                    <a:pt x="255363" y="6068"/>
                    <a:pt x="251699" y="8618"/>
                    <a:pt x="248504" y="13734"/>
                  </a:cubicBezTo>
                  <a:lnTo>
                    <a:pt x="246462" y="13129"/>
                  </a:lnTo>
                  <a:cubicBezTo>
                    <a:pt x="248375" y="8860"/>
                    <a:pt x="250820" y="5641"/>
                    <a:pt x="253798" y="3470"/>
                  </a:cubicBezTo>
                  <a:cubicBezTo>
                    <a:pt x="256815" y="1267"/>
                    <a:pt x="260107" y="161"/>
                    <a:pt x="263674" y="161"/>
                  </a:cubicBezTo>
                  <a:cubicBezTo>
                    <a:pt x="268015" y="161"/>
                    <a:pt x="271526" y="1469"/>
                    <a:pt x="274213" y="4075"/>
                  </a:cubicBezTo>
                  <a:cubicBezTo>
                    <a:pt x="276891" y="6649"/>
                    <a:pt x="278240" y="9925"/>
                    <a:pt x="278240" y="13895"/>
                  </a:cubicBezTo>
                  <a:cubicBezTo>
                    <a:pt x="278240" y="17277"/>
                    <a:pt x="276965" y="20537"/>
                    <a:pt x="274430" y="23659"/>
                  </a:cubicBezTo>
                  <a:cubicBezTo>
                    <a:pt x="271929" y="26790"/>
                    <a:pt x="267604" y="29582"/>
                    <a:pt x="261464" y="32043"/>
                  </a:cubicBezTo>
                  <a:cubicBezTo>
                    <a:pt x="265288" y="33625"/>
                    <a:pt x="268177" y="35909"/>
                    <a:pt x="270129" y="38886"/>
                  </a:cubicBezTo>
                  <a:cubicBezTo>
                    <a:pt x="272074" y="41823"/>
                    <a:pt x="273051" y="45374"/>
                    <a:pt x="273051" y="49530"/>
                  </a:cubicBezTo>
                  <a:cubicBezTo>
                    <a:pt x="273051" y="54129"/>
                    <a:pt x="271728" y="58745"/>
                    <a:pt x="269081" y="63377"/>
                  </a:cubicBezTo>
                  <a:cubicBezTo>
                    <a:pt x="266434" y="67976"/>
                    <a:pt x="262787" y="71543"/>
                    <a:pt x="258155" y="74077"/>
                  </a:cubicBezTo>
                  <a:cubicBezTo>
                    <a:pt x="253564" y="76578"/>
                    <a:pt x="248722" y="77829"/>
                    <a:pt x="243646" y="77829"/>
                  </a:cubicBezTo>
                  <a:cubicBezTo>
                    <a:pt x="239014" y="77829"/>
                    <a:pt x="235505" y="77022"/>
                    <a:pt x="233115" y="75400"/>
                  </a:cubicBezTo>
                  <a:cubicBezTo>
                    <a:pt x="231534" y="74303"/>
                    <a:pt x="230743" y="73012"/>
                    <a:pt x="230743" y="71543"/>
                  </a:cubicBezTo>
                  <a:cubicBezTo>
                    <a:pt x="230743" y="70252"/>
                    <a:pt x="231203" y="69154"/>
                    <a:pt x="232123" y="68234"/>
                  </a:cubicBezTo>
                  <a:cubicBezTo>
                    <a:pt x="233075" y="67315"/>
                    <a:pt x="234237" y="66855"/>
                    <a:pt x="235593" y="66855"/>
                  </a:cubicBezTo>
                  <a:cubicBezTo>
                    <a:pt x="236553" y="66855"/>
                    <a:pt x="237505" y="67000"/>
                    <a:pt x="238466" y="67290"/>
                  </a:cubicBezTo>
                  <a:cubicBezTo>
                    <a:pt x="239055" y="67476"/>
                    <a:pt x="240483" y="68210"/>
                    <a:pt x="242767" y="69501"/>
                  </a:cubicBezTo>
                  <a:cubicBezTo>
                    <a:pt x="245082" y="70784"/>
                    <a:pt x="246882" y="71648"/>
                    <a:pt x="248173" y="72092"/>
                  </a:cubicBezTo>
                  <a:cubicBezTo>
                    <a:pt x="249456" y="72495"/>
                    <a:pt x="250787" y="72697"/>
                    <a:pt x="252143" y="72697"/>
                  </a:cubicBezTo>
                  <a:cubicBezTo>
                    <a:pt x="255452" y="72697"/>
                    <a:pt x="258179" y="70784"/>
                    <a:pt x="260309" y="66960"/>
                  </a:cubicBezTo>
                  <a:cubicBezTo>
                    <a:pt x="262480" y="63102"/>
                    <a:pt x="263561" y="59003"/>
                    <a:pt x="263561" y="54662"/>
                  </a:cubicBezTo>
                  <a:cubicBezTo>
                    <a:pt x="263561" y="51127"/>
                    <a:pt x="262827" y="47988"/>
                    <a:pt x="261358" y="45229"/>
                  </a:cubicBezTo>
                  <a:cubicBezTo>
                    <a:pt x="259922" y="42469"/>
                    <a:pt x="257639" y="40250"/>
                    <a:pt x="254516" y="38555"/>
                  </a:cubicBezTo>
                  <a:cubicBezTo>
                    <a:pt x="251393" y="36829"/>
                    <a:pt x="247971" y="35852"/>
                    <a:pt x="244259" y="35634"/>
                  </a:cubicBezTo>
                  <a:close/>
                </a:path>
              </a:pathLst>
            </a:custGeom>
            <a:solidFill>
              <a:srgbClr val="000000"/>
            </a:solidFill>
            <a:ln w="807" cap="flat">
              <a:noFill/>
              <a:prstDash val="solid"/>
              <a:miter/>
            </a:ln>
          </p:spPr>
        </p:sp>
      </p:grpSp>
      <p:grpSp>
        <p:nvGrpSpPr>
          <p:cNvPr id="596" name="组合 595">
            <a:extLst>
              <a:ext uri="{FF2B5EF4-FFF2-40B4-BE49-F238E27FC236}">
                <a16:creationId xmlns:a16="http://schemas.microsoft.com/office/drawing/2014/main" id="{69C52377-B43A-4E86-9B7E-438EB2A4883B}"/>
              </a:ext>
            </a:extLst>
          </p:cNvPr>
          <p:cNvGrpSpPr/>
          <p:nvPr/>
        </p:nvGrpSpPr>
        <p:grpSpPr>
          <a:xfrm>
            <a:off x="5796909" y="1880859"/>
            <a:ext cx="3211017" cy="2660197"/>
            <a:chOff x="6066402" y="1866069"/>
            <a:chExt cx="3211017" cy="2660197"/>
          </a:xfrm>
        </p:grpSpPr>
        <p:sp>
          <p:nvSpPr>
            <p:cNvPr id="53" name="任意形状 52">
              <a:extLst>
                <a:ext uri="{FF2B5EF4-FFF2-40B4-BE49-F238E27FC236}">
                  <a16:creationId xmlns:a16="http://schemas.microsoft.com/office/drawing/2014/main" id="{151A214B-B7D4-BAC7-9BB4-F537DB683E73}"/>
                </a:ext>
              </a:extLst>
            </p:cNvPr>
            <p:cNvSpPr/>
            <p:nvPr/>
          </p:nvSpPr>
          <p:spPr>
            <a:xfrm>
              <a:off x="8093896" y="2591031"/>
              <a:ext cx="1183523" cy="87343"/>
            </a:xfrm>
            <a:custGeom>
              <a:avLst/>
              <a:gdLst>
                <a:gd name="csX0" fmla="*/ 0 w 874717"/>
                <a:gd name="csY0" fmla="*/ 0 h 64554"/>
                <a:gd name="csX1" fmla="*/ 874718 w 874717"/>
                <a:gd name="csY1" fmla="*/ 0 h 64554"/>
                <a:gd name="csX2" fmla="*/ 874718 w 874717"/>
                <a:gd name="csY2" fmla="*/ 64555 h 64554"/>
                <a:gd name="csX3" fmla="*/ 0 w 874717"/>
                <a:gd name="csY3" fmla="*/ 64555 h 64554"/>
              </a:gdLst>
              <a:ahLst/>
              <a:cxnLst>
                <a:cxn ang="0">
                  <a:pos x="csX0" y="csY0"/>
                </a:cxn>
                <a:cxn ang="0">
                  <a:pos x="csX1" y="csY1"/>
                </a:cxn>
                <a:cxn ang="0">
                  <a:pos x="csX2" y="csY2"/>
                </a:cxn>
                <a:cxn ang="0">
                  <a:pos x="csX3" y="csY3"/>
                </a:cxn>
              </a:cxnLst>
              <a:rect l="l" t="t" r="r" b="b"/>
              <a:pathLst>
                <a:path w="874717" h="64554">
                  <a:moveTo>
                    <a:pt x="0" y="0"/>
                  </a:moveTo>
                  <a:lnTo>
                    <a:pt x="874718" y="0"/>
                  </a:lnTo>
                  <a:lnTo>
                    <a:pt x="874718" y="64555"/>
                  </a:lnTo>
                  <a:lnTo>
                    <a:pt x="0" y="64555"/>
                  </a:lnTo>
                  <a:close/>
                </a:path>
              </a:pathLst>
            </a:custGeom>
            <a:solidFill>
              <a:srgbClr val="FFFFFF"/>
            </a:solidFill>
            <a:ln w="807" cap="flat">
              <a:noFill/>
              <a:prstDash val="solid"/>
              <a:miter/>
            </a:ln>
          </p:spPr>
        </p:sp>
        <p:sp>
          <p:nvSpPr>
            <p:cNvPr id="395" name="任意形状 394">
              <a:extLst>
                <a:ext uri="{FF2B5EF4-FFF2-40B4-BE49-F238E27FC236}">
                  <a16:creationId xmlns:a16="http://schemas.microsoft.com/office/drawing/2014/main" id="{EF80AAA5-27D2-5A43-6E09-61F3AB55AD60}"/>
                </a:ext>
              </a:extLst>
            </p:cNvPr>
            <p:cNvSpPr/>
            <p:nvPr/>
          </p:nvSpPr>
          <p:spPr>
            <a:xfrm>
              <a:off x="6103523" y="1866069"/>
              <a:ext cx="2666204" cy="353746"/>
            </a:xfrm>
            <a:custGeom>
              <a:avLst/>
              <a:gdLst>
                <a:gd name="csX0" fmla="*/ 0 w 1970535"/>
                <a:gd name="csY0" fmla="*/ 0 h 261446"/>
                <a:gd name="csX1" fmla="*/ 1970536 w 1970535"/>
                <a:gd name="csY1" fmla="*/ 0 h 261446"/>
                <a:gd name="csX2" fmla="*/ 1970536 w 1970535"/>
                <a:gd name="csY2" fmla="*/ 261447 h 261446"/>
                <a:gd name="csX3" fmla="*/ 0 w 1970535"/>
                <a:gd name="csY3" fmla="*/ 261447 h 261446"/>
                <a:gd name="csX4" fmla="*/ 0 w 1970535"/>
                <a:gd name="csY4" fmla="*/ 0 h 261446"/>
              </a:gdLst>
              <a:ahLst/>
              <a:cxnLst>
                <a:cxn ang="0">
                  <a:pos x="csX0" y="csY0"/>
                </a:cxn>
                <a:cxn ang="0">
                  <a:pos x="csX1" y="csY1"/>
                </a:cxn>
                <a:cxn ang="0">
                  <a:pos x="csX2" y="csY2"/>
                </a:cxn>
                <a:cxn ang="0">
                  <a:pos x="csX3" y="csY3"/>
                </a:cxn>
                <a:cxn ang="0">
                  <a:pos x="csX4" y="csY4"/>
                </a:cxn>
              </a:cxnLst>
              <a:rect l="l" t="t" r="r" b="b"/>
              <a:pathLst>
                <a:path w="1970535" h="261446">
                  <a:moveTo>
                    <a:pt x="0" y="0"/>
                  </a:moveTo>
                  <a:lnTo>
                    <a:pt x="1970536" y="0"/>
                  </a:lnTo>
                  <a:lnTo>
                    <a:pt x="1970536" y="261447"/>
                  </a:lnTo>
                  <a:lnTo>
                    <a:pt x="0" y="261447"/>
                  </a:lnTo>
                  <a:lnTo>
                    <a:pt x="0" y="0"/>
                  </a:lnTo>
                  <a:close/>
                </a:path>
              </a:pathLst>
            </a:custGeom>
            <a:solidFill>
              <a:srgbClr val="F6C3A8">
                <a:alpha val="50000"/>
              </a:srgbClr>
            </a:solidFill>
            <a:ln w="807" cap="flat">
              <a:noFill/>
              <a:prstDash val="solid"/>
              <a:miter/>
            </a:ln>
          </p:spPr>
        </p:sp>
        <p:sp>
          <p:nvSpPr>
            <p:cNvPr id="396" name="任意形状 395">
              <a:extLst>
                <a:ext uri="{FF2B5EF4-FFF2-40B4-BE49-F238E27FC236}">
                  <a16:creationId xmlns:a16="http://schemas.microsoft.com/office/drawing/2014/main" id="{520060C4-9316-FFD2-E9AC-9550C885545F}"/>
                </a:ext>
              </a:extLst>
            </p:cNvPr>
            <p:cNvSpPr/>
            <p:nvPr/>
          </p:nvSpPr>
          <p:spPr>
            <a:xfrm>
              <a:off x="7333994" y="3069245"/>
              <a:ext cx="1489231" cy="247841"/>
            </a:xfrm>
            <a:custGeom>
              <a:avLst/>
              <a:gdLst>
                <a:gd name="csX0" fmla="*/ 0 w 1100659"/>
                <a:gd name="csY0" fmla="*/ 0 h 183174"/>
                <a:gd name="csX1" fmla="*/ 1100660 w 1100659"/>
                <a:gd name="csY1" fmla="*/ 0 h 183174"/>
                <a:gd name="csX2" fmla="*/ 1100660 w 1100659"/>
                <a:gd name="csY2" fmla="*/ 183174 h 183174"/>
                <a:gd name="csX3" fmla="*/ 0 w 1100659"/>
                <a:gd name="csY3" fmla="*/ 183174 h 183174"/>
                <a:gd name="csX4" fmla="*/ 0 w 1100659"/>
                <a:gd name="csY4" fmla="*/ 0 h 183174"/>
              </a:gdLst>
              <a:ahLst/>
              <a:cxnLst>
                <a:cxn ang="0">
                  <a:pos x="csX0" y="csY0"/>
                </a:cxn>
                <a:cxn ang="0">
                  <a:pos x="csX1" y="csY1"/>
                </a:cxn>
                <a:cxn ang="0">
                  <a:pos x="csX2" y="csY2"/>
                </a:cxn>
                <a:cxn ang="0">
                  <a:pos x="csX3" y="csY3"/>
                </a:cxn>
                <a:cxn ang="0">
                  <a:pos x="csX4" y="csY4"/>
                </a:cxn>
              </a:cxnLst>
              <a:rect l="l" t="t" r="r" b="b"/>
              <a:pathLst>
                <a:path w="1100659" h="183174">
                  <a:moveTo>
                    <a:pt x="0" y="0"/>
                  </a:moveTo>
                  <a:lnTo>
                    <a:pt x="1100660" y="0"/>
                  </a:lnTo>
                  <a:lnTo>
                    <a:pt x="1100660" y="183174"/>
                  </a:lnTo>
                  <a:lnTo>
                    <a:pt x="0" y="183174"/>
                  </a:lnTo>
                  <a:lnTo>
                    <a:pt x="0" y="0"/>
                  </a:lnTo>
                  <a:close/>
                </a:path>
              </a:pathLst>
            </a:custGeom>
            <a:solidFill>
              <a:srgbClr val="FFFFFF">
                <a:alpha val="50000"/>
              </a:srgbClr>
            </a:solidFill>
            <a:ln w="807" cap="flat">
              <a:noFill/>
              <a:prstDash val="solid"/>
              <a:miter/>
            </a:ln>
          </p:spPr>
        </p:sp>
        <p:sp>
          <p:nvSpPr>
            <p:cNvPr id="397" name="任意形状 396">
              <a:extLst>
                <a:ext uri="{FF2B5EF4-FFF2-40B4-BE49-F238E27FC236}">
                  <a16:creationId xmlns:a16="http://schemas.microsoft.com/office/drawing/2014/main" id="{E6928AD6-C88B-BC85-6123-40BD0A1D94FC}"/>
                </a:ext>
              </a:extLst>
            </p:cNvPr>
            <p:cNvSpPr/>
            <p:nvPr/>
          </p:nvSpPr>
          <p:spPr>
            <a:xfrm>
              <a:off x="7150570" y="3049592"/>
              <a:ext cx="1672655" cy="267493"/>
            </a:xfrm>
            <a:custGeom>
              <a:avLst/>
              <a:gdLst>
                <a:gd name="csX0" fmla="*/ 0 w 1236224"/>
                <a:gd name="csY0" fmla="*/ 0 h 197699"/>
                <a:gd name="csX1" fmla="*/ 1236225 w 1236224"/>
                <a:gd name="csY1" fmla="*/ 0 h 197699"/>
                <a:gd name="csX2" fmla="*/ 1236225 w 1236224"/>
                <a:gd name="csY2" fmla="*/ 197699 h 197699"/>
                <a:gd name="csX3" fmla="*/ 0 w 1236224"/>
                <a:gd name="csY3" fmla="*/ 197699 h 197699"/>
                <a:gd name="csX4" fmla="*/ 0 w 1236224"/>
                <a:gd name="csY4" fmla="*/ 0 h 197699"/>
              </a:gdLst>
              <a:ahLst/>
              <a:cxnLst>
                <a:cxn ang="0">
                  <a:pos x="csX0" y="csY0"/>
                </a:cxn>
                <a:cxn ang="0">
                  <a:pos x="csX1" y="csY1"/>
                </a:cxn>
                <a:cxn ang="0">
                  <a:pos x="csX2" y="csY2"/>
                </a:cxn>
                <a:cxn ang="0">
                  <a:pos x="csX3" y="csY3"/>
                </a:cxn>
                <a:cxn ang="0">
                  <a:pos x="csX4" y="csY4"/>
                </a:cxn>
              </a:cxnLst>
              <a:rect l="l" t="t" r="r" b="b"/>
              <a:pathLst>
                <a:path w="1236224" h="197699">
                  <a:moveTo>
                    <a:pt x="0" y="0"/>
                  </a:moveTo>
                  <a:lnTo>
                    <a:pt x="1236225" y="0"/>
                  </a:lnTo>
                  <a:lnTo>
                    <a:pt x="1236225" y="197699"/>
                  </a:lnTo>
                  <a:lnTo>
                    <a:pt x="0" y="197699"/>
                  </a:lnTo>
                  <a:lnTo>
                    <a:pt x="0" y="0"/>
                  </a:lnTo>
                  <a:close/>
                </a:path>
              </a:pathLst>
            </a:custGeom>
            <a:solidFill>
              <a:srgbClr val="FFC28C">
                <a:alpha val="50000"/>
              </a:srgbClr>
            </a:solidFill>
            <a:ln w="807" cap="flat">
              <a:noFill/>
              <a:prstDash val="solid"/>
              <a:miter/>
            </a:ln>
          </p:spPr>
        </p:sp>
        <p:sp>
          <p:nvSpPr>
            <p:cNvPr id="398" name="任意形状 397">
              <a:extLst>
                <a:ext uri="{FF2B5EF4-FFF2-40B4-BE49-F238E27FC236}">
                  <a16:creationId xmlns:a16="http://schemas.microsoft.com/office/drawing/2014/main" id="{C4FDFC9B-4435-0A7E-76DC-524BA29098C2}"/>
                </a:ext>
              </a:extLst>
            </p:cNvPr>
            <p:cNvSpPr/>
            <p:nvPr/>
          </p:nvSpPr>
          <p:spPr>
            <a:xfrm>
              <a:off x="6136278" y="3093264"/>
              <a:ext cx="2686950" cy="573200"/>
            </a:xfrm>
            <a:custGeom>
              <a:avLst/>
              <a:gdLst>
                <a:gd name="csX0" fmla="*/ 0 w 1985867"/>
                <a:gd name="csY0" fmla="*/ 0 h 423640"/>
                <a:gd name="csX1" fmla="*/ 440353 w 1985867"/>
                <a:gd name="csY1" fmla="*/ 0 h 423640"/>
                <a:gd name="csX2" fmla="*/ 440353 w 1985867"/>
                <a:gd name="csY2" fmla="*/ 227886 h 423640"/>
                <a:gd name="csX3" fmla="*/ 1985868 w 1985867"/>
                <a:gd name="csY3" fmla="*/ 227886 h 423640"/>
                <a:gd name="csX4" fmla="*/ 1985868 w 1985867"/>
                <a:gd name="csY4" fmla="*/ 423641 h 423640"/>
                <a:gd name="csX5" fmla="*/ 0 w 1985867"/>
                <a:gd name="csY5" fmla="*/ 423641 h 423640"/>
                <a:gd name="csX6" fmla="*/ 0 w 1985867"/>
                <a:gd name="csY6" fmla="*/ 0 h 4236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85867" h="423640">
                  <a:moveTo>
                    <a:pt x="0" y="0"/>
                  </a:moveTo>
                  <a:lnTo>
                    <a:pt x="440353" y="0"/>
                  </a:lnTo>
                  <a:lnTo>
                    <a:pt x="440353" y="227886"/>
                  </a:lnTo>
                  <a:lnTo>
                    <a:pt x="1985868" y="227886"/>
                  </a:lnTo>
                  <a:lnTo>
                    <a:pt x="1985868" y="423641"/>
                  </a:lnTo>
                  <a:lnTo>
                    <a:pt x="0" y="423641"/>
                  </a:lnTo>
                  <a:lnTo>
                    <a:pt x="0" y="0"/>
                  </a:lnTo>
                  <a:close/>
                </a:path>
              </a:pathLst>
            </a:custGeom>
            <a:solidFill>
              <a:srgbClr val="D1E7F7">
                <a:alpha val="50000"/>
              </a:srgbClr>
            </a:solidFill>
            <a:ln w="807" cap="flat">
              <a:noFill/>
              <a:prstDash val="solid"/>
              <a:miter/>
            </a:ln>
          </p:spPr>
        </p:sp>
        <p:sp>
          <p:nvSpPr>
            <p:cNvPr id="399" name="任意形状 398">
              <a:extLst>
                <a:ext uri="{FF2B5EF4-FFF2-40B4-BE49-F238E27FC236}">
                  <a16:creationId xmlns:a16="http://schemas.microsoft.com/office/drawing/2014/main" id="{0D98E7DC-F495-AC29-2402-CFB9F58A15EB}"/>
                </a:ext>
              </a:extLst>
            </p:cNvPr>
            <p:cNvSpPr/>
            <p:nvPr/>
          </p:nvSpPr>
          <p:spPr>
            <a:xfrm>
              <a:off x="6496576" y="3147856"/>
              <a:ext cx="207443" cy="425806"/>
            </a:xfrm>
            <a:custGeom>
              <a:avLst/>
              <a:gdLst>
                <a:gd name="csX0" fmla="*/ 0 w 153317"/>
                <a:gd name="csY0" fmla="*/ 0 h 314704"/>
                <a:gd name="csX1" fmla="*/ 153318 w 153317"/>
                <a:gd name="csY1" fmla="*/ 0 h 314704"/>
                <a:gd name="csX2" fmla="*/ 153318 w 153317"/>
                <a:gd name="csY2" fmla="*/ 314705 h 314704"/>
                <a:gd name="csX3" fmla="*/ 0 w 153317"/>
                <a:gd name="csY3" fmla="*/ 314705 h 314704"/>
              </a:gdLst>
              <a:ahLst/>
              <a:cxnLst>
                <a:cxn ang="0">
                  <a:pos x="csX0" y="csY0"/>
                </a:cxn>
                <a:cxn ang="0">
                  <a:pos x="csX1" y="csY1"/>
                </a:cxn>
                <a:cxn ang="0">
                  <a:pos x="csX2" y="csY2"/>
                </a:cxn>
                <a:cxn ang="0">
                  <a:pos x="csX3" y="csY3"/>
                </a:cxn>
              </a:cxnLst>
              <a:rect l="l" t="t" r="r" b="b"/>
              <a:pathLst>
                <a:path w="153317" h="314704">
                  <a:moveTo>
                    <a:pt x="0" y="0"/>
                  </a:moveTo>
                  <a:lnTo>
                    <a:pt x="153318" y="0"/>
                  </a:lnTo>
                  <a:lnTo>
                    <a:pt x="153318" y="314705"/>
                  </a:lnTo>
                  <a:lnTo>
                    <a:pt x="0" y="314705"/>
                  </a:lnTo>
                  <a:close/>
                </a:path>
              </a:pathLst>
            </a:custGeom>
            <a:solidFill>
              <a:srgbClr val="FFFFFF"/>
            </a:solidFill>
            <a:ln w="8069" cap="flat">
              <a:solidFill>
                <a:srgbClr val="000000"/>
              </a:solidFill>
              <a:prstDash val="solid"/>
              <a:miter/>
            </a:ln>
          </p:spPr>
        </p:sp>
        <p:sp>
          <p:nvSpPr>
            <p:cNvPr id="400" name="任意形状 399">
              <a:extLst>
                <a:ext uri="{FF2B5EF4-FFF2-40B4-BE49-F238E27FC236}">
                  <a16:creationId xmlns:a16="http://schemas.microsoft.com/office/drawing/2014/main" id="{962E4275-327B-E569-A211-9A9B22ACF822}"/>
                </a:ext>
              </a:extLst>
            </p:cNvPr>
            <p:cNvSpPr/>
            <p:nvPr/>
          </p:nvSpPr>
          <p:spPr>
            <a:xfrm>
              <a:off x="6544647" y="3213571"/>
              <a:ext cx="107467" cy="279296"/>
            </a:xfrm>
            <a:custGeom>
              <a:avLst/>
              <a:gdLst>
                <a:gd name="csX0" fmla="*/ 67186 w 79426"/>
                <a:gd name="csY0" fmla="*/ 0 h 206422"/>
                <a:gd name="csX1" fmla="*/ 68896 w 79426"/>
                <a:gd name="csY1" fmla="*/ 25427 h 206422"/>
                <a:gd name="csX2" fmla="*/ 67186 w 79426"/>
                <a:gd name="csY2" fmla="*/ 25427 h 206422"/>
                <a:gd name="csX3" fmla="*/ 57422 w 79426"/>
                <a:gd name="csY3" fmla="*/ 8989 h 206422"/>
                <a:gd name="csX4" fmla="*/ 42195 w 79426"/>
                <a:gd name="csY4" fmla="*/ 3970 h 206422"/>
                <a:gd name="csX5" fmla="*/ 28735 w 79426"/>
                <a:gd name="csY5" fmla="*/ 7771 h 206422"/>
                <a:gd name="csX6" fmla="*/ 19245 w 79426"/>
                <a:gd name="csY6" fmla="*/ 19802 h 206422"/>
                <a:gd name="csX7" fmla="*/ 15824 w 79426"/>
                <a:gd name="csY7" fmla="*/ 40371 h 206422"/>
                <a:gd name="csX8" fmla="*/ 19084 w 79426"/>
                <a:gd name="csY8" fmla="*/ 57970 h 206422"/>
                <a:gd name="csX9" fmla="*/ 28848 w 79426"/>
                <a:gd name="csY9" fmla="*/ 69388 h 206422"/>
                <a:gd name="csX10" fmla="*/ 43792 w 79426"/>
                <a:gd name="csY10" fmla="*/ 73358 h 206422"/>
                <a:gd name="csX11" fmla="*/ 56647 w 79426"/>
                <a:gd name="csY11" fmla="*/ 70276 h 206422"/>
                <a:gd name="csX12" fmla="*/ 68896 w 79426"/>
                <a:gd name="csY12" fmla="*/ 57857 h 206422"/>
                <a:gd name="csX13" fmla="*/ 70607 w 79426"/>
                <a:gd name="csY13" fmla="*/ 58963 h 206422"/>
                <a:gd name="csX14" fmla="*/ 57478 w 79426"/>
                <a:gd name="csY14" fmla="*/ 73584 h 206422"/>
                <a:gd name="csX15" fmla="*/ 39661 w 79426"/>
                <a:gd name="csY15" fmla="*/ 78216 h 206422"/>
                <a:gd name="csX16" fmla="*/ 10862 w 79426"/>
                <a:gd name="csY16" fmla="*/ 64426 h 206422"/>
                <a:gd name="csX17" fmla="*/ 3252 w 79426"/>
                <a:gd name="csY17" fmla="*/ 40266 h 206422"/>
                <a:gd name="csX18" fmla="*/ 8271 w 79426"/>
                <a:gd name="csY18" fmla="*/ 19689 h 206422"/>
                <a:gd name="csX19" fmla="*/ 22062 w 79426"/>
                <a:gd name="csY19" fmla="*/ 5181 h 206422"/>
                <a:gd name="csX20" fmla="*/ 41315 w 79426"/>
                <a:gd name="csY20" fmla="*/ 0 h 206422"/>
                <a:gd name="csX21" fmla="*/ 57309 w 79426"/>
                <a:gd name="csY21" fmla="*/ 3970 h 206422"/>
                <a:gd name="csX22" fmla="*/ 60617 w 79426"/>
                <a:gd name="csY22" fmla="*/ 5181 h 206422"/>
                <a:gd name="csX23" fmla="*/ 63216 w 79426"/>
                <a:gd name="csY23" fmla="*/ 4132 h 206422"/>
                <a:gd name="csX24" fmla="*/ 65249 w 79426"/>
                <a:gd name="csY24" fmla="*/ 0 h 206422"/>
                <a:gd name="csX25" fmla="*/ 67186 w 79426"/>
                <a:gd name="csY25" fmla="*/ 0 h 206422"/>
                <a:gd name="csX26" fmla="*/ 45285 w 79426"/>
                <a:gd name="csY26" fmla="*/ 164994 h 206422"/>
                <a:gd name="csX27" fmla="*/ 61335 w 79426"/>
                <a:gd name="csY27" fmla="*/ 188936 h 206422"/>
                <a:gd name="csX28" fmla="*/ 71212 w 79426"/>
                <a:gd name="csY28" fmla="*/ 201516 h 206422"/>
                <a:gd name="csX29" fmla="*/ 79427 w 79426"/>
                <a:gd name="csY29" fmla="*/ 204380 h 206422"/>
                <a:gd name="csX30" fmla="*/ 79427 w 79426"/>
                <a:gd name="csY30" fmla="*/ 206422 h 206422"/>
                <a:gd name="csX31" fmla="*/ 47327 w 79426"/>
                <a:gd name="csY31" fmla="*/ 206422 h 206422"/>
                <a:gd name="csX32" fmla="*/ 47327 w 79426"/>
                <a:gd name="csY32" fmla="*/ 204380 h 206422"/>
                <a:gd name="csX33" fmla="*/ 52072 w 79426"/>
                <a:gd name="csY33" fmla="*/ 203719 h 206422"/>
                <a:gd name="csX34" fmla="*/ 53944 w 79426"/>
                <a:gd name="csY34" fmla="*/ 202226 h 206422"/>
                <a:gd name="csX35" fmla="*/ 54718 w 79426"/>
                <a:gd name="csY35" fmla="*/ 200136 h 206422"/>
                <a:gd name="csX36" fmla="*/ 54218 w 79426"/>
                <a:gd name="csY36" fmla="*/ 197594 h 206422"/>
                <a:gd name="csX37" fmla="*/ 51184 w 79426"/>
                <a:gd name="csY37" fmla="*/ 192745 h 206422"/>
                <a:gd name="csX38" fmla="*/ 38499 w 79426"/>
                <a:gd name="csY38" fmla="*/ 173548 h 206422"/>
                <a:gd name="csX39" fmla="*/ 22837 w 79426"/>
                <a:gd name="csY39" fmla="*/ 193624 h 206422"/>
                <a:gd name="csX40" fmla="*/ 19851 w 79426"/>
                <a:gd name="csY40" fmla="*/ 197925 h 206422"/>
                <a:gd name="csX41" fmla="*/ 19359 w 79426"/>
                <a:gd name="csY41" fmla="*/ 200136 h 206422"/>
                <a:gd name="csX42" fmla="*/ 20851 w 79426"/>
                <a:gd name="csY42" fmla="*/ 203057 h 206422"/>
                <a:gd name="csX43" fmla="*/ 26532 w 79426"/>
                <a:gd name="csY43" fmla="*/ 204380 h 206422"/>
                <a:gd name="csX44" fmla="*/ 26532 w 79426"/>
                <a:gd name="csY44" fmla="*/ 206422 h 206422"/>
                <a:gd name="csX45" fmla="*/ 0 w 79426"/>
                <a:gd name="csY45" fmla="*/ 206422 h 206422"/>
                <a:gd name="csX46" fmla="*/ 0 w 79426"/>
                <a:gd name="csY46" fmla="*/ 204380 h 206422"/>
                <a:gd name="csX47" fmla="*/ 4850 w 79426"/>
                <a:gd name="csY47" fmla="*/ 203227 h 206422"/>
                <a:gd name="csX48" fmla="*/ 11362 w 79426"/>
                <a:gd name="csY48" fmla="*/ 199361 h 206422"/>
                <a:gd name="csX49" fmla="*/ 18422 w 79426"/>
                <a:gd name="csY49" fmla="*/ 191913 h 206422"/>
                <a:gd name="csX50" fmla="*/ 36070 w 79426"/>
                <a:gd name="csY50" fmla="*/ 169626 h 206422"/>
                <a:gd name="csX51" fmla="*/ 21344 w 79426"/>
                <a:gd name="csY51" fmla="*/ 148065 h 206422"/>
                <a:gd name="csX52" fmla="*/ 11136 w 79426"/>
                <a:gd name="csY52" fmla="*/ 136590 h 206422"/>
                <a:gd name="csX53" fmla="*/ 1485 w 79426"/>
                <a:gd name="csY53" fmla="*/ 133661 h 206422"/>
                <a:gd name="csX54" fmla="*/ 1485 w 79426"/>
                <a:gd name="csY54" fmla="*/ 131619 h 206422"/>
                <a:gd name="csX55" fmla="*/ 36070 w 79426"/>
                <a:gd name="csY55" fmla="*/ 131619 h 206422"/>
                <a:gd name="csX56" fmla="*/ 36070 w 79426"/>
                <a:gd name="csY56" fmla="*/ 133661 h 206422"/>
                <a:gd name="csX57" fmla="*/ 30002 w 79426"/>
                <a:gd name="csY57" fmla="*/ 135097 h 206422"/>
                <a:gd name="csX58" fmla="*/ 28404 w 79426"/>
                <a:gd name="csY58" fmla="*/ 137913 h 206422"/>
                <a:gd name="csX59" fmla="*/ 31051 w 79426"/>
                <a:gd name="csY59" fmla="*/ 143868 h 206422"/>
                <a:gd name="csX60" fmla="*/ 42526 w 79426"/>
                <a:gd name="csY60" fmla="*/ 161024 h 206422"/>
                <a:gd name="csX61" fmla="*/ 55824 w 79426"/>
                <a:gd name="csY61" fmla="*/ 144199 h 206422"/>
                <a:gd name="csX62" fmla="*/ 58632 w 79426"/>
                <a:gd name="csY62" fmla="*/ 140116 h 206422"/>
                <a:gd name="csX63" fmla="*/ 59189 w 79426"/>
                <a:gd name="csY63" fmla="*/ 137857 h 206422"/>
                <a:gd name="csX64" fmla="*/ 58519 w 79426"/>
                <a:gd name="csY64" fmla="*/ 135815 h 206422"/>
                <a:gd name="csX65" fmla="*/ 56429 w 79426"/>
                <a:gd name="csY65" fmla="*/ 134218 h 206422"/>
                <a:gd name="csX66" fmla="*/ 51184 w 79426"/>
                <a:gd name="csY66" fmla="*/ 133661 h 206422"/>
                <a:gd name="csX67" fmla="*/ 51184 w 79426"/>
                <a:gd name="csY67" fmla="*/ 131619 h 206422"/>
                <a:gd name="csX68" fmla="*/ 77716 w 79426"/>
                <a:gd name="csY68" fmla="*/ 131619 h 206422"/>
                <a:gd name="csX69" fmla="*/ 77716 w 79426"/>
                <a:gd name="csY69" fmla="*/ 133661 h 206422"/>
                <a:gd name="csX70" fmla="*/ 72592 w 79426"/>
                <a:gd name="csY70" fmla="*/ 134653 h 206422"/>
                <a:gd name="csX71" fmla="*/ 67129 w 79426"/>
                <a:gd name="csY71" fmla="*/ 138075 h 206422"/>
                <a:gd name="csX72" fmla="*/ 60125 w 79426"/>
                <a:gd name="csY72" fmla="*/ 146023 h 206422"/>
                <a:gd name="csX73" fmla="*/ 45285 w 79426"/>
                <a:gd name="csY73" fmla="*/ 164994 h 2064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Lst>
              <a:rect l="l" t="t" r="r" b="b"/>
              <a:pathLst>
                <a:path w="79426" h="206422">
                  <a:moveTo>
                    <a:pt x="67186" y="0"/>
                  </a:moveTo>
                  <a:lnTo>
                    <a:pt x="68896" y="25427"/>
                  </a:lnTo>
                  <a:lnTo>
                    <a:pt x="67186" y="25427"/>
                  </a:lnTo>
                  <a:cubicBezTo>
                    <a:pt x="64902" y="17817"/>
                    <a:pt x="61650" y="12338"/>
                    <a:pt x="57422" y="8989"/>
                  </a:cubicBezTo>
                  <a:cubicBezTo>
                    <a:pt x="53194" y="5641"/>
                    <a:pt x="48118" y="3970"/>
                    <a:pt x="42195" y="3970"/>
                  </a:cubicBezTo>
                  <a:cubicBezTo>
                    <a:pt x="37232" y="3970"/>
                    <a:pt x="32745" y="5237"/>
                    <a:pt x="28735" y="7771"/>
                  </a:cubicBezTo>
                  <a:cubicBezTo>
                    <a:pt x="24725" y="10272"/>
                    <a:pt x="21561" y="14283"/>
                    <a:pt x="19245" y="19802"/>
                  </a:cubicBezTo>
                  <a:cubicBezTo>
                    <a:pt x="16970" y="25314"/>
                    <a:pt x="15824" y="32173"/>
                    <a:pt x="15824" y="40371"/>
                  </a:cubicBezTo>
                  <a:cubicBezTo>
                    <a:pt x="15824" y="47141"/>
                    <a:pt x="16914" y="53008"/>
                    <a:pt x="19084" y="57970"/>
                  </a:cubicBezTo>
                  <a:cubicBezTo>
                    <a:pt x="21255" y="62933"/>
                    <a:pt x="24507" y="66742"/>
                    <a:pt x="28848" y="69388"/>
                  </a:cubicBezTo>
                  <a:cubicBezTo>
                    <a:pt x="33222" y="72035"/>
                    <a:pt x="38208" y="73358"/>
                    <a:pt x="43792" y="73358"/>
                  </a:cubicBezTo>
                  <a:cubicBezTo>
                    <a:pt x="48650" y="73358"/>
                    <a:pt x="52935" y="72334"/>
                    <a:pt x="56647" y="70276"/>
                  </a:cubicBezTo>
                  <a:cubicBezTo>
                    <a:pt x="60359" y="68178"/>
                    <a:pt x="64442" y="64038"/>
                    <a:pt x="68896" y="57857"/>
                  </a:cubicBezTo>
                  <a:lnTo>
                    <a:pt x="70607" y="58963"/>
                  </a:lnTo>
                  <a:cubicBezTo>
                    <a:pt x="66855" y="65620"/>
                    <a:pt x="62473" y="70494"/>
                    <a:pt x="57478" y="73584"/>
                  </a:cubicBezTo>
                  <a:cubicBezTo>
                    <a:pt x="52475" y="76675"/>
                    <a:pt x="46536" y="78216"/>
                    <a:pt x="39661" y="78216"/>
                  </a:cubicBezTo>
                  <a:cubicBezTo>
                    <a:pt x="27266" y="78216"/>
                    <a:pt x="17664" y="73617"/>
                    <a:pt x="10862" y="64426"/>
                  </a:cubicBezTo>
                  <a:cubicBezTo>
                    <a:pt x="5786" y="57583"/>
                    <a:pt x="3252" y="49530"/>
                    <a:pt x="3252" y="40266"/>
                  </a:cubicBezTo>
                  <a:cubicBezTo>
                    <a:pt x="3252" y="32802"/>
                    <a:pt x="4922" y="25943"/>
                    <a:pt x="8271" y="19689"/>
                  </a:cubicBezTo>
                  <a:cubicBezTo>
                    <a:pt x="11620" y="13435"/>
                    <a:pt x="16212" y="8602"/>
                    <a:pt x="22062" y="5181"/>
                  </a:cubicBezTo>
                  <a:cubicBezTo>
                    <a:pt x="27944" y="1727"/>
                    <a:pt x="34359" y="0"/>
                    <a:pt x="41315" y="0"/>
                  </a:cubicBezTo>
                  <a:cubicBezTo>
                    <a:pt x="46722" y="0"/>
                    <a:pt x="52047" y="1323"/>
                    <a:pt x="57309" y="3970"/>
                  </a:cubicBezTo>
                  <a:cubicBezTo>
                    <a:pt x="58850" y="4777"/>
                    <a:pt x="59956" y="5181"/>
                    <a:pt x="60617" y="5181"/>
                  </a:cubicBezTo>
                  <a:cubicBezTo>
                    <a:pt x="61610" y="5181"/>
                    <a:pt x="62473" y="4834"/>
                    <a:pt x="63216" y="4132"/>
                  </a:cubicBezTo>
                  <a:cubicBezTo>
                    <a:pt x="64168" y="3139"/>
                    <a:pt x="64846" y="1759"/>
                    <a:pt x="65249" y="0"/>
                  </a:cubicBezTo>
                  <a:lnTo>
                    <a:pt x="67186" y="0"/>
                  </a:lnTo>
                  <a:close/>
                  <a:moveTo>
                    <a:pt x="45285" y="164994"/>
                  </a:moveTo>
                  <a:lnTo>
                    <a:pt x="61335" y="188936"/>
                  </a:lnTo>
                  <a:cubicBezTo>
                    <a:pt x="65790" y="195553"/>
                    <a:pt x="69074" y="199749"/>
                    <a:pt x="71212" y="201516"/>
                  </a:cubicBezTo>
                  <a:cubicBezTo>
                    <a:pt x="73383" y="203243"/>
                    <a:pt x="76118" y="204195"/>
                    <a:pt x="79427" y="204380"/>
                  </a:cubicBezTo>
                  <a:lnTo>
                    <a:pt x="79427" y="206422"/>
                  </a:lnTo>
                  <a:lnTo>
                    <a:pt x="47327" y="206422"/>
                  </a:lnTo>
                  <a:lnTo>
                    <a:pt x="47327" y="204380"/>
                  </a:lnTo>
                  <a:cubicBezTo>
                    <a:pt x="49457" y="204348"/>
                    <a:pt x="51039" y="204122"/>
                    <a:pt x="52072" y="203719"/>
                  </a:cubicBezTo>
                  <a:cubicBezTo>
                    <a:pt x="52838" y="203388"/>
                    <a:pt x="53468" y="202888"/>
                    <a:pt x="53944" y="202226"/>
                  </a:cubicBezTo>
                  <a:cubicBezTo>
                    <a:pt x="54460" y="201532"/>
                    <a:pt x="54718" y="200830"/>
                    <a:pt x="54718" y="200136"/>
                  </a:cubicBezTo>
                  <a:cubicBezTo>
                    <a:pt x="54718" y="199289"/>
                    <a:pt x="54549" y="198441"/>
                    <a:pt x="54218" y="197594"/>
                  </a:cubicBezTo>
                  <a:cubicBezTo>
                    <a:pt x="53960" y="196973"/>
                    <a:pt x="52951" y="195351"/>
                    <a:pt x="51184" y="192745"/>
                  </a:cubicBezTo>
                  <a:lnTo>
                    <a:pt x="38499" y="173548"/>
                  </a:lnTo>
                  <a:lnTo>
                    <a:pt x="22837" y="193624"/>
                  </a:lnTo>
                  <a:cubicBezTo>
                    <a:pt x="21182" y="195754"/>
                    <a:pt x="20182" y="197191"/>
                    <a:pt x="19851" y="197925"/>
                  </a:cubicBezTo>
                  <a:cubicBezTo>
                    <a:pt x="19520" y="198627"/>
                    <a:pt x="19359" y="199361"/>
                    <a:pt x="19359" y="200136"/>
                  </a:cubicBezTo>
                  <a:cubicBezTo>
                    <a:pt x="19359" y="201314"/>
                    <a:pt x="19851" y="202282"/>
                    <a:pt x="20851" y="203057"/>
                  </a:cubicBezTo>
                  <a:cubicBezTo>
                    <a:pt x="21844" y="203832"/>
                    <a:pt x="23732" y="204267"/>
                    <a:pt x="26532" y="204380"/>
                  </a:cubicBezTo>
                  <a:lnTo>
                    <a:pt x="26532" y="206422"/>
                  </a:lnTo>
                  <a:lnTo>
                    <a:pt x="0" y="206422"/>
                  </a:lnTo>
                  <a:lnTo>
                    <a:pt x="0" y="204380"/>
                  </a:lnTo>
                  <a:cubicBezTo>
                    <a:pt x="1872" y="204195"/>
                    <a:pt x="3486" y="203808"/>
                    <a:pt x="4850" y="203227"/>
                  </a:cubicBezTo>
                  <a:cubicBezTo>
                    <a:pt x="7134" y="202266"/>
                    <a:pt x="9304" y="200983"/>
                    <a:pt x="11362" y="199361"/>
                  </a:cubicBezTo>
                  <a:cubicBezTo>
                    <a:pt x="13420" y="197739"/>
                    <a:pt x="15776" y="195262"/>
                    <a:pt x="18422" y="191913"/>
                  </a:cubicBezTo>
                  <a:lnTo>
                    <a:pt x="36070" y="169626"/>
                  </a:lnTo>
                  <a:lnTo>
                    <a:pt x="21344" y="148065"/>
                  </a:lnTo>
                  <a:cubicBezTo>
                    <a:pt x="17333" y="142214"/>
                    <a:pt x="13936" y="138389"/>
                    <a:pt x="11136" y="136590"/>
                  </a:cubicBezTo>
                  <a:cubicBezTo>
                    <a:pt x="8344" y="134750"/>
                    <a:pt x="5124" y="133774"/>
                    <a:pt x="1485" y="133661"/>
                  </a:cubicBezTo>
                  <a:lnTo>
                    <a:pt x="1485" y="131619"/>
                  </a:lnTo>
                  <a:lnTo>
                    <a:pt x="36070" y="131619"/>
                  </a:lnTo>
                  <a:lnTo>
                    <a:pt x="36070" y="133661"/>
                  </a:lnTo>
                  <a:cubicBezTo>
                    <a:pt x="33133" y="133774"/>
                    <a:pt x="31108" y="134250"/>
                    <a:pt x="30002" y="135097"/>
                  </a:cubicBezTo>
                  <a:cubicBezTo>
                    <a:pt x="28937" y="135944"/>
                    <a:pt x="28404" y="136880"/>
                    <a:pt x="28404" y="137913"/>
                  </a:cubicBezTo>
                  <a:cubicBezTo>
                    <a:pt x="28404" y="139269"/>
                    <a:pt x="29284" y="141254"/>
                    <a:pt x="31051" y="143868"/>
                  </a:cubicBezTo>
                  <a:lnTo>
                    <a:pt x="42526" y="161024"/>
                  </a:lnTo>
                  <a:lnTo>
                    <a:pt x="55824" y="144199"/>
                  </a:lnTo>
                  <a:cubicBezTo>
                    <a:pt x="57365" y="142214"/>
                    <a:pt x="58301" y="140851"/>
                    <a:pt x="58632" y="140116"/>
                  </a:cubicBezTo>
                  <a:cubicBezTo>
                    <a:pt x="59003" y="139382"/>
                    <a:pt x="59189" y="138631"/>
                    <a:pt x="59189" y="137857"/>
                  </a:cubicBezTo>
                  <a:cubicBezTo>
                    <a:pt x="59189" y="137082"/>
                    <a:pt x="58963" y="136404"/>
                    <a:pt x="58519" y="135815"/>
                  </a:cubicBezTo>
                  <a:cubicBezTo>
                    <a:pt x="57970" y="135041"/>
                    <a:pt x="57276" y="134508"/>
                    <a:pt x="56429" y="134218"/>
                  </a:cubicBezTo>
                  <a:cubicBezTo>
                    <a:pt x="55582" y="133887"/>
                    <a:pt x="53831" y="133701"/>
                    <a:pt x="51184" y="133661"/>
                  </a:cubicBezTo>
                  <a:lnTo>
                    <a:pt x="51184" y="131619"/>
                  </a:lnTo>
                  <a:lnTo>
                    <a:pt x="77716" y="131619"/>
                  </a:lnTo>
                  <a:lnTo>
                    <a:pt x="77716" y="133661"/>
                  </a:lnTo>
                  <a:cubicBezTo>
                    <a:pt x="75626" y="133774"/>
                    <a:pt x="73915" y="134105"/>
                    <a:pt x="72592" y="134653"/>
                  </a:cubicBezTo>
                  <a:cubicBezTo>
                    <a:pt x="70607" y="135501"/>
                    <a:pt x="68783" y="136646"/>
                    <a:pt x="67129" y="138075"/>
                  </a:cubicBezTo>
                  <a:cubicBezTo>
                    <a:pt x="65475" y="139511"/>
                    <a:pt x="63135" y="142158"/>
                    <a:pt x="60125" y="146023"/>
                  </a:cubicBezTo>
                  <a:lnTo>
                    <a:pt x="45285" y="164994"/>
                  </a:lnTo>
                  <a:close/>
                </a:path>
              </a:pathLst>
            </a:custGeom>
            <a:solidFill>
              <a:srgbClr val="000000"/>
            </a:solidFill>
            <a:ln w="807" cap="flat">
              <a:noFill/>
              <a:prstDash val="solid"/>
              <a:miter/>
            </a:ln>
          </p:spPr>
        </p:sp>
        <p:sp>
          <p:nvSpPr>
            <p:cNvPr id="401" name="任意形状 400">
              <a:extLst>
                <a:ext uri="{FF2B5EF4-FFF2-40B4-BE49-F238E27FC236}">
                  <a16:creationId xmlns:a16="http://schemas.microsoft.com/office/drawing/2014/main" id="{F235D4B2-D9DF-92B8-CF84-F4031ED8F9BA}"/>
                </a:ext>
              </a:extLst>
            </p:cNvPr>
            <p:cNvSpPr/>
            <p:nvPr/>
          </p:nvSpPr>
          <p:spPr>
            <a:xfrm>
              <a:off x="7193152" y="3070338"/>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402" name="任意形状 401">
              <a:extLst>
                <a:ext uri="{FF2B5EF4-FFF2-40B4-BE49-F238E27FC236}">
                  <a16:creationId xmlns:a16="http://schemas.microsoft.com/office/drawing/2014/main" id="{CF9554BD-61C5-3EEF-9D99-ED453F04134E}"/>
                </a:ext>
              </a:extLst>
            </p:cNvPr>
            <p:cNvSpPr/>
            <p:nvPr/>
          </p:nvSpPr>
          <p:spPr>
            <a:xfrm>
              <a:off x="7239434" y="3114337"/>
              <a:ext cx="104638" cy="101209"/>
            </a:xfrm>
            <a:custGeom>
              <a:avLst/>
              <a:gdLst>
                <a:gd name="csX0" fmla="*/ 21295 w 77336"/>
                <a:gd name="csY0" fmla="*/ 34698 h 74802"/>
                <a:gd name="csX1" fmla="*/ 56050 w 77336"/>
                <a:gd name="csY1" fmla="*/ 34698 h 74802"/>
                <a:gd name="csX2" fmla="*/ 56050 w 77336"/>
                <a:gd name="csY2" fmla="*/ 13298 h 74802"/>
                <a:gd name="csX3" fmla="*/ 55331 w 77336"/>
                <a:gd name="csY3" fmla="*/ 5737 h 74802"/>
                <a:gd name="csX4" fmla="*/ 53015 w 77336"/>
                <a:gd name="csY4" fmla="*/ 3365 h 74802"/>
                <a:gd name="csX5" fmla="*/ 47996 w 77336"/>
                <a:gd name="csY5" fmla="*/ 2041 h 74802"/>
                <a:gd name="csX6" fmla="*/ 45342 w 77336"/>
                <a:gd name="csY6" fmla="*/ 2041 h 74802"/>
                <a:gd name="csX7" fmla="*/ 45342 w 77336"/>
                <a:gd name="csY7" fmla="*/ 0 h 74802"/>
                <a:gd name="csX8" fmla="*/ 77337 w 77336"/>
                <a:gd name="csY8" fmla="*/ 0 h 74802"/>
                <a:gd name="csX9" fmla="*/ 77337 w 77336"/>
                <a:gd name="csY9" fmla="*/ 2041 h 74802"/>
                <a:gd name="csX10" fmla="*/ 74690 w 77336"/>
                <a:gd name="csY10" fmla="*/ 2041 h 74802"/>
                <a:gd name="csX11" fmla="*/ 69671 w 77336"/>
                <a:gd name="csY11" fmla="*/ 3316 h 74802"/>
                <a:gd name="csX12" fmla="*/ 67242 w 77336"/>
                <a:gd name="csY12" fmla="*/ 6020 h 74802"/>
                <a:gd name="csX13" fmla="*/ 66637 w 77336"/>
                <a:gd name="csY13" fmla="*/ 13298 h 74802"/>
                <a:gd name="csX14" fmla="*/ 66637 w 77336"/>
                <a:gd name="csY14" fmla="*/ 61561 h 74802"/>
                <a:gd name="csX15" fmla="*/ 67355 w 77336"/>
                <a:gd name="csY15" fmla="*/ 69066 h 74802"/>
                <a:gd name="csX16" fmla="*/ 69614 w 77336"/>
                <a:gd name="csY16" fmla="*/ 71438 h 74802"/>
                <a:gd name="csX17" fmla="*/ 74690 w 77336"/>
                <a:gd name="csY17" fmla="*/ 72761 h 74802"/>
                <a:gd name="csX18" fmla="*/ 77337 w 77336"/>
                <a:gd name="csY18" fmla="*/ 72761 h 74802"/>
                <a:gd name="csX19" fmla="*/ 77337 w 77336"/>
                <a:gd name="csY19" fmla="*/ 74803 h 74802"/>
                <a:gd name="csX20" fmla="*/ 45342 w 77336"/>
                <a:gd name="csY20" fmla="*/ 74803 h 74802"/>
                <a:gd name="csX21" fmla="*/ 45342 w 77336"/>
                <a:gd name="csY21" fmla="*/ 72761 h 74802"/>
                <a:gd name="csX22" fmla="*/ 47996 w 77336"/>
                <a:gd name="csY22" fmla="*/ 72761 h 74802"/>
                <a:gd name="csX23" fmla="*/ 54670 w 77336"/>
                <a:gd name="csY23" fmla="*/ 70058 h 74802"/>
                <a:gd name="csX24" fmla="*/ 56050 w 77336"/>
                <a:gd name="csY24" fmla="*/ 61561 h 74802"/>
                <a:gd name="csX25" fmla="*/ 56050 w 77336"/>
                <a:gd name="csY25" fmla="*/ 38781 h 74802"/>
                <a:gd name="csX26" fmla="*/ 21295 w 77336"/>
                <a:gd name="csY26" fmla="*/ 38781 h 74802"/>
                <a:gd name="csX27" fmla="*/ 21295 w 77336"/>
                <a:gd name="csY27" fmla="*/ 61561 h 74802"/>
                <a:gd name="csX28" fmla="*/ 22013 w 77336"/>
                <a:gd name="csY28" fmla="*/ 69066 h 74802"/>
                <a:gd name="csX29" fmla="*/ 24329 w 77336"/>
                <a:gd name="csY29" fmla="*/ 71438 h 74802"/>
                <a:gd name="csX30" fmla="*/ 29348 w 77336"/>
                <a:gd name="csY30" fmla="*/ 72761 h 74802"/>
                <a:gd name="csX31" fmla="*/ 32051 w 77336"/>
                <a:gd name="csY31" fmla="*/ 72761 h 74802"/>
                <a:gd name="csX32" fmla="*/ 32051 w 77336"/>
                <a:gd name="csY32" fmla="*/ 74803 h 74802"/>
                <a:gd name="csX33" fmla="*/ 0 w 77336"/>
                <a:gd name="csY33" fmla="*/ 74803 h 74802"/>
                <a:gd name="csX34" fmla="*/ 0 w 77336"/>
                <a:gd name="csY34" fmla="*/ 72761 h 74802"/>
                <a:gd name="csX35" fmla="*/ 2647 w 77336"/>
                <a:gd name="csY35" fmla="*/ 72761 h 74802"/>
                <a:gd name="csX36" fmla="*/ 9376 w 77336"/>
                <a:gd name="csY36" fmla="*/ 70058 h 74802"/>
                <a:gd name="csX37" fmla="*/ 10700 w 77336"/>
                <a:gd name="csY37" fmla="*/ 61561 h 74802"/>
                <a:gd name="csX38" fmla="*/ 10700 w 77336"/>
                <a:gd name="csY38" fmla="*/ 13298 h 74802"/>
                <a:gd name="csX39" fmla="*/ 9990 w 77336"/>
                <a:gd name="csY39" fmla="*/ 5737 h 74802"/>
                <a:gd name="csX40" fmla="*/ 7722 w 77336"/>
                <a:gd name="csY40" fmla="*/ 3365 h 74802"/>
                <a:gd name="csX41" fmla="*/ 2647 w 77336"/>
                <a:gd name="csY41" fmla="*/ 2041 h 74802"/>
                <a:gd name="csX42" fmla="*/ 0 w 77336"/>
                <a:gd name="csY42" fmla="*/ 2041 h 74802"/>
                <a:gd name="csX43" fmla="*/ 0 w 77336"/>
                <a:gd name="csY43" fmla="*/ 0 h 74802"/>
                <a:gd name="csX44" fmla="*/ 32051 w 77336"/>
                <a:gd name="csY44" fmla="*/ 0 h 74802"/>
                <a:gd name="csX45" fmla="*/ 32051 w 77336"/>
                <a:gd name="csY45" fmla="*/ 2041 h 74802"/>
                <a:gd name="csX46" fmla="*/ 29348 w 77336"/>
                <a:gd name="csY46" fmla="*/ 2041 h 74802"/>
                <a:gd name="csX47" fmla="*/ 24329 w 77336"/>
                <a:gd name="csY47" fmla="*/ 3316 h 74802"/>
                <a:gd name="csX48" fmla="*/ 21957 w 77336"/>
                <a:gd name="csY48" fmla="*/ 6020 h 74802"/>
                <a:gd name="csX49" fmla="*/ 21295 w 77336"/>
                <a:gd name="csY49" fmla="*/ 13298 h 74802"/>
                <a:gd name="csX50" fmla="*/ 21295 w 77336"/>
                <a:gd name="csY50" fmla="*/ 34698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7336" h="74802">
                  <a:moveTo>
                    <a:pt x="21295" y="34698"/>
                  </a:moveTo>
                  <a:lnTo>
                    <a:pt x="56050" y="34698"/>
                  </a:lnTo>
                  <a:lnTo>
                    <a:pt x="56050" y="13298"/>
                  </a:lnTo>
                  <a:cubicBezTo>
                    <a:pt x="56050" y="9473"/>
                    <a:pt x="55807" y="6956"/>
                    <a:pt x="55331" y="5737"/>
                  </a:cubicBezTo>
                  <a:cubicBezTo>
                    <a:pt x="54960" y="4817"/>
                    <a:pt x="54186" y="4027"/>
                    <a:pt x="53015" y="3365"/>
                  </a:cubicBezTo>
                  <a:cubicBezTo>
                    <a:pt x="51434" y="2485"/>
                    <a:pt x="49755" y="2041"/>
                    <a:pt x="47996" y="2041"/>
                  </a:cubicBezTo>
                  <a:lnTo>
                    <a:pt x="45342" y="2041"/>
                  </a:lnTo>
                  <a:lnTo>
                    <a:pt x="45342" y="0"/>
                  </a:lnTo>
                  <a:lnTo>
                    <a:pt x="77337" y="0"/>
                  </a:lnTo>
                  <a:lnTo>
                    <a:pt x="77337" y="2041"/>
                  </a:lnTo>
                  <a:lnTo>
                    <a:pt x="74690" y="2041"/>
                  </a:lnTo>
                  <a:cubicBezTo>
                    <a:pt x="72922" y="2041"/>
                    <a:pt x="71252" y="2469"/>
                    <a:pt x="69671" y="3316"/>
                  </a:cubicBezTo>
                  <a:cubicBezTo>
                    <a:pt x="68493" y="3906"/>
                    <a:pt x="67686" y="4801"/>
                    <a:pt x="67242" y="6020"/>
                  </a:cubicBezTo>
                  <a:cubicBezTo>
                    <a:pt x="66839" y="7190"/>
                    <a:pt x="66637" y="9619"/>
                    <a:pt x="66637" y="13298"/>
                  </a:cubicBezTo>
                  <a:lnTo>
                    <a:pt x="66637" y="61561"/>
                  </a:lnTo>
                  <a:cubicBezTo>
                    <a:pt x="66637" y="65354"/>
                    <a:pt x="66879" y="67855"/>
                    <a:pt x="67355" y="69066"/>
                  </a:cubicBezTo>
                  <a:cubicBezTo>
                    <a:pt x="67726" y="69985"/>
                    <a:pt x="68476" y="70776"/>
                    <a:pt x="69614" y="71438"/>
                  </a:cubicBezTo>
                  <a:cubicBezTo>
                    <a:pt x="71236" y="72317"/>
                    <a:pt x="72922" y="72761"/>
                    <a:pt x="74690" y="72761"/>
                  </a:cubicBezTo>
                  <a:lnTo>
                    <a:pt x="77337" y="72761"/>
                  </a:lnTo>
                  <a:lnTo>
                    <a:pt x="77337" y="74803"/>
                  </a:lnTo>
                  <a:lnTo>
                    <a:pt x="45342" y="74803"/>
                  </a:lnTo>
                  <a:lnTo>
                    <a:pt x="45342" y="72761"/>
                  </a:lnTo>
                  <a:lnTo>
                    <a:pt x="47996" y="72761"/>
                  </a:lnTo>
                  <a:cubicBezTo>
                    <a:pt x="51047" y="72761"/>
                    <a:pt x="53266" y="71857"/>
                    <a:pt x="54670" y="70058"/>
                  </a:cubicBezTo>
                  <a:cubicBezTo>
                    <a:pt x="55589" y="68880"/>
                    <a:pt x="56050" y="66048"/>
                    <a:pt x="56050" y="61561"/>
                  </a:cubicBezTo>
                  <a:lnTo>
                    <a:pt x="56050" y="38781"/>
                  </a:lnTo>
                  <a:lnTo>
                    <a:pt x="21295" y="38781"/>
                  </a:lnTo>
                  <a:lnTo>
                    <a:pt x="21295" y="61561"/>
                  </a:lnTo>
                  <a:cubicBezTo>
                    <a:pt x="21295" y="65354"/>
                    <a:pt x="21537" y="67855"/>
                    <a:pt x="22013" y="69066"/>
                  </a:cubicBezTo>
                  <a:cubicBezTo>
                    <a:pt x="22376" y="69985"/>
                    <a:pt x="23151" y="70776"/>
                    <a:pt x="24329" y="71438"/>
                  </a:cubicBezTo>
                  <a:cubicBezTo>
                    <a:pt x="25911" y="72317"/>
                    <a:pt x="27581" y="72761"/>
                    <a:pt x="29348" y="72761"/>
                  </a:cubicBezTo>
                  <a:lnTo>
                    <a:pt x="32051" y="72761"/>
                  </a:lnTo>
                  <a:lnTo>
                    <a:pt x="32051" y="74803"/>
                  </a:lnTo>
                  <a:lnTo>
                    <a:pt x="0" y="74803"/>
                  </a:lnTo>
                  <a:lnTo>
                    <a:pt x="0" y="72761"/>
                  </a:lnTo>
                  <a:lnTo>
                    <a:pt x="2647" y="72761"/>
                  </a:lnTo>
                  <a:cubicBezTo>
                    <a:pt x="5737" y="72761"/>
                    <a:pt x="7980" y="71857"/>
                    <a:pt x="9376" y="70058"/>
                  </a:cubicBezTo>
                  <a:cubicBezTo>
                    <a:pt x="10264" y="68880"/>
                    <a:pt x="10700" y="66048"/>
                    <a:pt x="10700" y="61561"/>
                  </a:cubicBezTo>
                  <a:lnTo>
                    <a:pt x="10700" y="13298"/>
                  </a:lnTo>
                  <a:cubicBezTo>
                    <a:pt x="10700" y="9473"/>
                    <a:pt x="10466" y="6956"/>
                    <a:pt x="9990" y="5737"/>
                  </a:cubicBezTo>
                  <a:cubicBezTo>
                    <a:pt x="9619" y="4817"/>
                    <a:pt x="8868" y="4027"/>
                    <a:pt x="7722" y="3365"/>
                  </a:cubicBezTo>
                  <a:cubicBezTo>
                    <a:pt x="6108" y="2485"/>
                    <a:pt x="4414" y="2041"/>
                    <a:pt x="2647" y="2041"/>
                  </a:cubicBezTo>
                  <a:lnTo>
                    <a:pt x="0" y="2041"/>
                  </a:lnTo>
                  <a:lnTo>
                    <a:pt x="0" y="0"/>
                  </a:lnTo>
                  <a:lnTo>
                    <a:pt x="32051" y="0"/>
                  </a:lnTo>
                  <a:lnTo>
                    <a:pt x="32051" y="2041"/>
                  </a:lnTo>
                  <a:lnTo>
                    <a:pt x="29348" y="2041"/>
                  </a:lnTo>
                  <a:cubicBezTo>
                    <a:pt x="27581" y="2041"/>
                    <a:pt x="25911" y="2469"/>
                    <a:pt x="24329" y="3316"/>
                  </a:cubicBezTo>
                  <a:cubicBezTo>
                    <a:pt x="23191" y="3906"/>
                    <a:pt x="22400" y="4801"/>
                    <a:pt x="21957" y="6020"/>
                  </a:cubicBezTo>
                  <a:cubicBezTo>
                    <a:pt x="21513" y="7190"/>
                    <a:pt x="21295" y="9619"/>
                    <a:pt x="21295" y="13298"/>
                  </a:cubicBezTo>
                  <a:lnTo>
                    <a:pt x="21295" y="34698"/>
                  </a:lnTo>
                  <a:close/>
                </a:path>
              </a:pathLst>
            </a:custGeom>
            <a:solidFill>
              <a:srgbClr val="000000"/>
            </a:solidFill>
            <a:ln w="807" cap="flat">
              <a:noFill/>
              <a:prstDash val="solid"/>
              <a:miter/>
            </a:ln>
          </p:spPr>
        </p:sp>
        <p:sp>
          <p:nvSpPr>
            <p:cNvPr id="403" name="任意形状 402">
              <a:extLst>
                <a:ext uri="{FF2B5EF4-FFF2-40B4-BE49-F238E27FC236}">
                  <a16:creationId xmlns:a16="http://schemas.microsoft.com/office/drawing/2014/main" id="{81224F03-00AF-A990-ED1E-9A6ADDD7676A}"/>
                </a:ext>
              </a:extLst>
            </p:cNvPr>
            <p:cNvSpPr/>
            <p:nvPr/>
          </p:nvSpPr>
          <p:spPr>
            <a:xfrm>
              <a:off x="7920300" y="3398973"/>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404" name="任意形状 403">
              <a:extLst>
                <a:ext uri="{FF2B5EF4-FFF2-40B4-BE49-F238E27FC236}">
                  <a16:creationId xmlns:a16="http://schemas.microsoft.com/office/drawing/2014/main" id="{98183895-08C3-C3F0-A6D0-CB0CC32E6DB2}"/>
                </a:ext>
              </a:extLst>
            </p:cNvPr>
            <p:cNvSpPr/>
            <p:nvPr/>
          </p:nvSpPr>
          <p:spPr>
            <a:xfrm>
              <a:off x="7965391" y="3457166"/>
              <a:ext cx="106723" cy="101209"/>
            </a:xfrm>
            <a:custGeom>
              <a:avLst/>
              <a:gdLst>
                <a:gd name="csX0" fmla="*/ 52790 w 78877"/>
                <a:gd name="csY0" fmla="*/ 0 h 74802"/>
                <a:gd name="csX1" fmla="*/ 78878 w 78877"/>
                <a:gd name="csY1" fmla="*/ 0 h 74802"/>
                <a:gd name="csX2" fmla="*/ 78878 w 78877"/>
                <a:gd name="csY2" fmla="*/ 2041 h 74802"/>
                <a:gd name="csX3" fmla="*/ 77450 w 78877"/>
                <a:gd name="csY3" fmla="*/ 2041 h 74802"/>
                <a:gd name="csX4" fmla="*/ 73254 w 78877"/>
                <a:gd name="csY4" fmla="*/ 3316 h 74802"/>
                <a:gd name="csX5" fmla="*/ 68234 w 78877"/>
                <a:gd name="csY5" fmla="*/ 6956 h 74802"/>
                <a:gd name="csX6" fmla="*/ 62667 w 78877"/>
                <a:gd name="csY6" fmla="*/ 14678 h 74802"/>
                <a:gd name="csX7" fmla="*/ 44624 w 78877"/>
                <a:gd name="csY7" fmla="*/ 43082 h 74802"/>
                <a:gd name="csX8" fmla="*/ 44624 w 78877"/>
                <a:gd name="csY8" fmla="*/ 61843 h 74802"/>
                <a:gd name="csX9" fmla="*/ 46173 w 78877"/>
                <a:gd name="csY9" fmla="*/ 70445 h 74802"/>
                <a:gd name="csX10" fmla="*/ 52790 w 78877"/>
                <a:gd name="csY10" fmla="*/ 72761 h 74802"/>
                <a:gd name="csX11" fmla="*/ 55219 w 78877"/>
                <a:gd name="csY11" fmla="*/ 72761 h 74802"/>
                <a:gd name="csX12" fmla="*/ 55219 w 78877"/>
                <a:gd name="csY12" fmla="*/ 74803 h 74802"/>
                <a:gd name="csX13" fmla="*/ 23442 w 78877"/>
                <a:gd name="csY13" fmla="*/ 74803 h 74802"/>
                <a:gd name="csX14" fmla="*/ 23442 w 78877"/>
                <a:gd name="csY14" fmla="*/ 72761 h 74802"/>
                <a:gd name="csX15" fmla="*/ 26088 w 78877"/>
                <a:gd name="csY15" fmla="*/ 72761 h 74802"/>
                <a:gd name="csX16" fmla="*/ 32818 w 78877"/>
                <a:gd name="csY16" fmla="*/ 69897 h 74802"/>
                <a:gd name="csX17" fmla="*/ 34037 w 78877"/>
                <a:gd name="csY17" fmla="*/ 61843 h 74802"/>
                <a:gd name="csX18" fmla="*/ 34037 w 78877"/>
                <a:gd name="csY18" fmla="*/ 44131 h 74802"/>
                <a:gd name="csX19" fmla="*/ 13516 w 78877"/>
                <a:gd name="csY19" fmla="*/ 12798 h 74802"/>
                <a:gd name="csX20" fmla="*/ 8546 w 78877"/>
                <a:gd name="csY20" fmla="*/ 5907 h 74802"/>
                <a:gd name="csX21" fmla="*/ 3195 w 78877"/>
                <a:gd name="csY21" fmla="*/ 2598 h 74802"/>
                <a:gd name="csX22" fmla="*/ 0 w 78877"/>
                <a:gd name="csY22" fmla="*/ 2041 h 74802"/>
                <a:gd name="csX23" fmla="*/ 0 w 78877"/>
                <a:gd name="csY23" fmla="*/ 0 h 74802"/>
                <a:gd name="csX24" fmla="*/ 31995 w 78877"/>
                <a:gd name="csY24" fmla="*/ 0 h 74802"/>
                <a:gd name="csX25" fmla="*/ 31995 w 78877"/>
                <a:gd name="csY25" fmla="*/ 2041 h 74802"/>
                <a:gd name="csX26" fmla="*/ 30341 w 78877"/>
                <a:gd name="csY26" fmla="*/ 2041 h 74802"/>
                <a:gd name="csX27" fmla="*/ 25540 w 78877"/>
                <a:gd name="csY27" fmla="*/ 3260 h 74802"/>
                <a:gd name="csX28" fmla="*/ 23385 w 78877"/>
                <a:gd name="csY28" fmla="*/ 6899 h 74802"/>
                <a:gd name="csX29" fmla="*/ 26750 w 78877"/>
                <a:gd name="csY29" fmla="*/ 14073 h 74802"/>
                <a:gd name="csX30" fmla="*/ 42364 w 78877"/>
                <a:gd name="csY30" fmla="*/ 38176 h 74802"/>
                <a:gd name="csX31" fmla="*/ 57034 w 78877"/>
                <a:gd name="csY31" fmla="*/ 15122 h 74802"/>
                <a:gd name="csX32" fmla="*/ 60343 w 78877"/>
                <a:gd name="csY32" fmla="*/ 7391 h 74802"/>
                <a:gd name="csX33" fmla="*/ 59520 w 78877"/>
                <a:gd name="csY33" fmla="*/ 4640 h 74802"/>
                <a:gd name="csX34" fmla="*/ 57260 w 78877"/>
                <a:gd name="csY34" fmla="*/ 2760 h 74802"/>
                <a:gd name="csX35" fmla="*/ 52790 w 78877"/>
                <a:gd name="csY35" fmla="*/ 2041 h 74802"/>
                <a:gd name="csX36" fmla="*/ 52790 w 78877"/>
                <a:gd name="csY36" fmla="*/ 0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78877" h="74802">
                  <a:moveTo>
                    <a:pt x="52790" y="0"/>
                  </a:moveTo>
                  <a:lnTo>
                    <a:pt x="78878" y="0"/>
                  </a:lnTo>
                  <a:lnTo>
                    <a:pt x="78878" y="2041"/>
                  </a:lnTo>
                  <a:lnTo>
                    <a:pt x="77450" y="2041"/>
                  </a:lnTo>
                  <a:cubicBezTo>
                    <a:pt x="76489" y="2041"/>
                    <a:pt x="75093" y="2469"/>
                    <a:pt x="73254" y="3316"/>
                  </a:cubicBezTo>
                  <a:cubicBezTo>
                    <a:pt x="71414" y="4156"/>
                    <a:pt x="69744" y="5374"/>
                    <a:pt x="68234" y="6956"/>
                  </a:cubicBezTo>
                  <a:cubicBezTo>
                    <a:pt x="66726" y="8537"/>
                    <a:pt x="64870" y="11111"/>
                    <a:pt x="62667" y="14678"/>
                  </a:cubicBezTo>
                  <a:lnTo>
                    <a:pt x="44624" y="43082"/>
                  </a:lnTo>
                  <a:lnTo>
                    <a:pt x="44624" y="61843"/>
                  </a:lnTo>
                  <a:cubicBezTo>
                    <a:pt x="44624" y="66435"/>
                    <a:pt x="45140" y="69308"/>
                    <a:pt x="46173" y="70445"/>
                  </a:cubicBezTo>
                  <a:cubicBezTo>
                    <a:pt x="47569" y="71987"/>
                    <a:pt x="49772" y="72761"/>
                    <a:pt x="52790" y="72761"/>
                  </a:cubicBezTo>
                  <a:lnTo>
                    <a:pt x="55219" y="72761"/>
                  </a:lnTo>
                  <a:lnTo>
                    <a:pt x="55219" y="74803"/>
                  </a:lnTo>
                  <a:lnTo>
                    <a:pt x="23442" y="74803"/>
                  </a:lnTo>
                  <a:lnTo>
                    <a:pt x="23442" y="72761"/>
                  </a:lnTo>
                  <a:lnTo>
                    <a:pt x="26088" y="72761"/>
                  </a:lnTo>
                  <a:cubicBezTo>
                    <a:pt x="29251" y="72761"/>
                    <a:pt x="31495" y="71809"/>
                    <a:pt x="32818" y="69897"/>
                  </a:cubicBezTo>
                  <a:cubicBezTo>
                    <a:pt x="33633" y="68718"/>
                    <a:pt x="34037" y="66031"/>
                    <a:pt x="34037" y="61843"/>
                  </a:cubicBezTo>
                  <a:lnTo>
                    <a:pt x="34037" y="44131"/>
                  </a:lnTo>
                  <a:lnTo>
                    <a:pt x="13516" y="12798"/>
                  </a:lnTo>
                  <a:cubicBezTo>
                    <a:pt x="11087" y="9126"/>
                    <a:pt x="9433" y="6827"/>
                    <a:pt x="8546" y="5907"/>
                  </a:cubicBezTo>
                  <a:cubicBezTo>
                    <a:pt x="7706" y="4987"/>
                    <a:pt x="5923" y="3881"/>
                    <a:pt x="3195" y="2598"/>
                  </a:cubicBezTo>
                  <a:cubicBezTo>
                    <a:pt x="2461" y="2227"/>
                    <a:pt x="1396" y="2041"/>
                    <a:pt x="0" y="2041"/>
                  </a:cubicBezTo>
                  <a:lnTo>
                    <a:pt x="0" y="0"/>
                  </a:lnTo>
                  <a:lnTo>
                    <a:pt x="31995" y="0"/>
                  </a:lnTo>
                  <a:lnTo>
                    <a:pt x="31995" y="2041"/>
                  </a:lnTo>
                  <a:lnTo>
                    <a:pt x="30341" y="2041"/>
                  </a:lnTo>
                  <a:cubicBezTo>
                    <a:pt x="28606" y="2041"/>
                    <a:pt x="27008" y="2453"/>
                    <a:pt x="25540" y="3260"/>
                  </a:cubicBezTo>
                  <a:cubicBezTo>
                    <a:pt x="24103" y="4067"/>
                    <a:pt x="23385" y="5277"/>
                    <a:pt x="23385" y="6899"/>
                  </a:cubicBezTo>
                  <a:cubicBezTo>
                    <a:pt x="23385" y="8223"/>
                    <a:pt x="24507" y="10611"/>
                    <a:pt x="26750" y="14073"/>
                  </a:cubicBezTo>
                  <a:lnTo>
                    <a:pt x="42364" y="38176"/>
                  </a:lnTo>
                  <a:lnTo>
                    <a:pt x="57034" y="15122"/>
                  </a:lnTo>
                  <a:cubicBezTo>
                    <a:pt x="59246" y="11660"/>
                    <a:pt x="60343" y="9086"/>
                    <a:pt x="60343" y="7391"/>
                  </a:cubicBezTo>
                  <a:cubicBezTo>
                    <a:pt x="60343" y="6367"/>
                    <a:pt x="60069" y="5447"/>
                    <a:pt x="59520" y="4640"/>
                  </a:cubicBezTo>
                  <a:cubicBezTo>
                    <a:pt x="59003" y="3825"/>
                    <a:pt x="58253" y="3204"/>
                    <a:pt x="57260" y="2760"/>
                  </a:cubicBezTo>
                  <a:cubicBezTo>
                    <a:pt x="56268" y="2284"/>
                    <a:pt x="54775" y="2041"/>
                    <a:pt x="52790" y="2041"/>
                  </a:cubicBezTo>
                  <a:lnTo>
                    <a:pt x="52790" y="0"/>
                  </a:lnTo>
                  <a:close/>
                </a:path>
              </a:pathLst>
            </a:custGeom>
            <a:solidFill>
              <a:srgbClr val="000000"/>
            </a:solidFill>
            <a:ln w="807" cap="flat">
              <a:noFill/>
              <a:prstDash val="solid"/>
              <a:miter/>
            </a:ln>
          </p:spPr>
        </p:sp>
        <p:sp>
          <p:nvSpPr>
            <p:cNvPr id="405" name="任意形状 404">
              <a:extLst>
                <a:ext uri="{FF2B5EF4-FFF2-40B4-BE49-F238E27FC236}">
                  <a16:creationId xmlns:a16="http://schemas.microsoft.com/office/drawing/2014/main" id="{7B637C94-B0A1-7602-0B98-00C59B9D46C3}"/>
                </a:ext>
              </a:extLst>
            </p:cNvPr>
            <p:cNvSpPr/>
            <p:nvPr/>
          </p:nvSpPr>
          <p:spPr>
            <a:xfrm>
              <a:off x="8400696" y="1958872"/>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406" name="任意形状 405">
              <a:extLst>
                <a:ext uri="{FF2B5EF4-FFF2-40B4-BE49-F238E27FC236}">
                  <a16:creationId xmlns:a16="http://schemas.microsoft.com/office/drawing/2014/main" id="{8A873A0C-C70D-74CF-C0BC-93DE2E55B2CB}"/>
                </a:ext>
              </a:extLst>
            </p:cNvPr>
            <p:cNvSpPr/>
            <p:nvPr/>
          </p:nvSpPr>
          <p:spPr>
            <a:xfrm>
              <a:off x="8446312" y="2017072"/>
              <a:ext cx="87169" cy="101205"/>
            </a:xfrm>
            <a:custGeom>
              <a:avLst/>
              <a:gdLst>
                <a:gd name="csX0" fmla="*/ 63546 w 64425"/>
                <a:gd name="csY0" fmla="*/ 0 h 74798"/>
                <a:gd name="csX1" fmla="*/ 14396 w 64425"/>
                <a:gd name="csY1" fmla="*/ 70276 h 74798"/>
                <a:gd name="csX2" fmla="*/ 45067 w 64425"/>
                <a:gd name="csY2" fmla="*/ 70276 h 74798"/>
                <a:gd name="csX3" fmla="*/ 55880 w 64425"/>
                <a:gd name="csY3" fmla="*/ 67186 h 74798"/>
                <a:gd name="csX4" fmla="*/ 62610 w 64425"/>
                <a:gd name="csY4" fmla="*/ 54665 h 74798"/>
                <a:gd name="csX5" fmla="*/ 64426 w 64425"/>
                <a:gd name="csY5" fmla="*/ 54996 h 74798"/>
                <a:gd name="csX6" fmla="*/ 60900 w 64425"/>
                <a:gd name="csY6" fmla="*/ 74799 h 74798"/>
                <a:gd name="csX7" fmla="*/ 0 w 64425"/>
                <a:gd name="csY7" fmla="*/ 74799 h 74798"/>
                <a:gd name="csX8" fmla="*/ 0 w 64425"/>
                <a:gd name="csY8" fmla="*/ 72758 h 74798"/>
                <a:gd name="csX9" fmla="*/ 47989 w 64425"/>
                <a:gd name="csY9" fmla="*/ 4468 h 74798"/>
                <a:gd name="csX10" fmla="*/ 24047 w 64425"/>
                <a:gd name="csY10" fmla="*/ 4468 h 74798"/>
                <a:gd name="csX11" fmla="*/ 15389 w 64425"/>
                <a:gd name="csY11" fmla="*/ 5791 h 74798"/>
                <a:gd name="csX12" fmla="*/ 11305 w 64425"/>
                <a:gd name="csY12" fmla="*/ 9543 h 74798"/>
                <a:gd name="csX13" fmla="*/ 8771 w 64425"/>
                <a:gd name="csY13" fmla="*/ 18700 h 74798"/>
                <a:gd name="csX14" fmla="*/ 6673 w 64425"/>
                <a:gd name="csY14" fmla="*/ 18700 h 74798"/>
                <a:gd name="csX15" fmla="*/ 8215 w 64425"/>
                <a:gd name="csY15" fmla="*/ 0 h 74798"/>
                <a:gd name="csX16" fmla="*/ 63546 w 64425"/>
                <a:gd name="csY16" fmla="*/ 0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4425" h="74798">
                  <a:moveTo>
                    <a:pt x="63546" y="0"/>
                  </a:moveTo>
                  <a:lnTo>
                    <a:pt x="14396" y="70276"/>
                  </a:lnTo>
                  <a:lnTo>
                    <a:pt x="45067" y="70276"/>
                  </a:lnTo>
                  <a:cubicBezTo>
                    <a:pt x="49772" y="70276"/>
                    <a:pt x="53379" y="69245"/>
                    <a:pt x="55880" y="67186"/>
                  </a:cubicBezTo>
                  <a:cubicBezTo>
                    <a:pt x="58414" y="65127"/>
                    <a:pt x="60658" y="60953"/>
                    <a:pt x="62610" y="54665"/>
                  </a:cubicBezTo>
                  <a:lnTo>
                    <a:pt x="64426" y="54996"/>
                  </a:lnTo>
                  <a:lnTo>
                    <a:pt x="60900" y="74799"/>
                  </a:lnTo>
                  <a:lnTo>
                    <a:pt x="0" y="74799"/>
                  </a:lnTo>
                  <a:lnTo>
                    <a:pt x="0" y="72758"/>
                  </a:lnTo>
                  <a:lnTo>
                    <a:pt x="47989" y="4468"/>
                  </a:lnTo>
                  <a:lnTo>
                    <a:pt x="24047" y="4468"/>
                  </a:lnTo>
                  <a:cubicBezTo>
                    <a:pt x="20077" y="4468"/>
                    <a:pt x="17188" y="4909"/>
                    <a:pt x="15389" y="5791"/>
                  </a:cubicBezTo>
                  <a:cubicBezTo>
                    <a:pt x="13621" y="6638"/>
                    <a:pt x="12266" y="7888"/>
                    <a:pt x="11305" y="9543"/>
                  </a:cubicBezTo>
                  <a:cubicBezTo>
                    <a:pt x="10385" y="11161"/>
                    <a:pt x="9538" y="14213"/>
                    <a:pt x="8771" y="18700"/>
                  </a:cubicBezTo>
                  <a:lnTo>
                    <a:pt x="6673" y="18700"/>
                  </a:lnTo>
                  <a:lnTo>
                    <a:pt x="8215" y="0"/>
                  </a:lnTo>
                  <a:lnTo>
                    <a:pt x="63546" y="0"/>
                  </a:lnTo>
                  <a:close/>
                </a:path>
              </a:pathLst>
            </a:custGeom>
            <a:solidFill>
              <a:srgbClr val="000000"/>
            </a:solidFill>
            <a:ln w="807" cap="flat">
              <a:noFill/>
              <a:prstDash val="solid"/>
              <a:miter/>
            </a:ln>
          </p:spPr>
        </p:sp>
        <p:sp>
          <p:nvSpPr>
            <p:cNvPr id="407" name="任意形状 406">
              <a:extLst>
                <a:ext uri="{FF2B5EF4-FFF2-40B4-BE49-F238E27FC236}">
                  <a16:creationId xmlns:a16="http://schemas.microsoft.com/office/drawing/2014/main" id="{EFC714B0-31B1-C80C-BDB4-D53566EF17DD}"/>
                </a:ext>
              </a:extLst>
            </p:cNvPr>
            <p:cNvSpPr/>
            <p:nvPr/>
          </p:nvSpPr>
          <p:spPr>
            <a:xfrm>
              <a:off x="6793962" y="4347777"/>
              <a:ext cx="1461379" cy="178489"/>
            </a:xfrm>
            <a:custGeom>
              <a:avLst/>
              <a:gdLst>
                <a:gd name="csX0" fmla="*/ 39153 w 1080074"/>
                <a:gd name="csY0" fmla="*/ 129287 h 131917"/>
                <a:gd name="csX1" fmla="*/ 39153 w 1080074"/>
                <a:gd name="csY1" fmla="*/ 131918 h 131917"/>
                <a:gd name="csX2" fmla="*/ 21279 w 1080074"/>
                <a:gd name="csY2" fmla="*/ 119289 h 131917"/>
                <a:gd name="csX3" fmla="*/ 5536 w 1080074"/>
                <a:gd name="csY3" fmla="*/ 95033 h 131917"/>
                <a:gd name="csX4" fmla="*/ 0 w 1080074"/>
                <a:gd name="csY4" fmla="*/ 66032 h 131917"/>
                <a:gd name="csX5" fmla="*/ 10853 w 1080074"/>
                <a:gd name="csY5" fmla="*/ 25959 h 131917"/>
                <a:gd name="csX6" fmla="*/ 39153 w 1080074"/>
                <a:gd name="csY6" fmla="*/ 0 h 131917"/>
                <a:gd name="csX7" fmla="*/ 39153 w 1080074"/>
                <a:gd name="csY7" fmla="*/ 2978 h 131917"/>
                <a:gd name="csX8" fmla="*/ 24822 w 1080074"/>
                <a:gd name="csY8" fmla="*/ 16171 h 131917"/>
                <a:gd name="csX9" fmla="*/ 16454 w 1080074"/>
                <a:gd name="csY9" fmla="*/ 37377 h 131917"/>
                <a:gd name="csX10" fmla="*/ 13694 w 1080074"/>
                <a:gd name="csY10" fmla="*/ 64184 h 131917"/>
                <a:gd name="csX11" fmla="*/ 16034 w 1080074"/>
                <a:gd name="csY11" fmla="*/ 91773 h 131917"/>
                <a:gd name="csX12" fmla="*/ 20496 w 1080074"/>
                <a:gd name="csY12" fmla="*/ 107443 h 131917"/>
                <a:gd name="csX13" fmla="*/ 27517 w 1080074"/>
                <a:gd name="csY13" fmla="*/ 118862 h 131917"/>
                <a:gd name="csX14" fmla="*/ 39153 w 1080074"/>
                <a:gd name="csY14" fmla="*/ 129287 h 131917"/>
                <a:gd name="csX15" fmla="*/ 102134 w 1080074"/>
                <a:gd name="csY15" fmla="*/ 76166 h 131917"/>
                <a:gd name="csX16" fmla="*/ 91846 w 1080074"/>
                <a:gd name="csY16" fmla="*/ 95961 h 131917"/>
                <a:gd name="csX17" fmla="*/ 74900 w 1080074"/>
                <a:gd name="csY17" fmla="*/ 102836 h 131917"/>
                <a:gd name="csX18" fmla="*/ 55606 w 1080074"/>
                <a:gd name="csY18" fmla="*/ 93548 h 131917"/>
                <a:gd name="csX19" fmla="*/ 47375 w 1080074"/>
                <a:gd name="csY19" fmla="*/ 68436 h 131917"/>
                <a:gd name="csX20" fmla="*/ 56453 w 1080074"/>
                <a:gd name="csY20" fmla="*/ 43542 h 131917"/>
                <a:gd name="csX21" fmla="*/ 78370 w 1080074"/>
                <a:gd name="csY21" fmla="*/ 33972 h 131917"/>
                <a:gd name="csX22" fmla="*/ 94113 w 1080074"/>
                <a:gd name="csY22" fmla="*/ 39080 h 131917"/>
                <a:gd name="csX23" fmla="*/ 100286 w 1080074"/>
                <a:gd name="csY23" fmla="*/ 49578 h 131917"/>
                <a:gd name="csX24" fmla="*/ 98511 w 1080074"/>
                <a:gd name="csY24" fmla="*/ 53968 h 131917"/>
                <a:gd name="csX25" fmla="*/ 93694 w 1080074"/>
                <a:gd name="csY25" fmla="*/ 55606 h 131917"/>
                <a:gd name="csX26" fmla="*/ 87375 w 1080074"/>
                <a:gd name="csY26" fmla="*/ 52911 h 131917"/>
                <a:gd name="csX27" fmla="*/ 85745 w 1080074"/>
                <a:gd name="csY27" fmla="*/ 47230 h 131917"/>
                <a:gd name="csX28" fmla="*/ 82913 w 1080074"/>
                <a:gd name="csY28" fmla="*/ 40847 h 131917"/>
                <a:gd name="csX29" fmla="*/ 76030 w 1080074"/>
                <a:gd name="csY29" fmla="*/ 38725 h 131917"/>
                <a:gd name="csX30" fmla="*/ 64612 w 1080074"/>
                <a:gd name="csY30" fmla="*/ 43970 h 131917"/>
                <a:gd name="csX31" fmla="*/ 58866 w 1080074"/>
                <a:gd name="csY31" fmla="*/ 62344 h 131917"/>
                <a:gd name="csX32" fmla="*/ 64539 w 1080074"/>
                <a:gd name="csY32" fmla="*/ 82904 h 131917"/>
                <a:gd name="csX33" fmla="*/ 80000 w 1080074"/>
                <a:gd name="csY33" fmla="*/ 91773 h 131917"/>
                <a:gd name="csX34" fmla="*/ 92483 w 1080074"/>
                <a:gd name="csY34" fmla="*/ 87020 h 131917"/>
                <a:gd name="csX35" fmla="*/ 100076 w 1080074"/>
                <a:gd name="csY35" fmla="*/ 75174 h 131917"/>
                <a:gd name="csX36" fmla="*/ 102134 w 1080074"/>
                <a:gd name="csY36" fmla="*/ 76166 h 131917"/>
                <a:gd name="csX37" fmla="*/ 110211 w 1080074"/>
                <a:gd name="csY37" fmla="*/ 2978 h 131917"/>
                <a:gd name="csX38" fmla="*/ 110211 w 1080074"/>
                <a:gd name="csY38" fmla="*/ 0 h 131917"/>
                <a:gd name="csX39" fmla="*/ 128158 w 1080074"/>
                <a:gd name="csY39" fmla="*/ 12556 h 131917"/>
                <a:gd name="csX40" fmla="*/ 143828 w 1080074"/>
                <a:gd name="csY40" fmla="*/ 36877 h 131917"/>
                <a:gd name="csX41" fmla="*/ 149364 w 1080074"/>
                <a:gd name="csY41" fmla="*/ 65886 h 131917"/>
                <a:gd name="csX42" fmla="*/ 138510 w 1080074"/>
                <a:gd name="csY42" fmla="*/ 105959 h 131917"/>
                <a:gd name="csX43" fmla="*/ 110211 w 1080074"/>
                <a:gd name="csY43" fmla="*/ 131918 h 131917"/>
                <a:gd name="csX44" fmla="*/ 110211 w 1080074"/>
                <a:gd name="csY44" fmla="*/ 129287 h 131917"/>
                <a:gd name="csX45" fmla="*/ 124543 w 1080074"/>
                <a:gd name="csY45" fmla="*/ 116029 h 131917"/>
                <a:gd name="csX46" fmla="*/ 132910 w 1080074"/>
                <a:gd name="csY46" fmla="*/ 94896 h 131917"/>
                <a:gd name="csX47" fmla="*/ 135678 w 1080074"/>
                <a:gd name="csY47" fmla="*/ 68017 h 131917"/>
                <a:gd name="csX48" fmla="*/ 133338 w 1080074"/>
                <a:gd name="csY48" fmla="*/ 40428 h 131917"/>
                <a:gd name="csX49" fmla="*/ 128868 w 1080074"/>
                <a:gd name="csY49" fmla="*/ 24749 h 131917"/>
                <a:gd name="csX50" fmla="*/ 121847 w 1080074"/>
                <a:gd name="csY50" fmla="*/ 13403 h 131917"/>
                <a:gd name="csX51" fmla="*/ 110211 w 1080074"/>
                <a:gd name="csY51" fmla="*/ 2978 h 131917"/>
                <a:gd name="csX52" fmla="*/ 272978 w 1080074"/>
                <a:gd name="csY52" fmla="*/ 4680 h 131917"/>
                <a:gd name="csX53" fmla="*/ 274044 w 1080074"/>
                <a:gd name="csY53" fmla="*/ 27234 h 131917"/>
                <a:gd name="csX54" fmla="*/ 271348 w 1080074"/>
                <a:gd name="csY54" fmla="*/ 27234 h 131917"/>
                <a:gd name="csX55" fmla="*/ 269226 w 1080074"/>
                <a:gd name="csY55" fmla="*/ 18721 h 131917"/>
                <a:gd name="csX56" fmla="*/ 263336 w 1080074"/>
                <a:gd name="csY56" fmla="*/ 12693 h 131917"/>
                <a:gd name="csX57" fmla="*/ 253765 w 1080074"/>
                <a:gd name="csY57" fmla="*/ 10708 h 131917"/>
                <a:gd name="csX58" fmla="*/ 240217 w 1080074"/>
                <a:gd name="csY58" fmla="*/ 10708 h 131917"/>
                <a:gd name="csX59" fmla="*/ 240217 w 1080074"/>
                <a:gd name="csY59" fmla="*/ 84188 h 131917"/>
                <a:gd name="csX60" fmla="*/ 242129 w 1080074"/>
                <a:gd name="csY60" fmla="*/ 95251 h 131917"/>
                <a:gd name="csX61" fmla="*/ 250425 w 1080074"/>
                <a:gd name="csY61" fmla="*/ 98228 h 131917"/>
                <a:gd name="csX62" fmla="*/ 253765 w 1080074"/>
                <a:gd name="csY62" fmla="*/ 98228 h 131917"/>
                <a:gd name="csX63" fmla="*/ 253765 w 1080074"/>
                <a:gd name="csY63" fmla="*/ 100851 h 131917"/>
                <a:gd name="csX64" fmla="*/ 212982 w 1080074"/>
                <a:gd name="csY64" fmla="*/ 100851 h 131917"/>
                <a:gd name="csX65" fmla="*/ 212982 w 1080074"/>
                <a:gd name="csY65" fmla="*/ 98228 h 131917"/>
                <a:gd name="csX66" fmla="*/ 216388 w 1080074"/>
                <a:gd name="csY66" fmla="*/ 98228 h 131917"/>
                <a:gd name="csX67" fmla="*/ 225038 w 1080074"/>
                <a:gd name="csY67" fmla="*/ 94540 h 131917"/>
                <a:gd name="csX68" fmla="*/ 226596 w 1080074"/>
                <a:gd name="csY68" fmla="*/ 84188 h 131917"/>
                <a:gd name="csX69" fmla="*/ 226596 w 1080074"/>
                <a:gd name="csY69" fmla="*/ 10708 h 131917"/>
                <a:gd name="csX70" fmla="*/ 215040 w 1080074"/>
                <a:gd name="csY70" fmla="*/ 10708 h 131917"/>
                <a:gd name="csX71" fmla="*/ 205462 w 1080074"/>
                <a:gd name="csY71" fmla="*/ 11701 h 131917"/>
                <a:gd name="csX72" fmla="*/ 199152 w 1080074"/>
                <a:gd name="csY72" fmla="*/ 16881 h 131917"/>
                <a:gd name="csX73" fmla="*/ 196029 w 1080074"/>
                <a:gd name="csY73" fmla="*/ 27234 h 131917"/>
                <a:gd name="csX74" fmla="*/ 193334 w 1080074"/>
                <a:gd name="csY74" fmla="*/ 27234 h 131917"/>
                <a:gd name="csX75" fmla="*/ 194471 w 1080074"/>
                <a:gd name="csY75" fmla="*/ 4680 h 131917"/>
                <a:gd name="csX76" fmla="*/ 272978 w 1080074"/>
                <a:gd name="csY76" fmla="*/ 4680 h 131917"/>
                <a:gd name="csX77" fmla="*/ 280217 w 1080074"/>
                <a:gd name="csY77" fmla="*/ 100851 h 131917"/>
                <a:gd name="csX78" fmla="*/ 280217 w 1080074"/>
                <a:gd name="csY78" fmla="*/ 98228 h 131917"/>
                <a:gd name="csX79" fmla="*/ 283832 w 1080074"/>
                <a:gd name="csY79" fmla="*/ 98228 h 131917"/>
                <a:gd name="csX80" fmla="*/ 292482 w 1080074"/>
                <a:gd name="csY80" fmla="*/ 94323 h 131917"/>
                <a:gd name="csX81" fmla="*/ 294047 w 1080074"/>
                <a:gd name="csY81" fmla="*/ 83832 h 131917"/>
                <a:gd name="csX82" fmla="*/ 294047 w 1080074"/>
                <a:gd name="csY82" fmla="*/ 21698 h 131917"/>
                <a:gd name="csX83" fmla="*/ 292062 w 1080074"/>
                <a:gd name="csY83" fmla="*/ 10426 h 131917"/>
                <a:gd name="csX84" fmla="*/ 283832 w 1080074"/>
                <a:gd name="csY84" fmla="*/ 7303 h 131917"/>
                <a:gd name="csX85" fmla="*/ 280217 w 1080074"/>
                <a:gd name="csY85" fmla="*/ 7303 h 131917"/>
                <a:gd name="csX86" fmla="*/ 280217 w 1080074"/>
                <a:gd name="csY86" fmla="*/ 4680 h 131917"/>
                <a:gd name="csX87" fmla="*/ 319361 w 1080074"/>
                <a:gd name="csY87" fmla="*/ 4680 h 131917"/>
                <a:gd name="csX88" fmla="*/ 352130 w 1080074"/>
                <a:gd name="csY88" fmla="*/ 9570 h 131917"/>
                <a:gd name="csX89" fmla="*/ 370214 w 1080074"/>
                <a:gd name="csY89" fmla="*/ 25887 h 131917"/>
                <a:gd name="csX90" fmla="*/ 377097 w 1080074"/>
                <a:gd name="csY90" fmla="*/ 52265 h 131917"/>
                <a:gd name="csX91" fmla="*/ 364896 w 1080074"/>
                <a:gd name="csY91" fmla="*/ 85818 h 131917"/>
                <a:gd name="csX92" fmla="*/ 323194 w 1080074"/>
                <a:gd name="csY92" fmla="*/ 100851 h 131917"/>
                <a:gd name="csX93" fmla="*/ 280217 w 1080074"/>
                <a:gd name="csY93" fmla="*/ 100851 h 131917"/>
                <a:gd name="csX94" fmla="*/ 307660 w 1080074"/>
                <a:gd name="csY94" fmla="*/ 93903 h 131917"/>
                <a:gd name="csX95" fmla="*/ 322766 w 1080074"/>
                <a:gd name="csY95" fmla="*/ 95888 h 131917"/>
                <a:gd name="csX96" fmla="*/ 350073 w 1080074"/>
                <a:gd name="csY96" fmla="*/ 84325 h 131917"/>
                <a:gd name="csX97" fmla="*/ 360926 w 1080074"/>
                <a:gd name="csY97" fmla="*/ 52975 h 131917"/>
                <a:gd name="csX98" fmla="*/ 350073 w 1080074"/>
                <a:gd name="csY98" fmla="*/ 21561 h 131917"/>
                <a:gd name="csX99" fmla="*/ 322201 w 1080074"/>
                <a:gd name="csY99" fmla="*/ 10071 h 131917"/>
                <a:gd name="csX100" fmla="*/ 307660 w 1080074"/>
                <a:gd name="csY100" fmla="*/ 12128 h 131917"/>
                <a:gd name="csX101" fmla="*/ 307660 w 1080074"/>
                <a:gd name="csY101" fmla="*/ 93903 h 131917"/>
                <a:gd name="csX102" fmla="*/ 449149 w 1080074"/>
                <a:gd name="csY102" fmla="*/ 68654 h 131917"/>
                <a:gd name="csX103" fmla="*/ 411916 w 1080074"/>
                <a:gd name="csY103" fmla="*/ 68654 h 131917"/>
                <a:gd name="csX104" fmla="*/ 405396 w 1080074"/>
                <a:gd name="csY104" fmla="*/ 83832 h 131917"/>
                <a:gd name="csX105" fmla="*/ 402983 w 1080074"/>
                <a:gd name="csY105" fmla="*/ 92200 h 131917"/>
                <a:gd name="csX106" fmla="*/ 405041 w 1080074"/>
                <a:gd name="csY106" fmla="*/ 96098 h 131917"/>
                <a:gd name="csX107" fmla="*/ 414119 w 1080074"/>
                <a:gd name="csY107" fmla="*/ 98228 h 131917"/>
                <a:gd name="csX108" fmla="*/ 414119 w 1080074"/>
                <a:gd name="csY108" fmla="*/ 100851 h 131917"/>
                <a:gd name="csX109" fmla="*/ 383835 w 1080074"/>
                <a:gd name="csY109" fmla="*/ 100851 h 131917"/>
                <a:gd name="csX110" fmla="*/ 383835 w 1080074"/>
                <a:gd name="csY110" fmla="*/ 98228 h 131917"/>
                <a:gd name="csX111" fmla="*/ 391630 w 1080074"/>
                <a:gd name="csY111" fmla="*/ 95460 h 131917"/>
                <a:gd name="csX112" fmla="*/ 399651 w 1080074"/>
                <a:gd name="csY112" fmla="*/ 81629 h 131917"/>
                <a:gd name="csX113" fmla="*/ 433477 w 1080074"/>
                <a:gd name="csY113" fmla="*/ 2485 h 131917"/>
                <a:gd name="csX114" fmla="*/ 435963 w 1080074"/>
                <a:gd name="csY114" fmla="*/ 2485 h 131917"/>
                <a:gd name="csX115" fmla="*/ 469435 w 1080074"/>
                <a:gd name="csY115" fmla="*/ 82485 h 131917"/>
                <a:gd name="csX116" fmla="*/ 476738 w 1080074"/>
                <a:gd name="csY116" fmla="*/ 95033 h 131917"/>
                <a:gd name="csX117" fmla="*/ 485961 w 1080074"/>
                <a:gd name="csY117" fmla="*/ 98228 h 131917"/>
                <a:gd name="csX118" fmla="*/ 485961 w 1080074"/>
                <a:gd name="csY118" fmla="*/ 100851 h 131917"/>
                <a:gd name="csX119" fmla="*/ 448018 w 1080074"/>
                <a:gd name="csY119" fmla="*/ 100851 h 131917"/>
                <a:gd name="csX120" fmla="*/ 448018 w 1080074"/>
                <a:gd name="csY120" fmla="*/ 98228 h 131917"/>
                <a:gd name="csX121" fmla="*/ 455749 w 1080074"/>
                <a:gd name="csY121" fmla="*/ 96316 h 131917"/>
                <a:gd name="csX122" fmla="*/ 457807 w 1080074"/>
                <a:gd name="csY122" fmla="*/ 92337 h 131917"/>
                <a:gd name="csX123" fmla="*/ 454966 w 1080074"/>
                <a:gd name="csY123" fmla="*/ 82485 h 131917"/>
                <a:gd name="csX124" fmla="*/ 449149 w 1080074"/>
                <a:gd name="csY124" fmla="*/ 68654 h 131917"/>
                <a:gd name="csX125" fmla="*/ 447163 w 1080074"/>
                <a:gd name="csY125" fmla="*/ 63401 h 131917"/>
                <a:gd name="csX126" fmla="*/ 430855 w 1080074"/>
                <a:gd name="csY126" fmla="*/ 24539 h 131917"/>
                <a:gd name="csX127" fmla="*/ 414119 w 1080074"/>
                <a:gd name="csY127" fmla="*/ 63401 h 131917"/>
                <a:gd name="csX128" fmla="*/ 447163 w 1080074"/>
                <a:gd name="csY128" fmla="*/ 63401 h 131917"/>
                <a:gd name="csX129" fmla="*/ 576814 w 1080074"/>
                <a:gd name="csY129" fmla="*/ 2485 h 131917"/>
                <a:gd name="csX130" fmla="*/ 579291 w 1080074"/>
                <a:gd name="csY130" fmla="*/ 32834 h 131917"/>
                <a:gd name="csX131" fmla="*/ 576814 w 1080074"/>
                <a:gd name="csY131" fmla="*/ 32834 h 131917"/>
                <a:gd name="csX132" fmla="*/ 567098 w 1080074"/>
                <a:gd name="csY132" fmla="*/ 15743 h 131917"/>
                <a:gd name="csX133" fmla="*/ 545036 w 1080074"/>
                <a:gd name="csY133" fmla="*/ 7448 h 131917"/>
                <a:gd name="csX134" fmla="*/ 517092 w 1080074"/>
                <a:gd name="csY134" fmla="*/ 21989 h 131917"/>
                <a:gd name="csX135" fmla="*/ 509079 w 1080074"/>
                <a:gd name="csY135" fmla="*/ 51208 h 131917"/>
                <a:gd name="csX136" fmla="*/ 514397 w 1080074"/>
                <a:gd name="csY136" fmla="*/ 76312 h 131917"/>
                <a:gd name="csX137" fmla="*/ 528301 w 1080074"/>
                <a:gd name="csY137" fmla="*/ 92975 h 131917"/>
                <a:gd name="csX138" fmla="*/ 546029 w 1080074"/>
                <a:gd name="csY138" fmla="*/ 98228 h 131917"/>
                <a:gd name="csX139" fmla="*/ 556317 w 1080074"/>
                <a:gd name="csY139" fmla="*/ 96881 h 131917"/>
                <a:gd name="csX140" fmla="*/ 565888 w 1080074"/>
                <a:gd name="csY140" fmla="*/ 92910 h 131917"/>
                <a:gd name="csX141" fmla="*/ 565888 w 1080074"/>
                <a:gd name="csY141" fmla="*/ 65103 h 131917"/>
                <a:gd name="csX142" fmla="*/ 564758 w 1080074"/>
                <a:gd name="csY142" fmla="*/ 55670 h 131917"/>
                <a:gd name="csX143" fmla="*/ 561353 w 1080074"/>
                <a:gd name="csY143" fmla="*/ 52265 h 131917"/>
                <a:gd name="csX144" fmla="*/ 553267 w 1080074"/>
                <a:gd name="csY144" fmla="*/ 51063 h 131917"/>
                <a:gd name="csX145" fmla="*/ 553267 w 1080074"/>
                <a:gd name="csY145" fmla="*/ 48368 h 131917"/>
                <a:gd name="csX146" fmla="*/ 590499 w 1080074"/>
                <a:gd name="csY146" fmla="*/ 48368 h 131917"/>
                <a:gd name="csX147" fmla="*/ 590499 w 1080074"/>
                <a:gd name="csY147" fmla="*/ 51063 h 131917"/>
                <a:gd name="csX148" fmla="*/ 588724 w 1080074"/>
                <a:gd name="csY148" fmla="*/ 51063 h 131917"/>
                <a:gd name="csX149" fmla="*/ 581139 w 1080074"/>
                <a:gd name="csY149" fmla="*/ 54751 h 131917"/>
                <a:gd name="csX150" fmla="*/ 579718 w 1080074"/>
                <a:gd name="csY150" fmla="*/ 65103 h 131917"/>
                <a:gd name="csX151" fmla="*/ 579718 w 1080074"/>
                <a:gd name="csY151" fmla="*/ 94540 h 131917"/>
                <a:gd name="csX152" fmla="*/ 563620 w 1080074"/>
                <a:gd name="csY152" fmla="*/ 100996 h 131917"/>
                <a:gd name="csX153" fmla="*/ 545956 w 1080074"/>
                <a:gd name="csY153" fmla="*/ 103046 h 131917"/>
                <a:gd name="csX154" fmla="*/ 503617 w 1080074"/>
                <a:gd name="csY154" fmla="*/ 85180 h 131917"/>
                <a:gd name="csX155" fmla="*/ 492771 w 1080074"/>
                <a:gd name="csY155" fmla="*/ 54258 h 131917"/>
                <a:gd name="csX156" fmla="*/ 498872 w 1080074"/>
                <a:gd name="csY156" fmla="*/ 29929 h 131917"/>
                <a:gd name="csX157" fmla="*/ 518722 w 1080074"/>
                <a:gd name="csY157" fmla="*/ 8650 h 131917"/>
                <a:gd name="csX158" fmla="*/ 543689 w 1080074"/>
                <a:gd name="csY158" fmla="*/ 2485 h 131917"/>
                <a:gd name="csX159" fmla="*/ 553195 w 1080074"/>
                <a:gd name="csY159" fmla="*/ 3333 h 131917"/>
                <a:gd name="csX160" fmla="*/ 565395 w 1080074"/>
                <a:gd name="csY160" fmla="*/ 7093 h 131917"/>
                <a:gd name="csX161" fmla="*/ 570713 w 1080074"/>
                <a:gd name="csY161" fmla="*/ 8578 h 131917"/>
                <a:gd name="csX162" fmla="*/ 572981 w 1080074"/>
                <a:gd name="csY162" fmla="*/ 7375 h 131917"/>
                <a:gd name="csX163" fmla="*/ 574191 w 1080074"/>
                <a:gd name="csY163" fmla="*/ 2485 h 131917"/>
                <a:gd name="csX164" fmla="*/ 576814 w 1080074"/>
                <a:gd name="csY164" fmla="*/ 2485 h 131917"/>
                <a:gd name="csX165" fmla="*/ 650003 w 1080074"/>
                <a:gd name="csY165" fmla="*/ 0 h 131917"/>
                <a:gd name="csX166" fmla="*/ 655038 w 1080074"/>
                <a:gd name="csY166" fmla="*/ 2130 h 131917"/>
                <a:gd name="csX167" fmla="*/ 657168 w 1080074"/>
                <a:gd name="csY167" fmla="*/ 7165 h 131917"/>
                <a:gd name="csX168" fmla="*/ 655038 w 1080074"/>
                <a:gd name="csY168" fmla="*/ 12265 h 131917"/>
                <a:gd name="csX169" fmla="*/ 650003 w 1080074"/>
                <a:gd name="csY169" fmla="*/ 14396 h 131917"/>
                <a:gd name="csX170" fmla="*/ 644895 w 1080074"/>
                <a:gd name="csY170" fmla="*/ 12265 h 131917"/>
                <a:gd name="csX171" fmla="*/ 642772 w 1080074"/>
                <a:gd name="csY171" fmla="*/ 7165 h 131917"/>
                <a:gd name="csX172" fmla="*/ 644822 w 1080074"/>
                <a:gd name="csY172" fmla="*/ 2130 h 131917"/>
                <a:gd name="csX173" fmla="*/ 650003 w 1080074"/>
                <a:gd name="csY173" fmla="*/ 0 h 131917"/>
                <a:gd name="csX174" fmla="*/ 655893 w 1080074"/>
                <a:gd name="csY174" fmla="*/ 33972 h 131917"/>
                <a:gd name="csX175" fmla="*/ 655893 w 1080074"/>
                <a:gd name="csY175" fmla="*/ 86173 h 131917"/>
                <a:gd name="csX176" fmla="*/ 656740 w 1080074"/>
                <a:gd name="csY176" fmla="*/ 94323 h 131917"/>
                <a:gd name="csX177" fmla="*/ 659363 w 1080074"/>
                <a:gd name="csY177" fmla="*/ 97308 h 131917"/>
                <a:gd name="csX178" fmla="*/ 665746 w 1080074"/>
                <a:gd name="csY178" fmla="*/ 98301 h 131917"/>
                <a:gd name="csX179" fmla="*/ 665746 w 1080074"/>
                <a:gd name="csY179" fmla="*/ 100851 h 131917"/>
                <a:gd name="csX180" fmla="*/ 634186 w 1080074"/>
                <a:gd name="csY180" fmla="*/ 100851 h 131917"/>
                <a:gd name="csX181" fmla="*/ 634186 w 1080074"/>
                <a:gd name="csY181" fmla="*/ 98301 h 131917"/>
                <a:gd name="csX182" fmla="*/ 640569 w 1080074"/>
                <a:gd name="csY182" fmla="*/ 97373 h 131917"/>
                <a:gd name="csX183" fmla="*/ 643127 w 1080074"/>
                <a:gd name="csY183" fmla="*/ 94323 h 131917"/>
                <a:gd name="csX184" fmla="*/ 644120 w 1080074"/>
                <a:gd name="csY184" fmla="*/ 86173 h 131917"/>
                <a:gd name="csX185" fmla="*/ 644120 w 1080074"/>
                <a:gd name="csY185" fmla="*/ 61133 h 131917"/>
                <a:gd name="csX186" fmla="*/ 643475 w 1080074"/>
                <a:gd name="csY186" fmla="*/ 47448 h 131917"/>
                <a:gd name="csX187" fmla="*/ 641917 w 1080074"/>
                <a:gd name="csY187" fmla="*/ 44325 h 131917"/>
                <a:gd name="csX188" fmla="*/ 639012 w 1080074"/>
                <a:gd name="csY188" fmla="*/ 43405 h 131917"/>
                <a:gd name="csX189" fmla="*/ 634186 w 1080074"/>
                <a:gd name="csY189" fmla="*/ 44470 h 131917"/>
                <a:gd name="csX190" fmla="*/ 633194 w 1080074"/>
                <a:gd name="csY190" fmla="*/ 41912 h 131917"/>
                <a:gd name="csX191" fmla="*/ 652770 w 1080074"/>
                <a:gd name="csY191" fmla="*/ 33972 h 131917"/>
                <a:gd name="csX192" fmla="*/ 655893 w 1080074"/>
                <a:gd name="csY192" fmla="*/ 33972 h 131917"/>
                <a:gd name="csX193" fmla="*/ 692843 w 1080074"/>
                <a:gd name="csY193" fmla="*/ 47730 h 131917"/>
                <a:gd name="csX194" fmla="*/ 714614 w 1080074"/>
                <a:gd name="csY194" fmla="*/ 33972 h 131917"/>
                <a:gd name="csX195" fmla="*/ 723765 w 1080074"/>
                <a:gd name="csY195" fmla="*/ 36667 h 131917"/>
                <a:gd name="csX196" fmla="*/ 729865 w 1080074"/>
                <a:gd name="csY196" fmla="*/ 45390 h 131917"/>
                <a:gd name="csX197" fmla="*/ 731422 w 1080074"/>
                <a:gd name="csY197" fmla="*/ 58438 h 131917"/>
                <a:gd name="csX198" fmla="*/ 731422 w 1080074"/>
                <a:gd name="csY198" fmla="*/ 86173 h 131917"/>
                <a:gd name="csX199" fmla="*/ 732415 w 1080074"/>
                <a:gd name="csY199" fmla="*/ 94540 h 131917"/>
                <a:gd name="csX200" fmla="*/ 734900 w 1080074"/>
                <a:gd name="csY200" fmla="*/ 97308 h 131917"/>
                <a:gd name="csX201" fmla="*/ 741348 w 1080074"/>
                <a:gd name="csY201" fmla="*/ 98301 h 131917"/>
                <a:gd name="csX202" fmla="*/ 741348 w 1080074"/>
                <a:gd name="csY202" fmla="*/ 100851 h 131917"/>
                <a:gd name="csX203" fmla="*/ 709224 w 1080074"/>
                <a:gd name="csY203" fmla="*/ 100851 h 131917"/>
                <a:gd name="csX204" fmla="*/ 709224 w 1080074"/>
                <a:gd name="csY204" fmla="*/ 98301 h 131917"/>
                <a:gd name="csX205" fmla="*/ 710571 w 1080074"/>
                <a:gd name="csY205" fmla="*/ 98301 h 131917"/>
                <a:gd name="csX206" fmla="*/ 716881 w 1080074"/>
                <a:gd name="csY206" fmla="*/ 96953 h 131917"/>
                <a:gd name="csX207" fmla="*/ 719440 w 1080074"/>
                <a:gd name="csY207" fmla="*/ 92838 h 131917"/>
                <a:gd name="csX208" fmla="*/ 719722 w 1080074"/>
                <a:gd name="csY208" fmla="*/ 86173 h 131917"/>
                <a:gd name="csX209" fmla="*/ 719722 w 1080074"/>
                <a:gd name="csY209" fmla="*/ 59576 h 131917"/>
                <a:gd name="csX210" fmla="*/ 717382 w 1080074"/>
                <a:gd name="csY210" fmla="*/ 46738 h 131917"/>
                <a:gd name="csX211" fmla="*/ 709651 w 1080074"/>
                <a:gd name="csY211" fmla="*/ 42695 h 131917"/>
                <a:gd name="csX212" fmla="*/ 692843 w 1080074"/>
                <a:gd name="csY212" fmla="*/ 51918 h 131917"/>
                <a:gd name="csX213" fmla="*/ 692843 w 1080074"/>
                <a:gd name="csY213" fmla="*/ 86173 h 131917"/>
                <a:gd name="csX214" fmla="*/ 693618 w 1080074"/>
                <a:gd name="csY214" fmla="*/ 94323 h 131917"/>
                <a:gd name="csX215" fmla="*/ 696313 w 1080074"/>
                <a:gd name="csY215" fmla="*/ 97373 h 131917"/>
                <a:gd name="csX216" fmla="*/ 703406 w 1080074"/>
                <a:gd name="csY216" fmla="*/ 98301 h 131917"/>
                <a:gd name="csX217" fmla="*/ 703406 w 1080074"/>
                <a:gd name="csY217" fmla="*/ 100851 h 131917"/>
                <a:gd name="csX218" fmla="*/ 671281 w 1080074"/>
                <a:gd name="csY218" fmla="*/ 100851 h 131917"/>
                <a:gd name="csX219" fmla="*/ 671281 w 1080074"/>
                <a:gd name="csY219" fmla="*/ 98301 h 131917"/>
                <a:gd name="csX220" fmla="*/ 672701 w 1080074"/>
                <a:gd name="csY220" fmla="*/ 98301 h 131917"/>
                <a:gd name="csX221" fmla="*/ 679367 w 1080074"/>
                <a:gd name="csY221" fmla="*/ 95815 h 131917"/>
                <a:gd name="csX222" fmla="*/ 681134 w 1080074"/>
                <a:gd name="csY222" fmla="*/ 86173 h 131917"/>
                <a:gd name="csX223" fmla="*/ 681134 w 1080074"/>
                <a:gd name="csY223" fmla="*/ 62053 h 131917"/>
                <a:gd name="csX224" fmla="*/ 680569 w 1080074"/>
                <a:gd name="csY224" fmla="*/ 47803 h 131917"/>
                <a:gd name="csX225" fmla="*/ 678939 w 1080074"/>
                <a:gd name="csY225" fmla="*/ 44325 h 131917"/>
                <a:gd name="csX226" fmla="*/ 676034 w 1080074"/>
                <a:gd name="csY226" fmla="*/ 43405 h 131917"/>
                <a:gd name="csX227" fmla="*/ 671281 w 1080074"/>
                <a:gd name="csY227" fmla="*/ 44470 h 131917"/>
                <a:gd name="csX228" fmla="*/ 670216 w 1080074"/>
                <a:gd name="csY228" fmla="*/ 41912 h 131917"/>
                <a:gd name="csX229" fmla="*/ 689793 w 1080074"/>
                <a:gd name="csY229" fmla="*/ 33972 h 131917"/>
                <a:gd name="csX230" fmla="*/ 692843 w 1080074"/>
                <a:gd name="csY230" fmla="*/ 33972 h 131917"/>
                <a:gd name="csX231" fmla="*/ 692843 w 1080074"/>
                <a:gd name="csY231" fmla="*/ 47730 h 131917"/>
                <a:gd name="csX232" fmla="*/ 780783 w 1080074"/>
                <a:gd name="csY232" fmla="*/ 100851 h 131917"/>
                <a:gd name="csX233" fmla="*/ 780783 w 1080074"/>
                <a:gd name="csY233" fmla="*/ 98228 h 131917"/>
                <a:gd name="csX234" fmla="*/ 784398 w 1080074"/>
                <a:gd name="csY234" fmla="*/ 98228 h 131917"/>
                <a:gd name="csX235" fmla="*/ 793056 w 1080074"/>
                <a:gd name="csY235" fmla="*/ 94323 h 131917"/>
                <a:gd name="csX236" fmla="*/ 794613 w 1080074"/>
                <a:gd name="csY236" fmla="*/ 83832 h 131917"/>
                <a:gd name="csX237" fmla="*/ 794613 w 1080074"/>
                <a:gd name="csY237" fmla="*/ 21698 h 131917"/>
                <a:gd name="csX238" fmla="*/ 792628 w 1080074"/>
                <a:gd name="csY238" fmla="*/ 10426 h 131917"/>
                <a:gd name="csX239" fmla="*/ 784398 w 1080074"/>
                <a:gd name="csY239" fmla="*/ 7303 h 131917"/>
                <a:gd name="csX240" fmla="*/ 780783 w 1080074"/>
                <a:gd name="csY240" fmla="*/ 7303 h 131917"/>
                <a:gd name="csX241" fmla="*/ 780783 w 1080074"/>
                <a:gd name="csY241" fmla="*/ 4680 h 131917"/>
                <a:gd name="csX242" fmla="*/ 819935 w 1080074"/>
                <a:gd name="csY242" fmla="*/ 4680 h 131917"/>
                <a:gd name="csX243" fmla="*/ 852697 w 1080074"/>
                <a:gd name="csY243" fmla="*/ 9570 h 131917"/>
                <a:gd name="csX244" fmla="*/ 870780 w 1080074"/>
                <a:gd name="csY244" fmla="*/ 25887 h 131917"/>
                <a:gd name="csX245" fmla="*/ 877663 w 1080074"/>
                <a:gd name="csY245" fmla="*/ 52265 h 131917"/>
                <a:gd name="csX246" fmla="*/ 865462 w 1080074"/>
                <a:gd name="csY246" fmla="*/ 85818 h 131917"/>
                <a:gd name="csX247" fmla="*/ 823760 w 1080074"/>
                <a:gd name="csY247" fmla="*/ 100851 h 131917"/>
                <a:gd name="csX248" fmla="*/ 780783 w 1080074"/>
                <a:gd name="csY248" fmla="*/ 100851 h 131917"/>
                <a:gd name="csX249" fmla="*/ 808226 w 1080074"/>
                <a:gd name="csY249" fmla="*/ 93903 h 131917"/>
                <a:gd name="csX250" fmla="*/ 823340 w 1080074"/>
                <a:gd name="csY250" fmla="*/ 95888 h 131917"/>
                <a:gd name="csX251" fmla="*/ 850639 w 1080074"/>
                <a:gd name="csY251" fmla="*/ 84325 h 131917"/>
                <a:gd name="csX252" fmla="*/ 861492 w 1080074"/>
                <a:gd name="csY252" fmla="*/ 52975 h 131917"/>
                <a:gd name="csX253" fmla="*/ 850639 w 1080074"/>
                <a:gd name="csY253" fmla="*/ 21561 h 131917"/>
                <a:gd name="csX254" fmla="*/ 822767 w 1080074"/>
                <a:gd name="csY254" fmla="*/ 10071 h 131917"/>
                <a:gd name="csX255" fmla="*/ 808226 w 1080074"/>
                <a:gd name="csY255" fmla="*/ 12128 h 131917"/>
                <a:gd name="csX256" fmla="*/ 808226 w 1080074"/>
                <a:gd name="csY256" fmla="*/ 93903 h 131917"/>
                <a:gd name="csX257" fmla="*/ 947237 w 1080074"/>
                <a:gd name="csY257" fmla="*/ 101916 h 131917"/>
                <a:gd name="csX258" fmla="*/ 962843 w 1080074"/>
                <a:gd name="csY258" fmla="*/ 120282 h 131917"/>
                <a:gd name="csX259" fmla="*/ 981992 w 1080074"/>
                <a:gd name="csY259" fmla="*/ 127020 h 131917"/>
                <a:gd name="csX260" fmla="*/ 981992 w 1080074"/>
                <a:gd name="csY260" fmla="*/ 129287 h 131917"/>
                <a:gd name="csX261" fmla="*/ 961068 w 1080074"/>
                <a:gd name="csY261" fmla="*/ 125317 h 131917"/>
                <a:gd name="csX262" fmla="*/ 939935 w 1080074"/>
                <a:gd name="csY262" fmla="*/ 115392 h 131917"/>
                <a:gd name="csX263" fmla="*/ 922771 w 1080074"/>
                <a:gd name="csY263" fmla="*/ 101916 h 131917"/>
                <a:gd name="csX264" fmla="*/ 906600 w 1080074"/>
                <a:gd name="csY264" fmla="*/ 93193 h 131917"/>
                <a:gd name="csX265" fmla="*/ 893124 w 1080074"/>
                <a:gd name="csY265" fmla="*/ 76312 h 131917"/>
                <a:gd name="csX266" fmla="*/ 888371 w 1080074"/>
                <a:gd name="csY266" fmla="*/ 52556 h 131917"/>
                <a:gd name="csX267" fmla="*/ 902347 w 1080074"/>
                <a:gd name="csY267" fmla="*/ 16736 h 131917"/>
                <a:gd name="csX268" fmla="*/ 936174 w 1080074"/>
                <a:gd name="csY268" fmla="*/ 2485 h 131917"/>
                <a:gd name="csX269" fmla="*/ 968799 w 1080074"/>
                <a:gd name="csY269" fmla="*/ 16809 h 131917"/>
                <a:gd name="csX270" fmla="*/ 982629 w 1080074"/>
                <a:gd name="csY270" fmla="*/ 52838 h 131917"/>
                <a:gd name="csX271" fmla="*/ 972769 w 1080074"/>
                <a:gd name="csY271" fmla="*/ 83832 h 131917"/>
                <a:gd name="csX272" fmla="*/ 947237 w 1080074"/>
                <a:gd name="csY272" fmla="*/ 101916 h 131917"/>
                <a:gd name="csX273" fmla="*/ 935319 w 1080074"/>
                <a:gd name="csY273" fmla="*/ 7940 h 131917"/>
                <a:gd name="csX274" fmla="*/ 914540 w 1080074"/>
                <a:gd name="csY274" fmla="*/ 17164 h 131917"/>
                <a:gd name="csX275" fmla="*/ 904615 w 1080074"/>
                <a:gd name="csY275" fmla="*/ 52556 h 131917"/>
                <a:gd name="csX276" fmla="*/ 914686 w 1080074"/>
                <a:gd name="csY276" fmla="*/ 88513 h 131917"/>
                <a:gd name="csX277" fmla="*/ 935319 w 1080074"/>
                <a:gd name="csY277" fmla="*/ 98228 h 131917"/>
                <a:gd name="csX278" fmla="*/ 956816 w 1080074"/>
                <a:gd name="csY278" fmla="*/ 88513 h 131917"/>
                <a:gd name="csX279" fmla="*/ 966386 w 1080074"/>
                <a:gd name="csY279" fmla="*/ 54613 h 131917"/>
                <a:gd name="csX280" fmla="*/ 961141 w 1080074"/>
                <a:gd name="csY280" fmla="*/ 25604 h 131917"/>
                <a:gd name="csX281" fmla="*/ 950360 w 1080074"/>
                <a:gd name="csY281" fmla="*/ 12265 h 131917"/>
                <a:gd name="csX282" fmla="*/ 935319 w 1080074"/>
                <a:gd name="csY282" fmla="*/ 7940 h 131917"/>
                <a:gd name="csX283" fmla="*/ 1075677 w 1080074"/>
                <a:gd name="csY283" fmla="*/ 2485 h 131917"/>
                <a:gd name="csX284" fmla="*/ 1077872 w 1080074"/>
                <a:gd name="csY284" fmla="*/ 35174 h 131917"/>
                <a:gd name="csX285" fmla="*/ 1075677 w 1080074"/>
                <a:gd name="csY285" fmla="*/ 35174 h 131917"/>
                <a:gd name="csX286" fmla="*/ 1063121 w 1080074"/>
                <a:gd name="csY286" fmla="*/ 14041 h 131917"/>
                <a:gd name="csX287" fmla="*/ 1043553 w 1080074"/>
                <a:gd name="csY287" fmla="*/ 7585 h 131917"/>
                <a:gd name="csX288" fmla="*/ 1026244 w 1080074"/>
                <a:gd name="csY288" fmla="*/ 12483 h 131917"/>
                <a:gd name="csX289" fmla="*/ 1014043 w 1080074"/>
                <a:gd name="csY289" fmla="*/ 27944 h 131917"/>
                <a:gd name="csX290" fmla="*/ 1009645 w 1080074"/>
                <a:gd name="csY290" fmla="*/ 54395 h 131917"/>
                <a:gd name="csX291" fmla="*/ 1013833 w 1080074"/>
                <a:gd name="csY291" fmla="*/ 77022 h 131917"/>
                <a:gd name="csX292" fmla="*/ 1026389 w 1080074"/>
                <a:gd name="csY292" fmla="*/ 91700 h 131917"/>
                <a:gd name="csX293" fmla="*/ 1045602 w 1080074"/>
                <a:gd name="csY293" fmla="*/ 96808 h 131917"/>
                <a:gd name="csX294" fmla="*/ 1062129 w 1080074"/>
                <a:gd name="csY294" fmla="*/ 92838 h 131917"/>
                <a:gd name="csX295" fmla="*/ 1077872 w 1080074"/>
                <a:gd name="csY295" fmla="*/ 76877 h 131917"/>
                <a:gd name="csX296" fmla="*/ 1080075 w 1080074"/>
                <a:gd name="csY296" fmla="*/ 78297 h 131917"/>
                <a:gd name="csX297" fmla="*/ 1063194 w 1080074"/>
                <a:gd name="csY297" fmla="*/ 97090 h 131917"/>
                <a:gd name="csX298" fmla="*/ 1040285 w 1080074"/>
                <a:gd name="csY298" fmla="*/ 103046 h 131917"/>
                <a:gd name="csX299" fmla="*/ 1003263 w 1080074"/>
                <a:gd name="csY299" fmla="*/ 85317 h 131917"/>
                <a:gd name="csX300" fmla="*/ 993474 w 1080074"/>
                <a:gd name="csY300" fmla="*/ 54258 h 131917"/>
                <a:gd name="csX301" fmla="*/ 999930 w 1080074"/>
                <a:gd name="csY301" fmla="*/ 27799 h 131917"/>
                <a:gd name="csX302" fmla="*/ 1017666 w 1080074"/>
                <a:gd name="csY302" fmla="*/ 9151 h 131917"/>
                <a:gd name="csX303" fmla="*/ 1042415 w 1080074"/>
                <a:gd name="csY303" fmla="*/ 2485 h 131917"/>
                <a:gd name="csX304" fmla="*/ 1062984 w 1080074"/>
                <a:gd name="csY304" fmla="*/ 7585 h 131917"/>
                <a:gd name="csX305" fmla="*/ 1067237 w 1080074"/>
                <a:gd name="csY305" fmla="*/ 9151 h 131917"/>
                <a:gd name="csX306" fmla="*/ 1070569 w 1080074"/>
                <a:gd name="csY306" fmla="*/ 7803 h 131917"/>
                <a:gd name="csX307" fmla="*/ 1073192 w 1080074"/>
                <a:gd name="csY307" fmla="*/ 2485 h 131917"/>
                <a:gd name="csX308" fmla="*/ 1075677 w 1080074"/>
                <a:gd name="csY308" fmla="*/ 2485 h 131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Lst>
              <a:rect l="l" t="t" r="r" b="b"/>
              <a:pathLst>
                <a:path w="1080074" h="131917">
                  <a:moveTo>
                    <a:pt x="39153" y="129287"/>
                  </a:moveTo>
                  <a:lnTo>
                    <a:pt x="39153" y="131918"/>
                  </a:lnTo>
                  <a:cubicBezTo>
                    <a:pt x="32011" y="128319"/>
                    <a:pt x="26056" y="124115"/>
                    <a:pt x="21279" y="119289"/>
                  </a:cubicBezTo>
                  <a:cubicBezTo>
                    <a:pt x="14468" y="112438"/>
                    <a:pt x="9223" y="104353"/>
                    <a:pt x="5536" y="95033"/>
                  </a:cubicBezTo>
                  <a:cubicBezTo>
                    <a:pt x="1848" y="85721"/>
                    <a:pt x="0" y="76054"/>
                    <a:pt x="0" y="66032"/>
                  </a:cubicBezTo>
                  <a:cubicBezTo>
                    <a:pt x="0" y="51369"/>
                    <a:pt x="3623" y="38015"/>
                    <a:pt x="10853" y="25959"/>
                  </a:cubicBezTo>
                  <a:cubicBezTo>
                    <a:pt x="18084" y="13855"/>
                    <a:pt x="27517" y="5197"/>
                    <a:pt x="39153" y="0"/>
                  </a:cubicBezTo>
                  <a:lnTo>
                    <a:pt x="39153" y="2978"/>
                  </a:lnTo>
                  <a:cubicBezTo>
                    <a:pt x="33335" y="6197"/>
                    <a:pt x="28558" y="10587"/>
                    <a:pt x="24822" y="16171"/>
                  </a:cubicBezTo>
                  <a:cubicBezTo>
                    <a:pt x="21093" y="21747"/>
                    <a:pt x="18301" y="28816"/>
                    <a:pt x="16454" y="37377"/>
                  </a:cubicBezTo>
                  <a:cubicBezTo>
                    <a:pt x="14614" y="45931"/>
                    <a:pt x="13694" y="54872"/>
                    <a:pt x="13694" y="64184"/>
                  </a:cubicBezTo>
                  <a:cubicBezTo>
                    <a:pt x="13694" y="74303"/>
                    <a:pt x="14468" y="83502"/>
                    <a:pt x="16034" y="91773"/>
                  </a:cubicBezTo>
                  <a:cubicBezTo>
                    <a:pt x="17260" y="98301"/>
                    <a:pt x="18753" y="103522"/>
                    <a:pt x="20496" y="107443"/>
                  </a:cubicBezTo>
                  <a:cubicBezTo>
                    <a:pt x="22247" y="111422"/>
                    <a:pt x="24587" y="115222"/>
                    <a:pt x="27517" y="118862"/>
                  </a:cubicBezTo>
                  <a:cubicBezTo>
                    <a:pt x="30502" y="122509"/>
                    <a:pt x="34376" y="125979"/>
                    <a:pt x="39153" y="129287"/>
                  </a:cubicBezTo>
                  <a:close/>
                  <a:moveTo>
                    <a:pt x="102134" y="76166"/>
                  </a:moveTo>
                  <a:cubicBezTo>
                    <a:pt x="100383" y="84728"/>
                    <a:pt x="96953" y="91321"/>
                    <a:pt x="91846" y="95961"/>
                  </a:cubicBezTo>
                  <a:cubicBezTo>
                    <a:pt x="86738" y="100544"/>
                    <a:pt x="81089" y="102836"/>
                    <a:pt x="74900" y="102836"/>
                  </a:cubicBezTo>
                  <a:cubicBezTo>
                    <a:pt x="67516" y="102836"/>
                    <a:pt x="61093" y="99737"/>
                    <a:pt x="55606" y="93548"/>
                  </a:cubicBezTo>
                  <a:cubicBezTo>
                    <a:pt x="50119" y="87351"/>
                    <a:pt x="47375" y="78983"/>
                    <a:pt x="47375" y="68436"/>
                  </a:cubicBezTo>
                  <a:cubicBezTo>
                    <a:pt x="47375" y="58228"/>
                    <a:pt x="50401" y="49925"/>
                    <a:pt x="56453" y="43542"/>
                  </a:cubicBezTo>
                  <a:cubicBezTo>
                    <a:pt x="62554" y="37159"/>
                    <a:pt x="69865" y="33972"/>
                    <a:pt x="78370" y="33972"/>
                  </a:cubicBezTo>
                  <a:cubicBezTo>
                    <a:pt x="84753" y="33972"/>
                    <a:pt x="90006" y="35675"/>
                    <a:pt x="94113" y="39080"/>
                  </a:cubicBezTo>
                  <a:cubicBezTo>
                    <a:pt x="98228" y="42437"/>
                    <a:pt x="100286" y="45931"/>
                    <a:pt x="100286" y="49578"/>
                  </a:cubicBezTo>
                  <a:cubicBezTo>
                    <a:pt x="100286" y="51369"/>
                    <a:pt x="99697" y="52838"/>
                    <a:pt x="98511" y="53968"/>
                  </a:cubicBezTo>
                  <a:cubicBezTo>
                    <a:pt x="97381" y="55057"/>
                    <a:pt x="95767" y="55606"/>
                    <a:pt x="93694" y="55606"/>
                  </a:cubicBezTo>
                  <a:cubicBezTo>
                    <a:pt x="90901" y="55606"/>
                    <a:pt x="88795" y="54702"/>
                    <a:pt x="87375" y="52911"/>
                  </a:cubicBezTo>
                  <a:cubicBezTo>
                    <a:pt x="86576" y="51918"/>
                    <a:pt x="86028" y="50022"/>
                    <a:pt x="85745" y="47230"/>
                  </a:cubicBezTo>
                  <a:cubicBezTo>
                    <a:pt x="85511" y="44446"/>
                    <a:pt x="84567" y="42316"/>
                    <a:pt x="82913" y="40847"/>
                  </a:cubicBezTo>
                  <a:cubicBezTo>
                    <a:pt x="81259" y="39435"/>
                    <a:pt x="78959" y="38725"/>
                    <a:pt x="76030" y="38725"/>
                  </a:cubicBezTo>
                  <a:cubicBezTo>
                    <a:pt x="71301" y="38725"/>
                    <a:pt x="67500" y="40476"/>
                    <a:pt x="64612" y="43970"/>
                  </a:cubicBezTo>
                  <a:cubicBezTo>
                    <a:pt x="60786" y="48602"/>
                    <a:pt x="58866" y="54726"/>
                    <a:pt x="58866" y="62344"/>
                  </a:cubicBezTo>
                  <a:cubicBezTo>
                    <a:pt x="58866" y="70090"/>
                    <a:pt x="60762" y="76949"/>
                    <a:pt x="64539" y="82904"/>
                  </a:cubicBezTo>
                  <a:cubicBezTo>
                    <a:pt x="68372" y="88819"/>
                    <a:pt x="73528" y="91773"/>
                    <a:pt x="80000" y="91773"/>
                  </a:cubicBezTo>
                  <a:cubicBezTo>
                    <a:pt x="84640" y="91773"/>
                    <a:pt x="88795" y="90191"/>
                    <a:pt x="92483" y="87020"/>
                  </a:cubicBezTo>
                  <a:cubicBezTo>
                    <a:pt x="95081" y="84849"/>
                    <a:pt x="97615" y="80895"/>
                    <a:pt x="100076" y="75174"/>
                  </a:cubicBezTo>
                  <a:lnTo>
                    <a:pt x="102134" y="76166"/>
                  </a:lnTo>
                  <a:close/>
                  <a:moveTo>
                    <a:pt x="110211" y="2978"/>
                  </a:moveTo>
                  <a:lnTo>
                    <a:pt x="110211" y="0"/>
                  </a:lnTo>
                  <a:cubicBezTo>
                    <a:pt x="117401" y="3542"/>
                    <a:pt x="123380" y="7730"/>
                    <a:pt x="128158" y="12556"/>
                  </a:cubicBezTo>
                  <a:cubicBezTo>
                    <a:pt x="134920" y="19455"/>
                    <a:pt x="140140" y="27565"/>
                    <a:pt x="143828" y="36877"/>
                  </a:cubicBezTo>
                  <a:cubicBezTo>
                    <a:pt x="147524" y="46149"/>
                    <a:pt x="149364" y="55816"/>
                    <a:pt x="149364" y="65886"/>
                  </a:cubicBezTo>
                  <a:cubicBezTo>
                    <a:pt x="149364" y="80540"/>
                    <a:pt x="145749" y="93903"/>
                    <a:pt x="138510" y="105959"/>
                  </a:cubicBezTo>
                  <a:cubicBezTo>
                    <a:pt x="131329" y="118063"/>
                    <a:pt x="121896" y="126713"/>
                    <a:pt x="110211" y="131918"/>
                  </a:cubicBezTo>
                  <a:lnTo>
                    <a:pt x="110211" y="129287"/>
                  </a:lnTo>
                  <a:cubicBezTo>
                    <a:pt x="116029" y="126027"/>
                    <a:pt x="120806" y="121605"/>
                    <a:pt x="124543" y="116029"/>
                  </a:cubicBezTo>
                  <a:cubicBezTo>
                    <a:pt x="128327" y="110494"/>
                    <a:pt x="131111" y="103449"/>
                    <a:pt x="132910" y="94896"/>
                  </a:cubicBezTo>
                  <a:cubicBezTo>
                    <a:pt x="134758" y="86285"/>
                    <a:pt x="135678" y="77329"/>
                    <a:pt x="135678" y="68017"/>
                  </a:cubicBezTo>
                  <a:cubicBezTo>
                    <a:pt x="135678" y="57946"/>
                    <a:pt x="134895" y="48747"/>
                    <a:pt x="133338" y="40428"/>
                  </a:cubicBezTo>
                  <a:cubicBezTo>
                    <a:pt x="132152" y="33899"/>
                    <a:pt x="130667" y="28678"/>
                    <a:pt x="128868" y="24749"/>
                  </a:cubicBezTo>
                  <a:cubicBezTo>
                    <a:pt x="127117" y="20827"/>
                    <a:pt x="124776" y="17042"/>
                    <a:pt x="121847" y="13403"/>
                  </a:cubicBezTo>
                  <a:cubicBezTo>
                    <a:pt x="118918" y="9764"/>
                    <a:pt x="115037" y="6286"/>
                    <a:pt x="110211" y="2978"/>
                  </a:cubicBezTo>
                  <a:close/>
                  <a:moveTo>
                    <a:pt x="272978" y="4680"/>
                  </a:moveTo>
                  <a:lnTo>
                    <a:pt x="274044" y="27234"/>
                  </a:lnTo>
                  <a:lnTo>
                    <a:pt x="271348" y="27234"/>
                  </a:lnTo>
                  <a:cubicBezTo>
                    <a:pt x="270832" y="23264"/>
                    <a:pt x="270122" y="20424"/>
                    <a:pt x="269226" y="18721"/>
                  </a:cubicBezTo>
                  <a:cubicBezTo>
                    <a:pt x="267758" y="15977"/>
                    <a:pt x="265797" y="13968"/>
                    <a:pt x="263336" y="12693"/>
                  </a:cubicBezTo>
                  <a:cubicBezTo>
                    <a:pt x="260923" y="11370"/>
                    <a:pt x="257735" y="10708"/>
                    <a:pt x="253765" y="10708"/>
                  </a:cubicBezTo>
                  <a:lnTo>
                    <a:pt x="240217" y="10708"/>
                  </a:lnTo>
                  <a:lnTo>
                    <a:pt x="240217" y="84188"/>
                  </a:lnTo>
                  <a:cubicBezTo>
                    <a:pt x="240217" y="90094"/>
                    <a:pt x="240854" y="93782"/>
                    <a:pt x="242129" y="95251"/>
                  </a:cubicBezTo>
                  <a:cubicBezTo>
                    <a:pt x="243928" y="97236"/>
                    <a:pt x="246696" y="98228"/>
                    <a:pt x="250425" y="98228"/>
                  </a:cubicBezTo>
                  <a:lnTo>
                    <a:pt x="253765" y="98228"/>
                  </a:lnTo>
                  <a:lnTo>
                    <a:pt x="253765" y="100851"/>
                  </a:lnTo>
                  <a:lnTo>
                    <a:pt x="212982" y="100851"/>
                  </a:lnTo>
                  <a:lnTo>
                    <a:pt x="212982" y="98228"/>
                  </a:lnTo>
                  <a:lnTo>
                    <a:pt x="216388" y="98228"/>
                  </a:lnTo>
                  <a:cubicBezTo>
                    <a:pt x="220455" y="98228"/>
                    <a:pt x="223335" y="96994"/>
                    <a:pt x="225038" y="94540"/>
                  </a:cubicBezTo>
                  <a:cubicBezTo>
                    <a:pt x="226079" y="93023"/>
                    <a:pt x="226596" y="89578"/>
                    <a:pt x="226596" y="84188"/>
                  </a:cubicBezTo>
                  <a:lnTo>
                    <a:pt x="226596" y="10708"/>
                  </a:lnTo>
                  <a:lnTo>
                    <a:pt x="215040" y="10708"/>
                  </a:lnTo>
                  <a:cubicBezTo>
                    <a:pt x="210545" y="10708"/>
                    <a:pt x="207358" y="11039"/>
                    <a:pt x="205462" y="11701"/>
                  </a:cubicBezTo>
                  <a:cubicBezTo>
                    <a:pt x="203009" y="12596"/>
                    <a:pt x="200903" y="14323"/>
                    <a:pt x="199152" y="16881"/>
                  </a:cubicBezTo>
                  <a:cubicBezTo>
                    <a:pt x="197400" y="19431"/>
                    <a:pt x="196360" y="22885"/>
                    <a:pt x="196029" y="27234"/>
                  </a:cubicBezTo>
                  <a:lnTo>
                    <a:pt x="193334" y="27234"/>
                  </a:lnTo>
                  <a:lnTo>
                    <a:pt x="194471" y="4680"/>
                  </a:lnTo>
                  <a:lnTo>
                    <a:pt x="272978" y="4680"/>
                  </a:lnTo>
                  <a:close/>
                  <a:moveTo>
                    <a:pt x="280217" y="100851"/>
                  </a:moveTo>
                  <a:lnTo>
                    <a:pt x="280217" y="98228"/>
                  </a:lnTo>
                  <a:lnTo>
                    <a:pt x="283832" y="98228"/>
                  </a:lnTo>
                  <a:cubicBezTo>
                    <a:pt x="287899" y="98228"/>
                    <a:pt x="290779" y="96929"/>
                    <a:pt x="292482" y="94323"/>
                  </a:cubicBezTo>
                  <a:cubicBezTo>
                    <a:pt x="293523" y="92765"/>
                    <a:pt x="294047" y="89263"/>
                    <a:pt x="294047" y="83832"/>
                  </a:cubicBezTo>
                  <a:lnTo>
                    <a:pt x="294047" y="21698"/>
                  </a:lnTo>
                  <a:cubicBezTo>
                    <a:pt x="294047" y="15695"/>
                    <a:pt x="293386" y="11935"/>
                    <a:pt x="292062" y="10426"/>
                  </a:cubicBezTo>
                  <a:cubicBezTo>
                    <a:pt x="290214" y="8344"/>
                    <a:pt x="287471" y="7303"/>
                    <a:pt x="283832" y="7303"/>
                  </a:cubicBezTo>
                  <a:lnTo>
                    <a:pt x="280217" y="7303"/>
                  </a:lnTo>
                  <a:lnTo>
                    <a:pt x="280217" y="4680"/>
                  </a:lnTo>
                  <a:lnTo>
                    <a:pt x="319361" y="4680"/>
                  </a:lnTo>
                  <a:cubicBezTo>
                    <a:pt x="333741" y="4680"/>
                    <a:pt x="344658" y="6310"/>
                    <a:pt x="352130" y="9570"/>
                  </a:cubicBezTo>
                  <a:cubicBezTo>
                    <a:pt x="359651" y="12838"/>
                    <a:pt x="365679" y="18277"/>
                    <a:pt x="370214" y="25887"/>
                  </a:cubicBezTo>
                  <a:cubicBezTo>
                    <a:pt x="374805" y="33496"/>
                    <a:pt x="377097" y="42291"/>
                    <a:pt x="377097" y="52265"/>
                  </a:cubicBezTo>
                  <a:cubicBezTo>
                    <a:pt x="377097" y="65652"/>
                    <a:pt x="373030" y="76828"/>
                    <a:pt x="364896" y="85818"/>
                  </a:cubicBezTo>
                  <a:cubicBezTo>
                    <a:pt x="355770" y="95840"/>
                    <a:pt x="341866" y="100851"/>
                    <a:pt x="323194" y="100851"/>
                  </a:cubicBezTo>
                  <a:lnTo>
                    <a:pt x="280217" y="100851"/>
                  </a:lnTo>
                  <a:close/>
                  <a:moveTo>
                    <a:pt x="307660" y="93903"/>
                  </a:moveTo>
                  <a:cubicBezTo>
                    <a:pt x="313664" y="95226"/>
                    <a:pt x="318699" y="95888"/>
                    <a:pt x="322766" y="95888"/>
                  </a:cubicBezTo>
                  <a:cubicBezTo>
                    <a:pt x="333741" y="95888"/>
                    <a:pt x="342843" y="92031"/>
                    <a:pt x="350073" y="84325"/>
                  </a:cubicBezTo>
                  <a:cubicBezTo>
                    <a:pt x="357311" y="76618"/>
                    <a:pt x="360926" y="66169"/>
                    <a:pt x="360926" y="52975"/>
                  </a:cubicBezTo>
                  <a:cubicBezTo>
                    <a:pt x="360926" y="39693"/>
                    <a:pt x="357311" y="29219"/>
                    <a:pt x="350073" y="21561"/>
                  </a:cubicBezTo>
                  <a:cubicBezTo>
                    <a:pt x="342843" y="13903"/>
                    <a:pt x="333547" y="10071"/>
                    <a:pt x="322201" y="10071"/>
                  </a:cubicBezTo>
                  <a:cubicBezTo>
                    <a:pt x="317949" y="10071"/>
                    <a:pt x="313099" y="10757"/>
                    <a:pt x="307660" y="12128"/>
                  </a:cubicBezTo>
                  <a:lnTo>
                    <a:pt x="307660" y="93903"/>
                  </a:lnTo>
                  <a:close/>
                  <a:moveTo>
                    <a:pt x="449149" y="68654"/>
                  </a:moveTo>
                  <a:lnTo>
                    <a:pt x="411916" y="68654"/>
                  </a:lnTo>
                  <a:lnTo>
                    <a:pt x="405396" y="83832"/>
                  </a:lnTo>
                  <a:cubicBezTo>
                    <a:pt x="403782" y="87569"/>
                    <a:pt x="402983" y="90352"/>
                    <a:pt x="402983" y="92200"/>
                  </a:cubicBezTo>
                  <a:cubicBezTo>
                    <a:pt x="402983" y="93661"/>
                    <a:pt x="403669" y="94968"/>
                    <a:pt x="405041" y="96098"/>
                  </a:cubicBezTo>
                  <a:cubicBezTo>
                    <a:pt x="406453" y="97187"/>
                    <a:pt x="409479" y="97897"/>
                    <a:pt x="414119" y="98228"/>
                  </a:cubicBezTo>
                  <a:lnTo>
                    <a:pt x="414119" y="100851"/>
                  </a:lnTo>
                  <a:lnTo>
                    <a:pt x="383835" y="100851"/>
                  </a:lnTo>
                  <a:lnTo>
                    <a:pt x="383835" y="98228"/>
                  </a:lnTo>
                  <a:cubicBezTo>
                    <a:pt x="387853" y="97518"/>
                    <a:pt x="390452" y="96598"/>
                    <a:pt x="391630" y="95460"/>
                  </a:cubicBezTo>
                  <a:cubicBezTo>
                    <a:pt x="394043" y="93193"/>
                    <a:pt x="396713" y="88577"/>
                    <a:pt x="399651" y="81629"/>
                  </a:cubicBezTo>
                  <a:lnTo>
                    <a:pt x="433477" y="2485"/>
                  </a:lnTo>
                  <a:lnTo>
                    <a:pt x="435963" y="2485"/>
                  </a:lnTo>
                  <a:lnTo>
                    <a:pt x="469435" y="82485"/>
                  </a:lnTo>
                  <a:cubicBezTo>
                    <a:pt x="472130" y="88916"/>
                    <a:pt x="474567" y="93096"/>
                    <a:pt x="476738" y="95033"/>
                  </a:cubicBezTo>
                  <a:cubicBezTo>
                    <a:pt x="478965" y="96929"/>
                    <a:pt x="482039" y="97994"/>
                    <a:pt x="485961" y="98228"/>
                  </a:cubicBezTo>
                  <a:lnTo>
                    <a:pt x="485961" y="100851"/>
                  </a:lnTo>
                  <a:lnTo>
                    <a:pt x="448018" y="100851"/>
                  </a:lnTo>
                  <a:lnTo>
                    <a:pt x="448018" y="98228"/>
                  </a:lnTo>
                  <a:cubicBezTo>
                    <a:pt x="451844" y="98034"/>
                    <a:pt x="454426" y="97397"/>
                    <a:pt x="455749" y="96316"/>
                  </a:cubicBezTo>
                  <a:cubicBezTo>
                    <a:pt x="457121" y="95226"/>
                    <a:pt x="457807" y="93903"/>
                    <a:pt x="457807" y="92337"/>
                  </a:cubicBezTo>
                  <a:cubicBezTo>
                    <a:pt x="457807" y="90264"/>
                    <a:pt x="456855" y="86971"/>
                    <a:pt x="454966" y="82485"/>
                  </a:cubicBezTo>
                  <a:lnTo>
                    <a:pt x="449149" y="68654"/>
                  </a:lnTo>
                  <a:close/>
                  <a:moveTo>
                    <a:pt x="447163" y="63401"/>
                  </a:moveTo>
                  <a:lnTo>
                    <a:pt x="430855" y="24539"/>
                  </a:lnTo>
                  <a:lnTo>
                    <a:pt x="414119" y="63401"/>
                  </a:lnTo>
                  <a:lnTo>
                    <a:pt x="447163" y="63401"/>
                  </a:lnTo>
                  <a:close/>
                  <a:moveTo>
                    <a:pt x="576814" y="2485"/>
                  </a:moveTo>
                  <a:lnTo>
                    <a:pt x="579291" y="32834"/>
                  </a:lnTo>
                  <a:lnTo>
                    <a:pt x="576814" y="32834"/>
                  </a:lnTo>
                  <a:cubicBezTo>
                    <a:pt x="574304" y="25273"/>
                    <a:pt x="571068" y="19576"/>
                    <a:pt x="567098" y="15743"/>
                  </a:cubicBezTo>
                  <a:cubicBezTo>
                    <a:pt x="561377" y="10216"/>
                    <a:pt x="554026" y="7448"/>
                    <a:pt x="545036" y="7448"/>
                  </a:cubicBezTo>
                  <a:cubicBezTo>
                    <a:pt x="532795" y="7448"/>
                    <a:pt x="523475" y="12290"/>
                    <a:pt x="517092" y="21989"/>
                  </a:cubicBezTo>
                  <a:cubicBezTo>
                    <a:pt x="511750" y="30163"/>
                    <a:pt x="509079" y="39903"/>
                    <a:pt x="509079" y="51208"/>
                  </a:cubicBezTo>
                  <a:cubicBezTo>
                    <a:pt x="509079" y="60375"/>
                    <a:pt x="510855" y="68743"/>
                    <a:pt x="514397" y="76312"/>
                  </a:cubicBezTo>
                  <a:cubicBezTo>
                    <a:pt x="517948" y="83873"/>
                    <a:pt x="522580" y="89433"/>
                    <a:pt x="528301" y="92975"/>
                  </a:cubicBezTo>
                  <a:cubicBezTo>
                    <a:pt x="534070" y="96477"/>
                    <a:pt x="539977" y="98228"/>
                    <a:pt x="546029" y="98228"/>
                  </a:cubicBezTo>
                  <a:cubicBezTo>
                    <a:pt x="549580" y="98228"/>
                    <a:pt x="553009" y="97776"/>
                    <a:pt x="556317" y="96881"/>
                  </a:cubicBezTo>
                  <a:cubicBezTo>
                    <a:pt x="559626" y="95977"/>
                    <a:pt x="562813" y="94653"/>
                    <a:pt x="565888" y="92910"/>
                  </a:cubicBezTo>
                  <a:lnTo>
                    <a:pt x="565888" y="65103"/>
                  </a:lnTo>
                  <a:cubicBezTo>
                    <a:pt x="565888" y="60286"/>
                    <a:pt x="565508" y="57139"/>
                    <a:pt x="564758" y="55670"/>
                  </a:cubicBezTo>
                  <a:cubicBezTo>
                    <a:pt x="564048" y="54161"/>
                    <a:pt x="562910" y="53024"/>
                    <a:pt x="561353" y="52265"/>
                  </a:cubicBezTo>
                  <a:cubicBezTo>
                    <a:pt x="559836" y="51466"/>
                    <a:pt x="557140" y="51063"/>
                    <a:pt x="553267" y="51063"/>
                  </a:cubicBezTo>
                  <a:lnTo>
                    <a:pt x="553267" y="48368"/>
                  </a:lnTo>
                  <a:lnTo>
                    <a:pt x="590499" y="48368"/>
                  </a:lnTo>
                  <a:lnTo>
                    <a:pt x="590499" y="51063"/>
                  </a:lnTo>
                  <a:lnTo>
                    <a:pt x="588724" y="51063"/>
                  </a:lnTo>
                  <a:cubicBezTo>
                    <a:pt x="585036" y="51063"/>
                    <a:pt x="582510" y="52289"/>
                    <a:pt x="581139" y="54751"/>
                  </a:cubicBezTo>
                  <a:cubicBezTo>
                    <a:pt x="580195" y="56502"/>
                    <a:pt x="579718" y="59955"/>
                    <a:pt x="579718" y="65103"/>
                  </a:cubicBezTo>
                  <a:lnTo>
                    <a:pt x="579718" y="94540"/>
                  </a:lnTo>
                  <a:cubicBezTo>
                    <a:pt x="574280" y="97470"/>
                    <a:pt x="568914" y="99624"/>
                    <a:pt x="563620" y="100996"/>
                  </a:cubicBezTo>
                  <a:cubicBezTo>
                    <a:pt x="558327" y="102368"/>
                    <a:pt x="552436" y="103046"/>
                    <a:pt x="545956" y="103046"/>
                  </a:cubicBezTo>
                  <a:cubicBezTo>
                    <a:pt x="527381" y="103046"/>
                    <a:pt x="513268" y="97090"/>
                    <a:pt x="503617" y="85180"/>
                  </a:cubicBezTo>
                  <a:cubicBezTo>
                    <a:pt x="496386" y="76239"/>
                    <a:pt x="492771" y="65935"/>
                    <a:pt x="492771" y="54258"/>
                  </a:cubicBezTo>
                  <a:cubicBezTo>
                    <a:pt x="492771" y="45794"/>
                    <a:pt x="494805" y="37684"/>
                    <a:pt x="498872" y="29929"/>
                  </a:cubicBezTo>
                  <a:cubicBezTo>
                    <a:pt x="503689" y="20706"/>
                    <a:pt x="510314" y="13613"/>
                    <a:pt x="518722" y="8650"/>
                  </a:cubicBezTo>
                  <a:cubicBezTo>
                    <a:pt x="525775" y="4535"/>
                    <a:pt x="534094" y="2485"/>
                    <a:pt x="543689" y="2485"/>
                  </a:cubicBezTo>
                  <a:cubicBezTo>
                    <a:pt x="547191" y="2485"/>
                    <a:pt x="550354" y="2768"/>
                    <a:pt x="553195" y="3333"/>
                  </a:cubicBezTo>
                  <a:cubicBezTo>
                    <a:pt x="556075" y="3898"/>
                    <a:pt x="560142" y="5156"/>
                    <a:pt x="565395" y="7093"/>
                  </a:cubicBezTo>
                  <a:cubicBezTo>
                    <a:pt x="568042" y="8086"/>
                    <a:pt x="569817" y="8578"/>
                    <a:pt x="570713" y="8578"/>
                  </a:cubicBezTo>
                  <a:cubicBezTo>
                    <a:pt x="571609" y="8578"/>
                    <a:pt x="572367" y="8182"/>
                    <a:pt x="572981" y="7375"/>
                  </a:cubicBezTo>
                  <a:cubicBezTo>
                    <a:pt x="573642" y="6528"/>
                    <a:pt x="574046" y="4890"/>
                    <a:pt x="574191" y="2485"/>
                  </a:cubicBezTo>
                  <a:lnTo>
                    <a:pt x="576814" y="2485"/>
                  </a:lnTo>
                  <a:close/>
                  <a:moveTo>
                    <a:pt x="650003" y="0"/>
                  </a:moveTo>
                  <a:cubicBezTo>
                    <a:pt x="651988" y="0"/>
                    <a:pt x="653666" y="710"/>
                    <a:pt x="655038" y="2130"/>
                  </a:cubicBezTo>
                  <a:cubicBezTo>
                    <a:pt x="656458" y="3502"/>
                    <a:pt x="657168" y="5180"/>
                    <a:pt x="657168" y="7165"/>
                  </a:cubicBezTo>
                  <a:cubicBezTo>
                    <a:pt x="657168" y="9151"/>
                    <a:pt x="656458" y="10853"/>
                    <a:pt x="655038" y="12265"/>
                  </a:cubicBezTo>
                  <a:cubicBezTo>
                    <a:pt x="653666" y="13686"/>
                    <a:pt x="651988" y="14396"/>
                    <a:pt x="650003" y="14396"/>
                  </a:cubicBezTo>
                  <a:cubicBezTo>
                    <a:pt x="648017" y="14396"/>
                    <a:pt x="646315" y="13686"/>
                    <a:pt x="644895" y="12265"/>
                  </a:cubicBezTo>
                  <a:cubicBezTo>
                    <a:pt x="643475" y="10853"/>
                    <a:pt x="642772" y="9151"/>
                    <a:pt x="642772" y="7165"/>
                  </a:cubicBezTo>
                  <a:cubicBezTo>
                    <a:pt x="642772" y="5180"/>
                    <a:pt x="643458" y="3502"/>
                    <a:pt x="644822" y="2130"/>
                  </a:cubicBezTo>
                  <a:cubicBezTo>
                    <a:pt x="646242" y="710"/>
                    <a:pt x="647969" y="0"/>
                    <a:pt x="650003" y="0"/>
                  </a:cubicBezTo>
                  <a:close/>
                  <a:moveTo>
                    <a:pt x="655893" y="33972"/>
                  </a:moveTo>
                  <a:lnTo>
                    <a:pt x="655893" y="86173"/>
                  </a:lnTo>
                  <a:cubicBezTo>
                    <a:pt x="655893" y="90240"/>
                    <a:pt x="656175" y="92951"/>
                    <a:pt x="656740" y="94323"/>
                  </a:cubicBezTo>
                  <a:cubicBezTo>
                    <a:pt x="657354" y="95646"/>
                    <a:pt x="658233" y="96647"/>
                    <a:pt x="659363" y="97308"/>
                  </a:cubicBezTo>
                  <a:cubicBezTo>
                    <a:pt x="660549" y="97970"/>
                    <a:pt x="662672" y="98301"/>
                    <a:pt x="665746" y="98301"/>
                  </a:cubicBezTo>
                  <a:lnTo>
                    <a:pt x="665746" y="100851"/>
                  </a:lnTo>
                  <a:lnTo>
                    <a:pt x="634186" y="100851"/>
                  </a:lnTo>
                  <a:lnTo>
                    <a:pt x="634186" y="98301"/>
                  </a:lnTo>
                  <a:cubicBezTo>
                    <a:pt x="637358" y="98301"/>
                    <a:pt x="639480" y="97994"/>
                    <a:pt x="640569" y="97373"/>
                  </a:cubicBezTo>
                  <a:cubicBezTo>
                    <a:pt x="641659" y="96759"/>
                    <a:pt x="642506" y="95743"/>
                    <a:pt x="643127" y="94323"/>
                  </a:cubicBezTo>
                  <a:cubicBezTo>
                    <a:pt x="643789" y="92910"/>
                    <a:pt x="644120" y="90191"/>
                    <a:pt x="644120" y="86173"/>
                  </a:cubicBezTo>
                  <a:lnTo>
                    <a:pt x="644120" y="61133"/>
                  </a:lnTo>
                  <a:cubicBezTo>
                    <a:pt x="644120" y="54089"/>
                    <a:pt x="643902" y="49530"/>
                    <a:pt x="643475" y="47448"/>
                  </a:cubicBezTo>
                  <a:cubicBezTo>
                    <a:pt x="643144" y="45931"/>
                    <a:pt x="642627" y="44890"/>
                    <a:pt x="641917" y="44325"/>
                  </a:cubicBezTo>
                  <a:cubicBezTo>
                    <a:pt x="641207" y="43712"/>
                    <a:pt x="640239" y="43405"/>
                    <a:pt x="639012" y="43405"/>
                  </a:cubicBezTo>
                  <a:cubicBezTo>
                    <a:pt x="637689" y="43405"/>
                    <a:pt x="636075" y="43760"/>
                    <a:pt x="634186" y="44470"/>
                  </a:cubicBezTo>
                  <a:lnTo>
                    <a:pt x="633194" y="41912"/>
                  </a:lnTo>
                  <a:lnTo>
                    <a:pt x="652770" y="33972"/>
                  </a:lnTo>
                  <a:lnTo>
                    <a:pt x="655893" y="33972"/>
                  </a:lnTo>
                  <a:close/>
                  <a:moveTo>
                    <a:pt x="692843" y="47730"/>
                  </a:moveTo>
                  <a:cubicBezTo>
                    <a:pt x="700452" y="38555"/>
                    <a:pt x="707707" y="33972"/>
                    <a:pt x="714614" y="33972"/>
                  </a:cubicBezTo>
                  <a:cubicBezTo>
                    <a:pt x="718156" y="33972"/>
                    <a:pt x="721207" y="34868"/>
                    <a:pt x="723765" y="36667"/>
                  </a:cubicBezTo>
                  <a:cubicBezTo>
                    <a:pt x="726315" y="38418"/>
                    <a:pt x="728348" y="41323"/>
                    <a:pt x="729865" y="45390"/>
                  </a:cubicBezTo>
                  <a:cubicBezTo>
                    <a:pt x="730898" y="48231"/>
                    <a:pt x="731422" y="52580"/>
                    <a:pt x="731422" y="58438"/>
                  </a:cubicBezTo>
                  <a:lnTo>
                    <a:pt x="731422" y="86173"/>
                  </a:lnTo>
                  <a:cubicBezTo>
                    <a:pt x="731422" y="90280"/>
                    <a:pt x="731753" y="93072"/>
                    <a:pt x="732415" y="94540"/>
                  </a:cubicBezTo>
                  <a:cubicBezTo>
                    <a:pt x="732931" y="95719"/>
                    <a:pt x="733763" y="96647"/>
                    <a:pt x="734900" y="97308"/>
                  </a:cubicBezTo>
                  <a:cubicBezTo>
                    <a:pt x="736078" y="97970"/>
                    <a:pt x="738233" y="98301"/>
                    <a:pt x="741348" y="98301"/>
                  </a:cubicBezTo>
                  <a:lnTo>
                    <a:pt x="741348" y="100851"/>
                  </a:lnTo>
                  <a:lnTo>
                    <a:pt x="709224" y="100851"/>
                  </a:lnTo>
                  <a:lnTo>
                    <a:pt x="709224" y="98301"/>
                  </a:lnTo>
                  <a:lnTo>
                    <a:pt x="710571" y="98301"/>
                  </a:lnTo>
                  <a:cubicBezTo>
                    <a:pt x="713597" y="98301"/>
                    <a:pt x="715703" y="97849"/>
                    <a:pt x="716881" y="96953"/>
                  </a:cubicBezTo>
                  <a:cubicBezTo>
                    <a:pt x="718108" y="96001"/>
                    <a:pt x="718963" y="94629"/>
                    <a:pt x="719440" y="92838"/>
                  </a:cubicBezTo>
                  <a:cubicBezTo>
                    <a:pt x="719625" y="92128"/>
                    <a:pt x="719722" y="89909"/>
                    <a:pt x="719722" y="86173"/>
                  </a:cubicBezTo>
                  <a:lnTo>
                    <a:pt x="719722" y="59576"/>
                  </a:lnTo>
                  <a:cubicBezTo>
                    <a:pt x="719722" y="53661"/>
                    <a:pt x="718939" y="49384"/>
                    <a:pt x="717382" y="46738"/>
                  </a:cubicBezTo>
                  <a:cubicBezTo>
                    <a:pt x="715865" y="44043"/>
                    <a:pt x="713291" y="42695"/>
                    <a:pt x="709651" y="42695"/>
                  </a:cubicBezTo>
                  <a:cubicBezTo>
                    <a:pt x="704019" y="42695"/>
                    <a:pt x="698419" y="45769"/>
                    <a:pt x="692843" y="51918"/>
                  </a:cubicBezTo>
                  <a:lnTo>
                    <a:pt x="692843" y="86173"/>
                  </a:lnTo>
                  <a:cubicBezTo>
                    <a:pt x="692843" y="90570"/>
                    <a:pt x="693101" y="93282"/>
                    <a:pt x="693618" y="94323"/>
                  </a:cubicBezTo>
                  <a:cubicBezTo>
                    <a:pt x="694279" y="95694"/>
                    <a:pt x="695183" y="96711"/>
                    <a:pt x="696313" y="97373"/>
                  </a:cubicBezTo>
                  <a:cubicBezTo>
                    <a:pt x="697499" y="97994"/>
                    <a:pt x="699863" y="98301"/>
                    <a:pt x="703406" y="98301"/>
                  </a:cubicBezTo>
                  <a:lnTo>
                    <a:pt x="703406" y="100851"/>
                  </a:lnTo>
                  <a:lnTo>
                    <a:pt x="671281" y="100851"/>
                  </a:lnTo>
                  <a:lnTo>
                    <a:pt x="671281" y="98301"/>
                  </a:lnTo>
                  <a:lnTo>
                    <a:pt x="672701" y="98301"/>
                  </a:lnTo>
                  <a:cubicBezTo>
                    <a:pt x="676010" y="98301"/>
                    <a:pt x="678229" y="97470"/>
                    <a:pt x="679367" y="95815"/>
                  </a:cubicBezTo>
                  <a:cubicBezTo>
                    <a:pt x="680545" y="94113"/>
                    <a:pt x="681134" y="90901"/>
                    <a:pt x="681134" y="86173"/>
                  </a:cubicBezTo>
                  <a:lnTo>
                    <a:pt x="681134" y="62053"/>
                  </a:lnTo>
                  <a:cubicBezTo>
                    <a:pt x="681134" y="54258"/>
                    <a:pt x="680949" y="49506"/>
                    <a:pt x="680569" y="47803"/>
                  </a:cubicBezTo>
                  <a:cubicBezTo>
                    <a:pt x="680239" y="46100"/>
                    <a:pt x="679698" y="44938"/>
                    <a:pt x="678939" y="44325"/>
                  </a:cubicBezTo>
                  <a:cubicBezTo>
                    <a:pt x="678229" y="43712"/>
                    <a:pt x="677261" y="43405"/>
                    <a:pt x="676034" y="43405"/>
                  </a:cubicBezTo>
                  <a:cubicBezTo>
                    <a:pt x="674711" y="43405"/>
                    <a:pt x="673121" y="43760"/>
                    <a:pt x="671281" y="44470"/>
                  </a:cubicBezTo>
                  <a:lnTo>
                    <a:pt x="670216" y="41912"/>
                  </a:lnTo>
                  <a:lnTo>
                    <a:pt x="689793" y="33972"/>
                  </a:lnTo>
                  <a:lnTo>
                    <a:pt x="692843" y="33972"/>
                  </a:lnTo>
                  <a:lnTo>
                    <a:pt x="692843" y="47730"/>
                  </a:lnTo>
                  <a:close/>
                  <a:moveTo>
                    <a:pt x="780783" y="100851"/>
                  </a:moveTo>
                  <a:lnTo>
                    <a:pt x="780783" y="98228"/>
                  </a:lnTo>
                  <a:lnTo>
                    <a:pt x="784398" y="98228"/>
                  </a:lnTo>
                  <a:cubicBezTo>
                    <a:pt x="788465" y="98228"/>
                    <a:pt x="791353" y="96929"/>
                    <a:pt x="793056" y="94323"/>
                  </a:cubicBezTo>
                  <a:cubicBezTo>
                    <a:pt x="794089" y="92765"/>
                    <a:pt x="794613" y="89263"/>
                    <a:pt x="794613" y="83832"/>
                  </a:cubicBezTo>
                  <a:lnTo>
                    <a:pt x="794613" y="21698"/>
                  </a:lnTo>
                  <a:cubicBezTo>
                    <a:pt x="794613" y="15695"/>
                    <a:pt x="793952" y="11935"/>
                    <a:pt x="792628" y="10426"/>
                  </a:cubicBezTo>
                  <a:cubicBezTo>
                    <a:pt x="790780" y="8344"/>
                    <a:pt x="788037" y="7303"/>
                    <a:pt x="784398" y="7303"/>
                  </a:cubicBezTo>
                  <a:lnTo>
                    <a:pt x="780783" y="7303"/>
                  </a:lnTo>
                  <a:lnTo>
                    <a:pt x="780783" y="4680"/>
                  </a:lnTo>
                  <a:lnTo>
                    <a:pt x="819935" y="4680"/>
                  </a:lnTo>
                  <a:cubicBezTo>
                    <a:pt x="834306" y="4680"/>
                    <a:pt x="845224" y="6310"/>
                    <a:pt x="852697" y="9570"/>
                  </a:cubicBezTo>
                  <a:cubicBezTo>
                    <a:pt x="860217" y="12838"/>
                    <a:pt x="866245" y="18277"/>
                    <a:pt x="870780" y="25887"/>
                  </a:cubicBezTo>
                  <a:cubicBezTo>
                    <a:pt x="875371" y="33496"/>
                    <a:pt x="877663" y="42291"/>
                    <a:pt x="877663" y="52265"/>
                  </a:cubicBezTo>
                  <a:cubicBezTo>
                    <a:pt x="877663" y="65652"/>
                    <a:pt x="873596" y="76828"/>
                    <a:pt x="865462" y="85818"/>
                  </a:cubicBezTo>
                  <a:cubicBezTo>
                    <a:pt x="856336" y="95840"/>
                    <a:pt x="842440" y="100851"/>
                    <a:pt x="823760" y="100851"/>
                  </a:cubicBezTo>
                  <a:lnTo>
                    <a:pt x="780783" y="100851"/>
                  </a:lnTo>
                  <a:close/>
                  <a:moveTo>
                    <a:pt x="808226" y="93903"/>
                  </a:moveTo>
                  <a:cubicBezTo>
                    <a:pt x="814238" y="95226"/>
                    <a:pt x="819273" y="95888"/>
                    <a:pt x="823340" y="95888"/>
                  </a:cubicBezTo>
                  <a:cubicBezTo>
                    <a:pt x="834306" y="95888"/>
                    <a:pt x="843409" y="92031"/>
                    <a:pt x="850639" y="84325"/>
                  </a:cubicBezTo>
                  <a:cubicBezTo>
                    <a:pt x="857877" y="76618"/>
                    <a:pt x="861492" y="66169"/>
                    <a:pt x="861492" y="52975"/>
                  </a:cubicBezTo>
                  <a:cubicBezTo>
                    <a:pt x="861492" y="39693"/>
                    <a:pt x="857877" y="29219"/>
                    <a:pt x="850639" y="21561"/>
                  </a:cubicBezTo>
                  <a:cubicBezTo>
                    <a:pt x="843409" y="13903"/>
                    <a:pt x="834113" y="10071"/>
                    <a:pt x="822767" y="10071"/>
                  </a:cubicBezTo>
                  <a:cubicBezTo>
                    <a:pt x="818515" y="10071"/>
                    <a:pt x="813665" y="10757"/>
                    <a:pt x="808226" y="12128"/>
                  </a:cubicBezTo>
                  <a:lnTo>
                    <a:pt x="808226" y="93903"/>
                  </a:lnTo>
                  <a:close/>
                  <a:moveTo>
                    <a:pt x="947237" y="101916"/>
                  </a:moveTo>
                  <a:cubicBezTo>
                    <a:pt x="952063" y="110235"/>
                    <a:pt x="957259" y="116360"/>
                    <a:pt x="962843" y="120282"/>
                  </a:cubicBezTo>
                  <a:cubicBezTo>
                    <a:pt x="968468" y="124211"/>
                    <a:pt x="974851" y="126455"/>
                    <a:pt x="981992" y="127020"/>
                  </a:cubicBezTo>
                  <a:lnTo>
                    <a:pt x="981992" y="129287"/>
                  </a:lnTo>
                  <a:cubicBezTo>
                    <a:pt x="975464" y="129053"/>
                    <a:pt x="968492" y="127730"/>
                    <a:pt x="961068" y="125317"/>
                  </a:cubicBezTo>
                  <a:cubicBezTo>
                    <a:pt x="953644" y="122953"/>
                    <a:pt x="946600" y="119644"/>
                    <a:pt x="939935" y="115392"/>
                  </a:cubicBezTo>
                  <a:cubicBezTo>
                    <a:pt x="933310" y="111179"/>
                    <a:pt x="927588" y="106693"/>
                    <a:pt x="922771" y="101916"/>
                  </a:cubicBezTo>
                  <a:cubicBezTo>
                    <a:pt x="915961" y="99172"/>
                    <a:pt x="910570" y="96267"/>
                    <a:pt x="906600" y="93193"/>
                  </a:cubicBezTo>
                  <a:cubicBezTo>
                    <a:pt x="900831" y="88601"/>
                    <a:pt x="896336" y="82977"/>
                    <a:pt x="893124" y="76312"/>
                  </a:cubicBezTo>
                  <a:cubicBezTo>
                    <a:pt x="889953" y="69598"/>
                    <a:pt x="888371" y="61682"/>
                    <a:pt x="888371" y="52556"/>
                  </a:cubicBezTo>
                  <a:cubicBezTo>
                    <a:pt x="888371" y="38176"/>
                    <a:pt x="893027" y="26242"/>
                    <a:pt x="902347" y="16736"/>
                  </a:cubicBezTo>
                  <a:cubicBezTo>
                    <a:pt x="911660" y="7230"/>
                    <a:pt x="922932" y="2485"/>
                    <a:pt x="936174" y="2485"/>
                  </a:cubicBezTo>
                  <a:cubicBezTo>
                    <a:pt x="948746" y="2485"/>
                    <a:pt x="959624" y="7254"/>
                    <a:pt x="968799" y="16809"/>
                  </a:cubicBezTo>
                  <a:cubicBezTo>
                    <a:pt x="978014" y="26314"/>
                    <a:pt x="982629" y="38321"/>
                    <a:pt x="982629" y="52838"/>
                  </a:cubicBezTo>
                  <a:cubicBezTo>
                    <a:pt x="982629" y="64611"/>
                    <a:pt x="979345" y="74940"/>
                    <a:pt x="972769" y="83832"/>
                  </a:cubicBezTo>
                  <a:cubicBezTo>
                    <a:pt x="966240" y="92717"/>
                    <a:pt x="957735" y="98745"/>
                    <a:pt x="947237" y="101916"/>
                  </a:cubicBezTo>
                  <a:close/>
                  <a:moveTo>
                    <a:pt x="935319" y="7940"/>
                  </a:moveTo>
                  <a:cubicBezTo>
                    <a:pt x="926717" y="7940"/>
                    <a:pt x="919793" y="11015"/>
                    <a:pt x="914540" y="17164"/>
                  </a:cubicBezTo>
                  <a:cubicBezTo>
                    <a:pt x="907923" y="24870"/>
                    <a:pt x="904615" y="36667"/>
                    <a:pt x="904615" y="52556"/>
                  </a:cubicBezTo>
                  <a:cubicBezTo>
                    <a:pt x="904615" y="68105"/>
                    <a:pt x="907972" y="80096"/>
                    <a:pt x="914686" y="88513"/>
                  </a:cubicBezTo>
                  <a:cubicBezTo>
                    <a:pt x="919882" y="94984"/>
                    <a:pt x="926765" y="98228"/>
                    <a:pt x="935319" y="98228"/>
                  </a:cubicBezTo>
                  <a:cubicBezTo>
                    <a:pt x="944211" y="98228"/>
                    <a:pt x="951377" y="94984"/>
                    <a:pt x="956816" y="88513"/>
                  </a:cubicBezTo>
                  <a:cubicBezTo>
                    <a:pt x="963198" y="80847"/>
                    <a:pt x="966386" y="69550"/>
                    <a:pt x="966386" y="54613"/>
                  </a:cubicBezTo>
                  <a:cubicBezTo>
                    <a:pt x="966386" y="43123"/>
                    <a:pt x="964635" y="33447"/>
                    <a:pt x="961141" y="25604"/>
                  </a:cubicBezTo>
                  <a:cubicBezTo>
                    <a:pt x="958446" y="19552"/>
                    <a:pt x="954847" y="15106"/>
                    <a:pt x="950360" y="12265"/>
                  </a:cubicBezTo>
                  <a:cubicBezTo>
                    <a:pt x="945914" y="9385"/>
                    <a:pt x="940903" y="7940"/>
                    <a:pt x="935319" y="7940"/>
                  </a:cubicBezTo>
                  <a:close/>
                  <a:moveTo>
                    <a:pt x="1075677" y="2485"/>
                  </a:moveTo>
                  <a:lnTo>
                    <a:pt x="1077872" y="35174"/>
                  </a:lnTo>
                  <a:lnTo>
                    <a:pt x="1075677" y="35174"/>
                  </a:lnTo>
                  <a:cubicBezTo>
                    <a:pt x="1072748" y="25386"/>
                    <a:pt x="1068560" y="18342"/>
                    <a:pt x="1063121" y="14041"/>
                  </a:cubicBezTo>
                  <a:cubicBezTo>
                    <a:pt x="1057683" y="9740"/>
                    <a:pt x="1051162" y="7585"/>
                    <a:pt x="1043553" y="7585"/>
                  </a:cubicBezTo>
                  <a:cubicBezTo>
                    <a:pt x="1037170" y="7585"/>
                    <a:pt x="1031400" y="9223"/>
                    <a:pt x="1026244" y="12483"/>
                  </a:cubicBezTo>
                  <a:cubicBezTo>
                    <a:pt x="1021088" y="15695"/>
                    <a:pt x="1017021" y="20851"/>
                    <a:pt x="1014043" y="27944"/>
                  </a:cubicBezTo>
                  <a:cubicBezTo>
                    <a:pt x="1011114" y="35037"/>
                    <a:pt x="1009645" y="43857"/>
                    <a:pt x="1009645" y="54395"/>
                  </a:cubicBezTo>
                  <a:cubicBezTo>
                    <a:pt x="1009645" y="63094"/>
                    <a:pt x="1011041" y="70639"/>
                    <a:pt x="1013833" y="77022"/>
                  </a:cubicBezTo>
                  <a:cubicBezTo>
                    <a:pt x="1016626" y="83405"/>
                    <a:pt x="1020805" y="88295"/>
                    <a:pt x="1026389" y="91700"/>
                  </a:cubicBezTo>
                  <a:cubicBezTo>
                    <a:pt x="1032014" y="95105"/>
                    <a:pt x="1038421" y="96808"/>
                    <a:pt x="1045602" y="96808"/>
                  </a:cubicBezTo>
                  <a:cubicBezTo>
                    <a:pt x="1051848" y="96808"/>
                    <a:pt x="1057352" y="95485"/>
                    <a:pt x="1062129" y="92838"/>
                  </a:cubicBezTo>
                  <a:cubicBezTo>
                    <a:pt x="1066906" y="90143"/>
                    <a:pt x="1072151" y="84825"/>
                    <a:pt x="1077872" y="76877"/>
                  </a:cubicBezTo>
                  <a:lnTo>
                    <a:pt x="1080075" y="78297"/>
                  </a:lnTo>
                  <a:cubicBezTo>
                    <a:pt x="1075250" y="86858"/>
                    <a:pt x="1069625" y="93120"/>
                    <a:pt x="1063194" y="97090"/>
                  </a:cubicBezTo>
                  <a:cubicBezTo>
                    <a:pt x="1056763" y="101061"/>
                    <a:pt x="1049129" y="103046"/>
                    <a:pt x="1040285" y="103046"/>
                  </a:cubicBezTo>
                  <a:cubicBezTo>
                    <a:pt x="1024356" y="103046"/>
                    <a:pt x="1012010" y="97139"/>
                    <a:pt x="1003263" y="85317"/>
                  </a:cubicBezTo>
                  <a:cubicBezTo>
                    <a:pt x="996743" y="76522"/>
                    <a:pt x="993474" y="66169"/>
                    <a:pt x="993474" y="54258"/>
                  </a:cubicBezTo>
                  <a:cubicBezTo>
                    <a:pt x="993474" y="44656"/>
                    <a:pt x="995629" y="35836"/>
                    <a:pt x="999930" y="27799"/>
                  </a:cubicBezTo>
                  <a:cubicBezTo>
                    <a:pt x="1004231" y="19762"/>
                    <a:pt x="1010146" y="13548"/>
                    <a:pt x="1017666" y="9151"/>
                  </a:cubicBezTo>
                  <a:cubicBezTo>
                    <a:pt x="1025227" y="4704"/>
                    <a:pt x="1033474" y="2485"/>
                    <a:pt x="1042415" y="2485"/>
                  </a:cubicBezTo>
                  <a:cubicBezTo>
                    <a:pt x="1049363" y="2485"/>
                    <a:pt x="1056222" y="4188"/>
                    <a:pt x="1062984" y="7585"/>
                  </a:cubicBezTo>
                  <a:cubicBezTo>
                    <a:pt x="1064969" y="8626"/>
                    <a:pt x="1066389" y="9151"/>
                    <a:pt x="1067237" y="9151"/>
                  </a:cubicBezTo>
                  <a:cubicBezTo>
                    <a:pt x="1068512" y="9151"/>
                    <a:pt x="1069625" y="8699"/>
                    <a:pt x="1070569" y="7803"/>
                  </a:cubicBezTo>
                  <a:cubicBezTo>
                    <a:pt x="1071804" y="6528"/>
                    <a:pt x="1072675" y="4753"/>
                    <a:pt x="1073192" y="2485"/>
                  </a:cubicBezTo>
                  <a:lnTo>
                    <a:pt x="1075677" y="2485"/>
                  </a:lnTo>
                  <a:close/>
                </a:path>
              </a:pathLst>
            </a:custGeom>
            <a:solidFill>
              <a:srgbClr val="000000"/>
            </a:solidFill>
            <a:ln w="807" cap="flat">
              <a:noFill/>
              <a:prstDash val="solid"/>
              <a:miter/>
            </a:ln>
          </p:spPr>
        </p:sp>
        <p:sp>
          <p:nvSpPr>
            <p:cNvPr id="408" name="任意形状 407">
              <a:extLst>
                <a:ext uri="{FF2B5EF4-FFF2-40B4-BE49-F238E27FC236}">
                  <a16:creationId xmlns:a16="http://schemas.microsoft.com/office/drawing/2014/main" id="{087CBF6A-9B57-9978-43B1-2398C39FE79A}"/>
                </a:ext>
              </a:extLst>
            </p:cNvPr>
            <p:cNvSpPr/>
            <p:nvPr/>
          </p:nvSpPr>
          <p:spPr>
            <a:xfrm>
              <a:off x="6076227" y="3140407"/>
              <a:ext cx="457472" cy="80405"/>
            </a:xfrm>
            <a:custGeom>
              <a:avLst/>
              <a:gdLst>
                <a:gd name="csX0" fmla="*/ 336928 w 338108"/>
                <a:gd name="csY0" fmla="*/ 32570 h 59426"/>
                <a:gd name="csX1" fmla="*/ 336928 w 338108"/>
                <a:gd name="csY1" fmla="*/ 26857 h 59426"/>
                <a:gd name="csX2" fmla="*/ 311251 w 338108"/>
                <a:gd name="csY2" fmla="*/ 1180 h 59426"/>
                <a:gd name="csX3" fmla="*/ 305538 w 338108"/>
                <a:gd name="csY3" fmla="*/ 1180 h 59426"/>
                <a:gd name="csX4" fmla="*/ 305538 w 338108"/>
                <a:gd name="csY4" fmla="*/ 6893 h 59426"/>
                <a:gd name="csX5" fmla="*/ 328366 w 338108"/>
                <a:gd name="csY5" fmla="*/ 29713 h 59426"/>
                <a:gd name="csX6" fmla="*/ 305538 w 338108"/>
                <a:gd name="csY6" fmla="*/ 52534 h 59426"/>
                <a:gd name="csX7" fmla="*/ 305538 w 338108"/>
                <a:gd name="csY7" fmla="*/ 58247 h 59426"/>
                <a:gd name="csX8" fmla="*/ 311251 w 338108"/>
                <a:gd name="csY8" fmla="*/ 58247 h 59426"/>
                <a:gd name="csX9" fmla="*/ 336928 w 338108"/>
                <a:gd name="csY9" fmla="*/ 32570 h 59426"/>
                <a:gd name="csX10" fmla="*/ 0 w 338108"/>
                <a:gd name="csY10" fmla="*/ 33748 h 59426"/>
                <a:gd name="csX11" fmla="*/ 334071 w 338108"/>
                <a:gd name="csY11" fmla="*/ 33748 h 59426"/>
                <a:gd name="csX12" fmla="*/ 334071 w 338108"/>
                <a:gd name="csY12" fmla="*/ 25679 h 59426"/>
                <a:gd name="csX13" fmla="*/ 0 w 338108"/>
                <a:gd name="csY13" fmla="*/ 25679 h 59426"/>
                <a:gd name="csX14" fmla="*/ 0 w 338108"/>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8108" h="59426">
                  <a:moveTo>
                    <a:pt x="336928" y="32570"/>
                  </a:moveTo>
                  <a:cubicBezTo>
                    <a:pt x="338501" y="30988"/>
                    <a:pt x="338501" y="28438"/>
                    <a:pt x="336928" y="26857"/>
                  </a:cubicBezTo>
                  <a:lnTo>
                    <a:pt x="311251" y="1180"/>
                  </a:lnTo>
                  <a:cubicBezTo>
                    <a:pt x="309669" y="-393"/>
                    <a:pt x="307120" y="-393"/>
                    <a:pt x="305538" y="1180"/>
                  </a:cubicBezTo>
                  <a:cubicBezTo>
                    <a:pt x="303964" y="2762"/>
                    <a:pt x="303964" y="5312"/>
                    <a:pt x="305538" y="6893"/>
                  </a:cubicBezTo>
                  <a:lnTo>
                    <a:pt x="328366" y="29713"/>
                  </a:lnTo>
                  <a:lnTo>
                    <a:pt x="305538" y="52534"/>
                  </a:lnTo>
                  <a:cubicBezTo>
                    <a:pt x="303964" y="54115"/>
                    <a:pt x="303964" y="56665"/>
                    <a:pt x="305538" y="58247"/>
                  </a:cubicBezTo>
                  <a:cubicBezTo>
                    <a:pt x="307120" y="59820"/>
                    <a:pt x="309669" y="59820"/>
                    <a:pt x="311251" y="58247"/>
                  </a:cubicBezTo>
                  <a:lnTo>
                    <a:pt x="336928" y="32570"/>
                  </a:lnTo>
                  <a:close/>
                  <a:moveTo>
                    <a:pt x="0" y="33748"/>
                  </a:moveTo>
                  <a:lnTo>
                    <a:pt x="334071" y="33748"/>
                  </a:lnTo>
                  <a:lnTo>
                    <a:pt x="334071" y="25679"/>
                  </a:lnTo>
                  <a:lnTo>
                    <a:pt x="0" y="25679"/>
                  </a:lnTo>
                  <a:lnTo>
                    <a:pt x="0" y="33748"/>
                  </a:lnTo>
                  <a:close/>
                </a:path>
              </a:pathLst>
            </a:custGeom>
            <a:solidFill>
              <a:srgbClr val="000000"/>
            </a:solidFill>
            <a:ln w="807" cap="flat">
              <a:noFill/>
              <a:prstDash val="solid"/>
              <a:miter/>
            </a:ln>
          </p:spPr>
        </p:sp>
        <p:sp>
          <p:nvSpPr>
            <p:cNvPr id="409" name="任意形状 408">
              <a:extLst>
                <a:ext uri="{FF2B5EF4-FFF2-40B4-BE49-F238E27FC236}">
                  <a16:creationId xmlns:a16="http://schemas.microsoft.com/office/drawing/2014/main" id="{F29DC7B4-AE5C-E0B9-170C-4E5908E1EA06}"/>
                </a:ext>
              </a:extLst>
            </p:cNvPr>
            <p:cNvSpPr/>
            <p:nvPr/>
          </p:nvSpPr>
          <p:spPr>
            <a:xfrm>
              <a:off x="6375384" y="3481052"/>
              <a:ext cx="121193" cy="80405"/>
            </a:xfrm>
            <a:custGeom>
              <a:avLst/>
              <a:gdLst>
                <a:gd name="csX0" fmla="*/ 88392 w 89571"/>
                <a:gd name="csY0" fmla="*/ 32570 h 59426"/>
                <a:gd name="csX1" fmla="*/ 88392 w 89571"/>
                <a:gd name="csY1" fmla="*/ 26857 h 59426"/>
                <a:gd name="csX2" fmla="*/ 62715 w 89571"/>
                <a:gd name="csY2" fmla="*/ 1180 h 59426"/>
                <a:gd name="csX3" fmla="*/ 57002 w 89571"/>
                <a:gd name="csY3" fmla="*/ 1180 h 59426"/>
                <a:gd name="csX4" fmla="*/ 57002 w 89571"/>
                <a:gd name="csY4" fmla="*/ 6893 h 59426"/>
                <a:gd name="csX5" fmla="*/ 79830 w 89571"/>
                <a:gd name="csY5" fmla="*/ 29713 h 59426"/>
                <a:gd name="csX6" fmla="*/ 57002 w 89571"/>
                <a:gd name="csY6" fmla="*/ 52534 h 59426"/>
                <a:gd name="csX7" fmla="*/ 57002 w 89571"/>
                <a:gd name="csY7" fmla="*/ 58247 h 59426"/>
                <a:gd name="csX8" fmla="*/ 62715 w 89571"/>
                <a:gd name="csY8" fmla="*/ 58247 h 59426"/>
                <a:gd name="csX9" fmla="*/ 88392 w 89571"/>
                <a:gd name="csY9" fmla="*/ 32570 h 59426"/>
                <a:gd name="csX10" fmla="*/ 0 w 89571"/>
                <a:gd name="csY10" fmla="*/ 33748 h 59426"/>
                <a:gd name="csX11" fmla="*/ 85535 w 89571"/>
                <a:gd name="csY11" fmla="*/ 33748 h 59426"/>
                <a:gd name="csX12" fmla="*/ 85535 w 89571"/>
                <a:gd name="csY12" fmla="*/ 25679 h 59426"/>
                <a:gd name="csX13" fmla="*/ 0 w 89571"/>
                <a:gd name="csY13" fmla="*/ 25679 h 59426"/>
                <a:gd name="csX14" fmla="*/ 0 w 89571"/>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9571" h="59426">
                  <a:moveTo>
                    <a:pt x="88392" y="32570"/>
                  </a:moveTo>
                  <a:cubicBezTo>
                    <a:pt x="89965" y="30988"/>
                    <a:pt x="89965" y="28438"/>
                    <a:pt x="88392" y="26857"/>
                  </a:cubicBezTo>
                  <a:lnTo>
                    <a:pt x="62715" y="1180"/>
                  </a:lnTo>
                  <a:cubicBezTo>
                    <a:pt x="61133" y="-393"/>
                    <a:pt x="58584" y="-393"/>
                    <a:pt x="57002" y="1180"/>
                  </a:cubicBezTo>
                  <a:cubicBezTo>
                    <a:pt x="55428" y="2762"/>
                    <a:pt x="55428" y="5312"/>
                    <a:pt x="57002" y="6893"/>
                  </a:cubicBezTo>
                  <a:lnTo>
                    <a:pt x="79830" y="29713"/>
                  </a:lnTo>
                  <a:lnTo>
                    <a:pt x="57002" y="52534"/>
                  </a:lnTo>
                  <a:cubicBezTo>
                    <a:pt x="55428" y="54115"/>
                    <a:pt x="55428" y="56665"/>
                    <a:pt x="57002" y="58247"/>
                  </a:cubicBezTo>
                  <a:cubicBezTo>
                    <a:pt x="58584" y="59820"/>
                    <a:pt x="61133" y="59820"/>
                    <a:pt x="62715" y="58247"/>
                  </a:cubicBezTo>
                  <a:lnTo>
                    <a:pt x="88392" y="32570"/>
                  </a:lnTo>
                  <a:close/>
                  <a:moveTo>
                    <a:pt x="0" y="33748"/>
                  </a:moveTo>
                  <a:lnTo>
                    <a:pt x="85535" y="33748"/>
                  </a:lnTo>
                  <a:lnTo>
                    <a:pt x="85535" y="25679"/>
                  </a:lnTo>
                  <a:lnTo>
                    <a:pt x="0" y="25679"/>
                  </a:lnTo>
                  <a:lnTo>
                    <a:pt x="0" y="33748"/>
                  </a:lnTo>
                  <a:close/>
                </a:path>
              </a:pathLst>
            </a:custGeom>
            <a:solidFill>
              <a:srgbClr val="000000"/>
            </a:solidFill>
            <a:ln w="807" cap="flat">
              <a:noFill/>
              <a:prstDash val="solid"/>
              <a:miter/>
            </a:ln>
          </p:spPr>
        </p:sp>
        <p:sp>
          <p:nvSpPr>
            <p:cNvPr id="410" name="任意形状 409">
              <a:extLst>
                <a:ext uri="{FF2B5EF4-FFF2-40B4-BE49-F238E27FC236}">
                  <a16:creationId xmlns:a16="http://schemas.microsoft.com/office/drawing/2014/main" id="{7FACC670-783B-1411-CE17-05C2B66DC4F8}"/>
                </a:ext>
              </a:extLst>
            </p:cNvPr>
            <p:cNvSpPr/>
            <p:nvPr/>
          </p:nvSpPr>
          <p:spPr>
            <a:xfrm>
              <a:off x="6709480" y="3140407"/>
              <a:ext cx="483675" cy="80405"/>
            </a:xfrm>
            <a:custGeom>
              <a:avLst/>
              <a:gdLst>
                <a:gd name="csX0" fmla="*/ 356294 w 357474"/>
                <a:gd name="csY0" fmla="*/ 32570 h 59426"/>
                <a:gd name="csX1" fmla="*/ 356294 w 357474"/>
                <a:gd name="csY1" fmla="*/ 26857 h 59426"/>
                <a:gd name="csX2" fmla="*/ 330618 w 357474"/>
                <a:gd name="csY2" fmla="*/ 1180 h 59426"/>
                <a:gd name="csX3" fmla="*/ 324905 w 357474"/>
                <a:gd name="csY3" fmla="*/ 1180 h 59426"/>
                <a:gd name="csX4" fmla="*/ 324905 w 357474"/>
                <a:gd name="csY4" fmla="*/ 6893 h 59426"/>
                <a:gd name="csX5" fmla="*/ 347733 w 357474"/>
                <a:gd name="csY5" fmla="*/ 29713 h 59426"/>
                <a:gd name="csX6" fmla="*/ 324905 w 357474"/>
                <a:gd name="csY6" fmla="*/ 52534 h 59426"/>
                <a:gd name="csX7" fmla="*/ 324905 w 357474"/>
                <a:gd name="csY7" fmla="*/ 58247 h 59426"/>
                <a:gd name="csX8" fmla="*/ 330618 w 357474"/>
                <a:gd name="csY8" fmla="*/ 58247 h 59426"/>
                <a:gd name="csX9" fmla="*/ 356294 w 357474"/>
                <a:gd name="csY9" fmla="*/ 32570 h 59426"/>
                <a:gd name="csX10" fmla="*/ 17672 w 357474"/>
                <a:gd name="csY10" fmla="*/ 33748 h 59426"/>
                <a:gd name="csX11" fmla="*/ 21706 w 357474"/>
                <a:gd name="csY11" fmla="*/ 33748 h 59426"/>
                <a:gd name="csX12" fmla="*/ 21706 w 357474"/>
                <a:gd name="csY12" fmla="*/ 25679 h 59426"/>
                <a:gd name="csX13" fmla="*/ 17672 w 357474"/>
                <a:gd name="csY13" fmla="*/ 25679 h 59426"/>
                <a:gd name="csX14" fmla="*/ 17672 w 357474"/>
                <a:gd name="csY14" fmla="*/ 33748 h 59426"/>
                <a:gd name="csX15" fmla="*/ 53016 w 357474"/>
                <a:gd name="csY15" fmla="*/ 25679 h 59426"/>
                <a:gd name="csX16" fmla="*/ 48981 w 357474"/>
                <a:gd name="csY16" fmla="*/ 25679 h 59426"/>
                <a:gd name="csX17" fmla="*/ 48981 w 357474"/>
                <a:gd name="csY17" fmla="*/ 33748 h 59426"/>
                <a:gd name="csX18" fmla="*/ 53016 w 357474"/>
                <a:gd name="csY18" fmla="*/ 33748 h 59426"/>
                <a:gd name="csX19" fmla="*/ 53016 w 357474"/>
                <a:gd name="csY19" fmla="*/ 25679 h 59426"/>
                <a:gd name="csX20" fmla="*/ 88359 w 357474"/>
                <a:gd name="csY20" fmla="*/ 33748 h 59426"/>
                <a:gd name="csX21" fmla="*/ 92394 w 357474"/>
                <a:gd name="csY21" fmla="*/ 33748 h 59426"/>
                <a:gd name="csX22" fmla="*/ 92394 w 357474"/>
                <a:gd name="csY22" fmla="*/ 25679 h 59426"/>
                <a:gd name="csX23" fmla="*/ 88359 w 357474"/>
                <a:gd name="csY23" fmla="*/ 25679 h 59426"/>
                <a:gd name="csX24" fmla="*/ 88359 w 357474"/>
                <a:gd name="csY24" fmla="*/ 33748 h 59426"/>
                <a:gd name="csX25" fmla="*/ 123703 w 357474"/>
                <a:gd name="csY25" fmla="*/ 25679 h 59426"/>
                <a:gd name="csX26" fmla="*/ 119668 w 357474"/>
                <a:gd name="csY26" fmla="*/ 25679 h 59426"/>
                <a:gd name="csX27" fmla="*/ 119668 w 357474"/>
                <a:gd name="csY27" fmla="*/ 33748 h 59426"/>
                <a:gd name="csX28" fmla="*/ 123703 w 357474"/>
                <a:gd name="csY28" fmla="*/ 33748 h 59426"/>
                <a:gd name="csX29" fmla="*/ 123703 w 357474"/>
                <a:gd name="csY29" fmla="*/ 25679 h 59426"/>
                <a:gd name="csX30" fmla="*/ 159047 w 357474"/>
                <a:gd name="csY30" fmla="*/ 33748 h 59426"/>
                <a:gd name="csX31" fmla="*/ 163082 w 357474"/>
                <a:gd name="csY31" fmla="*/ 33748 h 59426"/>
                <a:gd name="csX32" fmla="*/ 163082 w 357474"/>
                <a:gd name="csY32" fmla="*/ 25679 h 59426"/>
                <a:gd name="csX33" fmla="*/ 159047 w 357474"/>
                <a:gd name="csY33" fmla="*/ 25679 h 59426"/>
                <a:gd name="csX34" fmla="*/ 159047 w 357474"/>
                <a:gd name="csY34" fmla="*/ 33748 h 59426"/>
                <a:gd name="csX35" fmla="*/ 194391 w 357474"/>
                <a:gd name="csY35" fmla="*/ 25679 h 59426"/>
                <a:gd name="csX36" fmla="*/ 190356 w 357474"/>
                <a:gd name="csY36" fmla="*/ 25679 h 59426"/>
                <a:gd name="csX37" fmla="*/ 190356 w 357474"/>
                <a:gd name="csY37" fmla="*/ 33748 h 59426"/>
                <a:gd name="csX38" fmla="*/ 194391 w 357474"/>
                <a:gd name="csY38" fmla="*/ 33748 h 59426"/>
                <a:gd name="csX39" fmla="*/ 194391 w 357474"/>
                <a:gd name="csY39" fmla="*/ 25679 h 59426"/>
                <a:gd name="csX40" fmla="*/ 229735 w 357474"/>
                <a:gd name="csY40" fmla="*/ 33748 h 59426"/>
                <a:gd name="csX41" fmla="*/ 233769 w 357474"/>
                <a:gd name="csY41" fmla="*/ 33748 h 59426"/>
                <a:gd name="csX42" fmla="*/ 233769 w 357474"/>
                <a:gd name="csY42" fmla="*/ 25679 h 59426"/>
                <a:gd name="csX43" fmla="*/ 229735 w 357474"/>
                <a:gd name="csY43" fmla="*/ 25679 h 59426"/>
                <a:gd name="csX44" fmla="*/ 229735 w 357474"/>
                <a:gd name="csY44" fmla="*/ 33748 h 59426"/>
                <a:gd name="csX45" fmla="*/ 265078 w 357474"/>
                <a:gd name="csY45" fmla="*/ 25679 h 59426"/>
                <a:gd name="csX46" fmla="*/ 261044 w 357474"/>
                <a:gd name="csY46" fmla="*/ 25679 h 59426"/>
                <a:gd name="csX47" fmla="*/ 261044 w 357474"/>
                <a:gd name="csY47" fmla="*/ 33748 h 59426"/>
                <a:gd name="csX48" fmla="*/ 265078 w 357474"/>
                <a:gd name="csY48" fmla="*/ 33748 h 59426"/>
                <a:gd name="csX49" fmla="*/ 265078 w 357474"/>
                <a:gd name="csY49" fmla="*/ 25679 h 59426"/>
                <a:gd name="csX50" fmla="*/ 300422 w 357474"/>
                <a:gd name="csY50" fmla="*/ 33748 h 59426"/>
                <a:gd name="csX51" fmla="*/ 304457 w 357474"/>
                <a:gd name="csY51" fmla="*/ 33748 h 59426"/>
                <a:gd name="csX52" fmla="*/ 304457 w 357474"/>
                <a:gd name="csY52" fmla="*/ 25679 h 59426"/>
                <a:gd name="csX53" fmla="*/ 300422 w 357474"/>
                <a:gd name="csY53" fmla="*/ 25679 h 59426"/>
                <a:gd name="csX54" fmla="*/ 300422 w 357474"/>
                <a:gd name="csY54" fmla="*/ 33748 h 59426"/>
                <a:gd name="csX55" fmla="*/ 335766 w 357474"/>
                <a:gd name="csY55" fmla="*/ 25679 h 59426"/>
                <a:gd name="csX56" fmla="*/ 331731 w 357474"/>
                <a:gd name="csY56" fmla="*/ 25679 h 59426"/>
                <a:gd name="csX57" fmla="*/ 331731 w 357474"/>
                <a:gd name="csY57" fmla="*/ 33748 h 59426"/>
                <a:gd name="csX58" fmla="*/ 335766 w 357474"/>
                <a:gd name="csY58" fmla="*/ 33748 h 59426"/>
                <a:gd name="csX59" fmla="*/ 335766 w 357474"/>
                <a:gd name="csY59" fmla="*/ 25679 h 59426"/>
                <a:gd name="csX60" fmla="*/ 0 w 357474"/>
                <a:gd name="csY60" fmla="*/ 33748 h 59426"/>
                <a:gd name="csX61" fmla="*/ 17672 w 357474"/>
                <a:gd name="csY61" fmla="*/ 33748 h 59426"/>
                <a:gd name="csX62" fmla="*/ 17672 w 357474"/>
                <a:gd name="csY62" fmla="*/ 25679 h 59426"/>
                <a:gd name="csX63" fmla="*/ 0 w 357474"/>
                <a:gd name="csY63" fmla="*/ 25679 h 59426"/>
                <a:gd name="csX64" fmla="*/ 0 w 357474"/>
                <a:gd name="csY64" fmla="*/ 33748 h 59426"/>
                <a:gd name="csX65" fmla="*/ 53016 w 357474"/>
                <a:gd name="csY65" fmla="*/ 33748 h 59426"/>
                <a:gd name="csX66" fmla="*/ 88359 w 357474"/>
                <a:gd name="csY66" fmla="*/ 33748 h 59426"/>
                <a:gd name="csX67" fmla="*/ 88359 w 357474"/>
                <a:gd name="csY67" fmla="*/ 25679 h 59426"/>
                <a:gd name="csX68" fmla="*/ 53016 w 357474"/>
                <a:gd name="csY68" fmla="*/ 25679 h 59426"/>
                <a:gd name="csX69" fmla="*/ 53016 w 357474"/>
                <a:gd name="csY69" fmla="*/ 33748 h 59426"/>
                <a:gd name="csX70" fmla="*/ 123703 w 357474"/>
                <a:gd name="csY70" fmla="*/ 33748 h 59426"/>
                <a:gd name="csX71" fmla="*/ 159047 w 357474"/>
                <a:gd name="csY71" fmla="*/ 33748 h 59426"/>
                <a:gd name="csX72" fmla="*/ 159047 w 357474"/>
                <a:gd name="csY72" fmla="*/ 25679 h 59426"/>
                <a:gd name="csX73" fmla="*/ 123703 w 357474"/>
                <a:gd name="csY73" fmla="*/ 25679 h 59426"/>
                <a:gd name="csX74" fmla="*/ 123703 w 357474"/>
                <a:gd name="csY74" fmla="*/ 33748 h 59426"/>
                <a:gd name="csX75" fmla="*/ 194391 w 357474"/>
                <a:gd name="csY75" fmla="*/ 33748 h 59426"/>
                <a:gd name="csX76" fmla="*/ 229735 w 357474"/>
                <a:gd name="csY76" fmla="*/ 33748 h 59426"/>
                <a:gd name="csX77" fmla="*/ 229735 w 357474"/>
                <a:gd name="csY77" fmla="*/ 25679 h 59426"/>
                <a:gd name="csX78" fmla="*/ 194391 w 357474"/>
                <a:gd name="csY78" fmla="*/ 25679 h 59426"/>
                <a:gd name="csX79" fmla="*/ 194391 w 357474"/>
                <a:gd name="csY79" fmla="*/ 33748 h 59426"/>
                <a:gd name="csX80" fmla="*/ 265078 w 357474"/>
                <a:gd name="csY80" fmla="*/ 33748 h 59426"/>
                <a:gd name="csX81" fmla="*/ 300422 w 357474"/>
                <a:gd name="csY81" fmla="*/ 33748 h 59426"/>
                <a:gd name="csX82" fmla="*/ 300422 w 357474"/>
                <a:gd name="csY82" fmla="*/ 25679 h 59426"/>
                <a:gd name="csX83" fmla="*/ 265078 w 357474"/>
                <a:gd name="csY83" fmla="*/ 25679 h 59426"/>
                <a:gd name="csX84" fmla="*/ 265078 w 357474"/>
                <a:gd name="csY84" fmla="*/ 33748 h 59426"/>
                <a:gd name="csX85" fmla="*/ 335766 w 357474"/>
                <a:gd name="csY85" fmla="*/ 33748 h 59426"/>
                <a:gd name="csX86" fmla="*/ 353438 w 357474"/>
                <a:gd name="csY86" fmla="*/ 33748 h 59426"/>
                <a:gd name="csX87" fmla="*/ 353438 w 357474"/>
                <a:gd name="csY87" fmla="*/ 25679 h 59426"/>
                <a:gd name="csX88" fmla="*/ 335766 w 357474"/>
                <a:gd name="csY88" fmla="*/ 25679 h 59426"/>
                <a:gd name="csX89" fmla="*/ 335766 w 357474"/>
                <a:gd name="csY89"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Lst>
              <a:rect l="l" t="t" r="r" b="b"/>
              <a:pathLst>
                <a:path w="357474" h="59426">
                  <a:moveTo>
                    <a:pt x="356294" y="32570"/>
                  </a:moveTo>
                  <a:cubicBezTo>
                    <a:pt x="357868" y="30988"/>
                    <a:pt x="357868" y="28438"/>
                    <a:pt x="356294" y="26857"/>
                  </a:cubicBezTo>
                  <a:lnTo>
                    <a:pt x="330618" y="1180"/>
                  </a:lnTo>
                  <a:cubicBezTo>
                    <a:pt x="329036" y="-393"/>
                    <a:pt x="326486" y="-393"/>
                    <a:pt x="324905" y="1180"/>
                  </a:cubicBezTo>
                  <a:cubicBezTo>
                    <a:pt x="323331" y="2762"/>
                    <a:pt x="323331" y="5312"/>
                    <a:pt x="324905" y="6893"/>
                  </a:cubicBezTo>
                  <a:lnTo>
                    <a:pt x="347733" y="29713"/>
                  </a:lnTo>
                  <a:lnTo>
                    <a:pt x="324905" y="52534"/>
                  </a:lnTo>
                  <a:cubicBezTo>
                    <a:pt x="323331" y="54115"/>
                    <a:pt x="323331" y="56665"/>
                    <a:pt x="324905" y="58247"/>
                  </a:cubicBezTo>
                  <a:cubicBezTo>
                    <a:pt x="326486" y="59820"/>
                    <a:pt x="329036" y="59820"/>
                    <a:pt x="330618" y="58247"/>
                  </a:cubicBezTo>
                  <a:lnTo>
                    <a:pt x="356294" y="32570"/>
                  </a:lnTo>
                  <a:close/>
                  <a:moveTo>
                    <a:pt x="17672" y="33748"/>
                  </a:moveTo>
                  <a:lnTo>
                    <a:pt x="21706" y="33748"/>
                  </a:lnTo>
                  <a:lnTo>
                    <a:pt x="21706" y="25679"/>
                  </a:lnTo>
                  <a:lnTo>
                    <a:pt x="17672" y="25679"/>
                  </a:lnTo>
                  <a:lnTo>
                    <a:pt x="17672" y="33748"/>
                  </a:lnTo>
                  <a:close/>
                  <a:moveTo>
                    <a:pt x="53016" y="25679"/>
                  </a:moveTo>
                  <a:lnTo>
                    <a:pt x="48981" y="25679"/>
                  </a:lnTo>
                  <a:lnTo>
                    <a:pt x="48981" y="33748"/>
                  </a:lnTo>
                  <a:lnTo>
                    <a:pt x="53016" y="33748"/>
                  </a:lnTo>
                  <a:lnTo>
                    <a:pt x="53016" y="25679"/>
                  </a:lnTo>
                  <a:close/>
                  <a:moveTo>
                    <a:pt x="88359" y="33748"/>
                  </a:moveTo>
                  <a:lnTo>
                    <a:pt x="92394" y="33748"/>
                  </a:lnTo>
                  <a:lnTo>
                    <a:pt x="92394" y="25679"/>
                  </a:lnTo>
                  <a:lnTo>
                    <a:pt x="88359" y="25679"/>
                  </a:lnTo>
                  <a:lnTo>
                    <a:pt x="88359" y="33748"/>
                  </a:lnTo>
                  <a:close/>
                  <a:moveTo>
                    <a:pt x="123703" y="25679"/>
                  </a:moveTo>
                  <a:lnTo>
                    <a:pt x="119668" y="25679"/>
                  </a:lnTo>
                  <a:lnTo>
                    <a:pt x="119668" y="33748"/>
                  </a:lnTo>
                  <a:lnTo>
                    <a:pt x="123703" y="33748"/>
                  </a:lnTo>
                  <a:lnTo>
                    <a:pt x="123703" y="25679"/>
                  </a:lnTo>
                  <a:close/>
                  <a:moveTo>
                    <a:pt x="159047" y="33748"/>
                  </a:moveTo>
                  <a:lnTo>
                    <a:pt x="163082" y="33748"/>
                  </a:lnTo>
                  <a:lnTo>
                    <a:pt x="163082" y="25679"/>
                  </a:lnTo>
                  <a:lnTo>
                    <a:pt x="159047" y="25679"/>
                  </a:lnTo>
                  <a:lnTo>
                    <a:pt x="159047" y="33748"/>
                  </a:lnTo>
                  <a:close/>
                  <a:moveTo>
                    <a:pt x="194391" y="25679"/>
                  </a:moveTo>
                  <a:lnTo>
                    <a:pt x="190356" y="25679"/>
                  </a:lnTo>
                  <a:lnTo>
                    <a:pt x="190356" y="33748"/>
                  </a:lnTo>
                  <a:lnTo>
                    <a:pt x="194391" y="33748"/>
                  </a:lnTo>
                  <a:lnTo>
                    <a:pt x="194391" y="25679"/>
                  </a:lnTo>
                  <a:close/>
                  <a:moveTo>
                    <a:pt x="229735" y="33748"/>
                  </a:moveTo>
                  <a:lnTo>
                    <a:pt x="233769" y="33748"/>
                  </a:lnTo>
                  <a:lnTo>
                    <a:pt x="233769" y="25679"/>
                  </a:lnTo>
                  <a:lnTo>
                    <a:pt x="229735" y="25679"/>
                  </a:lnTo>
                  <a:lnTo>
                    <a:pt x="229735" y="33748"/>
                  </a:lnTo>
                  <a:close/>
                  <a:moveTo>
                    <a:pt x="265078" y="25679"/>
                  </a:moveTo>
                  <a:lnTo>
                    <a:pt x="261044" y="25679"/>
                  </a:lnTo>
                  <a:lnTo>
                    <a:pt x="261044" y="33748"/>
                  </a:lnTo>
                  <a:lnTo>
                    <a:pt x="265078" y="33748"/>
                  </a:lnTo>
                  <a:lnTo>
                    <a:pt x="265078" y="25679"/>
                  </a:lnTo>
                  <a:close/>
                  <a:moveTo>
                    <a:pt x="300422" y="33748"/>
                  </a:moveTo>
                  <a:lnTo>
                    <a:pt x="304457" y="33748"/>
                  </a:lnTo>
                  <a:lnTo>
                    <a:pt x="304457" y="25679"/>
                  </a:lnTo>
                  <a:lnTo>
                    <a:pt x="300422" y="25679"/>
                  </a:lnTo>
                  <a:lnTo>
                    <a:pt x="300422" y="33748"/>
                  </a:lnTo>
                  <a:close/>
                  <a:moveTo>
                    <a:pt x="335766" y="25679"/>
                  </a:moveTo>
                  <a:lnTo>
                    <a:pt x="331731" y="25679"/>
                  </a:lnTo>
                  <a:lnTo>
                    <a:pt x="331731" y="33748"/>
                  </a:lnTo>
                  <a:lnTo>
                    <a:pt x="335766" y="33748"/>
                  </a:lnTo>
                  <a:lnTo>
                    <a:pt x="335766" y="25679"/>
                  </a:lnTo>
                  <a:close/>
                  <a:moveTo>
                    <a:pt x="0" y="33748"/>
                  </a:moveTo>
                  <a:lnTo>
                    <a:pt x="17672" y="33748"/>
                  </a:lnTo>
                  <a:lnTo>
                    <a:pt x="17672" y="25679"/>
                  </a:lnTo>
                  <a:lnTo>
                    <a:pt x="0" y="25679"/>
                  </a:lnTo>
                  <a:lnTo>
                    <a:pt x="0" y="33748"/>
                  </a:lnTo>
                  <a:close/>
                  <a:moveTo>
                    <a:pt x="53016" y="33748"/>
                  </a:moveTo>
                  <a:lnTo>
                    <a:pt x="88359" y="33748"/>
                  </a:lnTo>
                  <a:lnTo>
                    <a:pt x="88359" y="25679"/>
                  </a:lnTo>
                  <a:lnTo>
                    <a:pt x="53016" y="25679"/>
                  </a:lnTo>
                  <a:lnTo>
                    <a:pt x="53016" y="33748"/>
                  </a:lnTo>
                  <a:close/>
                  <a:moveTo>
                    <a:pt x="123703" y="33748"/>
                  </a:moveTo>
                  <a:lnTo>
                    <a:pt x="159047" y="33748"/>
                  </a:lnTo>
                  <a:lnTo>
                    <a:pt x="159047" y="25679"/>
                  </a:lnTo>
                  <a:lnTo>
                    <a:pt x="123703" y="25679"/>
                  </a:lnTo>
                  <a:lnTo>
                    <a:pt x="123703" y="33748"/>
                  </a:lnTo>
                  <a:close/>
                  <a:moveTo>
                    <a:pt x="194391" y="33748"/>
                  </a:moveTo>
                  <a:lnTo>
                    <a:pt x="229735" y="33748"/>
                  </a:lnTo>
                  <a:lnTo>
                    <a:pt x="229735" y="25679"/>
                  </a:lnTo>
                  <a:lnTo>
                    <a:pt x="194391" y="25679"/>
                  </a:lnTo>
                  <a:lnTo>
                    <a:pt x="194391" y="33748"/>
                  </a:lnTo>
                  <a:close/>
                  <a:moveTo>
                    <a:pt x="265078" y="33748"/>
                  </a:moveTo>
                  <a:lnTo>
                    <a:pt x="300422" y="33748"/>
                  </a:lnTo>
                  <a:lnTo>
                    <a:pt x="300422" y="25679"/>
                  </a:lnTo>
                  <a:lnTo>
                    <a:pt x="265078" y="25679"/>
                  </a:lnTo>
                  <a:lnTo>
                    <a:pt x="265078" y="33748"/>
                  </a:lnTo>
                  <a:close/>
                  <a:moveTo>
                    <a:pt x="335766" y="33748"/>
                  </a:moveTo>
                  <a:lnTo>
                    <a:pt x="353438" y="33748"/>
                  </a:lnTo>
                  <a:lnTo>
                    <a:pt x="353438" y="25679"/>
                  </a:lnTo>
                  <a:lnTo>
                    <a:pt x="335766" y="25679"/>
                  </a:lnTo>
                  <a:lnTo>
                    <a:pt x="335766" y="33748"/>
                  </a:lnTo>
                  <a:close/>
                </a:path>
              </a:pathLst>
            </a:custGeom>
            <a:solidFill>
              <a:srgbClr val="FB8501"/>
            </a:solidFill>
            <a:ln w="807" cap="flat">
              <a:noFill/>
              <a:prstDash val="solid"/>
              <a:miter/>
            </a:ln>
          </p:spPr>
        </p:sp>
        <p:sp>
          <p:nvSpPr>
            <p:cNvPr id="412" name="任意形状 411">
              <a:extLst>
                <a:ext uri="{FF2B5EF4-FFF2-40B4-BE49-F238E27FC236}">
                  <a16:creationId xmlns:a16="http://schemas.microsoft.com/office/drawing/2014/main" id="{09893FAC-AFC1-6C63-DE3E-3DED53F3CB27}"/>
                </a:ext>
              </a:extLst>
            </p:cNvPr>
            <p:cNvSpPr/>
            <p:nvPr/>
          </p:nvSpPr>
          <p:spPr>
            <a:xfrm>
              <a:off x="6709480" y="3487603"/>
              <a:ext cx="1210822" cy="80405"/>
            </a:xfrm>
            <a:custGeom>
              <a:avLst/>
              <a:gdLst>
                <a:gd name="csX0" fmla="*/ 893713 w 894893"/>
                <a:gd name="csY0" fmla="*/ 32570 h 59426"/>
                <a:gd name="csX1" fmla="*/ 893713 w 894893"/>
                <a:gd name="csY1" fmla="*/ 26857 h 59426"/>
                <a:gd name="csX2" fmla="*/ 868037 w 894893"/>
                <a:gd name="csY2" fmla="*/ 1180 h 59426"/>
                <a:gd name="csX3" fmla="*/ 862323 w 894893"/>
                <a:gd name="csY3" fmla="*/ 1180 h 59426"/>
                <a:gd name="csX4" fmla="*/ 862323 w 894893"/>
                <a:gd name="csY4" fmla="*/ 6893 h 59426"/>
                <a:gd name="csX5" fmla="*/ 885152 w 894893"/>
                <a:gd name="csY5" fmla="*/ 29713 h 59426"/>
                <a:gd name="csX6" fmla="*/ 862323 w 894893"/>
                <a:gd name="csY6" fmla="*/ 52534 h 59426"/>
                <a:gd name="csX7" fmla="*/ 862323 w 894893"/>
                <a:gd name="csY7" fmla="*/ 58247 h 59426"/>
                <a:gd name="csX8" fmla="*/ 868037 w 894893"/>
                <a:gd name="csY8" fmla="*/ 58247 h 59426"/>
                <a:gd name="csX9" fmla="*/ 893713 w 894893"/>
                <a:gd name="csY9" fmla="*/ 32570 h 59426"/>
                <a:gd name="csX10" fmla="*/ 0 w 894893"/>
                <a:gd name="csY10" fmla="*/ 33748 h 59426"/>
                <a:gd name="csX11" fmla="*/ 890857 w 894893"/>
                <a:gd name="csY11" fmla="*/ 33748 h 59426"/>
                <a:gd name="csX12" fmla="*/ 890857 w 894893"/>
                <a:gd name="csY12" fmla="*/ 25679 h 59426"/>
                <a:gd name="csX13" fmla="*/ 0 w 894893"/>
                <a:gd name="csY13" fmla="*/ 25679 h 59426"/>
                <a:gd name="csX14" fmla="*/ 0 w 894893"/>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94893" h="59426">
                  <a:moveTo>
                    <a:pt x="893713" y="32570"/>
                  </a:moveTo>
                  <a:cubicBezTo>
                    <a:pt x="895287" y="30988"/>
                    <a:pt x="895287" y="28438"/>
                    <a:pt x="893713" y="26857"/>
                  </a:cubicBezTo>
                  <a:lnTo>
                    <a:pt x="868037" y="1180"/>
                  </a:lnTo>
                  <a:cubicBezTo>
                    <a:pt x="866455" y="-393"/>
                    <a:pt x="863905" y="-393"/>
                    <a:pt x="862323" y="1180"/>
                  </a:cubicBezTo>
                  <a:cubicBezTo>
                    <a:pt x="860750" y="2762"/>
                    <a:pt x="860750" y="5312"/>
                    <a:pt x="862323" y="6893"/>
                  </a:cubicBezTo>
                  <a:lnTo>
                    <a:pt x="885152" y="29713"/>
                  </a:lnTo>
                  <a:lnTo>
                    <a:pt x="862323" y="52534"/>
                  </a:lnTo>
                  <a:cubicBezTo>
                    <a:pt x="860750" y="54115"/>
                    <a:pt x="860750" y="56665"/>
                    <a:pt x="862323" y="58247"/>
                  </a:cubicBezTo>
                  <a:cubicBezTo>
                    <a:pt x="863905" y="59820"/>
                    <a:pt x="866455" y="59820"/>
                    <a:pt x="868037" y="58247"/>
                  </a:cubicBezTo>
                  <a:lnTo>
                    <a:pt x="893713" y="32570"/>
                  </a:lnTo>
                  <a:close/>
                  <a:moveTo>
                    <a:pt x="0" y="33748"/>
                  </a:moveTo>
                  <a:lnTo>
                    <a:pt x="890857" y="33748"/>
                  </a:lnTo>
                  <a:lnTo>
                    <a:pt x="890857" y="25679"/>
                  </a:lnTo>
                  <a:lnTo>
                    <a:pt x="0" y="25679"/>
                  </a:lnTo>
                  <a:lnTo>
                    <a:pt x="0" y="33748"/>
                  </a:lnTo>
                  <a:close/>
                </a:path>
              </a:pathLst>
            </a:custGeom>
            <a:solidFill>
              <a:srgbClr val="000000"/>
            </a:solidFill>
            <a:ln w="807" cap="flat">
              <a:noFill/>
              <a:prstDash val="solid"/>
              <a:miter/>
            </a:ln>
          </p:spPr>
        </p:sp>
        <p:sp>
          <p:nvSpPr>
            <p:cNvPr id="413" name="任意形状 412">
              <a:extLst>
                <a:ext uri="{FF2B5EF4-FFF2-40B4-BE49-F238E27FC236}">
                  <a16:creationId xmlns:a16="http://schemas.microsoft.com/office/drawing/2014/main" id="{EF710581-E64A-5F90-6151-DD8F52C8602E}"/>
                </a:ext>
              </a:extLst>
            </p:cNvPr>
            <p:cNvSpPr/>
            <p:nvPr/>
          </p:nvSpPr>
          <p:spPr>
            <a:xfrm>
              <a:off x="7846656" y="2282594"/>
              <a:ext cx="122240" cy="535369"/>
            </a:xfrm>
            <a:custGeom>
              <a:avLst/>
              <a:gdLst>
                <a:gd name="csX0" fmla="*/ 55130 w 90345"/>
                <a:gd name="csY0" fmla="*/ 2285 h 395680"/>
                <a:gd name="csX1" fmla="*/ 46625 w 90345"/>
                <a:gd name="csY1" fmla="*/ 1315 h 395680"/>
                <a:gd name="csX2" fmla="*/ 3994 w 90345"/>
                <a:gd name="csY2" fmla="*/ 35215 h 395680"/>
                <a:gd name="csX3" fmla="*/ 3026 w 90345"/>
                <a:gd name="csY3" fmla="*/ 43719 h 395680"/>
                <a:gd name="csX4" fmla="*/ 11523 w 90345"/>
                <a:gd name="csY4" fmla="*/ 44689 h 395680"/>
                <a:gd name="csX5" fmla="*/ 49425 w 90345"/>
                <a:gd name="csY5" fmla="*/ 14556 h 395680"/>
                <a:gd name="csX6" fmla="*/ 79556 w 90345"/>
                <a:gd name="csY6" fmla="*/ 52452 h 395680"/>
                <a:gd name="csX7" fmla="*/ 88061 w 90345"/>
                <a:gd name="csY7" fmla="*/ 53422 h 395680"/>
                <a:gd name="csX8" fmla="*/ 89029 w 90345"/>
                <a:gd name="csY8" fmla="*/ 44918 h 395680"/>
                <a:gd name="csX9" fmla="*/ 55130 w 90345"/>
                <a:gd name="csY9" fmla="*/ 2285 h 395680"/>
                <a:gd name="csX10" fmla="*/ 13411 w 90345"/>
                <a:gd name="csY10" fmla="*/ 383527 h 395680"/>
                <a:gd name="csX11" fmla="*/ 8086 w 90345"/>
                <a:gd name="csY11" fmla="*/ 376827 h 395680"/>
                <a:gd name="csX12" fmla="*/ 1388 w 90345"/>
                <a:gd name="csY12" fmla="*/ 382154 h 395680"/>
                <a:gd name="csX13" fmla="*/ 13411 w 90345"/>
                <a:gd name="csY13" fmla="*/ 383527 h 395680"/>
                <a:gd name="csX14" fmla="*/ 4156 w 90345"/>
                <a:gd name="csY14" fmla="*/ 357845 h 395680"/>
                <a:gd name="csX15" fmla="*/ 9490 w 90345"/>
                <a:gd name="csY15" fmla="*/ 364544 h 395680"/>
                <a:gd name="csX16" fmla="*/ 16187 w 90345"/>
                <a:gd name="csY16" fmla="*/ 359218 h 395680"/>
                <a:gd name="csX17" fmla="*/ 4156 w 90345"/>
                <a:gd name="csY17" fmla="*/ 357845 h 395680"/>
                <a:gd name="csX18" fmla="*/ 18963 w 90345"/>
                <a:gd name="csY18" fmla="*/ 334909 h 395680"/>
                <a:gd name="csX19" fmla="*/ 13629 w 90345"/>
                <a:gd name="csY19" fmla="*/ 328210 h 395680"/>
                <a:gd name="csX20" fmla="*/ 6932 w 90345"/>
                <a:gd name="csY20" fmla="*/ 333536 h 395680"/>
                <a:gd name="csX21" fmla="*/ 18963 w 90345"/>
                <a:gd name="csY21" fmla="*/ 334909 h 395680"/>
                <a:gd name="csX22" fmla="*/ 9708 w 90345"/>
                <a:gd name="csY22" fmla="*/ 309227 h 395680"/>
                <a:gd name="csX23" fmla="*/ 15034 w 90345"/>
                <a:gd name="csY23" fmla="*/ 315926 h 395680"/>
                <a:gd name="csX24" fmla="*/ 21731 w 90345"/>
                <a:gd name="csY24" fmla="*/ 310600 h 395680"/>
                <a:gd name="csX25" fmla="*/ 9708 w 90345"/>
                <a:gd name="csY25" fmla="*/ 309227 h 395680"/>
                <a:gd name="csX26" fmla="*/ 24507 w 90345"/>
                <a:gd name="csY26" fmla="*/ 286291 h 395680"/>
                <a:gd name="csX27" fmla="*/ 19181 w 90345"/>
                <a:gd name="csY27" fmla="*/ 279592 h 395680"/>
                <a:gd name="csX28" fmla="*/ 12483 w 90345"/>
                <a:gd name="csY28" fmla="*/ 284918 h 395680"/>
                <a:gd name="csX29" fmla="*/ 24507 w 90345"/>
                <a:gd name="csY29" fmla="*/ 286291 h 395680"/>
                <a:gd name="csX30" fmla="*/ 15251 w 90345"/>
                <a:gd name="csY30" fmla="*/ 260609 h 395680"/>
                <a:gd name="csX31" fmla="*/ 20585 w 90345"/>
                <a:gd name="csY31" fmla="*/ 267309 h 395680"/>
                <a:gd name="csX32" fmla="*/ 27283 w 90345"/>
                <a:gd name="csY32" fmla="*/ 261982 h 395680"/>
                <a:gd name="csX33" fmla="*/ 15251 w 90345"/>
                <a:gd name="csY33" fmla="*/ 260609 h 395680"/>
                <a:gd name="csX34" fmla="*/ 30058 w 90345"/>
                <a:gd name="csY34" fmla="*/ 237673 h 395680"/>
                <a:gd name="csX35" fmla="*/ 24725 w 90345"/>
                <a:gd name="csY35" fmla="*/ 230974 h 395680"/>
                <a:gd name="csX36" fmla="*/ 18027 w 90345"/>
                <a:gd name="csY36" fmla="*/ 236300 h 395680"/>
                <a:gd name="csX37" fmla="*/ 30058 w 90345"/>
                <a:gd name="csY37" fmla="*/ 237673 h 395680"/>
                <a:gd name="csX38" fmla="*/ 20803 w 90345"/>
                <a:gd name="csY38" fmla="*/ 211992 h 395680"/>
                <a:gd name="csX39" fmla="*/ 26129 w 90345"/>
                <a:gd name="csY39" fmla="*/ 218691 h 395680"/>
                <a:gd name="csX40" fmla="*/ 32826 w 90345"/>
                <a:gd name="csY40" fmla="*/ 213364 h 395680"/>
                <a:gd name="csX41" fmla="*/ 20803 w 90345"/>
                <a:gd name="csY41" fmla="*/ 211992 h 395680"/>
                <a:gd name="csX42" fmla="*/ 35602 w 90345"/>
                <a:gd name="csY42" fmla="*/ 189055 h 395680"/>
                <a:gd name="csX43" fmla="*/ 30276 w 90345"/>
                <a:gd name="csY43" fmla="*/ 182356 h 395680"/>
                <a:gd name="csX44" fmla="*/ 23579 w 90345"/>
                <a:gd name="csY44" fmla="*/ 187683 h 395680"/>
                <a:gd name="csX45" fmla="*/ 35602 w 90345"/>
                <a:gd name="csY45" fmla="*/ 189055 h 395680"/>
                <a:gd name="csX46" fmla="*/ 26347 w 90345"/>
                <a:gd name="csY46" fmla="*/ 163374 h 395680"/>
                <a:gd name="csX47" fmla="*/ 31680 w 90345"/>
                <a:gd name="csY47" fmla="*/ 170073 h 395680"/>
                <a:gd name="csX48" fmla="*/ 38378 w 90345"/>
                <a:gd name="csY48" fmla="*/ 164746 h 395680"/>
                <a:gd name="csX49" fmla="*/ 26347 w 90345"/>
                <a:gd name="csY49" fmla="*/ 163374 h 395680"/>
                <a:gd name="csX50" fmla="*/ 41154 w 90345"/>
                <a:gd name="csY50" fmla="*/ 140437 h 395680"/>
                <a:gd name="csX51" fmla="*/ 35820 w 90345"/>
                <a:gd name="csY51" fmla="*/ 133738 h 395680"/>
                <a:gd name="csX52" fmla="*/ 29123 w 90345"/>
                <a:gd name="csY52" fmla="*/ 139065 h 395680"/>
                <a:gd name="csX53" fmla="*/ 41154 w 90345"/>
                <a:gd name="csY53" fmla="*/ 140437 h 395680"/>
                <a:gd name="csX54" fmla="*/ 31898 w 90345"/>
                <a:gd name="csY54" fmla="*/ 114756 h 395680"/>
                <a:gd name="csX55" fmla="*/ 37224 w 90345"/>
                <a:gd name="csY55" fmla="*/ 121455 h 395680"/>
                <a:gd name="csX56" fmla="*/ 43922 w 90345"/>
                <a:gd name="csY56" fmla="*/ 116129 h 395680"/>
                <a:gd name="csX57" fmla="*/ 31898 w 90345"/>
                <a:gd name="csY57" fmla="*/ 114756 h 395680"/>
                <a:gd name="csX58" fmla="*/ 46697 w 90345"/>
                <a:gd name="csY58" fmla="*/ 91820 h 395680"/>
                <a:gd name="csX59" fmla="*/ 41372 w 90345"/>
                <a:gd name="csY59" fmla="*/ 85120 h 395680"/>
                <a:gd name="csX60" fmla="*/ 34674 w 90345"/>
                <a:gd name="csY60" fmla="*/ 90447 h 395680"/>
                <a:gd name="csX61" fmla="*/ 46697 w 90345"/>
                <a:gd name="csY61" fmla="*/ 91820 h 395680"/>
                <a:gd name="csX62" fmla="*/ 37442 w 90345"/>
                <a:gd name="csY62" fmla="*/ 66138 h 395680"/>
                <a:gd name="csX63" fmla="*/ 42776 w 90345"/>
                <a:gd name="csY63" fmla="*/ 72837 h 395680"/>
                <a:gd name="csX64" fmla="*/ 49473 w 90345"/>
                <a:gd name="csY64" fmla="*/ 67511 h 395680"/>
                <a:gd name="csX65" fmla="*/ 37442 w 90345"/>
                <a:gd name="csY65" fmla="*/ 66138 h 395680"/>
                <a:gd name="csX66" fmla="*/ 52249 w 90345"/>
                <a:gd name="csY66" fmla="*/ 43202 h 395680"/>
                <a:gd name="csX67" fmla="*/ 46915 w 90345"/>
                <a:gd name="csY67" fmla="*/ 36503 h 395680"/>
                <a:gd name="csX68" fmla="*/ 40218 w 90345"/>
                <a:gd name="csY68" fmla="*/ 41829 h 395680"/>
                <a:gd name="csX69" fmla="*/ 52249 w 90345"/>
                <a:gd name="csY69" fmla="*/ 43202 h 395680"/>
                <a:gd name="csX70" fmla="*/ 42994 w 90345"/>
                <a:gd name="csY70" fmla="*/ 17520 h 395680"/>
                <a:gd name="csX71" fmla="*/ 48320 w 90345"/>
                <a:gd name="csY71" fmla="*/ 24219 h 395680"/>
                <a:gd name="csX72" fmla="*/ 55017 w 90345"/>
                <a:gd name="csY72" fmla="*/ 18893 h 395680"/>
                <a:gd name="csX73" fmla="*/ 42994 w 90345"/>
                <a:gd name="csY73" fmla="*/ 17520 h 395680"/>
                <a:gd name="csX74" fmla="*/ 12024 w 90345"/>
                <a:gd name="csY74" fmla="*/ 395681 h 395680"/>
                <a:gd name="csX75" fmla="*/ 13411 w 90345"/>
                <a:gd name="csY75" fmla="*/ 383527 h 395680"/>
                <a:gd name="csX76" fmla="*/ 1388 w 90345"/>
                <a:gd name="csY76" fmla="*/ 382154 h 395680"/>
                <a:gd name="csX77" fmla="*/ 0 w 90345"/>
                <a:gd name="csY77" fmla="*/ 394309 h 395680"/>
                <a:gd name="csX78" fmla="*/ 12024 w 90345"/>
                <a:gd name="csY78" fmla="*/ 395681 h 395680"/>
                <a:gd name="csX79" fmla="*/ 16187 w 90345"/>
                <a:gd name="csY79" fmla="*/ 359218 h 395680"/>
                <a:gd name="csX80" fmla="*/ 18963 w 90345"/>
                <a:gd name="csY80" fmla="*/ 334909 h 395680"/>
                <a:gd name="csX81" fmla="*/ 6932 w 90345"/>
                <a:gd name="csY81" fmla="*/ 333536 h 395680"/>
                <a:gd name="csX82" fmla="*/ 4156 w 90345"/>
                <a:gd name="csY82" fmla="*/ 357845 h 395680"/>
                <a:gd name="csX83" fmla="*/ 16187 w 90345"/>
                <a:gd name="csY83" fmla="*/ 359218 h 395680"/>
                <a:gd name="csX84" fmla="*/ 21731 w 90345"/>
                <a:gd name="csY84" fmla="*/ 310600 h 395680"/>
                <a:gd name="csX85" fmla="*/ 24507 w 90345"/>
                <a:gd name="csY85" fmla="*/ 286291 h 395680"/>
                <a:gd name="csX86" fmla="*/ 12483 w 90345"/>
                <a:gd name="csY86" fmla="*/ 284918 h 395680"/>
                <a:gd name="csX87" fmla="*/ 9708 w 90345"/>
                <a:gd name="csY87" fmla="*/ 309227 h 395680"/>
                <a:gd name="csX88" fmla="*/ 21731 w 90345"/>
                <a:gd name="csY88" fmla="*/ 310600 h 395680"/>
                <a:gd name="csX89" fmla="*/ 27283 w 90345"/>
                <a:gd name="csY89" fmla="*/ 261982 h 395680"/>
                <a:gd name="csX90" fmla="*/ 30058 w 90345"/>
                <a:gd name="csY90" fmla="*/ 237673 h 395680"/>
                <a:gd name="csX91" fmla="*/ 18027 w 90345"/>
                <a:gd name="csY91" fmla="*/ 236300 h 395680"/>
                <a:gd name="csX92" fmla="*/ 15251 w 90345"/>
                <a:gd name="csY92" fmla="*/ 260609 h 395680"/>
                <a:gd name="csX93" fmla="*/ 27283 w 90345"/>
                <a:gd name="csY93" fmla="*/ 261982 h 395680"/>
                <a:gd name="csX94" fmla="*/ 32826 w 90345"/>
                <a:gd name="csY94" fmla="*/ 213364 h 395680"/>
                <a:gd name="csX95" fmla="*/ 35602 w 90345"/>
                <a:gd name="csY95" fmla="*/ 189055 h 395680"/>
                <a:gd name="csX96" fmla="*/ 23579 w 90345"/>
                <a:gd name="csY96" fmla="*/ 187683 h 395680"/>
                <a:gd name="csX97" fmla="*/ 20803 w 90345"/>
                <a:gd name="csY97" fmla="*/ 211992 h 395680"/>
                <a:gd name="csX98" fmla="*/ 32826 w 90345"/>
                <a:gd name="csY98" fmla="*/ 213364 h 395680"/>
                <a:gd name="csX99" fmla="*/ 38378 w 90345"/>
                <a:gd name="csY99" fmla="*/ 164746 h 395680"/>
                <a:gd name="csX100" fmla="*/ 41154 w 90345"/>
                <a:gd name="csY100" fmla="*/ 140437 h 395680"/>
                <a:gd name="csX101" fmla="*/ 29123 w 90345"/>
                <a:gd name="csY101" fmla="*/ 139065 h 395680"/>
                <a:gd name="csX102" fmla="*/ 26347 w 90345"/>
                <a:gd name="csY102" fmla="*/ 163374 h 395680"/>
                <a:gd name="csX103" fmla="*/ 38378 w 90345"/>
                <a:gd name="csY103" fmla="*/ 164746 h 395680"/>
                <a:gd name="csX104" fmla="*/ 43922 w 90345"/>
                <a:gd name="csY104" fmla="*/ 116129 h 395680"/>
                <a:gd name="csX105" fmla="*/ 46697 w 90345"/>
                <a:gd name="csY105" fmla="*/ 91820 h 395680"/>
                <a:gd name="csX106" fmla="*/ 34674 w 90345"/>
                <a:gd name="csY106" fmla="*/ 90447 h 395680"/>
                <a:gd name="csX107" fmla="*/ 31898 w 90345"/>
                <a:gd name="csY107" fmla="*/ 114756 h 395680"/>
                <a:gd name="csX108" fmla="*/ 43922 w 90345"/>
                <a:gd name="csY108" fmla="*/ 116129 h 395680"/>
                <a:gd name="csX109" fmla="*/ 49473 w 90345"/>
                <a:gd name="csY109" fmla="*/ 67511 h 395680"/>
                <a:gd name="csX110" fmla="*/ 52249 w 90345"/>
                <a:gd name="csY110" fmla="*/ 43202 h 395680"/>
                <a:gd name="csX111" fmla="*/ 40218 w 90345"/>
                <a:gd name="csY111" fmla="*/ 41829 h 395680"/>
                <a:gd name="csX112" fmla="*/ 37442 w 90345"/>
                <a:gd name="csY112" fmla="*/ 66138 h 395680"/>
                <a:gd name="csX113" fmla="*/ 49473 w 90345"/>
                <a:gd name="csY113" fmla="*/ 67511 h 395680"/>
                <a:gd name="csX114" fmla="*/ 55017 w 90345"/>
                <a:gd name="csY114" fmla="*/ 18893 h 395680"/>
                <a:gd name="csX115" fmla="*/ 56405 w 90345"/>
                <a:gd name="csY115" fmla="*/ 6738 h 395680"/>
                <a:gd name="csX116" fmla="*/ 44381 w 90345"/>
                <a:gd name="csY116" fmla="*/ 5366 h 395680"/>
                <a:gd name="csX117" fmla="*/ 42994 w 90345"/>
                <a:gd name="csY117" fmla="*/ 17520 h 395680"/>
                <a:gd name="csX118" fmla="*/ 55017 w 90345"/>
                <a:gd name="csY118" fmla="*/ 18893 h 395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90345" h="395680">
                  <a:moveTo>
                    <a:pt x="55130" y="2285"/>
                  </a:moveTo>
                  <a:cubicBezTo>
                    <a:pt x="53048" y="-331"/>
                    <a:pt x="49239" y="-765"/>
                    <a:pt x="46625" y="1315"/>
                  </a:cubicBezTo>
                  <a:lnTo>
                    <a:pt x="3994" y="35215"/>
                  </a:lnTo>
                  <a:cubicBezTo>
                    <a:pt x="1380" y="37295"/>
                    <a:pt x="944" y="41102"/>
                    <a:pt x="3026" y="43719"/>
                  </a:cubicBezTo>
                  <a:cubicBezTo>
                    <a:pt x="5100" y="46335"/>
                    <a:pt x="8909" y="46769"/>
                    <a:pt x="11523" y="44689"/>
                  </a:cubicBezTo>
                  <a:lnTo>
                    <a:pt x="49425" y="14556"/>
                  </a:lnTo>
                  <a:lnTo>
                    <a:pt x="79556" y="52452"/>
                  </a:lnTo>
                  <a:cubicBezTo>
                    <a:pt x="81638" y="55068"/>
                    <a:pt x="85446" y="55503"/>
                    <a:pt x="88061" y="53422"/>
                  </a:cubicBezTo>
                  <a:cubicBezTo>
                    <a:pt x="90675" y="51342"/>
                    <a:pt x="91111" y="47534"/>
                    <a:pt x="89029" y="44918"/>
                  </a:cubicBezTo>
                  <a:lnTo>
                    <a:pt x="55130" y="2285"/>
                  </a:lnTo>
                  <a:close/>
                  <a:moveTo>
                    <a:pt x="13411" y="383527"/>
                  </a:moveTo>
                  <a:cubicBezTo>
                    <a:pt x="13791" y="380205"/>
                    <a:pt x="11402" y="377206"/>
                    <a:pt x="8086" y="376827"/>
                  </a:cubicBezTo>
                  <a:cubicBezTo>
                    <a:pt x="4761" y="376448"/>
                    <a:pt x="1768" y="378833"/>
                    <a:pt x="1388" y="382154"/>
                  </a:cubicBezTo>
                  <a:lnTo>
                    <a:pt x="13411" y="383527"/>
                  </a:lnTo>
                  <a:close/>
                  <a:moveTo>
                    <a:pt x="4156" y="357845"/>
                  </a:moveTo>
                  <a:cubicBezTo>
                    <a:pt x="3785" y="361166"/>
                    <a:pt x="6165" y="364166"/>
                    <a:pt x="9490" y="364544"/>
                  </a:cubicBezTo>
                  <a:cubicBezTo>
                    <a:pt x="12806" y="364923"/>
                    <a:pt x="15808" y="362538"/>
                    <a:pt x="16187" y="359218"/>
                  </a:cubicBezTo>
                  <a:lnTo>
                    <a:pt x="4156" y="357845"/>
                  </a:lnTo>
                  <a:close/>
                  <a:moveTo>
                    <a:pt x="18963" y="334909"/>
                  </a:moveTo>
                  <a:cubicBezTo>
                    <a:pt x="19334" y="331587"/>
                    <a:pt x="16954" y="328588"/>
                    <a:pt x="13629" y="328210"/>
                  </a:cubicBezTo>
                  <a:cubicBezTo>
                    <a:pt x="10313" y="327830"/>
                    <a:pt x="7311" y="330216"/>
                    <a:pt x="6932" y="333536"/>
                  </a:cubicBezTo>
                  <a:lnTo>
                    <a:pt x="18963" y="334909"/>
                  </a:lnTo>
                  <a:close/>
                  <a:moveTo>
                    <a:pt x="9708" y="309227"/>
                  </a:moveTo>
                  <a:cubicBezTo>
                    <a:pt x="9328" y="312549"/>
                    <a:pt x="11717" y="315548"/>
                    <a:pt x="15034" y="315926"/>
                  </a:cubicBezTo>
                  <a:cubicBezTo>
                    <a:pt x="18358" y="316306"/>
                    <a:pt x="21351" y="313920"/>
                    <a:pt x="21731" y="310600"/>
                  </a:cubicBezTo>
                  <a:lnTo>
                    <a:pt x="9708" y="309227"/>
                  </a:lnTo>
                  <a:close/>
                  <a:moveTo>
                    <a:pt x="24507" y="286291"/>
                  </a:moveTo>
                  <a:cubicBezTo>
                    <a:pt x="24886" y="282970"/>
                    <a:pt x="22498" y="279970"/>
                    <a:pt x="19181" y="279592"/>
                  </a:cubicBezTo>
                  <a:cubicBezTo>
                    <a:pt x="15857" y="279212"/>
                    <a:pt x="12863" y="281598"/>
                    <a:pt x="12483" y="284918"/>
                  </a:cubicBezTo>
                  <a:lnTo>
                    <a:pt x="24507" y="286291"/>
                  </a:lnTo>
                  <a:close/>
                  <a:moveTo>
                    <a:pt x="15251" y="260609"/>
                  </a:moveTo>
                  <a:cubicBezTo>
                    <a:pt x="14880" y="263931"/>
                    <a:pt x="17260" y="266930"/>
                    <a:pt x="20585" y="267309"/>
                  </a:cubicBezTo>
                  <a:cubicBezTo>
                    <a:pt x="23902" y="267688"/>
                    <a:pt x="26903" y="265302"/>
                    <a:pt x="27283" y="261982"/>
                  </a:cubicBezTo>
                  <a:lnTo>
                    <a:pt x="15251" y="260609"/>
                  </a:lnTo>
                  <a:close/>
                  <a:moveTo>
                    <a:pt x="30058" y="237673"/>
                  </a:moveTo>
                  <a:cubicBezTo>
                    <a:pt x="30429" y="234352"/>
                    <a:pt x="28049" y="231352"/>
                    <a:pt x="24725" y="230974"/>
                  </a:cubicBezTo>
                  <a:cubicBezTo>
                    <a:pt x="21408" y="230595"/>
                    <a:pt x="18406" y="232980"/>
                    <a:pt x="18027" y="236300"/>
                  </a:cubicBezTo>
                  <a:lnTo>
                    <a:pt x="30058" y="237673"/>
                  </a:lnTo>
                  <a:close/>
                  <a:moveTo>
                    <a:pt x="20803" y="211992"/>
                  </a:moveTo>
                  <a:cubicBezTo>
                    <a:pt x="20424" y="215313"/>
                    <a:pt x="22812" y="218312"/>
                    <a:pt x="26129" y="218691"/>
                  </a:cubicBezTo>
                  <a:cubicBezTo>
                    <a:pt x="29453" y="219070"/>
                    <a:pt x="32447" y="216685"/>
                    <a:pt x="32826" y="213364"/>
                  </a:cubicBezTo>
                  <a:lnTo>
                    <a:pt x="20803" y="211992"/>
                  </a:lnTo>
                  <a:close/>
                  <a:moveTo>
                    <a:pt x="35602" y="189055"/>
                  </a:moveTo>
                  <a:cubicBezTo>
                    <a:pt x="35982" y="185734"/>
                    <a:pt x="33593" y="182735"/>
                    <a:pt x="30276" y="182356"/>
                  </a:cubicBezTo>
                  <a:cubicBezTo>
                    <a:pt x="26952" y="181977"/>
                    <a:pt x="23958" y="184362"/>
                    <a:pt x="23579" y="187683"/>
                  </a:cubicBezTo>
                  <a:lnTo>
                    <a:pt x="35602" y="189055"/>
                  </a:lnTo>
                  <a:close/>
                  <a:moveTo>
                    <a:pt x="26347" y="163374"/>
                  </a:moveTo>
                  <a:cubicBezTo>
                    <a:pt x="25976" y="166695"/>
                    <a:pt x="28356" y="169694"/>
                    <a:pt x="31680" y="170073"/>
                  </a:cubicBezTo>
                  <a:cubicBezTo>
                    <a:pt x="34997" y="170452"/>
                    <a:pt x="37999" y="168067"/>
                    <a:pt x="38378" y="164746"/>
                  </a:cubicBezTo>
                  <a:lnTo>
                    <a:pt x="26347" y="163374"/>
                  </a:lnTo>
                  <a:close/>
                  <a:moveTo>
                    <a:pt x="41154" y="140437"/>
                  </a:moveTo>
                  <a:cubicBezTo>
                    <a:pt x="41533" y="137116"/>
                    <a:pt x="39145" y="134117"/>
                    <a:pt x="35820" y="133738"/>
                  </a:cubicBezTo>
                  <a:cubicBezTo>
                    <a:pt x="32504" y="133359"/>
                    <a:pt x="29502" y="135744"/>
                    <a:pt x="29123" y="139065"/>
                  </a:cubicBezTo>
                  <a:lnTo>
                    <a:pt x="41154" y="140437"/>
                  </a:lnTo>
                  <a:close/>
                  <a:moveTo>
                    <a:pt x="31898" y="114756"/>
                  </a:moveTo>
                  <a:cubicBezTo>
                    <a:pt x="31519" y="118077"/>
                    <a:pt x="33907" y="121076"/>
                    <a:pt x="37224" y="121455"/>
                  </a:cubicBezTo>
                  <a:cubicBezTo>
                    <a:pt x="40548" y="121834"/>
                    <a:pt x="43542" y="119449"/>
                    <a:pt x="43922" y="116129"/>
                  </a:cubicBezTo>
                  <a:lnTo>
                    <a:pt x="31898" y="114756"/>
                  </a:lnTo>
                  <a:close/>
                  <a:moveTo>
                    <a:pt x="46697" y="91820"/>
                  </a:moveTo>
                  <a:cubicBezTo>
                    <a:pt x="47077" y="88498"/>
                    <a:pt x="44688" y="85499"/>
                    <a:pt x="41372" y="85120"/>
                  </a:cubicBezTo>
                  <a:cubicBezTo>
                    <a:pt x="38047" y="84741"/>
                    <a:pt x="35054" y="87126"/>
                    <a:pt x="34674" y="90447"/>
                  </a:cubicBezTo>
                  <a:lnTo>
                    <a:pt x="46697" y="91820"/>
                  </a:lnTo>
                  <a:close/>
                  <a:moveTo>
                    <a:pt x="37442" y="66138"/>
                  </a:moveTo>
                  <a:cubicBezTo>
                    <a:pt x="37071" y="69459"/>
                    <a:pt x="39451" y="72458"/>
                    <a:pt x="42776" y="72837"/>
                  </a:cubicBezTo>
                  <a:cubicBezTo>
                    <a:pt x="46092" y="73217"/>
                    <a:pt x="49094" y="70831"/>
                    <a:pt x="49473" y="67511"/>
                  </a:cubicBezTo>
                  <a:lnTo>
                    <a:pt x="37442" y="66138"/>
                  </a:lnTo>
                  <a:close/>
                  <a:moveTo>
                    <a:pt x="52249" y="43202"/>
                  </a:moveTo>
                  <a:cubicBezTo>
                    <a:pt x="52628" y="39880"/>
                    <a:pt x="50240" y="36881"/>
                    <a:pt x="46915" y="36503"/>
                  </a:cubicBezTo>
                  <a:cubicBezTo>
                    <a:pt x="43599" y="36123"/>
                    <a:pt x="40597" y="38509"/>
                    <a:pt x="40218" y="41829"/>
                  </a:cubicBezTo>
                  <a:lnTo>
                    <a:pt x="52249" y="43202"/>
                  </a:lnTo>
                  <a:close/>
                  <a:moveTo>
                    <a:pt x="42994" y="17520"/>
                  </a:moveTo>
                  <a:cubicBezTo>
                    <a:pt x="42614" y="20842"/>
                    <a:pt x="45003" y="23840"/>
                    <a:pt x="48320" y="24219"/>
                  </a:cubicBezTo>
                  <a:cubicBezTo>
                    <a:pt x="51644" y="24599"/>
                    <a:pt x="54638" y="22213"/>
                    <a:pt x="55017" y="18893"/>
                  </a:cubicBezTo>
                  <a:lnTo>
                    <a:pt x="42994" y="17520"/>
                  </a:lnTo>
                  <a:close/>
                  <a:moveTo>
                    <a:pt x="12024" y="395681"/>
                  </a:moveTo>
                  <a:lnTo>
                    <a:pt x="13411" y="383527"/>
                  </a:lnTo>
                  <a:lnTo>
                    <a:pt x="1388" y="382154"/>
                  </a:lnTo>
                  <a:lnTo>
                    <a:pt x="0" y="394309"/>
                  </a:lnTo>
                  <a:lnTo>
                    <a:pt x="12024" y="395681"/>
                  </a:lnTo>
                  <a:close/>
                  <a:moveTo>
                    <a:pt x="16187" y="359218"/>
                  </a:moveTo>
                  <a:lnTo>
                    <a:pt x="18963" y="334909"/>
                  </a:lnTo>
                  <a:lnTo>
                    <a:pt x="6932" y="333536"/>
                  </a:lnTo>
                  <a:lnTo>
                    <a:pt x="4156" y="357845"/>
                  </a:lnTo>
                  <a:lnTo>
                    <a:pt x="16187" y="359218"/>
                  </a:lnTo>
                  <a:close/>
                  <a:moveTo>
                    <a:pt x="21731" y="310600"/>
                  </a:moveTo>
                  <a:lnTo>
                    <a:pt x="24507" y="286291"/>
                  </a:lnTo>
                  <a:lnTo>
                    <a:pt x="12483" y="284918"/>
                  </a:lnTo>
                  <a:lnTo>
                    <a:pt x="9708" y="309227"/>
                  </a:lnTo>
                  <a:lnTo>
                    <a:pt x="21731" y="310600"/>
                  </a:lnTo>
                  <a:close/>
                  <a:moveTo>
                    <a:pt x="27283" y="261982"/>
                  </a:moveTo>
                  <a:lnTo>
                    <a:pt x="30058" y="237673"/>
                  </a:lnTo>
                  <a:lnTo>
                    <a:pt x="18027" y="236300"/>
                  </a:lnTo>
                  <a:lnTo>
                    <a:pt x="15251" y="260609"/>
                  </a:lnTo>
                  <a:lnTo>
                    <a:pt x="27283" y="261982"/>
                  </a:lnTo>
                  <a:close/>
                  <a:moveTo>
                    <a:pt x="32826" y="213364"/>
                  </a:moveTo>
                  <a:lnTo>
                    <a:pt x="35602" y="189055"/>
                  </a:lnTo>
                  <a:lnTo>
                    <a:pt x="23579" y="187683"/>
                  </a:lnTo>
                  <a:lnTo>
                    <a:pt x="20803" y="211992"/>
                  </a:lnTo>
                  <a:lnTo>
                    <a:pt x="32826" y="213364"/>
                  </a:lnTo>
                  <a:close/>
                  <a:moveTo>
                    <a:pt x="38378" y="164746"/>
                  </a:moveTo>
                  <a:lnTo>
                    <a:pt x="41154" y="140437"/>
                  </a:lnTo>
                  <a:lnTo>
                    <a:pt x="29123" y="139065"/>
                  </a:lnTo>
                  <a:lnTo>
                    <a:pt x="26347" y="163374"/>
                  </a:lnTo>
                  <a:lnTo>
                    <a:pt x="38378" y="164746"/>
                  </a:lnTo>
                  <a:close/>
                  <a:moveTo>
                    <a:pt x="43922" y="116129"/>
                  </a:moveTo>
                  <a:lnTo>
                    <a:pt x="46697" y="91820"/>
                  </a:lnTo>
                  <a:lnTo>
                    <a:pt x="34674" y="90447"/>
                  </a:lnTo>
                  <a:lnTo>
                    <a:pt x="31898" y="114756"/>
                  </a:lnTo>
                  <a:lnTo>
                    <a:pt x="43922" y="116129"/>
                  </a:lnTo>
                  <a:close/>
                  <a:moveTo>
                    <a:pt x="49473" y="67511"/>
                  </a:moveTo>
                  <a:lnTo>
                    <a:pt x="52249" y="43202"/>
                  </a:lnTo>
                  <a:lnTo>
                    <a:pt x="40218" y="41829"/>
                  </a:lnTo>
                  <a:lnTo>
                    <a:pt x="37442" y="66138"/>
                  </a:lnTo>
                  <a:lnTo>
                    <a:pt x="49473" y="67511"/>
                  </a:lnTo>
                  <a:close/>
                  <a:moveTo>
                    <a:pt x="55017" y="18893"/>
                  </a:moveTo>
                  <a:lnTo>
                    <a:pt x="56405" y="6738"/>
                  </a:lnTo>
                  <a:lnTo>
                    <a:pt x="44381" y="5366"/>
                  </a:lnTo>
                  <a:lnTo>
                    <a:pt x="42994" y="17520"/>
                  </a:lnTo>
                  <a:lnTo>
                    <a:pt x="55017" y="18893"/>
                  </a:lnTo>
                  <a:close/>
                </a:path>
              </a:pathLst>
            </a:custGeom>
            <a:solidFill>
              <a:srgbClr val="3182BA"/>
            </a:solidFill>
            <a:ln w="807" cap="flat">
              <a:noFill/>
              <a:prstDash val="solid"/>
              <a:miter/>
            </a:ln>
          </p:spPr>
        </p:sp>
        <p:sp>
          <p:nvSpPr>
            <p:cNvPr id="414" name="任意形状 413">
              <a:extLst>
                <a:ext uri="{FF2B5EF4-FFF2-40B4-BE49-F238E27FC236}">
                  <a16:creationId xmlns:a16="http://schemas.microsoft.com/office/drawing/2014/main" id="{AD140BAB-5765-0EB9-226F-FC6D0D29B61B}"/>
                </a:ext>
              </a:extLst>
            </p:cNvPr>
            <p:cNvSpPr/>
            <p:nvPr/>
          </p:nvSpPr>
          <p:spPr>
            <a:xfrm>
              <a:off x="7394984" y="2865621"/>
              <a:ext cx="155506" cy="339336"/>
            </a:xfrm>
            <a:custGeom>
              <a:avLst/>
              <a:gdLst>
                <a:gd name="csX0" fmla="*/ 89417 w 114931"/>
                <a:gd name="csY0" fmla="*/ 3293 h 250796"/>
                <a:gd name="csX1" fmla="*/ 81275 w 114931"/>
                <a:gd name="csY1" fmla="*/ 668 h 250796"/>
                <a:gd name="csX2" fmla="*/ 32802 w 114931"/>
                <a:gd name="csY2" fmla="*/ 25513 h 250796"/>
                <a:gd name="csX3" fmla="*/ 30179 w 114931"/>
                <a:gd name="csY3" fmla="*/ 33659 h 250796"/>
                <a:gd name="csX4" fmla="*/ 38322 w 114931"/>
                <a:gd name="csY4" fmla="*/ 36284 h 250796"/>
                <a:gd name="csX5" fmla="*/ 81412 w 114931"/>
                <a:gd name="csY5" fmla="*/ 14199 h 250796"/>
                <a:gd name="csX6" fmla="*/ 103489 w 114931"/>
                <a:gd name="csY6" fmla="*/ 57286 h 250796"/>
                <a:gd name="csX7" fmla="*/ 111640 w 114931"/>
                <a:gd name="csY7" fmla="*/ 59908 h 250796"/>
                <a:gd name="csX8" fmla="*/ 114262 w 114931"/>
                <a:gd name="csY8" fmla="*/ 51765 h 250796"/>
                <a:gd name="csX9" fmla="*/ 89417 w 114931"/>
                <a:gd name="csY9" fmla="*/ 3293 h 250796"/>
                <a:gd name="csX10" fmla="*/ 15437 w 114931"/>
                <a:gd name="csY10" fmla="*/ 238652 h 250796"/>
                <a:gd name="csX11" fmla="*/ 11531 w 114931"/>
                <a:gd name="csY11" fmla="*/ 231035 h 250796"/>
                <a:gd name="csX12" fmla="*/ 3914 w 114931"/>
                <a:gd name="csY12" fmla="*/ 234940 h 250796"/>
                <a:gd name="csX13" fmla="*/ 15437 w 114931"/>
                <a:gd name="csY13" fmla="*/ 238652 h 250796"/>
                <a:gd name="csX14" fmla="*/ 11741 w 114931"/>
                <a:gd name="csY14" fmla="*/ 210652 h 250796"/>
                <a:gd name="csX15" fmla="*/ 15647 w 114931"/>
                <a:gd name="csY15" fmla="*/ 218269 h 250796"/>
                <a:gd name="csX16" fmla="*/ 23264 w 114931"/>
                <a:gd name="csY16" fmla="*/ 214364 h 250796"/>
                <a:gd name="csX17" fmla="*/ 11741 w 114931"/>
                <a:gd name="csY17" fmla="*/ 210652 h 250796"/>
                <a:gd name="csX18" fmla="*/ 31091 w 114931"/>
                <a:gd name="csY18" fmla="*/ 190075 h 250796"/>
                <a:gd name="csX19" fmla="*/ 27186 w 114931"/>
                <a:gd name="csY19" fmla="*/ 182457 h 250796"/>
                <a:gd name="csX20" fmla="*/ 19568 w 114931"/>
                <a:gd name="csY20" fmla="*/ 186363 h 250796"/>
                <a:gd name="csX21" fmla="*/ 31091 w 114931"/>
                <a:gd name="csY21" fmla="*/ 190075 h 250796"/>
                <a:gd name="csX22" fmla="*/ 27396 w 114931"/>
                <a:gd name="csY22" fmla="*/ 162074 h 250796"/>
                <a:gd name="csX23" fmla="*/ 31301 w 114931"/>
                <a:gd name="csY23" fmla="*/ 169692 h 250796"/>
                <a:gd name="csX24" fmla="*/ 38918 w 114931"/>
                <a:gd name="csY24" fmla="*/ 165786 h 250796"/>
                <a:gd name="csX25" fmla="*/ 27396 w 114931"/>
                <a:gd name="csY25" fmla="*/ 162074 h 250796"/>
                <a:gd name="csX26" fmla="*/ 46746 w 114931"/>
                <a:gd name="csY26" fmla="*/ 141497 h 250796"/>
                <a:gd name="csX27" fmla="*/ 42840 w 114931"/>
                <a:gd name="csY27" fmla="*/ 133880 h 250796"/>
                <a:gd name="csX28" fmla="*/ 35223 w 114931"/>
                <a:gd name="csY28" fmla="*/ 137785 h 250796"/>
                <a:gd name="csX29" fmla="*/ 46746 w 114931"/>
                <a:gd name="csY29" fmla="*/ 141497 h 250796"/>
                <a:gd name="csX30" fmla="*/ 43050 w 114931"/>
                <a:gd name="csY30" fmla="*/ 113497 h 250796"/>
                <a:gd name="csX31" fmla="*/ 46956 w 114931"/>
                <a:gd name="csY31" fmla="*/ 121114 h 250796"/>
                <a:gd name="csX32" fmla="*/ 54573 w 114931"/>
                <a:gd name="csY32" fmla="*/ 117209 h 250796"/>
                <a:gd name="csX33" fmla="*/ 43050 w 114931"/>
                <a:gd name="csY33" fmla="*/ 113497 h 250796"/>
                <a:gd name="csX34" fmla="*/ 62400 w 114931"/>
                <a:gd name="csY34" fmla="*/ 92920 h 250796"/>
                <a:gd name="csX35" fmla="*/ 58495 w 114931"/>
                <a:gd name="csY35" fmla="*/ 85302 h 250796"/>
                <a:gd name="csX36" fmla="*/ 50878 w 114931"/>
                <a:gd name="csY36" fmla="*/ 89208 h 250796"/>
                <a:gd name="csX37" fmla="*/ 62400 w 114931"/>
                <a:gd name="csY37" fmla="*/ 92920 h 250796"/>
                <a:gd name="csX38" fmla="*/ 58705 w 114931"/>
                <a:gd name="csY38" fmla="*/ 64919 h 250796"/>
                <a:gd name="csX39" fmla="*/ 62610 w 114931"/>
                <a:gd name="csY39" fmla="*/ 72537 h 250796"/>
                <a:gd name="csX40" fmla="*/ 70228 w 114931"/>
                <a:gd name="csY40" fmla="*/ 68631 h 250796"/>
                <a:gd name="csX41" fmla="*/ 58705 w 114931"/>
                <a:gd name="csY41" fmla="*/ 64919 h 250796"/>
                <a:gd name="csX42" fmla="*/ 78055 w 114931"/>
                <a:gd name="csY42" fmla="*/ 44342 h 250796"/>
                <a:gd name="csX43" fmla="*/ 74149 w 114931"/>
                <a:gd name="csY43" fmla="*/ 36727 h 250796"/>
                <a:gd name="csX44" fmla="*/ 66532 w 114931"/>
                <a:gd name="csY44" fmla="*/ 40630 h 250796"/>
                <a:gd name="csX45" fmla="*/ 78055 w 114931"/>
                <a:gd name="csY45" fmla="*/ 44342 h 250796"/>
                <a:gd name="csX46" fmla="*/ 74359 w 114931"/>
                <a:gd name="csY46" fmla="*/ 16342 h 250796"/>
                <a:gd name="csX47" fmla="*/ 78265 w 114931"/>
                <a:gd name="csY47" fmla="*/ 23958 h 250796"/>
                <a:gd name="csX48" fmla="*/ 85882 w 114931"/>
                <a:gd name="csY48" fmla="*/ 20054 h 250796"/>
                <a:gd name="csX49" fmla="*/ 74359 w 114931"/>
                <a:gd name="csY49" fmla="*/ 16342 h 250796"/>
                <a:gd name="csX50" fmla="*/ 11523 w 114931"/>
                <a:gd name="csY50" fmla="*/ 250797 h 250796"/>
                <a:gd name="csX51" fmla="*/ 15437 w 114931"/>
                <a:gd name="csY51" fmla="*/ 238652 h 250796"/>
                <a:gd name="csX52" fmla="*/ 3914 w 114931"/>
                <a:gd name="csY52" fmla="*/ 234940 h 250796"/>
                <a:gd name="csX53" fmla="*/ 0 w 114931"/>
                <a:gd name="csY53" fmla="*/ 247085 h 250796"/>
                <a:gd name="csX54" fmla="*/ 11523 w 114931"/>
                <a:gd name="csY54" fmla="*/ 250797 h 250796"/>
                <a:gd name="csX55" fmla="*/ 23264 w 114931"/>
                <a:gd name="csY55" fmla="*/ 214364 h 250796"/>
                <a:gd name="csX56" fmla="*/ 31091 w 114931"/>
                <a:gd name="csY56" fmla="*/ 190075 h 250796"/>
                <a:gd name="csX57" fmla="*/ 19568 w 114931"/>
                <a:gd name="csY57" fmla="*/ 186363 h 250796"/>
                <a:gd name="csX58" fmla="*/ 11741 w 114931"/>
                <a:gd name="csY58" fmla="*/ 210652 h 250796"/>
                <a:gd name="csX59" fmla="*/ 23264 w 114931"/>
                <a:gd name="csY59" fmla="*/ 214364 h 250796"/>
                <a:gd name="csX60" fmla="*/ 38918 w 114931"/>
                <a:gd name="csY60" fmla="*/ 165786 h 250796"/>
                <a:gd name="csX61" fmla="*/ 46746 w 114931"/>
                <a:gd name="csY61" fmla="*/ 141497 h 250796"/>
                <a:gd name="csX62" fmla="*/ 35223 w 114931"/>
                <a:gd name="csY62" fmla="*/ 137785 h 250796"/>
                <a:gd name="csX63" fmla="*/ 27396 w 114931"/>
                <a:gd name="csY63" fmla="*/ 162074 h 250796"/>
                <a:gd name="csX64" fmla="*/ 38918 w 114931"/>
                <a:gd name="csY64" fmla="*/ 165786 h 250796"/>
                <a:gd name="csX65" fmla="*/ 54573 w 114931"/>
                <a:gd name="csY65" fmla="*/ 117209 h 250796"/>
                <a:gd name="csX66" fmla="*/ 62400 w 114931"/>
                <a:gd name="csY66" fmla="*/ 92920 h 250796"/>
                <a:gd name="csX67" fmla="*/ 50878 w 114931"/>
                <a:gd name="csY67" fmla="*/ 89208 h 250796"/>
                <a:gd name="csX68" fmla="*/ 43050 w 114931"/>
                <a:gd name="csY68" fmla="*/ 113497 h 250796"/>
                <a:gd name="csX69" fmla="*/ 54573 w 114931"/>
                <a:gd name="csY69" fmla="*/ 117209 h 250796"/>
                <a:gd name="csX70" fmla="*/ 70228 w 114931"/>
                <a:gd name="csY70" fmla="*/ 68631 h 250796"/>
                <a:gd name="csX71" fmla="*/ 78055 w 114931"/>
                <a:gd name="csY71" fmla="*/ 44342 h 250796"/>
                <a:gd name="csX72" fmla="*/ 66532 w 114931"/>
                <a:gd name="csY72" fmla="*/ 40630 h 250796"/>
                <a:gd name="csX73" fmla="*/ 58705 w 114931"/>
                <a:gd name="csY73" fmla="*/ 64919 h 250796"/>
                <a:gd name="csX74" fmla="*/ 70228 w 114931"/>
                <a:gd name="csY74" fmla="*/ 68631 h 250796"/>
                <a:gd name="csX75" fmla="*/ 85882 w 114931"/>
                <a:gd name="csY75" fmla="*/ 20054 h 250796"/>
                <a:gd name="csX76" fmla="*/ 89796 w 114931"/>
                <a:gd name="csY76" fmla="*/ 7909 h 250796"/>
                <a:gd name="csX77" fmla="*/ 78273 w 114931"/>
                <a:gd name="csY77" fmla="*/ 4197 h 250796"/>
                <a:gd name="csX78" fmla="*/ 74359 w 114931"/>
                <a:gd name="csY78" fmla="*/ 16342 h 250796"/>
                <a:gd name="csX79" fmla="*/ 85882 w 114931"/>
                <a:gd name="csY79" fmla="*/ 20054 h 250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114931" h="250796">
                  <a:moveTo>
                    <a:pt x="89417" y="3293"/>
                  </a:moveTo>
                  <a:cubicBezTo>
                    <a:pt x="87891" y="318"/>
                    <a:pt x="84252" y="-857"/>
                    <a:pt x="81275" y="668"/>
                  </a:cubicBezTo>
                  <a:lnTo>
                    <a:pt x="32802" y="25513"/>
                  </a:lnTo>
                  <a:cubicBezTo>
                    <a:pt x="29824" y="27037"/>
                    <a:pt x="28654" y="30684"/>
                    <a:pt x="30179" y="33659"/>
                  </a:cubicBezTo>
                  <a:cubicBezTo>
                    <a:pt x="31705" y="36633"/>
                    <a:pt x="35352" y="37809"/>
                    <a:pt x="38322" y="36284"/>
                  </a:cubicBezTo>
                  <a:lnTo>
                    <a:pt x="81412" y="14199"/>
                  </a:lnTo>
                  <a:lnTo>
                    <a:pt x="103489" y="57286"/>
                  </a:lnTo>
                  <a:cubicBezTo>
                    <a:pt x="105015" y="60263"/>
                    <a:pt x="108662" y="61433"/>
                    <a:pt x="111640" y="59908"/>
                  </a:cubicBezTo>
                  <a:cubicBezTo>
                    <a:pt x="114617" y="58383"/>
                    <a:pt x="115787" y="54739"/>
                    <a:pt x="114262" y="51765"/>
                  </a:cubicBezTo>
                  <a:lnTo>
                    <a:pt x="89417" y="3293"/>
                  </a:lnTo>
                  <a:close/>
                  <a:moveTo>
                    <a:pt x="15437" y="238652"/>
                  </a:moveTo>
                  <a:cubicBezTo>
                    <a:pt x="16461" y="235473"/>
                    <a:pt x="14710" y="232060"/>
                    <a:pt x="11531" y="231035"/>
                  </a:cubicBezTo>
                  <a:cubicBezTo>
                    <a:pt x="8352" y="230010"/>
                    <a:pt x="4939" y="231761"/>
                    <a:pt x="3914" y="234940"/>
                  </a:cubicBezTo>
                  <a:lnTo>
                    <a:pt x="15437" y="238652"/>
                  </a:lnTo>
                  <a:close/>
                  <a:moveTo>
                    <a:pt x="11741" y="210652"/>
                  </a:moveTo>
                  <a:cubicBezTo>
                    <a:pt x="10716" y="213831"/>
                    <a:pt x="12467" y="217244"/>
                    <a:pt x="15647" y="218269"/>
                  </a:cubicBezTo>
                  <a:cubicBezTo>
                    <a:pt x="18826" y="219294"/>
                    <a:pt x="22239" y="217543"/>
                    <a:pt x="23264" y="214364"/>
                  </a:cubicBezTo>
                  <a:lnTo>
                    <a:pt x="11741" y="210652"/>
                  </a:lnTo>
                  <a:close/>
                  <a:moveTo>
                    <a:pt x="31091" y="190075"/>
                  </a:moveTo>
                  <a:cubicBezTo>
                    <a:pt x="32116" y="186895"/>
                    <a:pt x="30365" y="183482"/>
                    <a:pt x="27186" y="182457"/>
                  </a:cubicBezTo>
                  <a:cubicBezTo>
                    <a:pt x="24006" y="181432"/>
                    <a:pt x="20593" y="183184"/>
                    <a:pt x="19568" y="186363"/>
                  </a:cubicBezTo>
                  <a:lnTo>
                    <a:pt x="31091" y="190075"/>
                  </a:lnTo>
                  <a:close/>
                  <a:moveTo>
                    <a:pt x="27396" y="162074"/>
                  </a:moveTo>
                  <a:cubicBezTo>
                    <a:pt x="26371" y="165253"/>
                    <a:pt x="28122" y="168667"/>
                    <a:pt x="31301" y="169692"/>
                  </a:cubicBezTo>
                  <a:cubicBezTo>
                    <a:pt x="34480" y="170716"/>
                    <a:pt x="37894" y="168965"/>
                    <a:pt x="38918" y="165786"/>
                  </a:cubicBezTo>
                  <a:lnTo>
                    <a:pt x="27396" y="162074"/>
                  </a:lnTo>
                  <a:close/>
                  <a:moveTo>
                    <a:pt x="46746" y="141497"/>
                  </a:moveTo>
                  <a:cubicBezTo>
                    <a:pt x="47771" y="138318"/>
                    <a:pt x="46020" y="134905"/>
                    <a:pt x="42840" y="133880"/>
                  </a:cubicBezTo>
                  <a:cubicBezTo>
                    <a:pt x="39661" y="132855"/>
                    <a:pt x="36247" y="134606"/>
                    <a:pt x="35223" y="137785"/>
                  </a:cubicBezTo>
                  <a:lnTo>
                    <a:pt x="46746" y="141497"/>
                  </a:lnTo>
                  <a:close/>
                  <a:moveTo>
                    <a:pt x="43050" y="113497"/>
                  </a:moveTo>
                  <a:cubicBezTo>
                    <a:pt x="42025" y="116676"/>
                    <a:pt x="43776" y="120089"/>
                    <a:pt x="46956" y="121114"/>
                  </a:cubicBezTo>
                  <a:cubicBezTo>
                    <a:pt x="50135" y="122139"/>
                    <a:pt x="53549" y="120388"/>
                    <a:pt x="54573" y="117209"/>
                  </a:cubicBezTo>
                  <a:lnTo>
                    <a:pt x="43050" y="113497"/>
                  </a:lnTo>
                  <a:close/>
                  <a:moveTo>
                    <a:pt x="62400" y="92920"/>
                  </a:moveTo>
                  <a:cubicBezTo>
                    <a:pt x="63425" y="89740"/>
                    <a:pt x="61674" y="86327"/>
                    <a:pt x="58495" y="85302"/>
                  </a:cubicBezTo>
                  <a:cubicBezTo>
                    <a:pt x="55316" y="84278"/>
                    <a:pt x="51902" y="86029"/>
                    <a:pt x="50878" y="89208"/>
                  </a:cubicBezTo>
                  <a:lnTo>
                    <a:pt x="62400" y="92920"/>
                  </a:lnTo>
                  <a:close/>
                  <a:moveTo>
                    <a:pt x="58705" y="64919"/>
                  </a:moveTo>
                  <a:cubicBezTo>
                    <a:pt x="57680" y="68099"/>
                    <a:pt x="59431" y="71512"/>
                    <a:pt x="62610" y="72537"/>
                  </a:cubicBezTo>
                  <a:cubicBezTo>
                    <a:pt x="65790" y="73561"/>
                    <a:pt x="69203" y="71810"/>
                    <a:pt x="70228" y="68631"/>
                  </a:cubicBezTo>
                  <a:lnTo>
                    <a:pt x="58705" y="64919"/>
                  </a:lnTo>
                  <a:close/>
                  <a:moveTo>
                    <a:pt x="78055" y="44342"/>
                  </a:moveTo>
                  <a:cubicBezTo>
                    <a:pt x="79080" y="41161"/>
                    <a:pt x="77329" y="37751"/>
                    <a:pt x="74149" y="36727"/>
                  </a:cubicBezTo>
                  <a:cubicBezTo>
                    <a:pt x="70970" y="35701"/>
                    <a:pt x="67557" y="37449"/>
                    <a:pt x="66532" y="40630"/>
                  </a:cubicBezTo>
                  <a:lnTo>
                    <a:pt x="78055" y="44342"/>
                  </a:lnTo>
                  <a:close/>
                  <a:moveTo>
                    <a:pt x="74359" y="16342"/>
                  </a:moveTo>
                  <a:cubicBezTo>
                    <a:pt x="73335" y="19523"/>
                    <a:pt x="75086" y="22933"/>
                    <a:pt x="78265" y="23958"/>
                  </a:cubicBezTo>
                  <a:cubicBezTo>
                    <a:pt x="81444" y="24983"/>
                    <a:pt x="84857" y="23235"/>
                    <a:pt x="85882" y="20054"/>
                  </a:cubicBezTo>
                  <a:lnTo>
                    <a:pt x="74359" y="16342"/>
                  </a:lnTo>
                  <a:close/>
                  <a:moveTo>
                    <a:pt x="11523" y="250797"/>
                  </a:moveTo>
                  <a:lnTo>
                    <a:pt x="15437" y="238652"/>
                  </a:lnTo>
                  <a:lnTo>
                    <a:pt x="3914" y="234940"/>
                  </a:lnTo>
                  <a:lnTo>
                    <a:pt x="0" y="247085"/>
                  </a:lnTo>
                  <a:lnTo>
                    <a:pt x="11523" y="250797"/>
                  </a:lnTo>
                  <a:close/>
                  <a:moveTo>
                    <a:pt x="23264" y="214364"/>
                  </a:moveTo>
                  <a:lnTo>
                    <a:pt x="31091" y="190075"/>
                  </a:lnTo>
                  <a:lnTo>
                    <a:pt x="19568" y="186363"/>
                  </a:lnTo>
                  <a:lnTo>
                    <a:pt x="11741" y="210652"/>
                  </a:lnTo>
                  <a:lnTo>
                    <a:pt x="23264" y="214364"/>
                  </a:lnTo>
                  <a:close/>
                  <a:moveTo>
                    <a:pt x="38918" y="165786"/>
                  </a:moveTo>
                  <a:lnTo>
                    <a:pt x="46746" y="141497"/>
                  </a:lnTo>
                  <a:lnTo>
                    <a:pt x="35223" y="137785"/>
                  </a:lnTo>
                  <a:lnTo>
                    <a:pt x="27396" y="162074"/>
                  </a:lnTo>
                  <a:lnTo>
                    <a:pt x="38918" y="165786"/>
                  </a:lnTo>
                  <a:close/>
                  <a:moveTo>
                    <a:pt x="54573" y="117209"/>
                  </a:moveTo>
                  <a:lnTo>
                    <a:pt x="62400" y="92920"/>
                  </a:lnTo>
                  <a:lnTo>
                    <a:pt x="50878" y="89208"/>
                  </a:lnTo>
                  <a:lnTo>
                    <a:pt x="43050" y="113497"/>
                  </a:lnTo>
                  <a:lnTo>
                    <a:pt x="54573" y="117209"/>
                  </a:lnTo>
                  <a:close/>
                  <a:moveTo>
                    <a:pt x="70228" y="68631"/>
                  </a:moveTo>
                  <a:lnTo>
                    <a:pt x="78055" y="44342"/>
                  </a:lnTo>
                  <a:lnTo>
                    <a:pt x="66532" y="40630"/>
                  </a:lnTo>
                  <a:lnTo>
                    <a:pt x="58705" y="64919"/>
                  </a:lnTo>
                  <a:lnTo>
                    <a:pt x="70228" y="68631"/>
                  </a:lnTo>
                  <a:close/>
                  <a:moveTo>
                    <a:pt x="85882" y="20054"/>
                  </a:moveTo>
                  <a:lnTo>
                    <a:pt x="89796" y="7909"/>
                  </a:lnTo>
                  <a:lnTo>
                    <a:pt x="78273" y="4197"/>
                  </a:lnTo>
                  <a:lnTo>
                    <a:pt x="74359" y="16342"/>
                  </a:lnTo>
                  <a:lnTo>
                    <a:pt x="85882" y="20054"/>
                  </a:lnTo>
                  <a:close/>
                </a:path>
              </a:pathLst>
            </a:custGeom>
            <a:solidFill>
              <a:srgbClr val="3182BA"/>
            </a:solidFill>
            <a:ln w="807" cap="flat">
              <a:noFill/>
              <a:prstDash val="solid"/>
              <a:miter/>
            </a:ln>
          </p:spPr>
        </p:sp>
        <p:sp>
          <p:nvSpPr>
            <p:cNvPr id="416" name="任意形状 415">
              <a:extLst>
                <a:ext uri="{FF2B5EF4-FFF2-40B4-BE49-F238E27FC236}">
                  <a16:creationId xmlns:a16="http://schemas.microsoft.com/office/drawing/2014/main" id="{84D68C0D-5D94-D027-B4A8-3588052CA337}"/>
                </a:ext>
              </a:extLst>
            </p:cNvPr>
            <p:cNvSpPr/>
            <p:nvPr/>
          </p:nvSpPr>
          <p:spPr>
            <a:xfrm>
              <a:off x="8113567" y="2289921"/>
              <a:ext cx="120020" cy="535302"/>
            </a:xfrm>
            <a:custGeom>
              <a:avLst/>
              <a:gdLst>
                <a:gd name="csX0" fmla="*/ 44595 w 88704"/>
                <a:gd name="csY0" fmla="*/ 394285 h 395631"/>
                <a:gd name="csX1" fmla="*/ 53108 w 88704"/>
                <a:gd name="csY1" fmla="*/ 393385 h 395631"/>
                <a:gd name="csX2" fmla="*/ 87354 w 88704"/>
                <a:gd name="csY2" fmla="*/ 351031 h 395631"/>
                <a:gd name="csX3" fmla="*/ 86459 w 88704"/>
                <a:gd name="csY3" fmla="*/ 342520 h 395631"/>
                <a:gd name="csX4" fmla="*/ 77945 w 88704"/>
                <a:gd name="csY4" fmla="*/ 343420 h 395631"/>
                <a:gd name="csX5" fmla="*/ 47500 w 88704"/>
                <a:gd name="csY5" fmla="*/ 381068 h 395631"/>
                <a:gd name="csX6" fmla="*/ 9856 w 88704"/>
                <a:gd name="csY6" fmla="*/ 350625 h 395631"/>
                <a:gd name="csX7" fmla="*/ 1343 w 88704"/>
                <a:gd name="csY7" fmla="*/ 351526 h 395631"/>
                <a:gd name="csX8" fmla="*/ 2247 w 88704"/>
                <a:gd name="csY8" fmla="*/ 360037 h 395631"/>
                <a:gd name="csX9" fmla="*/ 44595 w 88704"/>
                <a:gd name="csY9" fmla="*/ 394285 h 395631"/>
                <a:gd name="csX10" fmla="*/ 2521 w 88704"/>
                <a:gd name="csY10" fmla="*/ 13428 h 395631"/>
                <a:gd name="csX11" fmla="*/ 9170 w 88704"/>
                <a:gd name="csY11" fmla="*/ 18810 h 395631"/>
                <a:gd name="csX12" fmla="*/ 14553 w 88704"/>
                <a:gd name="csY12" fmla="*/ 12154 h 395631"/>
                <a:gd name="csX13" fmla="*/ 2521 w 88704"/>
                <a:gd name="csY13" fmla="*/ 13428 h 395631"/>
                <a:gd name="csX14" fmla="*/ 17127 w 88704"/>
                <a:gd name="csY14" fmla="*/ 36463 h 395631"/>
                <a:gd name="csX15" fmla="*/ 10470 w 88704"/>
                <a:gd name="csY15" fmla="*/ 31082 h 395631"/>
                <a:gd name="csX16" fmla="*/ 5087 w 88704"/>
                <a:gd name="csY16" fmla="*/ 37737 h 395631"/>
                <a:gd name="csX17" fmla="*/ 17127 w 88704"/>
                <a:gd name="csY17" fmla="*/ 36463 h 395631"/>
                <a:gd name="csX18" fmla="*/ 7661 w 88704"/>
                <a:gd name="csY18" fmla="*/ 62046 h 395631"/>
                <a:gd name="csX19" fmla="*/ 14319 w 88704"/>
                <a:gd name="csY19" fmla="*/ 67427 h 395631"/>
                <a:gd name="csX20" fmla="*/ 19701 w 88704"/>
                <a:gd name="csY20" fmla="*/ 60772 h 395631"/>
                <a:gd name="csX21" fmla="*/ 7661 w 88704"/>
                <a:gd name="csY21" fmla="*/ 62046 h 395631"/>
                <a:gd name="csX22" fmla="*/ 22267 w 88704"/>
                <a:gd name="csY22" fmla="*/ 85081 h 395631"/>
                <a:gd name="csX23" fmla="*/ 15618 w 88704"/>
                <a:gd name="csY23" fmla="*/ 79699 h 395631"/>
                <a:gd name="csX24" fmla="*/ 10236 w 88704"/>
                <a:gd name="csY24" fmla="*/ 86355 h 395631"/>
                <a:gd name="csX25" fmla="*/ 22267 w 88704"/>
                <a:gd name="csY25" fmla="*/ 85081 h 395631"/>
                <a:gd name="csX26" fmla="*/ 12810 w 88704"/>
                <a:gd name="csY26" fmla="*/ 110664 h 395631"/>
                <a:gd name="csX27" fmla="*/ 19459 w 88704"/>
                <a:gd name="csY27" fmla="*/ 116045 h 395631"/>
                <a:gd name="csX28" fmla="*/ 24841 w 88704"/>
                <a:gd name="csY28" fmla="*/ 109390 h 395631"/>
                <a:gd name="csX29" fmla="*/ 12810 w 88704"/>
                <a:gd name="csY29" fmla="*/ 110664 h 395631"/>
                <a:gd name="csX30" fmla="*/ 27415 w 88704"/>
                <a:gd name="csY30" fmla="*/ 133699 h 395631"/>
                <a:gd name="csX31" fmla="*/ 20758 w 88704"/>
                <a:gd name="csY31" fmla="*/ 128317 h 395631"/>
                <a:gd name="csX32" fmla="*/ 15376 w 88704"/>
                <a:gd name="csY32" fmla="*/ 134973 h 395631"/>
                <a:gd name="csX33" fmla="*/ 27415 w 88704"/>
                <a:gd name="csY33" fmla="*/ 133699 h 395631"/>
                <a:gd name="csX34" fmla="*/ 17950 w 88704"/>
                <a:gd name="csY34" fmla="*/ 159282 h 395631"/>
                <a:gd name="csX35" fmla="*/ 24607 w 88704"/>
                <a:gd name="csY35" fmla="*/ 164663 h 395631"/>
                <a:gd name="csX36" fmla="*/ 29990 w 88704"/>
                <a:gd name="csY36" fmla="*/ 158008 h 395631"/>
                <a:gd name="csX37" fmla="*/ 17950 w 88704"/>
                <a:gd name="csY37" fmla="*/ 159282 h 395631"/>
                <a:gd name="csX38" fmla="*/ 32555 w 88704"/>
                <a:gd name="csY38" fmla="*/ 182316 h 395631"/>
                <a:gd name="csX39" fmla="*/ 25906 w 88704"/>
                <a:gd name="csY39" fmla="*/ 176935 h 395631"/>
                <a:gd name="csX40" fmla="*/ 20524 w 88704"/>
                <a:gd name="csY40" fmla="*/ 183591 h 395631"/>
                <a:gd name="csX41" fmla="*/ 32555 w 88704"/>
                <a:gd name="csY41" fmla="*/ 182316 h 395631"/>
                <a:gd name="csX42" fmla="*/ 23098 w 88704"/>
                <a:gd name="csY42" fmla="*/ 207899 h 395631"/>
                <a:gd name="csX43" fmla="*/ 29747 w 88704"/>
                <a:gd name="csY43" fmla="*/ 213281 h 395631"/>
                <a:gd name="csX44" fmla="*/ 35129 w 88704"/>
                <a:gd name="csY44" fmla="*/ 206625 h 395631"/>
                <a:gd name="csX45" fmla="*/ 23098 w 88704"/>
                <a:gd name="csY45" fmla="*/ 207899 h 395631"/>
                <a:gd name="csX46" fmla="*/ 37704 w 88704"/>
                <a:gd name="csY46" fmla="*/ 230934 h 395631"/>
                <a:gd name="csX47" fmla="*/ 31047 w 88704"/>
                <a:gd name="csY47" fmla="*/ 225553 h 395631"/>
                <a:gd name="csX48" fmla="*/ 25664 w 88704"/>
                <a:gd name="csY48" fmla="*/ 232208 h 395631"/>
                <a:gd name="csX49" fmla="*/ 37704 w 88704"/>
                <a:gd name="csY49" fmla="*/ 230934 h 395631"/>
                <a:gd name="csX50" fmla="*/ 28238 w 88704"/>
                <a:gd name="csY50" fmla="*/ 256517 h 395631"/>
                <a:gd name="csX51" fmla="*/ 34895 w 88704"/>
                <a:gd name="csY51" fmla="*/ 261899 h 395631"/>
                <a:gd name="csX52" fmla="*/ 40278 w 88704"/>
                <a:gd name="csY52" fmla="*/ 255243 h 395631"/>
                <a:gd name="csX53" fmla="*/ 28238 w 88704"/>
                <a:gd name="csY53" fmla="*/ 256517 h 395631"/>
                <a:gd name="csX54" fmla="*/ 42844 w 88704"/>
                <a:gd name="csY54" fmla="*/ 279552 h 395631"/>
                <a:gd name="csX55" fmla="*/ 36195 w 88704"/>
                <a:gd name="csY55" fmla="*/ 274171 h 395631"/>
                <a:gd name="csX56" fmla="*/ 30813 w 88704"/>
                <a:gd name="csY56" fmla="*/ 280826 h 395631"/>
                <a:gd name="csX57" fmla="*/ 42844 w 88704"/>
                <a:gd name="csY57" fmla="*/ 279552 h 395631"/>
                <a:gd name="csX58" fmla="*/ 33387 w 88704"/>
                <a:gd name="csY58" fmla="*/ 305135 h 395631"/>
                <a:gd name="csX59" fmla="*/ 40036 w 88704"/>
                <a:gd name="csY59" fmla="*/ 310517 h 395631"/>
                <a:gd name="csX60" fmla="*/ 45418 w 88704"/>
                <a:gd name="csY60" fmla="*/ 303861 h 395631"/>
                <a:gd name="csX61" fmla="*/ 33387 w 88704"/>
                <a:gd name="csY61" fmla="*/ 305135 h 395631"/>
                <a:gd name="csX62" fmla="*/ 47992 w 88704"/>
                <a:gd name="csY62" fmla="*/ 328170 h 395631"/>
                <a:gd name="csX63" fmla="*/ 41335 w 88704"/>
                <a:gd name="csY63" fmla="*/ 322788 h 395631"/>
                <a:gd name="csX64" fmla="*/ 35953 w 88704"/>
                <a:gd name="csY64" fmla="*/ 329444 h 395631"/>
                <a:gd name="csX65" fmla="*/ 47992 w 88704"/>
                <a:gd name="csY65" fmla="*/ 328170 h 395631"/>
                <a:gd name="csX66" fmla="*/ 38527 w 88704"/>
                <a:gd name="csY66" fmla="*/ 353753 h 395631"/>
                <a:gd name="csX67" fmla="*/ 45184 w 88704"/>
                <a:gd name="csY67" fmla="*/ 359134 h 395631"/>
                <a:gd name="csX68" fmla="*/ 50566 w 88704"/>
                <a:gd name="csY68" fmla="*/ 352479 h 395631"/>
                <a:gd name="csX69" fmla="*/ 38527 w 88704"/>
                <a:gd name="csY69" fmla="*/ 353753 h 395631"/>
                <a:gd name="csX70" fmla="*/ 53132 w 88704"/>
                <a:gd name="csY70" fmla="*/ 376788 h 395631"/>
                <a:gd name="csX71" fmla="*/ 46483 w 88704"/>
                <a:gd name="csY71" fmla="*/ 371406 h 395631"/>
                <a:gd name="csX72" fmla="*/ 41101 w 88704"/>
                <a:gd name="csY72" fmla="*/ 378062 h 395631"/>
                <a:gd name="csX73" fmla="*/ 53132 w 88704"/>
                <a:gd name="csY73" fmla="*/ 376788 h 395631"/>
                <a:gd name="csX74" fmla="*/ 1230 w 88704"/>
                <a:gd name="csY74" fmla="*/ 1273 h 395631"/>
                <a:gd name="csX75" fmla="*/ 2521 w 88704"/>
                <a:gd name="csY75" fmla="*/ 13428 h 395631"/>
                <a:gd name="csX76" fmla="*/ 14553 w 88704"/>
                <a:gd name="csY76" fmla="*/ 12154 h 395631"/>
                <a:gd name="csX77" fmla="*/ 13270 w 88704"/>
                <a:gd name="csY77" fmla="*/ 0 h 395631"/>
                <a:gd name="csX78" fmla="*/ 1230 w 88704"/>
                <a:gd name="csY78" fmla="*/ 1273 h 395631"/>
                <a:gd name="csX79" fmla="*/ 5087 w 88704"/>
                <a:gd name="csY79" fmla="*/ 37737 h 395631"/>
                <a:gd name="csX80" fmla="*/ 7661 w 88704"/>
                <a:gd name="csY80" fmla="*/ 62046 h 395631"/>
                <a:gd name="csX81" fmla="*/ 19701 w 88704"/>
                <a:gd name="csY81" fmla="*/ 60772 h 395631"/>
                <a:gd name="csX82" fmla="*/ 17127 w 88704"/>
                <a:gd name="csY82" fmla="*/ 36463 h 395631"/>
                <a:gd name="csX83" fmla="*/ 5087 w 88704"/>
                <a:gd name="csY83" fmla="*/ 37737 h 395631"/>
                <a:gd name="csX84" fmla="*/ 10236 w 88704"/>
                <a:gd name="csY84" fmla="*/ 86355 h 395631"/>
                <a:gd name="csX85" fmla="*/ 12810 w 88704"/>
                <a:gd name="csY85" fmla="*/ 110664 h 395631"/>
                <a:gd name="csX86" fmla="*/ 24841 w 88704"/>
                <a:gd name="csY86" fmla="*/ 109390 h 395631"/>
                <a:gd name="csX87" fmla="*/ 22267 w 88704"/>
                <a:gd name="csY87" fmla="*/ 85081 h 395631"/>
                <a:gd name="csX88" fmla="*/ 10236 w 88704"/>
                <a:gd name="csY88" fmla="*/ 86355 h 395631"/>
                <a:gd name="csX89" fmla="*/ 15376 w 88704"/>
                <a:gd name="csY89" fmla="*/ 134973 h 395631"/>
                <a:gd name="csX90" fmla="*/ 17950 w 88704"/>
                <a:gd name="csY90" fmla="*/ 159282 h 395631"/>
                <a:gd name="csX91" fmla="*/ 29990 w 88704"/>
                <a:gd name="csY91" fmla="*/ 158008 h 395631"/>
                <a:gd name="csX92" fmla="*/ 27415 w 88704"/>
                <a:gd name="csY92" fmla="*/ 133699 h 395631"/>
                <a:gd name="csX93" fmla="*/ 15376 w 88704"/>
                <a:gd name="csY93" fmla="*/ 134973 h 395631"/>
                <a:gd name="csX94" fmla="*/ 20524 w 88704"/>
                <a:gd name="csY94" fmla="*/ 183591 h 395631"/>
                <a:gd name="csX95" fmla="*/ 23098 w 88704"/>
                <a:gd name="csY95" fmla="*/ 207899 h 395631"/>
                <a:gd name="csX96" fmla="*/ 35129 w 88704"/>
                <a:gd name="csY96" fmla="*/ 206625 h 395631"/>
                <a:gd name="csX97" fmla="*/ 32555 w 88704"/>
                <a:gd name="csY97" fmla="*/ 182316 h 395631"/>
                <a:gd name="csX98" fmla="*/ 20524 w 88704"/>
                <a:gd name="csY98" fmla="*/ 183591 h 395631"/>
                <a:gd name="csX99" fmla="*/ 25664 w 88704"/>
                <a:gd name="csY99" fmla="*/ 232208 h 395631"/>
                <a:gd name="csX100" fmla="*/ 28238 w 88704"/>
                <a:gd name="csY100" fmla="*/ 256517 h 395631"/>
                <a:gd name="csX101" fmla="*/ 40278 w 88704"/>
                <a:gd name="csY101" fmla="*/ 255243 h 395631"/>
                <a:gd name="csX102" fmla="*/ 37704 w 88704"/>
                <a:gd name="csY102" fmla="*/ 230934 h 395631"/>
                <a:gd name="csX103" fmla="*/ 25664 w 88704"/>
                <a:gd name="csY103" fmla="*/ 232208 h 395631"/>
                <a:gd name="csX104" fmla="*/ 30813 w 88704"/>
                <a:gd name="csY104" fmla="*/ 280826 h 395631"/>
                <a:gd name="csX105" fmla="*/ 33387 w 88704"/>
                <a:gd name="csY105" fmla="*/ 305135 h 395631"/>
                <a:gd name="csX106" fmla="*/ 45418 w 88704"/>
                <a:gd name="csY106" fmla="*/ 303861 h 395631"/>
                <a:gd name="csX107" fmla="*/ 42844 w 88704"/>
                <a:gd name="csY107" fmla="*/ 279552 h 395631"/>
                <a:gd name="csX108" fmla="*/ 30813 w 88704"/>
                <a:gd name="csY108" fmla="*/ 280826 h 395631"/>
                <a:gd name="csX109" fmla="*/ 35953 w 88704"/>
                <a:gd name="csY109" fmla="*/ 329444 h 395631"/>
                <a:gd name="csX110" fmla="*/ 38527 w 88704"/>
                <a:gd name="csY110" fmla="*/ 353753 h 395631"/>
                <a:gd name="csX111" fmla="*/ 50566 w 88704"/>
                <a:gd name="csY111" fmla="*/ 352479 h 395631"/>
                <a:gd name="csX112" fmla="*/ 47992 w 88704"/>
                <a:gd name="csY112" fmla="*/ 328170 h 395631"/>
                <a:gd name="csX113" fmla="*/ 35953 w 88704"/>
                <a:gd name="csY113" fmla="*/ 329444 h 395631"/>
                <a:gd name="csX114" fmla="*/ 41101 w 88704"/>
                <a:gd name="csY114" fmla="*/ 378062 h 395631"/>
                <a:gd name="csX115" fmla="*/ 42384 w 88704"/>
                <a:gd name="csY115" fmla="*/ 390216 h 395631"/>
                <a:gd name="csX116" fmla="*/ 54423 w 88704"/>
                <a:gd name="csY116" fmla="*/ 388943 h 395631"/>
                <a:gd name="csX117" fmla="*/ 53132 w 88704"/>
                <a:gd name="csY117" fmla="*/ 376788 h 395631"/>
                <a:gd name="csX118" fmla="*/ 41101 w 88704"/>
                <a:gd name="csY118" fmla="*/ 378062 h 395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88704" h="395631">
                  <a:moveTo>
                    <a:pt x="44595" y="394285"/>
                  </a:moveTo>
                  <a:cubicBezTo>
                    <a:pt x="47201" y="396387"/>
                    <a:pt x="51010" y="395984"/>
                    <a:pt x="53108" y="393385"/>
                  </a:cubicBezTo>
                  <a:lnTo>
                    <a:pt x="87354" y="351031"/>
                  </a:lnTo>
                  <a:cubicBezTo>
                    <a:pt x="89460" y="348432"/>
                    <a:pt x="89057" y="344622"/>
                    <a:pt x="86459" y="342520"/>
                  </a:cubicBezTo>
                  <a:cubicBezTo>
                    <a:pt x="83860" y="340418"/>
                    <a:pt x="80052" y="340821"/>
                    <a:pt x="77945" y="343420"/>
                  </a:cubicBezTo>
                  <a:lnTo>
                    <a:pt x="47500" y="381068"/>
                  </a:lnTo>
                  <a:lnTo>
                    <a:pt x="9856" y="350625"/>
                  </a:lnTo>
                  <a:cubicBezTo>
                    <a:pt x="7258" y="348523"/>
                    <a:pt x="3449" y="348927"/>
                    <a:pt x="1343" y="351526"/>
                  </a:cubicBezTo>
                  <a:cubicBezTo>
                    <a:pt x="-755" y="354124"/>
                    <a:pt x="-351" y="357935"/>
                    <a:pt x="2247" y="360037"/>
                  </a:cubicBezTo>
                  <a:lnTo>
                    <a:pt x="44595" y="394285"/>
                  </a:lnTo>
                  <a:close/>
                  <a:moveTo>
                    <a:pt x="2521" y="13428"/>
                  </a:moveTo>
                  <a:cubicBezTo>
                    <a:pt x="2868" y="16752"/>
                    <a:pt x="5846" y="19161"/>
                    <a:pt x="9170" y="18810"/>
                  </a:cubicBezTo>
                  <a:cubicBezTo>
                    <a:pt x="12495" y="18458"/>
                    <a:pt x="14908" y="15478"/>
                    <a:pt x="14553" y="12154"/>
                  </a:cubicBezTo>
                  <a:lnTo>
                    <a:pt x="2521" y="13428"/>
                  </a:lnTo>
                  <a:close/>
                  <a:moveTo>
                    <a:pt x="17127" y="36463"/>
                  </a:moveTo>
                  <a:cubicBezTo>
                    <a:pt x="16772" y="33139"/>
                    <a:pt x="13794" y="30730"/>
                    <a:pt x="10470" y="31082"/>
                  </a:cubicBezTo>
                  <a:cubicBezTo>
                    <a:pt x="7145" y="31433"/>
                    <a:pt x="4741" y="34413"/>
                    <a:pt x="5087" y="37737"/>
                  </a:cubicBezTo>
                  <a:lnTo>
                    <a:pt x="17127" y="36463"/>
                  </a:lnTo>
                  <a:close/>
                  <a:moveTo>
                    <a:pt x="7661" y="62046"/>
                  </a:moveTo>
                  <a:cubicBezTo>
                    <a:pt x="8017" y="65370"/>
                    <a:pt x="10994" y="67779"/>
                    <a:pt x="14319" y="67427"/>
                  </a:cubicBezTo>
                  <a:cubicBezTo>
                    <a:pt x="17643" y="67076"/>
                    <a:pt x="20048" y="64096"/>
                    <a:pt x="19701" y="60772"/>
                  </a:cubicBezTo>
                  <a:lnTo>
                    <a:pt x="7661" y="62046"/>
                  </a:lnTo>
                  <a:close/>
                  <a:moveTo>
                    <a:pt x="22267" y="85081"/>
                  </a:moveTo>
                  <a:cubicBezTo>
                    <a:pt x="21920" y="81757"/>
                    <a:pt x="18943" y="79348"/>
                    <a:pt x="15618" y="79699"/>
                  </a:cubicBezTo>
                  <a:cubicBezTo>
                    <a:pt x="12293" y="80051"/>
                    <a:pt x="9880" y="83031"/>
                    <a:pt x="10236" y="86355"/>
                  </a:cubicBezTo>
                  <a:lnTo>
                    <a:pt x="22267" y="85081"/>
                  </a:lnTo>
                  <a:close/>
                  <a:moveTo>
                    <a:pt x="12810" y="110664"/>
                  </a:moveTo>
                  <a:cubicBezTo>
                    <a:pt x="13157" y="113988"/>
                    <a:pt x="16134" y="116397"/>
                    <a:pt x="19459" y="116045"/>
                  </a:cubicBezTo>
                  <a:cubicBezTo>
                    <a:pt x="22783" y="115693"/>
                    <a:pt x="25196" y="112713"/>
                    <a:pt x="24841" y="109390"/>
                  </a:cubicBezTo>
                  <a:lnTo>
                    <a:pt x="12810" y="110664"/>
                  </a:lnTo>
                  <a:close/>
                  <a:moveTo>
                    <a:pt x="27415" y="133699"/>
                  </a:moveTo>
                  <a:cubicBezTo>
                    <a:pt x="27060" y="130375"/>
                    <a:pt x="24083" y="127965"/>
                    <a:pt x="20758" y="128317"/>
                  </a:cubicBezTo>
                  <a:cubicBezTo>
                    <a:pt x="17434" y="128669"/>
                    <a:pt x="15029" y="131649"/>
                    <a:pt x="15376" y="134973"/>
                  </a:cubicBezTo>
                  <a:lnTo>
                    <a:pt x="27415" y="133699"/>
                  </a:lnTo>
                  <a:close/>
                  <a:moveTo>
                    <a:pt x="17950" y="159282"/>
                  </a:moveTo>
                  <a:cubicBezTo>
                    <a:pt x="18305" y="162605"/>
                    <a:pt x="21283" y="165015"/>
                    <a:pt x="24607" y="164663"/>
                  </a:cubicBezTo>
                  <a:cubicBezTo>
                    <a:pt x="27932" y="164311"/>
                    <a:pt x="30336" y="161331"/>
                    <a:pt x="29990" y="158008"/>
                  </a:cubicBezTo>
                  <a:lnTo>
                    <a:pt x="17950" y="159282"/>
                  </a:lnTo>
                  <a:close/>
                  <a:moveTo>
                    <a:pt x="32555" y="182316"/>
                  </a:moveTo>
                  <a:cubicBezTo>
                    <a:pt x="32209" y="178993"/>
                    <a:pt x="29231" y="176583"/>
                    <a:pt x="25906" y="176935"/>
                  </a:cubicBezTo>
                  <a:cubicBezTo>
                    <a:pt x="22582" y="177287"/>
                    <a:pt x="20169" y="180267"/>
                    <a:pt x="20524" y="183591"/>
                  </a:cubicBezTo>
                  <a:lnTo>
                    <a:pt x="32555" y="182316"/>
                  </a:lnTo>
                  <a:close/>
                  <a:moveTo>
                    <a:pt x="23098" y="207899"/>
                  </a:moveTo>
                  <a:cubicBezTo>
                    <a:pt x="23445" y="211223"/>
                    <a:pt x="26423" y="213633"/>
                    <a:pt x="29747" y="213281"/>
                  </a:cubicBezTo>
                  <a:cubicBezTo>
                    <a:pt x="33072" y="212929"/>
                    <a:pt x="35485" y="209949"/>
                    <a:pt x="35129" y="206625"/>
                  </a:cubicBezTo>
                  <a:lnTo>
                    <a:pt x="23098" y="207899"/>
                  </a:lnTo>
                  <a:close/>
                  <a:moveTo>
                    <a:pt x="37704" y="230934"/>
                  </a:moveTo>
                  <a:cubicBezTo>
                    <a:pt x="37348" y="227610"/>
                    <a:pt x="34371" y="225201"/>
                    <a:pt x="31047" y="225553"/>
                  </a:cubicBezTo>
                  <a:cubicBezTo>
                    <a:pt x="27722" y="225905"/>
                    <a:pt x="25317" y="228885"/>
                    <a:pt x="25664" y="232208"/>
                  </a:cubicBezTo>
                  <a:lnTo>
                    <a:pt x="37704" y="230934"/>
                  </a:lnTo>
                  <a:close/>
                  <a:moveTo>
                    <a:pt x="28238" y="256517"/>
                  </a:moveTo>
                  <a:cubicBezTo>
                    <a:pt x="28594" y="259841"/>
                    <a:pt x="31571" y="262251"/>
                    <a:pt x="34895" y="261899"/>
                  </a:cubicBezTo>
                  <a:cubicBezTo>
                    <a:pt x="38220" y="261547"/>
                    <a:pt x="40625" y="258567"/>
                    <a:pt x="40278" y="255243"/>
                  </a:cubicBezTo>
                  <a:lnTo>
                    <a:pt x="28238" y="256517"/>
                  </a:lnTo>
                  <a:close/>
                  <a:moveTo>
                    <a:pt x="42844" y="279552"/>
                  </a:moveTo>
                  <a:cubicBezTo>
                    <a:pt x="42497" y="276228"/>
                    <a:pt x="39519" y="273819"/>
                    <a:pt x="36195" y="274171"/>
                  </a:cubicBezTo>
                  <a:cubicBezTo>
                    <a:pt x="32870" y="274522"/>
                    <a:pt x="30457" y="277502"/>
                    <a:pt x="30813" y="280826"/>
                  </a:cubicBezTo>
                  <a:lnTo>
                    <a:pt x="42844" y="279552"/>
                  </a:lnTo>
                  <a:close/>
                  <a:moveTo>
                    <a:pt x="33387" y="305135"/>
                  </a:moveTo>
                  <a:cubicBezTo>
                    <a:pt x="33733" y="308459"/>
                    <a:pt x="36711" y="310868"/>
                    <a:pt x="40036" y="310517"/>
                  </a:cubicBezTo>
                  <a:cubicBezTo>
                    <a:pt x="43360" y="310165"/>
                    <a:pt x="45773" y="307185"/>
                    <a:pt x="45418" y="303861"/>
                  </a:cubicBezTo>
                  <a:lnTo>
                    <a:pt x="33387" y="305135"/>
                  </a:lnTo>
                  <a:close/>
                  <a:moveTo>
                    <a:pt x="47992" y="328170"/>
                  </a:moveTo>
                  <a:cubicBezTo>
                    <a:pt x="47637" y="324846"/>
                    <a:pt x="44659" y="322437"/>
                    <a:pt x="41335" y="322788"/>
                  </a:cubicBezTo>
                  <a:cubicBezTo>
                    <a:pt x="38010" y="323140"/>
                    <a:pt x="35606" y="326119"/>
                    <a:pt x="35953" y="329444"/>
                  </a:cubicBezTo>
                  <a:lnTo>
                    <a:pt x="47992" y="328170"/>
                  </a:lnTo>
                  <a:close/>
                  <a:moveTo>
                    <a:pt x="38527" y="353753"/>
                  </a:moveTo>
                  <a:cubicBezTo>
                    <a:pt x="38882" y="357077"/>
                    <a:pt x="41860" y="359486"/>
                    <a:pt x="45184" y="359134"/>
                  </a:cubicBezTo>
                  <a:cubicBezTo>
                    <a:pt x="48508" y="358783"/>
                    <a:pt x="50913" y="355803"/>
                    <a:pt x="50566" y="352479"/>
                  </a:cubicBezTo>
                  <a:lnTo>
                    <a:pt x="38527" y="353753"/>
                  </a:lnTo>
                  <a:close/>
                  <a:moveTo>
                    <a:pt x="53132" y="376788"/>
                  </a:moveTo>
                  <a:cubicBezTo>
                    <a:pt x="52785" y="373464"/>
                    <a:pt x="49808" y="371054"/>
                    <a:pt x="46483" y="371406"/>
                  </a:cubicBezTo>
                  <a:cubicBezTo>
                    <a:pt x="43159" y="371758"/>
                    <a:pt x="40746" y="374737"/>
                    <a:pt x="41101" y="378062"/>
                  </a:cubicBezTo>
                  <a:lnTo>
                    <a:pt x="53132" y="376788"/>
                  </a:lnTo>
                  <a:close/>
                  <a:moveTo>
                    <a:pt x="1230" y="1273"/>
                  </a:moveTo>
                  <a:lnTo>
                    <a:pt x="2521" y="13428"/>
                  </a:lnTo>
                  <a:lnTo>
                    <a:pt x="14553" y="12154"/>
                  </a:lnTo>
                  <a:lnTo>
                    <a:pt x="13270" y="0"/>
                  </a:lnTo>
                  <a:lnTo>
                    <a:pt x="1230" y="1273"/>
                  </a:lnTo>
                  <a:close/>
                  <a:moveTo>
                    <a:pt x="5087" y="37737"/>
                  </a:moveTo>
                  <a:lnTo>
                    <a:pt x="7661" y="62046"/>
                  </a:lnTo>
                  <a:lnTo>
                    <a:pt x="19701" y="60772"/>
                  </a:lnTo>
                  <a:lnTo>
                    <a:pt x="17127" y="36463"/>
                  </a:lnTo>
                  <a:lnTo>
                    <a:pt x="5087" y="37737"/>
                  </a:lnTo>
                  <a:close/>
                  <a:moveTo>
                    <a:pt x="10236" y="86355"/>
                  </a:moveTo>
                  <a:lnTo>
                    <a:pt x="12810" y="110664"/>
                  </a:lnTo>
                  <a:lnTo>
                    <a:pt x="24841" y="109390"/>
                  </a:lnTo>
                  <a:lnTo>
                    <a:pt x="22267" y="85081"/>
                  </a:lnTo>
                  <a:lnTo>
                    <a:pt x="10236" y="86355"/>
                  </a:lnTo>
                  <a:close/>
                  <a:moveTo>
                    <a:pt x="15376" y="134973"/>
                  </a:moveTo>
                  <a:lnTo>
                    <a:pt x="17950" y="159282"/>
                  </a:lnTo>
                  <a:lnTo>
                    <a:pt x="29990" y="158008"/>
                  </a:lnTo>
                  <a:lnTo>
                    <a:pt x="27415" y="133699"/>
                  </a:lnTo>
                  <a:lnTo>
                    <a:pt x="15376" y="134973"/>
                  </a:lnTo>
                  <a:close/>
                  <a:moveTo>
                    <a:pt x="20524" y="183591"/>
                  </a:moveTo>
                  <a:lnTo>
                    <a:pt x="23098" y="207899"/>
                  </a:lnTo>
                  <a:lnTo>
                    <a:pt x="35129" y="206625"/>
                  </a:lnTo>
                  <a:lnTo>
                    <a:pt x="32555" y="182316"/>
                  </a:lnTo>
                  <a:lnTo>
                    <a:pt x="20524" y="183591"/>
                  </a:lnTo>
                  <a:close/>
                  <a:moveTo>
                    <a:pt x="25664" y="232208"/>
                  </a:moveTo>
                  <a:lnTo>
                    <a:pt x="28238" y="256517"/>
                  </a:lnTo>
                  <a:lnTo>
                    <a:pt x="40278" y="255243"/>
                  </a:lnTo>
                  <a:lnTo>
                    <a:pt x="37704" y="230934"/>
                  </a:lnTo>
                  <a:lnTo>
                    <a:pt x="25664" y="232208"/>
                  </a:lnTo>
                  <a:close/>
                  <a:moveTo>
                    <a:pt x="30813" y="280826"/>
                  </a:moveTo>
                  <a:lnTo>
                    <a:pt x="33387" y="305135"/>
                  </a:lnTo>
                  <a:lnTo>
                    <a:pt x="45418" y="303861"/>
                  </a:lnTo>
                  <a:lnTo>
                    <a:pt x="42844" y="279552"/>
                  </a:lnTo>
                  <a:lnTo>
                    <a:pt x="30813" y="280826"/>
                  </a:lnTo>
                  <a:close/>
                  <a:moveTo>
                    <a:pt x="35953" y="329444"/>
                  </a:moveTo>
                  <a:lnTo>
                    <a:pt x="38527" y="353753"/>
                  </a:lnTo>
                  <a:lnTo>
                    <a:pt x="50566" y="352479"/>
                  </a:lnTo>
                  <a:lnTo>
                    <a:pt x="47992" y="328170"/>
                  </a:lnTo>
                  <a:lnTo>
                    <a:pt x="35953" y="329444"/>
                  </a:lnTo>
                  <a:close/>
                  <a:moveTo>
                    <a:pt x="41101" y="378062"/>
                  </a:moveTo>
                  <a:lnTo>
                    <a:pt x="42384" y="390216"/>
                  </a:lnTo>
                  <a:lnTo>
                    <a:pt x="54423" y="388943"/>
                  </a:lnTo>
                  <a:lnTo>
                    <a:pt x="53132" y="376788"/>
                  </a:lnTo>
                  <a:lnTo>
                    <a:pt x="41101" y="378062"/>
                  </a:lnTo>
                  <a:close/>
                </a:path>
              </a:pathLst>
            </a:custGeom>
            <a:solidFill>
              <a:srgbClr val="3182BA"/>
            </a:solidFill>
            <a:ln w="807" cap="flat">
              <a:noFill/>
              <a:prstDash val="solid"/>
              <a:miter/>
            </a:ln>
          </p:spPr>
        </p:sp>
        <p:sp>
          <p:nvSpPr>
            <p:cNvPr id="417" name="任意形状 416">
              <a:extLst>
                <a:ext uri="{FF2B5EF4-FFF2-40B4-BE49-F238E27FC236}">
                  <a16:creationId xmlns:a16="http://schemas.microsoft.com/office/drawing/2014/main" id="{B4F9CF79-7EE3-39DC-FCB5-E4E77AF4F54E}"/>
                </a:ext>
              </a:extLst>
            </p:cNvPr>
            <p:cNvSpPr/>
            <p:nvPr/>
          </p:nvSpPr>
          <p:spPr>
            <a:xfrm>
              <a:off x="8525600" y="2838786"/>
              <a:ext cx="119518" cy="384952"/>
            </a:xfrm>
            <a:custGeom>
              <a:avLst/>
              <a:gdLst>
                <a:gd name="csX0" fmla="*/ 46083 w 88333"/>
                <a:gd name="csY0" fmla="*/ 283306 h 284510"/>
                <a:gd name="csX1" fmla="*/ 54556 w 88333"/>
                <a:gd name="csY1" fmla="*/ 282079 h 284510"/>
                <a:gd name="csX2" fmla="*/ 87132 w 88333"/>
                <a:gd name="csY2" fmla="*/ 238424 h 284510"/>
                <a:gd name="csX3" fmla="*/ 85898 w 88333"/>
                <a:gd name="csY3" fmla="*/ 229951 h 284510"/>
                <a:gd name="csX4" fmla="*/ 77433 w 88333"/>
                <a:gd name="csY4" fmla="*/ 231186 h 284510"/>
                <a:gd name="csX5" fmla="*/ 48472 w 88333"/>
                <a:gd name="csY5" fmla="*/ 269983 h 284510"/>
                <a:gd name="csX6" fmla="*/ 9675 w 88333"/>
                <a:gd name="csY6" fmla="*/ 241031 h 284510"/>
                <a:gd name="csX7" fmla="*/ 1202 w 88333"/>
                <a:gd name="csY7" fmla="*/ 242265 h 284510"/>
                <a:gd name="csX8" fmla="*/ 2436 w 88333"/>
                <a:gd name="csY8" fmla="*/ 250730 h 284510"/>
                <a:gd name="csX9" fmla="*/ 46083 w 88333"/>
                <a:gd name="csY9" fmla="*/ 283306 h 284510"/>
                <a:gd name="csX10" fmla="*/ 5051 w 88333"/>
                <a:gd name="csY10" fmla="*/ 13307 h 284510"/>
                <a:gd name="csX11" fmla="*/ 11910 w 88333"/>
                <a:gd name="csY11" fmla="*/ 18426 h 284510"/>
                <a:gd name="csX12" fmla="*/ 17033 w 88333"/>
                <a:gd name="csY12" fmla="*/ 11567 h 284510"/>
                <a:gd name="csX13" fmla="*/ 5051 w 88333"/>
                <a:gd name="csY13" fmla="*/ 13307 h 284510"/>
                <a:gd name="csX14" fmla="*/ 20390 w 88333"/>
                <a:gd name="csY14" fmla="*/ 34698 h 284510"/>
                <a:gd name="csX15" fmla="*/ 13531 w 88333"/>
                <a:gd name="csY15" fmla="*/ 29580 h 284510"/>
                <a:gd name="csX16" fmla="*/ 8416 w 88333"/>
                <a:gd name="csY16" fmla="*/ 36440 h 284510"/>
                <a:gd name="csX17" fmla="*/ 20390 w 88333"/>
                <a:gd name="csY17" fmla="*/ 34698 h 284510"/>
                <a:gd name="csX18" fmla="*/ 11773 w 88333"/>
                <a:gd name="csY18" fmla="*/ 59571 h 284510"/>
                <a:gd name="csX19" fmla="*/ 18639 w 88333"/>
                <a:gd name="csY19" fmla="*/ 64690 h 284510"/>
                <a:gd name="csX20" fmla="*/ 23755 w 88333"/>
                <a:gd name="csY20" fmla="*/ 57831 h 284510"/>
                <a:gd name="csX21" fmla="*/ 11773 w 88333"/>
                <a:gd name="csY21" fmla="*/ 59571 h 284510"/>
                <a:gd name="csX22" fmla="*/ 27120 w 88333"/>
                <a:gd name="csY22" fmla="*/ 80959 h 284510"/>
                <a:gd name="csX23" fmla="*/ 20253 w 88333"/>
                <a:gd name="csY23" fmla="*/ 75844 h 284510"/>
                <a:gd name="csX24" fmla="*/ 15137 w 88333"/>
                <a:gd name="csY24" fmla="*/ 82702 h 284510"/>
                <a:gd name="csX25" fmla="*/ 27120 w 88333"/>
                <a:gd name="csY25" fmla="*/ 80959 h 284510"/>
                <a:gd name="csX26" fmla="*/ 18502 w 88333"/>
                <a:gd name="csY26" fmla="*/ 105837 h 284510"/>
                <a:gd name="csX27" fmla="*/ 25361 w 88333"/>
                <a:gd name="csY27" fmla="*/ 110953 h 284510"/>
                <a:gd name="csX28" fmla="*/ 30477 w 88333"/>
                <a:gd name="csY28" fmla="*/ 104094 h 284510"/>
                <a:gd name="csX29" fmla="*/ 18502 w 88333"/>
                <a:gd name="csY29" fmla="*/ 105837 h 284510"/>
                <a:gd name="csX30" fmla="*/ 33842 w 88333"/>
                <a:gd name="csY30" fmla="*/ 127229 h 284510"/>
                <a:gd name="csX31" fmla="*/ 26983 w 88333"/>
                <a:gd name="csY31" fmla="*/ 122105 h 284510"/>
                <a:gd name="csX32" fmla="*/ 21859 w 88333"/>
                <a:gd name="csY32" fmla="*/ 128972 h 284510"/>
                <a:gd name="csX33" fmla="*/ 33842 w 88333"/>
                <a:gd name="csY33" fmla="*/ 127229 h 284510"/>
                <a:gd name="csX34" fmla="*/ 25224 w 88333"/>
                <a:gd name="csY34" fmla="*/ 152098 h 284510"/>
                <a:gd name="csX35" fmla="*/ 32083 w 88333"/>
                <a:gd name="csY35" fmla="*/ 157222 h 284510"/>
                <a:gd name="csX36" fmla="*/ 37207 w 88333"/>
                <a:gd name="csY36" fmla="*/ 150355 h 284510"/>
                <a:gd name="csX37" fmla="*/ 25224 w 88333"/>
                <a:gd name="csY37" fmla="*/ 152098 h 284510"/>
                <a:gd name="csX38" fmla="*/ 40564 w 88333"/>
                <a:gd name="csY38" fmla="*/ 173490 h 284510"/>
                <a:gd name="csX39" fmla="*/ 33705 w 88333"/>
                <a:gd name="csY39" fmla="*/ 168374 h 284510"/>
                <a:gd name="csX40" fmla="*/ 28589 w 88333"/>
                <a:gd name="csY40" fmla="*/ 175233 h 284510"/>
                <a:gd name="csX41" fmla="*/ 40564 w 88333"/>
                <a:gd name="csY41" fmla="*/ 173490 h 284510"/>
                <a:gd name="csX42" fmla="*/ 31946 w 88333"/>
                <a:gd name="csY42" fmla="*/ 198368 h 284510"/>
                <a:gd name="csX43" fmla="*/ 38813 w 88333"/>
                <a:gd name="csY43" fmla="*/ 203484 h 284510"/>
                <a:gd name="csX44" fmla="*/ 43929 w 88333"/>
                <a:gd name="csY44" fmla="*/ 196625 h 284510"/>
                <a:gd name="csX45" fmla="*/ 31946 w 88333"/>
                <a:gd name="csY45" fmla="*/ 198368 h 284510"/>
                <a:gd name="csX46" fmla="*/ 47294 w 88333"/>
                <a:gd name="csY46" fmla="*/ 219752 h 284510"/>
                <a:gd name="csX47" fmla="*/ 40427 w 88333"/>
                <a:gd name="csY47" fmla="*/ 214636 h 284510"/>
                <a:gd name="csX48" fmla="*/ 35311 w 88333"/>
                <a:gd name="csY48" fmla="*/ 221495 h 284510"/>
                <a:gd name="csX49" fmla="*/ 47294 w 88333"/>
                <a:gd name="csY49" fmla="*/ 219752 h 284510"/>
                <a:gd name="csX50" fmla="*/ 38676 w 88333"/>
                <a:gd name="csY50" fmla="*/ 244629 h 284510"/>
                <a:gd name="csX51" fmla="*/ 45535 w 88333"/>
                <a:gd name="csY51" fmla="*/ 249746 h 284510"/>
                <a:gd name="csX52" fmla="*/ 50651 w 88333"/>
                <a:gd name="csY52" fmla="*/ 242887 h 284510"/>
                <a:gd name="csX53" fmla="*/ 38676 w 88333"/>
                <a:gd name="csY53" fmla="*/ 244629 h 284510"/>
                <a:gd name="csX54" fmla="*/ 54015 w 88333"/>
                <a:gd name="csY54" fmla="*/ 266021 h 284510"/>
                <a:gd name="csX55" fmla="*/ 47156 w 88333"/>
                <a:gd name="csY55" fmla="*/ 260897 h 284510"/>
                <a:gd name="csX56" fmla="*/ 42033 w 88333"/>
                <a:gd name="csY56" fmla="*/ 267764 h 284510"/>
                <a:gd name="csX57" fmla="*/ 54015 w 88333"/>
                <a:gd name="csY57" fmla="*/ 266021 h 284510"/>
                <a:gd name="csX58" fmla="*/ 3372 w 88333"/>
                <a:gd name="csY58" fmla="*/ 1741 h 284510"/>
                <a:gd name="csX59" fmla="*/ 5051 w 88333"/>
                <a:gd name="csY59" fmla="*/ 13307 h 284510"/>
                <a:gd name="csX60" fmla="*/ 17033 w 88333"/>
                <a:gd name="csY60" fmla="*/ 11567 h 284510"/>
                <a:gd name="csX61" fmla="*/ 15347 w 88333"/>
                <a:gd name="csY61" fmla="*/ 0 h 284510"/>
                <a:gd name="csX62" fmla="*/ 3372 w 88333"/>
                <a:gd name="csY62" fmla="*/ 1741 h 284510"/>
                <a:gd name="csX63" fmla="*/ 8416 w 88333"/>
                <a:gd name="csY63" fmla="*/ 36440 h 284510"/>
                <a:gd name="csX64" fmla="*/ 11773 w 88333"/>
                <a:gd name="csY64" fmla="*/ 59571 h 284510"/>
                <a:gd name="csX65" fmla="*/ 23755 w 88333"/>
                <a:gd name="csY65" fmla="*/ 57831 h 284510"/>
                <a:gd name="csX66" fmla="*/ 20390 w 88333"/>
                <a:gd name="csY66" fmla="*/ 34698 h 284510"/>
                <a:gd name="csX67" fmla="*/ 8416 w 88333"/>
                <a:gd name="csY67" fmla="*/ 36440 h 284510"/>
                <a:gd name="csX68" fmla="*/ 15137 w 88333"/>
                <a:gd name="csY68" fmla="*/ 82702 h 284510"/>
                <a:gd name="csX69" fmla="*/ 18502 w 88333"/>
                <a:gd name="csY69" fmla="*/ 105837 h 284510"/>
                <a:gd name="csX70" fmla="*/ 30477 w 88333"/>
                <a:gd name="csY70" fmla="*/ 104094 h 284510"/>
                <a:gd name="csX71" fmla="*/ 27120 w 88333"/>
                <a:gd name="csY71" fmla="*/ 80959 h 284510"/>
                <a:gd name="csX72" fmla="*/ 15137 w 88333"/>
                <a:gd name="csY72" fmla="*/ 82702 h 284510"/>
                <a:gd name="csX73" fmla="*/ 21859 w 88333"/>
                <a:gd name="csY73" fmla="*/ 128972 h 284510"/>
                <a:gd name="csX74" fmla="*/ 25224 w 88333"/>
                <a:gd name="csY74" fmla="*/ 152098 h 284510"/>
                <a:gd name="csX75" fmla="*/ 37207 w 88333"/>
                <a:gd name="csY75" fmla="*/ 150355 h 284510"/>
                <a:gd name="csX76" fmla="*/ 33842 w 88333"/>
                <a:gd name="csY76" fmla="*/ 127229 h 284510"/>
                <a:gd name="csX77" fmla="*/ 21859 w 88333"/>
                <a:gd name="csY77" fmla="*/ 128972 h 284510"/>
                <a:gd name="csX78" fmla="*/ 28589 w 88333"/>
                <a:gd name="csY78" fmla="*/ 175233 h 284510"/>
                <a:gd name="csX79" fmla="*/ 31946 w 88333"/>
                <a:gd name="csY79" fmla="*/ 198368 h 284510"/>
                <a:gd name="csX80" fmla="*/ 43929 w 88333"/>
                <a:gd name="csY80" fmla="*/ 196625 h 284510"/>
                <a:gd name="csX81" fmla="*/ 40564 w 88333"/>
                <a:gd name="csY81" fmla="*/ 173490 h 284510"/>
                <a:gd name="csX82" fmla="*/ 28589 w 88333"/>
                <a:gd name="csY82" fmla="*/ 175233 h 284510"/>
                <a:gd name="csX83" fmla="*/ 35311 w 88333"/>
                <a:gd name="csY83" fmla="*/ 221495 h 284510"/>
                <a:gd name="csX84" fmla="*/ 38676 w 88333"/>
                <a:gd name="csY84" fmla="*/ 244629 h 284510"/>
                <a:gd name="csX85" fmla="*/ 50651 w 88333"/>
                <a:gd name="csY85" fmla="*/ 242887 h 284510"/>
                <a:gd name="csX86" fmla="*/ 47294 w 88333"/>
                <a:gd name="csY86" fmla="*/ 219752 h 284510"/>
                <a:gd name="csX87" fmla="*/ 35311 w 88333"/>
                <a:gd name="csY87" fmla="*/ 221495 h 284510"/>
                <a:gd name="csX88" fmla="*/ 42033 w 88333"/>
                <a:gd name="csY88" fmla="*/ 267764 h 284510"/>
                <a:gd name="csX89" fmla="*/ 43719 w 88333"/>
                <a:gd name="csY89" fmla="*/ 279328 h 284510"/>
                <a:gd name="csX90" fmla="*/ 55694 w 88333"/>
                <a:gd name="csY90" fmla="*/ 277585 h 284510"/>
                <a:gd name="csX91" fmla="*/ 54015 w 88333"/>
                <a:gd name="csY91" fmla="*/ 266021 h 284510"/>
                <a:gd name="csX92" fmla="*/ 42033 w 88333"/>
                <a:gd name="csY92" fmla="*/ 267764 h 2845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Lst>
              <a:rect l="l" t="t" r="r" b="b"/>
              <a:pathLst>
                <a:path w="88333" h="284510">
                  <a:moveTo>
                    <a:pt x="46083" y="283306"/>
                  </a:moveTo>
                  <a:cubicBezTo>
                    <a:pt x="48762" y="285307"/>
                    <a:pt x="52555" y="284758"/>
                    <a:pt x="54556" y="282079"/>
                  </a:cubicBezTo>
                  <a:lnTo>
                    <a:pt x="87132" y="238424"/>
                  </a:lnTo>
                  <a:cubicBezTo>
                    <a:pt x="89133" y="235745"/>
                    <a:pt x="88576" y="231953"/>
                    <a:pt x="85898" y="229951"/>
                  </a:cubicBezTo>
                  <a:cubicBezTo>
                    <a:pt x="83218" y="227950"/>
                    <a:pt x="79426" y="228507"/>
                    <a:pt x="77433" y="231186"/>
                  </a:cubicBezTo>
                  <a:lnTo>
                    <a:pt x="48472" y="269983"/>
                  </a:lnTo>
                  <a:lnTo>
                    <a:pt x="9675" y="241031"/>
                  </a:lnTo>
                  <a:cubicBezTo>
                    <a:pt x="6995" y="239029"/>
                    <a:pt x="3203" y="239586"/>
                    <a:pt x="1202" y="242265"/>
                  </a:cubicBezTo>
                  <a:cubicBezTo>
                    <a:pt x="-799" y="244944"/>
                    <a:pt x="-243" y="248737"/>
                    <a:pt x="2436" y="250730"/>
                  </a:cubicBezTo>
                  <a:lnTo>
                    <a:pt x="46083" y="283306"/>
                  </a:lnTo>
                  <a:close/>
                  <a:moveTo>
                    <a:pt x="5051" y="13307"/>
                  </a:moveTo>
                  <a:cubicBezTo>
                    <a:pt x="5535" y="16615"/>
                    <a:pt x="8601" y="18906"/>
                    <a:pt x="11910" y="18426"/>
                  </a:cubicBezTo>
                  <a:cubicBezTo>
                    <a:pt x="15218" y="17945"/>
                    <a:pt x="17510" y="14874"/>
                    <a:pt x="17033" y="11567"/>
                  </a:cubicBezTo>
                  <a:lnTo>
                    <a:pt x="5051" y="13307"/>
                  </a:lnTo>
                  <a:close/>
                  <a:moveTo>
                    <a:pt x="20390" y="34698"/>
                  </a:moveTo>
                  <a:cubicBezTo>
                    <a:pt x="19914" y="31391"/>
                    <a:pt x="16840" y="29099"/>
                    <a:pt x="13531" y="29580"/>
                  </a:cubicBezTo>
                  <a:cubicBezTo>
                    <a:pt x="10223" y="30061"/>
                    <a:pt x="7931" y="33132"/>
                    <a:pt x="8416" y="36440"/>
                  </a:cubicBezTo>
                  <a:lnTo>
                    <a:pt x="20390" y="34698"/>
                  </a:lnTo>
                  <a:close/>
                  <a:moveTo>
                    <a:pt x="11773" y="59571"/>
                  </a:moveTo>
                  <a:cubicBezTo>
                    <a:pt x="12256" y="62880"/>
                    <a:pt x="15331" y="65170"/>
                    <a:pt x="18639" y="64690"/>
                  </a:cubicBezTo>
                  <a:cubicBezTo>
                    <a:pt x="21940" y="64209"/>
                    <a:pt x="24232" y="61138"/>
                    <a:pt x="23755" y="57831"/>
                  </a:cubicBezTo>
                  <a:lnTo>
                    <a:pt x="11773" y="59571"/>
                  </a:lnTo>
                  <a:close/>
                  <a:moveTo>
                    <a:pt x="27120" y="80959"/>
                  </a:moveTo>
                  <a:cubicBezTo>
                    <a:pt x="26636" y="77659"/>
                    <a:pt x="23562" y="75364"/>
                    <a:pt x="20253" y="75844"/>
                  </a:cubicBezTo>
                  <a:cubicBezTo>
                    <a:pt x="16953" y="76327"/>
                    <a:pt x="14661" y="79393"/>
                    <a:pt x="15137" y="82702"/>
                  </a:cubicBezTo>
                  <a:lnTo>
                    <a:pt x="27120" y="80959"/>
                  </a:lnTo>
                  <a:close/>
                  <a:moveTo>
                    <a:pt x="18502" y="105837"/>
                  </a:moveTo>
                  <a:cubicBezTo>
                    <a:pt x="18978" y="109145"/>
                    <a:pt x="22053" y="111437"/>
                    <a:pt x="25361" y="110953"/>
                  </a:cubicBezTo>
                  <a:cubicBezTo>
                    <a:pt x="28670" y="110477"/>
                    <a:pt x="30961" y="107402"/>
                    <a:pt x="30477" y="104094"/>
                  </a:cubicBezTo>
                  <a:lnTo>
                    <a:pt x="18502" y="105837"/>
                  </a:lnTo>
                  <a:close/>
                  <a:moveTo>
                    <a:pt x="33842" y="127229"/>
                  </a:moveTo>
                  <a:cubicBezTo>
                    <a:pt x="33358" y="123920"/>
                    <a:pt x="30292" y="121628"/>
                    <a:pt x="26983" y="122105"/>
                  </a:cubicBezTo>
                  <a:cubicBezTo>
                    <a:pt x="23675" y="122589"/>
                    <a:pt x="21383" y="125663"/>
                    <a:pt x="21859" y="128972"/>
                  </a:cubicBezTo>
                  <a:lnTo>
                    <a:pt x="33842" y="127229"/>
                  </a:lnTo>
                  <a:close/>
                  <a:moveTo>
                    <a:pt x="25224" y="152098"/>
                  </a:moveTo>
                  <a:cubicBezTo>
                    <a:pt x="25708" y="155407"/>
                    <a:pt x="28775" y="157698"/>
                    <a:pt x="32083" y="157222"/>
                  </a:cubicBezTo>
                  <a:cubicBezTo>
                    <a:pt x="35391" y="156738"/>
                    <a:pt x="37683" y="153664"/>
                    <a:pt x="37207" y="150355"/>
                  </a:cubicBezTo>
                  <a:lnTo>
                    <a:pt x="25224" y="152098"/>
                  </a:lnTo>
                  <a:close/>
                  <a:moveTo>
                    <a:pt x="40564" y="173490"/>
                  </a:moveTo>
                  <a:cubicBezTo>
                    <a:pt x="40088" y="170182"/>
                    <a:pt x="37013" y="167890"/>
                    <a:pt x="33705" y="168374"/>
                  </a:cubicBezTo>
                  <a:cubicBezTo>
                    <a:pt x="30396" y="168850"/>
                    <a:pt x="28105" y="171925"/>
                    <a:pt x="28589" y="175233"/>
                  </a:cubicBezTo>
                  <a:lnTo>
                    <a:pt x="40564" y="173490"/>
                  </a:lnTo>
                  <a:close/>
                  <a:moveTo>
                    <a:pt x="31946" y="198368"/>
                  </a:moveTo>
                  <a:cubicBezTo>
                    <a:pt x="32430" y="201668"/>
                    <a:pt x="35504" y="203960"/>
                    <a:pt x="38813" y="203484"/>
                  </a:cubicBezTo>
                  <a:cubicBezTo>
                    <a:pt x="42113" y="203000"/>
                    <a:pt x="44405" y="199933"/>
                    <a:pt x="43929" y="196625"/>
                  </a:cubicBezTo>
                  <a:lnTo>
                    <a:pt x="31946" y="198368"/>
                  </a:lnTo>
                  <a:close/>
                  <a:moveTo>
                    <a:pt x="47294" y="219752"/>
                  </a:moveTo>
                  <a:cubicBezTo>
                    <a:pt x="46810" y="216451"/>
                    <a:pt x="43735" y="214160"/>
                    <a:pt x="40427" y="214636"/>
                  </a:cubicBezTo>
                  <a:cubicBezTo>
                    <a:pt x="37126" y="215120"/>
                    <a:pt x="34835" y="218186"/>
                    <a:pt x="35311" y="221495"/>
                  </a:cubicBezTo>
                  <a:lnTo>
                    <a:pt x="47294" y="219752"/>
                  </a:lnTo>
                  <a:close/>
                  <a:moveTo>
                    <a:pt x="38676" y="244629"/>
                  </a:moveTo>
                  <a:cubicBezTo>
                    <a:pt x="39152" y="247938"/>
                    <a:pt x="42226" y="250230"/>
                    <a:pt x="45535" y="249746"/>
                  </a:cubicBezTo>
                  <a:cubicBezTo>
                    <a:pt x="48843" y="249269"/>
                    <a:pt x="51135" y="246195"/>
                    <a:pt x="50651" y="242887"/>
                  </a:cubicBezTo>
                  <a:lnTo>
                    <a:pt x="38676" y="244629"/>
                  </a:lnTo>
                  <a:close/>
                  <a:moveTo>
                    <a:pt x="54015" y="266021"/>
                  </a:moveTo>
                  <a:cubicBezTo>
                    <a:pt x="53532" y="262713"/>
                    <a:pt x="50465" y="260421"/>
                    <a:pt x="47156" y="260897"/>
                  </a:cubicBezTo>
                  <a:cubicBezTo>
                    <a:pt x="43848" y="261381"/>
                    <a:pt x="41556" y="264456"/>
                    <a:pt x="42033" y="267764"/>
                  </a:cubicBezTo>
                  <a:lnTo>
                    <a:pt x="54015" y="266021"/>
                  </a:lnTo>
                  <a:close/>
                  <a:moveTo>
                    <a:pt x="3372" y="1741"/>
                  </a:moveTo>
                  <a:lnTo>
                    <a:pt x="5051" y="13307"/>
                  </a:lnTo>
                  <a:lnTo>
                    <a:pt x="17033" y="11567"/>
                  </a:lnTo>
                  <a:lnTo>
                    <a:pt x="15347" y="0"/>
                  </a:lnTo>
                  <a:lnTo>
                    <a:pt x="3372" y="1741"/>
                  </a:lnTo>
                  <a:close/>
                  <a:moveTo>
                    <a:pt x="8416" y="36440"/>
                  </a:moveTo>
                  <a:lnTo>
                    <a:pt x="11773" y="59571"/>
                  </a:lnTo>
                  <a:lnTo>
                    <a:pt x="23755" y="57831"/>
                  </a:lnTo>
                  <a:lnTo>
                    <a:pt x="20390" y="34698"/>
                  </a:lnTo>
                  <a:lnTo>
                    <a:pt x="8416" y="36440"/>
                  </a:lnTo>
                  <a:close/>
                  <a:moveTo>
                    <a:pt x="15137" y="82702"/>
                  </a:moveTo>
                  <a:lnTo>
                    <a:pt x="18502" y="105837"/>
                  </a:lnTo>
                  <a:lnTo>
                    <a:pt x="30477" y="104094"/>
                  </a:lnTo>
                  <a:lnTo>
                    <a:pt x="27120" y="80959"/>
                  </a:lnTo>
                  <a:lnTo>
                    <a:pt x="15137" y="82702"/>
                  </a:lnTo>
                  <a:close/>
                  <a:moveTo>
                    <a:pt x="21859" y="128972"/>
                  </a:moveTo>
                  <a:lnTo>
                    <a:pt x="25224" y="152098"/>
                  </a:lnTo>
                  <a:lnTo>
                    <a:pt x="37207" y="150355"/>
                  </a:lnTo>
                  <a:lnTo>
                    <a:pt x="33842" y="127229"/>
                  </a:lnTo>
                  <a:lnTo>
                    <a:pt x="21859" y="128972"/>
                  </a:lnTo>
                  <a:close/>
                  <a:moveTo>
                    <a:pt x="28589" y="175233"/>
                  </a:moveTo>
                  <a:lnTo>
                    <a:pt x="31946" y="198368"/>
                  </a:lnTo>
                  <a:lnTo>
                    <a:pt x="43929" y="196625"/>
                  </a:lnTo>
                  <a:lnTo>
                    <a:pt x="40564" y="173490"/>
                  </a:lnTo>
                  <a:lnTo>
                    <a:pt x="28589" y="175233"/>
                  </a:lnTo>
                  <a:close/>
                  <a:moveTo>
                    <a:pt x="35311" y="221495"/>
                  </a:moveTo>
                  <a:lnTo>
                    <a:pt x="38676" y="244629"/>
                  </a:lnTo>
                  <a:lnTo>
                    <a:pt x="50651" y="242887"/>
                  </a:lnTo>
                  <a:lnTo>
                    <a:pt x="47294" y="219752"/>
                  </a:lnTo>
                  <a:lnTo>
                    <a:pt x="35311" y="221495"/>
                  </a:lnTo>
                  <a:close/>
                  <a:moveTo>
                    <a:pt x="42033" y="267764"/>
                  </a:moveTo>
                  <a:lnTo>
                    <a:pt x="43719" y="279328"/>
                  </a:lnTo>
                  <a:lnTo>
                    <a:pt x="55694" y="277585"/>
                  </a:lnTo>
                  <a:lnTo>
                    <a:pt x="54015" y="266021"/>
                  </a:lnTo>
                  <a:lnTo>
                    <a:pt x="42033" y="267764"/>
                  </a:lnTo>
                  <a:close/>
                </a:path>
              </a:pathLst>
            </a:custGeom>
            <a:solidFill>
              <a:srgbClr val="3182BA"/>
            </a:solidFill>
            <a:ln w="807" cap="flat">
              <a:noFill/>
              <a:prstDash val="solid"/>
              <a:miter/>
            </a:ln>
          </p:spPr>
        </p:sp>
        <p:sp>
          <p:nvSpPr>
            <p:cNvPr id="418" name="任意形状 417">
              <a:extLst>
                <a:ext uri="{FF2B5EF4-FFF2-40B4-BE49-F238E27FC236}">
                  <a16:creationId xmlns:a16="http://schemas.microsoft.com/office/drawing/2014/main" id="{9FBDB5CC-EC42-291E-BC4E-03F493755FCC}"/>
                </a:ext>
              </a:extLst>
            </p:cNvPr>
            <p:cNvSpPr/>
            <p:nvPr/>
          </p:nvSpPr>
          <p:spPr>
            <a:xfrm>
              <a:off x="6066402" y="2023486"/>
              <a:ext cx="1842981" cy="80401"/>
            </a:xfrm>
            <a:custGeom>
              <a:avLst/>
              <a:gdLst>
                <a:gd name="csX0" fmla="*/ 1360929 w 1362108"/>
                <a:gd name="csY0" fmla="*/ 32564 h 59422"/>
                <a:gd name="csX1" fmla="*/ 1360929 w 1362108"/>
                <a:gd name="csY1" fmla="*/ 26859 h 59422"/>
                <a:gd name="csX2" fmla="*/ 1335252 w 1362108"/>
                <a:gd name="csY2" fmla="*/ 1182 h 59422"/>
                <a:gd name="csX3" fmla="*/ 1329539 w 1362108"/>
                <a:gd name="csY3" fmla="*/ 1182 h 59422"/>
                <a:gd name="csX4" fmla="*/ 1329539 w 1362108"/>
                <a:gd name="csY4" fmla="*/ 6888 h 59422"/>
                <a:gd name="csX5" fmla="*/ 1352367 w 1362108"/>
                <a:gd name="csY5" fmla="*/ 29711 h 59422"/>
                <a:gd name="csX6" fmla="*/ 1329539 w 1362108"/>
                <a:gd name="csY6" fmla="*/ 52534 h 59422"/>
                <a:gd name="csX7" fmla="*/ 1329539 w 1362108"/>
                <a:gd name="csY7" fmla="*/ 58240 h 59422"/>
                <a:gd name="csX8" fmla="*/ 1335252 w 1362108"/>
                <a:gd name="csY8" fmla="*/ 58240 h 59422"/>
                <a:gd name="csX9" fmla="*/ 1360929 w 1362108"/>
                <a:gd name="csY9" fmla="*/ 32564 h 59422"/>
                <a:gd name="csX10" fmla="*/ 0 w 1362108"/>
                <a:gd name="csY10" fmla="*/ 33746 h 59422"/>
                <a:gd name="csX11" fmla="*/ 1358072 w 1362108"/>
                <a:gd name="csY11" fmla="*/ 33746 h 59422"/>
                <a:gd name="csX12" fmla="*/ 1358072 w 1362108"/>
                <a:gd name="csY12" fmla="*/ 25676 h 59422"/>
                <a:gd name="csX13" fmla="*/ 0 w 1362108"/>
                <a:gd name="csY13" fmla="*/ 25676 h 59422"/>
                <a:gd name="csX14" fmla="*/ 0 w 1362108"/>
                <a:gd name="csY14" fmla="*/ 33746 h 594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362108" h="59422">
                  <a:moveTo>
                    <a:pt x="1360929" y="32564"/>
                  </a:moveTo>
                  <a:cubicBezTo>
                    <a:pt x="1362502" y="30989"/>
                    <a:pt x="1362502" y="28434"/>
                    <a:pt x="1360929" y="26859"/>
                  </a:cubicBezTo>
                  <a:lnTo>
                    <a:pt x="1335252" y="1182"/>
                  </a:lnTo>
                  <a:cubicBezTo>
                    <a:pt x="1333670" y="-394"/>
                    <a:pt x="1331120" y="-394"/>
                    <a:pt x="1329539" y="1182"/>
                  </a:cubicBezTo>
                  <a:cubicBezTo>
                    <a:pt x="1327965" y="2757"/>
                    <a:pt x="1327965" y="5312"/>
                    <a:pt x="1329539" y="6888"/>
                  </a:cubicBezTo>
                  <a:lnTo>
                    <a:pt x="1352367" y="29711"/>
                  </a:lnTo>
                  <a:lnTo>
                    <a:pt x="1329539" y="52534"/>
                  </a:lnTo>
                  <a:cubicBezTo>
                    <a:pt x="1327965" y="54110"/>
                    <a:pt x="1327965" y="56665"/>
                    <a:pt x="1329539" y="58240"/>
                  </a:cubicBezTo>
                  <a:cubicBezTo>
                    <a:pt x="1331120" y="59816"/>
                    <a:pt x="1333670" y="59816"/>
                    <a:pt x="1335252" y="58240"/>
                  </a:cubicBezTo>
                  <a:lnTo>
                    <a:pt x="1360929" y="32564"/>
                  </a:lnTo>
                  <a:close/>
                  <a:moveTo>
                    <a:pt x="0" y="33746"/>
                  </a:moveTo>
                  <a:lnTo>
                    <a:pt x="1358072" y="33746"/>
                  </a:lnTo>
                  <a:lnTo>
                    <a:pt x="1358072" y="25676"/>
                  </a:lnTo>
                  <a:lnTo>
                    <a:pt x="0" y="25676"/>
                  </a:lnTo>
                  <a:lnTo>
                    <a:pt x="0" y="33746"/>
                  </a:lnTo>
                  <a:close/>
                </a:path>
              </a:pathLst>
            </a:custGeom>
            <a:solidFill>
              <a:srgbClr val="000000"/>
            </a:solidFill>
            <a:ln w="807" cap="flat">
              <a:noFill/>
              <a:prstDash val="solid"/>
              <a:miter/>
            </a:ln>
          </p:spPr>
        </p:sp>
        <p:sp>
          <p:nvSpPr>
            <p:cNvPr id="419" name="任意形状 418">
              <a:extLst>
                <a:ext uri="{FF2B5EF4-FFF2-40B4-BE49-F238E27FC236}">
                  <a16:creationId xmlns:a16="http://schemas.microsoft.com/office/drawing/2014/main" id="{54ACD4E8-DCF3-E08D-28A2-33CDD6A4461D}"/>
                </a:ext>
              </a:extLst>
            </p:cNvPr>
            <p:cNvSpPr/>
            <p:nvPr/>
          </p:nvSpPr>
          <p:spPr>
            <a:xfrm>
              <a:off x="7917503" y="2023886"/>
              <a:ext cx="483194" cy="80395"/>
            </a:xfrm>
            <a:custGeom>
              <a:avLst/>
              <a:gdLst>
                <a:gd name="csX0" fmla="*/ 355972 w 357118"/>
                <a:gd name="csY0" fmla="*/ 32236 h 59418"/>
                <a:gd name="csX1" fmla="*/ 355899 w 357118"/>
                <a:gd name="csY1" fmla="*/ 26531 h 59418"/>
                <a:gd name="csX2" fmla="*/ 329932 w 357118"/>
                <a:gd name="csY2" fmla="*/ 1149 h 59418"/>
                <a:gd name="csX3" fmla="*/ 324227 w 357118"/>
                <a:gd name="csY3" fmla="*/ 1215 h 59418"/>
                <a:gd name="csX4" fmla="*/ 324291 w 357118"/>
                <a:gd name="csY4" fmla="*/ 6920 h 59418"/>
                <a:gd name="csX5" fmla="*/ 347378 w 357118"/>
                <a:gd name="csY5" fmla="*/ 29482 h 59418"/>
                <a:gd name="csX6" fmla="*/ 324816 w 357118"/>
                <a:gd name="csY6" fmla="*/ 52565 h 59418"/>
                <a:gd name="csX7" fmla="*/ 324880 w 357118"/>
                <a:gd name="csY7" fmla="*/ 58270 h 59418"/>
                <a:gd name="csX8" fmla="*/ 330585 w 357118"/>
                <a:gd name="csY8" fmla="*/ 58204 h 59418"/>
                <a:gd name="csX9" fmla="*/ 355972 w 357118"/>
                <a:gd name="csY9" fmla="*/ 32236 h 59418"/>
                <a:gd name="csX10" fmla="*/ 97 w 357118"/>
                <a:gd name="csY10" fmla="*/ 37486 h 59418"/>
                <a:gd name="csX11" fmla="*/ 353131 w 357118"/>
                <a:gd name="csY11" fmla="*/ 33451 h 59418"/>
                <a:gd name="csX12" fmla="*/ 353034 w 357118"/>
                <a:gd name="csY12" fmla="*/ 25382 h 59418"/>
                <a:gd name="csX13" fmla="*/ 0 w 357118"/>
                <a:gd name="csY13" fmla="*/ 29416 h 59418"/>
                <a:gd name="csX14" fmla="*/ 97 w 357118"/>
                <a:gd name="csY14" fmla="*/ 37486 h 594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57118" h="59418">
                  <a:moveTo>
                    <a:pt x="355972" y="32236"/>
                  </a:moveTo>
                  <a:cubicBezTo>
                    <a:pt x="357529" y="30643"/>
                    <a:pt x="357497" y="28089"/>
                    <a:pt x="355899" y="26531"/>
                  </a:cubicBezTo>
                  <a:lnTo>
                    <a:pt x="329932" y="1149"/>
                  </a:lnTo>
                  <a:cubicBezTo>
                    <a:pt x="328342" y="-408"/>
                    <a:pt x="325784" y="-379"/>
                    <a:pt x="324227" y="1215"/>
                  </a:cubicBezTo>
                  <a:cubicBezTo>
                    <a:pt x="322669" y="2808"/>
                    <a:pt x="322702" y="5363"/>
                    <a:pt x="324291" y="6920"/>
                  </a:cubicBezTo>
                  <a:lnTo>
                    <a:pt x="347378" y="29482"/>
                  </a:lnTo>
                  <a:lnTo>
                    <a:pt x="324816" y="52565"/>
                  </a:lnTo>
                  <a:cubicBezTo>
                    <a:pt x="323258" y="54158"/>
                    <a:pt x="323291" y="56712"/>
                    <a:pt x="324880" y="58270"/>
                  </a:cubicBezTo>
                  <a:cubicBezTo>
                    <a:pt x="326478" y="59827"/>
                    <a:pt x="329028" y="59798"/>
                    <a:pt x="330585" y="58204"/>
                  </a:cubicBezTo>
                  <a:lnTo>
                    <a:pt x="355972" y="32236"/>
                  </a:lnTo>
                  <a:close/>
                  <a:moveTo>
                    <a:pt x="97" y="37486"/>
                  </a:moveTo>
                  <a:lnTo>
                    <a:pt x="353131" y="33451"/>
                  </a:lnTo>
                  <a:lnTo>
                    <a:pt x="353034" y="25382"/>
                  </a:lnTo>
                  <a:lnTo>
                    <a:pt x="0" y="29416"/>
                  </a:lnTo>
                  <a:lnTo>
                    <a:pt x="97" y="37486"/>
                  </a:lnTo>
                  <a:close/>
                </a:path>
              </a:pathLst>
            </a:custGeom>
            <a:solidFill>
              <a:srgbClr val="000000"/>
            </a:solidFill>
            <a:ln w="807" cap="flat">
              <a:noFill/>
              <a:prstDash val="solid"/>
              <a:miter/>
            </a:ln>
          </p:spPr>
        </p:sp>
        <p:sp>
          <p:nvSpPr>
            <p:cNvPr id="420" name="任意形状 419">
              <a:extLst>
                <a:ext uri="{FF2B5EF4-FFF2-40B4-BE49-F238E27FC236}">
                  <a16:creationId xmlns:a16="http://schemas.microsoft.com/office/drawing/2014/main" id="{DCAB818A-299D-8116-B335-72F47924E9F3}"/>
                </a:ext>
              </a:extLst>
            </p:cNvPr>
            <p:cNvSpPr/>
            <p:nvPr/>
          </p:nvSpPr>
          <p:spPr>
            <a:xfrm>
              <a:off x="8604865" y="2023486"/>
              <a:ext cx="311169" cy="80401"/>
            </a:xfrm>
            <a:custGeom>
              <a:avLst/>
              <a:gdLst>
                <a:gd name="csX0" fmla="*/ 228798 w 229978"/>
                <a:gd name="csY0" fmla="*/ 32564 h 59422"/>
                <a:gd name="csX1" fmla="*/ 228798 w 229978"/>
                <a:gd name="csY1" fmla="*/ 26858 h 59422"/>
                <a:gd name="csX2" fmla="*/ 203122 w 229978"/>
                <a:gd name="csY2" fmla="*/ 1182 h 59422"/>
                <a:gd name="csX3" fmla="*/ 197409 w 229978"/>
                <a:gd name="csY3" fmla="*/ 1182 h 59422"/>
                <a:gd name="csX4" fmla="*/ 197409 w 229978"/>
                <a:gd name="csY4" fmla="*/ 6888 h 59422"/>
                <a:gd name="csX5" fmla="*/ 220237 w 229978"/>
                <a:gd name="csY5" fmla="*/ 29711 h 59422"/>
                <a:gd name="csX6" fmla="*/ 197409 w 229978"/>
                <a:gd name="csY6" fmla="*/ 52534 h 59422"/>
                <a:gd name="csX7" fmla="*/ 197409 w 229978"/>
                <a:gd name="csY7" fmla="*/ 58240 h 59422"/>
                <a:gd name="csX8" fmla="*/ 203122 w 229978"/>
                <a:gd name="csY8" fmla="*/ 58240 h 59422"/>
                <a:gd name="csX9" fmla="*/ 228798 w 229978"/>
                <a:gd name="csY9" fmla="*/ 32564 h 59422"/>
                <a:gd name="csX10" fmla="*/ 0 w 229978"/>
                <a:gd name="csY10" fmla="*/ 33746 h 59422"/>
                <a:gd name="csX11" fmla="*/ 225942 w 229978"/>
                <a:gd name="csY11" fmla="*/ 33746 h 59422"/>
                <a:gd name="csX12" fmla="*/ 225942 w 229978"/>
                <a:gd name="csY12" fmla="*/ 25676 h 59422"/>
                <a:gd name="csX13" fmla="*/ 0 w 229978"/>
                <a:gd name="csY13" fmla="*/ 25676 h 59422"/>
                <a:gd name="csX14" fmla="*/ 0 w 229978"/>
                <a:gd name="csY14" fmla="*/ 33746 h 594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9978" h="59422">
                  <a:moveTo>
                    <a:pt x="228798" y="32564"/>
                  </a:moveTo>
                  <a:cubicBezTo>
                    <a:pt x="230372" y="30989"/>
                    <a:pt x="230372" y="28434"/>
                    <a:pt x="228798" y="26858"/>
                  </a:cubicBezTo>
                  <a:lnTo>
                    <a:pt x="203122" y="1182"/>
                  </a:lnTo>
                  <a:cubicBezTo>
                    <a:pt x="201540" y="-394"/>
                    <a:pt x="198990" y="-394"/>
                    <a:pt x="197409" y="1182"/>
                  </a:cubicBezTo>
                  <a:cubicBezTo>
                    <a:pt x="195835" y="2757"/>
                    <a:pt x="195835" y="5312"/>
                    <a:pt x="197409" y="6888"/>
                  </a:cubicBezTo>
                  <a:lnTo>
                    <a:pt x="220237" y="29711"/>
                  </a:lnTo>
                  <a:lnTo>
                    <a:pt x="197409" y="52534"/>
                  </a:lnTo>
                  <a:cubicBezTo>
                    <a:pt x="195835" y="54110"/>
                    <a:pt x="195835" y="56665"/>
                    <a:pt x="197409" y="58240"/>
                  </a:cubicBezTo>
                  <a:cubicBezTo>
                    <a:pt x="198990" y="59816"/>
                    <a:pt x="201540" y="59816"/>
                    <a:pt x="203122" y="58240"/>
                  </a:cubicBezTo>
                  <a:lnTo>
                    <a:pt x="228798" y="32564"/>
                  </a:lnTo>
                  <a:close/>
                  <a:moveTo>
                    <a:pt x="0" y="33746"/>
                  </a:moveTo>
                  <a:lnTo>
                    <a:pt x="225942" y="33746"/>
                  </a:lnTo>
                  <a:lnTo>
                    <a:pt x="225942" y="25676"/>
                  </a:lnTo>
                  <a:lnTo>
                    <a:pt x="0" y="25676"/>
                  </a:lnTo>
                  <a:lnTo>
                    <a:pt x="0" y="33746"/>
                  </a:lnTo>
                  <a:close/>
                </a:path>
              </a:pathLst>
            </a:custGeom>
            <a:solidFill>
              <a:srgbClr val="000000"/>
            </a:solidFill>
            <a:ln w="807" cap="flat">
              <a:noFill/>
              <a:prstDash val="solid"/>
              <a:miter/>
            </a:ln>
          </p:spPr>
        </p:sp>
        <p:sp>
          <p:nvSpPr>
            <p:cNvPr id="421" name="任意形状 420">
              <a:extLst>
                <a:ext uri="{FF2B5EF4-FFF2-40B4-BE49-F238E27FC236}">
                  <a16:creationId xmlns:a16="http://schemas.microsoft.com/office/drawing/2014/main" id="{29E71FB1-DFFC-1AF7-A7D6-FC90FF719177}"/>
                </a:ext>
              </a:extLst>
            </p:cNvPr>
            <p:cNvSpPr/>
            <p:nvPr/>
          </p:nvSpPr>
          <p:spPr>
            <a:xfrm>
              <a:off x="6076227" y="3483235"/>
              <a:ext cx="132112" cy="80405"/>
            </a:xfrm>
            <a:custGeom>
              <a:avLst/>
              <a:gdLst>
                <a:gd name="csX0" fmla="*/ 96461 w 97641"/>
                <a:gd name="csY0" fmla="*/ 32570 h 59426"/>
                <a:gd name="csX1" fmla="*/ 96461 w 97641"/>
                <a:gd name="csY1" fmla="*/ 26857 h 59426"/>
                <a:gd name="csX2" fmla="*/ 70785 w 97641"/>
                <a:gd name="csY2" fmla="*/ 1180 h 59426"/>
                <a:gd name="csX3" fmla="*/ 65071 w 97641"/>
                <a:gd name="csY3" fmla="*/ 1180 h 59426"/>
                <a:gd name="csX4" fmla="*/ 65071 w 97641"/>
                <a:gd name="csY4" fmla="*/ 6893 h 59426"/>
                <a:gd name="csX5" fmla="*/ 87900 w 97641"/>
                <a:gd name="csY5" fmla="*/ 29713 h 59426"/>
                <a:gd name="csX6" fmla="*/ 65071 w 97641"/>
                <a:gd name="csY6" fmla="*/ 52534 h 59426"/>
                <a:gd name="csX7" fmla="*/ 65071 w 97641"/>
                <a:gd name="csY7" fmla="*/ 58247 h 59426"/>
                <a:gd name="csX8" fmla="*/ 70785 w 97641"/>
                <a:gd name="csY8" fmla="*/ 58247 h 59426"/>
                <a:gd name="csX9" fmla="*/ 96461 w 97641"/>
                <a:gd name="csY9" fmla="*/ 32570 h 59426"/>
                <a:gd name="csX10" fmla="*/ 0 w 97641"/>
                <a:gd name="csY10" fmla="*/ 33748 h 59426"/>
                <a:gd name="csX11" fmla="*/ 93604 w 97641"/>
                <a:gd name="csY11" fmla="*/ 33748 h 59426"/>
                <a:gd name="csX12" fmla="*/ 93604 w 97641"/>
                <a:gd name="csY12" fmla="*/ 25679 h 59426"/>
                <a:gd name="csX13" fmla="*/ 0 w 97641"/>
                <a:gd name="csY13" fmla="*/ 25679 h 59426"/>
                <a:gd name="csX14" fmla="*/ 0 w 97641"/>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7641" h="59426">
                  <a:moveTo>
                    <a:pt x="96461" y="32570"/>
                  </a:moveTo>
                  <a:cubicBezTo>
                    <a:pt x="98035" y="30988"/>
                    <a:pt x="98035" y="28438"/>
                    <a:pt x="96461" y="26857"/>
                  </a:cubicBezTo>
                  <a:lnTo>
                    <a:pt x="70785" y="1180"/>
                  </a:lnTo>
                  <a:cubicBezTo>
                    <a:pt x="69203" y="-393"/>
                    <a:pt x="66653" y="-393"/>
                    <a:pt x="65071" y="1180"/>
                  </a:cubicBezTo>
                  <a:cubicBezTo>
                    <a:pt x="63498" y="2762"/>
                    <a:pt x="63498" y="5312"/>
                    <a:pt x="65071" y="6893"/>
                  </a:cubicBezTo>
                  <a:lnTo>
                    <a:pt x="87900" y="29713"/>
                  </a:lnTo>
                  <a:lnTo>
                    <a:pt x="65071" y="52534"/>
                  </a:lnTo>
                  <a:cubicBezTo>
                    <a:pt x="63498" y="54115"/>
                    <a:pt x="63498" y="56665"/>
                    <a:pt x="65071" y="58247"/>
                  </a:cubicBezTo>
                  <a:cubicBezTo>
                    <a:pt x="66653" y="59820"/>
                    <a:pt x="69203" y="59820"/>
                    <a:pt x="70785" y="58247"/>
                  </a:cubicBezTo>
                  <a:lnTo>
                    <a:pt x="96461" y="32570"/>
                  </a:lnTo>
                  <a:close/>
                  <a:moveTo>
                    <a:pt x="0" y="33748"/>
                  </a:moveTo>
                  <a:lnTo>
                    <a:pt x="93604" y="33748"/>
                  </a:lnTo>
                  <a:lnTo>
                    <a:pt x="93604" y="25679"/>
                  </a:lnTo>
                  <a:lnTo>
                    <a:pt x="0" y="25679"/>
                  </a:lnTo>
                  <a:lnTo>
                    <a:pt x="0" y="33748"/>
                  </a:lnTo>
                  <a:close/>
                </a:path>
              </a:pathLst>
            </a:custGeom>
            <a:solidFill>
              <a:srgbClr val="000000"/>
            </a:solidFill>
            <a:ln w="807" cap="flat">
              <a:noFill/>
              <a:prstDash val="solid"/>
              <a:miter/>
            </a:ln>
          </p:spPr>
        </p:sp>
        <p:sp>
          <p:nvSpPr>
            <p:cNvPr id="422" name="任意形状 421">
              <a:extLst>
                <a:ext uri="{FF2B5EF4-FFF2-40B4-BE49-F238E27FC236}">
                  <a16:creationId xmlns:a16="http://schemas.microsoft.com/office/drawing/2014/main" id="{E13B0278-7C96-4CBE-0747-754CDF8C10D9}"/>
                </a:ext>
              </a:extLst>
            </p:cNvPr>
            <p:cNvSpPr/>
            <p:nvPr/>
          </p:nvSpPr>
          <p:spPr>
            <a:xfrm>
              <a:off x="8811218" y="3140407"/>
              <a:ext cx="114643" cy="80405"/>
            </a:xfrm>
            <a:custGeom>
              <a:avLst/>
              <a:gdLst>
                <a:gd name="csX0" fmla="*/ 83550 w 84730"/>
                <a:gd name="csY0" fmla="*/ 32570 h 59426"/>
                <a:gd name="csX1" fmla="*/ 83550 w 84730"/>
                <a:gd name="csY1" fmla="*/ 26857 h 59426"/>
                <a:gd name="csX2" fmla="*/ 57874 w 84730"/>
                <a:gd name="csY2" fmla="*/ 1180 h 59426"/>
                <a:gd name="csX3" fmla="*/ 52160 w 84730"/>
                <a:gd name="csY3" fmla="*/ 1180 h 59426"/>
                <a:gd name="csX4" fmla="*/ 52160 w 84730"/>
                <a:gd name="csY4" fmla="*/ 6893 h 59426"/>
                <a:gd name="csX5" fmla="*/ 74989 w 84730"/>
                <a:gd name="csY5" fmla="*/ 29713 h 59426"/>
                <a:gd name="csX6" fmla="*/ 52160 w 84730"/>
                <a:gd name="csY6" fmla="*/ 52534 h 59426"/>
                <a:gd name="csX7" fmla="*/ 52160 w 84730"/>
                <a:gd name="csY7" fmla="*/ 58247 h 59426"/>
                <a:gd name="csX8" fmla="*/ 57874 w 84730"/>
                <a:gd name="csY8" fmla="*/ 58247 h 59426"/>
                <a:gd name="csX9" fmla="*/ 83550 w 84730"/>
                <a:gd name="csY9" fmla="*/ 32570 h 59426"/>
                <a:gd name="csX10" fmla="*/ 0 w 84730"/>
                <a:gd name="csY10" fmla="*/ 33748 h 59426"/>
                <a:gd name="csX11" fmla="*/ 80694 w 84730"/>
                <a:gd name="csY11" fmla="*/ 33748 h 59426"/>
                <a:gd name="csX12" fmla="*/ 80694 w 84730"/>
                <a:gd name="csY12" fmla="*/ 25679 h 59426"/>
                <a:gd name="csX13" fmla="*/ 0 w 84730"/>
                <a:gd name="csY13" fmla="*/ 25679 h 59426"/>
                <a:gd name="csX14" fmla="*/ 0 w 84730"/>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4730" h="59426">
                  <a:moveTo>
                    <a:pt x="83550" y="32570"/>
                  </a:moveTo>
                  <a:cubicBezTo>
                    <a:pt x="85124" y="30988"/>
                    <a:pt x="85124" y="28438"/>
                    <a:pt x="83550" y="26857"/>
                  </a:cubicBezTo>
                  <a:lnTo>
                    <a:pt x="57874" y="1180"/>
                  </a:lnTo>
                  <a:cubicBezTo>
                    <a:pt x="56292" y="-393"/>
                    <a:pt x="53742" y="-393"/>
                    <a:pt x="52160" y="1180"/>
                  </a:cubicBezTo>
                  <a:cubicBezTo>
                    <a:pt x="50587" y="2762"/>
                    <a:pt x="50587" y="5312"/>
                    <a:pt x="52160" y="6893"/>
                  </a:cubicBezTo>
                  <a:lnTo>
                    <a:pt x="74989" y="29713"/>
                  </a:lnTo>
                  <a:lnTo>
                    <a:pt x="52160" y="52534"/>
                  </a:lnTo>
                  <a:cubicBezTo>
                    <a:pt x="50587" y="54115"/>
                    <a:pt x="50587" y="56665"/>
                    <a:pt x="52160" y="58247"/>
                  </a:cubicBezTo>
                  <a:cubicBezTo>
                    <a:pt x="53742" y="59820"/>
                    <a:pt x="56292" y="59820"/>
                    <a:pt x="57874" y="58247"/>
                  </a:cubicBezTo>
                  <a:lnTo>
                    <a:pt x="83550" y="32570"/>
                  </a:lnTo>
                  <a:close/>
                  <a:moveTo>
                    <a:pt x="0" y="33748"/>
                  </a:moveTo>
                  <a:lnTo>
                    <a:pt x="80694" y="33748"/>
                  </a:lnTo>
                  <a:lnTo>
                    <a:pt x="80694" y="25679"/>
                  </a:lnTo>
                  <a:lnTo>
                    <a:pt x="0" y="25679"/>
                  </a:lnTo>
                  <a:lnTo>
                    <a:pt x="0" y="33748"/>
                  </a:lnTo>
                  <a:close/>
                </a:path>
              </a:pathLst>
            </a:custGeom>
            <a:solidFill>
              <a:srgbClr val="000000"/>
            </a:solidFill>
            <a:ln w="807" cap="flat">
              <a:noFill/>
              <a:prstDash val="solid"/>
              <a:miter/>
            </a:ln>
          </p:spPr>
        </p:sp>
        <p:sp>
          <p:nvSpPr>
            <p:cNvPr id="423" name="任意形状 422">
              <a:extLst>
                <a:ext uri="{FF2B5EF4-FFF2-40B4-BE49-F238E27FC236}">
                  <a16:creationId xmlns:a16="http://schemas.microsoft.com/office/drawing/2014/main" id="{34DDEAC0-1111-7F58-C91C-82033DD5CE1C}"/>
                </a:ext>
              </a:extLst>
            </p:cNvPr>
            <p:cNvSpPr/>
            <p:nvPr/>
          </p:nvSpPr>
          <p:spPr>
            <a:xfrm>
              <a:off x="8133201" y="3472317"/>
              <a:ext cx="792658" cy="80405"/>
            </a:xfrm>
            <a:custGeom>
              <a:avLst/>
              <a:gdLst>
                <a:gd name="csX0" fmla="*/ 584657 w 585837"/>
                <a:gd name="csY0" fmla="*/ 32570 h 59426"/>
                <a:gd name="csX1" fmla="*/ 584657 w 585837"/>
                <a:gd name="csY1" fmla="*/ 26857 h 59426"/>
                <a:gd name="csX2" fmla="*/ 558980 w 585837"/>
                <a:gd name="csY2" fmla="*/ 1180 h 59426"/>
                <a:gd name="csX3" fmla="*/ 553267 w 585837"/>
                <a:gd name="csY3" fmla="*/ 1180 h 59426"/>
                <a:gd name="csX4" fmla="*/ 553267 w 585837"/>
                <a:gd name="csY4" fmla="*/ 6893 h 59426"/>
                <a:gd name="csX5" fmla="*/ 576095 w 585837"/>
                <a:gd name="csY5" fmla="*/ 29713 h 59426"/>
                <a:gd name="csX6" fmla="*/ 553267 w 585837"/>
                <a:gd name="csY6" fmla="*/ 52534 h 59426"/>
                <a:gd name="csX7" fmla="*/ 553267 w 585837"/>
                <a:gd name="csY7" fmla="*/ 58247 h 59426"/>
                <a:gd name="csX8" fmla="*/ 558980 w 585837"/>
                <a:gd name="csY8" fmla="*/ 58247 h 59426"/>
                <a:gd name="csX9" fmla="*/ 584657 w 585837"/>
                <a:gd name="csY9" fmla="*/ 32570 h 59426"/>
                <a:gd name="csX10" fmla="*/ 0 w 585837"/>
                <a:gd name="csY10" fmla="*/ 33748 h 59426"/>
                <a:gd name="csX11" fmla="*/ 581800 w 585837"/>
                <a:gd name="csY11" fmla="*/ 33748 h 59426"/>
                <a:gd name="csX12" fmla="*/ 581800 w 585837"/>
                <a:gd name="csY12" fmla="*/ 25679 h 59426"/>
                <a:gd name="csX13" fmla="*/ 0 w 585837"/>
                <a:gd name="csY13" fmla="*/ 25679 h 59426"/>
                <a:gd name="csX14" fmla="*/ 0 w 585837"/>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5837" h="59426">
                  <a:moveTo>
                    <a:pt x="584657" y="32570"/>
                  </a:moveTo>
                  <a:cubicBezTo>
                    <a:pt x="586231" y="30988"/>
                    <a:pt x="586231" y="28438"/>
                    <a:pt x="584657" y="26857"/>
                  </a:cubicBezTo>
                  <a:lnTo>
                    <a:pt x="558980" y="1180"/>
                  </a:lnTo>
                  <a:cubicBezTo>
                    <a:pt x="557398" y="-393"/>
                    <a:pt x="554849" y="-393"/>
                    <a:pt x="553267" y="1180"/>
                  </a:cubicBezTo>
                  <a:cubicBezTo>
                    <a:pt x="551694" y="2762"/>
                    <a:pt x="551694" y="5312"/>
                    <a:pt x="553267" y="6893"/>
                  </a:cubicBezTo>
                  <a:lnTo>
                    <a:pt x="576095" y="29713"/>
                  </a:lnTo>
                  <a:lnTo>
                    <a:pt x="553267" y="52534"/>
                  </a:lnTo>
                  <a:cubicBezTo>
                    <a:pt x="551694" y="54115"/>
                    <a:pt x="551694" y="56665"/>
                    <a:pt x="553267" y="58247"/>
                  </a:cubicBezTo>
                  <a:cubicBezTo>
                    <a:pt x="554849" y="59820"/>
                    <a:pt x="557398" y="59820"/>
                    <a:pt x="558980" y="58247"/>
                  </a:cubicBezTo>
                  <a:lnTo>
                    <a:pt x="584657" y="32570"/>
                  </a:lnTo>
                  <a:close/>
                  <a:moveTo>
                    <a:pt x="0" y="33748"/>
                  </a:moveTo>
                  <a:lnTo>
                    <a:pt x="581800" y="33748"/>
                  </a:lnTo>
                  <a:lnTo>
                    <a:pt x="581800" y="25679"/>
                  </a:lnTo>
                  <a:lnTo>
                    <a:pt x="0" y="25679"/>
                  </a:lnTo>
                  <a:lnTo>
                    <a:pt x="0" y="33748"/>
                  </a:lnTo>
                  <a:close/>
                </a:path>
              </a:pathLst>
            </a:custGeom>
            <a:solidFill>
              <a:srgbClr val="000000"/>
            </a:solidFill>
            <a:ln w="807" cap="flat">
              <a:noFill/>
              <a:prstDash val="solid"/>
              <a:miter/>
            </a:ln>
          </p:spPr>
        </p:sp>
        <p:sp>
          <p:nvSpPr>
            <p:cNvPr id="425" name="任意形状 424">
              <a:extLst>
                <a:ext uri="{FF2B5EF4-FFF2-40B4-BE49-F238E27FC236}">
                  <a16:creationId xmlns:a16="http://schemas.microsoft.com/office/drawing/2014/main" id="{1BDC7C56-04F2-38CB-6E02-1F2F04EB1D42}"/>
                </a:ext>
              </a:extLst>
            </p:cNvPr>
            <p:cNvSpPr/>
            <p:nvPr/>
          </p:nvSpPr>
          <p:spPr>
            <a:xfrm>
              <a:off x="7275223" y="3922944"/>
              <a:ext cx="916445" cy="158650"/>
            </a:xfrm>
            <a:custGeom>
              <a:avLst/>
              <a:gdLst>
                <a:gd name="csX0" fmla="*/ 9901 w 677325"/>
                <a:gd name="csY0" fmla="*/ 4156 h 117255"/>
                <a:gd name="csX1" fmla="*/ 74835 w 677325"/>
                <a:gd name="csY1" fmla="*/ 4156 h 117255"/>
                <a:gd name="csX2" fmla="*/ 67831 w 677325"/>
                <a:gd name="csY2" fmla="*/ 26855 h 117255"/>
                <a:gd name="csX3" fmla="*/ 65443 w 677325"/>
                <a:gd name="csY3" fmla="*/ 26855 h 117255"/>
                <a:gd name="csX4" fmla="*/ 66637 w 677325"/>
                <a:gd name="csY4" fmla="*/ 17962 h 117255"/>
                <a:gd name="csX5" fmla="*/ 63796 w 677325"/>
                <a:gd name="csY5" fmla="*/ 11031 h 117255"/>
                <a:gd name="csX6" fmla="*/ 52766 w 677325"/>
                <a:gd name="csY6" fmla="*/ 9264 h 117255"/>
                <a:gd name="csX7" fmla="*/ 46020 w 677325"/>
                <a:gd name="csY7" fmla="*/ 9264 h 117255"/>
                <a:gd name="csX8" fmla="*/ 29130 w 677325"/>
                <a:gd name="csY8" fmla="*/ 68146 h 117255"/>
                <a:gd name="csX9" fmla="*/ 25911 w 677325"/>
                <a:gd name="csY9" fmla="*/ 81823 h 117255"/>
                <a:gd name="csX10" fmla="*/ 27928 w 677325"/>
                <a:gd name="csY10" fmla="*/ 85793 h 117255"/>
                <a:gd name="csX11" fmla="*/ 35053 w 677325"/>
                <a:gd name="csY11" fmla="*/ 87310 h 117255"/>
                <a:gd name="csX12" fmla="*/ 37950 w 677325"/>
                <a:gd name="csY12" fmla="*/ 87310 h 117255"/>
                <a:gd name="csX13" fmla="*/ 37200 w 677325"/>
                <a:gd name="csY13" fmla="*/ 89642 h 117255"/>
                <a:gd name="csX14" fmla="*/ 0 w 677325"/>
                <a:gd name="csY14" fmla="*/ 89642 h 117255"/>
                <a:gd name="csX15" fmla="*/ 694 w 677325"/>
                <a:gd name="csY15" fmla="*/ 87310 h 117255"/>
                <a:gd name="csX16" fmla="*/ 2332 w 677325"/>
                <a:gd name="csY16" fmla="*/ 87310 h 117255"/>
                <a:gd name="csX17" fmla="*/ 9901 w 677325"/>
                <a:gd name="csY17" fmla="*/ 85737 h 117255"/>
                <a:gd name="csX18" fmla="*/ 13177 w 677325"/>
                <a:gd name="csY18" fmla="*/ 81888 h 117255"/>
                <a:gd name="csX19" fmla="*/ 17341 w 677325"/>
                <a:gd name="csY19" fmla="*/ 69969 h 117255"/>
                <a:gd name="csX20" fmla="*/ 35053 w 677325"/>
                <a:gd name="csY20" fmla="*/ 9264 h 117255"/>
                <a:gd name="csX21" fmla="*/ 29945 w 677325"/>
                <a:gd name="csY21" fmla="*/ 9264 h 117255"/>
                <a:gd name="csX22" fmla="*/ 18035 w 677325"/>
                <a:gd name="csY22" fmla="*/ 11152 h 117255"/>
                <a:gd name="csX23" fmla="*/ 10781 w 677325"/>
                <a:gd name="csY23" fmla="*/ 16639 h 117255"/>
                <a:gd name="csX24" fmla="*/ 6246 w 677325"/>
                <a:gd name="csY24" fmla="*/ 26855 h 117255"/>
                <a:gd name="csX25" fmla="*/ 3914 w 677325"/>
                <a:gd name="csY25" fmla="*/ 26855 h 117255"/>
                <a:gd name="csX26" fmla="*/ 9901 w 677325"/>
                <a:gd name="csY26" fmla="*/ 4156 h 117255"/>
                <a:gd name="csX27" fmla="*/ 66387 w 677325"/>
                <a:gd name="csY27" fmla="*/ 65878 h 117255"/>
                <a:gd name="csX28" fmla="*/ 65943 w 677325"/>
                <a:gd name="csY28" fmla="*/ 71107 h 117255"/>
                <a:gd name="csX29" fmla="*/ 69913 w 677325"/>
                <a:gd name="csY29" fmla="*/ 80693 h 117255"/>
                <a:gd name="csX30" fmla="*/ 79564 w 677325"/>
                <a:gd name="csY30" fmla="*/ 84599 h 117255"/>
                <a:gd name="csX31" fmla="*/ 88262 w 677325"/>
                <a:gd name="csY31" fmla="*/ 82767 h 117255"/>
                <a:gd name="csX32" fmla="*/ 100746 w 677325"/>
                <a:gd name="csY32" fmla="*/ 74512 h 117255"/>
                <a:gd name="csX33" fmla="*/ 102069 w 677325"/>
                <a:gd name="csY33" fmla="*/ 76344 h 117255"/>
                <a:gd name="csX34" fmla="*/ 73568 w 677325"/>
                <a:gd name="csY34" fmla="*/ 91159 h 117255"/>
                <a:gd name="csX35" fmla="*/ 59705 w 677325"/>
                <a:gd name="csY35" fmla="*/ 85357 h 117255"/>
                <a:gd name="csX36" fmla="*/ 55041 w 677325"/>
                <a:gd name="csY36" fmla="*/ 72560 h 117255"/>
                <a:gd name="csX37" fmla="*/ 60835 w 677325"/>
                <a:gd name="csY37" fmla="*/ 53330 h 117255"/>
                <a:gd name="csX38" fmla="*/ 75400 w 677325"/>
                <a:gd name="csY38" fmla="*/ 38071 h 117255"/>
                <a:gd name="csX39" fmla="*/ 93427 w 677325"/>
                <a:gd name="csY39" fmla="*/ 32592 h 117255"/>
                <a:gd name="csX40" fmla="*/ 103328 w 677325"/>
                <a:gd name="csY40" fmla="*/ 35303 h 117255"/>
                <a:gd name="csX41" fmla="*/ 106540 w 677325"/>
                <a:gd name="csY41" fmla="*/ 41727 h 117255"/>
                <a:gd name="csX42" fmla="*/ 102384 w 677325"/>
                <a:gd name="csY42" fmla="*/ 51757 h 117255"/>
                <a:gd name="csX43" fmla="*/ 86245 w 677325"/>
                <a:gd name="csY43" fmla="*/ 61843 h 117255"/>
                <a:gd name="csX44" fmla="*/ 66387 w 677325"/>
                <a:gd name="csY44" fmla="*/ 65878 h 117255"/>
                <a:gd name="csX45" fmla="*/ 66822 w 677325"/>
                <a:gd name="csY45" fmla="*/ 62788 h 117255"/>
                <a:gd name="csX46" fmla="*/ 82017 w 677325"/>
                <a:gd name="csY46" fmla="*/ 59132 h 117255"/>
                <a:gd name="csX47" fmla="*/ 93621 w 677325"/>
                <a:gd name="csY47" fmla="*/ 50869 h 117255"/>
                <a:gd name="csX48" fmla="*/ 97526 w 677325"/>
                <a:gd name="csY48" fmla="*/ 41670 h 117255"/>
                <a:gd name="csX49" fmla="*/ 95824 w 677325"/>
                <a:gd name="csY49" fmla="*/ 37377 h 117255"/>
                <a:gd name="csX50" fmla="*/ 91095 w 677325"/>
                <a:gd name="csY50" fmla="*/ 35739 h 117255"/>
                <a:gd name="csX51" fmla="*/ 77417 w 677325"/>
                <a:gd name="csY51" fmla="*/ 42614 h 117255"/>
                <a:gd name="csX52" fmla="*/ 66822 w 677325"/>
                <a:gd name="csY52" fmla="*/ 62788 h 117255"/>
                <a:gd name="csX53" fmla="*/ 146765 w 677325"/>
                <a:gd name="csY53" fmla="*/ 0 h 117255"/>
                <a:gd name="csX54" fmla="*/ 125204 w 677325"/>
                <a:gd name="csY54" fmla="*/ 75021 h 117255"/>
                <a:gd name="csX55" fmla="*/ 123631 w 677325"/>
                <a:gd name="csY55" fmla="*/ 81888 h 117255"/>
                <a:gd name="csX56" fmla="*/ 124196 w 677325"/>
                <a:gd name="csY56" fmla="*/ 83461 h 117255"/>
                <a:gd name="csX57" fmla="*/ 125705 w 677325"/>
                <a:gd name="csY57" fmla="*/ 84091 h 117255"/>
                <a:gd name="csX58" fmla="*/ 128295 w 677325"/>
                <a:gd name="csY58" fmla="*/ 83026 h 117255"/>
                <a:gd name="csX59" fmla="*/ 135162 w 677325"/>
                <a:gd name="csY59" fmla="*/ 75021 h 117255"/>
                <a:gd name="csX60" fmla="*/ 137058 w 677325"/>
                <a:gd name="csY60" fmla="*/ 76974 h 117255"/>
                <a:gd name="csX61" fmla="*/ 126019 w 677325"/>
                <a:gd name="csY61" fmla="*/ 88763 h 117255"/>
                <a:gd name="csX62" fmla="*/ 118958 w 677325"/>
                <a:gd name="csY62" fmla="*/ 91159 h 117255"/>
                <a:gd name="csX63" fmla="*/ 114924 w 677325"/>
                <a:gd name="csY63" fmla="*/ 89513 h 117255"/>
                <a:gd name="csX64" fmla="*/ 113350 w 677325"/>
                <a:gd name="csY64" fmla="*/ 85737 h 117255"/>
                <a:gd name="csX65" fmla="*/ 115368 w 677325"/>
                <a:gd name="csY65" fmla="*/ 76401 h 117255"/>
                <a:gd name="csX66" fmla="*/ 132450 w 677325"/>
                <a:gd name="csY66" fmla="*/ 17268 h 117255"/>
                <a:gd name="csX67" fmla="*/ 134532 w 677325"/>
                <a:gd name="csY67" fmla="*/ 8949 h 117255"/>
                <a:gd name="csX68" fmla="*/ 133338 w 677325"/>
                <a:gd name="csY68" fmla="*/ 6488 h 117255"/>
                <a:gd name="csX69" fmla="*/ 129618 w 677325"/>
                <a:gd name="csY69" fmla="*/ 5479 h 117255"/>
                <a:gd name="csX70" fmla="*/ 125204 w 677325"/>
                <a:gd name="csY70" fmla="*/ 5923 h 117255"/>
                <a:gd name="csX71" fmla="*/ 125204 w 677325"/>
                <a:gd name="csY71" fmla="*/ 3591 h 117255"/>
                <a:gd name="csX72" fmla="*/ 146765 w 677325"/>
                <a:gd name="csY72" fmla="*/ 0 h 117255"/>
                <a:gd name="csX73" fmla="*/ 159685 w 677325"/>
                <a:gd name="csY73" fmla="*/ 65878 h 117255"/>
                <a:gd name="csX74" fmla="*/ 159249 w 677325"/>
                <a:gd name="csY74" fmla="*/ 71107 h 117255"/>
                <a:gd name="csX75" fmla="*/ 163219 w 677325"/>
                <a:gd name="csY75" fmla="*/ 80693 h 117255"/>
                <a:gd name="csX76" fmla="*/ 172862 w 677325"/>
                <a:gd name="csY76" fmla="*/ 84599 h 117255"/>
                <a:gd name="csX77" fmla="*/ 181560 w 677325"/>
                <a:gd name="csY77" fmla="*/ 82767 h 117255"/>
                <a:gd name="csX78" fmla="*/ 194044 w 677325"/>
                <a:gd name="csY78" fmla="*/ 74512 h 117255"/>
                <a:gd name="csX79" fmla="*/ 195367 w 677325"/>
                <a:gd name="csY79" fmla="*/ 76344 h 117255"/>
                <a:gd name="csX80" fmla="*/ 166874 w 677325"/>
                <a:gd name="csY80" fmla="*/ 91159 h 117255"/>
                <a:gd name="csX81" fmla="*/ 153003 w 677325"/>
                <a:gd name="csY81" fmla="*/ 85357 h 117255"/>
                <a:gd name="csX82" fmla="*/ 148339 w 677325"/>
                <a:gd name="csY82" fmla="*/ 72560 h 117255"/>
                <a:gd name="csX83" fmla="*/ 154141 w 677325"/>
                <a:gd name="csY83" fmla="*/ 53330 h 117255"/>
                <a:gd name="csX84" fmla="*/ 168698 w 677325"/>
                <a:gd name="csY84" fmla="*/ 38071 h 117255"/>
                <a:gd name="csX85" fmla="*/ 186733 w 677325"/>
                <a:gd name="csY85" fmla="*/ 32592 h 117255"/>
                <a:gd name="csX86" fmla="*/ 196626 w 677325"/>
                <a:gd name="csY86" fmla="*/ 35303 h 117255"/>
                <a:gd name="csX87" fmla="*/ 199846 w 677325"/>
                <a:gd name="csY87" fmla="*/ 41727 h 117255"/>
                <a:gd name="csX88" fmla="*/ 195682 w 677325"/>
                <a:gd name="csY88" fmla="*/ 51757 h 117255"/>
                <a:gd name="csX89" fmla="*/ 179543 w 677325"/>
                <a:gd name="csY89" fmla="*/ 61843 h 117255"/>
                <a:gd name="csX90" fmla="*/ 159685 w 677325"/>
                <a:gd name="csY90" fmla="*/ 65878 h 117255"/>
                <a:gd name="csX91" fmla="*/ 160128 w 677325"/>
                <a:gd name="csY91" fmla="*/ 62788 h 117255"/>
                <a:gd name="csX92" fmla="*/ 175323 w 677325"/>
                <a:gd name="csY92" fmla="*/ 59132 h 117255"/>
                <a:gd name="csX93" fmla="*/ 186919 w 677325"/>
                <a:gd name="csY93" fmla="*/ 50869 h 117255"/>
                <a:gd name="csX94" fmla="*/ 190832 w 677325"/>
                <a:gd name="csY94" fmla="*/ 41670 h 117255"/>
                <a:gd name="csX95" fmla="*/ 189129 w 677325"/>
                <a:gd name="csY95" fmla="*/ 37377 h 117255"/>
                <a:gd name="csX96" fmla="*/ 184401 w 677325"/>
                <a:gd name="csY96" fmla="*/ 35739 h 117255"/>
                <a:gd name="csX97" fmla="*/ 170715 w 677325"/>
                <a:gd name="csY97" fmla="*/ 42614 h 117255"/>
                <a:gd name="csX98" fmla="*/ 160128 w 677325"/>
                <a:gd name="csY98" fmla="*/ 62788 h 117255"/>
                <a:gd name="csX99" fmla="*/ 230227 w 677325"/>
                <a:gd name="csY99" fmla="*/ 32592 h 117255"/>
                <a:gd name="csX100" fmla="*/ 225877 w 677325"/>
                <a:gd name="csY100" fmla="*/ 47093 h 117255"/>
                <a:gd name="csX101" fmla="*/ 238111 w 677325"/>
                <a:gd name="csY101" fmla="*/ 35804 h 117255"/>
                <a:gd name="csX102" fmla="*/ 249141 w 677325"/>
                <a:gd name="csY102" fmla="*/ 32592 h 117255"/>
                <a:gd name="csX103" fmla="*/ 258728 w 677325"/>
                <a:gd name="csY103" fmla="*/ 37062 h 117255"/>
                <a:gd name="csX104" fmla="*/ 262698 w 677325"/>
                <a:gd name="csY104" fmla="*/ 48602 h 117255"/>
                <a:gd name="csX105" fmla="*/ 251409 w 677325"/>
                <a:gd name="csY105" fmla="*/ 76844 h 117255"/>
                <a:gd name="csX106" fmla="*/ 225127 w 677325"/>
                <a:gd name="csY106" fmla="*/ 91159 h 117255"/>
                <a:gd name="csX107" fmla="*/ 219511 w 677325"/>
                <a:gd name="csY107" fmla="*/ 90465 h 117255"/>
                <a:gd name="csX108" fmla="*/ 214088 w 677325"/>
                <a:gd name="csY108" fmla="*/ 88004 h 117255"/>
                <a:gd name="csX109" fmla="*/ 209488 w 677325"/>
                <a:gd name="csY109" fmla="*/ 104264 h 117255"/>
                <a:gd name="csX110" fmla="*/ 208101 w 677325"/>
                <a:gd name="csY110" fmla="*/ 110510 h 117255"/>
                <a:gd name="csX111" fmla="*/ 208794 w 677325"/>
                <a:gd name="csY111" fmla="*/ 112842 h 117255"/>
                <a:gd name="csX112" fmla="*/ 211191 w 677325"/>
                <a:gd name="csY112" fmla="*/ 114351 h 117255"/>
                <a:gd name="csX113" fmla="*/ 217687 w 677325"/>
                <a:gd name="csY113" fmla="*/ 114924 h 117255"/>
                <a:gd name="csX114" fmla="*/ 217114 w 677325"/>
                <a:gd name="csY114" fmla="*/ 117256 h 117255"/>
                <a:gd name="csX115" fmla="*/ 187427 w 677325"/>
                <a:gd name="csY115" fmla="*/ 117256 h 117255"/>
                <a:gd name="csX116" fmla="*/ 188056 w 677325"/>
                <a:gd name="csY116" fmla="*/ 114924 h 117255"/>
                <a:gd name="csX117" fmla="*/ 195997 w 677325"/>
                <a:gd name="csY117" fmla="*/ 112906 h 117255"/>
                <a:gd name="csX118" fmla="*/ 200289 w 677325"/>
                <a:gd name="csY118" fmla="*/ 103134 h 117255"/>
                <a:gd name="csX119" fmla="*/ 216235 w 677325"/>
                <a:gd name="csY119" fmla="*/ 47908 h 117255"/>
                <a:gd name="csX120" fmla="*/ 217687 w 677325"/>
                <a:gd name="csY120" fmla="*/ 41412 h 117255"/>
                <a:gd name="csX121" fmla="*/ 216678 w 677325"/>
                <a:gd name="csY121" fmla="*/ 38765 h 117255"/>
                <a:gd name="csX122" fmla="*/ 213717 w 677325"/>
                <a:gd name="csY122" fmla="*/ 37821 h 117255"/>
                <a:gd name="csX123" fmla="*/ 208609 w 677325"/>
                <a:gd name="csY123" fmla="*/ 38265 h 117255"/>
                <a:gd name="csX124" fmla="*/ 208609 w 677325"/>
                <a:gd name="csY124" fmla="*/ 35804 h 117255"/>
                <a:gd name="csX125" fmla="*/ 230227 w 677325"/>
                <a:gd name="csY125" fmla="*/ 32592 h 117255"/>
                <a:gd name="csX126" fmla="*/ 215540 w 677325"/>
                <a:gd name="csY126" fmla="*/ 83026 h 117255"/>
                <a:gd name="csX127" fmla="*/ 226071 w 677325"/>
                <a:gd name="csY127" fmla="*/ 87690 h 117255"/>
                <a:gd name="csX128" fmla="*/ 232752 w 677325"/>
                <a:gd name="csY128" fmla="*/ 85858 h 117255"/>
                <a:gd name="csX129" fmla="*/ 239369 w 677325"/>
                <a:gd name="csY129" fmla="*/ 80435 h 117255"/>
                <a:gd name="csX130" fmla="*/ 245236 w 677325"/>
                <a:gd name="csY130" fmla="*/ 72180 h 117255"/>
                <a:gd name="csX131" fmla="*/ 249835 w 677325"/>
                <a:gd name="csY131" fmla="*/ 61085 h 117255"/>
                <a:gd name="csX132" fmla="*/ 251917 w 677325"/>
                <a:gd name="csY132" fmla="*/ 48473 h 117255"/>
                <a:gd name="csX133" fmla="*/ 249585 w 677325"/>
                <a:gd name="csY133" fmla="*/ 40782 h 117255"/>
                <a:gd name="csX134" fmla="*/ 244227 w 677325"/>
                <a:gd name="csY134" fmla="*/ 38071 h 117255"/>
                <a:gd name="csX135" fmla="*/ 230735 w 677325"/>
                <a:gd name="csY135" fmla="*/ 45890 h 117255"/>
                <a:gd name="csX136" fmla="*/ 221028 w 677325"/>
                <a:gd name="csY136" fmla="*/ 64175 h 117255"/>
                <a:gd name="csX137" fmla="*/ 215540 w 677325"/>
                <a:gd name="csY137" fmla="*/ 83026 h 117255"/>
                <a:gd name="csX138" fmla="*/ 325929 w 677325"/>
                <a:gd name="csY138" fmla="*/ 52322 h 117255"/>
                <a:gd name="csX139" fmla="*/ 320886 w 677325"/>
                <a:gd name="csY139" fmla="*/ 71042 h 117255"/>
                <a:gd name="csX140" fmla="*/ 306950 w 677325"/>
                <a:gd name="csY140" fmla="*/ 85737 h 117255"/>
                <a:gd name="csX141" fmla="*/ 289553 w 677325"/>
                <a:gd name="csY141" fmla="*/ 91159 h 117255"/>
                <a:gd name="csX142" fmla="*/ 275431 w 677325"/>
                <a:gd name="csY142" fmla="*/ 85672 h 117255"/>
                <a:gd name="csX143" fmla="*/ 270008 w 677325"/>
                <a:gd name="csY143" fmla="*/ 71357 h 117255"/>
                <a:gd name="csX144" fmla="*/ 275302 w 677325"/>
                <a:gd name="csY144" fmla="*/ 52765 h 117255"/>
                <a:gd name="csX145" fmla="*/ 289553 w 677325"/>
                <a:gd name="csY145" fmla="*/ 38015 h 117255"/>
                <a:gd name="csX146" fmla="*/ 306829 w 677325"/>
                <a:gd name="csY146" fmla="*/ 32592 h 117255"/>
                <a:gd name="csX147" fmla="*/ 320507 w 677325"/>
                <a:gd name="csY147" fmla="*/ 38071 h 117255"/>
                <a:gd name="csX148" fmla="*/ 325929 w 677325"/>
                <a:gd name="csY148" fmla="*/ 52322 h 117255"/>
                <a:gd name="csX149" fmla="*/ 315463 w 677325"/>
                <a:gd name="csY149" fmla="*/ 47972 h 117255"/>
                <a:gd name="csX150" fmla="*/ 312566 w 677325"/>
                <a:gd name="csY150" fmla="*/ 39023 h 117255"/>
                <a:gd name="csX151" fmla="*/ 305191 w 677325"/>
                <a:gd name="csY151" fmla="*/ 35868 h 117255"/>
                <a:gd name="csX152" fmla="*/ 288100 w 677325"/>
                <a:gd name="csY152" fmla="*/ 49166 h 117255"/>
                <a:gd name="csX153" fmla="*/ 280345 w 677325"/>
                <a:gd name="csY153" fmla="*/ 75521 h 117255"/>
                <a:gd name="csX154" fmla="*/ 283371 w 677325"/>
                <a:gd name="csY154" fmla="*/ 84785 h 117255"/>
                <a:gd name="csX155" fmla="*/ 291005 w 677325"/>
                <a:gd name="csY155" fmla="*/ 88004 h 117255"/>
                <a:gd name="csX156" fmla="*/ 307644 w 677325"/>
                <a:gd name="csY156" fmla="*/ 74827 h 117255"/>
                <a:gd name="csX157" fmla="*/ 315463 w 677325"/>
                <a:gd name="csY157" fmla="*/ 47972 h 117255"/>
                <a:gd name="csX158" fmla="*/ 337525 w 677325"/>
                <a:gd name="csY158" fmla="*/ 36118 h 117255"/>
                <a:gd name="csX159" fmla="*/ 359280 w 677325"/>
                <a:gd name="csY159" fmla="*/ 32592 h 117255"/>
                <a:gd name="csX160" fmla="*/ 350202 w 677325"/>
                <a:gd name="csY160" fmla="*/ 63231 h 117255"/>
                <a:gd name="csX161" fmla="*/ 370246 w 677325"/>
                <a:gd name="csY161" fmla="*/ 36877 h 117255"/>
                <a:gd name="csX162" fmla="*/ 378566 w 677325"/>
                <a:gd name="csY162" fmla="*/ 32592 h 117255"/>
                <a:gd name="csX163" fmla="*/ 381850 w 677325"/>
                <a:gd name="csY163" fmla="*/ 33851 h 117255"/>
                <a:gd name="csX164" fmla="*/ 383044 w 677325"/>
                <a:gd name="csY164" fmla="*/ 37377 h 117255"/>
                <a:gd name="csX165" fmla="*/ 380898 w 677325"/>
                <a:gd name="csY165" fmla="*/ 45325 h 117255"/>
                <a:gd name="csX166" fmla="*/ 376548 w 677325"/>
                <a:gd name="csY166" fmla="*/ 48158 h 117255"/>
                <a:gd name="csX167" fmla="*/ 374031 w 677325"/>
                <a:gd name="csY167" fmla="*/ 47214 h 117255"/>
                <a:gd name="csX168" fmla="*/ 372764 w 677325"/>
                <a:gd name="csY168" fmla="*/ 44317 h 117255"/>
                <a:gd name="csX169" fmla="*/ 372199 w 677325"/>
                <a:gd name="csY169" fmla="*/ 42743 h 117255"/>
                <a:gd name="csX170" fmla="*/ 371005 w 677325"/>
                <a:gd name="csY170" fmla="*/ 42235 h 117255"/>
                <a:gd name="csX171" fmla="*/ 368987 w 677325"/>
                <a:gd name="csY171" fmla="*/ 42743 h 117255"/>
                <a:gd name="csX172" fmla="*/ 364009 w 677325"/>
                <a:gd name="csY172" fmla="*/ 47658 h 117255"/>
                <a:gd name="csX173" fmla="*/ 352655 w 677325"/>
                <a:gd name="csY173" fmla="*/ 63667 h 117255"/>
                <a:gd name="csX174" fmla="*/ 348120 w 677325"/>
                <a:gd name="csY174" fmla="*/ 73060 h 117255"/>
                <a:gd name="csX175" fmla="*/ 345094 w 677325"/>
                <a:gd name="csY175" fmla="*/ 81702 h 117255"/>
                <a:gd name="csX176" fmla="*/ 343077 w 677325"/>
                <a:gd name="csY176" fmla="*/ 89642 h 117255"/>
                <a:gd name="csX177" fmla="*/ 333434 w 677325"/>
                <a:gd name="csY177" fmla="*/ 89642 h 117255"/>
                <a:gd name="csX178" fmla="*/ 345094 w 677325"/>
                <a:gd name="csY178" fmla="*/ 50490 h 117255"/>
                <a:gd name="csX179" fmla="*/ 347111 w 677325"/>
                <a:gd name="csY179" fmla="*/ 40782 h 117255"/>
                <a:gd name="csX180" fmla="*/ 346167 w 677325"/>
                <a:gd name="csY180" fmla="*/ 38894 h 117255"/>
                <a:gd name="csX181" fmla="*/ 342827 w 677325"/>
                <a:gd name="csY181" fmla="*/ 37886 h 117255"/>
                <a:gd name="csX182" fmla="*/ 337969 w 677325"/>
                <a:gd name="csY182" fmla="*/ 38450 h 117255"/>
                <a:gd name="csX183" fmla="*/ 337525 w 677325"/>
                <a:gd name="csY183" fmla="*/ 36118 h 117255"/>
                <a:gd name="csX184" fmla="*/ 414628 w 677325"/>
                <a:gd name="csY184" fmla="*/ 16954 h 117255"/>
                <a:gd name="csX185" fmla="*/ 409713 w 677325"/>
                <a:gd name="csY185" fmla="*/ 34101 h 117255"/>
                <a:gd name="csX186" fmla="*/ 419606 w 677325"/>
                <a:gd name="csY186" fmla="*/ 34101 h 117255"/>
                <a:gd name="csX187" fmla="*/ 418533 w 677325"/>
                <a:gd name="csY187" fmla="*/ 38071 h 117255"/>
                <a:gd name="csX188" fmla="*/ 408705 w 677325"/>
                <a:gd name="csY188" fmla="*/ 38071 h 117255"/>
                <a:gd name="csX189" fmla="*/ 397860 w 677325"/>
                <a:gd name="csY189" fmla="*/ 75271 h 117255"/>
                <a:gd name="csX190" fmla="*/ 396092 w 677325"/>
                <a:gd name="csY190" fmla="*/ 83026 h 117255"/>
                <a:gd name="csX191" fmla="*/ 396601 w 677325"/>
                <a:gd name="csY191" fmla="*/ 84664 h 117255"/>
                <a:gd name="csX192" fmla="*/ 397795 w 677325"/>
                <a:gd name="csY192" fmla="*/ 85228 h 117255"/>
                <a:gd name="csX193" fmla="*/ 401959 w 677325"/>
                <a:gd name="csY193" fmla="*/ 83026 h 117255"/>
                <a:gd name="csX194" fmla="*/ 408705 w 677325"/>
                <a:gd name="csY194" fmla="*/ 75271 h 117255"/>
                <a:gd name="csX195" fmla="*/ 410779 w 677325"/>
                <a:gd name="csY195" fmla="*/ 76844 h 117255"/>
                <a:gd name="csX196" fmla="*/ 399812 w 677325"/>
                <a:gd name="csY196" fmla="*/ 88763 h 117255"/>
                <a:gd name="csX197" fmla="*/ 392687 w 677325"/>
                <a:gd name="csY197" fmla="*/ 91159 h 117255"/>
                <a:gd name="csX198" fmla="*/ 388152 w 677325"/>
                <a:gd name="csY198" fmla="*/ 89457 h 117255"/>
                <a:gd name="csX199" fmla="*/ 386385 w 677325"/>
                <a:gd name="csY199" fmla="*/ 84978 h 117255"/>
                <a:gd name="csX200" fmla="*/ 388402 w 677325"/>
                <a:gd name="csY200" fmla="*/ 74577 h 117255"/>
                <a:gd name="csX201" fmla="*/ 398933 w 677325"/>
                <a:gd name="csY201" fmla="*/ 38071 h 117255"/>
                <a:gd name="csX202" fmla="*/ 389411 w 677325"/>
                <a:gd name="csY202" fmla="*/ 38071 h 117255"/>
                <a:gd name="csX203" fmla="*/ 390040 w 677325"/>
                <a:gd name="csY203" fmla="*/ 35618 h 117255"/>
                <a:gd name="csX204" fmla="*/ 401580 w 677325"/>
                <a:gd name="csY204" fmla="*/ 30002 h 117255"/>
                <a:gd name="csX205" fmla="*/ 411852 w 677325"/>
                <a:gd name="csY205" fmla="*/ 16954 h 117255"/>
                <a:gd name="csX206" fmla="*/ 414628 w 677325"/>
                <a:gd name="csY206" fmla="*/ 16954 h 117255"/>
                <a:gd name="csX207" fmla="*/ 477609 w 677325"/>
                <a:gd name="csY207" fmla="*/ 32592 h 117255"/>
                <a:gd name="csX208" fmla="*/ 465311 w 677325"/>
                <a:gd name="csY208" fmla="*/ 75335 h 117255"/>
                <a:gd name="csX209" fmla="*/ 463923 w 677325"/>
                <a:gd name="csY209" fmla="*/ 81073 h 117255"/>
                <a:gd name="csX210" fmla="*/ 463738 w 677325"/>
                <a:gd name="csY210" fmla="*/ 82453 h 117255"/>
                <a:gd name="csX211" fmla="*/ 464367 w 677325"/>
                <a:gd name="csY211" fmla="*/ 84220 h 117255"/>
                <a:gd name="csX212" fmla="*/ 465626 w 677325"/>
                <a:gd name="csY212" fmla="*/ 84785 h 117255"/>
                <a:gd name="csX213" fmla="*/ 467772 w 677325"/>
                <a:gd name="csY213" fmla="*/ 83776 h 117255"/>
                <a:gd name="csX214" fmla="*/ 474325 w 677325"/>
                <a:gd name="csY214" fmla="*/ 76215 h 117255"/>
                <a:gd name="csX215" fmla="*/ 476471 w 677325"/>
                <a:gd name="csY215" fmla="*/ 77724 h 117255"/>
                <a:gd name="csX216" fmla="*/ 467522 w 677325"/>
                <a:gd name="csY216" fmla="*/ 87754 h 117255"/>
                <a:gd name="csX217" fmla="*/ 459009 w 677325"/>
                <a:gd name="csY217" fmla="*/ 91159 h 117255"/>
                <a:gd name="csX218" fmla="*/ 454910 w 677325"/>
                <a:gd name="csY218" fmla="*/ 89771 h 117255"/>
                <a:gd name="csX219" fmla="*/ 453586 w 677325"/>
                <a:gd name="csY219" fmla="*/ 85858 h 117255"/>
                <a:gd name="csX220" fmla="*/ 454974 w 677325"/>
                <a:gd name="csY220" fmla="*/ 77724 h 117255"/>
                <a:gd name="csX221" fmla="*/ 456298 w 677325"/>
                <a:gd name="csY221" fmla="*/ 73003 h 117255"/>
                <a:gd name="csX222" fmla="*/ 441103 w 677325"/>
                <a:gd name="csY222" fmla="*/ 88069 h 117255"/>
                <a:gd name="csX223" fmla="*/ 431331 w 677325"/>
                <a:gd name="csY223" fmla="*/ 91159 h 117255"/>
                <a:gd name="csX224" fmla="*/ 423391 w 677325"/>
                <a:gd name="csY224" fmla="*/ 87375 h 117255"/>
                <a:gd name="csX225" fmla="*/ 420050 w 677325"/>
                <a:gd name="csY225" fmla="*/ 76844 h 117255"/>
                <a:gd name="csX226" fmla="*/ 426038 w 677325"/>
                <a:gd name="csY226" fmla="*/ 55727 h 117255"/>
                <a:gd name="csX227" fmla="*/ 441353 w 677325"/>
                <a:gd name="csY227" fmla="*/ 37886 h 117255"/>
                <a:gd name="csX228" fmla="*/ 455039 w 677325"/>
                <a:gd name="csY228" fmla="*/ 32592 h 117255"/>
                <a:gd name="csX229" fmla="*/ 461406 w 677325"/>
                <a:gd name="csY229" fmla="*/ 34609 h 117255"/>
                <a:gd name="csX230" fmla="*/ 465311 w 677325"/>
                <a:gd name="csY230" fmla="*/ 41291 h 117255"/>
                <a:gd name="csX231" fmla="*/ 467579 w 677325"/>
                <a:gd name="csY231" fmla="*/ 34101 h 117255"/>
                <a:gd name="csX232" fmla="*/ 477609 w 677325"/>
                <a:gd name="csY232" fmla="*/ 32592 h 117255"/>
                <a:gd name="csX233" fmla="*/ 455160 w 677325"/>
                <a:gd name="csY233" fmla="*/ 35868 h 117255"/>
                <a:gd name="csX234" fmla="*/ 446590 w 677325"/>
                <a:gd name="csY234" fmla="*/ 39653 h 117255"/>
                <a:gd name="csX235" fmla="*/ 435116 w 677325"/>
                <a:gd name="csY235" fmla="*/ 55533 h 117255"/>
                <a:gd name="csX236" fmla="*/ 430137 w 677325"/>
                <a:gd name="csY236" fmla="*/ 74577 h 117255"/>
                <a:gd name="csX237" fmla="*/ 432283 w 677325"/>
                <a:gd name="csY237" fmla="*/ 81387 h 117255"/>
                <a:gd name="csX238" fmla="*/ 437198 w 677325"/>
                <a:gd name="csY238" fmla="*/ 83841 h 117255"/>
                <a:gd name="csX239" fmla="*/ 452134 w 677325"/>
                <a:gd name="csY239" fmla="*/ 73689 h 117255"/>
                <a:gd name="csX240" fmla="*/ 462914 w 677325"/>
                <a:gd name="csY240" fmla="*/ 46019 h 117255"/>
                <a:gd name="csX241" fmla="*/ 460841 w 677325"/>
                <a:gd name="csY241" fmla="*/ 38265 h 117255"/>
                <a:gd name="csX242" fmla="*/ 455160 w 677325"/>
                <a:gd name="csY242" fmla="*/ 35868 h 117255"/>
                <a:gd name="csX243" fmla="*/ 515115 w 677325"/>
                <a:gd name="csY243" fmla="*/ 16954 h 117255"/>
                <a:gd name="csX244" fmla="*/ 510201 w 677325"/>
                <a:gd name="csY244" fmla="*/ 34101 h 117255"/>
                <a:gd name="csX245" fmla="*/ 520094 w 677325"/>
                <a:gd name="csY245" fmla="*/ 34101 h 117255"/>
                <a:gd name="csX246" fmla="*/ 519029 w 677325"/>
                <a:gd name="csY246" fmla="*/ 38071 h 117255"/>
                <a:gd name="csX247" fmla="*/ 509192 w 677325"/>
                <a:gd name="csY247" fmla="*/ 38071 h 117255"/>
                <a:gd name="csX248" fmla="*/ 498347 w 677325"/>
                <a:gd name="csY248" fmla="*/ 75271 h 117255"/>
                <a:gd name="csX249" fmla="*/ 496580 w 677325"/>
                <a:gd name="csY249" fmla="*/ 83026 h 117255"/>
                <a:gd name="csX250" fmla="*/ 497088 w 677325"/>
                <a:gd name="csY250" fmla="*/ 84664 h 117255"/>
                <a:gd name="csX251" fmla="*/ 498283 w 677325"/>
                <a:gd name="csY251" fmla="*/ 85228 h 117255"/>
                <a:gd name="csX252" fmla="*/ 502446 w 677325"/>
                <a:gd name="csY252" fmla="*/ 83026 h 117255"/>
                <a:gd name="csX253" fmla="*/ 509192 w 677325"/>
                <a:gd name="csY253" fmla="*/ 75271 h 117255"/>
                <a:gd name="csX254" fmla="*/ 511274 w 677325"/>
                <a:gd name="csY254" fmla="*/ 76844 h 117255"/>
                <a:gd name="csX255" fmla="*/ 500300 w 677325"/>
                <a:gd name="csY255" fmla="*/ 88763 h 117255"/>
                <a:gd name="csX256" fmla="*/ 493175 w 677325"/>
                <a:gd name="csY256" fmla="*/ 91159 h 117255"/>
                <a:gd name="csX257" fmla="*/ 488640 w 677325"/>
                <a:gd name="csY257" fmla="*/ 89457 h 117255"/>
                <a:gd name="csX258" fmla="*/ 486872 w 677325"/>
                <a:gd name="csY258" fmla="*/ 84978 h 117255"/>
                <a:gd name="csX259" fmla="*/ 488890 w 677325"/>
                <a:gd name="csY259" fmla="*/ 74577 h 117255"/>
                <a:gd name="csX260" fmla="*/ 499420 w 677325"/>
                <a:gd name="csY260" fmla="*/ 38071 h 117255"/>
                <a:gd name="csX261" fmla="*/ 489898 w 677325"/>
                <a:gd name="csY261" fmla="*/ 38071 h 117255"/>
                <a:gd name="csX262" fmla="*/ 490528 w 677325"/>
                <a:gd name="csY262" fmla="*/ 35618 h 117255"/>
                <a:gd name="csX263" fmla="*/ 502067 w 677325"/>
                <a:gd name="csY263" fmla="*/ 30002 h 117255"/>
                <a:gd name="csX264" fmla="*/ 512339 w 677325"/>
                <a:gd name="csY264" fmla="*/ 16954 h 117255"/>
                <a:gd name="csX265" fmla="*/ 515115 w 677325"/>
                <a:gd name="csY265" fmla="*/ 16954 h 117255"/>
                <a:gd name="csX266" fmla="*/ 546384 w 677325"/>
                <a:gd name="csY266" fmla="*/ 7561 h 117255"/>
                <a:gd name="csX267" fmla="*/ 550863 w 677325"/>
                <a:gd name="csY267" fmla="*/ 9393 h 117255"/>
                <a:gd name="csX268" fmla="*/ 552686 w 677325"/>
                <a:gd name="csY268" fmla="*/ 13863 h 117255"/>
                <a:gd name="csX269" fmla="*/ 550798 w 677325"/>
                <a:gd name="csY269" fmla="*/ 18342 h 117255"/>
                <a:gd name="csX270" fmla="*/ 546384 w 677325"/>
                <a:gd name="csY270" fmla="*/ 20173 h 117255"/>
                <a:gd name="csX271" fmla="*/ 541905 w 677325"/>
                <a:gd name="csY271" fmla="*/ 18342 h 117255"/>
                <a:gd name="csX272" fmla="*/ 540082 w 677325"/>
                <a:gd name="csY272" fmla="*/ 13863 h 117255"/>
                <a:gd name="csX273" fmla="*/ 541905 w 677325"/>
                <a:gd name="csY273" fmla="*/ 9393 h 117255"/>
                <a:gd name="csX274" fmla="*/ 546384 w 677325"/>
                <a:gd name="csY274" fmla="*/ 7561 h 117255"/>
                <a:gd name="csX275" fmla="*/ 547207 w 677325"/>
                <a:gd name="csY275" fmla="*/ 32592 h 117255"/>
                <a:gd name="csX276" fmla="*/ 534724 w 677325"/>
                <a:gd name="csY276" fmla="*/ 76780 h 117255"/>
                <a:gd name="csX277" fmla="*/ 533465 w 677325"/>
                <a:gd name="csY277" fmla="*/ 82138 h 117255"/>
                <a:gd name="csX278" fmla="*/ 534030 w 677325"/>
                <a:gd name="csY278" fmla="*/ 83776 h 117255"/>
                <a:gd name="csX279" fmla="*/ 535482 w 677325"/>
                <a:gd name="csY279" fmla="*/ 84413 h 117255"/>
                <a:gd name="csX280" fmla="*/ 537750 w 677325"/>
                <a:gd name="csY280" fmla="*/ 83405 h 117255"/>
                <a:gd name="csX281" fmla="*/ 544996 w 677325"/>
                <a:gd name="csY281" fmla="*/ 75335 h 117255"/>
                <a:gd name="csX282" fmla="*/ 547207 w 677325"/>
                <a:gd name="csY282" fmla="*/ 76780 h 117255"/>
                <a:gd name="csX283" fmla="*/ 537120 w 677325"/>
                <a:gd name="csY283" fmla="*/ 87811 h 117255"/>
                <a:gd name="csX284" fmla="*/ 528922 w 677325"/>
                <a:gd name="csY284" fmla="*/ 91159 h 117255"/>
                <a:gd name="csX285" fmla="*/ 524702 w 677325"/>
                <a:gd name="csY285" fmla="*/ 89642 h 117255"/>
                <a:gd name="csX286" fmla="*/ 523063 w 677325"/>
                <a:gd name="csY286" fmla="*/ 85737 h 117255"/>
                <a:gd name="csX287" fmla="*/ 524637 w 677325"/>
                <a:gd name="csY287" fmla="*/ 77982 h 117255"/>
                <a:gd name="csX288" fmla="*/ 532827 w 677325"/>
                <a:gd name="csY288" fmla="*/ 49739 h 117255"/>
                <a:gd name="csX289" fmla="*/ 534845 w 677325"/>
                <a:gd name="csY289" fmla="*/ 41041 h 117255"/>
                <a:gd name="csX290" fmla="*/ 533836 w 677325"/>
                <a:gd name="csY290" fmla="*/ 38765 h 117255"/>
                <a:gd name="csX291" fmla="*/ 531190 w 677325"/>
                <a:gd name="csY291" fmla="*/ 37886 h 117255"/>
                <a:gd name="csX292" fmla="*/ 525452 w 677325"/>
                <a:gd name="csY292" fmla="*/ 38580 h 117255"/>
                <a:gd name="csX293" fmla="*/ 525452 w 677325"/>
                <a:gd name="csY293" fmla="*/ 36118 h 117255"/>
                <a:gd name="csX294" fmla="*/ 547207 w 677325"/>
                <a:gd name="csY294" fmla="*/ 32592 h 117255"/>
                <a:gd name="csX295" fmla="*/ 613150 w 677325"/>
                <a:gd name="csY295" fmla="*/ 52322 h 117255"/>
                <a:gd name="csX296" fmla="*/ 608106 w 677325"/>
                <a:gd name="csY296" fmla="*/ 71042 h 117255"/>
                <a:gd name="csX297" fmla="*/ 594171 w 677325"/>
                <a:gd name="csY297" fmla="*/ 85737 h 117255"/>
                <a:gd name="csX298" fmla="*/ 576773 w 677325"/>
                <a:gd name="csY298" fmla="*/ 91159 h 117255"/>
                <a:gd name="csX299" fmla="*/ 562652 w 677325"/>
                <a:gd name="csY299" fmla="*/ 85672 h 117255"/>
                <a:gd name="csX300" fmla="*/ 557229 w 677325"/>
                <a:gd name="csY300" fmla="*/ 71357 h 117255"/>
                <a:gd name="csX301" fmla="*/ 562523 w 677325"/>
                <a:gd name="csY301" fmla="*/ 52765 h 117255"/>
                <a:gd name="csX302" fmla="*/ 576773 w 677325"/>
                <a:gd name="csY302" fmla="*/ 38015 h 117255"/>
                <a:gd name="csX303" fmla="*/ 594041 w 677325"/>
                <a:gd name="csY303" fmla="*/ 32592 h 117255"/>
                <a:gd name="csX304" fmla="*/ 607727 w 677325"/>
                <a:gd name="csY304" fmla="*/ 38071 h 117255"/>
                <a:gd name="csX305" fmla="*/ 613150 w 677325"/>
                <a:gd name="csY305" fmla="*/ 52322 h 117255"/>
                <a:gd name="csX306" fmla="*/ 602684 w 677325"/>
                <a:gd name="csY306" fmla="*/ 47972 h 117255"/>
                <a:gd name="csX307" fmla="*/ 599779 w 677325"/>
                <a:gd name="csY307" fmla="*/ 39023 h 117255"/>
                <a:gd name="csX308" fmla="*/ 592404 w 677325"/>
                <a:gd name="csY308" fmla="*/ 35868 h 117255"/>
                <a:gd name="csX309" fmla="*/ 575321 w 677325"/>
                <a:gd name="csY309" fmla="*/ 49166 h 117255"/>
                <a:gd name="csX310" fmla="*/ 567566 w 677325"/>
                <a:gd name="csY310" fmla="*/ 75521 h 117255"/>
                <a:gd name="csX311" fmla="*/ 570592 w 677325"/>
                <a:gd name="csY311" fmla="*/ 84785 h 117255"/>
                <a:gd name="csX312" fmla="*/ 578218 w 677325"/>
                <a:gd name="csY312" fmla="*/ 88004 h 117255"/>
                <a:gd name="csX313" fmla="*/ 594865 w 677325"/>
                <a:gd name="csY313" fmla="*/ 74827 h 117255"/>
                <a:gd name="csX314" fmla="*/ 602684 w 677325"/>
                <a:gd name="csY314" fmla="*/ 47972 h 117255"/>
                <a:gd name="csX315" fmla="*/ 646492 w 677325"/>
                <a:gd name="csY315" fmla="*/ 32592 h 117255"/>
                <a:gd name="csX316" fmla="*/ 638108 w 677325"/>
                <a:gd name="csY316" fmla="*/ 61271 h 117255"/>
                <a:gd name="csX317" fmla="*/ 656143 w 677325"/>
                <a:gd name="csY317" fmla="*/ 38136 h 117255"/>
                <a:gd name="csX318" fmla="*/ 668247 w 677325"/>
                <a:gd name="csY318" fmla="*/ 32592 h 117255"/>
                <a:gd name="csX319" fmla="*/ 673412 w 677325"/>
                <a:gd name="csY319" fmla="*/ 34674 h 117255"/>
                <a:gd name="csX320" fmla="*/ 675493 w 677325"/>
                <a:gd name="csY320" fmla="*/ 40088 h 117255"/>
                <a:gd name="csX321" fmla="*/ 673670 w 677325"/>
                <a:gd name="csY321" fmla="*/ 50175 h 117255"/>
                <a:gd name="csX322" fmla="*/ 665972 w 677325"/>
                <a:gd name="csY322" fmla="*/ 76715 h 117255"/>
                <a:gd name="csX323" fmla="*/ 664648 w 677325"/>
                <a:gd name="csY323" fmla="*/ 82331 h 117255"/>
                <a:gd name="csX324" fmla="*/ 665157 w 677325"/>
                <a:gd name="csY324" fmla="*/ 83841 h 117255"/>
                <a:gd name="csX325" fmla="*/ 666230 w 677325"/>
                <a:gd name="csY325" fmla="*/ 84413 h 117255"/>
                <a:gd name="csX326" fmla="*/ 668054 w 677325"/>
                <a:gd name="csY326" fmla="*/ 83590 h 117255"/>
                <a:gd name="csX327" fmla="*/ 675365 w 677325"/>
                <a:gd name="csY327" fmla="*/ 75521 h 117255"/>
                <a:gd name="csX328" fmla="*/ 677325 w 677325"/>
                <a:gd name="csY328" fmla="*/ 76715 h 117255"/>
                <a:gd name="csX329" fmla="*/ 666230 w 677325"/>
                <a:gd name="csY329" fmla="*/ 88698 h 117255"/>
                <a:gd name="csX330" fmla="*/ 659670 w 677325"/>
                <a:gd name="csY330" fmla="*/ 91159 h 117255"/>
                <a:gd name="csX331" fmla="*/ 655950 w 677325"/>
                <a:gd name="csY331" fmla="*/ 89707 h 117255"/>
                <a:gd name="csX332" fmla="*/ 654562 w 677325"/>
                <a:gd name="csY332" fmla="*/ 85922 h 117255"/>
                <a:gd name="csX333" fmla="*/ 656708 w 677325"/>
                <a:gd name="csY333" fmla="*/ 75521 h 117255"/>
                <a:gd name="csX334" fmla="*/ 664019 w 677325"/>
                <a:gd name="csY334" fmla="*/ 50175 h 117255"/>
                <a:gd name="csX335" fmla="*/ 665407 w 677325"/>
                <a:gd name="csY335" fmla="*/ 42800 h 117255"/>
                <a:gd name="csX336" fmla="*/ 664592 w 677325"/>
                <a:gd name="csY336" fmla="*/ 40782 h 117255"/>
                <a:gd name="csX337" fmla="*/ 662575 w 677325"/>
                <a:gd name="csY337" fmla="*/ 39967 h 117255"/>
                <a:gd name="csX338" fmla="*/ 658346 w 677325"/>
                <a:gd name="csY338" fmla="*/ 41476 h 117255"/>
                <a:gd name="csX339" fmla="*/ 648639 w 677325"/>
                <a:gd name="csY339" fmla="*/ 50869 h 117255"/>
                <a:gd name="csX340" fmla="*/ 637987 w 677325"/>
                <a:gd name="csY340" fmla="*/ 67516 h 117255"/>
                <a:gd name="csX341" fmla="*/ 633065 w 677325"/>
                <a:gd name="csY341" fmla="*/ 79241 h 117255"/>
                <a:gd name="csX342" fmla="*/ 629918 w 677325"/>
                <a:gd name="csY342" fmla="*/ 89642 h 117255"/>
                <a:gd name="csX343" fmla="*/ 620461 w 677325"/>
                <a:gd name="csY343" fmla="*/ 89642 h 117255"/>
                <a:gd name="csX344" fmla="*/ 631935 w 677325"/>
                <a:gd name="csY344" fmla="*/ 50175 h 117255"/>
                <a:gd name="csX345" fmla="*/ 633952 w 677325"/>
                <a:gd name="csY345" fmla="*/ 41606 h 117255"/>
                <a:gd name="csX346" fmla="*/ 632815 w 677325"/>
                <a:gd name="csY346" fmla="*/ 39209 h 117255"/>
                <a:gd name="csX347" fmla="*/ 630103 w 677325"/>
                <a:gd name="csY347" fmla="*/ 38136 h 117255"/>
                <a:gd name="csX348" fmla="*/ 627457 w 677325"/>
                <a:gd name="csY348" fmla="*/ 38386 h 117255"/>
                <a:gd name="csX349" fmla="*/ 625060 w 677325"/>
                <a:gd name="csY349" fmla="*/ 38765 h 117255"/>
                <a:gd name="csX350" fmla="*/ 624681 w 677325"/>
                <a:gd name="csY350" fmla="*/ 36498 h 117255"/>
                <a:gd name="csX351" fmla="*/ 646492 w 677325"/>
                <a:gd name="csY351" fmla="*/ 32592 h 1172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Lst>
              <a:rect l="l" t="t" r="r" b="b"/>
              <a:pathLst>
                <a:path w="677325" h="117255">
                  <a:moveTo>
                    <a:pt x="9901" y="4156"/>
                  </a:moveTo>
                  <a:lnTo>
                    <a:pt x="74835" y="4156"/>
                  </a:lnTo>
                  <a:lnTo>
                    <a:pt x="67831" y="26855"/>
                  </a:lnTo>
                  <a:lnTo>
                    <a:pt x="65443" y="26855"/>
                  </a:lnTo>
                  <a:cubicBezTo>
                    <a:pt x="66241" y="23530"/>
                    <a:pt x="66637" y="20569"/>
                    <a:pt x="66637" y="17962"/>
                  </a:cubicBezTo>
                  <a:cubicBezTo>
                    <a:pt x="66637" y="14896"/>
                    <a:pt x="65693" y="12588"/>
                    <a:pt x="63796" y="11031"/>
                  </a:cubicBezTo>
                  <a:cubicBezTo>
                    <a:pt x="62368" y="9853"/>
                    <a:pt x="58697" y="9264"/>
                    <a:pt x="52766" y="9264"/>
                  </a:cubicBezTo>
                  <a:lnTo>
                    <a:pt x="46020" y="9264"/>
                  </a:lnTo>
                  <a:lnTo>
                    <a:pt x="29130" y="68146"/>
                  </a:lnTo>
                  <a:cubicBezTo>
                    <a:pt x="26984" y="75545"/>
                    <a:pt x="25911" y="80104"/>
                    <a:pt x="25911" y="81823"/>
                  </a:cubicBezTo>
                  <a:cubicBezTo>
                    <a:pt x="25911" y="83421"/>
                    <a:pt x="26580" y="84744"/>
                    <a:pt x="27928" y="85793"/>
                  </a:cubicBezTo>
                  <a:cubicBezTo>
                    <a:pt x="29276" y="86802"/>
                    <a:pt x="31648" y="87310"/>
                    <a:pt x="35053" y="87310"/>
                  </a:cubicBezTo>
                  <a:lnTo>
                    <a:pt x="37950" y="87310"/>
                  </a:lnTo>
                  <a:lnTo>
                    <a:pt x="37200" y="89642"/>
                  </a:lnTo>
                  <a:lnTo>
                    <a:pt x="0" y="89642"/>
                  </a:lnTo>
                  <a:lnTo>
                    <a:pt x="694" y="87310"/>
                  </a:lnTo>
                  <a:lnTo>
                    <a:pt x="2332" y="87310"/>
                  </a:lnTo>
                  <a:cubicBezTo>
                    <a:pt x="5608" y="87310"/>
                    <a:pt x="8134" y="86786"/>
                    <a:pt x="9901" y="85737"/>
                  </a:cubicBezTo>
                  <a:cubicBezTo>
                    <a:pt x="11120" y="85019"/>
                    <a:pt x="12209" y="83736"/>
                    <a:pt x="13177" y="81888"/>
                  </a:cubicBezTo>
                  <a:cubicBezTo>
                    <a:pt x="14186" y="80000"/>
                    <a:pt x="15574" y="76021"/>
                    <a:pt x="17341" y="69969"/>
                  </a:cubicBezTo>
                  <a:lnTo>
                    <a:pt x="35053" y="9264"/>
                  </a:lnTo>
                  <a:lnTo>
                    <a:pt x="29945" y="9264"/>
                  </a:lnTo>
                  <a:cubicBezTo>
                    <a:pt x="25031" y="9264"/>
                    <a:pt x="21061" y="9893"/>
                    <a:pt x="18035" y="11152"/>
                  </a:cubicBezTo>
                  <a:cubicBezTo>
                    <a:pt x="15049" y="12419"/>
                    <a:pt x="12628" y="14242"/>
                    <a:pt x="10781" y="16639"/>
                  </a:cubicBezTo>
                  <a:cubicBezTo>
                    <a:pt x="8933" y="19036"/>
                    <a:pt x="7416" y="22441"/>
                    <a:pt x="6246" y="26855"/>
                  </a:cubicBezTo>
                  <a:lnTo>
                    <a:pt x="3914" y="26855"/>
                  </a:lnTo>
                  <a:lnTo>
                    <a:pt x="9901" y="4156"/>
                  </a:lnTo>
                  <a:close/>
                  <a:moveTo>
                    <a:pt x="66387" y="65878"/>
                  </a:moveTo>
                  <a:cubicBezTo>
                    <a:pt x="66088" y="67976"/>
                    <a:pt x="65943" y="69719"/>
                    <a:pt x="65943" y="71107"/>
                  </a:cubicBezTo>
                  <a:cubicBezTo>
                    <a:pt x="65943" y="74851"/>
                    <a:pt x="67266" y="78039"/>
                    <a:pt x="69913" y="80693"/>
                  </a:cubicBezTo>
                  <a:cubicBezTo>
                    <a:pt x="72560" y="83300"/>
                    <a:pt x="75779" y="84599"/>
                    <a:pt x="79564" y="84599"/>
                  </a:cubicBezTo>
                  <a:cubicBezTo>
                    <a:pt x="82590" y="84599"/>
                    <a:pt x="85487" y="83986"/>
                    <a:pt x="88262" y="82767"/>
                  </a:cubicBezTo>
                  <a:cubicBezTo>
                    <a:pt x="91079" y="81508"/>
                    <a:pt x="95235" y="78757"/>
                    <a:pt x="100746" y="74512"/>
                  </a:cubicBezTo>
                  <a:lnTo>
                    <a:pt x="102069" y="76344"/>
                  </a:lnTo>
                  <a:cubicBezTo>
                    <a:pt x="92104" y="86221"/>
                    <a:pt x="82606" y="91159"/>
                    <a:pt x="73568" y="91159"/>
                  </a:cubicBezTo>
                  <a:cubicBezTo>
                    <a:pt x="67436" y="91159"/>
                    <a:pt x="62812" y="89223"/>
                    <a:pt x="59705" y="85357"/>
                  </a:cubicBezTo>
                  <a:cubicBezTo>
                    <a:pt x="56590" y="81492"/>
                    <a:pt x="55041" y="77224"/>
                    <a:pt x="55041" y="72560"/>
                  </a:cubicBezTo>
                  <a:cubicBezTo>
                    <a:pt x="55041" y="66298"/>
                    <a:pt x="56970" y="59883"/>
                    <a:pt x="60835" y="53330"/>
                  </a:cubicBezTo>
                  <a:cubicBezTo>
                    <a:pt x="64700" y="46778"/>
                    <a:pt x="69558" y="41686"/>
                    <a:pt x="75400" y="38071"/>
                  </a:cubicBezTo>
                  <a:cubicBezTo>
                    <a:pt x="81242" y="34416"/>
                    <a:pt x="87254" y="32592"/>
                    <a:pt x="93427" y="32592"/>
                  </a:cubicBezTo>
                  <a:cubicBezTo>
                    <a:pt x="97881" y="32592"/>
                    <a:pt x="101182" y="33496"/>
                    <a:pt x="103328" y="35303"/>
                  </a:cubicBezTo>
                  <a:cubicBezTo>
                    <a:pt x="105474" y="37111"/>
                    <a:pt x="106540" y="39249"/>
                    <a:pt x="106540" y="41727"/>
                  </a:cubicBezTo>
                  <a:cubicBezTo>
                    <a:pt x="106540" y="45221"/>
                    <a:pt x="105152" y="48561"/>
                    <a:pt x="102384" y="51757"/>
                  </a:cubicBezTo>
                  <a:cubicBezTo>
                    <a:pt x="98729" y="55912"/>
                    <a:pt x="93346" y="59277"/>
                    <a:pt x="86245" y="61843"/>
                  </a:cubicBezTo>
                  <a:cubicBezTo>
                    <a:pt x="81533" y="63562"/>
                    <a:pt x="74916" y="64910"/>
                    <a:pt x="66387" y="65878"/>
                  </a:cubicBezTo>
                  <a:close/>
                  <a:moveTo>
                    <a:pt x="66822" y="62788"/>
                  </a:moveTo>
                  <a:cubicBezTo>
                    <a:pt x="73044" y="62069"/>
                    <a:pt x="78112" y="60851"/>
                    <a:pt x="82017" y="59132"/>
                  </a:cubicBezTo>
                  <a:cubicBezTo>
                    <a:pt x="87190" y="56816"/>
                    <a:pt x="91054" y="54065"/>
                    <a:pt x="93621" y="50869"/>
                  </a:cubicBezTo>
                  <a:cubicBezTo>
                    <a:pt x="96227" y="47633"/>
                    <a:pt x="97526" y="44567"/>
                    <a:pt x="97526" y="41670"/>
                  </a:cubicBezTo>
                  <a:cubicBezTo>
                    <a:pt x="97526" y="39903"/>
                    <a:pt x="96961" y="38475"/>
                    <a:pt x="95824" y="37377"/>
                  </a:cubicBezTo>
                  <a:cubicBezTo>
                    <a:pt x="94734" y="36288"/>
                    <a:pt x="93153" y="35739"/>
                    <a:pt x="91095" y="35739"/>
                  </a:cubicBezTo>
                  <a:cubicBezTo>
                    <a:pt x="86810" y="35739"/>
                    <a:pt x="82251" y="38031"/>
                    <a:pt x="77417" y="42614"/>
                  </a:cubicBezTo>
                  <a:cubicBezTo>
                    <a:pt x="72624" y="47149"/>
                    <a:pt x="69098" y="53879"/>
                    <a:pt x="66822" y="62788"/>
                  </a:cubicBezTo>
                  <a:close/>
                  <a:moveTo>
                    <a:pt x="146765" y="0"/>
                  </a:moveTo>
                  <a:lnTo>
                    <a:pt x="125204" y="75021"/>
                  </a:lnTo>
                  <a:cubicBezTo>
                    <a:pt x="124155" y="78757"/>
                    <a:pt x="123631" y="81048"/>
                    <a:pt x="123631" y="81888"/>
                  </a:cubicBezTo>
                  <a:cubicBezTo>
                    <a:pt x="123631" y="82517"/>
                    <a:pt x="123816" y="83042"/>
                    <a:pt x="124196" y="83461"/>
                  </a:cubicBezTo>
                  <a:cubicBezTo>
                    <a:pt x="124615" y="83881"/>
                    <a:pt x="125116" y="84091"/>
                    <a:pt x="125705" y="84091"/>
                  </a:cubicBezTo>
                  <a:cubicBezTo>
                    <a:pt x="126503" y="84091"/>
                    <a:pt x="127367" y="83736"/>
                    <a:pt x="128295" y="83026"/>
                  </a:cubicBezTo>
                  <a:cubicBezTo>
                    <a:pt x="130473" y="81299"/>
                    <a:pt x="132765" y="78628"/>
                    <a:pt x="135162" y="75021"/>
                  </a:cubicBezTo>
                  <a:lnTo>
                    <a:pt x="137058" y="76974"/>
                  </a:lnTo>
                  <a:cubicBezTo>
                    <a:pt x="133064" y="82606"/>
                    <a:pt x="129384" y="86536"/>
                    <a:pt x="126019" y="88763"/>
                  </a:cubicBezTo>
                  <a:cubicBezTo>
                    <a:pt x="123542" y="90361"/>
                    <a:pt x="121186" y="91159"/>
                    <a:pt x="118958" y="91159"/>
                  </a:cubicBezTo>
                  <a:cubicBezTo>
                    <a:pt x="117361" y="91159"/>
                    <a:pt x="116021" y="90611"/>
                    <a:pt x="114924" y="89513"/>
                  </a:cubicBezTo>
                  <a:cubicBezTo>
                    <a:pt x="113875" y="88424"/>
                    <a:pt x="113350" y="87165"/>
                    <a:pt x="113350" y="85737"/>
                  </a:cubicBezTo>
                  <a:cubicBezTo>
                    <a:pt x="113350" y="84220"/>
                    <a:pt x="114020" y="81113"/>
                    <a:pt x="115368" y="76401"/>
                  </a:cubicBezTo>
                  <a:lnTo>
                    <a:pt x="132450" y="17268"/>
                  </a:lnTo>
                  <a:cubicBezTo>
                    <a:pt x="133838" y="12435"/>
                    <a:pt x="134532" y="9667"/>
                    <a:pt x="134532" y="8949"/>
                  </a:cubicBezTo>
                  <a:cubicBezTo>
                    <a:pt x="134532" y="7940"/>
                    <a:pt x="134137" y="7117"/>
                    <a:pt x="133338" y="6488"/>
                  </a:cubicBezTo>
                  <a:cubicBezTo>
                    <a:pt x="132539" y="5818"/>
                    <a:pt x="131296" y="5479"/>
                    <a:pt x="129618" y="5479"/>
                  </a:cubicBezTo>
                  <a:cubicBezTo>
                    <a:pt x="128650" y="5479"/>
                    <a:pt x="127181" y="5632"/>
                    <a:pt x="125204" y="5923"/>
                  </a:cubicBezTo>
                  <a:lnTo>
                    <a:pt x="125204" y="3591"/>
                  </a:lnTo>
                  <a:lnTo>
                    <a:pt x="146765" y="0"/>
                  </a:lnTo>
                  <a:close/>
                  <a:moveTo>
                    <a:pt x="159685" y="65878"/>
                  </a:moveTo>
                  <a:cubicBezTo>
                    <a:pt x="159394" y="67976"/>
                    <a:pt x="159249" y="69719"/>
                    <a:pt x="159249" y="71107"/>
                  </a:cubicBezTo>
                  <a:cubicBezTo>
                    <a:pt x="159249" y="74851"/>
                    <a:pt x="160572" y="78039"/>
                    <a:pt x="163219" y="80693"/>
                  </a:cubicBezTo>
                  <a:cubicBezTo>
                    <a:pt x="165866" y="83300"/>
                    <a:pt x="169077" y="84599"/>
                    <a:pt x="172862" y="84599"/>
                  </a:cubicBezTo>
                  <a:cubicBezTo>
                    <a:pt x="175888" y="84599"/>
                    <a:pt x="178785" y="83986"/>
                    <a:pt x="181560" y="82767"/>
                  </a:cubicBezTo>
                  <a:cubicBezTo>
                    <a:pt x="184377" y="81508"/>
                    <a:pt x="188540" y="78757"/>
                    <a:pt x="194044" y="74512"/>
                  </a:cubicBezTo>
                  <a:lnTo>
                    <a:pt x="195367" y="76344"/>
                  </a:lnTo>
                  <a:cubicBezTo>
                    <a:pt x="185410" y="86221"/>
                    <a:pt x="175912" y="91159"/>
                    <a:pt x="166874" y="91159"/>
                  </a:cubicBezTo>
                  <a:cubicBezTo>
                    <a:pt x="160733" y="91159"/>
                    <a:pt x="156118" y="89223"/>
                    <a:pt x="153003" y="85357"/>
                  </a:cubicBezTo>
                  <a:cubicBezTo>
                    <a:pt x="149896" y="81492"/>
                    <a:pt x="148339" y="77224"/>
                    <a:pt x="148339" y="72560"/>
                  </a:cubicBezTo>
                  <a:cubicBezTo>
                    <a:pt x="148339" y="66298"/>
                    <a:pt x="150276" y="59883"/>
                    <a:pt x="154141" y="53330"/>
                  </a:cubicBezTo>
                  <a:cubicBezTo>
                    <a:pt x="158006" y="46778"/>
                    <a:pt x="162856" y="41686"/>
                    <a:pt x="168698" y="38071"/>
                  </a:cubicBezTo>
                  <a:cubicBezTo>
                    <a:pt x="174540" y="34416"/>
                    <a:pt x="180552" y="32592"/>
                    <a:pt x="186733" y="32592"/>
                  </a:cubicBezTo>
                  <a:cubicBezTo>
                    <a:pt x="191187" y="32592"/>
                    <a:pt x="194488" y="33496"/>
                    <a:pt x="196626" y="35303"/>
                  </a:cubicBezTo>
                  <a:cubicBezTo>
                    <a:pt x="198772" y="37111"/>
                    <a:pt x="199846" y="39249"/>
                    <a:pt x="199846" y="41727"/>
                  </a:cubicBezTo>
                  <a:cubicBezTo>
                    <a:pt x="199846" y="45221"/>
                    <a:pt x="198458" y="48561"/>
                    <a:pt x="195682" y="51757"/>
                  </a:cubicBezTo>
                  <a:cubicBezTo>
                    <a:pt x="192027" y="55912"/>
                    <a:pt x="186644" y="59277"/>
                    <a:pt x="179543" y="61843"/>
                  </a:cubicBezTo>
                  <a:cubicBezTo>
                    <a:pt x="174839" y="63562"/>
                    <a:pt x="168222" y="64910"/>
                    <a:pt x="159685" y="65878"/>
                  </a:cubicBezTo>
                  <a:close/>
                  <a:moveTo>
                    <a:pt x="160128" y="62788"/>
                  </a:moveTo>
                  <a:cubicBezTo>
                    <a:pt x="166350" y="62069"/>
                    <a:pt x="171409" y="60851"/>
                    <a:pt x="175323" y="59132"/>
                  </a:cubicBezTo>
                  <a:cubicBezTo>
                    <a:pt x="180487" y="56816"/>
                    <a:pt x="184361" y="54065"/>
                    <a:pt x="186919" y="50869"/>
                  </a:cubicBezTo>
                  <a:cubicBezTo>
                    <a:pt x="189525" y="47633"/>
                    <a:pt x="190832" y="44567"/>
                    <a:pt x="190832" y="41670"/>
                  </a:cubicBezTo>
                  <a:cubicBezTo>
                    <a:pt x="190832" y="39903"/>
                    <a:pt x="190259" y="38475"/>
                    <a:pt x="189129" y="37377"/>
                  </a:cubicBezTo>
                  <a:cubicBezTo>
                    <a:pt x="188032" y="36288"/>
                    <a:pt x="186459" y="35739"/>
                    <a:pt x="184401" y="35739"/>
                  </a:cubicBezTo>
                  <a:cubicBezTo>
                    <a:pt x="180116" y="35739"/>
                    <a:pt x="175549" y="38031"/>
                    <a:pt x="170715" y="42614"/>
                  </a:cubicBezTo>
                  <a:cubicBezTo>
                    <a:pt x="165930" y="47149"/>
                    <a:pt x="162396" y="53879"/>
                    <a:pt x="160128" y="62788"/>
                  </a:cubicBezTo>
                  <a:close/>
                  <a:moveTo>
                    <a:pt x="230227" y="32592"/>
                  </a:moveTo>
                  <a:lnTo>
                    <a:pt x="225877" y="47093"/>
                  </a:lnTo>
                  <a:cubicBezTo>
                    <a:pt x="230461" y="41710"/>
                    <a:pt x="234536" y="37950"/>
                    <a:pt x="238111" y="35804"/>
                  </a:cubicBezTo>
                  <a:cubicBezTo>
                    <a:pt x="241726" y="33657"/>
                    <a:pt x="245405" y="32592"/>
                    <a:pt x="249141" y="32592"/>
                  </a:cubicBezTo>
                  <a:cubicBezTo>
                    <a:pt x="252886" y="32592"/>
                    <a:pt x="256081" y="34085"/>
                    <a:pt x="258728" y="37062"/>
                  </a:cubicBezTo>
                  <a:cubicBezTo>
                    <a:pt x="261375" y="40008"/>
                    <a:pt x="262698" y="43857"/>
                    <a:pt x="262698" y="48602"/>
                  </a:cubicBezTo>
                  <a:cubicBezTo>
                    <a:pt x="262698" y="57849"/>
                    <a:pt x="258938" y="67266"/>
                    <a:pt x="251409" y="76844"/>
                  </a:cubicBezTo>
                  <a:cubicBezTo>
                    <a:pt x="243888" y="86382"/>
                    <a:pt x="235125" y="91159"/>
                    <a:pt x="225127" y="91159"/>
                  </a:cubicBezTo>
                  <a:cubicBezTo>
                    <a:pt x="223021" y="91159"/>
                    <a:pt x="221149" y="90925"/>
                    <a:pt x="219511" y="90465"/>
                  </a:cubicBezTo>
                  <a:cubicBezTo>
                    <a:pt x="217913" y="89997"/>
                    <a:pt x="216105" y="89182"/>
                    <a:pt x="214088" y="88004"/>
                  </a:cubicBezTo>
                  <a:lnTo>
                    <a:pt x="209488" y="104264"/>
                  </a:lnTo>
                  <a:cubicBezTo>
                    <a:pt x="208569" y="107459"/>
                    <a:pt x="208101" y="109541"/>
                    <a:pt x="208101" y="110510"/>
                  </a:cubicBezTo>
                  <a:cubicBezTo>
                    <a:pt x="208101" y="111438"/>
                    <a:pt x="208335" y="112212"/>
                    <a:pt x="208794" y="112842"/>
                  </a:cubicBezTo>
                  <a:cubicBezTo>
                    <a:pt x="209303" y="113511"/>
                    <a:pt x="210102" y="114020"/>
                    <a:pt x="211191" y="114351"/>
                  </a:cubicBezTo>
                  <a:cubicBezTo>
                    <a:pt x="212281" y="114730"/>
                    <a:pt x="214451" y="114924"/>
                    <a:pt x="217687" y="114924"/>
                  </a:cubicBezTo>
                  <a:lnTo>
                    <a:pt x="217114" y="117256"/>
                  </a:lnTo>
                  <a:lnTo>
                    <a:pt x="187427" y="117256"/>
                  </a:lnTo>
                  <a:lnTo>
                    <a:pt x="188056" y="114924"/>
                  </a:lnTo>
                  <a:cubicBezTo>
                    <a:pt x="191962" y="114754"/>
                    <a:pt x="194609" y="114084"/>
                    <a:pt x="195997" y="112906"/>
                  </a:cubicBezTo>
                  <a:cubicBezTo>
                    <a:pt x="197344" y="111728"/>
                    <a:pt x="198772" y="108468"/>
                    <a:pt x="200289" y="103134"/>
                  </a:cubicBezTo>
                  <a:lnTo>
                    <a:pt x="216235" y="47908"/>
                  </a:lnTo>
                  <a:cubicBezTo>
                    <a:pt x="217203" y="44422"/>
                    <a:pt x="217687" y="42259"/>
                    <a:pt x="217687" y="41412"/>
                  </a:cubicBezTo>
                  <a:cubicBezTo>
                    <a:pt x="217687" y="40282"/>
                    <a:pt x="217348" y="39395"/>
                    <a:pt x="216678" y="38765"/>
                  </a:cubicBezTo>
                  <a:cubicBezTo>
                    <a:pt x="216049" y="38136"/>
                    <a:pt x="215057" y="37821"/>
                    <a:pt x="213717" y="37821"/>
                  </a:cubicBezTo>
                  <a:cubicBezTo>
                    <a:pt x="212498" y="37821"/>
                    <a:pt x="210796" y="37966"/>
                    <a:pt x="208609" y="38265"/>
                  </a:cubicBezTo>
                  <a:lnTo>
                    <a:pt x="208609" y="35804"/>
                  </a:lnTo>
                  <a:lnTo>
                    <a:pt x="230227" y="32592"/>
                  </a:lnTo>
                  <a:close/>
                  <a:moveTo>
                    <a:pt x="215540" y="83026"/>
                  </a:moveTo>
                  <a:cubicBezTo>
                    <a:pt x="218147" y="86132"/>
                    <a:pt x="221657" y="87690"/>
                    <a:pt x="226071" y="87690"/>
                  </a:cubicBezTo>
                  <a:cubicBezTo>
                    <a:pt x="228258" y="87690"/>
                    <a:pt x="230485" y="87076"/>
                    <a:pt x="232752" y="85858"/>
                  </a:cubicBezTo>
                  <a:cubicBezTo>
                    <a:pt x="235020" y="84639"/>
                    <a:pt x="237231" y="82832"/>
                    <a:pt x="239369" y="80435"/>
                  </a:cubicBezTo>
                  <a:cubicBezTo>
                    <a:pt x="241556" y="78039"/>
                    <a:pt x="243509" y="75287"/>
                    <a:pt x="245236" y="72180"/>
                  </a:cubicBezTo>
                  <a:cubicBezTo>
                    <a:pt x="246954" y="69025"/>
                    <a:pt x="248488" y="65329"/>
                    <a:pt x="249835" y="61085"/>
                  </a:cubicBezTo>
                  <a:cubicBezTo>
                    <a:pt x="251223" y="56840"/>
                    <a:pt x="251917" y="52636"/>
                    <a:pt x="251917" y="48473"/>
                  </a:cubicBezTo>
                  <a:cubicBezTo>
                    <a:pt x="251917" y="45116"/>
                    <a:pt x="251142" y="42550"/>
                    <a:pt x="249585" y="40782"/>
                  </a:cubicBezTo>
                  <a:cubicBezTo>
                    <a:pt x="248068" y="38975"/>
                    <a:pt x="246285" y="38071"/>
                    <a:pt x="244227" y="38071"/>
                  </a:cubicBezTo>
                  <a:cubicBezTo>
                    <a:pt x="239684" y="38071"/>
                    <a:pt x="235189" y="40678"/>
                    <a:pt x="230735" y="45890"/>
                  </a:cubicBezTo>
                  <a:cubicBezTo>
                    <a:pt x="226321" y="51103"/>
                    <a:pt x="223085" y="57196"/>
                    <a:pt x="221028" y="64175"/>
                  </a:cubicBezTo>
                  <a:lnTo>
                    <a:pt x="215540" y="83026"/>
                  </a:lnTo>
                  <a:close/>
                  <a:moveTo>
                    <a:pt x="325929" y="52322"/>
                  </a:moveTo>
                  <a:cubicBezTo>
                    <a:pt x="325929" y="58624"/>
                    <a:pt x="324243" y="64869"/>
                    <a:pt x="320886" y="71042"/>
                  </a:cubicBezTo>
                  <a:cubicBezTo>
                    <a:pt x="317561" y="77224"/>
                    <a:pt x="312921" y="82122"/>
                    <a:pt x="306950" y="85737"/>
                  </a:cubicBezTo>
                  <a:cubicBezTo>
                    <a:pt x="300987" y="89352"/>
                    <a:pt x="295185" y="91159"/>
                    <a:pt x="289553" y="91159"/>
                  </a:cubicBezTo>
                  <a:cubicBezTo>
                    <a:pt x="283791" y="91159"/>
                    <a:pt x="279087" y="89328"/>
                    <a:pt x="275431" y="85672"/>
                  </a:cubicBezTo>
                  <a:cubicBezTo>
                    <a:pt x="271816" y="81968"/>
                    <a:pt x="270008" y="77199"/>
                    <a:pt x="270008" y="71357"/>
                  </a:cubicBezTo>
                  <a:cubicBezTo>
                    <a:pt x="270008" y="65184"/>
                    <a:pt x="271776" y="58987"/>
                    <a:pt x="275302" y="52765"/>
                  </a:cubicBezTo>
                  <a:cubicBezTo>
                    <a:pt x="278877" y="46544"/>
                    <a:pt x="283630" y="41622"/>
                    <a:pt x="289553" y="38015"/>
                  </a:cubicBezTo>
                  <a:cubicBezTo>
                    <a:pt x="295524" y="34400"/>
                    <a:pt x="301277" y="32592"/>
                    <a:pt x="306829" y="32592"/>
                  </a:cubicBezTo>
                  <a:cubicBezTo>
                    <a:pt x="312373" y="32592"/>
                    <a:pt x="316932" y="34416"/>
                    <a:pt x="320507" y="38071"/>
                  </a:cubicBezTo>
                  <a:cubicBezTo>
                    <a:pt x="324122" y="41727"/>
                    <a:pt x="325929" y="46479"/>
                    <a:pt x="325929" y="52322"/>
                  </a:cubicBezTo>
                  <a:close/>
                  <a:moveTo>
                    <a:pt x="315463" y="47972"/>
                  </a:moveTo>
                  <a:cubicBezTo>
                    <a:pt x="315463" y="44067"/>
                    <a:pt x="314495" y="41081"/>
                    <a:pt x="312566" y="39023"/>
                  </a:cubicBezTo>
                  <a:cubicBezTo>
                    <a:pt x="310670" y="36917"/>
                    <a:pt x="308209" y="35868"/>
                    <a:pt x="305191" y="35868"/>
                  </a:cubicBezTo>
                  <a:cubicBezTo>
                    <a:pt x="299010" y="35868"/>
                    <a:pt x="293313" y="40298"/>
                    <a:pt x="288100" y="49166"/>
                  </a:cubicBezTo>
                  <a:cubicBezTo>
                    <a:pt x="282936" y="57994"/>
                    <a:pt x="280345" y="66782"/>
                    <a:pt x="280345" y="75521"/>
                  </a:cubicBezTo>
                  <a:cubicBezTo>
                    <a:pt x="280345" y="79515"/>
                    <a:pt x="281354" y="82606"/>
                    <a:pt x="283371" y="84785"/>
                  </a:cubicBezTo>
                  <a:cubicBezTo>
                    <a:pt x="285389" y="86931"/>
                    <a:pt x="287931" y="88004"/>
                    <a:pt x="291005" y="88004"/>
                  </a:cubicBezTo>
                  <a:cubicBezTo>
                    <a:pt x="296928" y="88004"/>
                    <a:pt x="302480" y="83615"/>
                    <a:pt x="307644" y="74827"/>
                  </a:cubicBezTo>
                  <a:cubicBezTo>
                    <a:pt x="312857" y="65999"/>
                    <a:pt x="315463" y="57050"/>
                    <a:pt x="315463" y="47972"/>
                  </a:cubicBezTo>
                  <a:close/>
                  <a:moveTo>
                    <a:pt x="337525" y="36118"/>
                  </a:moveTo>
                  <a:lnTo>
                    <a:pt x="359280" y="32592"/>
                  </a:lnTo>
                  <a:lnTo>
                    <a:pt x="350202" y="63231"/>
                  </a:lnTo>
                  <a:cubicBezTo>
                    <a:pt x="357553" y="50659"/>
                    <a:pt x="364234" y="41880"/>
                    <a:pt x="370246" y="36877"/>
                  </a:cubicBezTo>
                  <a:cubicBezTo>
                    <a:pt x="373652" y="34020"/>
                    <a:pt x="376427" y="32592"/>
                    <a:pt x="378566" y="32592"/>
                  </a:cubicBezTo>
                  <a:cubicBezTo>
                    <a:pt x="379953" y="32592"/>
                    <a:pt x="381051" y="33012"/>
                    <a:pt x="381850" y="33851"/>
                  </a:cubicBezTo>
                  <a:cubicBezTo>
                    <a:pt x="382641" y="34650"/>
                    <a:pt x="383044" y="35828"/>
                    <a:pt x="383044" y="37377"/>
                  </a:cubicBezTo>
                  <a:cubicBezTo>
                    <a:pt x="383044" y="40153"/>
                    <a:pt x="382326" y="42800"/>
                    <a:pt x="380898" y="45325"/>
                  </a:cubicBezTo>
                  <a:cubicBezTo>
                    <a:pt x="379889" y="47214"/>
                    <a:pt x="378445" y="48158"/>
                    <a:pt x="376548" y="48158"/>
                  </a:cubicBezTo>
                  <a:cubicBezTo>
                    <a:pt x="375580" y="48158"/>
                    <a:pt x="374741" y="47843"/>
                    <a:pt x="374031" y="47214"/>
                  </a:cubicBezTo>
                  <a:cubicBezTo>
                    <a:pt x="373353" y="46584"/>
                    <a:pt x="372933" y="45616"/>
                    <a:pt x="372764" y="44317"/>
                  </a:cubicBezTo>
                  <a:cubicBezTo>
                    <a:pt x="372683" y="43518"/>
                    <a:pt x="372498" y="42993"/>
                    <a:pt x="372199" y="42743"/>
                  </a:cubicBezTo>
                  <a:cubicBezTo>
                    <a:pt x="371868" y="42404"/>
                    <a:pt x="371464" y="42235"/>
                    <a:pt x="371005" y="42235"/>
                  </a:cubicBezTo>
                  <a:cubicBezTo>
                    <a:pt x="370286" y="42235"/>
                    <a:pt x="369617" y="42404"/>
                    <a:pt x="368987" y="42743"/>
                  </a:cubicBezTo>
                  <a:cubicBezTo>
                    <a:pt x="367890" y="43324"/>
                    <a:pt x="366236" y="44970"/>
                    <a:pt x="364009" y="47658"/>
                  </a:cubicBezTo>
                  <a:cubicBezTo>
                    <a:pt x="360514" y="51773"/>
                    <a:pt x="356738" y="57115"/>
                    <a:pt x="352655" y="63667"/>
                  </a:cubicBezTo>
                  <a:cubicBezTo>
                    <a:pt x="350896" y="66443"/>
                    <a:pt x="349379" y="69574"/>
                    <a:pt x="348120" y="73060"/>
                  </a:cubicBezTo>
                  <a:cubicBezTo>
                    <a:pt x="346353" y="77853"/>
                    <a:pt x="345344" y="80734"/>
                    <a:pt x="345094" y="81702"/>
                  </a:cubicBezTo>
                  <a:lnTo>
                    <a:pt x="343077" y="89642"/>
                  </a:lnTo>
                  <a:lnTo>
                    <a:pt x="333434" y="89642"/>
                  </a:lnTo>
                  <a:lnTo>
                    <a:pt x="345094" y="50490"/>
                  </a:lnTo>
                  <a:cubicBezTo>
                    <a:pt x="346434" y="45955"/>
                    <a:pt x="347111" y="42719"/>
                    <a:pt x="347111" y="40782"/>
                  </a:cubicBezTo>
                  <a:cubicBezTo>
                    <a:pt x="347111" y="40032"/>
                    <a:pt x="346797" y="39395"/>
                    <a:pt x="346167" y="38894"/>
                  </a:cubicBezTo>
                  <a:cubicBezTo>
                    <a:pt x="345320" y="38224"/>
                    <a:pt x="344206" y="37886"/>
                    <a:pt x="342827" y="37886"/>
                  </a:cubicBezTo>
                  <a:cubicBezTo>
                    <a:pt x="341939" y="37886"/>
                    <a:pt x="340325" y="38071"/>
                    <a:pt x="337969" y="38450"/>
                  </a:cubicBezTo>
                  <a:lnTo>
                    <a:pt x="337525" y="36118"/>
                  </a:lnTo>
                  <a:close/>
                  <a:moveTo>
                    <a:pt x="414628" y="16954"/>
                  </a:moveTo>
                  <a:lnTo>
                    <a:pt x="409713" y="34101"/>
                  </a:lnTo>
                  <a:lnTo>
                    <a:pt x="419606" y="34101"/>
                  </a:lnTo>
                  <a:lnTo>
                    <a:pt x="418533" y="38071"/>
                  </a:lnTo>
                  <a:lnTo>
                    <a:pt x="408705" y="38071"/>
                  </a:lnTo>
                  <a:lnTo>
                    <a:pt x="397860" y="75271"/>
                  </a:lnTo>
                  <a:cubicBezTo>
                    <a:pt x="396681" y="79265"/>
                    <a:pt x="396092" y="81847"/>
                    <a:pt x="396092" y="83026"/>
                  </a:cubicBezTo>
                  <a:cubicBezTo>
                    <a:pt x="396092" y="83736"/>
                    <a:pt x="396262" y="84284"/>
                    <a:pt x="396601" y="84664"/>
                  </a:cubicBezTo>
                  <a:cubicBezTo>
                    <a:pt x="396931" y="85043"/>
                    <a:pt x="397335" y="85228"/>
                    <a:pt x="397795" y="85228"/>
                  </a:cubicBezTo>
                  <a:cubicBezTo>
                    <a:pt x="398844" y="85228"/>
                    <a:pt x="400232" y="84494"/>
                    <a:pt x="401959" y="83026"/>
                  </a:cubicBezTo>
                  <a:cubicBezTo>
                    <a:pt x="402967" y="82186"/>
                    <a:pt x="405211" y="79596"/>
                    <a:pt x="408705" y="75271"/>
                  </a:cubicBezTo>
                  <a:lnTo>
                    <a:pt x="410779" y="76844"/>
                  </a:lnTo>
                  <a:cubicBezTo>
                    <a:pt x="406913" y="82477"/>
                    <a:pt x="403258" y="86447"/>
                    <a:pt x="399812" y="88763"/>
                  </a:cubicBezTo>
                  <a:cubicBezTo>
                    <a:pt x="397456" y="90361"/>
                    <a:pt x="395083" y="91159"/>
                    <a:pt x="392687" y="91159"/>
                  </a:cubicBezTo>
                  <a:cubicBezTo>
                    <a:pt x="390839" y="91159"/>
                    <a:pt x="389330" y="90587"/>
                    <a:pt x="388152" y="89457"/>
                  </a:cubicBezTo>
                  <a:cubicBezTo>
                    <a:pt x="386974" y="88279"/>
                    <a:pt x="386385" y="86786"/>
                    <a:pt x="386385" y="84978"/>
                  </a:cubicBezTo>
                  <a:cubicBezTo>
                    <a:pt x="386385" y="82711"/>
                    <a:pt x="387055" y="79241"/>
                    <a:pt x="388402" y="74577"/>
                  </a:cubicBezTo>
                  <a:lnTo>
                    <a:pt x="398933" y="38071"/>
                  </a:lnTo>
                  <a:lnTo>
                    <a:pt x="389411" y="38071"/>
                  </a:lnTo>
                  <a:lnTo>
                    <a:pt x="390040" y="35618"/>
                  </a:lnTo>
                  <a:cubicBezTo>
                    <a:pt x="394664" y="34351"/>
                    <a:pt x="398513" y="32487"/>
                    <a:pt x="401580" y="30002"/>
                  </a:cubicBezTo>
                  <a:cubicBezTo>
                    <a:pt x="404646" y="27484"/>
                    <a:pt x="408075" y="23135"/>
                    <a:pt x="411852" y="16954"/>
                  </a:cubicBezTo>
                  <a:lnTo>
                    <a:pt x="414628" y="16954"/>
                  </a:lnTo>
                  <a:close/>
                  <a:moveTo>
                    <a:pt x="477609" y="32592"/>
                  </a:moveTo>
                  <a:lnTo>
                    <a:pt x="465311" y="75335"/>
                  </a:lnTo>
                  <a:lnTo>
                    <a:pt x="463923" y="81073"/>
                  </a:lnTo>
                  <a:cubicBezTo>
                    <a:pt x="463802" y="81613"/>
                    <a:pt x="463738" y="82073"/>
                    <a:pt x="463738" y="82453"/>
                  </a:cubicBezTo>
                  <a:cubicBezTo>
                    <a:pt x="463738" y="83130"/>
                    <a:pt x="463948" y="83719"/>
                    <a:pt x="464367" y="84220"/>
                  </a:cubicBezTo>
                  <a:cubicBezTo>
                    <a:pt x="464706" y="84599"/>
                    <a:pt x="465126" y="84785"/>
                    <a:pt x="465626" y="84785"/>
                  </a:cubicBezTo>
                  <a:cubicBezTo>
                    <a:pt x="466175" y="84785"/>
                    <a:pt x="466893" y="84454"/>
                    <a:pt x="467772" y="83776"/>
                  </a:cubicBezTo>
                  <a:cubicBezTo>
                    <a:pt x="469411" y="82557"/>
                    <a:pt x="471597" y="80040"/>
                    <a:pt x="474325" y="76215"/>
                  </a:cubicBezTo>
                  <a:lnTo>
                    <a:pt x="476471" y="77724"/>
                  </a:lnTo>
                  <a:cubicBezTo>
                    <a:pt x="473574" y="82098"/>
                    <a:pt x="470589" y="85438"/>
                    <a:pt x="467522" y="87754"/>
                  </a:cubicBezTo>
                  <a:cubicBezTo>
                    <a:pt x="464448" y="90022"/>
                    <a:pt x="461615" y="91159"/>
                    <a:pt x="459009" y="91159"/>
                  </a:cubicBezTo>
                  <a:cubicBezTo>
                    <a:pt x="457201" y="91159"/>
                    <a:pt x="455838" y="90691"/>
                    <a:pt x="454910" y="89771"/>
                  </a:cubicBezTo>
                  <a:cubicBezTo>
                    <a:pt x="454030" y="88884"/>
                    <a:pt x="453586" y="87585"/>
                    <a:pt x="453586" y="85858"/>
                  </a:cubicBezTo>
                  <a:cubicBezTo>
                    <a:pt x="453586" y="83800"/>
                    <a:pt x="454046" y="81089"/>
                    <a:pt x="454974" y="77724"/>
                  </a:cubicBezTo>
                  <a:lnTo>
                    <a:pt x="456298" y="73003"/>
                  </a:lnTo>
                  <a:cubicBezTo>
                    <a:pt x="450794" y="80185"/>
                    <a:pt x="445727" y="85212"/>
                    <a:pt x="441103" y="88069"/>
                  </a:cubicBezTo>
                  <a:cubicBezTo>
                    <a:pt x="437787" y="90126"/>
                    <a:pt x="434527" y="91159"/>
                    <a:pt x="431331" y="91159"/>
                  </a:cubicBezTo>
                  <a:cubicBezTo>
                    <a:pt x="428265" y="91159"/>
                    <a:pt x="425618" y="89893"/>
                    <a:pt x="423391" y="87375"/>
                  </a:cubicBezTo>
                  <a:cubicBezTo>
                    <a:pt x="421164" y="84809"/>
                    <a:pt x="420050" y="81299"/>
                    <a:pt x="420050" y="76844"/>
                  </a:cubicBezTo>
                  <a:cubicBezTo>
                    <a:pt x="420050" y="70163"/>
                    <a:pt x="422043" y="63126"/>
                    <a:pt x="426038" y="55727"/>
                  </a:cubicBezTo>
                  <a:cubicBezTo>
                    <a:pt x="430072" y="48287"/>
                    <a:pt x="435180" y="42340"/>
                    <a:pt x="441353" y="37886"/>
                  </a:cubicBezTo>
                  <a:cubicBezTo>
                    <a:pt x="446187" y="34351"/>
                    <a:pt x="450754" y="32592"/>
                    <a:pt x="455039" y="32592"/>
                  </a:cubicBezTo>
                  <a:cubicBezTo>
                    <a:pt x="457605" y="32592"/>
                    <a:pt x="459727" y="33262"/>
                    <a:pt x="461406" y="34609"/>
                  </a:cubicBezTo>
                  <a:cubicBezTo>
                    <a:pt x="463124" y="35949"/>
                    <a:pt x="464432" y="38176"/>
                    <a:pt x="465311" y="41291"/>
                  </a:cubicBezTo>
                  <a:lnTo>
                    <a:pt x="467579" y="34101"/>
                  </a:lnTo>
                  <a:lnTo>
                    <a:pt x="477609" y="32592"/>
                  </a:lnTo>
                  <a:close/>
                  <a:moveTo>
                    <a:pt x="455160" y="35868"/>
                  </a:moveTo>
                  <a:cubicBezTo>
                    <a:pt x="452473" y="35868"/>
                    <a:pt x="449616" y="37127"/>
                    <a:pt x="446590" y="39653"/>
                  </a:cubicBezTo>
                  <a:cubicBezTo>
                    <a:pt x="442305" y="43219"/>
                    <a:pt x="438481" y="48521"/>
                    <a:pt x="435116" y="55533"/>
                  </a:cubicBezTo>
                  <a:cubicBezTo>
                    <a:pt x="431799" y="62554"/>
                    <a:pt x="430137" y="68904"/>
                    <a:pt x="430137" y="74577"/>
                  </a:cubicBezTo>
                  <a:cubicBezTo>
                    <a:pt x="430137" y="77433"/>
                    <a:pt x="430847" y="79701"/>
                    <a:pt x="432283" y="81387"/>
                  </a:cubicBezTo>
                  <a:cubicBezTo>
                    <a:pt x="433712" y="83026"/>
                    <a:pt x="435350" y="83841"/>
                    <a:pt x="437198" y="83841"/>
                  </a:cubicBezTo>
                  <a:cubicBezTo>
                    <a:pt x="441781" y="83841"/>
                    <a:pt x="446760" y="80459"/>
                    <a:pt x="452134" y="73689"/>
                  </a:cubicBezTo>
                  <a:cubicBezTo>
                    <a:pt x="459324" y="64700"/>
                    <a:pt x="462914" y="55477"/>
                    <a:pt x="462914" y="46019"/>
                  </a:cubicBezTo>
                  <a:cubicBezTo>
                    <a:pt x="462914" y="42445"/>
                    <a:pt x="462221" y="39863"/>
                    <a:pt x="460841" y="38265"/>
                  </a:cubicBezTo>
                  <a:cubicBezTo>
                    <a:pt x="459453" y="36667"/>
                    <a:pt x="457557" y="35868"/>
                    <a:pt x="455160" y="35868"/>
                  </a:cubicBezTo>
                  <a:close/>
                  <a:moveTo>
                    <a:pt x="515115" y="16954"/>
                  </a:moveTo>
                  <a:lnTo>
                    <a:pt x="510201" y="34101"/>
                  </a:lnTo>
                  <a:lnTo>
                    <a:pt x="520094" y="34101"/>
                  </a:lnTo>
                  <a:lnTo>
                    <a:pt x="519029" y="38071"/>
                  </a:lnTo>
                  <a:lnTo>
                    <a:pt x="509192" y="38071"/>
                  </a:lnTo>
                  <a:lnTo>
                    <a:pt x="498347" y="75271"/>
                  </a:lnTo>
                  <a:cubicBezTo>
                    <a:pt x="497169" y="79265"/>
                    <a:pt x="496580" y="81847"/>
                    <a:pt x="496580" y="83026"/>
                  </a:cubicBezTo>
                  <a:cubicBezTo>
                    <a:pt x="496580" y="83736"/>
                    <a:pt x="496749" y="84284"/>
                    <a:pt x="497088" y="84664"/>
                  </a:cubicBezTo>
                  <a:cubicBezTo>
                    <a:pt x="497419" y="85043"/>
                    <a:pt x="497823" y="85228"/>
                    <a:pt x="498283" y="85228"/>
                  </a:cubicBezTo>
                  <a:cubicBezTo>
                    <a:pt x="499332" y="85228"/>
                    <a:pt x="500719" y="84494"/>
                    <a:pt x="502446" y="83026"/>
                  </a:cubicBezTo>
                  <a:cubicBezTo>
                    <a:pt x="503455" y="82186"/>
                    <a:pt x="505698" y="79596"/>
                    <a:pt x="509192" y="75271"/>
                  </a:cubicBezTo>
                  <a:lnTo>
                    <a:pt x="511274" y="76844"/>
                  </a:lnTo>
                  <a:cubicBezTo>
                    <a:pt x="507401" y="82477"/>
                    <a:pt x="503745" y="86447"/>
                    <a:pt x="500300" y="88763"/>
                  </a:cubicBezTo>
                  <a:cubicBezTo>
                    <a:pt x="497952" y="90361"/>
                    <a:pt x="495571" y="91159"/>
                    <a:pt x="493175" y="91159"/>
                  </a:cubicBezTo>
                  <a:cubicBezTo>
                    <a:pt x="491327" y="91159"/>
                    <a:pt x="489818" y="90587"/>
                    <a:pt x="488640" y="89457"/>
                  </a:cubicBezTo>
                  <a:cubicBezTo>
                    <a:pt x="487461" y="88279"/>
                    <a:pt x="486872" y="86786"/>
                    <a:pt x="486872" y="84978"/>
                  </a:cubicBezTo>
                  <a:cubicBezTo>
                    <a:pt x="486872" y="82711"/>
                    <a:pt x="487542" y="79241"/>
                    <a:pt x="488890" y="74577"/>
                  </a:cubicBezTo>
                  <a:lnTo>
                    <a:pt x="499420" y="38071"/>
                  </a:lnTo>
                  <a:lnTo>
                    <a:pt x="489898" y="38071"/>
                  </a:lnTo>
                  <a:lnTo>
                    <a:pt x="490528" y="35618"/>
                  </a:lnTo>
                  <a:cubicBezTo>
                    <a:pt x="495152" y="34351"/>
                    <a:pt x="499001" y="32487"/>
                    <a:pt x="502067" y="30002"/>
                  </a:cubicBezTo>
                  <a:cubicBezTo>
                    <a:pt x="505134" y="27484"/>
                    <a:pt x="508563" y="23135"/>
                    <a:pt x="512339" y="16954"/>
                  </a:cubicBezTo>
                  <a:lnTo>
                    <a:pt x="515115" y="16954"/>
                  </a:lnTo>
                  <a:close/>
                  <a:moveTo>
                    <a:pt x="546384" y="7561"/>
                  </a:moveTo>
                  <a:cubicBezTo>
                    <a:pt x="548151" y="7561"/>
                    <a:pt x="549644" y="8174"/>
                    <a:pt x="550863" y="9393"/>
                  </a:cubicBezTo>
                  <a:cubicBezTo>
                    <a:pt x="552081" y="10611"/>
                    <a:pt x="552686" y="12104"/>
                    <a:pt x="552686" y="13863"/>
                  </a:cubicBezTo>
                  <a:cubicBezTo>
                    <a:pt x="552686" y="15590"/>
                    <a:pt x="552057" y="17083"/>
                    <a:pt x="550798" y="18342"/>
                  </a:cubicBezTo>
                  <a:cubicBezTo>
                    <a:pt x="549580" y="19560"/>
                    <a:pt x="548111" y="20173"/>
                    <a:pt x="546384" y="20173"/>
                  </a:cubicBezTo>
                  <a:cubicBezTo>
                    <a:pt x="544665" y="20173"/>
                    <a:pt x="543172" y="19560"/>
                    <a:pt x="541905" y="18342"/>
                  </a:cubicBezTo>
                  <a:cubicBezTo>
                    <a:pt x="540687" y="17083"/>
                    <a:pt x="540082" y="15590"/>
                    <a:pt x="540082" y="13863"/>
                  </a:cubicBezTo>
                  <a:cubicBezTo>
                    <a:pt x="540082" y="12104"/>
                    <a:pt x="540687" y="10611"/>
                    <a:pt x="541905" y="9393"/>
                  </a:cubicBezTo>
                  <a:cubicBezTo>
                    <a:pt x="543124" y="8174"/>
                    <a:pt x="544617" y="7561"/>
                    <a:pt x="546384" y="7561"/>
                  </a:cubicBezTo>
                  <a:close/>
                  <a:moveTo>
                    <a:pt x="547207" y="32592"/>
                  </a:moveTo>
                  <a:lnTo>
                    <a:pt x="534724" y="76780"/>
                  </a:lnTo>
                  <a:cubicBezTo>
                    <a:pt x="533885" y="79765"/>
                    <a:pt x="533465" y="81549"/>
                    <a:pt x="533465" y="82138"/>
                  </a:cubicBezTo>
                  <a:cubicBezTo>
                    <a:pt x="533465" y="82816"/>
                    <a:pt x="533651" y="83356"/>
                    <a:pt x="534030" y="83776"/>
                  </a:cubicBezTo>
                  <a:cubicBezTo>
                    <a:pt x="534450" y="84204"/>
                    <a:pt x="534933" y="84413"/>
                    <a:pt x="535482" y="84413"/>
                  </a:cubicBezTo>
                  <a:cubicBezTo>
                    <a:pt x="536112" y="84413"/>
                    <a:pt x="536862" y="84074"/>
                    <a:pt x="537750" y="83405"/>
                  </a:cubicBezTo>
                  <a:cubicBezTo>
                    <a:pt x="540146" y="81508"/>
                    <a:pt x="542559" y="78821"/>
                    <a:pt x="544996" y="75335"/>
                  </a:cubicBezTo>
                  <a:lnTo>
                    <a:pt x="547207" y="76780"/>
                  </a:lnTo>
                  <a:cubicBezTo>
                    <a:pt x="544350" y="81153"/>
                    <a:pt x="540985" y="84833"/>
                    <a:pt x="537120" y="87811"/>
                  </a:cubicBezTo>
                  <a:cubicBezTo>
                    <a:pt x="534264" y="90038"/>
                    <a:pt x="531528" y="91159"/>
                    <a:pt x="528922" y="91159"/>
                  </a:cubicBezTo>
                  <a:cubicBezTo>
                    <a:pt x="527203" y="91159"/>
                    <a:pt x="525791" y="90651"/>
                    <a:pt x="524702" y="89642"/>
                  </a:cubicBezTo>
                  <a:cubicBezTo>
                    <a:pt x="523604" y="88593"/>
                    <a:pt x="523063" y="87286"/>
                    <a:pt x="523063" y="85737"/>
                  </a:cubicBezTo>
                  <a:cubicBezTo>
                    <a:pt x="523063" y="84179"/>
                    <a:pt x="523588" y="81597"/>
                    <a:pt x="524637" y="77982"/>
                  </a:cubicBezTo>
                  <a:lnTo>
                    <a:pt x="532827" y="49739"/>
                  </a:lnTo>
                  <a:cubicBezTo>
                    <a:pt x="534175" y="45116"/>
                    <a:pt x="534845" y="42211"/>
                    <a:pt x="534845" y="41041"/>
                  </a:cubicBezTo>
                  <a:cubicBezTo>
                    <a:pt x="534845" y="40113"/>
                    <a:pt x="534514" y="39354"/>
                    <a:pt x="533836" y="38765"/>
                  </a:cubicBezTo>
                  <a:cubicBezTo>
                    <a:pt x="533207" y="38176"/>
                    <a:pt x="532327" y="37886"/>
                    <a:pt x="531190" y="37886"/>
                  </a:cubicBezTo>
                  <a:cubicBezTo>
                    <a:pt x="530270" y="37886"/>
                    <a:pt x="528357" y="38120"/>
                    <a:pt x="525452" y="38580"/>
                  </a:cubicBezTo>
                  <a:lnTo>
                    <a:pt x="525452" y="36118"/>
                  </a:lnTo>
                  <a:lnTo>
                    <a:pt x="547207" y="32592"/>
                  </a:lnTo>
                  <a:close/>
                  <a:moveTo>
                    <a:pt x="613150" y="52322"/>
                  </a:moveTo>
                  <a:cubicBezTo>
                    <a:pt x="613150" y="58624"/>
                    <a:pt x="611463" y="64869"/>
                    <a:pt x="608106" y="71042"/>
                  </a:cubicBezTo>
                  <a:cubicBezTo>
                    <a:pt x="604782" y="77224"/>
                    <a:pt x="600142" y="82122"/>
                    <a:pt x="594171" y="85737"/>
                  </a:cubicBezTo>
                  <a:cubicBezTo>
                    <a:pt x="588199" y="89352"/>
                    <a:pt x="582406" y="91159"/>
                    <a:pt x="576773" y="91159"/>
                  </a:cubicBezTo>
                  <a:cubicBezTo>
                    <a:pt x="571012" y="91159"/>
                    <a:pt x="566307" y="89328"/>
                    <a:pt x="562652" y="85672"/>
                  </a:cubicBezTo>
                  <a:cubicBezTo>
                    <a:pt x="559037" y="81968"/>
                    <a:pt x="557229" y="77199"/>
                    <a:pt x="557229" y="71357"/>
                  </a:cubicBezTo>
                  <a:cubicBezTo>
                    <a:pt x="557229" y="65184"/>
                    <a:pt x="558997" y="58987"/>
                    <a:pt x="562523" y="52765"/>
                  </a:cubicBezTo>
                  <a:cubicBezTo>
                    <a:pt x="566097" y="46544"/>
                    <a:pt x="570842" y="41622"/>
                    <a:pt x="576773" y="38015"/>
                  </a:cubicBezTo>
                  <a:cubicBezTo>
                    <a:pt x="582736" y="34400"/>
                    <a:pt x="588498" y="32592"/>
                    <a:pt x="594041" y="32592"/>
                  </a:cubicBezTo>
                  <a:cubicBezTo>
                    <a:pt x="599593" y="32592"/>
                    <a:pt x="604153" y="34416"/>
                    <a:pt x="607727" y="38071"/>
                  </a:cubicBezTo>
                  <a:cubicBezTo>
                    <a:pt x="611342" y="41727"/>
                    <a:pt x="613150" y="46479"/>
                    <a:pt x="613150" y="52322"/>
                  </a:cubicBezTo>
                  <a:close/>
                  <a:moveTo>
                    <a:pt x="602684" y="47972"/>
                  </a:moveTo>
                  <a:cubicBezTo>
                    <a:pt x="602684" y="44067"/>
                    <a:pt x="601716" y="41081"/>
                    <a:pt x="599779" y="39023"/>
                  </a:cubicBezTo>
                  <a:cubicBezTo>
                    <a:pt x="597891" y="36917"/>
                    <a:pt x="595430" y="35868"/>
                    <a:pt x="592404" y="35868"/>
                  </a:cubicBezTo>
                  <a:cubicBezTo>
                    <a:pt x="586231" y="35868"/>
                    <a:pt x="580534" y="40298"/>
                    <a:pt x="575321" y="49166"/>
                  </a:cubicBezTo>
                  <a:cubicBezTo>
                    <a:pt x="570148" y="57994"/>
                    <a:pt x="567566" y="66782"/>
                    <a:pt x="567566" y="75521"/>
                  </a:cubicBezTo>
                  <a:cubicBezTo>
                    <a:pt x="567566" y="79515"/>
                    <a:pt x="568575" y="82606"/>
                    <a:pt x="570592" y="84785"/>
                  </a:cubicBezTo>
                  <a:cubicBezTo>
                    <a:pt x="572609" y="86931"/>
                    <a:pt x="575151" y="88004"/>
                    <a:pt x="578218" y="88004"/>
                  </a:cubicBezTo>
                  <a:cubicBezTo>
                    <a:pt x="584149" y="88004"/>
                    <a:pt x="589692" y="83615"/>
                    <a:pt x="594865" y="74827"/>
                  </a:cubicBezTo>
                  <a:cubicBezTo>
                    <a:pt x="600077" y="65999"/>
                    <a:pt x="602684" y="57050"/>
                    <a:pt x="602684" y="47972"/>
                  </a:cubicBezTo>
                  <a:close/>
                  <a:moveTo>
                    <a:pt x="646492" y="32592"/>
                  </a:moveTo>
                  <a:lnTo>
                    <a:pt x="638108" y="61271"/>
                  </a:lnTo>
                  <a:cubicBezTo>
                    <a:pt x="645968" y="49546"/>
                    <a:pt x="651980" y="41840"/>
                    <a:pt x="656143" y="38136"/>
                  </a:cubicBezTo>
                  <a:cubicBezTo>
                    <a:pt x="660347" y="34440"/>
                    <a:pt x="664382" y="32592"/>
                    <a:pt x="668247" y="32592"/>
                  </a:cubicBezTo>
                  <a:cubicBezTo>
                    <a:pt x="670345" y="32592"/>
                    <a:pt x="672072" y="33286"/>
                    <a:pt x="673412" y="34674"/>
                  </a:cubicBezTo>
                  <a:cubicBezTo>
                    <a:pt x="674800" y="36054"/>
                    <a:pt x="675493" y="37861"/>
                    <a:pt x="675493" y="40088"/>
                  </a:cubicBezTo>
                  <a:cubicBezTo>
                    <a:pt x="675493" y="42614"/>
                    <a:pt x="674888" y="45979"/>
                    <a:pt x="673670" y="50175"/>
                  </a:cubicBezTo>
                  <a:lnTo>
                    <a:pt x="665972" y="76715"/>
                  </a:lnTo>
                  <a:cubicBezTo>
                    <a:pt x="665092" y="79790"/>
                    <a:pt x="664648" y="81654"/>
                    <a:pt x="664648" y="82331"/>
                  </a:cubicBezTo>
                  <a:cubicBezTo>
                    <a:pt x="664648" y="82921"/>
                    <a:pt x="664818" y="83421"/>
                    <a:pt x="665157" y="83841"/>
                  </a:cubicBezTo>
                  <a:cubicBezTo>
                    <a:pt x="665496" y="84220"/>
                    <a:pt x="665851" y="84413"/>
                    <a:pt x="666230" y="84413"/>
                  </a:cubicBezTo>
                  <a:cubicBezTo>
                    <a:pt x="666730" y="84413"/>
                    <a:pt x="667344" y="84139"/>
                    <a:pt x="668054" y="83590"/>
                  </a:cubicBezTo>
                  <a:cubicBezTo>
                    <a:pt x="670281" y="81823"/>
                    <a:pt x="672718" y="79136"/>
                    <a:pt x="675365" y="75521"/>
                  </a:cubicBezTo>
                  <a:lnTo>
                    <a:pt x="677325" y="76715"/>
                  </a:lnTo>
                  <a:cubicBezTo>
                    <a:pt x="673412" y="82307"/>
                    <a:pt x="669716" y="86302"/>
                    <a:pt x="666230" y="88698"/>
                  </a:cubicBezTo>
                  <a:cubicBezTo>
                    <a:pt x="663793" y="90336"/>
                    <a:pt x="661606" y="91159"/>
                    <a:pt x="659670" y="91159"/>
                  </a:cubicBezTo>
                  <a:cubicBezTo>
                    <a:pt x="658112" y="91159"/>
                    <a:pt x="656878" y="90675"/>
                    <a:pt x="655950" y="89707"/>
                  </a:cubicBezTo>
                  <a:cubicBezTo>
                    <a:pt x="655030" y="88779"/>
                    <a:pt x="654562" y="87520"/>
                    <a:pt x="654562" y="85922"/>
                  </a:cubicBezTo>
                  <a:cubicBezTo>
                    <a:pt x="654562" y="83905"/>
                    <a:pt x="655280" y="80435"/>
                    <a:pt x="656708" y="75521"/>
                  </a:cubicBezTo>
                  <a:lnTo>
                    <a:pt x="664019" y="50175"/>
                  </a:lnTo>
                  <a:cubicBezTo>
                    <a:pt x="664947" y="47028"/>
                    <a:pt x="665407" y="44567"/>
                    <a:pt x="665407" y="42800"/>
                  </a:cubicBezTo>
                  <a:cubicBezTo>
                    <a:pt x="665407" y="41961"/>
                    <a:pt x="665133" y="41291"/>
                    <a:pt x="664592" y="40782"/>
                  </a:cubicBezTo>
                  <a:cubicBezTo>
                    <a:pt x="664043" y="40242"/>
                    <a:pt x="663373" y="39967"/>
                    <a:pt x="662575" y="39967"/>
                  </a:cubicBezTo>
                  <a:cubicBezTo>
                    <a:pt x="661397" y="39967"/>
                    <a:pt x="659984" y="40468"/>
                    <a:pt x="658346" y="41476"/>
                  </a:cubicBezTo>
                  <a:cubicBezTo>
                    <a:pt x="655240" y="43373"/>
                    <a:pt x="652004" y="46504"/>
                    <a:pt x="648639" y="50869"/>
                  </a:cubicBezTo>
                  <a:cubicBezTo>
                    <a:pt x="645274" y="55202"/>
                    <a:pt x="641724" y="60746"/>
                    <a:pt x="637987" y="67516"/>
                  </a:cubicBezTo>
                  <a:cubicBezTo>
                    <a:pt x="636010" y="71091"/>
                    <a:pt x="634372" y="74996"/>
                    <a:pt x="633065" y="79241"/>
                  </a:cubicBezTo>
                  <a:lnTo>
                    <a:pt x="629918" y="89642"/>
                  </a:lnTo>
                  <a:lnTo>
                    <a:pt x="620461" y="89642"/>
                  </a:lnTo>
                  <a:lnTo>
                    <a:pt x="631935" y="50175"/>
                  </a:lnTo>
                  <a:cubicBezTo>
                    <a:pt x="633275" y="45430"/>
                    <a:pt x="633952" y="42574"/>
                    <a:pt x="633952" y="41606"/>
                  </a:cubicBezTo>
                  <a:cubicBezTo>
                    <a:pt x="633952" y="40678"/>
                    <a:pt x="633573" y="39879"/>
                    <a:pt x="632815" y="39209"/>
                  </a:cubicBezTo>
                  <a:cubicBezTo>
                    <a:pt x="632105" y="38491"/>
                    <a:pt x="631201" y="38136"/>
                    <a:pt x="630103" y="38136"/>
                  </a:cubicBezTo>
                  <a:cubicBezTo>
                    <a:pt x="629603" y="38136"/>
                    <a:pt x="628716" y="38224"/>
                    <a:pt x="627457" y="38386"/>
                  </a:cubicBezTo>
                  <a:lnTo>
                    <a:pt x="625060" y="38765"/>
                  </a:lnTo>
                  <a:lnTo>
                    <a:pt x="624681" y="36498"/>
                  </a:lnTo>
                  <a:lnTo>
                    <a:pt x="646492" y="32592"/>
                  </a:lnTo>
                  <a:close/>
                </a:path>
              </a:pathLst>
            </a:custGeom>
            <a:solidFill>
              <a:srgbClr val="000000"/>
            </a:solidFill>
            <a:ln w="807" cap="flat">
              <a:noFill/>
              <a:prstDash val="solid"/>
              <a:miter/>
            </a:ln>
          </p:spPr>
        </p:sp>
        <p:sp>
          <p:nvSpPr>
            <p:cNvPr id="427" name="任意形状 426">
              <a:extLst>
                <a:ext uri="{FF2B5EF4-FFF2-40B4-BE49-F238E27FC236}">
                  <a16:creationId xmlns:a16="http://schemas.microsoft.com/office/drawing/2014/main" id="{29450619-8065-DD02-9F83-020C8743C514}"/>
                </a:ext>
              </a:extLst>
            </p:cNvPr>
            <p:cNvSpPr/>
            <p:nvPr/>
          </p:nvSpPr>
          <p:spPr>
            <a:xfrm>
              <a:off x="7910472" y="1965423"/>
              <a:ext cx="207443" cy="425806"/>
            </a:xfrm>
            <a:custGeom>
              <a:avLst/>
              <a:gdLst>
                <a:gd name="csX0" fmla="*/ 0 w 153317"/>
                <a:gd name="csY0" fmla="*/ 0 h 314704"/>
                <a:gd name="csX1" fmla="*/ 153318 w 153317"/>
                <a:gd name="csY1" fmla="*/ 0 h 314704"/>
                <a:gd name="csX2" fmla="*/ 153318 w 153317"/>
                <a:gd name="csY2" fmla="*/ 314705 h 314704"/>
                <a:gd name="csX3" fmla="*/ 0 w 153317"/>
                <a:gd name="csY3" fmla="*/ 314705 h 314704"/>
              </a:gdLst>
              <a:ahLst/>
              <a:cxnLst>
                <a:cxn ang="0">
                  <a:pos x="csX0" y="csY0"/>
                </a:cxn>
                <a:cxn ang="0">
                  <a:pos x="csX1" y="csY1"/>
                </a:cxn>
                <a:cxn ang="0">
                  <a:pos x="csX2" y="csY2"/>
                </a:cxn>
                <a:cxn ang="0">
                  <a:pos x="csX3" y="csY3"/>
                </a:cxn>
              </a:cxnLst>
              <a:rect l="l" t="t" r="r" b="b"/>
              <a:pathLst>
                <a:path w="153317" h="314704">
                  <a:moveTo>
                    <a:pt x="0" y="0"/>
                  </a:moveTo>
                  <a:lnTo>
                    <a:pt x="153318" y="0"/>
                  </a:lnTo>
                  <a:lnTo>
                    <a:pt x="153318" y="314705"/>
                  </a:lnTo>
                  <a:lnTo>
                    <a:pt x="0" y="314705"/>
                  </a:lnTo>
                  <a:close/>
                </a:path>
              </a:pathLst>
            </a:custGeom>
            <a:solidFill>
              <a:srgbClr val="FFFFFF"/>
            </a:solidFill>
            <a:ln w="8069" cap="flat">
              <a:solidFill>
                <a:srgbClr val="000000"/>
              </a:solidFill>
              <a:prstDash val="solid"/>
              <a:miter/>
            </a:ln>
          </p:spPr>
        </p:sp>
        <p:sp>
          <p:nvSpPr>
            <p:cNvPr id="428" name="任意形状 427">
              <a:extLst>
                <a:ext uri="{FF2B5EF4-FFF2-40B4-BE49-F238E27FC236}">
                  <a16:creationId xmlns:a16="http://schemas.microsoft.com/office/drawing/2014/main" id="{62F20333-A8E1-7AB2-A708-AC935ED16C15}"/>
                </a:ext>
              </a:extLst>
            </p:cNvPr>
            <p:cNvSpPr/>
            <p:nvPr/>
          </p:nvSpPr>
          <p:spPr>
            <a:xfrm>
              <a:off x="7960424" y="2031135"/>
              <a:ext cx="107925" cy="281689"/>
            </a:xfrm>
            <a:custGeom>
              <a:avLst/>
              <a:gdLst>
                <a:gd name="csX0" fmla="*/ 67411 w 79765"/>
                <a:gd name="csY0" fmla="*/ 0 h 208190"/>
                <a:gd name="csX1" fmla="*/ 69122 w 79765"/>
                <a:gd name="csY1" fmla="*/ 25429 h 208190"/>
                <a:gd name="csX2" fmla="*/ 67411 w 79765"/>
                <a:gd name="csY2" fmla="*/ 25429 h 208190"/>
                <a:gd name="csX3" fmla="*/ 57647 w 79765"/>
                <a:gd name="csY3" fmla="*/ 8991 h 208190"/>
                <a:gd name="csX4" fmla="*/ 42420 w 79765"/>
                <a:gd name="csY4" fmla="*/ 3971 h 208190"/>
                <a:gd name="csX5" fmla="*/ 28961 w 79765"/>
                <a:gd name="csY5" fmla="*/ 7777 h 208190"/>
                <a:gd name="csX6" fmla="*/ 19471 w 79765"/>
                <a:gd name="csY6" fmla="*/ 19803 h 208190"/>
                <a:gd name="csX7" fmla="*/ 16050 w 79765"/>
                <a:gd name="csY7" fmla="*/ 40378 h 208190"/>
                <a:gd name="csX8" fmla="*/ 19310 w 79765"/>
                <a:gd name="csY8" fmla="*/ 57974 h 208190"/>
                <a:gd name="csX9" fmla="*/ 29074 w 79765"/>
                <a:gd name="csY9" fmla="*/ 69393 h 208190"/>
                <a:gd name="csX10" fmla="*/ 44018 w 79765"/>
                <a:gd name="csY10" fmla="*/ 73365 h 208190"/>
                <a:gd name="csX11" fmla="*/ 56873 w 79765"/>
                <a:gd name="csY11" fmla="*/ 70275 h 208190"/>
                <a:gd name="csX12" fmla="*/ 69122 w 79765"/>
                <a:gd name="csY12" fmla="*/ 57864 h 208190"/>
                <a:gd name="csX13" fmla="*/ 70833 w 79765"/>
                <a:gd name="csY13" fmla="*/ 58968 h 208190"/>
                <a:gd name="csX14" fmla="*/ 57704 w 79765"/>
                <a:gd name="csY14" fmla="*/ 73585 h 208190"/>
                <a:gd name="csX15" fmla="*/ 39887 w 79765"/>
                <a:gd name="csY15" fmla="*/ 78219 h 208190"/>
                <a:gd name="csX16" fmla="*/ 11087 w 79765"/>
                <a:gd name="csY16" fmla="*/ 64428 h 208190"/>
                <a:gd name="csX17" fmla="*/ 3478 w 79765"/>
                <a:gd name="csY17" fmla="*/ 40268 h 208190"/>
                <a:gd name="csX18" fmla="*/ 8497 w 79765"/>
                <a:gd name="csY18" fmla="*/ 19692 h 208190"/>
                <a:gd name="csX19" fmla="*/ 22288 w 79765"/>
                <a:gd name="csY19" fmla="*/ 5185 h 208190"/>
                <a:gd name="csX20" fmla="*/ 41541 w 79765"/>
                <a:gd name="csY20" fmla="*/ 0 h 208190"/>
                <a:gd name="csX21" fmla="*/ 57534 w 79765"/>
                <a:gd name="csY21" fmla="*/ 3971 h 208190"/>
                <a:gd name="csX22" fmla="*/ 60843 w 79765"/>
                <a:gd name="csY22" fmla="*/ 5185 h 208190"/>
                <a:gd name="csX23" fmla="*/ 63441 w 79765"/>
                <a:gd name="csY23" fmla="*/ 4136 h 208190"/>
                <a:gd name="csX24" fmla="*/ 65475 w 79765"/>
                <a:gd name="csY24" fmla="*/ 0 h 208190"/>
                <a:gd name="csX25" fmla="*/ 67411 w 79765"/>
                <a:gd name="csY25" fmla="*/ 0 h 208190"/>
                <a:gd name="csX26" fmla="*/ 53290 w 79765"/>
                <a:gd name="csY26" fmla="*/ 133667 h 208190"/>
                <a:gd name="csX27" fmla="*/ 53290 w 79765"/>
                <a:gd name="csY27" fmla="*/ 131626 h 208190"/>
                <a:gd name="csX28" fmla="*/ 79766 w 79765"/>
                <a:gd name="csY28" fmla="*/ 131626 h 208190"/>
                <a:gd name="csX29" fmla="*/ 79766 w 79765"/>
                <a:gd name="csY29" fmla="*/ 133667 h 208190"/>
                <a:gd name="csX30" fmla="*/ 76949 w 79765"/>
                <a:gd name="csY30" fmla="*/ 133667 h 208190"/>
                <a:gd name="csX31" fmla="*/ 70171 w 79765"/>
                <a:gd name="csY31" fmla="*/ 137363 h 208190"/>
                <a:gd name="csX32" fmla="*/ 69009 w 79765"/>
                <a:gd name="csY32" fmla="*/ 145306 h 208190"/>
                <a:gd name="csX33" fmla="*/ 69009 w 79765"/>
                <a:gd name="csY33" fmla="*/ 175645 h 208190"/>
                <a:gd name="csX34" fmla="*/ 66750 w 79765"/>
                <a:gd name="csY34" fmla="*/ 193131 h 208190"/>
                <a:gd name="csX35" fmla="*/ 57978 w 79765"/>
                <a:gd name="csY35" fmla="*/ 203778 h 208190"/>
                <a:gd name="csX36" fmla="*/ 40218 w 79765"/>
                <a:gd name="csY36" fmla="*/ 208191 h 208190"/>
                <a:gd name="csX37" fmla="*/ 21626 w 79765"/>
                <a:gd name="csY37" fmla="*/ 203943 h 208190"/>
                <a:gd name="csX38" fmla="*/ 12637 w 79765"/>
                <a:gd name="csY38" fmla="*/ 192524 h 208190"/>
                <a:gd name="csX39" fmla="*/ 10870 w 79765"/>
                <a:gd name="csY39" fmla="*/ 174100 h 208190"/>
                <a:gd name="csX40" fmla="*/ 10870 w 79765"/>
                <a:gd name="csY40" fmla="*/ 144865 h 208190"/>
                <a:gd name="csX41" fmla="*/ 8941 w 79765"/>
                <a:gd name="csY41" fmla="*/ 135818 h 208190"/>
                <a:gd name="csX42" fmla="*/ 2816 w 79765"/>
                <a:gd name="csY42" fmla="*/ 133667 h 208190"/>
                <a:gd name="csX43" fmla="*/ 0 w 79765"/>
                <a:gd name="csY43" fmla="*/ 133667 h 208190"/>
                <a:gd name="csX44" fmla="*/ 0 w 79765"/>
                <a:gd name="csY44" fmla="*/ 131626 h 208190"/>
                <a:gd name="csX45" fmla="*/ 32326 w 79765"/>
                <a:gd name="csY45" fmla="*/ 131626 h 208190"/>
                <a:gd name="csX46" fmla="*/ 32326 w 79765"/>
                <a:gd name="csY46" fmla="*/ 133667 h 208190"/>
                <a:gd name="csX47" fmla="*/ 29461 w 79765"/>
                <a:gd name="csY47" fmla="*/ 133667 h 208190"/>
                <a:gd name="csX48" fmla="*/ 22836 w 79765"/>
                <a:gd name="csY48" fmla="*/ 136591 h 208190"/>
                <a:gd name="csX49" fmla="*/ 21456 w 79765"/>
                <a:gd name="csY49" fmla="*/ 144865 h 208190"/>
                <a:gd name="csX50" fmla="*/ 21456 w 79765"/>
                <a:gd name="csY50" fmla="*/ 177465 h 208190"/>
                <a:gd name="csX51" fmla="*/ 22231 w 79765"/>
                <a:gd name="csY51" fmla="*/ 187449 h 208190"/>
                <a:gd name="csX52" fmla="*/ 25152 w 79765"/>
                <a:gd name="csY52" fmla="*/ 196221 h 208190"/>
                <a:gd name="csX53" fmla="*/ 31172 w 79765"/>
                <a:gd name="csY53" fmla="*/ 201405 h 208190"/>
                <a:gd name="csX54" fmla="*/ 40879 w 79765"/>
                <a:gd name="csY54" fmla="*/ 203447 h 208190"/>
                <a:gd name="csX55" fmla="*/ 54008 w 79765"/>
                <a:gd name="csY55" fmla="*/ 200247 h 208190"/>
                <a:gd name="csX56" fmla="*/ 61892 w 79765"/>
                <a:gd name="csY56" fmla="*/ 192084 h 208190"/>
                <a:gd name="csX57" fmla="*/ 64047 w 79765"/>
                <a:gd name="csY57" fmla="*/ 175148 h 208190"/>
                <a:gd name="csX58" fmla="*/ 64047 w 79765"/>
                <a:gd name="csY58" fmla="*/ 144865 h 208190"/>
                <a:gd name="csX59" fmla="*/ 62497 w 79765"/>
                <a:gd name="csY59" fmla="*/ 136094 h 208190"/>
                <a:gd name="csX60" fmla="*/ 56098 w 79765"/>
                <a:gd name="csY60" fmla="*/ 133667 h 208190"/>
                <a:gd name="csX61" fmla="*/ 53290 w 79765"/>
                <a:gd name="csY61" fmla="*/ 133667 h 2081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79765" h="208190">
                  <a:moveTo>
                    <a:pt x="67411" y="0"/>
                  </a:moveTo>
                  <a:lnTo>
                    <a:pt x="69122" y="25429"/>
                  </a:lnTo>
                  <a:lnTo>
                    <a:pt x="67411" y="25429"/>
                  </a:lnTo>
                  <a:cubicBezTo>
                    <a:pt x="65128" y="17817"/>
                    <a:pt x="61876" y="12337"/>
                    <a:pt x="57647" y="8991"/>
                  </a:cubicBezTo>
                  <a:cubicBezTo>
                    <a:pt x="53419" y="5645"/>
                    <a:pt x="48344" y="3971"/>
                    <a:pt x="42420" y="3971"/>
                  </a:cubicBezTo>
                  <a:cubicBezTo>
                    <a:pt x="37458" y="3971"/>
                    <a:pt x="32971" y="5240"/>
                    <a:pt x="28961" y="7777"/>
                  </a:cubicBezTo>
                  <a:cubicBezTo>
                    <a:pt x="24950" y="10278"/>
                    <a:pt x="21787" y="14287"/>
                    <a:pt x="19471" y="19803"/>
                  </a:cubicBezTo>
                  <a:cubicBezTo>
                    <a:pt x="17196" y="25318"/>
                    <a:pt x="16050" y="32177"/>
                    <a:pt x="16050" y="40378"/>
                  </a:cubicBezTo>
                  <a:cubicBezTo>
                    <a:pt x="16050" y="47144"/>
                    <a:pt x="17139" y="53010"/>
                    <a:pt x="19310" y="57974"/>
                  </a:cubicBezTo>
                  <a:cubicBezTo>
                    <a:pt x="21481" y="62939"/>
                    <a:pt x="24732" y="66745"/>
                    <a:pt x="29074" y="69393"/>
                  </a:cubicBezTo>
                  <a:cubicBezTo>
                    <a:pt x="33448" y="72041"/>
                    <a:pt x="38434" y="73365"/>
                    <a:pt x="44018" y="73365"/>
                  </a:cubicBezTo>
                  <a:cubicBezTo>
                    <a:pt x="48876" y="73365"/>
                    <a:pt x="53161" y="72334"/>
                    <a:pt x="56873" y="70275"/>
                  </a:cubicBezTo>
                  <a:cubicBezTo>
                    <a:pt x="60585" y="68180"/>
                    <a:pt x="64668" y="64042"/>
                    <a:pt x="69122" y="57864"/>
                  </a:cubicBezTo>
                  <a:lnTo>
                    <a:pt x="70833" y="58968"/>
                  </a:lnTo>
                  <a:cubicBezTo>
                    <a:pt x="67080" y="65623"/>
                    <a:pt x="62699" y="70496"/>
                    <a:pt x="57704" y="73585"/>
                  </a:cubicBezTo>
                  <a:cubicBezTo>
                    <a:pt x="52701" y="76674"/>
                    <a:pt x="46762" y="78219"/>
                    <a:pt x="39887" y="78219"/>
                  </a:cubicBezTo>
                  <a:cubicBezTo>
                    <a:pt x="27492" y="78219"/>
                    <a:pt x="17890" y="73622"/>
                    <a:pt x="11087" y="64428"/>
                  </a:cubicBezTo>
                  <a:cubicBezTo>
                    <a:pt x="6012" y="57589"/>
                    <a:pt x="3478" y="49534"/>
                    <a:pt x="3478" y="40268"/>
                  </a:cubicBezTo>
                  <a:cubicBezTo>
                    <a:pt x="3478" y="32803"/>
                    <a:pt x="5148" y="25944"/>
                    <a:pt x="8497" y="19692"/>
                  </a:cubicBezTo>
                  <a:cubicBezTo>
                    <a:pt x="11846" y="13440"/>
                    <a:pt x="16437" y="8605"/>
                    <a:pt x="22288" y="5185"/>
                  </a:cubicBezTo>
                  <a:cubicBezTo>
                    <a:pt x="28170" y="1728"/>
                    <a:pt x="34585" y="0"/>
                    <a:pt x="41541" y="0"/>
                  </a:cubicBezTo>
                  <a:cubicBezTo>
                    <a:pt x="46948" y="0"/>
                    <a:pt x="52273" y="1323"/>
                    <a:pt x="57534" y="3971"/>
                  </a:cubicBezTo>
                  <a:cubicBezTo>
                    <a:pt x="59076" y="4780"/>
                    <a:pt x="60181" y="5185"/>
                    <a:pt x="60843" y="5185"/>
                  </a:cubicBezTo>
                  <a:cubicBezTo>
                    <a:pt x="61835" y="5185"/>
                    <a:pt x="62699" y="4835"/>
                    <a:pt x="63441" y="4136"/>
                  </a:cubicBezTo>
                  <a:cubicBezTo>
                    <a:pt x="64393" y="3144"/>
                    <a:pt x="65071" y="1765"/>
                    <a:pt x="65475" y="0"/>
                  </a:cubicBezTo>
                  <a:lnTo>
                    <a:pt x="67411" y="0"/>
                  </a:lnTo>
                  <a:close/>
                  <a:moveTo>
                    <a:pt x="53290" y="133667"/>
                  </a:moveTo>
                  <a:lnTo>
                    <a:pt x="53290" y="131626"/>
                  </a:lnTo>
                  <a:lnTo>
                    <a:pt x="79766" y="131626"/>
                  </a:lnTo>
                  <a:lnTo>
                    <a:pt x="79766" y="133667"/>
                  </a:lnTo>
                  <a:lnTo>
                    <a:pt x="76949" y="133667"/>
                  </a:lnTo>
                  <a:cubicBezTo>
                    <a:pt x="74012" y="133667"/>
                    <a:pt x="71745" y="134899"/>
                    <a:pt x="70171" y="137363"/>
                  </a:cubicBezTo>
                  <a:cubicBezTo>
                    <a:pt x="69396" y="138503"/>
                    <a:pt x="69009" y="141151"/>
                    <a:pt x="69009" y="145306"/>
                  </a:cubicBezTo>
                  <a:lnTo>
                    <a:pt x="69009" y="175645"/>
                  </a:lnTo>
                  <a:cubicBezTo>
                    <a:pt x="69009" y="183147"/>
                    <a:pt x="68259" y="188976"/>
                    <a:pt x="66750" y="193131"/>
                  </a:cubicBezTo>
                  <a:cubicBezTo>
                    <a:pt x="65273" y="197250"/>
                    <a:pt x="62352" y="200798"/>
                    <a:pt x="57978" y="203778"/>
                  </a:cubicBezTo>
                  <a:cubicBezTo>
                    <a:pt x="53637" y="206720"/>
                    <a:pt x="47714" y="208191"/>
                    <a:pt x="40218" y="208191"/>
                  </a:cubicBezTo>
                  <a:cubicBezTo>
                    <a:pt x="32052" y="208191"/>
                    <a:pt x="25854" y="206775"/>
                    <a:pt x="21626" y="203943"/>
                  </a:cubicBezTo>
                  <a:cubicBezTo>
                    <a:pt x="17398" y="201112"/>
                    <a:pt x="14396" y="197305"/>
                    <a:pt x="12637" y="192524"/>
                  </a:cubicBezTo>
                  <a:cubicBezTo>
                    <a:pt x="11459" y="189251"/>
                    <a:pt x="10870" y="183110"/>
                    <a:pt x="10870" y="174100"/>
                  </a:cubicBezTo>
                  <a:lnTo>
                    <a:pt x="10870" y="144865"/>
                  </a:lnTo>
                  <a:cubicBezTo>
                    <a:pt x="10870" y="140268"/>
                    <a:pt x="10224" y="137252"/>
                    <a:pt x="8941" y="135818"/>
                  </a:cubicBezTo>
                  <a:cubicBezTo>
                    <a:pt x="7690" y="134384"/>
                    <a:pt x="5649" y="133667"/>
                    <a:pt x="2816" y="133667"/>
                  </a:cubicBezTo>
                  <a:lnTo>
                    <a:pt x="0" y="133667"/>
                  </a:lnTo>
                  <a:lnTo>
                    <a:pt x="0" y="131626"/>
                  </a:lnTo>
                  <a:lnTo>
                    <a:pt x="32326" y="131626"/>
                  </a:lnTo>
                  <a:lnTo>
                    <a:pt x="32326" y="133667"/>
                  </a:lnTo>
                  <a:lnTo>
                    <a:pt x="29461" y="133667"/>
                  </a:lnTo>
                  <a:cubicBezTo>
                    <a:pt x="26371" y="133667"/>
                    <a:pt x="24160" y="134642"/>
                    <a:pt x="22836" y="136591"/>
                  </a:cubicBezTo>
                  <a:cubicBezTo>
                    <a:pt x="21916" y="137915"/>
                    <a:pt x="21456" y="140673"/>
                    <a:pt x="21456" y="144865"/>
                  </a:cubicBezTo>
                  <a:lnTo>
                    <a:pt x="21456" y="177465"/>
                  </a:lnTo>
                  <a:cubicBezTo>
                    <a:pt x="21456" y="180371"/>
                    <a:pt x="21715" y="183699"/>
                    <a:pt x="22231" y="187449"/>
                  </a:cubicBezTo>
                  <a:cubicBezTo>
                    <a:pt x="22780" y="191201"/>
                    <a:pt x="23756" y="194124"/>
                    <a:pt x="25152" y="196221"/>
                  </a:cubicBezTo>
                  <a:cubicBezTo>
                    <a:pt x="26556" y="198316"/>
                    <a:pt x="28558" y="200045"/>
                    <a:pt x="31172" y="201405"/>
                  </a:cubicBezTo>
                  <a:cubicBezTo>
                    <a:pt x="33819" y="202766"/>
                    <a:pt x="37054" y="203447"/>
                    <a:pt x="40879" y="203447"/>
                  </a:cubicBezTo>
                  <a:cubicBezTo>
                    <a:pt x="45770" y="203447"/>
                    <a:pt x="50143" y="202380"/>
                    <a:pt x="54008" y="200247"/>
                  </a:cubicBezTo>
                  <a:cubicBezTo>
                    <a:pt x="57865" y="198115"/>
                    <a:pt x="60496" y="195393"/>
                    <a:pt x="61892" y="192084"/>
                  </a:cubicBezTo>
                  <a:cubicBezTo>
                    <a:pt x="63328" y="188736"/>
                    <a:pt x="64047" y="183092"/>
                    <a:pt x="64047" y="175148"/>
                  </a:cubicBezTo>
                  <a:lnTo>
                    <a:pt x="64047" y="144865"/>
                  </a:lnTo>
                  <a:cubicBezTo>
                    <a:pt x="64047" y="140194"/>
                    <a:pt x="63530" y="137271"/>
                    <a:pt x="62497" y="136094"/>
                  </a:cubicBezTo>
                  <a:cubicBezTo>
                    <a:pt x="61069" y="134476"/>
                    <a:pt x="58930" y="133667"/>
                    <a:pt x="56098" y="133667"/>
                  </a:cubicBezTo>
                  <a:lnTo>
                    <a:pt x="53290" y="133667"/>
                  </a:lnTo>
                  <a:close/>
                </a:path>
              </a:pathLst>
            </a:custGeom>
            <a:solidFill>
              <a:srgbClr val="000000"/>
            </a:solidFill>
            <a:ln w="807" cap="flat">
              <a:noFill/>
              <a:prstDash val="solid"/>
              <a:miter/>
            </a:ln>
          </p:spPr>
        </p:sp>
        <p:sp>
          <p:nvSpPr>
            <p:cNvPr id="429" name="任意形状 428">
              <a:extLst>
                <a:ext uri="{FF2B5EF4-FFF2-40B4-BE49-F238E27FC236}">
                  <a16:creationId xmlns:a16="http://schemas.microsoft.com/office/drawing/2014/main" id="{8D2FAE2F-82DE-D3D3-5CE8-8340E818DEC8}"/>
                </a:ext>
              </a:extLst>
            </p:cNvPr>
            <p:cNvSpPr/>
            <p:nvPr/>
          </p:nvSpPr>
          <p:spPr>
            <a:xfrm>
              <a:off x="7514144" y="2717682"/>
              <a:ext cx="337369" cy="227096"/>
            </a:xfrm>
            <a:custGeom>
              <a:avLst/>
              <a:gdLst>
                <a:gd name="csX0" fmla="*/ 0 w 249342"/>
                <a:gd name="csY0" fmla="*/ 0 h 167842"/>
                <a:gd name="csX1" fmla="*/ 249343 w 249342"/>
                <a:gd name="csY1" fmla="*/ 0 h 167842"/>
                <a:gd name="csX2" fmla="*/ 249343 w 249342"/>
                <a:gd name="csY2" fmla="*/ 167842 h 167842"/>
                <a:gd name="csX3" fmla="*/ 0 w 249342"/>
                <a:gd name="csY3" fmla="*/ 167842 h 167842"/>
              </a:gdLst>
              <a:ahLst/>
              <a:cxnLst>
                <a:cxn ang="0">
                  <a:pos x="csX0" y="csY0"/>
                </a:cxn>
                <a:cxn ang="0">
                  <a:pos x="csX1" y="csY1"/>
                </a:cxn>
                <a:cxn ang="0">
                  <a:pos x="csX2" y="csY2"/>
                </a:cxn>
                <a:cxn ang="0">
                  <a:pos x="csX3" y="csY3"/>
                </a:cxn>
              </a:cxnLst>
              <a:rect l="l" t="t" r="r" b="b"/>
              <a:pathLst>
                <a:path w="249342" h="167842">
                  <a:moveTo>
                    <a:pt x="0" y="0"/>
                  </a:moveTo>
                  <a:lnTo>
                    <a:pt x="249343" y="0"/>
                  </a:lnTo>
                  <a:lnTo>
                    <a:pt x="249343" y="167842"/>
                  </a:lnTo>
                  <a:lnTo>
                    <a:pt x="0" y="167842"/>
                  </a:lnTo>
                  <a:close/>
                </a:path>
              </a:pathLst>
            </a:custGeom>
            <a:solidFill>
              <a:srgbClr val="FFFFFF"/>
            </a:solidFill>
            <a:ln w="8069" cap="flat">
              <a:solidFill>
                <a:srgbClr val="000000"/>
              </a:solidFill>
              <a:prstDash val="solid"/>
              <a:miter/>
            </a:ln>
          </p:spPr>
        </p:sp>
        <p:sp>
          <p:nvSpPr>
            <p:cNvPr id="430" name="任意形状 429">
              <a:extLst>
                <a:ext uri="{FF2B5EF4-FFF2-40B4-BE49-F238E27FC236}">
                  <a16:creationId xmlns:a16="http://schemas.microsoft.com/office/drawing/2014/main" id="{E3BEF12E-87CF-FFC5-8FDC-3D740D82067F}"/>
                </a:ext>
              </a:extLst>
            </p:cNvPr>
            <p:cNvSpPr/>
            <p:nvPr/>
          </p:nvSpPr>
          <p:spPr>
            <a:xfrm>
              <a:off x="7558079" y="2780781"/>
              <a:ext cx="252043" cy="108221"/>
            </a:xfrm>
            <a:custGeom>
              <a:avLst/>
              <a:gdLst>
                <a:gd name="csX0" fmla="*/ 61948 w 186280"/>
                <a:gd name="csY0" fmla="*/ 3641 h 79984"/>
                <a:gd name="csX1" fmla="*/ 62771 w 186280"/>
                <a:gd name="csY1" fmla="*/ 21182 h 79984"/>
                <a:gd name="csX2" fmla="*/ 60673 w 186280"/>
                <a:gd name="csY2" fmla="*/ 21182 h 79984"/>
                <a:gd name="csX3" fmla="*/ 59019 w 186280"/>
                <a:gd name="csY3" fmla="*/ 14563 h 79984"/>
                <a:gd name="csX4" fmla="*/ 54444 w 186280"/>
                <a:gd name="csY4" fmla="*/ 9874 h 79984"/>
                <a:gd name="csX5" fmla="*/ 46996 w 186280"/>
                <a:gd name="csY5" fmla="*/ 8329 h 79984"/>
                <a:gd name="csX6" fmla="*/ 36457 w 186280"/>
                <a:gd name="csY6" fmla="*/ 8329 h 79984"/>
                <a:gd name="csX7" fmla="*/ 36457 w 186280"/>
                <a:gd name="csY7" fmla="*/ 65477 h 79984"/>
                <a:gd name="csX8" fmla="*/ 37950 w 186280"/>
                <a:gd name="csY8" fmla="*/ 74082 h 79984"/>
                <a:gd name="csX9" fmla="*/ 44405 w 186280"/>
                <a:gd name="csY9" fmla="*/ 76399 h 79984"/>
                <a:gd name="csX10" fmla="*/ 46996 w 186280"/>
                <a:gd name="csY10" fmla="*/ 76399 h 79984"/>
                <a:gd name="csX11" fmla="*/ 46996 w 186280"/>
                <a:gd name="csY11" fmla="*/ 78440 h 79984"/>
                <a:gd name="csX12" fmla="*/ 15275 w 186280"/>
                <a:gd name="csY12" fmla="*/ 78440 h 79984"/>
                <a:gd name="csX13" fmla="*/ 15275 w 186280"/>
                <a:gd name="csY13" fmla="*/ 76399 h 79984"/>
                <a:gd name="csX14" fmla="*/ 17930 w 186280"/>
                <a:gd name="csY14" fmla="*/ 76399 h 79984"/>
                <a:gd name="csX15" fmla="*/ 24652 w 186280"/>
                <a:gd name="csY15" fmla="*/ 73530 h 79984"/>
                <a:gd name="csX16" fmla="*/ 25870 w 186280"/>
                <a:gd name="csY16" fmla="*/ 65477 h 79984"/>
                <a:gd name="csX17" fmla="*/ 25870 w 186280"/>
                <a:gd name="csY17" fmla="*/ 8329 h 79984"/>
                <a:gd name="csX18" fmla="*/ 16881 w 186280"/>
                <a:gd name="csY18" fmla="*/ 8329 h 79984"/>
                <a:gd name="csX19" fmla="*/ 9433 w 186280"/>
                <a:gd name="csY19" fmla="*/ 9101 h 79984"/>
                <a:gd name="csX20" fmla="*/ 4519 w 186280"/>
                <a:gd name="csY20" fmla="*/ 13128 h 79984"/>
                <a:gd name="csX21" fmla="*/ 2098 w 186280"/>
                <a:gd name="csY21" fmla="*/ 21182 h 79984"/>
                <a:gd name="csX22" fmla="*/ 0 w 186280"/>
                <a:gd name="csY22" fmla="*/ 21182 h 79984"/>
                <a:gd name="csX23" fmla="*/ 879 w 186280"/>
                <a:gd name="csY23" fmla="*/ 3641 h 79984"/>
                <a:gd name="csX24" fmla="*/ 61948 w 186280"/>
                <a:gd name="csY24" fmla="*/ 3641 h 79984"/>
                <a:gd name="csX25" fmla="*/ 69719 w 186280"/>
                <a:gd name="csY25" fmla="*/ 46943 h 79984"/>
                <a:gd name="csX26" fmla="*/ 75182 w 186280"/>
                <a:gd name="csY26" fmla="*/ 64594 h 79984"/>
                <a:gd name="csX27" fmla="*/ 88149 w 186280"/>
                <a:gd name="csY27" fmla="*/ 70992 h 79984"/>
                <a:gd name="csX28" fmla="*/ 96751 w 186280"/>
                <a:gd name="csY28" fmla="*/ 68290 h 79984"/>
                <a:gd name="csX29" fmla="*/ 102932 w 186280"/>
                <a:gd name="csY29" fmla="*/ 58913 h 79984"/>
                <a:gd name="csX30" fmla="*/ 104643 w 186280"/>
                <a:gd name="csY30" fmla="*/ 60016 h 79984"/>
                <a:gd name="csX31" fmla="*/ 97913 w 186280"/>
                <a:gd name="csY31" fmla="*/ 73806 h 79984"/>
                <a:gd name="csX32" fmla="*/ 83953 w 186280"/>
                <a:gd name="csY32" fmla="*/ 79984 h 79984"/>
                <a:gd name="csX33" fmla="*/ 68347 w 186280"/>
                <a:gd name="csY33" fmla="*/ 72923 h 79984"/>
                <a:gd name="csX34" fmla="*/ 61892 w 186280"/>
                <a:gd name="csY34" fmla="*/ 53838 h 79984"/>
                <a:gd name="csX35" fmla="*/ 68509 w 186280"/>
                <a:gd name="csY35" fmla="*/ 33648 h 79984"/>
                <a:gd name="csX36" fmla="*/ 85220 w 186280"/>
                <a:gd name="csY36" fmla="*/ 26367 h 79984"/>
                <a:gd name="csX37" fmla="*/ 99180 w 186280"/>
                <a:gd name="csY37" fmla="*/ 31993 h 79984"/>
                <a:gd name="csX38" fmla="*/ 104643 w 186280"/>
                <a:gd name="csY38" fmla="*/ 46943 h 79984"/>
                <a:gd name="csX39" fmla="*/ 69719 w 186280"/>
                <a:gd name="csY39" fmla="*/ 46943 h 79984"/>
                <a:gd name="csX40" fmla="*/ 69719 w 186280"/>
                <a:gd name="csY40" fmla="*/ 43743 h 79984"/>
                <a:gd name="csX41" fmla="*/ 93112 w 186280"/>
                <a:gd name="csY41" fmla="*/ 43743 h 79984"/>
                <a:gd name="csX42" fmla="*/ 91950 w 186280"/>
                <a:gd name="csY42" fmla="*/ 36903 h 79984"/>
                <a:gd name="csX43" fmla="*/ 87818 w 186280"/>
                <a:gd name="csY43" fmla="*/ 32049 h 79984"/>
                <a:gd name="csX44" fmla="*/ 82138 w 186280"/>
                <a:gd name="csY44" fmla="*/ 30283 h 79984"/>
                <a:gd name="csX45" fmla="*/ 73915 w 186280"/>
                <a:gd name="csY45" fmla="*/ 33869 h 79984"/>
                <a:gd name="csX46" fmla="*/ 69719 w 186280"/>
                <a:gd name="csY46" fmla="*/ 43743 h 79984"/>
                <a:gd name="csX47" fmla="*/ 128803 w 186280"/>
                <a:gd name="csY47" fmla="*/ 0 h 79984"/>
                <a:gd name="csX48" fmla="*/ 128803 w 186280"/>
                <a:gd name="csY48" fmla="*/ 67022 h 79984"/>
                <a:gd name="csX49" fmla="*/ 129465 w 186280"/>
                <a:gd name="csY49" fmla="*/ 73310 h 79984"/>
                <a:gd name="csX50" fmla="*/ 131611 w 186280"/>
                <a:gd name="csY50" fmla="*/ 75682 h 79984"/>
                <a:gd name="csX51" fmla="*/ 136961 w 186280"/>
                <a:gd name="csY51" fmla="*/ 76454 h 79984"/>
                <a:gd name="csX52" fmla="*/ 136961 w 186280"/>
                <a:gd name="csY52" fmla="*/ 78440 h 79984"/>
                <a:gd name="csX53" fmla="*/ 112196 w 186280"/>
                <a:gd name="csY53" fmla="*/ 78440 h 79984"/>
                <a:gd name="csX54" fmla="*/ 112196 w 186280"/>
                <a:gd name="csY54" fmla="*/ 76454 h 79984"/>
                <a:gd name="csX55" fmla="*/ 116941 w 186280"/>
                <a:gd name="csY55" fmla="*/ 75736 h 79984"/>
                <a:gd name="csX56" fmla="*/ 118926 w 186280"/>
                <a:gd name="csY56" fmla="*/ 73365 h 79984"/>
                <a:gd name="csX57" fmla="*/ 119644 w 186280"/>
                <a:gd name="csY57" fmla="*/ 67022 h 79984"/>
                <a:gd name="csX58" fmla="*/ 119644 w 186280"/>
                <a:gd name="csY58" fmla="*/ 21127 h 79984"/>
                <a:gd name="csX59" fmla="*/ 119257 w 186280"/>
                <a:gd name="csY59" fmla="*/ 10646 h 79984"/>
                <a:gd name="csX60" fmla="*/ 117990 w 186280"/>
                <a:gd name="csY60" fmla="*/ 7943 h 79984"/>
                <a:gd name="csX61" fmla="*/ 115835 w 186280"/>
                <a:gd name="csY61" fmla="*/ 7226 h 79984"/>
                <a:gd name="csX62" fmla="*/ 112196 w 186280"/>
                <a:gd name="csY62" fmla="*/ 8109 h 79984"/>
                <a:gd name="csX63" fmla="*/ 111260 w 186280"/>
                <a:gd name="csY63" fmla="*/ 6178 h 79984"/>
                <a:gd name="csX64" fmla="*/ 126317 w 186280"/>
                <a:gd name="csY64" fmla="*/ 0 h 79984"/>
                <a:gd name="csX65" fmla="*/ 128803 w 186280"/>
                <a:gd name="csY65" fmla="*/ 0 h 79984"/>
                <a:gd name="csX66" fmla="*/ 151365 w 186280"/>
                <a:gd name="csY66" fmla="*/ 46943 h 79984"/>
                <a:gd name="csX67" fmla="*/ 156820 w 186280"/>
                <a:gd name="csY67" fmla="*/ 64594 h 79984"/>
                <a:gd name="csX68" fmla="*/ 169787 w 186280"/>
                <a:gd name="csY68" fmla="*/ 70992 h 79984"/>
                <a:gd name="csX69" fmla="*/ 178389 w 186280"/>
                <a:gd name="csY69" fmla="*/ 68290 h 79984"/>
                <a:gd name="csX70" fmla="*/ 184570 w 186280"/>
                <a:gd name="csY70" fmla="*/ 58913 h 79984"/>
                <a:gd name="csX71" fmla="*/ 186281 w 186280"/>
                <a:gd name="csY71" fmla="*/ 60016 h 79984"/>
                <a:gd name="csX72" fmla="*/ 179551 w 186280"/>
                <a:gd name="csY72" fmla="*/ 73806 h 79984"/>
                <a:gd name="csX73" fmla="*/ 165591 w 186280"/>
                <a:gd name="csY73" fmla="*/ 79984 h 79984"/>
                <a:gd name="csX74" fmla="*/ 149985 w 186280"/>
                <a:gd name="csY74" fmla="*/ 72923 h 79984"/>
                <a:gd name="csX75" fmla="*/ 143529 w 186280"/>
                <a:gd name="csY75" fmla="*/ 53838 h 79984"/>
                <a:gd name="csX76" fmla="*/ 150146 w 186280"/>
                <a:gd name="csY76" fmla="*/ 33648 h 79984"/>
                <a:gd name="csX77" fmla="*/ 166866 w 186280"/>
                <a:gd name="csY77" fmla="*/ 26367 h 79984"/>
                <a:gd name="csX78" fmla="*/ 180818 w 186280"/>
                <a:gd name="csY78" fmla="*/ 31993 h 79984"/>
                <a:gd name="csX79" fmla="*/ 186281 w 186280"/>
                <a:gd name="csY79" fmla="*/ 46943 h 79984"/>
                <a:gd name="csX80" fmla="*/ 151365 w 186280"/>
                <a:gd name="csY80" fmla="*/ 46943 h 79984"/>
                <a:gd name="csX81" fmla="*/ 151365 w 186280"/>
                <a:gd name="csY81" fmla="*/ 43743 h 79984"/>
                <a:gd name="csX82" fmla="*/ 174750 w 186280"/>
                <a:gd name="csY82" fmla="*/ 43743 h 79984"/>
                <a:gd name="csX83" fmla="*/ 173596 w 186280"/>
                <a:gd name="csY83" fmla="*/ 36903 h 79984"/>
                <a:gd name="csX84" fmla="*/ 169456 w 186280"/>
                <a:gd name="csY84" fmla="*/ 32049 h 79984"/>
                <a:gd name="csX85" fmla="*/ 163776 w 186280"/>
                <a:gd name="csY85" fmla="*/ 30283 h 79984"/>
                <a:gd name="csX86" fmla="*/ 155553 w 186280"/>
                <a:gd name="csY86" fmla="*/ 33869 h 79984"/>
                <a:gd name="csX87" fmla="*/ 151365 w 186280"/>
                <a:gd name="csY87" fmla="*/ 43743 h 79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186280" h="79984">
                  <a:moveTo>
                    <a:pt x="61948" y="3641"/>
                  </a:moveTo>
                  <a:lnTo>
                    <a:pt x="62771" y="21182"/>
                  </a:lnTo>
                  <a:lnTo>
                    <a:pt x="60673" y="21182"/>
                  </a:lnTo>
                  <a:cubicBezTo>
                    <a:pt x="60270" y="18093"/>
                    <a:pt x="59721" y="15886"/>
                    <a:pt x="59019" y="14563"/>
                  </a:cubicBezTo>
                  <a:cubicBezTo>
                    <a:pt x="57881" y="12430"/>
                    <a:pt x="56356" y="10867"/>
                    <a:pt x="54444" y="9874"/>
                  </a:cubicBezTo>
                  <a:cubicBezTo>
                    <a:pt x="52563" y="8844"/>
                    <a:pt x="50086" y="8329"/>
                    <a:pt x="46996" y="8329"/>
                  </a:cubicBezTo>
                  <a:lnTo>
                    <a:pt x="36457" y="8329"/>
                  </a:lnTo>
                  <a:lnTo>
                    <a:pt x="36457" y="65477"/>
                  </a:lnTo>
                  <a:cubicBezTo>
                    <a:pt x="36457" y="70073"/>
                    <a:pt x="36957" y="72942"/>
                    <a:pt x="37950" y="74082"/>
                  </a:cubicBezTo>
                  <a:cubicBezTo>
                    <a:pt x="39346" y="75627"/>
                    <a:pt x="41500" y="76399"/>
                    <a:pt x="44405" y="76399"/>
                  </a:cubicBezTo>
                  <a:lnTo>
                    <a:pt x="46996" y="76399"/>
                  </a:lnTo>
                  <a:lnTo>
                    <a:pt x="46996" y="78440"/>
                  </a:lnTo>
                  <a:lnTo>
                    <a:pt x="15275" y="78440"/>
                  </a:lnTo>
                  <a:lnTo>
                    <a:pt x="15275" y="76399"/>
                  </a:lnTo>
                  <a:lnTo>
                    <a:pt x="17930" y="76399"/>
                  </a:lnTo>
                  <a:cubicBezTo>
                    <a:pt x="21085" y="76399"/>
                    <a:pt x="23328" y="75443"/>
                    <a:pt x="24652" y="73530"/>
                  </a:cubicBezTo>
                  <a:cubicBezTo>
                    <a:pt x="25467" y="72354"/>
                    <a:pt x="25870" y="69669"/>
                    <a:pt x="25870" y="65477"/>
                  </a:cubicBezTo>
                  <a:lnTo>
                    <a:pt x="25870" y="8329"/>
                  </a:lnTo>
                  <a:lnTo>
                    <a:pt x="16881" y="8329"/>
                  </a:lnTo>
                  <a:cubicBezTo>
                    <a:pt x="13387" y="8329"/>
                    <a:pt x="10902" y="8587"/>
                    <a:pt x="9433" y="9101"/>
                  </a:cubicBezTo>
                  <a:cubicBezTo>
                    <a:pt x="7520" y="9800"/>
                    <a:pt x="5882" y="11143"/>
                    <a:pt x="4519" y="13128"/>
                  </a:cubicBezTo>
                  <a:cubicBezTo>
                    <a:pt x="3163" y="15114"/>
                    <a:pt x="2348" y="17799"/>
                    <a:pt x="2098" y="21182"/>
                  </a:cubicBezTo>
                  <a:lnTo>
                    <a:pt x="0" y="21182"/>
                  </a:lnTo>
                  <a:lnTo>
                    <a:pt x="879" y="3641"/>
                  </a:lnTo>
                  <a:lnTo>
                    <a:pt x="61948" y="3641"/>
                  </a:lnTo>
                  <a:close/>
                  <a:moveTo>
                    <a:pt x="69719" y="46943"/>
                  </a:moveTo>
                  <a:cubicBezTo>
                    <a:pt x="69687" y="54445"/>
                    <a:pt x="71502" y="60328"/>
                    <a:pt x="75182" y="64594"/>
                  </a:cubicBezTo>
                  <a:cubicBezTo>
                    <a:pt x="78862" y="68860"/>
                    <a:pt x="83179" y="70992"/>
                    <a:pt x="88149" y="70992"/>
                  </a:cubicBezTo>
                  <a:cubicBezTo>
                    <a:pt x="91458" y="70992"/>
                    <a:pt x="94322" y="70092"/>
                    <a:pt x="96751" y="68290"/>
                  </a:cubicBezTo>
                  <a:cubicBezTo>
                    <a:pt x="99212" y="66451"/>
                    <a:pt x="101278" y="63326"/>
                    <a:pt x="102932" y="58913"/>
                  </a:cubicBezTo>
                  <a:lnTo>
                    <a:pt x="104643" y="60016"/>
                  </a:lnTo>
                  <a:cubicBezTo>
                    <a:pt x="103868" y="65053"/>
                    <a:pt x="101625" y="69651"/>
                    <a:pt x="97913" y="73806"/>
                  </a:cubicBezTo>
                  <a:cubicBezTo>
                    <a:pt x="94194" y="77925"/>
                    <a:pt x="89545" y="79984"/>
                    <a:pt x="83953" y="79984"/>
                  </a:cubicBezTo>
                  <a:cubicBezTo>
                    <a:pt x="77885" y="79984"/>
                    <a:pt x="72681" y="77630"/>
                    <a:pt x="68347" y="72923"/>
                  </a:cubicBezTo>
                  <a:cubicBezTo>
                    <a:pt x="64038" y="68179"/>
                    <a:pt x="61892" y="61818"/>
                    <a:pt x="61892" y="53838"/>
                  </a:cubicBezTo>
                  <a:cubicBezTo>
                    <a:pt x="61892" y="45196"/>
                    <a:pt x="64095" y="38466"/>
                    <a:pt x="68509" y="33648"/>
                  </a:cubicBezTo>
                  <a:cubicBezTo>
                    <a:pt x="72955" y="28795"/>
                    <a:pt x="78531" y="26367"/>
                    <a:pt x="85220" y="26367"/>
                  </a:cubicBezTo>
                  <a:cubicBezTo>
                    <a:pt x="90885" y="26367"/>
                    <a:pt x="95541" y="28243"/>
                    <a:pt x="99180" y="31993"/>
                  </a:cubicBezTo>
                  <a:cubicBezTo>
                    <a:pt x="102820" y="35708"/>
                    <a:pt x="104643" y="40690"/>
                    <a:pt x="104643" y="46943"/>
                  </a:cubicBezTo>
                  <a:lnTo>
                    <a:pt x="69719" y="46943"/>
                  </a:lnTo>
                  <a:close/>
                  <a:moveTo>
                    <a:pt x="69719" y="43743"/>
                  </a:moveTo>
                  <a:lnTo>
                    <a:pt x="93112" y="43743"/>
                  </a:lnTo>
                  <a:cubicBezTo>
                    <a:pt x="92926" y="40507"/>
                    <a:pt x="92539" y="38227"/>
                    <a:pt x="91950" y="36903"/>
                  </a:cubicBezTo>
                  <a:cubicBezTo>
                    <a:pt x="91030" y="34843"/>
                    <a:pt x="89658" y="33226"/>
                    <a:pt x="87818" y="32049"/>
                  </a:cubicBezTo>
                  <a:cubicBezTo>
                    <a:pt x="86011" y="30872"/>
                    <a:pt x="84123" y="30283"/>
                    <a:pt x="82138" y="30283"/>
                  </a:cubicBezTo>
                  <a:cubicBezTo>
                    <a:pt x="79080" y="30283"/>
                    <a:pt x="76344" y="31478"/>
                    <a:pt x="73915" y="33869"/>
                  </a:cubicBezTo>
                  <a:cubicBezTo>
                    <a:pt x="71526" y="36222"/>
                    <a:pt x="70130" y="39514"/>
                    <a:pt x="69719" y="43743"/>
                  </a:cubicBezTo>
                  <a:close/>
                  <a:moveTo>
                    <a:pt x="128803" y="0"/>
                  </a:moveTo>
                  <a:lnTo>
                    <a:pt x="128803" y="67022"/>
                  </a:lnTo>
                  <a:cubicBezTo>
                    <a:pt x="128803" y="70184"/>
                    <a:pt x="129021" y="72280"/>
                    <a:pt x="129465" y="73310"/>
                  </a:cubicBezTo>
                  <a:cubicBezTo>
                    <a:pt x="129941" y="74340"/>
                    <a:pt x="130659" y="75130"/>
                    <a:pt x="131611" y="75682"/>
                  </a:cubicBezTo>
                  <a:cubicBezTo>
                    <a:pt x="132571" y="76196"/>
                    <a:pt x="134355" y="76454"/>
                    <a:pt x="136961" y="76454"/>
                  </a:cubicBezTo>
                  <a:lnTo>
                    <a:pt x="136961" y="78440"/>
                  </a:lnTo>
                  <a:lnTo>
                    <a:pt x="112196" y="78440"/>
                  </a:lnTo>
                  <a:lnTo>
                    <a:pt x="112196" y="76454"/>
                  </a:lnTo>
                  <a:cubicBezTo>
                    <a:pt x="114512" y="76454"/>
                    <a:pt x="116093" y="76215"/>
                    <a:pt x="116941" y="75736"/>
                  </a:cubicBezTo>
                  <a:cubicBezTo>
                    <a:pt x="117788" y="75259"/>
                    <a:pt x="118450" y="74468"/>
                    <a:pt x="118926" y="73365"/>
                  </a:cubicBezTo>
                  <a:cubicBezTo>
                    <a:pt x="119402" y="72262"/>
                    <a:pt x="119644" y="70147"/>
                    <a:pt x="119644" y="67022"/>
                  </a:cubicBezTo>
                  <a:lnTo>
                    <a:pt x="119644" y="21127"/>
                  </a:lnTo>
                  <a:cubicBezTo>
                    <a:pt x="119644" y="15427"/>
                    <a:pt x="119515" y="11933"/>
                    <a:pt x="119257" y="10646"/>
                  </a:cubicBezTo>
                  <a:cubicBezTo>
                    <a:pt x="118999" y="9323"/>
                    <a:pt x="118579" y="8421"/>
                    <a:pt x="117990" y="7943"/>
                  </a:cubicBezTo>
                  <a:cubicBezTo>
                    <a:pt x="117441" y="7465"/>
                    <a:pt x="116723" y="7226"/>
                    <a:pt x="115835" y="7226"/>
                  </a:cubicBezTo>
                  <a:cubicBezTo>
                    <a:pt x="114883" y="7226"/>
                    <a:pt x="113665" y="7521"/>
                    <a:pt x="112196" y="8109"/>
                  </a:cubicBezTo>
                  <a:lnTo>
                    <a:pt x="111260" y="6178"/>
                  </a:lnTo>
                  <a:lnTo>
                    <a:pt x="126317" y="0"/>
                  </a:lnTo>
                  <a:lnTo>
                    <a:pt x="128803" y="0"/>
                  </a:lnTo>
                  <a:close/>
                  <a:moveTo>
                    <a:pt x="151365" y="46943"/>
                  </a:moveTo>
                  <a:cubicBezTo>
                    <a:pt x="151324" y="54445"/>
                    <a:pt x="153148" y="60328"/>
                    <a:pt x="156820" y="64594"/>
                  </a:cubicBezTo>
                  <a:cubicBezTo>
                    <a:pt x="160499" y="68860"/>
                    <a:pt x="164824" y="70992"/>
                    <a:pt x="169787" y="70992"/>
                  </a:cubicBezTo>
                  <a:cubicBezTo>
                    <a:pt x="173095" y="70992"/>
                    <a:pt x="175960" y="70092"/>
                    <a:pt x="178389" y="68290"/>
                  </a:cubicBezTo>
                  <a:cubicBezTo>
                    <a:pt x="180858" y="66451"/>
                    <a:pt x="182916" y="63326"/>
                    <a:pt x="184570" y="58913"/>
                  </a:cubicBezTo>
                  <a:lnTo>
                    <a:pt x="186281" y="60016"/>
                  </a:lnTo>
                  <a:cubicBezTo>
                    <a:pt x="185506" y="65053"/>
                    <a:pt x="183263" y="69651"/>
                    <a:pt x="179551" y="73806"/>
                  </a:cubicBezTo>
                  <a:cubicBezTo>
                    <a:pt x="175839" y="77925"/>
                    <a:pt x="171183" y="79984"/>
                    <a:pt x="165591" y="79984"/>
                  </a:cubicBezTo>
                  <a:cubicBezTo>
                    <a:pt x="159523" y="79984"/>
                    <a:pt x="154326" y="77630"/>
                    <a:pt x="149985" y="72923"/>
                  </a:cubicBezTo>
                  <a:cubicBezTo>
                    <a:pt x="145684" y="68179"/>
                    <a:pt x="143529" y="61818"/>
                    <a:pt x="143529" y="53838"/>
                  </a:cubicBezTo>
                  <a:cubicBezTo>
                    <a:pt x="143529" y="45196"/>
                    <a:pt x="145732" y="38466"/>
                    <a:pt x="150146" y="33648"/>
                  </a:cubicBezTo>
                  <a:cubicBezTo>
                    <a:pt x="154601" y="28795"/>
                    <a:pt x="160168" y="26367"/>
                    <a:pt x="166866" y="26367"/>
                  </a:cubicBezTo>
                  <a:cubicBezTo>
                    <a:pt x="172523" y="26367"/>
                    <a:pt x="177179" y="28243"/>
                    <a:pt x="180818" y="31993"/>
                  </a:cubicBezTo>
                  <a:cubicBezTo>
                    <a:pt x="184457" y="35708"/>
                    <a:pt x="186281" y="40690"/>
                    <a:pt x="186281" y="46943"/>
                  </a:cubicBezTo>
                  <a:lnTo>
                    <a:pt x="151365" y="46943"/>
                  </a:lnTo>
                  <a:close/>
                  <a:moveTo>
                    <a:pt x="151365" y="43743"/>
                  </a:moveTo>
                  <a:lnTo>
                    <a:pt x="174750" y="43743"/>
                  </a:lnTo>
                  <a:cubicBezTo>
                    <a:pt x="174564" y="40507"/>
                    <a:pt x="174177" y="38227"/>
                    <a:pt x="173596" y="36903"/>
                  </a:cubicBezTo>
                  <a:cubicBezTo>
                    <a:pt x="172676" y="34843"/>
                    <a:pt x="171296" y="33226"/>
                    <a:pt x="169456" y="32049"/>
                  </a:cubicBezTo>
                  <a:cubicBezTo>
                    <a:pt x="167657" y="30872"/>
                    <a:pt x="165761" y="30283"/>
                    <a:pt x="163776" y="30283"/>
                  </a:cubicBezTo>
                  <a:cubicBezTo>
                    <a:pt x="160717" y="30283"/>
                    <a:pt x="157982" y="31478"/>
                    <a:pt x="155553" y="33869"/>
                  </a:cubicBezTo>
                  <a:cubicBezTo>
                    <a:pt x="153164" y="36222"/>
                    <a:pt x="151768" y="39514"/>
                    <a:pt x="151365" y="43743"/>
                  </a:cubicBezTo>
                  <a:close/>
                </a:path>
              </a:pathLst>
            </a:custGeom>
            <a:solidFill>
              <a:srgbClr val="000000"/>
            </a:solidFill>
            <a:ln w="807" cap="flat">
              <a:noFill/>
              <a:prstDash val="solid"/>
              <a:miter/>
            </a:ln>
          </p:spPr>
        </p:sp>
        <p:sp>
          <p:nvSpPr>
            <p:cNvPr id="431" name="任意形状 430">
              <a:extLst>
                <a:ext uri="{FF2B5EF4-FFF2-40B4-BE49-F238E27FC236}">
                  <a16:creationId xmlns:a16="http://schemas.microsoft.com/office/drawing/2014/main" id="{FE1A879C-8A1D-0425-4548-D0126E0DE283}"/>
                </a:ext>
              </a:extLst>
            </p:cNvPr>
            <p:cNvSpPr/>
            <p:nvPr/>
          </p:nvSpPr>
          <p:spPr>
            <a:xfrm>
              <a:off x="8184518" y="2725324"/>
              <a:ext cx="348288" cy="211811"/>
            </a:xfrm>
            <a:custGeom>
              <a:avLst/>
              <a:gdLst>
                <a:gd name="csX0" fmla="*/ 0 w 257412"/>
                <a:gd name="csY0" fmla="*/ 0 h 156545"/>
                <a:gd name="csX1" fmla="*/ 257412 w 257412"/>
                <a:gd name="csY1" fmla="*/ 0 h 156545"/>
                <a:gd name="csX2" fmla="*/ 257412 w 257412"/>
                <a:gd name="csY2" fmla="*/ 156545 h 156545"/>
                <a:gd name="csX3" fmla="*/ 0 w 257412"/>
                <a:gd name="csY3" fmla="*/ 156545 h 156545"/>
              </a:gdLst>
              <a:ahLst/>
              <a:cxnLst>
                <a:cxn ang="0">
                  <a:pos x="csX0" y="csY0"/>
                </a:cxn>
                <a:cxn ang="0">
                  <a:pos x="csX1" y="csY1"/>
                </a:cxn>
                <a:cxn ang="0">
                  <a:pos x="csX2" y="csY2"/>
                </a:cxn>
                <a:cxn ang="0">
                  <a:pos x="csX3" y="csY3"/>
                </a:cxn>
              </a:cxnLst>
              <a:rect l="l" t="t" r="r" b="b"/>
              <a:pathLst>
                <a:path w="257412" h="156545">
                  <a:moveTo>
                    <a:pt x="0" y="0"/>
                  </a:moveTo>
                  <a:lnTo>
                    <a:pt x="257412" y="0"/>
                  </a:lnTo>
                  <a:lnTo>
                    <a:pt x="257412" y="156545"/>
                  </a:lnTo>
                  <a:lnTo>
                    <a:pt x="0" y="156545"/>
                  </a:lnTo>
                  <a:close/>
                </a:path>
              </a:pathLst>
            </a:custGeom>
            <a:solidFill>
              <a:srgbClr val="FFFFFF"/>
            </a:solidFill>
            <a:ln w="8069" cap="flat">
              <a:solidFill>
                <a:srgbClr val="000000"/>
              </a:solidFill>
              <a:prstDash val="solid"/>
              <a:miter/>
            </a:ln>
          </p:spPr>
        </p:sp>
        <p:sp>
          <p:nvSpPr>
            <p:cNvPr id="432" name="任意形状 431">
              <a:extLst>
                <a:ext uri="{FF2B5EF4-FFF2-40B4-BE49-F238E27FC236}">
                  <a16:creationId xmlns:a16="http://schemas.microsoft.com/office/drawing/2014/main" id="{ADBBC202-2086-3C6B-00E8-8409733A39DA}"/>
                </a:ext>
              </a:extLst>
            </p:cNvPr>
            <p:cNvSpPr/>
            <p:nvPr/>
          </p:nvSpPr>
          <p:spPr>
            <a:xfrm>
              <a:off x="8231727" y="2782964"/>
              <a:ext cx="252043" cy="108221"/>
            </a:xfrm>
            <a:custGeom>
              <a:avLst/>
              <a:gdLst>
                <a:gd name="csX0" fmla="*/ 61948 w 186280"/>
                <a:gd name="csY0" fmla="*/ 3641 h 79984"/>
                <a:gd name="csX1" fmla="*/ 62771 w 186280"/>
                <a:gd name="csY1" fmla="*/ 21182 h 79984"/>
                <a:gd name="csX2" fmla="*/ 60673 w 186280"/>
                <a:gd name="csY2" fmla="*/ 21182 h 79984"/>
                <a:gd name="csX3" fmla="*/ 59019 w 186280"/>
                <a:gd name="csY3" fmla="*/ 14563 h 79984"/>
                <a:gd name="csX4" fmla="*/ 54444 w 186280"/>
                <a:gd name="csY4" fmla="*/ 9874 h 79984"/>
                <a:gd name="csX5" fmla="*/ 46996 w 186280"/>
                <a:gd name="csY5" fmla="*/ 8329 h 79984"/>
                <a:gd name="csX6" fmla="*/ 36457 w 186280"/>
                <a:gd name="csY6" fmla="*/ 8329 h 79984"/>
                <a:gd name="csX7" fmla="*/ 36457 w 186280"/>
                <a:gd name="csY7" fmla="*/ 65477 h 79984"/>
                <a:gd name="csX8" fmla="*/ 37950 w 186280"/>
                <a:gd name="csY8" fmla="*/ 74082 h 79984"/>
                <a:gd name="csX9" fmla="*/ 44405 w 186280"/>
                <a:gd name="csY9" fmla="*/ 76399 h 79984"/>
                <a:gd name="csX10" fmla="*/ 46996 w 186280"/>
                <a:gd name="csY10" fmla="*/ 76399 h 79984"/>
                <a:gd name="csX11" fmla="*/ 46996 w 186280"/>
                <a:gd name="csY11" fmla="*/ 78440 h 79984"/>
                <a:gd name="csX12" fmla="*/ 15275 w 186280"/>
                <a:gd name="csY12" fmla="*/ 78440 h 79984"/>
                <a:gd name="csX13" fmla="*/ 15275 w 186280"/>
                <a:gd name="csY13" fmla="*/ 76399 h 79984"/>
                <a:gd name="csX14" fmla="*/ 17930 w 186280"/>
                <a:gd name="csY14" fmla="*/ 76399 h 79984"/>
                <a:gd name="csX15" fmla="*/ 24652 w 186280"/>
                <a:gd name="csY15" fmla="*/ 73530 h 79984"/>
                <a:gd name="csX16" fmla="*/ 25870 w 186280"/>
                <a:gd name="csY16" fmla="*/ 65477 h 79984"/>
                <a:gd name="csX17" fmla="*/ 25870 w 186280"/>
                <a:gd name="csY17" fmla="*/ 8329 h 79984"/>
                <a:gd name="csX18" fmla="*/ 16881 w 186280"/>
                <a:gd name="csY18" fmla="*/ 8329 h 79984"/>
                <a:gd name="csX19" fmla="*/ 9433 w 186280"/>
                <a:gd name="csY19" fmla="*/ 9101 h 79984"/>
                <a:gd name="csX20" fmla="*/ 4519 w 186280"/>
                <a:gd name="csY20" fmla="*/ 13128 h 79984"/>
                <a:gd name="csX21" fmla="*/ 2098 w 186280"/>
                <a:gd name="csY21" fmla="*/ 21182 h 79984"/>
                <a:gd name="csX22" fmla="*/ 0 w 186280"/>
                <a:gd name="csY22" fmla="*/ 21182 h 79984"/>
                <a:gd name="csX23" fmla="*/ 879 w 186280"/>
                <a:gd name="csY23" fmla="*/ 3641 h 79984"/>
                <a:gd name="csX24" fmla="*/ 61948 w 186280"/>
                <a:gd name="csY24" fmla="*/ 3641 h 79984"/>
                <a:gd name="csX25" fmla="*/ 69719 w 186280"/>
                <a:gd name="csY25" fmla="*/ 46943 h 79984"/>
                <a:gd name="csX26" fmla="*/ 75182 w 186280"/>
                <a:gd name="csY26" fmla="*/ 64594 h 79984"/>
                <a:gd name="csX27" fmla="*/ 88149 w 186280"/>
                <a:gd name="csY27" fmla="*/ 70992 h 79984"/>
                <a:gd name="csX28" fmla="*/ 96751 w 186280"/>
                <a:gd name="csY28" fmla="*/ 68290 h 79984"/>
                <a:gd name="csX29" fmla="*/ 102932 w 186280"/>
                <a:gd name="csY29" fmla="*/ 58913 h 79984"/>
                <a:gd name="csX30" fmla="*/ 104643 w 186280"/>
                <a:gd name="csY30" fmla="*/ 60016 h 79984"/>
                <a:gd name="csX31" fmla="*/ 97913 w 186280"/>
                <a:gd name="csY31" fmla="*/ 73806 h 79984"/>
                <a:gd name="csX32" fmla="*/ 83953 w 186280"/>
                <a:gd name="csY32" fmla="*/ 79984 h 79984"/>
                <a:gd name="csX33" fmla="*/ 68347 w 186280"/>
                <a:gd name="csY33" fmla="*/ 72923 h 79984"/>
                <a:gd name="csX34" fmla="*/ 61892 w 186280"/>
                <a:gd name="csY34" fmla="*/ 53838 h 79984"/>
                <a:gd name="csX35" fmla="*/ 68509 w 186280"/>
                <a:gd name="csY35" fmla="*/ 33648 h 79984"/>
                <a:gd name="csX36" fmla="*/ 85220 w 186280"/>
                <a:gd name="csY36" fmla="*/ 26367 h 79984"/>
                <a:gd name="csX37" fmla="*/ 99180 w 186280"/>
                <a:gd name="csY37" fmla="*/ 31993 h 79984"/>
                <a:gd name="csX38" fmla="*/ 104643 w 186280"/>
                <a:gd name="csY38" fmla="*/ 46943 h 79984"/>
                <a:gd name="csX39" fmla="*/ 69719 w 186280"/>
                <a:gd name="csY39" fmla="*/ 46943 h 79984"/>
                <a:gd name="csX40" fmla="*/ 69719 w 186280"/>
                <a:gd name="csY40" fmla="*/ 43743 h 79984"/>
                <a:gd name="csX41" fmla="*/ 93112 w 186280"/>
                <a:gd name="csY41" fmla="*/ 43743 h 79984"/>
                <a:gd name="csX42" fmla="*/ 91950 w 186280"/>
                <a:gd name="csY42" fmla="*/ 36903 h 79984"/>
                <a:gd name="csX43" fmla="*/ 87818 w 186280"/>
                <a:gd name="csY43" fmla="*/ 32049 h 79984"/>
                <a:gd name="csX44" fmla="*/ 82138 w 186280"/>
                <a:gd name="csY44" fmla="*/ 30283 h 79984"/>
                <a:gd name="csX45" fmla="*/ 73915 w 186280"/>
                <a:gd name="csY45" fmla="*/ 33869 h 79984"/>
                <a:gd name="csX46" fmla="*/ 69719 w 186280"/>
                <a:gd name="csY46" fmla="*/ 43743 h 79984"/>
                <a:gd name="csX47" fmla="*/ 128803 w 186280"/>
                <a:gd name="csY47" fmla="*/ 0 h 79984"/>
                <a:gd name="csX48" fmla="*/ 128803 w 186280"/>
                <a:gd name="csY48" fmla="*/ 67022 h 79984"/>
                <a:gd name="csX49" fmla="*/ 129465 w 186280"/>
                <a:gd name="csY49" fmla="*/ 73310 h 79984"/>
                <a:gd name="csX50" fmla="*/ 131611 w 186280"/>
                <a:gd name="csY50" fmla="*/ 75682 h 79984"/>
                <a:gd name="csX51" fmla="*/ 136961 w 186280"/>
                <a:gd name="csY51" fmla="*/ 76454 h 79984"/>
                <a:gd name="csX52" fmla="*/ 136961 w 186280"/>
                <a:gd name="csY52" fmla="*/ 78440 h 79984"/>
                <a:gd name="csX53" fmla="*/ 112196 w 186280"/>
                <a:gd name="csY53" fmla="*/ 78440 h 79984"/>
                <a:gd name="csX54" fmla="*/ 112196 w 186280"/>
                <a:gd name="csY54" fmla="*/ 76454 h 79984"/>
                <a:gd name="csX55" fmla="*/ 116941 w 186280"/>
                <a:gd name="csY55" fmla="*/ 75736 h 79984"/>
                <a:gd name="csX56" fmla="*/ 118926 w 186280"/>
                <a:gd name="csY56" fmla="*/ 73365 h 79984"/>
                <a:gd name="csX57" fmla="*/ 119644 w 186280"/>
                <a:gd name="csY57" fmla="*/ 67022 h 79984"/>
                <a:gd name="csX58" fmla="*/ 119644 w 186280"/>
                <a:gd name="csY58" fmla="*/ 21127 h 79984"/>
                <a:gd name="csX59" fmla="*/ 119257 w 186280"/>
                <a:gd name="csY59" fmla="*/ 10646 h 79984"/>
                <a:gd name="csX60" fmla="*/ 117990 w 186280"/>
                <a:gd name="csY60" fmla="*/ 7943 h 79984"/>
                <a:gd name="csX61" fmla="*/ 115835 w 186280"/>
                <a:gd name="csY61" fmla="*/ 7226 h 79984"/>
                <a:gd name="csX62" fmla="*/ 112196 w 186280"/>
                <a:gd name="csY62" fmla="*/ 8109 h 79984"/>
                <a:gd name="csX63" fmla="*/ 111260 w 186280"/>
                <a:gd name="csY63" fmla="*/ 6178 h 79984"/>
                <a:gd name="csX64" fmla="*/ 126317 w 186280"/>
                <a:gd name="csY64" fmla="*/ 0 h 79984"/>
                <a:gd name="csX65" fmla="*/ 128803 w 186280"/>
                <a:gd name="csY65" fmla="*/ 0 h 79984"/>
                <a:gd name="csX66" fmla="*/ 151365 w 186280"/>
                <a:gd name="csY66" fmla="*/ 46943 h 79984"/>
                <a:gd name="csX67" fmla="*/ 156820 w 186280"/>
                <a:gd name="csY67" fmla="*/ 64594 h 79984"/>
                <a:gd name="csX68" fmla="*/ 169787 w 186280"/>
                <a:gd name="csY68" fmla="*/ 70992 h 79984"/>
                <a:gd name="csX69" fmla="*/ 178389 w 186280"/>
                <a:gd name="csY69" fmla="*/ 68290 h 79984"/>
                <a:gd name="csX70" fmla="*/ 184570 w 186280"/>
                <a:gd name="csY70" fmla="*/ 58913 h 79984"/>
                <a:gd name="csX71" fmla="*/ 186281 w 186280"/>
                <a:gd name="csY71" fmla="*/ 60016 h 79984"/>
                <a:gd name="csX72" fmla="*/ 179551 w 186280"/>
                <a:gd name="csY72" fmla="*/ 73806 h 79984"/>
                <a:gd name="csX73" fmla="*/ 165591 w 186280"/>
                <a:gd name="csY73" fmla="*/ 79984 h 79984"/>
                <a:gd name="csX74" fmla="*/ 149985 w 186280"/>
                <a:gd name="csY74" fmla="*/ 72923 h 79984"/>
                <a:gd name="csX75" fmla="*/ 143529 w 186280"/>
                <a:gd name="csY75" fmla="*/ 53838 h 79984"/>
                <a:gd name="csX76" fmla="*/ 150146 w 186280"/>
                <a:gd name="csY76" fmla="*/ 33648 h 79984"/>
                <a:gd name="csX77" fmla="*/ 166866 w 186280"/>
                <a:gd name="csY77" fmla="*/ 26367 h 79984"/>
                <a:gd name="csX78" fmla="*/ 180818 w 186280"/>
                <a:gd name="csY78" fmla="*/ 31993 h 79984"/>
                <a:gd name="csX79" fmla="*/ 186281 w 186280"/>
                <a:gd name="csY79" fmla="*/ 46943 h 79984"/>
                <a:gd name="csX80" fmla="*/ 151365 w 186280"/>
                <a:gd name="csY80" fmla="*/ 46943 h 79984"/>
                <a:gd name="csX81" fmla="*/ 151365 w 186280"/>
                <a:gd name="csY81" fmla="*/ 43743 h 79984"/>
                <a:gd name="csX82" fmla="*/ 174750 w 186280"/>
                <a:gd name="csY82" fmla="*/ 43743 h 79984"/>
                <a:gd name="csX83" fmla="*/ 173596 w 186280"/>
                <a:gd name="csY83" fmla="*/ 36903 h 79984"/>
                <a:gd name="csX84" fmla="*/ 169456 w 186280"/>
                <a:gd name="csY84" fmla="*/ 32049 h 79984"/>
                <a:gd name="csX85" fmla="*/ 163776 w 186280"/>
                <a:gd name="csY85" fmla="*/ 30283 h 79984"/>
                <a:gd name="csX86" fmla="*/ 155553 w 186280"/>
                <a:gd name="csY86" fmla="*/ 33869 h 79984"/>
                <a:gd name="csX87" fmla="*/ 151365 w 186280"/>
                <a:gd name="csY87" fmla="*/ 43743 h 79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186280" h="79984">
                  <a:moveTo>
                    <a:pt x="61948" y="3641"/>
                  </a:moveTo>
                  <a:lnTo>
                    <a:pt x="62771" y="21182"/>
                  </a:lnTo>
                  <a:lnTo>
                    <a:pt x="60673" y="21182"/>
                  </a:lnTo>
                  <a:cubicBezTo>
                    <a:pt x="60270" y="18093"/>
                    <a:pt x="59721" y="15886"/>
                    <a:pt x="59019" y="14563"/>
                  </a:cubicBezTo>
                  <a:cubicBezTo>
                    <a:pt x="57881" y="12430"/>
                    <a:pt x="56356" y="10867"/>
                    <a:pt x="54444" y="9874"/>
                  </a:cubicBezTo>
                  <a:cubicBezTo>
                    <a:pt x="52563" y="8844"/>
                    <a:pt x="50086" y="8329"/>
                    <a:pt x="46996" y="8329"/>
                  </a:cubicBezTo>
                  <a:lnTo>
                    <a:pt x="36457" y="8329"/>
                  </a:lnTo>
                  <a:lnTo>
                    <a:pt x="36457" y="65477"/>
                  </a:lnTo>
                  <a:cubicBezTo>
                    <a:pt x="36457" y="70073"/>
                    <a:pt x="36957" y="72942"/>
                    <a:pt x="37950" y="74082"/>
                  </a:cubicBezTo>
                  <a:cubicBezTo>
                    <a:pt x="39346" y="75627"/>
                    <a:pt x="41500" y="76399"/>
                    <a:pt x="44405" y="76399"/>
                  </a:cubicBezTo>
                  <a:lnTo>
                    <a:pt x="46996" y="76399"/>
                  </a:lnTo>
                  <a:lnTo>
                    <a:pt x="46996" y="78440"/>
                  </a:lnTo>
                  <a:lnTo>
                    <a:pt x="15275" y="78440"/>
                  </a:lnTo>
                  <a:lnTo>
                    <a:pt x="15275" y="76399"/>
                  </a:lnTo>
                  <a:lnTo>
                    <a:pt x="17930" y="76399"/>
                  </a:lnTo>
                  <a:cubicBezTo>
                    <a:pt x="21085" y="76399"/>
                    <a:pt x="23328" y="75443"/>
                    <a:pt x="24652" y="73530"/>
                  </a:cubicBezTo>
                  <a:cubicBezTo>
                    <a:pt x="25467" y="72354"/>
                    <a:pt x="25870" y="69669"/>
                    <a:pt x="25870" y="65477"/>
                  </a:cubicBezTo>
                  <a:lnTo>
                    <a:pt x="25870" y="8329"/>
                  </a:lnTo>
                  <a:lnTo>
                    <a:pt x="16881" y="8329"/>
                  </a:lnTo>
                  <a:cubicBezTo>
                    <a:pt x="13387" y="8329"/>
                    <a:pt x="10902" y="8587"/>
                    <a:pt x="9433" y="9101"/>
                  </a:cubicBezTo>
                  <a:cubicBezTo>
                    <a:pt x="7520" y="9800"/>
                    <a:pt x="5882" y="11143"/>
                    <a:pt x="4519" y="13128"/>
                  </a:cubicBezTo>
                  <a:cubicBezTo>
                    <a:pt x="3163" y="15114"/>
                    <a:pt x="2348" y="17799"/>
                    <a:pt x="2098" y="21182"/>
                  </a:cubicBezTo>
                  <a:lnTo>
                    <a:pt x="0" y="21182"/>
                  </a:lnTo>
                  <a:lnTo>
                    <a:pt x="879" y="3641"/>
                  </a:lnTo>
                  <a:lnTo>
                    <a:pt x="61948" y="3641"/>
                  </a:lnTo>
                  <a:close/>
                  <a:moveTo>
                    <a:pt x="69719" y="46943"/>
                  </a:moveTo>
                  <a:cubicBezTo>
                    <a:pt x="69687" y="54445"/>
                    <a:pt x="71502" y="60328"/>
                    <a:pt x="75182" y="64594"/>
                  </a:cubicBezTo>
                  <a:cubicBezTo>
                    <a:pt x="78862" y="68860"/>
                    <a:pt x="83179" y="70992"/>
                    <a:pt x="88149" y="70992"/>
                  </a:cubicBezTo>
                  <a:cubicBezTo>
                    <a:pt x="91458" y="70992"/>
                    <a:pt x="94322" y="70092"/>
                    <a:pt x="96751" y="68290"/>
                  </a:cubicBezTo>
                  <a:cubicBezTo>
                    <a:pt x="99212" y="66451"/>
                    <a:pt x="101278" y="63326"/>
                    <a:pt x="102932" y="58913"/>
                  </a:cubicBezTo>
                  <a:lnTo>
                    <a:pt x="104643" y="60016"/>
                  </a:lnTo>
                  <a:cubicBezTo>
                    <a:pt x="103868" y="65053"/>
                    <a:pt x="101625" y="69651"/>
                    <a:pt x="97913" y="73806"/>
                  </a:cubicBezTo>
                  <a:cubicBezTo>
                    <a:pt x="94194" y="77925"/>
                    <a:pt x="89545" y="79984"/>
                    <a:pt x="83953" y="79984"/>
                  </a:cubicBezTo>
                  <a:cubicBezTo>
                    <a:pt x="77885" y="79984"/>
                    <a:pt x="72681" y="77630"/>
                    <a:pt x="68347" y="72923"/>
                  </a:cubicBezTo>
                  <a:cubicBezTo>
                    <a:pt x="64038" y="68179"/>
                    <a:pt x="61892" y="61818"/>
                    <a:pt x="61892" y="53838"/>
                  </a:cubicBezTo>
                  <a:cubicBezTo>
                    <a:pt x="61892" y="45196"/>
                    <a:pt x="64095" y="38466"/>
                    <a:pt x="68509" y="33648"/>
                  </a:cubicBezTo>
                  <a:cubicBezTo>
                    <a:pt x="72955" y="28795"/>
                    <a:pt x="78531" y="26367"/>
                    <a:pt x="85220" y="26367"/>
                  </a:cubicBezTo>
                  <a:cubicBezTo>
                    <a:pt x="90885" y="26367"/>
                    <a:pt x="95541" y="28243"/>
                    <a:pt x="99180" y="31993"/>
                  </a:cubicBezTo>
                  <a:cubicBezTo>
                    <a:pt x="102820" y="35708"/>
                    <a:pt x="104643" y="40690"/>
                    <a:pt x="104643" y="46943"/>
                  </a:cubicBezTo>
                  <a:lnTo>
                    <a:pt x="69719" y="46943"/>
                  </a:lnTo>
                  <a:close/>
                  <a:moveTo>
                    <a:pt x="69719" y="43743"/>
                  </a:moveTo>
                  <a:lnTo>
                    <a:pt x="93112" y="43743"/>
                  </a:lnTo>
                  <a:cubicBezTo>
                    <a:pt x="92926" y="40507"/>
                    <a:pt x="92539" y="38227"/>
                    <a:pt x="91950" y="36903"/>
                  </a:cubicBezTo>
                  <a:cubicBezTo>
                    <a:pt x="91030" y="34843"/>
                    <a:pt x="89658" y="33226"/>
                    <a:pt x="87818" y="32049"/>
                  </a:cubicBezTo>
                  <a:cubicBezTo>
                    <a:pt x="86011" y="30872"/>
                    <a:pt x="84123" y="30283"/>
                    <a:pt x="82138" y="30283"/>
                  </a:cubicBezTo>
                  <a:cubicBezTo>
                    <a:pt x="79080" y="30283"/>
                    <a:pt x="76344" y="31478"/>
                    <a:pt x="73915" y="33869"/>
                  </a:cubicBezTo>
                  <a:cubicBezTo>
                    <a:pt x="71526" y="36222"/>
                    <a:pt x="70130" y="39514"/>
                    <a:pt x="69719" y="43743"/>
                  </a:cubicBezTo>
                  <a:close/>
                  <a:moveTo>
                    <a:pt x="128803" y="0"/>
                  </a:moveTo>
                  <a:lnTo>
                    <a:pt x="128803" y="67022"/>
                  </a:lnTo>
                  <a:cubicBezTo>
                    <a:pt x="128803" y="70184"/>
                    <a:pt x="129021" y="72280"/>
                    <a:pt x="129465" y="73310"/>
                  </a:cubicBezTo>
                  <a:cubicBezTo>
                    <a:pt x="129941" y="74340"/>
                    <a:pt x="130659" y="75130"/>
                    <a:pt x="131611" y="75682"/>
                  </a:cubicBezTo>
                  <a:cubicBezTo>
                    <a:pt x="132571" y="76196"/>
                    <a:pt x="134355" y="76454"/>
                    <a:pt x="136961" y="76454"/>
                  </a:cubicBezTo>
                  <a:lnTo>
                    <a:pt x="136961" y="78440"/>
                  </a:lnTo>
                  <a:lnTo>
                    <a:pt x="112196" y="78440"/>
                  </a:lnTo>
                  <a:lnTo>
                    <a:pt x="112196" y="76454"/>
                  </a:lnTo>
                  <a:cubicBezTo>
                    <a:pt x="114512" y="76454"/>
                    <a:pt x="116093" y="76215"/>
                    <a:pt x="116941" y="75736"/>
                  </a:cubicBezTo>
                  <a:cubicBezTo>
                    <a:pt x="117788" y="75259"/>
                    <a:pt x="118450" y="74468"/>
                    <a:pt x="118926" y="73365"/>
                  </a:cubicBezTo>
                  <a:cubicBezTo>
                    <a:pt x="119402" y="72262"/>
                    <a:pt x="119644" y="70147"/>
                    <a:pt x="119644" y="67022"/>
                  </a:cubicBezTo>
                  <a:lnTo>
                    <a:pt x="119644" y="21127"/>
                  </a:lnTo>
                  <a:cubicBezTo>
                    <a:pt x="119644" y="15427"/>
                    <a:pt x="119515" y="11933"/>
                    <a:pt x="119257" y="10646"/>
                  </a:cubicBezTo>
                  <a:cubicBezTo>
                    <a:pt x="118999" y="9323"/>
                    <a:pt x="118579" y="8421"/>
                    <a:pt x="117990" y="7943"/>
                  </a:cubicBezTo>
                  <a:cubicBezTo>
                    <a:pt x="117441" y="7465"/>
                    <a:pt x="116723" y="7226"/>
                    <a:pt x="115835" y="7226"/>
                  </a:cubicBezTo>
                  <a:cubicBezTo>
                    <a:pt x="114883" y="7226"/>
                    <a:pt x="113665" y="7521"/>
                    <a:pt x="112196" y="8109"/>
                  </a:cubicBezTo>
                  <a:lnTo>
                    <a:pt x="111260" y="6178"/>
                  </a:lnTo>
                  <a:lnTo>
                    <a:pt x="126317" y="0"/>
                  </a:lnTo>
                  <a:lnTo>
                    <a:pt x="128803" y="0"/>
                  </a:lnTo>
                  <a:close/>
                  <a:moveTo>
                    <a:pt x="151365" y="46943"/>
                  </a:moveTo>
                  <a:cubicBezTo>
                    <a:pt x="151324" y="54445"/>
                    <a:pt x="153148" y="60328"/>
                    <a:pt x="156820" y="64594"/>
                  </a:cubicBezTo>
                  <a:cubicBezTo>
                    <a:pt x="160499" y="68860"/>
                    <a:pt x="164824" y="70992"/>
                    <a:pt x="169787" y="70992"/>
                  </a:cubicBezTo>
                  <a:cubicBezTo>
                    <a:pt x="173095" y="70992"/>
                    <a:pt x="175960" y="70092"/>
                    <a:pt x="178389" y="68290"/>
                  </a:cubicBezTo>
                  <a:cubicBezTo>
                    <a:pt x="180858" y="66451"/>
                    <a:pt x="182916" y="63326"/>
                    <a:pt x="184570" y="58913"/>
                  </a:cubicBezTo>
                  <a:lnTo>
                    <a:pt x="186281" y="60016"/>
                  </a:lnTo>
                  <a:cubicBezTo>
                    <a:pt x="185506" y="65053"/>
                    <a:pt x="183263" y="69651"/>
                    <a:pt x="179551" y="73806"/>
                  </a:cubicBezTo>
                  <a:cubicBezTo>
                    <a:pt x="175839" y="77925"/>
                    <a:pt x="171183" y="79984"/>
                    <a:pt x="165591" y="79984"/>
                  </a:cubicBezTo>
                  <a:cubicBezTo>
                    <a:pt x="159523" y="79984"/>
                    <a:pt x="154326" y="77630"/>
                    <a:pt x="149985" y="72923"/>
                  </a:cubicBezTo>
                  <a:cubicBezTo>
                    <a:pt x="145684" y="68179"/>
                    <a:pt x="143529" y="61818"/>
                    <a:pt x="143529" y="53838"/>
                  </a:cubicBezTo>
                  <a:cubicBezTo>
                    <a:pt x="143529" y="45196"/>
                    <a:pt x="145732" y="38466"/>
                    <a:pt x="150146" y="33648"/>
                  </a:cubicBezTo>
                  <a:cubicBezTo>
                    <a:pt x="154601" y="28795"/>
                    <a:pt x="160168" y="26367"/>
                    <a:pt x="166866" y="26367"/>
                  </a:cubicBezTo>
                  <a:cubicBezTo>
                    <a:pt x="172523" y="26367"/>
                    <a:pt x="177179" y="28243"/>
                    <a:pt x="180818" y="31993"/>
                  </a:cubicBezTo>
                  <a:cubicBezTo>
                    <a:pt x="184457" y="35708"/>
                    <a:pt x="186281" y="40690"/>
                    <a:pt x="186281" y="46943"/>
                  </a:cubicBezTo>
                  <a:lnTo>
                    <a:pt x="151365" y="46943"/>
                  </a:lnTo>
                  <a:close/>
                  <a:moveTo>
                    <a:pt x="151365" y="43743"/>
                  </a:moveTo>
                  <a:lnTo>
                    <a:pt x="174750" y="43743"/>
                  </a:lnTo>
                  <a:cubicBezTo>
                    <a:pt x="174564" y="40507"/>
                    <a:pt x="174177" y="38227"/>
                    <a:pt x="173596" y="36903"/>
                  </a:cubicBezTo>
                  <a:cubicBezTo>
                    <a:pt x="172676" y="34843"/>
                    <a:pt x="171296" y="33226"/>
                    <a:pt x="169456" y="32049"/>
                  </a:cubicBezTo>
                  <a:cubicBezTo>
                    <a:pt x="167657" y="30872"/>
                    <a:pt x="165761" y="30283"/>
                    <a:pt x="163776" y="30283"/>
                  </a:cubicBezTo>
                  <a:cubicBezTo>
                    <a:pt x="160717" y="30283"/>
                    <a:pt x="157982" y="31478"/>
                    <a:pt x="155553" y="33869"/>
                  </a:cubicBezTo>
                  <a:cubicBezTo>
                    <a:pt x="153164" y="36222"/>
                    <a:pt x="151768" y="39514"/>
                    <a:pt x="151365" y="43743"/>
                  </a:cubicBezTo>
                  <a:close/>
                </a:path>
              </a:pathLst>
            </a:custGeom>
            <a:solidFill>
              <a:srgbClr val="000000"/>
            </a:solidFill>
            <a:ln w="807" cap="flat">
              <a:noFill/>
              <a:prstDash val="solid"/>
              <a:miter/>
            </a:ln>
          </p:spPr>
        </p:sp>
        <p:sp>
          <p:nvSpPr>
            <p:cNvPr id="433" name="任意形状 432">
              <a:extLst>
                <a:ext uri="{FF2B5EF4-FFF2-40B4-BE49-F238E27FC236}">
                  <a16:creationId xmlns:a16="http://schemas.microsoft.com/office/drawing/2014/main" id="{7636B53A-7647-CA5D-D643-3CEE681C4C66}"/>
                </a:ext>
              </a:extLst>
            </p:cNvPr>
            <p:cNvSpPr/>
            <p:nvPr/>
          </p:nvSpPr>
          <p:spPr>
            <a:xfrm>
              <a:off x="6825212" y="3881552"/>
              <a:ext cx="348288" cy="211811"/>
            </a:xfrm>
            <a:custGeom>
              <a:avLst/>
              <a:gdLst>
                <a:gd name="csX0" fmla="*/ 0 w 257412"/>
                <a:gd name="csY0" fmla="*/ 0 h 156545"/>
                <a:gd name="csX1" fmla="*/ 257412 w 257412"/>
                <a:gd name="csY1" fmla="*/ 0 h 156545"/>
                <a:gd name="csX2" fmla="*/ 257412 w 257412"/>
                <a:gd name="csY2" fmla="*/ 156545 h 156545"/>
                <a:gd name="csX3" fmla="*/ 0 w 257412"/>
                <a:gd name="csY3" fmla="*/ 156545 h 156545"/>
              </a:gdLst>
              <a:ahLst/>
              <a:cxnLst>
                <a:cxn ang="0">
                  <a:pos x="csX0" y="csY0"/>
                </a:cxn>
                <a:cxn ang="0">
                  <a:pos x="csX1" y="csY1"/>
                </a:cxn>
                <a:cxn ang="0">
                  <a:pos x="csX2" y="csY2"/>
                </a:cxn>
                <a:cxn ang="0">
                  <a:pos x="csX3" y="csY3"/>
                </a:cxn>
              </a:cxnLst>
              <a:rect l="l" t="t" r="r" b="b"/>
              <a:pathLst>
                <a:path w="257412" h="156545">
                  <a:moveTo>
                    <a:pt x="0" y="0"/>
                  </a:moveTo>
                  <a:lnTo>
                    <a:pt x="257412" y="0"/>
                  </a:lnTo>
                  <a:lnTo>
                    <a:pt x="257412" y="156545"/>
                  </a:lnTo>
                  <a:lnTo>
                    <a:pt x="0" y="156545"/>
                  </a:lnTo>
                  <a:close/>
                </a:path>
              </a:pathLst>
            </a:custGeom>
            <a:solidFill>
              <a:srgbClr val="FFFFFF"/>
            </a:solidFill>
            <a:ln w="8069" cap="flat">
              <a:solidFill>
                <a:srgbClr val="000000"/>
              </a:solidFill>
              <a:prstDash val="solid"/>
              <a:miter/>
            </a:ln>
          </p:spPr>
        </p:sp>
        <p:sp>
          <p:nvSpPr>
            <p:cNvPr id="434" name="任意形状 433">
              <a:extLst>
                <a:ext uri="{FF2B5EF4-FFF2-40B4-BE49-F238E27FC236}">
                  <a16:creationId xmlns:a16="http://schemas.microsoft.com/office/drawing/2014/main" id="{88649DCC-795F-92AB-B7D1-5D28E18189E9}"/>
                </a:ext>
              </a:extLst>
            </p:cNvPr>
            <p:cNvSpPr/>
            <p:nvPr/>
          </p:nvSpPr>
          <p:spPr>
            <a:xfrm>
              <a:off x="6872422" y="3939189"/>
              <a:ext cx="252043" cy="108220"/>
            </a:xfrm>
            <a:custGeom>
              <a:avLst/>
              <a:gdLst>
                <a:gd name="csX0" fmla="*/ 61948 w 186280"/>
                <a:gd name="csY0" fmla="*/ 3639 h 79983"/>
                <a:gd name="csX1" fmla="*/ 62771 w 186280"/>
                <a:gd name="csY1" fmla="*/ 21182 h 79983"/>
                <a:gd name="csX2" fmla="*/ 60673 w 186280"/>
                <a:gd name="csY2" fmla="*/ 21182 h 79983"/>
                <a:gd name="csX3" fmla="*/ 59019 w 186280"/>
                <a:gd name="csY3" fmla="*/ 14565 h 79983"/>
                <a:gd name="csX4" fmla="*/ 54444 w 186280"/>
                <a:gd name="csY4" fmla="*/ 9877 h 79983"/>
                <a:gd name="csX5" fmla="*/ 46996 w 186280"/>
                <a:gd name="csY5" fmla="*/ 8336 h 79983"/>
                <a:gd name="csX6" fmla="*/ 36457 w 186280"/>
                <a:gd name="csY6" fmla="*/ 8336 h 79983"/>
                <a:gd name="csX7" fmla="*/ 36457 w 186280"/>
                <a:gd name="csY7" fmla="*/ 65483 h 79983"/>
                <a:gd name="csX8" fmla="*/ 37950 w 186280"/>
                <a:gd name="csY8" fmla="*/ 74085 h 79983"/>
                <a:gd name="csX9" fmla="*/ 44405 w 186280"/>
                <a:gd name="csY9" fmla="*/ 76401 h 79983"/>
                <a:gd name="csX10" fmla="*/ 46996 w 186280"/>
                <a:gd name="csY10" fmla="*/ 76401 h 79983"/>
                <a:gd name="csX11" fmla="*/ 46996 w 186280"/>
                <a:gd name="csY11" fmla="*/ 78442 h 79983"/>
                <a:gd name="csX12" fmla="*/ 15275 w 186280"/>
                <a:gd name="csY12" fmla="*/ 78442 h 79983"/>
                <a:gd name="csX13" fmla="*/ 15275 w 186280"/>
                <a:gd name="csY13" fmla="*/ 76401 h 79983"/>
                <a:gd name="csX14" fmla="*/ 17930 w 186280"/>
                <a:gd name="csY14" fmla="*/ 76401 h 79983"/>
                <a:gd name="csX15" fmla="*/ 24652 w 186280"/>
                <a:gd name="csY15" fmla="*/ 73536 h 79983"/>
                <a:gd name="csX16" fmla="*/ 25870 w 186280"/>
                <a:gd name="csY16" fmla="*/ 65483 h 79983"/>
                <a:gd name="csX17" fmla="*/ 25870 w 186280"/>
                <a:gd name="csY17" fmla="*/ 8336 h 79983"/>
                <a:gd name="csX18" fmla="*/ 16881 w 186280"/>
                <a:gd name="csY18" fmla="*/ 8336 h 79983"/>
                <a:gd name="csX19" fmla="*/ 9433 w 186280"/>
                <a:gd name="csY19" fmla="*/ 9102 h 79983"/>
                <a:gd name="csX20" fmla="*/ 4519 w 186280"/>
                <a:gd name="csY20" fmla="*/ 13129 h 79983"/>
                <a:gd name="csX21" fmla="*/ 2098 w 186280"/>
                <a:gd name="csY21" fmla="*/ 21182 h 79983"/>
                <a:gd name="csX22" fmla="*/ 0 w 186280"/>
                <a:gd name="csY22" fmla="*/ 21182 h 79983"/>
                <a:gd name="csX23" fmla="*/ 879 w 186280"/>
                <a:gd name="csY23" fmla="*/ 3639 h 79983"/>
                <a:gd name="csX24" fmla="*/ 61948 w 186280"/>
                <a:gd name="csY24" fmla="*/ 3639 h 79983"/>
                <a:gd name="csX25" fmla="*/ 69719 w 186280"/>
                <a:gd name="csY25" fmla="*/ 46947 h 79983"/>
                <a:gd name="csX26" fmla="*/ 75182 w 186280"/>
                <a:gd name="csY26" fmla="*/ 64595 h 79983"/>
                <a:gd name="csX27" fmla="*/ 88149 w 186280"/>
                <a:gd name="csY27" fmla="*/ 70994 h 79983"/>
                <a:gd name="csX28" fmla="*/ 96751 w 186280"/>
                <a:gd name="csY28" fmla="*/ 68291 h 79983"/>
                <a:gd name="csX29" fmla="*/ 102932 w 186280"/>
                <a:gd name="csY29" fmla="*/ 58914 h 79983"/>
                <a:gd name="csX30" fmla="*/ 104643 w 186280"/>
                <a:gd name="csY30" fmla="*/ 60020 h 79983"/>
                <a:gd name="csX31" fmla="*/ 97913 w 186280"/>
                <a:gd name="csY31" fmla="*/ 73810 h 79983"/>
                <a:gd name="csX32" fmla="*/ 83953 w 186280"/>
                <a:gd name="csY32" fmla="*/ 79983 h 79983"/>
                <a:gd name="csX33" fmla="*/ 68347 w 186280"/>
                <a:gd name="csY33" fmla="*/ 72923 h 79983"/>
                <a:gd name="csX34" fmla="*/ 61892 w 186280"/>
                <a:gd name="csY34" fmla="*/ 53839 h 79983"/>
                <a:gd name="csX35" fmla="*/ 68509 w 186280"/>
                <a:gd name="csY35" fmla="*/ 33649 h 79983"/>
                <a:gd name="csX36" fmla="*/ 85220 w 186280"/>
                <a:gd name="csY36" fmla="*/ 26371 h 79983"/>
                <a:gd name="csX37" fmla="*/ 99180 w 186280"/>
                <a:gd name="csY37" fmla="*/ 31995 h 79983"/>
                <a:gd name="csX38" fmla="*/ 104643 w 186280"/>
                <a:gd name="csY38" fmla="*/ 46947 h 79983"/>
                <a:gd name="csX39" fmla="*/ 69719 w 186280"/>
                <a:gd name="csY39" fmla="*/ 46947 h 79983"/>
                <a:gd name="csX40" fmla="*/ 69719 w 186280"/>
                <a:gd name="csY40" fmla="*/ 43744 h 79983"/>
                <a:gd name="csX41" fmla="*/ 93112 w 186280"/>
                <a:gd name="csY41" fmla="*/ 43744 h 79983"/>
                <a:gd name="csX42" fmla="*/ 91950 w 186280"/>
                <a:gd name="csY42" fmla="*/ 36909 h 79983"/>
                <a:gd name="csX43" fmla="*/ 87818 w 186280"/>
                <a:gd name="csY43" fmla="*/ 32051 h 79983"/>
                <a:gd name="csX44" fmla="*/ 82138 w 186280"/>
                <a:gd name="csY44" fmla="*/ 30284 h 79983"/>
                <a:gd name="csX45" fmla="*/ 73915 w 186280"/>
                <a:gd name="csY45" fmla="*/ 33875 h 79983"/>
                <a:gd name="csX46" fmla="*/ 69719 w 186280"/>
                <a:gd name="csY46" fmla="*/ 43744 h 79983"/>
                <a:gd name="csX47" fmla="*/ 128803 w 186280"/>
                <a:gd name="csY47" fmla="*/ 0 h 79983"/>
                <a:gd name="csX48" fmla="*/ 128803 w 186280"/>
                <a:gd name="csY48" fmla="*/ 67024 h 79983"/>
                <a:gd name="csX49" fmla="*/ 129465 w 186280"/>
                <a:gd name="csY49" fmla="*/ 73310 h 79983"/>
                <a:gd name="csX50" fmla="*/ 131611 w 186280"/>
                <a:gd name="csY50" fmla="*/ 75682 h 79983"/>
                <a:gd name="csX51" fmla="*/ 136961 w 186280"/>
                <a:gd name="csY51" fmla="*/ 76457 h 79983"/>
                <a:gd name="csX52" fmla="*/ 136961 w 186280"/>
                <a:gd name="csY52" fmla="*/ 78442 h 79983"/>
                <a:gd name="csX53" fmla="*/ 112196 w 186280"/>
                <a:gd name="csY53" fmla="*/ 78442 h 79983"/>
                <a:gd name="csX54" fmla="*/ 112196 w 186280"/>
                <a:gd name="csY54" fmla="*/ 76457 h 79983"/>
                <a:gd name="csX55" fmla="*/ 116941 w 186280"/>
                <a:gd name="csY55" fmla="*/ 75739 h 79983"/>
                <a:gd name="csX56" fmla="*/ 118926 w 186280"/>
                <a:gd name="csY56" fmla="*/ 73366 h 79983"/>
                <a:gd name="csX57" fmla="*/ 119644 w 186280"/>
                <a:gd name="csY57" fmla="*/ 67024 h 79983"/>
                <a:gd name="csX58" fmla="*/ 119644 w 186280"/>
                <a:gd name="csY58" fmla="*/ 21125 h 79983"/>
                <a:gd name="csX59" fmla="*/ 119257 w 186280"/>
                <a:gd name="csY59" fmla="*/ 10651 h 79983"/>
                <a:gd name="csX60" fmla="*/ 117990 w 186280"/>
                <a:gd name="csY60" fmla="*/ 7948 h 79983"/>
                <a:gd name="csX61" fmla="*/ 115835 w 186280"/>
                <a:gd name="csY61" fmla="*/ 7230 h 79983"/>
                <a:gd name="csX62" fmla="*/ 112196 w 186280"/>
                <a:gd name="csY62" fmla="*/ 8110 h 79983"/>
                <a:gd name="csX63" fmla="*/ 111260 w 186280"/>
                <a:gd name="csY63" fmla="*/ 6181 h 79983"/>
                <a:gd name="csX64" fmla="*/ 126317 w 186280"/>
                <a:gd name="csY64" fmla="*/ 0 h 79983"/>
                <a:gd name="csX65" fmla="*/ 128803 w 186280"/>
                <a:gd name="csY65" fmla="*/ 0 h 79983"/>
                <a:gd name="csX66" fmla="*/ 151365 w 186280"/>
                <a:gd name="csY66" fmla="*/ 46947 h 79983"/>
                <a:gd name="csX67" fmla="*/ 156820 w 186280"/>
                <a:gd name="csY67" fmla="*/ 64595 h 79983"/>
                <a:gd name="csX68" fmla="*/ 169787 w 186280"/>
                <a:gd name="csY68" fmla="*/ 70994 h 79983"/>
                <a:gd name="csX69" fmla="*/ 178389 w 186280"/>
                <a:gd name="csY69" fmla="*/ 68291 h 79983"/>
                <a:gd name="csX70" fmla="*/ 184570 w 186280"/>
                <a:gd name="csY70" fmla="*/ 58914 h 79983"/>
                <a:gd name="csX71" fmla="*/ 186281 w 186280"/>
                <a:gd name="csY71" fmla="*/ 60020 h 79983"/>
                <a:gd name="csX72" fmla="*/ 179551 w 186280"/>
                <a:gd name="csY72" fmla="*/ 73810 h 79983"/>
                <a:gd name="csX73" fmla="*/ 165591 w 186280"/>
                <a:gd name="csY73" fmla="*/ 79983 h 79983"/>
                <a:gd name="csX74" fmla="*/ 149985 w 186280"/>
                <a:gd name="csY74" fmla="*/ 72923 h 79983"/>
                <a:gd name="csX75" fmla="*/ 143529 w 186280"/>
                <a:gd name="csY75" fmla="*/ 53839 h 79983"/>
                <a:gd name="csX76" fmla="*/ 150146 w 186280"/>
                <a:gd name="csY76" fmla="*/ 33649 h 79983"/>
                <a:gd name="csX77" fmla="*/ 166866 w 186280"/>
                <a:gd name="csY77" fmla="*/ 26371 h 79983"/>
                <a:gd name="csX78" fmla="*/ 180818 w 186280"/>
                <a:gd name="csY78" fmla="*/ 31995 h 79983"/>
                <a:gd name="csX79" fmla="*/ 186281 w 186280"/>
                <a:gd name="csY79" fmla="*/ 46947 h 79983"/>
                <a:gd name="csX80" fmla="*/ 151365 w 186280"/>
                <a:gd name="csY80" fmla="*/ 46947 h 79983"/>
                <a:gd name="csX81" fmla="*/ 151365 w 186280"/>
                <a:gd name="csY81" fmla="*/ 43744 h 79983"/>
                <a:gd name="csX82" fmla="*/ 174750 w 186280"/>
                <a:gd name="csY82" fmla="*/ 43744 h 79983"/>
                <a:gd name="csX83" fmla="*/ 173596 w 186280"/>
                <a:gd name="csY83" fmla="*/ 36909 h 79983"/>
                <a:gd name="csX84" fmla="*/ 169456 w 186280"/>
                <a:gd name="csY84" fmla="*/ 32051 h 79983"/>
                <a:gd name="csX85" fmla="*/ 163776 w 186280"/>
                <a:gd name="csY85" fmla="*/ 30284 h 79983"/>
                <a:gd name="csX86" fmla="*/ 155553 w 186280"/>
                <a:gd name="csY86" fmla="*/ 33875 h 79983"/>
                <a:gd name="csX87" fmla="*/ 151365 w 186280"/>
                <a:gd name="csY87" fmla="*/ 43744 h 799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186280" h="79983">
                  <a:moveTo>
                    <a:pt x="61948" y="3639"/>
                  </a:moveTo>
                  <a:lnTo>
                    <a:pt x="62771" y="21182"/>
                  </a:lnTo>
                  <a:lnTo>
                    <a:pt x="60673" y="21182"/>
                  </a:lnTo>
                  <a:cubicBezTo>
                    <a:pt x="60270" y="18091"/>
                    <a:pt x="59721" y="15888"/>
                    <a:pt x="59019" y="14565"/>
                  </a:cubicBezTo>
                  <a:cubicBezTo>
                    <a:pt x="57881" y="12435"/>
                    <a:pt x="56356" y="10869"/>
                    <a:pt x="54444" y="9877"/>
                  </a:cubicBezTo>
                  <a:cubicBezTo>
                    <a:pt x="52563" y="8844"/>
                    <a:pt x="50086" y="8336"/>
                    <a:pt x="46996" y="8336"/>
                  </a:cubicBezTo>
                  <a:lnTo>
                    <a:pt x="36457" y="8336"/>
                  </a:lnTo>
                  <a:lnTo>
                    <a:pt x="36457" y="65483"/>
                  </a:lnTo>
                  <a:cubicBezTo>
                    <a:pt x="36457" y="70074"/>
                    <a:pt x="36957" y="72947"/>
                    <a:pt x="37950" y="74085"/>
                  </a:cubicBezTo>
                  <a:cubicBezTo>
                    <a:pt x="39346" y="75626"/>
                    <a:pt x="41500" y="76401"/>
                    <a:pt x="44405" y="76401"/>
                  </a:cubicBezTo>
                  <a:lnTo>
                    <a:pt x="46996" y="76401"/>
                  </a:lnTo>
                  <a:lnTo>
                    <a:pt x="46996" y="78442"/>
                  </a:lnTo>
                  <a:lnTo>
                    <a:pt x="15275" y="78442"/>
                  </a:lnTo>
                  <a:lnTo>
                    <a:pt x="15275" y="76401"/>
                  </a:lnTo>
                  <a:lnTo>
                    <a:pt x="17930" y="76401"/>
                  </a:lnTo>
                  <a:cubicBezTo>
                    <a:pt x="21085" y="76401"/>
                    <a:pt x="23328" y="75448"/>
                    <a:pt x="24652" y="73536"/>
                  </a:cubicBezTo>
                  <a:cubicBezTo>
                    <a:pt x="25467" y="72358"/>
                    <a:pt x="25870" y="69671"/>
                    <a:pt x="25870" y="65483"/>
                  </a:cubicBezTo>
                  <a:lnTo>
                    <a:pt x="25870" y="8336"/>
                  </a:lnTo>
                  <a:lnTo>
                    <a:pt x="16881" y="8336"/>
                  </a:lnTo>
                  <a:cubicBezTo>
                    <a:pt x="13387" y="8336"/>
                    <a:pt x="10902" y="8586"/>
                    <a:pt x="9433" y="9102"/>
                  </a:cubicBezTo>
                  <a:cubicBezTo>
                    <a:pt x="7520" y="9804"/>
                    <a:pt x="5882" y="11144"/>
                    <a:pt x="4519" y="13129"/>
                  </a:cubicBezTo>
                  <a:cubicBezTo>
                    <a:pt x="3163" y="15114"/>
                    <a:pt x="2348" y="17801"/>
                    <a:pt x="2098" y="21182"/>
                  </a:cubicBezTo>
                  <a:lnTo>
                    <a:pt x="0" y="21182"/>
                  </a:lnTo>
                  <a:lnTo>
                    <a:pt x="879" y="3639"/>
                  </a:lnTo>
                  <a:lnTo>
                    <a:pt x="61948" y="3639"/>
                  </a:lnTo>
                  <a:close/>
                  <a:moveTo>
                    <a:pt x="69719" y="46947"/>
                  </a:moveTo>
                  <a:cubicBezTo>
                    <a:pt x="69687" y="54444"/>
                    <a:pt x="71502" y="60335"/>
                    <a:pt x="75182" y="64595"/>
                  </a:cubicBezTo>
                  <a:cubicBezTo>
                    <a:pt x="78862" y="68864"/>
                    <a:pt x="83179" y="70994"/>
                    <a:pt x="88149" y="70994"/>
                  </a:cubicBezTo>
                  <a:cubicBezTo>
                    <a:pt x="91458" y="70994"/>
                    <a:pt x="94322" y="70090"/>
                    <a:pt x="96751" y="68291"/>
                  </a:cubicBezTo>
                  <a:cubicBezTo>
                    <a:pt x="99212" y="66451"/>
                    <a:pt x="101278" y="63328"/>
                    <a:pt x="102932" y="58914"/>
                  </a:cubicBezTo>
                  <a:lnTo>
                    <a:pt x="104643" y="60020"/>
                  </a:lnTo>
                  <a:cubicBezTo>
                    <a:pt x="103868" y="65055"/>
                    <a:pt x="101625" y="69655"/>
                    <a:pt x="97913" y="73810"/>
                  </a:cubicBezTo>
                  <a:cubicBezTo>
                    <a:pt x="94194" y="77926"/>
                    <a:pt x="89545" y="79983"/>
                    <a:pt x="83953" y="79983"/>
                  </a:cubicBezTo>
                  <a:cubicBezTo>
                    <a:pt x="77885" y="79983"/>
                    <a:pt x="72681" y="77635"/>
                    <a:pt x="68347" y="72923"/>
                  </a:cubicBezTo>
                  <a:cubicBezTo>
                    <a:pt x="64038" y="68186"/>
                    <a:pt x="61892" y="61819"/>
                    <a:pt x="61892" y="53839"/>
                  </a:cubicBezTo>
                  <a:cubicBezTo>
                    <a:pt x="61892" y="45196"/>
                    <a:pt x="64095" y="38467"/>
                    <a:pt x="68509" y="33649"/>
                  </a:cubicBezTo>
                  <a:cubicBezTo>
                    <a:pt x="72955" y="28799"/>
                    <a:pt x="78531" y="26371"/>
                    <a:pt x="85220" y="26371"/>
                  </a:cubicBezTo>
                  <a:cubicBezTo>
                    <a:pt x="90885" y="26371"/>
                    <a:pt x="95541" y="28243"/>
                    <a:pt x="99180" y="31995"/>
                  </a:cubicBezTo>
                  <a:cubicBezTo>
                    <a:pt x="102820" y="35707"/>
                    <a:pt x="104643" y="40694"/>
                    <a:pt x="104643" y="46947"/>
                  </a:cubicBezTo>
                  <a:lnTo>
                    <a:pt x="69719" y="46947"/>
                  </a:lnTo>
                  <a:close/>
                  <a:moveTo>
                    <a:pt x="69719" y="43744"/>
                  </a:moveTo>
                  <a:lnTo>
                    <a:pt x="93112" y="43744"/>
                  </a:lnTo>
                  <a:cubicBezTo>
                    <a:pt x="92926" y="40508"/>
                    <a:pt x="92539" y="38233"/>
                    <a:pt x="91950" y="36909"/>
                  </a:cubicBezTo>
                  <a:cubicBezTo>
                    <a:pt x="91030" y="34843"/>
                    <a:pt x="89658" y="33230"/>
                    <a:pt x="87818" y="32051"/>
                  </a:cubicBezTo>
                  <a:cubicBezTo>
                    <a:pt x="86011" y="30873"/>
                    <a:pt x="84123" y="30284"/>
                    <a:pt x="82138" y="30284"/>
                  </a:cubicBezTo>
                  <a:cubicBezTo>
                    <a:pt x="79080" y="30284"/>
                    <a:pt x="76344" y="31479"/>
                    <a:pt x="73915" y="33875"/>
                  </a:cubicBezTo>
                  <a:cubicBezTo>
                    <a:pt x="71526" y="36223"/>
                    <a:pt x="70130" y="39516"/>
                    <a:pt x="69719" y="43744"/>
                  </a:cubicBezTo>
                  <a:close/>
                  <a:moveTo>
                    <a:pt x="128803" y="0"/>
                  </a:moveTo>
                  <a:lnTo>
                    <a:pt x="128803" y="67024"/>
                  </a:lnTo>
                  <a:cubicBezTo>
                    <a:pt x="128803" y="70187"/>
                    <a:pt x="129021" y="72285"/>
                    <a:pt x="129465" y="73310"/>
                  </a:cubicBezTo>
                  <a:cubicBezTo>
                    <a:pt x="129941" y="74343"/>
                    <a:pt x="130659" y="75134"/>
                    <a:pt x="131611" y="75682"/>
                  </a:cubicBezTo>
                  <a:cubicBezTo>
                    <a:pt x="132571" y="76199"/>
                    <a:pt x="134355" y="76457"/>
                    <a:pt x="136961" y="76457"/>
                  </a:cubicBezTo>
                  <a:lnTo>
                    <a:pt x="136961" y="78442"/>
                  </a:lnTo>
                  <a:lnTo>
                    <a:pt x="112196" y="78442"/>
                  </a:lnTo>
                  <a:lnTo>
                    <a:pt x="112196" y="76457"/>
                  </a:lnTo>
                  <a:cubicBezTo>
                    <a:pt x="114512" y="76457"/>
                    <a:pt x="116093" y="76215"/>
                    <a:pt x="116941" y="75739"/>
                  </a:cubicBezTo>
                  <a:cubicBezTo>
                    <a:pt x="117788" y="75263"/>
                    <a:pt x="118450" y="74472"/>
                    <a:pt x="118926" y="73366"/>
                  </a:cubicBezTo>
                  <a:cubicBezTo>
                    <a:pt x="119402" y="72261"/>
                    <a:pt x="119644" y="70147"/>
                    <a:pt x="119644" y="67024"/>
                  </a:cubicBezTo>
                  <a:lnTo>
                    <a:pt x="119644" y="21125"/>
                  </a:lnTo>
                  <a:cubicBezTo>
                    <a:pt x="119644" y="15429"/>
                    <a:pt x="119515" y="11934"/>
                    <a:pt x="119257" y="10651"/>
                  </a:cubicBezTo>
                  <a:cubicBezTo>
                    <a:pt x="118999" y="9328"/>
                    <a:pt x="118579" y="8424"/>
                    <a:pt x="117990" y="7948"/>
                  </a:cubicBezTo>
                  <a:cubicBezTo>
                    <a:pt x="117441" y="7464"/>
                    <a:pt x="116723" y="7230"/>
                    <a:pt x="115835" y="7230"/>
                  </a:cubicBezTo>
                  <a:cubicBezTo>
                    <a:pt x="114883" y="7230"/>
                    <a:pt x="113665" y="7521"/>
                    <a:pt x="112196" y="8110"/>
                  </a:cubicBezTo>
                  <a:lnTo>
                    <a:pt x="111260" y="6181"/>
                  </a:lnTo>
                  <a:lnTo>
                    <a:pt x="126317" y="0"/>
                  </a:lnTo>
                  <a:lnTo>
                    <a:pt x="128803" y="0"/>
                  </a:lnTo>
                  <a:close/>
                  <a:moveTo>
                    <a:pt x="151365" y="46947"/>
                  </a:moveTo>
                  <a:cubicBezTo>
                    <a:pt x="151324" y="54444"/>
                    <a:pt x="153148" y="60335"/>
                    <a:pt x="156820" y="64595"/>
                  </a:cubicBezTo>
                  <a:cubicBezTo>
                    <a:pt x="160499" y="68864"/>
                    <a:pt x="164824" y="70994"/>
                    <a:pt x="169787" y="70994"/>
                  </a:cubicBezTo>
                  <a:cubicBezTo>
                    <a:pt x="173095" y="70994"/>
                    <a:pt x="175960" y="70090"/>
                    <a:pt x="178389" y="68291"/>
                  </a:cubicBezTo>
                  <a:cubicBezTo>
                    <a:pt x="180858" y="66451"/>
                    <a:pt x="182916" y="63328"/>
                    <a:pt x="184570" y="58914"/>
                  </a:cubicBezTo>
                  <a:lnTo>
                    <a:pt x="186281" y="60020"/>
                  </a:lnTo>
                  <a:cubicBezTo>
                    <a:pt x="185506" y="65055"/>
                    <a:pt x="183263" y="69655"/>
                    <a:pt x="179551" y="73810"/>
                  </a:cubicBezTo>
                  <a:cubicBezTo>
                    <a:pt x="175839" y="77926"/>
                    <a:pt x="171183" y="79983"/>
                    <a:pt x="165591" y="79983"/>
                  </a:cubicBezTo>
                  <a:cubicBezTo>
                    <a:pt x="159523" y="79983"/>
                    <a:pt x="154326" y="77635"/>
                    <a:pt x="149985" y="72923"/>
                  </a:cubicBezTo>
                  <a:cubicBezTo>
                    <a:pt x="145684" y="68186"/>
                    <a:pt x="143529" y="61819"/>
                    <a:pt x="143529" y="53839"/>
                  </a:cubicBezTo>
                  <a:cubicBezTo>
                    <a:pt x="143529" y="45196"/>
                    <a:pt x="145732" y="38467"/>
                    <a:pt x="150146" y="33649"/>
                  </a:cubicBezTo>
                  <a:cubicBezTo>
                    <a:pt x="154601" y="28799"/>
                    <a:pt x="160168" y="26371"/>
                    <a:pt x="166866" y="26371"/>
                  </a:cubicBezTo>
                  <a:cubicBezTo>
                    <a:pt x="172523" y="26371"/>
                    <a:pt x="177179" y="28243"/>
                    <a:pt x="180818" y="31995"/>
                  </a:cubicBezTo>
                  <a:cubicBezTo>
                    <a:pt x="184457" y="35707"/>
                    <a:pt x="186281" y="40694"/>
                    <a:pt x="186281" y="46947"/>
                  </a:cubicBezTo>
                  <a:lnTo>
                    <a:pt x="151365" y="46947"/>
                  </a:lnTo>
                  <a:close/>
                  <a:moveTo>
                    <a:pt x="151365" y="43744"/>
                  </a:moveTo>
                  <a:lnTo>
                    <a:pt x="174750" y="43744"/>
                  </a:lnTo>
                  <a:cubicBezTo>
                    <a:pt x="174564" y="40508"/>
                    <a:pt x="174177" y="38233"/>
                    <a:pt x="173596" y="36909"/>
                  </a:cubicBezTo>
                  <a:cubicBezTo>
                    <a:pt x="172676" y="34843"/>
                    <a:pt x="171296" y="33230"/>
                    <a:pt x="169456" y="32051"/>
                  </a:cubicBezTo>
                  <a:cubicBezTo>
                    <a:pt x="167657" y="30873"/>
                    <a:pt x="165761" y="30284"/>
                    <a:pt x="163776" y="30284"/>
                  </a:cubicBezTo>
                  <a:cubicBezTo>
                    <a:pt x="160717" y="30284"/>
                    <a:pt x="157982" y="31479"/>
                    <a:pt x="155553" y="33875"/>
                  </a:cubicBezTo>
                  <a:cubicBezTo>
                    <a:pt x="153164" y="36223"/>
                    <a:pt x="151768" y="39516"/>
                    <a:pt x="151365" y="43744"/>
                  </a:cubicBezTo>
                  <a:close/>
                </a:path>
              </a:pathLst>
            </a:custGeom>
            <a:solidFill>
              <a:srgbClr val="000000"/>
            </a:solidFill>
            <a:ln w="807" cap="flat">
              <a:noFill/>
              <a:prstDash val="solid"/>
              <a:miter/>
            </a:ln>
          </p:spPr>
        </p:sp>
        <p:sp>
          <p:nvSpPr>
            <p:cNvPr id="435" name="任意形状 434">
              <a:extLst>
                <a:ext uri="{FF2B5EF4-FFF2-40B4-BE49-F238E27FC236}">
                  <a16:creationId xmlns:a16="http://schemas.microsoft.com/office/drawing/2014/main" id="{C41C6F00-66A9-6A1C-43E0-248A583CCB6B}"/>
                </a:ext>
              </a:extLst>
            </p:cNvPr>
            <p:cNvSpPr/>
            <p:nvPr/>
          </p:nvSpPr>
          <p:spPr>
            <a:xfrm>
              <a:off x="8306516" y="2510011"/>
              <a:ext cx="777784" cy="138822"/>
            </a:xfrm>
            <a:custGeom>
              <a:avLst/>
              <a:gdLst>
                <a:gd name="csX0" fmla="*/ 24716 w 574844"/>
                <a:gd name="csY0" fmla="*/ 14839 h 102600"/>
                <a:gd name="csX1" fmla="*/ 20415 w 574844"/>
                <a:gd name="csY1" fmla="*/ 29842 h 102600"/>
                <a:gd name="csX2" fmla="*/ 29074 w 574844"/>
                <a:gd name="csY2" fmla="*/ 29842 h 102600"/>
                <a:gd name="csX3" fmla="*/ 28138 w 574844"/>
                <a:gd name="csY3" fmla="*/ 33317 h 102600"/>
                <a:gd name="csX4" fmla="*/ 19528 w 574844"/>
                <a:gd name="csY4" fmla="*/ 33317 h 102600"/>
                <a:gd name="csX5" fmla="*/ 10038 w 574844"/>
                <a:gd name="csY5" fmla="*/ 65863 h 102600"/>
                <a:gd name="csX6" fmla="*/ 8497 w 574844"/>
                <a:gd name="csY6" fmla="*/ 72648 h 102600"/>
                <a:gd name="csX7" fmla="*/ 8941 w 574844"/>
                <a:gd name="csY7" fmla="*/ 74082 h 102600"/>
                <a:gd name="csX8" fmla="*/ 9990 w 574844"/>
                <a:gd name="csY8" fmla="*/ 74579 h 102600"/>
                <a:gd name="csX9" fmla="*/ 13629 w 574844"/>
                <a:gd name="csY9" fmla="*/ 72648 h 102600"/>
                <a:gd name="csX10" fmla="*/ 19528 w 574844"/>
                <a:gd name="csY10" fmla="*/ 65863 h 102600"/>
                <a:gd name="csX11" fmla="*/ 21351 w 574844"/>
                <a:gd name="csY11" fmla="*/ 67242 h 102600"/>
                <a:gd name="csX12" fmla="*/ 11749 w 574844"/>
                <a:gd name="csY12" fmla="*/ 77667 h 102600"/>
                <a:gd name="csX13" fmla="*/ 5519 w 574844"/>
                <a:gd name="csY13" fmla="*/ 79764 h 102600"/>
                <a:gd name="csX14" fmla="*/ 1549 w 574844"/>
                <a:gd name="csY14" fmla="*/ 78274 h 102600"/>
                <a:gd name="csX15" fmla="*/ 0 w 574844"/>
                <a:gd name="csY15" fmla="*/ 74357 h 102600"/>
                <a:gd name="csX16" fmla="*/ 1767 w 574844"/>
                <a:gd name="csY16" fmla="*/ 65256 h 102600"/>
                <a:gd name="csX17" fmla="*/ 10982 w 574844"/>
                <a:gd name="csY17" fmla="*/ 33317 h 102600"/>
                <a:gd name="csX18" fmla="*/ 2647 w 574844"/>
                <a:gd name="csY18" fmla="*/ 33317 h 102600"/>
                <a:gd name="csX19" fmla="*/ 3203 w 574844"/>
                <a:gd name="csY19" fmla="*/ 31166 h 102600"/>
                <a:gd name="csX20" fmla="*/ 13298 w 574844"/>
                <a:gd name="csY20" fmla="*/ 26257 h 102600"/>
                <a:gd name="csX21" fmla="*/ 22287 w 574844"/>
                <a:gd name="csY21" fmla="*/ 14839 h 102600"/>
                <a:gd name="csX22" fmla="*/ 24716 w 574844"/>
                <a:gd name="csY22" fmla="*/ 14839 h 102600"/>
                <a:gd name="csX23" fmla="*/ 40266 w 574844"/>
                <a:gd name="csY23" fmla="*/ 57644 h 102600"/>
                <a:gd name="csX24" fmla="*/ 39887 w 574844"/>
                <a:gd name="csY24" fmla="*/ 62222 h 102600"/>
                <a:gd name="csX25" fmla="*/ 43357 w 574844"/>
                <a:gd name="csY25" fmla="*/ 70607 h 102600"/>
                <a:gd name="csX26" fmla="*/ 51797 w 574844"/>
                <a:gd name="csY26" fmla="*/ 74027 h 102600"/>
                <a:gd name="csX27" fmla="*/ 59415 w 574844"/>
                <a:gd name="csY27" fmla="*/ 72427 h 102600"/>
                <a:gd name="csX28" fmla="*/ 70332 w 574844"/>
                <a:gd name="csY28" fmla="*/ 65201 h 102600"/>
                <a:gd name="csX29" fmla="*/ 71494 w 574844"/>
                <a:gd name="csY29" fmla="*/ 66800 h 102600"/>
                <a:gd name="csX30" fmla="*/ 46560 w 574844"/>
                <a:gd name="csY30" fmla="*/ 79764 h 102600"/>
                <a:gd name="csX31" fmla="*/ 34424 w 574844"/>
                <a:gd name="csY31" fmla="*/ 74689 h 102600"/>
                <a:gd name="csX32" fmla="*/ 30340 w 574844"/>
                <a:gd name="csY32" fmla="*/ 63491 h 102600"/>
                <a:gd name="csX33" fmla="*/ 35416 w 574844"/>
                <a:gd name="csY33" fmla="*/ 46667 h 102600"/>
                <a:gd name="csX34" fmla="*/ 48158 w 574844"/>
                <a:gd name="csY34" fmla="*/ 33317 h 102600"/>
                <a:gd name="csX35" fmla="*/ 63933 w 574844"/>
                <a:gd name="csY35" fmla="*/ 28519 h 102600"/>
                <a:gd name="csX36" fmla="*/ 72592 w 574844"/>
                <a:gd name="csY36" fmla="*/ 30890 h 102600"/>
                <a:gd name="csX37" fmla="*/ 75408 w 574844"/>
                <a:gd name="csY37" fmla="*/ 36517 h 102600"/>
                <a:gd name="csX38" fmla="*/ 71769 w 574844"/>
                <a:gd name="csY38" fmla="*/ 45288 h 102600"/>
                <a:gd name="csX39" fmla="*/ 57647 w 574844"/>
                <a:gd name="csY39" fmla="*/ 54114 h 102600"/>
                <a:gd name="csX40" fmla="*/ 40266 w 574844"/>
                <a:gd name="csY40" fmla="*/ 57644 h 102600"/>
                <a:gd name="csX41" fmla="*/ 40653 w 574844"/>
                <a:gd name="csY41" fmla="*/ 54941 h 102600"/>
                <a:gd name="csX42" fmla="*/ 53952 w 574844"/>
                <a:gd name="csY42" fmla="*/ 51741 h 102600"/>
                <a:gd name="csX43" fmla="*/ 64103 w 574844"/>
                <a:gd name="csY43" fmla="*/ 44515 h 102600"/>
                <a:gd name="csX44" fmla="*/ 67516 w 574844"/>
                <a:gd name="csY44" fmla="*/ 36462 h 102600"/>
                <a:gd name="csX45" fmla="*/ 66031 w 574844"/>
                <a:gd name="csY45" fmla="*/ 32711 h 102600"/>
                <a:gd name="csX46" fmla="*/ 61892 w 574844"/>
                <a:gd name="csY46" fmla="*/ 31277 h 102600"/>
                <a:gd name="csX47" fmla="*/ 49925 w 574844"/>
                <a:gd name="csY47" fmla="*/ 37289 h 102600"/>
                <a:gd name="csX48" fmla="*/ 40653 w 574844"/>
                <a:gd name="csY48" fmla="*/ 54941 h 102600"/>
                <a:gd name="csX49" fmla="*/ 110598 w 574844"/>
                <a:gd name="csY49" fmla="*/ 0 h 102600"/>
                <a:gd name="csX50" fmla="*/ 91732 w 574844"/>
                <a:gd name="csY50" fmla="*/ 65643 h 102600"/>
                <a:gd name="csX51" fmla="*/ 90352 w 574844"/>
                <a:gd name="csY51" fmla="*/ 71655 h 102600"/>
                <a:gd name="csX52" fmla="*/ 90853 w 574844"/>
                <a:gd name="csY52" fmla="*/ 73034 h 102600"/>
                <a:gd name="csX53" fmla="*/ 92176 w 574844"/>
                <a:gd name="csY53" fmla="*/ 73585 h 102600"/>
                <a:gd name="csX54" fmla="*/ 94435 w 574844"/>
                <a:gd name="csY54" fmla="*/ 72648 h 102600"/>
                <a:gd name="csX55" fmla="*/ 100447 w 574844"/>
                <a:gd name="csY55" fmla="*/ 65643 h 102600"/>
                <a:gd name="csX56" fmla="*/ 102109 w 574844"/>
                <a:gd name="csY56" fmla="*/ 67352 h 102600"/>
                <a:gd name="csX57" fmla="*/ 92450 w 574844"/>
                <a:gd name="csY57" fmla="*/ 77667 h 102600"/>
                <a:gd name="csX58" fmla="*/ 86277 w 574844"/>
                <a:gd name="csY58" fmla="*/ 79764 h 102600"/>
                <a:gd name="csX59" fmla="*/ 82743 w 574844"/>
                <a:gd name="csY59" fmla="*/ 78329 h 102600"/>
                <a:gd name="csX60" fmla="*/ 81363 w 574844"/>
                <a:gd name="csY60" fmla="*/ 75020 h 102600"/>
                <a:gd name="csX61" fmla="*/ 83130 w 574844"/>
                <a:gd name="csY61" fmla="*/ 66856 h 102600"/>
                <a:gd name="csX62" fmla="*/ 98083 w 574844"/>
                <a:gd name="csY62" fmla="*/ 15114 h 102600"/>
                <a:gd name="csX63" fmla="*/ 99898 w 574844"/>
                <a:gd name="csY63" fmla="*/ 7833 h 102600"/>
                <a:gd name="csX64" fmla="*/ 98850 w 574844"/>
                <a:gd name="csY64" fmla="*/ 5682 h 102600"/>
                <a:gd name="csX65" fmla="*/ 95597 w 574844"/>
                <a:gd name="csY65" fmla="*/ 4799 h 102600"/>
                <a:gd name="csX66" fmla="*/ 91732 w 574844"/>
                <a:gd name="csY66" fmla="*/ 5185 h 102600"/>
                <a:gd name="csX67" fmla="*/ 91732 w 574844"/>
                <a:gd name="csY67" fmla="*/ 3144 h 102600"/>
                <a:gd name="csX68" fmla="*/ 110598 w 574844"/>
                <a:gd name="csY68" fmla="*/ 0 h 102600"/>
                <a:gd name="csX69" fmla="*/ 121911 w 574844"/>
                <a:gd name="csY69" fmla="*/ 57644 h 102600"/>
                <a:gd name="csX70" fmla="*/ 121524 w 574844"/>
                <a:gd name="csY70" fmla="*/ 62222 h 102600"/>
                <a:gd name="csX71" fmla="*/ 124994 w 574844"/>
                <a:gd name="csY71" fmla="*/ 70607 h 102600"/>
                <a:gd name="csX72" fmla="*/ 133435 w 574844"/>
                <a:gd name="csY72" fmla="*/ 74027 h 102600"/>
                <a:gd name="csX73" fmla="*/ 141052 w 574844"/>
                <a:gd name="csY73" fmla="*/ 72427 h 102600"/>
                <a:gd name="csX74" fmla="*/ 151970 w 574844"/>
                <a:gd name="csY74" fmla="*/ 65201 h 102600"/>
                <a:gd name="csX75" fmla="*/ 153132 w 574844"/>
                <a:gd name="csY75" fmla="*/ 66800 h 102600"/>
                <a:gd name="csX76" fmla="*/ 128198 w 574844"/>
                <a:gd name="csY76" fmla="*/ 79764 h 102600"/>
                <a:gd name="csX77" fmla="*/ 116061 w 574844"/>
                <a:gd name="csY77" fmla="*/ 74689 h 102600"/>
                <a:gd name="csX78" fmla="*/ 111978 w 574844"/>
                <a:gd name="csY78" fmla="*/ 63491 h 102600"/>
                <a:gd name="csX79" fmla="*/ 117054 w 574844"/>
                <a:gd name="csY79" fmla="*/ 46667 h 102600"/>
                <a:gd name="csX80" fmla="*/ 129795 w 574844"/>
                <a:gd name="csY80" fmla="*/ 33317 h 102600"/>
                <a:gd name="csX81" fmla="*/ 145571 w 574844"/>
                <a:gd name="csY81" fmla="*/ 28519 h 102600"/>
                <a:gd name="csX82" fmla="*/ 154237 w 574844"/>
                <a:gd name="csY82" fmla="*/ 30890 h 102600"/>
                <a:gd name="csX83" fmla="*/ 157045 w 574844"/>
                <a:gd name="csY83" fmla="*/ 36517 h 102600"/>
                <a:gd name="csX84" fmla="*/ 153406 w 574844"/>
                <a:gd name="csY84" fmla="*/ 45288 h 102600"/>
                <a:gd name="csX85" fmla="*/ 139285 w 574844"/>
                <a:gd name="csY85" fmla="*/ 54114 h 102600"/>
                <a:gd name="csX86" fmla="*/ 121911 w 574844"/>
                <a:gd name="csY86" fmla="*/ 57644 h 102600"/>
                <a:gd name="csX87" fmla="*/ 122291 w 574844"/>
                <a:gd name="csY87" fmla="*/ 54941 h 102600"/>
                <a:gd name="csX88" fmla="*/ 135589 w 574844"/>
                <a:gd name="csY88" fmla="*/ 51741 h 102600"/>
                <a:gd name="csX89" fmla="*/ 145740 w 574844"/>
                <a:gd name="csY89" fmla="*/ 44515 h 102600"/>
                <a:gd name="csX90" fmla="*/ 149162 w 574844"/>
                <a:gd name="csY90" fmla="*/ 36462 h 102600"/>
                <a:gd name="csX91" fmla="*/ 147669 w 574844"/>
                <a:gd name="csY91" fmla="*/ 32711 h 102600"/>
                <a:gd name="csX92" fmla="*/ 143529 w 574844"/>
                <a:gd name="csY92" fmla="*/ 31277 h 102600"/>
                <a:gd name="csX93" fmla="*/ 131562 w 574844"/>
                <a:gd name="csY93" fmla="*/ 37289 h 102600"/>
                <a:gd name="csX94" fmla="*/ 122291 w 574844"/>
                <a:gd name="csY94" fmla="*/ 54941 h 102600"/>
                <a:gd name="csX95" fmla="*/ 183634 w 574844"/>
                <a:gd name="csY95" fmla="*/ 28519 h 102600"/>
                <a:gd name="csX96" fmla="*/ 179825 w 574844"/>
                <a:gd name="csY96" fmla="*/ 41205 h 102600"/>
                <a:gd name="csX97" fmla="*/ 190533 w 574844"/>
                <a:gd name="csY97" fmla="*/ 31332 h 102600"/>
                <a:gd name="csX98" fmla="*/ 200184 w 574844"/>
                <a:gd name="csY98" fmla="*/ 28519 h 102600"/>
                <a:gd name="csX99" fmla="*/ 208568 w 574844"/>
                <a:gd name="csY99" fmla="*/ 32435 h 102600"/>
                <a:gd name="csX100" fmla="*/ 212046 w 574844"/>
                <a:gd name="csY100" fmla="*/ 42529 h 102600"/>
                <a:gd name="csX101" fmla="*/ 202169 w 574844"/>
                <a:gd name="csY101" fmla="*/ 67242 h 102600"/>
                <a:gd name="csX102" fmla="*/ 179164 w 574844"/>
                <a:gd name="csY102" fmla="*/ 79764 h 102600"/>
                <a:gd name="csX103" fmla="*/ 174257 w 574844"/>
                <a:gd name="csY103" fmla="*/ 79157 h 102600"/>
                <a:gd name="csX104" fmla="*/ 169513 w 574844"/>
                <a:gd name="csY104" fmla="*/ 77006 h 102600"/>
                <a:gd name="csX105" fmla="*/ 165486 w 574844"/>
                <a:gd name="csY105" fmla="*/ 91237 h 102600"/>
                <a:gd name="csX106" fmla="*/ 164276 w 574844"/>
                <a:gd name="csY106" fmla="*/ 96698 h 102600"/>
                <a:gd name="csX107" fmla="*/ 164881 w 574844"/>
                <a:gd name="csY107" fmla="*/ 98739 h 102600"/>
                <a:gd name="csX108" fmla="*/ 166979 w 574844"/>
                <a:gd name="csY108" fmla="*/ 100063 h 102600"/>
                <a:gd name="csX109" fmla="*/ 172660 w 574844"/>
                <a:gd name="csY109" fmla="*/ 100559 h 102600"/>
                <a:gd name="csX110" fmla="*/ 172159 w 574844"/>
                <a:gd name="csY110" fmla="*/ 102600 h 102600"/>
                <a:gd name="csX111" fmla="*/ 146176 w 574844"/>
                <a:gd name="csY111" fmla="*/ 102600 h 102600"/>
                <a:gd name="csX112" fmla="*/ 146733 w 574844"/>
                <a:gd name="csY112" fmla="*/ 100559 h 102600"/>
                <a:gd name="csX113" fmla="*/ 153681 w 574844"/>
                <a:gd name="csY113" fmla="*/ 98795 h 102600"/>
                <a:gd name="csX114" fmla="*/ 157433 w 574844"/>
                <a:gd name="csY114" fmla="*/ 90244 h 102600"/>
                <a:gd name="csX115" fmla="*/ 171385 w 574844"/>
                <a:gd name="csY115" fmla="*/ 41923 h 102600"/>
                <a:gd name="csX116" fmla="*/ 172660 w 574844"/>
                <a:gd name="csY116" fmla="*/ 36241 h 102600"/>
                <a:gd name="csX117" fmla="*/ 171772 w 574844"/>
                <a:gd name="csY117" fmla="*/ 33924 h 102600"/>
                <a:gd name="csX118" fmla="*/ 169182 w 574844"/>
                <a:gd name="csY118" fmla="*/ 33097 h 102600"/>
                <a:gd name="csX119" fmla="*/ 164711 w 574844"/>
                <a:gd name="csY119" fmla="*/ 33483 h 102600"/>
                <a:gd name="csX120" fmla="*/ 164711 w 574844"/>
                <a:gd name="csY120" fmla="*/ 31332 h 102600"/>
                <a:gd name="csX121" fmla="*/ 183634 w 574844"/>
                <a:gd name="csY121" fmla="*/ 28519 h 102600"/>
                <a:gd name="csX122" fmla="*/ 170779 w 574844"/>
                <a:gd name="csY122" fmla="*/ 72648 h 102600"/>
                <a:gd name="csX123" fmla="*/ 179995 w 574844"/>
                <a:gd name="csY123" fmla="*/ 76730 h 102600"/>
                <a:gd name="csX124" fmla="*/ 185837 w 574844"/>
                <a:gd name="csY124" fmla="*/ 75130 h 102600"/>
                <a:gd name="csX125" fmla="*/ 191631 w 574844"/>
                <a:gd name="csY125" fmla="*/ 70386 h 102600"/>
                <a:gd name="csX126" fmla="*/ 196763 w 574844"/>
                <a:gd name="csY126" fmla="*/ 63160 h 102600"/>
                <a:gd name="csX127" fmla="*/ 200789 w 574844"/>
                <a:gd name="csY127" fmla="*/ 53451 h 102600"/>
                <a:gd name="csX128" fmla="*/ 202613 w 574844"/>
                <a:gd name="csY128" fmla="*/ 42419 h 102600"/>
                <a:gd name="csX129" fmla="*/ 200571 w 574844"/>
                <a:gd name="csY129" fmla="*/ 35689 h 102600"/>
                <a:gd name="csX130" fmla="*/ 195884 w 574844"/>
                <a:gd name="csY130" fmla="*/ 33317 h 102600"/>
                <a:gd name="csX131" fmla="*/ 184078 w 574844"/>
                <a:gd name="csY131" fmla="*/ 40158 h 102600"/>
                <a:gd name="csX132" fmla="*/ 175581 w 574844"/>
                <a:gd name="csY132" fmla="*/ 56155 h 102600"/>
                <a:gd name="csX133" fmla="*/ 170779 w 574844"/>
                <a:gd name="csY133" fmla="*/ 72648 h 102600"/>
                <a:gd name="csX134" fmla="*/ 267370 w 574844"/>
                <a:gd name="csY134" fmla="*/ 45784 h 102600"/>
                <a:gd name="csX135" fmla="*/ 262956 w 574844"/>
                <a:gd name="csY135" fmla="*/ 62167 h 102600"/>
                <a:gd name="csX136" fmla="*/ 250763 w 574844"/>
                <a:gd name="csY136" fmla="*/ 75020 h 102600"/>
                <a:gd name="csX137" fmla="*/ 235544 w 574844"/>
                <a:gd name="csY137" fmla="*/ 79764 h 102600"/>
                <a:gd name="csX138" fmla="*/ 223182 w 574844"/>
                <a:gd name="csY138" fmla="*/ 74964 h 102600"/>
                <a:gd name="csX139" fmla="*/ 218445 w 574844"/>
                <a:gd name="csY139" fmla="*/ 62443 h 102600"/>
                <a:gd name="csX140" fmla="*/ 223077 w 574844"/>
                <a:gd name="csY140" fmla="*/ 46170 h 102600"/>
                <a:gd name="csX141" fmla="*/ 235544 w 574844"/>
                <a:gd name="csY141" fmla="*/ 33263 h 102600"/>
                <a:gd name="csX142" fmla="*/ 250658 w 574844"/>
                <a:gd name="csY142" fmla="*/ 28519 h 102600"/>
                <a:gd name="csX143" fmla="*/ 262625 w 574844"/>
                <a:gd name="csY143" fmla="*/ 33317 h 102600"/>
                <a:gd name="csX144" fmla="*/ 267370 w 574844"/>
                <a:gd name="csY144" fmla="*/ 45784 h 102600"/>
                <a:gd name="csX145" fmla="*/ 258211 w 574844"/>
                <a:gd name="csY145" fmla="*/ 41978 h 102600"/>
                <a:gd name="csX146" fmla="*/ 255677 w 574844"/>
                <a:gd name="csY146" fmla="*/ 34145 h 102600"/>
                <a:gd name="csX147" fmla="*/ 249222 w 574844"/>
                <a:gd name="csY147" fmla="*/ 31387 h 102600"/>
                <a:gd name="csX148" fmla="*/ 234269 w 574844"/>
                <a:gd name="csY148" fmla="*/ 43026 h 102600"/>
                <a:gd name="csX149" fmla="*/ 227491 w 574844"/>
                <a:gd name="csY149" fmla="*/ 66084 h 102600"/>
                <a:gd name="csX150" fmla="*/ 230138 w 574844"/>
                <a:gd name="csY150" fmla="*/ 74192 h 102600"/>
                <a:gd name="csX151" fmla="*/ 236811 w 574844"/>
                <a:gd name="csY151" fmla="*/ 77006 h 102600"/>
                <a:gd name="csX152" fmla="*/ 251376 w 574844"/>
                <a:gd name="csY152" fmla="*/ 65477 h 102600"/>
                <a:gd name="csX153" fmla="*/ 258211 w 574844"/>
                <a:gd name="csY153" fmla="*/ 41978 h 102600"/>
                <a:gd name="csX154" fmla="*/ 277521 w 574844"/>
                <a:gd name="csY154" fmla="*/ 31608 h 102600"/>
                <a:gd name="csX155" fmla="*/ 296549 w 574844"/>
                <a:gd name="csY155" fmla="*/ 28519 h 102600"/>
                <a:gd name="csX156" fmla="*/ 288608 w 574844"/>
                <a:gd name="csY156" fmla="*/ 55327 h 102600"/>
                <a:gd name="csX157" fmla="*/ 306151 w 574844"/>
                <a:gd name="csY157" fmla="*/ 32269 h 102600"/>
                <a:gd name="csX158" fmla="*/ 313430 w 574844"/>
                <a:gd name="csY158" fmla="*/ 28519 h 102600"/>
                <a:gd name="csX159" fmla="*/ 316294 w 574844"/>
                <a:gd name="csY159" fmla="*/ 29622 h 102600"/>
                <a:gd name="csX160" fmla="*/ 317343 w 574844"/>
                <a:gd name="csY160" fmla="*/ 32711 h 102600"/>
                <a:gd name="csX161" fmla="*/ 315471 w 574844"/>
                <a:gd name="csY161" fmla="*/ 39661 h 102600"/>
                <a:gd name="csX162" fmla="*/ 311663 w 574844"/>
                <a:gd name="csY162" fmla="*/ 42144 h 102600"/>
                <a:gd name="csX163" fmla="*/ 309460 w 574844"/>
                <a:gd name="csY163" fmla="*/ 41316 h 102600"/>
                <a:gd name="csX164" fmla="*/ 308354 w 574844"/>
                <a:gd name="csY164" fmla="*/ 38779 h 102600"/>
                <a:gd name="csX165" fmla="*/ 307862 w 574844"/>
                <a:gd name="csY165" fmla="*/ 37400 h 102600"/>
                <a:gd name="csX166" fmla="*/ 306813 w 574844"/>
                <a:gd name="csY166" fmla="*/ 36958 h 102600"/>
                <a:gd name="csX167" fmla="*/ 305046 w 574844"/>
                <a:gd name="csY167" fmla="*/ 37400 h 102600"/>
                <a:gd name="csX168" fmla="*/ 300688 w 574844"/>
                <a:gd name="csY168" fmla="*/ 41702 h 102600"/>
                <a:gd name="csX169" fmla="*/ 290755 w 574844"/>
                <a:gd name="csY169" fmla="*/ 55713 h 102600"/>
                <a:gd name="csX170" fmla="*/ 286785 w 574844"/>
                <a:gd name="csY170" fmla="*/ 63932 h 102600"/>
                <a:gd name="csX171" fmla="*/ 284138 w 574844"/>
                <a:gd name="csY171" fmla="*/ 71490 h 102600"/>
                <a:gd name="csX172" fmla="*/ 282371 w 574844"/>
                <a:gd name="csY172" fmla="*/ 78440 h 102600"/>
                <a:gd name="csX173" fmla="*/ 273930 w 574844"/>
                <a:gd name="csY173" fmla="*/ 78440 h 102600"/>
                <a:gd name="csX174" fmla="*/ 284138 w 574844"/>
                <a:gd name="csY174" fmla="*/ 44185 h 102600"/>
                <a:gd name="csX175" fmla="*/ 285905 w 574844"/>
                <a:gd name="csY175" fmla="*/ 35689 h 102600"/>
                <a:gd name="csX176" fmla="*/ 285074 w 574844"/>
                <a:gd name="csY176" fmla="*/ 34035 h 102600"/>
                <a:gd name="csX177" fmla="*/ 282153 w 574844"/>
                <a:gd name="csY177" fmla="*/ 33152 h 102600"/>
                <a:gd name="csX178" fmla="*/ 277908 w 574844"/>
                <a:gd name="csY178" fmla="*/ 33648 h 102600"/>
                <a:gd name="csX179" fmla="*/ 277521 w 574844"/>
                <a:gd name="csY179" fmla="*/ 31608 h 102600"/>
                <a:gd name="csX180" fmla="*/ 344981 w 574844"/>
                <a:gd name="csY180" fmla="*/ 14839 h 102600"/>
                <a:gd name="csX181" fmla="*/ 340680 w 574844"/>
                <a:gd name="csY181" fmla="*/ 29842 h 102600"/>
                <a:gd name="csX182" fmla="*/ 349338 w 574844"/>
                <a:gd name="csY182" fmla="*/ 29842 h 102600"/>
                <a:gd name="csX183" fmla="*/ 348402 w 574844"/>
                <a:gd name="csY183" fmla="*/ 33317 h 102600"/>
                <a:gd name="csX184" fmla="*/ 339800 w 574844"/>
                <a:gd name="csY184" fmla="*/ 33317 h 102600"/>
                <a:gd name="csX185" fmla="*/ 330311 w 574844"/>
                <a:gd name="csY185" fmla="*/ 65863 h 102600"/>
                <a:gd name="csX186" fmla="*/ 328761 w 574844"/>
                <a:gd name="csY186" fmla="*/ 72648 h 102600"/>
                <a:gd name="csX187" fmla="*/ 329205 w 574844"/>
                <a:gd name="csY187" fmla="*/ 74082 h 102600"/>
                <a:gd name="csX188" fmla="*/ 330254 w 574844"/>
                <a:gd name="csY188" fmla="*/ 74579 h 102600"/>
                <a:gd name="csX189" fmla="*/ 333893 w 574844"/>
                <a:gd name="csY189" fmla="*/ 72648 h 102600"/>
                <a:gd name="csX190" fmla="*/ 339800 w 574844"/>
                <a:gd name="csY190" fmla="*/ 65863 h 102600"/>
                <a:gd name="csX191" fmla="*/ 341616 w 574844"/>
                <a:gd name="csY191" fmla="*/ 67242 h 102600"/>
                <a:gd name="csX192" fmla="*/ 332022 w 574844"/>
                <a:gd name="csY192" fmla="*/ 77667 h 102600"/>
                <a:gd name="csX193" fmla="*/ 325784 w 574844"/>
                <a:gd name="csY193" fmla="*/ 79764 h 102600"/>
                <a:gd name="csX194" fmla="*/ 321814 w 574844"/>
                <a:gd name="csY194" fmla="*/ 78274 h 102600"/>
                <a:gd name="csX195" fmla="*/ 320273 w 574844"/>
                <a:gd name="csY195" fmla="*/ 74357 h 102600"/>
                <a:gd name="csX196" fmla="*/ 322031 w 574844"/>
                <a:gd name="csY196" fmla="*/ 65256 h 102600"/>
                <a:gd name="csX197" fmla="*/ 331247 w 574844"/>
                <a:gd name="csY197" fmla="*/ 33317 h 102600"/>
                <a:gd name="csX198" fmla="*/ 322919 w 574844"/>
                <a:gd name="csY198" fmla="*/ 33317 h 102600"/>
                <a:gd name="csX199" fmla="*/ 323468 w 574844"/>
                <a:gd name="csY199" fmla="*/ 31166 h 102600"/>
                <a:gd name="csX200" fmla="*/ 333563 w 574844"/>
                <a:gd name="csY200" fmla="*/ 26257 h 102600"/>
                <a:gd name="csX201" fmla="*/ 342552 w 574844"/>
                <a:gd name="csY201" fmla="*/ 14839 h 102600"/>
                <a:gd name="csX202" fmla="*/ 344981 w 574844"/>
                <a:gd name="csY202" fmla="*/ 14839 h 102600"/>
                <a:gd name="csX203" fmla="*/ 400086 w 574844"/>
                <a:gd name="csY203" fmla="*/ 28519 h 102600"/>
                <a:gd name="csX204" fmla="*/ 389330 w 574844"/>
                <a:gd name="csY204" fmla="*/ 65918 h 102600"/>
                <a:gd name="csX205" fmla="*/ 388120 w 574844"/>
                <a:gd name="csY205" fmla="*/ 70938 h 102600"/>
                <a:gd name="csX206" fmla="*/ 387950 w 574844"/>
                <a:gd name="csY206" fmla="*/ 72151 h 102600"/>
                <a:gd name="csX207" fmla="*/ 388507 w 574844"/>
                <a:gd name="csY207" fmla="*/ 73696 h 102600"/>
                <a:gd name="csX208" fmla="*/ 389604 w 574844"/>
                <a:gd name="csY208" fmla="*/ 74192 h 102600"/>
                <a:gd name="csX209" fmla="*/ 391485 w 574844"/>
                <a:gd name="csY209" fmla="*/ 73310 h 102600"/>
                <a:gd name="csX210" fmla="*/ 397222 w 574844"/>
                <a:gd name="csY210" fmla="*/ 66690 h 102600"/>
                <a:gd name="csX211" fmla="*/ 399094 w 574844"/>
                <a:gd name="csY211" fmla="*/ 68014 h 102600"/>
                <a:gd name="csX212" fmla="*/ 391267 w 574844"/>
                <a:gd name="csY212" fmla="*/ 76785 h 102600"/>
                <a:gd name="csX213" fmla="*/ 383819 w 574844"/>
                <a:gd name="csY213" fmla="*/ 79764 h 102600"/>
                <a:gd name="csX214" fmla="*/ 380228 w 574844"/>
                <a:gd name="csY214" fmla="*/ 78550 h 102600"/>
                <a:gd name="csX215" fmla="*/ 379074 w 574844"/>
                <a:gd name="csY215" fmla="*/ 75130 h 102600"/>
                <a:gd name="csX216" fmla="*/ 380284 w 574844"/>
                <a:gd name="csY216" fmla="*/ 68014 h 102600"/>
                <a:gd name="csX217" fmla="*/ 381446 w 574844"/>
                <a:gd name="csY217" fmla="*/ 63877 h 102600"/>
                <a:gd name="csX218" fmla="*/ 368148 w 574844"/>
                <a:gd name="csY218" fmla="*/ 77061 h 102600"/>
                <a:gd name="csX219" fmla="*/ 359602 w 574844"/>
                <a:gd name="csY219" fmla="*/ 79764 h 102600"/>
                <a:gd name="csX220" fmla="*/ 352646 w 574844"/>
                <a:gd name="csY220" fmla="*/ 76454 h 102600"/>
                <a:gd name="csX221" fmla="*/ 349726 w 574844"/>
                <a:gd name="csY221" fmla="*/ 67242 h 102600"/>
                <a:gd name="csX222" fmla="*/ 354962 w 574844"/>
                <a:gd name="csY222" fmla="*/ 48763 h 102600"/>
                <a:gd name="csX223" fmla="*/ 368374 w 574844"/>
                <a:gd name="csY223" fmla="*/ 33152 h 102600"/>
                <a:gd name="csX224" fmla="*/ 380341 w 574844"/>
                <a:gd name="csY224" fmla="*/ 28519 h 102600"/>
                <a:gd name="csX225" fmla="*/ 385909 w 574844"/>
                <a:gd name="csY225" fmla="*/ 30283 h 102600"/>
                <a:gd name="csX226" fmla="*/ 389330 w 574844"/>
                <a:gd name="csY226" fmla="*/ 36130 h 102600"/>
                <a:gd name="csX227" fmla="*/ 391315 w 574844"/>
                <a:gd name="csY227" fmla="*/ 29842 h 102600"/>
                <a:gd name="csX228" fmla="*/ 400086 w 574844"/>
                <a:gd name="csY228" fmla="*/ 28519 h 102600"/>
                <a:gd name="csX229" fmla="*/ 380454 w 574844"/>
                <a:gd name="csY229" fmla="*/ 31387 h 102600"/>
                <a:gd name="csX230" fmla="*/ 372949 w 574844"/>
                <a:gd name="csY230" fmla="*/ 34697 h 102600"/>
                <a:gd name="csX231" fmla="*/ 362911 w 574844"/>
                <a:gd name="csY231" fmla="*/ 48598 h 102600"/>
                <a:gd name="csX232" fmla="*/ 358553 w 574844"/>
                <a:gd name="csY232" fmla="*/ 65256 h 102600"/>
                <a:gd name="csX233" fmla="*/ 360425 w 574844"/>
                <a:gd name="csY233" fmla="*/ 71214 h 102600"/>
                <a:gd name="csX234" fmla="*/ 364726 w 574844"/>
                <a:gd name="csY234" fmla="*/ 73365 h 102600"/>
                <a:gd name="csX235" fmla="*/ 377807 w 574844"/>
                <a:gd name="csY235" fmla="*/ 64484 h 102600"/>
                <a:gd name="csX236" fmla="*/ 387232 w 574844"/>
                <a:gd name="csY236" fmla="*/ 40268 h 102600"/>
                <a:gd name="csX237" fmla="*/ 385416 w 574844"/>
                <a:gd name="csY237" fmla="*/ 33483 h 102600"/>
                <a:gd name="csX238" fmla="*/ 380454 w 574844"/>
                <a:gd name="csY238" fmla="*/ 31387 h 102600"/>
                <a:gd name="csX239" fmla="*/ 432912 w 574844"/>
                <a:gd name="csY239" fmla="*/ 14839 h 102600"/>
                <a:gd name="csX240" fmla="*/ 428604 w 574844"/>
                <a:gd name="csY240" fmla="*/ 29842 h 102600"/>
                <a:gd name="csX241" fmla="*/ 437270 w 574844"/>
                <a:gd name="csY241" fmla="*/ 29842 h 102600"/>
                <a:gd name="csX242" fmla="*/ 436326 w 574844"/>
                <a:gd name="csY242" fmla="*/ 33317 h 102600"/>
                <a:gd name="csX243" fmla="*/ 427724 w 574844"/>
                <a:gd name="csY243" fmla="*/ 33317 h 102600"/>
                <a:gd name="csX244" fmla="*/ 418234 w 574844"/>
                <a:gd name="csY244" fmla="*/ 65863 h 102600"/>
                <a:gd name="csX245" fmla="*/ 416693 w 574844"/>
                <a:gd name="csY245" fmla="*/ 72648 h 102600"/>
                <a:gd name="csX246" fmla="*/ 417137 w 574844"/>
                <a:gd name="csY246" fmla="*/ 74082 h 102600"/>
                <a:gd name="csX247" fmla="*/ 418178 w 574844"/>
                <a:gd name="csY247" fmla="*/ 74579 h 102600"/>
                <a:gd name="csX248" fmla="*/ 421825 w 574844"/>
                <a:gd name="csY248" fmla="*/ 72648 h 102600"/>
                <a:gd name="csX249" fmla="*/ 427724 w 574844"/>
                <a:gd name="csY249" fmla="*/ 65863 h 102600"/>
                <a:gd name="csX250" fmla="*/ 429548 w 574844"/>
                <a:gd name="csY250" fmla="*/ 67242 h 102600"/>
                <a:gd name="csX251" fmla="*/ 419945 w 574844"/>
                <a:gd name="csY251" fmla="*/ 77667 h 102600"/>
                <a:gd name="csX252" fmla="*/ 413715 w 574844"/>
                <a:gd name="csY252" fmla="*/ 79764 h 102600"/>
                <a:gd name="csX253" fmla="*/ 409745 w 574844"/>
                <a:gd name="csY253" fmla="*/ 78274 h 102600"/>
                <a:gd name="csX254" fmla="*/ 408196 w 574844"/>
                <a:gd name="csY254" fmla="*/ 74357 h 102600"/>
                <a:gd name="csX255" fmla="*/ 409963 w 574844"/>
                <a:gd name="csY255" fmla="*/ 65256 h 102600"/>
                <a:gd name="csX256" fmla="*/ 419178 w 574844"/>
                <a:gd name="csY256" fmla="*/ 33317 h 102600"/>
                <a:gd name="csX257" fmla="*/ 410843 w 574844"/>
                <a:gd name="csY257" fmla="*/ 33317 h 102600"/>
                <a:gd name="csX258" fmla="*/ 411399 w 574844"/>
                <a:gd name="csY258" fmla="*/ 31166 h 102600"/>
                <a:gd name="csX259" fmla="*/ 421494 w 574844"/>
                <a:gd name="csY259" fmla="*/ 26257 h 102600"/>
                <a:gd name="csX260" fmla="*/ 430484 w 574844"/>
                <a:gd name="csY260" fmla="*/ 14839 h 102600"/>
                <a:gd name="csX261" fmla="*/ 432912 w 574844"/>
                <a:gd name="csY261" fmla="*/ 14839 h 102600"/>
                <a:gd name="csX262" fmla="*/ 460268 w 574844"/>
                <a:gd name="csY262" fmla="*/ 6619 h 102600"/>
                <a:gd name="csX263" fmla="*/ 464189 w 574844"/>
                <a:gd name="csY263" fmla="*/ 8219 h 102600"/>
                <a:gd name="csX264" fmla="*/ 465787 w 574844"/>
                <a:gd name="csY264" fmla="*/ 12135 h 102600"/>
                <a:gd name="csX265" fmla="*/ 464133 w 574844"/>
                <a:gd name="csY265" fmla="*/ 16052 h 102600"/>
                <a:gd name="csX266" fmla="*/ 460268 w 574844"/>
                <a:gd name="csY266" fmla="*/ 17652 h 102600"/>
                <a:gd name="csX267" fmla="*/ 456354 w 574844"/>
                <a:gd name="csY267" fmla="*/ 16052 h 102600"/>
                <a:gd name="csX268" fmla="*/ 454756 w 574844"/>
                <a:gd name="csY268" fmla="*/ 12135 h 102600"/>
                <a:gd name="csX269" fmla="*/ 456354 w 574844"/>
                <a:gd name="csY269" fmla="*/ 8219 h 102600"/>
                <a:gd name="csX270" fmla="*/ 460268 w 574844"/>
                <a:gd name="csY270" fmla="*/ 6619 h 102600"/>
                <a:gd name="csX271" fmla="*/ 460986 w 574844"/>
                <a:gd name="csY271" fmla="*/ 28519 h 102600"/>
                <a:gd name="csX272" fmla="*/ 450068 w 574844"/>
                <a:gd name="csY272" fmla="*/ 67187 h 102600"/>
                <a:gd name="csX273" fmla="*/ 448963 w 574844"/>
                <a:gd name="csY273" fmla="*/ 71875 h 102600"/>
                <a:gd name="csX274" fmla="*/ 449455 w 574844"/>
                <a:gd name="csY274" fmla="*/ 73310 h 102600"/>
                <a:gd name="csX275" fmla="*/ 450730 w 574844"/>
                <a:gd name="csY275" fmla="*/ 73861 h 102600"/>
                <a:gd name="csX276" fmla="*/ 452715 w 574844"/>
                <a:gd name="csY276" fmla="*/ 72978 h 102600"/>
                <a:gd name="csX277" fmla="*/ 459057 w 574844"/>
                <a:gd name="csY277" fmla="*/ 65918 h 102600"/>
                <a:gd name="csX278" fmla="*/ 460986 w 574844"/>
                <a:gd name="csY278" fmla="*/ 67187 h 102600"/>
                <a:gd name="csX279" fmla="*/ 452158 w 574844"/>
                <a:gd name="csY279" fmla="*/ 76840 h 102600"/>
                <a:gd name="csX280" fmla="*/ 444992 w 574844"/>
                <a:gd name="csY280" fmla="*/ 79764 h 102600"/>
                <a:gd name="csX281" fmla="*/ 441297 w 574844"/>
                <a:gd name="csY281" fmla="*/ 78440 h 102600"/>
                <a:gd name="csX282" fmla="*/ 439860 w 574844"/>
                <a:gd name="csY282" fmla="*/ 75020 h 102600"/>
                <a:gd name="csX283" fmla="*/ 441240 w 574844"/>
                <a:gd name="csY283" fmla="*/ 68235 h 102600"/>
                <a:gd name="csX284" fmla="*/ 448414 w 574844"/>
                <a:gd name="csY284" fmla="*/ 43523 h 102600"/>
                <a:gd name="csX285" fmla="*/ 450173 w 574844"/>
                <a:gd name="csY285" fmla="*/ 35910 h 102600"/>
                <a:gd name="csX286" fmla="*/ 449293 w 574844"/>
                <a:gd name="csY286" fmla="*/ 33924 h 102600"/>
                <a:gd name="csX287" fmla="*/ 446978 w 574844"/>
                <a:gd name="csY287" fmla="*/ 33152 h 102600"/>
                <a:gd name="csX288" fmla="*/ 441958 w 574844"/>
                <a:gd name="csY288" fmla="*/ 33759 h 102600"/>
                <a:gd name="csX289" fmla="*/ 441958 w 574844"/>
                <a:gd name="csY289" fmla="*/ 31608 h 102600"/>
                <a:gd name="csX290" fmla="*/ 460986 w 574844"/>
                <a:gd name="csY290" fmla="*/ 28519 h 102600"/>
                <a:gd name="csX291" fmla="*/ 518690 w 574844"/>
                <a:gd name="csY291" fmla="*/ 45784 h 102600"/>
                <a:gd name="csX292" fmla="*/ 514276 w 574844"/>
                <a:gd name="csY292" fmla="*/ 62167 h 102600"/>
                <a:gd name="csX293" fmla="*/ 502083 w 574844"/>
                <a:gd name="csY293" fmla="*/ 75020 h 102600"/>
                <a:gd name="csX294" fmla="*/ 486856 w 574844"/>
                <a:gd name="csY294" fmla="*/ 79764 h 102600"/>
                <a:gd name="csX295" fmla="*/ 474502 w 574844"/>
                <a:gd name="csY295" fmla="*/ 74964 h 102600"/>
                <a:gd name="csX296" fmla="*/ 469757 w 574844"/>
                <a:gd name="csY296" fmla="*/ 62443 h 102600"/>
                <a:gd name="csX297" fmla="*/ 474389 w 574844"/>
                <a:gd name="csY297" fmla="*/ 46170 h 102600"/>
                <a:gd name="csX298" fmla="*/ 486856 w 574844"/>
                <a:gd name="csY298" fmla="*/ 33263 h 102600"/>
                <a:gd name="csX299" fmla="*/ 501970 w 574844"/>
                <a:gd name="csY299" fmla="*/ 28519 h 102600"/>
                <a:gd name="csX300" fmla="*/ 513945 w 574844"/>
                <a:gd name="csY300" fmla="*/ 33317 h 102600"/>
                <a:gd name="csX301" fmla="*/ 518690 w 574844"/>
                <a:gd name="csY301" fmla="*/ 45784 h 102600"/>
                <a:gd name="csX302" fmla="*/ 509531 w 574844"/>
                <a:gd name="csY302" fmla="*/ 41978 h 102600"/>
                <a:gd name="csX303" fmla="*/ 506989 w 574844"/>
                <a:gd name="csY303" fmla="*/ 34145 h 102600"/>
                <a:gd name="csX304" fmla="*/ 500542 w 574844"/>
                <a:gd name="csY304" fmla="*/ 31387 h 102600"/>
                <a:gd name="csX305" fmla="*/ 485589 w 574844"/>
                <a:gd name="csY305" fmla="*/ 43026 h 102600"/>
                <a:gd name="csX306" fmla="*/ 478803 w 574844"/>
                <a:gd name="csY306" fmla="*/ 66084 h 102600"/>
                <a:gd name="csX307" fmla="*/ 481450 w 574844"/>
                <a:gd name="csY307" fmla="*/ 74192 h 102600"/>
                <a:gd name="csX308" fmla="*/ 488123 w 574844"/>
                <a:gd name="csY308" fmla="*/ 77006 h 102600"/>
                <a:gd name="csX309" fmla="*/ 502688 w 574844"/>
                <a:gd name="csY309" fmla="*/ 65477 h 102600"/>
                <a:gd name="csX310" fmla="*/ 509531 w 574844"/>
                <a:gd name="csY310" fmla="*/ 41978 h 102600"/>
                <a:gd name="csX311" fmla="*/ 547868 w 574844"/>
                <a:gd name="csY311" fmla="*/ 28519 h 102600"/>
                <a:gd name="csX312" fmla="*/ 540534 w 574844"/>
                <a:gd name="csY312" fmla="*/ 53617 h 102600"/>
                <a:gd name="csX313" fmla="*/ 556309 w 574844"/>
                <a:gd name="csY313" fmla="*/ 33372 h 102600"/>
                <a:gd name="csX314" fmla="*/ 566896 w 574844"/>
                <a:gd name="csY314" fmla="*/ 28519 h 102600"/>
                <a:gd name="csX315" fmla="*/ 571423 w 574844"/>
                <a:gd name="csY315" fmla="*/ 30339 h 102600"/>
                <a:gd name="csX316" fmla="*/ 573238 w 574844"/>
                <a:gd name="csY316" fmla="*/ 35083 h 102600"/>
                <a:gd name="csX317" fmla="*/ 571641 w 574844"/>
                <a:gd name="csY317" fmla="*/ 43909 h 102600"/>
                <a:gd name="csX318" fmla="*/ 564911 w 574844"/>
                <a:gd name="csY318" fmla="*/ 67131 h 102600"/>
                <a:gd name="csX319" fmla="*/ 563757 w 574844"/>
                <a:gd name="csY319" fmla="*/ 72041 h 102600"/>
                <a:gd name="csX320" fmla="*/ 564193 w 574844"/>
                <a:gd name="csY320" fmla="*/ 73365 h 102600"/>
                <a:gd name="csX321" fmla="*/ 565129 w 574844"/>
                <a:gd name="csY321" fmla="*/ 73861 h 102600"/>
                <a:gd name="csX322" fmla="*/ 566735 w 574844"/>
                <a:gd name="csY322" fmla="*/ 73145 h 102600"/>
                <a:gd name="csX323" fmla="*/ 573134 w 574844"/>
                <a:gd name="csY323" fmla="*/ 66084 h 102600"/>
                <a:gd name="csX324" fmla="*/ 574844 w 574844"/>
                <a:gd name="csY324" fmla="*/ 67131 h 102600"/>
                <a:gd name="csX325" fmla="*/ 565129 w 574844"/>
                <a:gd name="csY325" fmla="*/ 77613 h 102600"/>
                <a:gd name="csX326" fmla="*/ 559392 w 574844"/>
                <a:gd name="csY326" fmla="*/ 79764 h 102600"/>
                <a:gd name="csX327" fmla="*/ 556140 w 574844"/>
                <a:gd name="csY327" fmla="*/ 78495 h 102600"/>
                <a:gd name="csX328" fmla="*/ 554929 w 574844"/>
                <a:gd name="csY328" fmla="*/ 75185 h 102600"/>
                <a:gd name="csX329" fmla="*/ 556801 w 574844"/>
                <a:gd name="csY329" fmla="*/ 66084 h 102600"/>
                <a:gd name="csX330" fmla="*/ 563200 w 574844"/>
                <a:gd name="csY330" fmla="*/ 43909 h 102600"/>
                <a:gd name="csX331" fmla="*/ 564419 w 574844"/>
                <a:gd name="csY331" fmla="*/ 37455 h 102600"/>
                <a:gd name="csX332" fmla="*/ 563701 w 574844"/>
                <a:gd name="csY332" fmla="*/ 35689 h 102600"/>
                <a:gd name="csX333" fmla="*/ 561933 w 574844"/>
                <a:gd name="csY333" fmla="*/ 34973 h 102600"/>
                <a:gd name="csX334" fmla="*/ 558238 w 574844"/>
                <a:gd name="csY334" fmla="*/ 36296 h 102600"/>
                <a:gd name="csX335" fmla="*/ 549740 w 574844"/>
                <a:gd name="csY335" fmla="*/ 44515 h 102600"/>
                <a:gd name="csX336" fmla="*/ 540420 w 574844"/>
                <a:gd name="csY336" fmla="*/ 59078 h 102600"/>
                <a:gd name="csX337" fmla="*/ 536119 w 574844"/>
                <a:gd name="csY337" fmla="*/ 69338 h 102600"/>
                <a:gd name="csX338" fmla="*/ 533360 w 574844"/>
                <a:gd name="csY338" fmla="*/ 78440 h 102600"/>
                <a:gd name="csX339" fmla="*/ 525089 w 574844"/>
                <a:gd name="csY339" fmla="*/ 78440 h 102600"/>
                <a:gd name="csX340" fmla="*/ 535127 w 574844"/>
                <a:gd name="csY340" fmla="*/ 43909 h 102600"/>
                <a:gd name="csX341" fmla="*/ 536886 w 574844"/>
                <a:gd name="csY341" fmla="*/ 36406 h 102600"/>
                <a:gd name="csX342" fmla="*/ 535894 w 574844"/>
                <a:gd name="csY342" fmla="*/ 34310 h 102600"/>
                <a:gd name="csX343" fmla="*/ 533521 w 574844"/>
                <a:gd name="csY343" fmla="*/ 33372 h 102600"/>
                <a:gd name="csX344" fmla="*/ 531205 w 574844"/>
                <a:gd name="csY344" fmla="*/ 33593 h 102600"/>
                <a:gd name="csX345" fmla="*/ 529115 w 574844"/>
                <a:gd name="csY345" fmla="*/ 33924 h 102600"/>
                <a:gd name="csX346" fmla="*/ 528785 w 574844"/>
                <a:gd name="csY346" fmla="*/ 31938 h 102600"/>
                <a:gd name="csX347" fmla="*/ 547868 w 574844"/>
                <a:gd name="csY347" fmla="*/ 28519 h 10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Lst>
              <a:rect l="l" t="t" r="r" b="b"/>
              <a:pathLst>
                <a:path w="574844" h="102600">
                  <a:moveTo>
                    <a:pt x="24716" y="14839"/>
                  </a:moveTo>
                  <a:lnTo>
                    <a:pt x="20415" y="29842"/>
                  </a:lnTo>
                  <a:lnTo>
                    <a:pt x="29074" y="29842"/>
                  </a:lnTo>
                  <a:lnTo>
                    <a:pt x="28138" y="33317"/>
                  </a:lnTo>
                  <a:lnTo>
                    <a:pt x="19528" y="33317"/>
                  </a:lnTo>
                  <a:lnTo>
                    <a:pt x="10038" y="65863"/>
                  </a:lnTo>
                  <a:cubicBezTo>
                    <a:pt x="9013" y="69356"/>
                    <a:pt x="8497" y="71618"/>
                    <a:pt x="8497" y="72648"/>
                  </a:cubicBezTo>
                  <a:cubicBezTo>
                    <a:pt x="8497" y="73273"/>
                    <a:pt x="8642" y="73751"/>
                    <a:pt x="8941" y="74082"/>
                  </a:cubicBezTo>
                  <a:cubicBezTo>
                    <a:pt x="9231" y="74413"/>
                    <a:pt x="9578" y="74579"/>
                    <a:pt x="9990" y="74579"/>
                  </a:cubicBezTo>
                  <a:cubicBezTo>
                    <a:pt x="10902" y="74579"/>
                    <a:pt x="12120" y="73935"/>
                    <a:pt x="13629" y="72648"/>
                  </a:cubicBezTo>
                  <a:cubicBezTo>
                    <a:pt x="14509" y="71912"/>
                    <a:pt x="16478" y="69651"/>
                    <a:pt x="19528" y="65863"/>
                  </a:cubicBezTo>
                  <a:lnTo>
                    <a:pt x="21351" y="67242"/>
                  </a:lnTo>
                  <a:cubicBezTo>
                    <a:pt x="17962" y="72170"/>
                    <a:pt x="14767" y="75644"/>
                    <a:pt x="11749" y="77667"/>
                  </a:cubicBezTo>
                  <a:cubicBezTo>
                    <a:pt x="9691" y="79065"/>
                    <a:pt x="7617" y="79764"/>
                    <a:pt x="5519" y="79764"/>
                  </a:cubicBezTo>
                  <a:cubicBezTo>
                    <a:pt x="3897" y="79764"/>
                    <a:pt x="2574" y="79267"/>
                    <a:pt x="1549" y="78274"/>
                  </a:cubicBezTo>
                  <a:cubicBezTo>
                    <a:pt x="516" y="77245"/>
                    <a:pt x="0" y="75939"/>
                    <a:pt x="0" y="74357"/>
                  </a:cubicBezTo>
                  <a:cubicBezTo>
                    <a:pt x="0" y="72372"/>
                    <a:pt x="589" y="69338"/>
                    <a:pt x="1767" y="65256"/>
                  </a:cubicBezTo>
                  <a:lnTo>
                    <a:pt x="10982" y="33317"/>
                  </a:lnTo>
                  <a:lnTo>
                    <a:pt x="2647" y="33317"/>
                  </a:lnTo>
                  <a:lnTo>
                    <a:pt x="3203" y="31166"/>
                  </a:lnTo>
                  <a:cubicBezTo>
                    <a:pt x="7246" y="30063"/>
                    <a:pt x="10611" y="28427"/>
                    <a:pt x="13298" y="26257"/>
                  </a:cubicBezTo>
                  <a:cubicBezTo>
                    <a:pt x="15977" y="24051"/>
                    <a:pt x="18979" y="20244"/>
                    <a:pt x="22287" y="14839"/>
                  </a:cubicBezTo>
                  <a:lnTo>
                    <a:pt x="24716" y="14839"/>
                  </a:lnTo>
                  <a:close/>
                  <a:moveTo>
                    <a:pt x="40266" y="57644"/>
                  </a:moveTo>
                  <a:cubicBezTo>
                    <a:pt x="40016" y="59482"/>
                    <a:pt x="39887" y="61008"/>
                    <a:pt x="39887" y="62222"/>
                  </a:cubicBezTo>
                  <a:cubicBezTo>
                    <a:pt x="39887" y="65495"/>
                    <a:pt x="41041" y="68290"/>
                    <a:pt x="43357" y="70607"/>
                  </a:cubicBezTo>
                  <a:cubicBezTo>
                    <a:pt x="45672" y="72886"/>
                    <a:pt x="48489" y="74027"/>
                    <a:pt x="51797" y="74027"/>
                  </a:cubicBezTo>
                  <a:cubicBezTo>
                    <a:pt x="54444" y="74027"/>
                    <a:pt x="56985" y="73493"/>
                    <a:pt x="59415" y="72427"/>
                  </a:cubicBezTo>
                  <a:cubicBezTo>
                    <a:pt x="61876" y="71324"/>
                    <a:pt x="65515" y="68915"/>
                    <a:pt x="70332" y="65201"/>
                  </a:cubicBezTo>
                  <a:lnTo>
                    <a:pt x="71494" y="66800"/>
                  </a:lnTo>
                  <a:cubicBezTo>
                    <a:pt x="62779" y="75443"/>
                    <a:pt x="54468" y="79764"/>
                    <a:pt x="46560" y="79764"/>
                  </a:cubicBezTo>
                  <a:cubicBezTo>
                    <a:pt x="41186" y="79764"/>
                    <a:pt x="37143" y="78072"/>
                    <a:pt x="34424" y="74689"/>
                  </a:cubicBezTo>
                  <a:cubicBezTo>
                    <a:pt x="31704" y="71306"/>
                    <a:pt x="30340" y="67573"/>
                    <a:pt x="30340" y="63491"/>
                  </a:cubicBezTo>
                  <a:cubicBezTo>
                    <a:pt x="30340" y="58011"/>
                    <a:pt x="32035" y="52403"/>
                    <a:pt x="35416" y="46667"/>
                  </a:cubicBezTo>
                  <a:cubicBezTo>
                    <a:pt x="38797" y="40930"/>
                    <a:pt x="43050" y="36480"/>
                    <a:pt x="48158" y="33317"/>
                  </a:cubicBezTo>
                  <a:cubicBezTo>
                    <a:pt x="53266" y="30118"/>
                    <a:pt x="58527" y="28519"/>
                    <a:pt x="63933" y="28519"/>
                  </a:cubicBezTo>
                  <a:cubicBezTo>
                    <a:pt x="67831" y="28519"/>
                    <a:pt x="70720" y="29309"/>
                    <a:pt x="72592" y="30890"/>
                  </a:cubicBezTo>
                  <a:cubicBezTo>
                    <a:pt x="74472" y="32472"/>
                    <a:pt x="75408" y="34347"/>
                    <a:pt x="75408" y="36517"/>
                  </a:cubicBezTo>
                  <a:cubicBezTo>
                    <a:pt x="75408" y="39569"/>
                    <a:pt x="74197" y="42492"/>
                    <a:pt x="71769" y="45288"/>
                  </a:cubicBezTo>
                  <a:cubicBezTo>
                    <a:pt x="68565" y="48928"/>
                    <a:pt x="63861" y="51871"/>
                    <a:pt x="57647" y="54114"/>
                  </a:cubicBezTo>
                  <a:cubicBezTo>
                    <a:pt x="53524" y="55621"/>
                    <a:pt x="47738" y="56798"/>
                    <a:pt x="40266" y="57644"/>
                  </a:cubicBezTo>
                  <a:close/>
                  <a:moveTo>
                    <a:pt x="40653" y="54941"/>
                  </a:moveTo>
                  <a:cubicBezTo>
                    <a:pt x="46100" y="54316"/>
                    <a:pt x="50530" y="53250"/>
                    <a:pt x="53952" y="51741"/>
                  </a:cubicBezTo>
                  <a:cubicBezTo>
                    <a:pt x="58470" y="49719"/>
                    <a:pt x="61859" y="47311"/>
                    <a:pt x="64103" y="44515"/>
                  </a:cubicBezTo>
                  <a:cubicBezTo>
                    <a:pt x="66378" y="41684"/>
                    <a:pt x="67516" y="38999"/>
                    <a:pt x="67516" y="36462"/>
                  </a:cubicBezTo>
                  <a:cubicBezTo>
                    <a:pt x="67516" y="34917"/>
                    <a:pt x="67024" y="33667"/>
                    <a:pt x="66031" y="32711"/>
                  </a:cubicBezTo>
                  <a:cubicBezTo>
                    <a:pt x="65071" y="31754"/>
                    <a:pt x="63691" y="31277"/>
                    <a:pt x="61892" y="31277"/>
                  </a:cubicBezTo>
                  <a:cubicBezTo>
                    <a:pt x="58140" y="31277"/>
                    <a:pt x="54153" y="33280"/>
                    <a:pt x="49925" y="37289"/>
                  </a:cubicBezTo>
                  <a:cubicBezTo>
                    <a:pt x="45729" y="41261"/>
                    <a:pt x="42638" y="47144"/>
                    <a:pt x="40653" y="54941"/>
                  </a:cubicBezTo>
                  <a:close/>
                  <a:moveTo>
                    <a:pt x="110598" y="0"/>
                  </a:moveTo>
                  <a:lnTo>
                    <a:pt x="91732" y="65643"/>
                  </a:lnTo>
                  <a:cubicBezTo>
                    <a:pt x="90812" y="68915"/>
                    <a:pt x="90352" y="70919"/>
                    <a:pt x="90352" y="71655"/>
                  </a:cubicBezTo>
                  <a:cubicBezTo>
                    <a:pt x="90352" y="72206"/>
                    <a:pt x="90522" y="72666"/>
                    <a:pt x="90853" y="73034"/>
                  </a:cubicBezTo>
                  <a:cubicBezTo>
                    <a:pt x="91224" y="73402"/>
                    <a:pt x="91660" y="73585"/>
                    <a:pt x="92176" y="73585"/>
                  </a:cubicBezTo>
                  <a:cubicBezTo>
                    <a:pt x="92878" y="73585"/>
                    <a:pt x="93629" y="73273"/>
                    <a:pt x="94435" y="72648"/>
                  </a:cubicBezTo>
                  <a:cubicBezTo>
                    <a:pt x="96348" y="71140"/>
                    <a:pt x="98357" y="68805"/>
                    <a:pt x="100447" y="65643"/>
                  </a:cubicBezTo>
                  <a:lnTo>
                    <a:pt x="102109" y="67352"/>
                  </a:lnTo>
                  <a:cubicBezTo>
                    <a:pt x="98616" y="72280"/>
                    <a:pt x="95396" y="75719"/>
                    <a:pt x="92450" y="77667"/>
                  </a:cubicBezTo>
                  <a:cubicBezTo>
                    <a:pt x="90280" y="79065"/>
                    <a:pt x="88222" y="79764"/>
                    <a:pt x="86277" y="79764"/>
                  </a:cubicBezTo>
                  <a:cubicBezTo>
                    <a:pt x="84873" y="79764"/>
                    <a:pt x="83703" y="79285"/>
                    <a:pt x="82743" y="78329"/>
                  </a:cubicBezTo>
                  <a:cubicBezTo>
                    <a:pt x="81823" y="77373"/>
                    <a:pt x="81363" y="76270"/>
                    <a:pt x="81363" y="75020"/>
                  </a:cubicBezTo>
                  <a:cubicBezTo>
                    <a:pt x="81363" y="73696"/>
                    <a:pt x="81952" y="70975"/>
                    <a:pt x="83130" y="66856"/>
                  </a:cubicBezTo>
                  <a:lnTo>
                    <a:pt x="98083" y="15114"/>
                  </a:lnTo>
                  <a:cubicBezTo>
                    <a:pt x="99293" y="10886"/>
                    <a:pt x="99898" y="8458"/>
                    <a:pt x="99898" y="7833"/>
                  </a:cubicBezTo>
                  <a:cubicBezTo>
                    <a:pt x="99898" y="6950"/>
                    <a:pt x="99551" y="6234"/>
                    <a:pt x="98850" y="5682"/>
                  </a:cubicBezTo>
                  <a:cubicBezTo>
                    <a:pt x="98155" y="5093"/>
                    <a:pt x="97066" y="4799"/>
                    <a:pt x="95597" y="4799"/>
                  </a:cubicBezTo>
                  <a:cubicBezTo>
                    <a:pt x="94750" y="4799"/>
                    <a:pt x="93467" y="4928"/>
                    <a:pt x="91732" y="5185"/>
                  </a:cubicBezTo>
                  <a:lnTo>
                    <a:pt x="91732" y="3144"/>
                  </a:lnTo>
                  <a:lnTo>
                    <a:pt x="110598" y="0"/>
                  </a:lnTo>
                  <a:close/>
                  <a:moveTo>
                    <a:pt x="121911" y="57644"/>
                  </a:moveTo>
                  <a:cubicBezTo>
                    <a:pt x="121653" y="59482"/>
                    <a:pt x="121524" y="61008"/>
                    <a:pt x="121524" y="62222"/>
                  </a:cubicBezTo>
                  <a:cubicBezTo>
                    <a:pt x="121524" y="65495"/>
                    <a:pt x="122678" y="68290"/>
                    <a:pt x="124994" y="70607"/>
                  </a:cubicBezTo>
                  <a:cubicBezTo>
                    <a:pt x="127318" y="72886"/>
                    <a:pt x="130126" y="74027"/>
                    <a:pt x="133435" y="74027"/>
                  </a:cubicBezTo>
                  <a:cubicBezTo>
                    <a:pt x="136081" y="74027"/>
                    <a:pt x="138623" y="73493"/>
                    <a:pt x="141052" y="72427"/>
                  </a:cubicBezTo>
                  <a:cubicBezTo>
                    <a:pt x="143513" y="71324"/>
                    <a:pt x="147153" y="68915"/>
                    <a:pt x="151970" y="65201"/>
                  </a:cubicBezTo>
                  <a:lnTo>
                    <a:pt x="153132" y="66800"/>
                  </a:lnTo>
                  <a:cubicBezTo>
                    <a:pt x="144417" y="75443"/>
                    <a:pt x="136106" y="79764"/>
                    <a:pt x="128198" y="79764"/>
                  </a:cubicBezTo>
                  <a:cubicBezTo>
                    <a:pt x="122831" y="79764"/>
                    <a:pt x="118781" y="78072"/>
                    <a:pt x="116061" y="74689"/>
                  </a:cubicBezTo>
                  <a:cubicBezTo>
                    <a:pt x="113342" y="71306"/>
                    <a:pt x="111978" y="67573"/>
                    <a:pt x="111978" y="63491"/>
                  </a:cubicBezTo>
                  <a:cubicBezTo>
                    <a:pt x="111978" y="58011"/>
                    <a:pt x="113673" y="52403"/>
                    <a:pt x="117054" y="46667"/>
                  </a:cubicBezTo>
                  <a:cubicBezTo>
                    <a:pt x="120435" y="40930"/>
                    <a:pt x="124687" y="36480"/>
                    <a:pt x="129795" y="33317"/>
                  </a:cubicBezTo>
                  <a:cubicBezTo>
                    <a:pt x="134911" y="30118"/>
                    <a:pt x="140164" y="28519"/>
                    <a:pt x="145571" y="28519"/>
                  </a:cubicBezTo>
                  <a:cubicBezTo>
                    <a:pt x="149469" y="28519"/>
                    <a:pt x="152357" y="29309"/>
                    <a:pt x="154237" y="30890"/>
                  </a:cubicBezTo>
                  <a:cubicBezTo>
                    <a:pt x="156110" y="32472"/>
                    <a:pt x="157045" y="34347"/>
                    <a:pt x="157045" y="36517"/>
                  </a:cubicBezTo>
                  <a:cubicBezTo>
                    <a:pt x="157045" y="39569"/>
                    <a:pt x="155835" y="42492"/>
                    <a:pt x="153406" y="45288"/>
                  </a:cubicBezTo>
                  <a:cubicBezTo>
                    <a:pt x="150203" y="48928"/>
                    <a:pt x="145498" y="51871"/>
                    <a:pt x="139285" y="54114"/>
                  </a:cubicBezTo>
                  <a:cubicBezTo>
                    <a:pt x="135170" y="55621"/>
                    <a:pt x="129376" y="56798"/>
                    <a:pt x="121911" y="57644"/>
                  </a:cubicBezTo>
                  <a:close/>
                  <a:moveTo>
                    <a:pt x="122291" y="54941"/>
                  </a:moveTo>
                  <a:cubicBezTo>
                    <a:pt x="127738" y="54316"/>
                    <a:pt x="132168" y="53250"/>
                    <a:pt x="135589" y="51741"/>
                  </a:cubicBezTo>
                  <a:cubicBezTo>
                    <a:pt x="140116" y="49719"/>
                    <a:pt x="143497" y="47311"/>
                    <a:pt x="145740" y="44515"/>
                  </a:cubicBezTo>
                  <a:cubicBezTo>
                    <a:pt x="148016" y="41684"/>
                    <a:pt x="149162" y="38999"/>
                    <a:pt x="149162" y="36462"/>
                  </a:cubicBezTo>
                  <a:cubicBezTo>
                    <a:pt x="149162" y="34917"/>
                    <a:pt x="148662" y="33667"/>
                    <a:pt x="147669" y="32711"/>
                  </a:cubicBezTo>
                  <a:cubicBezTo>
                    <a:pt x="146717" y="31754"/>
                    <a:pt x="145337" y="31277"/>
                    <a:pt x="143529" y="31277"/>
                  </a:cubicBezTo>
                  <a:cubicBezTo>
                    <a:pt x="139777" y="31277"/>
                    <a:pt x="135791" y="33280"/>
                    <a:pt x="131562" y="37289"/>
                  </a:cubicBezTo>
                  <a:cubicBezTo>
                    <a:pt x="127367" y="41261"/>
                    <a:pt x="124284" y="47144"/>
                    <a:pt x="122291" y="54941"/>
                  </a:cubicBezTo>
                  <a:close/>
                  <a:moveTo>
                    <a:pt x="183634" y="28519"/>
                  </a:moveTo>
                  <a:lnTo>
                    <a:pt x="179825" y="41205"/>
                  </a:lnTo>
                  <a:cubicBezTo>
                    <a:pt x="183836" y="36498"/>
                    <a:pt x="187402" y="33207"/>
                    <a:pt x="190533" y="31332"/>
                  </a:cubicBezTo>
                  <a:cubicBezTo>
                    <a:pt x="193688" y="29456"/>
                    <a:pt x="196908" y="28519"/>
                    <a:pt x="200184" y="28519"/>
                  </a:cubicBezTo>
                  <a:cubicBezTo>
                    <a:pt x="203452" y="28519"/>
                    <a:pt x="206252" y="29824"/>
                    <a:pt x="208568" y="32435"/>
                  </a:cubicBezTo>
                  <a:cubicBezTo>
                    <a:pt x="210884" y="35009"/>
                    <a:pt x="212046" y="38374"/>
                    <a:pt x="212046" y="42529"/>
                  </a:cubicBezTo>
                  <a:cubicBezTo>
                    <a:pt x="212046" y="50620"/>
                    <a:pt x="208754" y="58857"/>
                    <a:pt x="202169" y="67242"/>
                  </a:cubicBezTo>
                  <a:cubicBezTo>
                    <a:pt x="195585" y="75590"/>
                    <a:pt x="187919" y="79764"/>
                    <a:pt x="179164" y="79764"/>
                  </a:cubicBezTo>
                  <a:cubicBezTo>
                    <a:pt x="177324" y="79764"/>
                    <a:pt x="175694" y="79561"/>
                    <a:pt x="174257" y="79157"/>
                  </a:cubicBezTo>
                  <a:cubicBezTo>
                    <a:pt x="172861" y="78752"/>
                    <a:pt x="171280" y="78035"/>
                    <a:pt x="169513" y="77006"/>
                  </a:cubicBezTo>
                  <a:lnTo>
                    <a:pt x="165486" y="91237"/>
                  </a:lnTo>
                  <a:cubicBezTo>
                    <a:pt x="164679" y="94032"/>
                    <a:pt x="164276" y="95853"/>
                    <a:pt x="164276" y="96698"/>
                  </a:cubicBezTo>
                  <a:cubicBezTo>
                    <a:pt x="164276" y="97508"/>
                    <a:pt x="164477" y="98188"/>
                    <a:pt x="164881" y="98739"/>
                  </a:cubicBezTo>
                  <a:cubicBezTo>
                    <a:pt x="165325" y="99327"/>
                    <a:pt x="166019" y="99769"/>
                    <a:pt x="166979" y="100063"/>
                  </a:cubicBezTo>
                  <a:cubicBezTo>
                    <a:pt x="167931" y="100394"/>
                    <a:pt x="169828" y="100559"/>
                    <a:pt x="172660" y="100559"/>
                  </a:cubicBezTo>
                  <a:lnTo>
                    <a:pt x="172159" y="102600"/>
                  </a:lnTo>
                  <a:lnTo>
                    <a:pt x="146176" y="102600"/>
                  </a:lnTo>
                  <a:lnTo>
                    <a:pt x="146733" y="100559"/>
                  </a:lnTo>
                  <a:cubicBezTo>
                    <a:pt x="150154" y="100413"/>
                    <a:pt x="152470" y="99824"/>
                    <a:pt x="153681" y="98795"/>
                  </a:cubicBezTo>
                  <a:cubicBezTo>
                    <a:pt x="154859" y="97765"/>
                    <a:pt x="156110" y="94915"/>
                    <a:pt x="157433" y="90244"/>
                  </a:cubicBezTo>
                  <a:lnTo>
                    <a:pt x="171385" y="41923"/>
                  </a:lnTo>
                  <a:cubicBezTo>
                    <a:pt x="172232" y="38871"/>
                    <a:pt x="172660" y="36977"/>
                    <a:pt x="172660" y="36241"/>
                  </a:cubicBezTo>
                  <a:cubicBezTo>
                    <a:pt x="172660" y="35248"/>
                    <a:pt x="172361" y="34476"/>
                    <a:pt x="171772" y="33924"/>
                  </a:cubicBezTo>
                  <a:cubicBezTo>
                    <a:pt x="171224" y="33372"/>
                    <a:pt x="170360" y="33097"/>
                    <a:pt x="169182" y="33097"/>
                  </a:cubicBezTo>
                  <a:cubicBezTo>
                    <a:pt x="168117" y="33097"/>
                    <a:pt x="166624" y="33226"/>
                    <a:pt x="164711" y="33483"/>
                  </a:cubicBezTo>
                  <a:lnTo>
                    <a:pt x="164711" y="31332"/>
                  </a:lnTo>
                  <a:lnTo>
                    <a:pt x="183634" y="28519"/>
                  </a:lnTo>
                  <a:close/>
                  <a:moveTo>
                    <a:pt x="170779" y="72648"/>
                  </a:moveTo>
                  <a:cubicBezTo>
                    <a:pt x="173063" y="75369"/>
                    <a:pt x="176129" y="76730"/>
                    <a:pt x="179995" y="76730"/>
                  </a:cubicBezTo>
                  <a:cubicBezTo>
                    <a:pt x="181907" y="76730"/>
                    <a:pt x="183852" y="76196"/>
                    <a:pt x="185837" y="75130"/>
                  </a:cubicBezTo>
                  <a:cubicBezTo>
                    <a:pt x="187830" y="74064"/>
                    <a:pt x="189759" y="72482"/>
                    <a:pt x="191631" y="70386"/>
                  </a:cubicBezTo>
                  <a:cubicBezTo>
                    <a:pt x="193543" y="68290"/>
                    <a:pt x="195254" y="65881"/>
                    <a:pt x="196763" y="63160"/>
                  </a:cubicBezTo>
                  <a:cubicBezTo>
                    <a:pt x="198272" y="60401"/>
                    <a:pt x="199611" y="57166"/>
                    <a:pt x="200789" y="53451"/>
                  </a:cubicBezTo>
                  <a:cubicBezTo>
                    <a:pt x="202000" y="49737"/>
                    <a:pt x="202613" y="46060"/>
                    <a:pt x="202613" y="42419"/>
                  </a:cubicBezTo>
                  <a:cubicBezTo>
                    <a:pt x="202613" y="39477"/>
                    <a:pt x="201927" y="37234"/>
                    <a:pt x="200571" y="35689"/>
                  </a:cubicBezTo>
                  <a:cubicBezTo>
                    <a:pt x="199248" y="34108"/>
                    <a:pt x="197683" y="33317"/>
                    <a:pt x="195884" y="33317"/>
                  </a:cubicBezTo>
                  <a:cubicBezTo>
                    <a:pt x="191905" y="33317"/>
                    <a:pt x="187975" y="35598"/>
                    <a:pt x="184078" y="40158"/>
                  </a:cubicBezTo>
                  <a:cubicBezTo>
                    <a:pt x="180213" y="44718"/>
                    <a:pt x="177380" y="50050"/>
                    <a:pt x="175581" y="56155"/>
                  </a:cubicBezTo>
                  <a:lnTo>
                    <a:pt x="170779" y="72648"/>
                  </a:lnTo>
                  <a:close/>
                  <a:moveTo>
                    <a:pt x="267370" y="45784"/>
                  </a:moveTo>
                  <a:cubicBezTo>
                    <a:pt x="267370" y="51300"/>
                    <a:pt x="265901" y="56761"/>
                    <a:pt x="262956" y="62167"/>
                  </a:cubicBezTo>
                  <a:cubicBezTo>
                    <a:pt x="260051" y="67573"/>
                    <a:pt x="255992" y="71857"/>
                    <a:pt x="250763" y="75020"/>
                  </a:cubicBezTo>
                  <a:cubicBezTo>
                    <a:pt x="245542" y="78182"/>
                    <a:pt x="240467" y="79764"/>
                    <a:pt x="235544" y="79764"/>
                  </a:cubicBezTo>
                  <a:cubicBezTo>
                    <a:pt x="230501" y="79764"/>
                    <a:pt x="226386" y="78164"/>
                    <a:pt x="223182" y="74964"/>
                  </a:cubicBezTo>
                  <a:cubicBezTo>
                    <a:pt x="220019" y="71728"/>
                    <a:pt x="218445" y="67554"/>
                    <a:pt x="218445" y="62443"/>
                  </a:cubicBezTo>
                  <a:cubicBezTo>
                    <a:pt x="218445" y="57037"/>
                    <a:pt x="219986" y="51613"/>
                    <a:pt x="223077" y="46170"/>
                  </a:cubicBezTo>
                  <a:cubicBezTo>
                    <a:pt x="226200" y="40728"/>
                    <a:pt x="230356" y="36425"/>
                    <a:pt x="235544" y="33263"/>
                  </a:cubicBezTo>
                  <a:cubicBezTo>
                    <a:pt x="240765" y="30099"/>
                    <a:pt x="245800" y="28519"/>
                    <a:pt x="250658" y="28519"/>
                  </a:cubicBezTo>
                  <a:cubicBezTo>
                    <a:pt x="255508" y="28519"/>
                    <a:pt x="259502" y="30118"/>
                    <a:pt x="262625" y="33317"/>
                  </a:cubicBezTo>
                  <a:cubicBezTo>
                    <a:pt x="265788" y="36517"/>
                    <a:pt x="267370" y="40673"/>
                    <a:pt x="267370" y="45784"/>
                  </a:cubicBezTo>
                  <a:close/>
                  <a:moveTo>
                    <a:pt x="258211" y="41978"/>
                  </a:moveTo>
                  <a:cubicBezTo>
                    <a:pt x="258211" y="38558"/>
                    <a:pt x="257364" y="35947"/>
                    <a:pt x="255677" y="34145"/>
                  </a:cubicBezTo>
                  <a:cubicBezTo>
                    <a:pt x="254023" y="32306"/>
                    <a:pt x="251869" y="31387"/>
                    <a:pt x="249222" y="31387"/>
                  </a:cubicBezTo>
                  <a:cubicBezTo>
                    <a:pt x="243815" y="31387"/>
                    <a:pt x="238837" y="35266"/>
                    <a:pt x="234269" y="43026"/>
                  </a:cubicBezTo>
                  <a:cubicBezTo>
                    <a:pt x="229750" y="50749"/>
                    <a:pt x="227491" y="58434"/>
                    <a:pt x="227491" y="66084"/>
                  </a:cubicBezTo>
                  <a:cubicBezTo>
                    <a:pt x="227491" y="69577"/>
                    <a:pt x="228371" y="72280"/>
                    <a:pt x="230138" y="74192"/>
                  </a:cubicBezTo>
                  <a:cubicBezTo>
                    <a:pt x="231897" y="76068"/>
                    <a:pt x="234124" y="77006"/>
                    <a:pt x="236811" y="77006"/>
                  </a:cubicBezTo>
                  <a:cubicBezTo>
                    <a:pt x="241992" y="77006"/>
                    <a:pt x="246849" y="73162"/>
                    <a:pt x="251376" y="65477"/>
                  </a:cubicBezTo>
                  <a:cubicBezTo>
                    <a:pt x="255936" y="57754"/>
                    <a:pt x="258211" y="49921"/>
                    <a:pt x="258211" y="41978"/>
                  </a:cubicBezTo>
                  <a:close/>
                  <a:moveTo>
                    <a:pt x="277521" y="31608"/>
                  </a:moveTo>
                  <a:lnTo>
                    <a:pt x="296549" y="28519"/>
                  </a:lnTo>
                  <a:lnTo>
                    <a:pt x="288608" y="55327"/>
                  </a:lnTo>
                  <a:cubicBezTo>
                    <a:pt x="295040" y="44331"/>
                    <a:pt x="300890" y="36645"/>
                    <a:pt x="306151" y="32269"/>
                  </a:cubicBezTo>
                  <a:cubicBezTo>
                    <a:pt x="309129" y="29769"/>
                    <a:pt x="311557" y="28519"/>
                    <a:pt x="313430" y="28519"/>
                  </a:cubicBezTo>
                  <a:cubicBezTo>
                    <a:pt x="314640" y="28519"/>
                    <a:pt x="315600" y="28886"/>
                    <a:pt x="316294" y="29622"/>
                  </a:cubicBezTo>
                  <a:cubicBezTo>
                    <a:pt x="316996" y="30321"/>
                    <a:pt x="317343" y="31350"/>
                    <a:pt x="317343" y="32711"/>
                  </a:cubicBezTo>
                  <a:cubicBezTo>
                    <a:pt x="317343" y="35138"/>
                    <a:pt x="316722" y="37455"/>
                    <a:pt x="315471" y="39661"/>
                  </a:cubicBezTo>
                  <a:cubicBezTo>
                    <a:pt x="314592" y="41316"/>
                    <a:pt x="313317" y="42144"/>
                    <a:pt x="311663" y="42144"/>
                  </a:cubicBezTo>
                  <a:cubicBezTo>
                    <a:pt x="310815" y="42144"/>
                    <a:pt x="310081" y="41868"/>
                    <a:pt x="309460" y="41316"/>
                  </a:cubicBezTo>
                  <a:cubicBezTo>
                    <a:pt x="308870" y="40765"/>
                    <a:pt x="308499" y="39918"/>
                    <a:pt x="308354" y="38779"/>
                  </a:cubicBezTo>
                  <a:cubicBezTo>
                    <a:pt x="308281" y="38080"/>
                    <a:pt x="308112" y="37620"/>
                    <a:pt x="307862" y="37400"/>
                  </a:cubicBezTo>
                  <a:cubicBezTo>
                    <a:pt x="307563" y="37105"/>
                    <a:pt x="307216" y="36958"/>
                    <a:pt x="306813" y="36958"/>
                  </a:cubicBezTo>
                  <a:cubicBezTo>
                    <a:pt x="306183" y="36958"/>
                    <a:pt x="305594" y="37105"/>
                    <a:pt x="305046" y="37400"/>
                  </a:cubicBezTo>
                  <a:cubicBezTo>
                    <a:pt x="304085" y="37915"/>
                    <a:pt x="302633" y="39349"/>
                    <a:pt x="300688" y="41702"/>
                  </a:cubicBezTo>
                  <a:cubicBezTo>
                    <a:pt x="297638" y="45306"/>
                    <a:pt x="294330" y="49977"/>
                    <a:pt x="290755" y="55713"/>
                  </a:cubicBezTo>
                  <a:cubicBezTo>
                    <a:pt x="289213" y="58140"/>
                    <a:pt x="287890" y="60880"/>
                    <a:pt x="286785" y="63932"/>
                  </a:cubicBezTo>
                  <a:cubicBezTo>
                    <a:pt x="285243" y="68125"/>
                    <a:pt x="284356" y="70644"/>
                    <a:pt x="284138" y="71490"/>
                  </a:cubicBezTo>
                  <a:lnTo>
                    <a:pt x="282371" y="78440"/>
                  </a:lnTo>
                  <a:lnTo>
                    <a:pt x="273930" y="78440"/>
                  </a:lnTo>
                  <a:lnTo>
                    <a:pt x="284138" y="44185"/>
                  </a:lnTo>
                  <a:cubicBezTo>
                    <a:pt x="285316" y="40213"/>
                    <a:pt x="285905" y="37381"/>
                    <a:pt x="285905" y="35689"/>
                  </a:cubicBezTo>
                  <a:cubicBezTo>
                    <a:pt x="285905" y="35027"/>
                    <a:pt x="285631" y="34476"/>
                    <a:pt x="285074" y="34035"/>
                  </a:cubicBezTo>
                  <a:cubicBezTo>
                    <a:pt x="284339" y="33447"/>
                    <a:pt x="283363" y="33152"/>
                    <a:pt x="282153" y="33152"/>
                  </a:cubicBezTo>
                  <a:cubicBezTo>
                    <a:pt x="281378" y="33152"/>
                    <a:pt x="279966" y="33317"/>
                    <a:pt x="277908" y="33648"/>
                  </a:cubicBezTo>
                  <a:lnTo>
                    <a:pt x="277521" y="31608"/>
                  </a:lnTo>
                  <a:close/>
                  <a:moveTo>
                    <a:pt x="344981" y="14839"/>
                  </a:moveTo>
                  <a:lnTo>
                    <a:pt x="340680" y="29842"/>
                  </a:lnTo>
                  <a:lnTo>
                    <a:pt x="349338" y="29842"/>
                  </a:lnTo>
                  <a:lnTo>
                    <a:pt x="348402" y="33317"/>
                  </a:lnTo>
                  <a:lnTo>
                    <a:pt x="339800" y="33317"/>
                  </a:lnTo>
                  <a:lnTo>
                    <a:pt x="330311" y="65863"/>
                  </a:lnTo>
                  <a:cubicBezTo>
                    <a:pt x="329278" y="69356"/>
                    <a:pt x="328761" y="71618"/>
                    <a:pt x="328761" y="72648"/>
                  </a:cubicBezTo>
                  <a:cubicBezTo>
                    <a:pt x="328761" y="73273"/>
                    <a:pt x="328915" y="73751"/>
                    <a:pt x="329205" y="74082"/>
                  </a:cubicBezTo>
                  <a:cubicBezTo>
                    <a:pt x="329504" y="74413"/>
                    <a:pt x="329851" y="74579"/>
                    <a:pt x="330254" y="74579"/>
                  </a:cubicBezTo>
                  <a:cubicBezTo>
                    <a:pt x="331174" y="74579"/>
                    <a:pt x="332384" y="73935"/>
                    <a:pt x="333893" y="72648"/>
                  </a:cubicBezTo>
                  <a:cubicBezTo>
                    <a:pt x="334781" y="71912"/>
                    <a:pt x="336742" y="69651"/>
                    <a:pt x="339800" y="65863"/>
                  </a:cubicBezTo>
                  <a:lnTo>
                    <a:pt x="341616" y="67242"/>
                  </a:lnTo>
                  <a:cubicBezTo>
                    <a:pt x="338235" y="72170"/>
                    <a:pt x="335031" y="75644"/>
                    <a:pt x="332022" y="77667"/>
                  </a:cubicBezTo>
                  <a:cubicBezTo>
                    <a:pt x="329964" y="79065"/>
                    <a:pt x="327882" y="79764"/>
                    <a:pt x="325784" y="79764"/>
                  </a:cubicBezTo>
                  <a:cubicBezTo>
                    <a:pt x="324170" y="79764"/>
                    <a:pt x="322847" y="79267"/>
                    <a:pt x="321814" y="78274"/>
                  </a:cubicBezTo>
                  <a:cubicBezTo>
                    <a:pt x="320781" y="77245"/>
                    <a:pt x="320273" y="75939"/>
                    <a:pt x="320273" y="74357"/>
                  </a:cubicBezTo>
                  <a:cubicBezTo>
                    <a:pt x="320273" y="72372"/>
                    <a:pt x="320862" y="69338"/>
                    <a:pt x="322031" y="65256"/>
                  </a:cubicBezTo>
                  <a:lnTo>
                    <a:pt x="331247" y="33317"/>
                  </a:lnTo>
                  <a:lnTo>
                    <a:pt x="322919" y="33317"/>
                  </a:lnTo>
                  <a:lnTo>
                    <a:pt x="323468" y="31166"/>
                  </a:lnTo>
                  <a:cubicBezTo>
                    <a:pt x="327511" y="30063"/>
                    <a:pt x="330875" y="28427"/>
                    <a:pt x="333563" y="26257"/>
                  </a:cubicBezTo>
                  <a:cubicBezTo>
                    <a:pt x="336250" y="24051"/>
                    <a:pt x="339243" y="20244"/>
                    <a:pt x="342552" y="14839"/>
                  </a:cubicBezTo>
                  <a:lnTo>
                    <a:pt x="344981" y="14839"/>
                  </a:lnTo>
                  <a:close/>
                  <a:moveTo>
                    <a:pt x="400086" y="28519"/>
                  </a:moveTo>
                  <a:lnTo>
                    <a:pt x="389330" y="65918"/>
                  </a:lnTo>
                  <a:lnTo>
                    <a:pt x="388120" y="70938"/>
                  </a:lnTo>
                  <a:cubicBezTo>
                    <a:pt x="388007" y="71416"/>
                    <a:pt x="387950" y="71820"/>
                    <a:pt x="387950" y="72151"/>
                  </a:cubicBezTo>
                  <a:cubicBezTo>
                    <a:pt x="387950" y="72739"/>
                    <a:pt x="388136" y="73254"/>
                    <a:pt x="388507" y="73696"/>
                  </a:cubicBezTo>
                  <a:cubicBezTo>
                    <a:pt x="388797" y="74027"/>
                    <a:pt x="389169" y="74192"/>
                    <a:pt x="389604" y="74192"/>
                  </a:cubicBezTo>
                  <a:cubicBezTo>
                    <a:pt x="390089" y="74192"/>
                    <a:pt x="390710" y="73898"/>
                    <a:pt x="391485" y="73310"/>
                  </a:cubicBezTo>
                  <a:cubicBezTo>
                    <a:pt x="392921" y="72243"/>
                    <a:pt x="394833" y="70037"/>
                    <a:pt x="397222" y="66690"/>
                  </a:cubicBezTo>
                  <a:lnTo>
                    <a:pt x="399094" y="68014"/>
                  </a:lnTo>
                  <a:cubicBezTo>
                    <a:pt x="396560" y="71839"/>
                    <a:pt x="393946" y="74762"/>
                    <a:pt x="391267" y="76785"/>
                  </a:cubicBezTo>
                  <a:cubicBezTo>
                    <a:pt x="388580" y="78771"/>
                    <a:pt x="386094" y="79764"/>
                    <a:pt x="383819" y="79764"/>
                  </a:cubicBezTo>
                  <a:cubicBezTo>
                    <a:pt x="382237" y="79764"/>
                    <a:pt x="381043" y="79359"/>
                    <a:pt x="380228" y="78550"/>
                  </a:cubicBezTo>
                  <a:cubicBezTo>
                    <a:pt x="379461" y="77778"/>
                    <a:pt x="379074" y="76638"/>
                    <a:pt x="379074" y="75130"/>
                  </a:cubicBezTo>
                  <a:cubicBezTo>
                    <a:pt x="379074" y="73328"/>
                    <a:pt x="379477" y="70956"/>
                    <a:pt x="380284" y="68014"/>
                  </a:cubicBezTo>
                  <a:lnTo>
                    <a:pt x="381446" y="63877"/>
                  </a:lnTo>
                  <a:cubicBezTo>
                    <a:pt x="376629" y="70165"/>
                    <a:pt x="372199" y="74560"/>
                    <a:pt x="368148" y="77061"/>
                  </a:cubicBezTo>
                  <a:cubicBezTo>
                    <a:pt x="365243" y="78863"/>
                    <a:pt x="362394" y="79764"/>
                    <a:pt x="359602" y="79764"/>
                  </a:cubicBezTo>
                  <a:cubicBezTo>
                    <a:pt x="356915" y="79764"/>
                    <a:pt x="354600" y="78660"/>
                    <a:pt x="352646" y="76454"/>
                  </a:cubicBezTo>
                  <a:cubicBezTo>
                    <a:pt x="350702" y="74211"/>
                    <a:pt x="349726" y="71140"/>
                    <a:pt x="349726" y="67242"/>
                  </a:cubicBezTo>
                  <a:cubicBezTo>
                    <a:pt x="349726" y="61395"/>
                    <a:pt x="351477" y="55235"/>
                    <a:pt x="354962" y="48763"/>
                  </a:cubicBezTo>
                  <a:cubicBezTo>
                    <a:pt x="358497" y="42254"/>
                    <a:pt x="362967" y="37050"/>
                    <a:pt x="368374" y="33152"/>
                  </a:cubicBezTo>
                  <a:cubicBezTo>
                    <a:pt x="372602" y="30063"/>
                    <a:pt x="376589" y="28519"/>
                    <a:pt x="380341" y="28519"/>
                  </a:cubicBezTo>
                  <a:cubicBezTo>
                    <a:pt x="382584" y="28519"/>
                    <a:pt x="384440" y="29107"/>
                    <a:pt x="385909" y="30283"/>
                  </a:cubicBezTo>
                  <a:cubicBezTo>
                    <a:pt x="387418" y="31461"/>
                    <a:pt x="388563" y="33409"/>
                    <a:pt x="389330" y="36130"/>
                  </a:cubicBezTo>
                  <a:lnTo>
                    <a:pt x="391315" y="29842"/>
                  </a:lnTo>
                  <a:lnTo>
                    <a:pt x="400086" y="28519"/>
                  </a:lnTo>
                  <a:close/>
                  <a:moveTo>
                    <a:pt x="380454" y="31387"/>
                  </a:moveTo>
                  <a:cubicBezTo>
                    <a:pt x="378097" y="31387"/>
                    <a:pt x="375596" y="32490"/>
                    <a:pt x="372949" y="34697"/>
                  </a:cubicBezTo>
                  <a:cubicBezTo>
                    <a:pt x="369197" y="37823"/>
                    <a:pt x="365848" y="42456"/>
                    <a:pt x="362911" y="48598"/>
                  </a:cubicBezTo>
                  <a:cubicBezTo>
                    <a:pt x="360006" y="54738"/>
                    <a:pt x="358553" y="60292"/>
                    <a:pt x="358553" y="65256"/>
                  </a:cubicBezTo>
                  <a:cubicBezTo>
                    <a:pt x="358553" y="67757"/>
                    <a:pt x="359175" y="69743"/>
                    <a:pt x="360425" y="71214"/>
                  </a:cubicBezTo>
                  <a:cubicBezTo>
                    <a:pt x="361676" y="72648"/>
                    <a:pt x="363113" y="73365"/>
                    <a:pt x="364726" y="73365"/>
                  </a:cubicBezTo>
                  <a:cubicBezTo>
                    <a:pt x="368737" y="73365"/>
                    <a:pt x="373094" y="70404"/>
                    <a:pt x="377807" y="64484"/>
                  </a:cubicBezTo>
                  <a:cubicBezTo>
                    <a:pt x="384093" y="56614"/>
                    <a:pt x="387232" y="48542"/>
                    <a:pt x="387232" y="40268"/>
                  </a:cubicBezTo>
                  <a:cubicBezTo>
                    <a:pt x="387232" y="37142"/>
                    <a:pt x="386627" y="34881"/>
                    <a:pt x="385416" y="33483"/>
                  </a:cubicBezTo>
                  <a:cubicBezTo>
                    <a:pt x="384206" y="32085"/>
                    <a:pt x="382544" y="31387"/>
                    <a:pt x="380454" y="31387"/>
                  </a:cubicBezTo>
                  <a:close/>
                  <a:moveTo>
                    <a:pt x="432912" y="14839"/>
                  </a:moveTo>
                  <a:lnTo>
                    <a:pt x="428604" y="29842"/>
                  </a:lnTo>
                  <a:lnTo>
                    <a:pt x="437270" y="29842"/>
                  </a:lnTo>
                  <a:lnTo>
                    <a:pt x="436326" y="33317"/>
                  </a:lnTo>
                  <a:lnTo>
                    <a:pt x="427724" y="33317"/>
                  </a:lnTo>
                  <a:lnTo>
                    <a:pt x="418234" y="65863"/>
                  </a:lnTo>
                  <a:cubicBezTo>
                    <a:pt x="417210" y="69356"/>
                    <a:pt x="416693" y="71618"/>
                    <a:pt x="416693" y="72648"/>
                  </a:cubicBezTo>
                  <a:cubicBezTo>
                    <a:pt x="416693" y="73273"/>
                    <a:pt x="416838" y="73751"/>
                    <a:pt x="417137" y="74082"/>
                  </a:cubicBezTo>
                  <a:cubicBezTo>
                    <a:pt x="417427" y="74413"/>
                    <a:pt x="417775" y="74579"/>
                    <a:pt x="418178" y="74579"/>
                  </a:cubicBezTo>
                  <a:cubicBezTo>
                    <a:pt x="419098" y="74579"/>
                    <a:pt x="420316" y="73935"/>
                    <a:pt x="421825" y="72648"/>
                  </a:cubicBezTo>
                  <a:cubicBezTo>
                    <a:pt x="422705" y="71912"/>
                    <a:pt x="424674" y="69651"/>
                    <a:pt x="427724" y="65863"/>
                  </a:cubicBezTo>
                  <a:lnTo>
                    <a:pt x="429548" y="67242"/>
                  </a:lnTo>
                  <a:cubicBezTo>
                    <a:pt x="426158" y="72170"/>
                    <a:pt x="422963" y="75644"/>
                    <a:pt x="419945" y="77667"/>
                  </a:cubicBezTo>
                  <a:cubicBezTo>
                    <a:pt x="417887" y="79065"/>
                    <a:pt x="415814" y="79764"/>
                    <a:pt x="413715" y="79764"/>
                  </a:cubicBezTo>
                  <a:cubicBezTo>
                    <a:pt x="412094" y="79764"/>
                    <a:pt x="410770" y="79267"/>
                    <a:pt x="409745" y="78274"/>
                  </a:cubicBezTo>
                  <a:cubicBezTo>
                    <a:pt x="408713" y="77245"/>
                    <a:pt x="408196" y="75939"/>
                    <a:pt x="408196" y="74357"/>
                  </a:cubicBezTo>
                  <a:cubicBezTo>
                    <a:pt x="408196" y="72372"/>
                    <a:pt x="408785" y="69338"/>
                    <a:pt x="409963" y="65256"/>
                  </a:cubicBezTo>
                  <a:lnTo>
                    <a:pt x="419178" y="33317"/>
                  </a:lnTo>
                  <a:lnTo>
                    <a:pt x="410843" y="33317"/>
                  </a:lnTo>
                  <a:lnTo>
                    <a:pt x="411399" y="31166"/>
                  </a:lnTo>
                  <a:cubicBezTo>
                    <a:pt x="415442" y="30063"/>
                    <a:pt x="418807" y="28427"/>
                    <a:pt x="421494" y="26257"/>
                  </a:cubicBezTo>
                  <a:cubicBezTo>
                    <a:pt x="424173" y="24051"/>
                    <a:pt x="427175" y="20244"/>
                    <a:pt x="430484" y="14839"/>
                  </a:cubicBezTo>
                  <a:lnTo>
                    <a:pt x="432912" y="14839"/>
                  </a:lnTo>
                  <a:close/>
                  <a:moveTo>
                    <a:pt x="460268" y="6619"/>
                  </a:moveTo>
                  <a:cubicBezTo>
                    <a:pt x="461817" y="6619"/>
                    <a:pt x="463116" y="7153"/>
                    <a:pt x="464189" y="8219"/>
                  </a:cubicBezTo>
                  <a:cubicBezTo>
                    <a:pt x="465255" y="9285"/>
                    <a:pt x="465787" y="10591"/>
                    <a:pt x="465787" y="12135"/>
                  </a:cubicBezTo>
                  <a:cubicBezTo>
                    <a:pt x="465787" y="13644"/>
                    <a:pt x="465238" y="14948"/>
                    <a:pt x="464133" y="16052"/>
                  </a:cubicBezTo>
                  <a:cubicBezTo>
                    <a:pt x="463068" y="17118"/>
                    <a:pt x="461777" y="17652"/>
                    <a:pt x="460268" y="17652"/>
                  </a:cubicBezTo>
                  <a:cubicBezTo>
                    <a:pt x="458758" y="17652"/>
                    <a:pt x="457459" y="17118"/>
                    <a:pt x="456354" y="16052"/>
                  </a:cubicBezTo>
                  <a:cubicBezTo>
                    <a:pt x="455289" y="14948"/>
                    <a:pt x="454756" y="13644"/>
                    <a:pt x="454756" y="12135"/>
                  </a:cubicBezTo>
                  <a:cubicBezTo>
                    <a:pt x="454756" y="10591"/>
                    <a:pt x="455289" y="9285"/>
                    <a:pt x="456354" y="8219"/>
                  </a:cubicBezTo>
                  <a:cubicBezTo>
                    <a:pt x="457419" y="7153"/>
                    <a:pt x="458727" y="6619"/>
                    <a:pt x="460268" y="6619"/>
                  </a:cubicBezTo>
                  <a:close/>
                  <a:moveTo>
                    <a:pt x="460986" y="28519"/>
                  </a:moveTo>
                  <a:lnTo>
                    <a:pt x="450068" y="67187"/>
                  </a:lnTo>
                  <a:cubicBezTo>
                    <a:pt x="449325" y="69797"/>
                    <a:pt x="448963" y="71360"/>
                    <a:pt x="448963" y="71875"/>
                  </a:cubicBezTo>
                  <a:cubicBezTo>
                    <a:pt x="448963" y="72464"/>
                    <a:pt x="449124" y="72942"/>
                    <a:pt x="449455" y="73310"/>
                  </a:cubicBezTo>
                  <a:cubicBezTo>
                    <a:pt x="449826" y="73677"/>
                    <a:pt x="450245" y="73861"/>
                    <a:pt x="450730" y="73861"/>
                  </a:cubicBezTo>
                  <a:cubicBezTo>
                    <a:pt x="451279" y="73861"/>
                    <a:pt x="451940" y="73567"/>
                    <a:pt x="452715" y="72978"/>
                  </a:cubicBezTo>
                  <a:cubicBezTo>
                    <a:pt x="454813" y="71324"/>
                    <a:pt x="456927" y="68970"/>
                    <a:pt x="459057" y="65918"/>
                  </a:cubicBezTo>
                  <a:lnTo>
                    <a:pt x="460986" y="67187"/>
                  </a:lnTo>
                  <a:cubicBezTo>
                    <a:pt x="458484" y="71011"/>
                    <a:pt x="455547" y="74229"/>
                    <a:pt x="452158" y="76840"/>
                  </a:cubicBezTo>
                  <a:cubicBezTo>
                    <a:pt x="449665" y="78789"/>
                    <a:pt x="447268" y="79764"/>
                    <a:pt x="444992" y="79764"/>
                  </a:cubicBezTo>
                  <a:cubicBezTo>
                    <a:pt x="443483" y="79764"/>
                    <a:pt x="442249" y="79322"/>
                    <a:pt x="441297" y="78440"/>
                  </a:cubicBezTo>
                  <a:cubicBezTo>
                    <a:pt x="440336" y="77521"/>
                    <a:pt x="439860" y="76380"/>
                    <a:pt x="439860" y="75020"/>
                  </a:cubicBezTo>
                  <a:cubicBezTo>
                    <a:pt x="439860" y="73659"/>
                    <a:pt x="440320" y="71398"/>
                    <a:pt x="441240" y="68235"/>
                  </a:cubicBezTo>
                  <a:lnTo>
                    <a:pt x="448414" y="43523"/>
                  </a:lnTo>
                  <a:cubicBezTo>
                    <a:pt x="449584" y="39477"/>
                    <a:pt x="450173" y="36940"/>
                    <a:pt x="450173" y="35910"/>
                  </a:cubicBezTo>
                  <a:cubicBezTo>
                    <a:pt x="450173" y="35101"/>
                    <a:pt x="449882" y="34439"/>
                    <a:pt x="449293" y="33924"/>
                  </a:cubicBezTo>
                  <a:cubicBezTo>
                    <a:pt x="448745" y="33409"/>
                    <a:pt x="447970" y="33152"/>
                    <a:pt x="446978" y="33152"/>
                  </a:cubicBezTo>
                  <a:cubicBezTo>
                    <a:pt x="446171" y="33152"/>
                    <a:pt x="444492" y="33355"/>
                    <a:pt x="441958" y="33759"/>
                  </a:cubicBezTo>
                  <a:lnTo>
                    <a:pt x="441958" y="31608"/>
                  </a:lnTo>
                  <a:lnTo>
                    <a:pt x="460986" y="28519"/>
                  </a:lnTo>
                  <a:close/>
                  <a:moveTo>
                    <a:pt x="518690" y="45784"/>
                  </a:moveTo>
                  <a:cubicBezTo>
                    <a:pt x="518690" y="51300"/>
                    <a:pt x="517213" y="56761"/>
                    <a:pt x="514276" y="62167"/>
                  </a:cubicBezTo>
                  <a:cubicBezTo>
                    <a:pt x="511371" y="67573"/>
                    <a:pt x="507304" y="71857"/>
                    <a:pt x="502083" y="75020"/>
                  </a:cubicBezTo>
                  <a:cubicBezTo>
                    <a:pt x="496862" y="78182"/>
                    <a:pt x="491786" y="79764"/>
                    <a:pt x="486856" y="79764"/>
                  </a:cubicBezTo>
                  <a:cubicBezTo>
                    <a:pt x="481821" y="79764"/>
                    <a:pt x="477697" y="78164"/>
                    <a:pt x="474502" y="74964"/>
                  </a:cubicBezTo>
                  <a:cubicBezTo>
                    <a:pt x="471339" y="71728"/>
                    <a:pt x="469757" y="67554"/>
                    <a:pt x="469757" y="62443"/>
                  </a:cubicBezTo>
                  <a:cubicBezTo>
                    <a:pt x="469757" y="57037"/>
                    <a:pt x="471298" y="51613"/>
                    <a:pt x="474389" y="46170"/>
                  </a:cubicBezTo>
                  <a:cubicBezTo>
                    <a:pt x="477520" y="40728"/>
                    <a:pt x="481676" y="36425"/>
                    <a:pt x="486856" y="33263"/>
                  </a:cubicBezTo>
                  <a:cubicBezTo>
                    <a:pt x="492077" y="30099"/>
                    <a:pt x="497120" y="28519"/>
                    <a:pt x="501970" y="28519"/>
                  </a:cubicBezTo>
                  <a:cubicBezTo>
                    <a:pt x="506828" y="28519"/>
                    <a:pt x="510814" y="30118"/>
                    <a:pt x="513945" y="33317"/>
                  </a:cubicBezTo>
                  <a:cubicBezTo>
                    <a:pt x="517108" y="36517"/>
                    <a:pt x="518690" y="40673"/>
                    <a:pt x="518690" y="45784"/>
                  </a:cubicBezTo>
                  <a:close/>
                  <a:moveTo>
                    <a:pt x="509531" y="41978"/>
                  </a:moveTo>
                  <a:cubicBezTo>
                    <a:pt x="509531" y="38558"/>
                    <a:pt x="508684" y="35947"/>
                    <a:pt x="506989" y="34145"/>
                  </a:cubicBezTo>
                  <a:cubicBezTo>
                    <a:pt x="505335" y="32306"/>
                    <a:pt x="503188" y="31387"/>
                    <a:pt x="500542" y="31387"/>
                  </a:cubicBezTo>
                  <a:cubicBezTo>
                    <a:pt x="495135" y="31387"/>
                    <a:pt x="490149" y="35266"/>
                    <a:pt x="485589" y="43026"/>
                  </a:cubicBezTo>
                  <a:cubicBezTo>
                    <a:pt x="481062" y="50749"/>
                    <a:pt x="478803" y="58434"/>
                    <a:pt x="478803" y="66084"/>
                  </a:cubicBezTo>
                  <a:cubicBezTo>
                    <a:pt x="478803" y="69577"/>
                    <a:pt x="479691" y="72280"/>
                    <a:pt x="481450" y="74192"/>
                  </a:cubicBezTo>
                  <a:cubicBezTo>
                    <a:pt x="483217" y="76068"/>
                    <a:pt x="485444" y="77006"/>
                    <a:pt x="488123" y="77006"/>
                  </a:cubicBezTo>
                  <a:cubicBezTo>
                    <a:pt x="493312" y="77006"/>
                    <a:pt x="498169" y="73162"/>
                    <a:pt x="502688" y="65477"/>
                  </a:cubicBezTo>
                  <a:cubicBezTo>
                    <a:pt x="507247" y="57754"/>
                    <a:pt x="509531" y="49921"/>
                    <a:pt x="509531" y="41978"/>
                  </a:cubicBezTo>
                  <a:close/>
                  <a:moveTo>
                    <a:pt x="547868" y="28519"/>
                  </a:moveTo>
                  <a:lnTo>
                    <a:pt x="540534" y="53617"/>
                  </a:lnTo>
                  <a:cubicBezTo>
                    <a:pt x="547409" y="43357"/>
                    <a:pt x="552662" y="36609"/>
                    <a:pt x="556309" y="33372"/>
                  </a:cubicBezTo>
                  <a:cubicBezTo>
                    <a:pt x="559981" y="30137"/>
                    <a:pt x="563515" y="28519"/>
                    <a:pt x="566896" y="28519"/>
                  </a:cubicBezTo>
                  <a:cubicBezTo>
                    <a:pt x="568736" y="28519"/>
                    <a:pt x="570245" y="29125"/>
                    <a:pt x="571423" y="30339"/>
                  </a:cubicBezTo>
                  <a:cubicBezTo>
                    <a:pt x="572633" y="31553"/>
                    <a:pt x="573238" y="33134"/>
                    <a:pt x="573238" y="35083"/>
                  </a:cubicBezTo>
                  <a:cubicBezTo>
                    <a:pt x="573238" y="37289"/>
                    <a:pt x="572706" y="40231"/>
                    <a:pt x="571641" y="43909"/>
                  </a:cubicBezTo>
                  <a:lnTo>
                    <a:pt x="564911" y="67131"/>
                  </a:lnTo>
                  <a:cubicBezTo>
                    <a:pt x="564136" y="69816"/>
                    <a:pt x="563757" y="71452"/>
                    <a:pt x="563757" y="72041"/>
                  </a:cubicBezTo>
                  <a:cubicBezTo>
                    <a:pt x="563757" y="72556"/>
                    <a:pt x="563902" y="72997"/>
                    <a:pt x="564193" y="73365"/>
                  </a:cubicBezTo>
                  <a:cubicBezTo>
                    <a:pt x="564491" y="73696"/>
                    <a:pt x="564798" y="73861"/>
                    <a:pt x="565129" y="73861"/>
                  </a:cubicBezTo>
                  <a:cubicBezTo>
                    <a:pt x="565573" y="73861"/>
                    <a:pt x="566105" y="73622"/>
                    <a:pt x="566735" y="73145"/>
                  </a:cubicBezTo>
                  <a:cubicBezTo>
                    <a:pt x="568679" y="71599"/>
                    <a:pt x="570810" y="69246"/>
                    <a:pt x="573134" y="66084"/>
                  </a:cubicBezTo>
                  <a:lnTo>
                    <a:pt x="574844" y="67131"/>
                  </a:lnTo>
                  <a:cubicBezTo>
                    <a:pt x="571423" y="72023"/>
                    <a:pt x="568187" y="75516"/>
                    <a:pt x="565129" y="77613"/>
                  </a:cubicBezTo>
                  <a:cubicBezTo>
                    <a:pt x="562998" y="79047"/>
                    <a:pt x="561086" y="79764"/>
                    <a:pt x="559392" y="79764"/>
                  </a:cubicBezTo>
                  <a:cubicBezTo>
                    <a:pt x="558036" y="79764"/>
                    <a:pt x="556946" y="79341"/>
                    <a:pt x="556140" y="78495"/>
                  </a:cubicBezTo>
                  <a:cubicBezTo>
                    <a:pt x="555333" y="77686"/>
                    <a:pt x="554929" y="76583"/>
                    <a:pt x="554929" y="75185"/>
                  </a:cubicBezTo>
                  <a:cubicBezTo>
                    <a:pt x="554929" y="73420"/>
                    <a:pt x="555550" y="70386"/>
                    <a:pt x="556801" y="66084"/>
                  </a:cubicBezTo>
                  <a:lnTo>
                    <a:pt x="563200" y="43909"/>
                  </a:lnTo>
                  <a:cubicBezTo>
                    <a:pt x="564007" y="41150"/>
                    <a:pt x="564419" y="38999"/>
                    <a:pt x="564419" y="37455"/>
                  </a:cubicBezTo>
                  <a:cubicBezTo>
                    <a:pt x="564419" y="36720"/>
                    <a:pt x="564177" y="36130"/>
                    <a:pt x="563701" y="35689"/>
                  </a:cubicBezTo>
                  <a:cubicBezTo>
                    <a:pt x="563216" y="35211"/>
                    <a:pt x="562636" y="34973"/>
                    <a:pt x="561933" y="34973"/>
                  </a:cubicBezTo>
                  <a:cubicBezTo>
                    <a:pt x="560900" y="34973"/>
                    <a:pt x="559674" y="35414"/>
                    <a:pt x="558238" y="36296"/>
                  </a:cubicBezTo>
                  <a:cubicBezTo>
                    <a:pt x="555518" y="37951"/>
                    <a:pt x="552686" y="40690"/>
                    <a:pt x="549740" y="44515"/>
                  </a:cubicBezTo>
                  <a:cubicBezTo>
                    <a:pt x="546803" y="48303"/>
                    <a:pt x="543688" y="53158"/>
                    <a:pt x="540420" y="59078"/>
                  </a:cubicBezTo>
                  <a:cubicBezTo>
                    <a:pt x="538694" y="62204"/>
                    <a:pt x="537257" y="65624"/>
                    <a:pt x="536119" y="69338"/>
                  </a:cubicBezTo>
                  <a:lnTo>
                    <a:pt x="533360" y="78440"/>
                  </a:lnTo>
                  <a:lnTo>
                    <a:pt x="525089" y="78440"/>
                  </a:lnTo>
                  <a:lnTo>
                    <a:pt x="535127" y="43909"/>
                  </a:lnTo>
                  <a:cubicBezTo>
                    <a:pt x="536297" y="39753"/>
                    <a:pt x="536886" y="37252"/>
                    <a:pt x="536886" y="36406"/>
                  </a:cubicBezTo>
                  <a:cubicBezTo>
                    <a:pt x="536886" y="35598"/>
                    <a:pt x="536555" y="34899"/>
                    <a:pt x="535894" y="34310"/>
                  </a:cubicBezTo>
                  <a:cubicBezTo>
                    <a:pt x="535272" y="33685"/>
                    <a:pt x="534482" y="33372"/>
                    <a:pt x="533521" y="33372"/>
                  </a:cubicBezTo>
                  <a:cubicBezTo>
                    <a:pt x="533086" y="33372"/>
                    <a:pt x="532311" y="33447"/>
                    <a:pt x="531205" y="33593"/>
                  </a:cubicBezTo>
                  <a:lnTo>
                    <a:pt x="529115" y="33924"/>
                  </a:lnTo>
                  <a:lnTo>
                    <a:pt x="528785" y="31938"/>
                  </a:lnTo>
                  <a:lnTo>
                    <a:pt x="547868" y="28519"/>
                  </a:lnTo>
                  <a:close/>
                </a:path>
              </a:pathLst>
            </a:custGeom>
            <a:solidFill>
              <a:srgbClr val="000000"/>
            </a:solidFill>
            <a:ln w="807" cap="flat">
              <a:noFill/>
              <a:prstDash val="solid"/>
              <a:miter/>
            </a:ln>
          </p:spPr>
        </p:sp>
        <p:sp>
          <p:nvSpPr>
            <p:cNvPr id="436" name="任意形状 435">
              <a:extLst>
                <a:ext uri="{FF2B5EF4-FFF2-40B4-BE49-F238E27FC236}">
                  <a16:creationId xmlns:a16="http://schemas.microsoft.com/office/drawing/2014/main" id="{204F7A0A-3CA2-4C33-88D2-81FFAD3416FE}"/>
                </a:ext>
              </a:extLst>
            </p:cNvPr>
            <p:cNvSpPr/>
            <p:nvPr/>
          </p:nvSpPr>
          <p:spPr>
            <a:xfrm>
              <a:off x="6579270" y="2942595"/>
              <a:ext cx="544016" cy="98961"/>
            </a:xfrm>
            <a:custGeom>
              <a:avLst/>
              <a:gdLst>
                <a:gd name="csX0" fmla="*/ 24716 w 402071"/>
                <a:gd name="csY0" fmla="*/ 8215 h 73140"/>
                <a:gd name="csX1" fmla="*/ 20415 w 402071"/>
                <a:gd name="csY1" fmla="*/ 23224 h 73140"/>
                <a:gd name="csX2" fmla="*/ 29074 w 402071"/>
                <a:gd name="csY2" fmla="*/ 23224 h 73140"/>
                <a:gd name="csX3" fmla="*/ 28138 w 402071"/>
                <a:gd name="csY3" fmla="*/ 26693 h 73140"/>
                <a:gd name="csX4" fmla="*/ 19528 w 402071"/>
                <a:gd name="csY4" fmla="*/ 26693 h 73140"/>
                <a:gd name="csX5" fmla="*/ 10038 w 402071"/>
                <a:gd name="csY5" fmla="*/ 59237 h 73140"/>
                <a:gd name="csX6" fmla="*/ 8497 w 402071"/>
                <a:gd name="csY6" fmla="*/ 66023 h 73140"/>
                <a:gd name="csX7" fmla="*/ 8941 w 402071"/>
                <a:gd name="csY7" fmla="*/ 67460 h 73140"/>
                <a:gd name="csX8" fmla="*/ 9990 w 402071"/>
                <a:gd name="csY8" fmla="*/ 67952 h 73140"/>
                <a:gd name="csX9" fmla="*/ 13629 w 402071"/>
                <a:gd name="csY9" fmla="*/ 66023 h 73140"/>
                <a:gd name="csX10" fmla="*/ 19528 w 402071"/>
                <a:gd name="csY10" fmla="*/ 59237 h 73140"/>
                <a:gd name="csX11" fmla="*/ 21351 w 402071"/>
                <a:gd name="csY11" fmla="*/ 60617 h 73140"/>
                <a:gd name="csX12" fmla="*/ 11749 w 402071"/>
                <a:gd name="csY12" fmla="*/ 71043 h 73140"/>
                <a:gd name="csX13" fmla="*/ 5519 w 402071"/>
                <a:gd name="csY13" fmla="*/ 73141 h 73140"/>
                <a:gd name="csX14" fmla="*/ 1549 w 402071"/>
                <a:gd name="csY14" fmla="*/ 71648 h 73140"/>
                <a:gd name="csX15" fmla="*/ 0 w 402071"/>
                <a:gd name="csY15" fmla="*/ 67734 h 73140"/>
                <a:gd name="csX16" fmla="*/ 1767 w 402071"/>
                <a:gd name="csY16" fmla="*/ 58632 h 73140"/>
                <a:gd name="csX17" fmla="*/ 10982 w 402071"/>
                <a:gd name="csY17" fmla="*/ 26693 h 73140"/>
                <a:gd name="csX18" fmla="*/ 2647 w 402071"/>
                <a:gd name="csY18" fmla="*/ 26693 h 73140"/>
                <a:gd name="csX19" fmla="*/ 3203 w 402071"/>
                <a:gd name="csY19" fmla="*/ 24547 h 73140"/>
                <a:gd name="csX20" fmla="*/ 13298 w 402071"/>
                <a:gd name="csY20" fmla="*/ 19633 h 73140"/>
                <a:gd name="csX21" fmla="*/ 22287 w 402071"/>
                <a:gd name="csY21" fmla="*/ 8215 h 73140"/>
                <a:gd name="csX22" fmla="*/ 24716 w 402071"/>
                <a:gd name="csY22" fmla="*/ 8215 h 73140"/>
                <a:gd name="csX23" fmla="*/ 40266 w 402071"/>
                <a:gd name="csY23" fmla="*/ 51022 h 73140"/>
                <a:gd name="csX24" fmla="*/ 39887 w 402071"/>
                <a:gd name="csY24" fmla="*/ 55598 h 73140"/>
                <a:gd name="csX25" fmla="*/ 43357 w 402071"/>
                <a:gd name="csY25" fmla="*/ 63982 h 73140"/>
                <a:gd name="csX26" fmla="*/ 51797 w 402071"/>
                <a:gd name="csY26" fmla="*/ 67403 h 73140"/>
                <a:gd name="csX27" fmla="*/ 59415 w 402071"/>
                <a:gd name="csY27" fmla="*/ 65806 h 73140"/>
                <a:gd name="csX28" fmla="*/ 70332 w 402071"/>
                <a:gd name="csY28" fmla="*/ 58575 h 73140"/>
                <a:gd name="csX29" fmla="*/ 71494 w 402071"/>
                <a:gd name="csY29" fmla="*/ 60181 h 73140"/>
                <a:gd name="csX30" fmla="*/ 46560 w 402071"/>
                <a:gd name="csY30" fmla="*/ 73141 h 73140"/>
                <a:gd name="csX31" fmla="*/ 34424 w 402071"/>
                <a:gd name="csY31" fmla="*/ 68065 h 73140"/>
                <a:gd name="csX32" fmla="*/ 30340 w 402071"/>
                <a:gd name="csY32" fmla="*/ 56865 h 73140"/>
                <a:gd name="csX33" fmla="*/ 35416 w 402071"/>
                <a:gd name="csY33" fmla="*/ 40040 h 73140"/>
                <a:gd name="csX34" fmla="*/ 48158 w 402071"/>
                <a:gd name="csY34" fmla="*/ 26693 h 73140"/>
                <a:gd name="csX35" fmla="*/ 63933 w 402071"/>
                <a:gd name="csY35" fmla="*/ 21892 h 73140"/>
                <a:gd name="csX36" fmla="*/ 72592 w 402071"/>
                <a:gd name="csY36" fmla="*/ 24264 h 73140"/>
                <a:gd name="csX37" fmla="*/ 75408 w 402071"/>
                <a:gd name="csY37" fmla="*/ 29897 h 73140"/>
                <a:gd name="csX38" fmla="*/ 71769 w 402071"/>
                <a:gd name="csY38" fmla="*/ 38668 h 73140"/>
                <a:gd name="csX39" fmla="*/ 57647 w 402071"/>
                <a:gd name="csY39" fmla="*/ 47488 h 73140"/>
                <a:gd name="csX40" fmla="*/ 40266 w 402071"/>
                <a:gd name="csY40" fmla="*/ 51022 h 73140"/>
                <a:gd name="csX41" fmla="*/ 40653 w 402071"/>
                <a:gd name="csY41" fmla="*/ 48319 h 73140"/>
                <a:gd name="csX42" fmla="*/ 53952 w 402071"/>
                <a:gd name="csY42" fmla="*/ 45116 h 73140"/>
                <a:gd name="csX43" fmla="*/ 64103 w 402071"/>
                <a:gd name="csY43" fmla="*/ 37894 h 73140"/>
                <a:gd name="csX44" fmla="*/ 67516 w 402071"/>
                <a:gd name="csY44" fmla="*/ 29840 h 73140"/>
                <a:gd name="csX45" fmla="*/ 66031 w 402071"/>
                <a:gd name="csY45" fmla="*/ 26088 h 73140"/>
                <a:gd name="csX46" fmla="*/ 61892 w 402071"/>
                <a:gd name="csY46" fmla="*/ 24652 h 73140"/>
                <a:gd name="csX47" fmla="*/ 49925 w 402071"/>
                <a:gd name="csY47" fmla="*/ 30664 h 73140"/>
                <a:gd name="csX48" fmla="*/ 40653 w 402071"/>
                <a:gd name="csY48" fmla="*/ 48319 h 73140"/>
                <a:gd name="csX49" fmla="*/ 101940 w 402071"/>
                <a:gd name="csY49" fmla="*/ 21892 h 73140"/>
                <a:gd name="csX50" fmla="*/ 94605 w 402071"/>
                <a:gd name="csY50" fmla="*/ 46996 h 73140"/>
                <a:gd name="csX51" fmla="*/ 110380 w 402071"/>
                <a:gd name="csY51" fmla="*/ 26750 h 73140"/>
                <a:gd name="csX52" fmla="*/ 120967 w 402071"/>
                <a:gd name="csY52" fmla="*/ 21892 h 73140"/>
                <a:gd name="csX53" fmla="*/ 125494 w 402071"/>
                <a:gd name="csY53" fmla="*/ 23716 h 73140"/>
                <a:gd name="csX54" fmla="*/ 127318 w 402071"/>
                <a:gd name="csY54" fmla="*/ 28461 h 73140"/>
                <a:gd name="csX55" fmla="*/ 125712 w 402071"/>
                <a:gd name="csY55" fmla="*/ 37288 h 73140"/>
                <a:gd name="csX56" fmla="*/ 118982 w 402071"/>
                <a:gd name="csY56" fmla="*/ 60512 h 73140"/>
                <a:gd name="csX57" fmla="*/ 117828 w 402071"/>
                <a:gd name="csY57" fmla="*/ 65418 h 73140"/>
                <a:gd name="csX58" fmla="*/ 118264 w 402071"/>
                <a:gd name="csY58" fmla="*/ 66742 h 73140"/>
                <a:gd name="csX59" fmla="*/ 119209 w 402071"/>
                <a:gd name="csY59" fmla="*/ 67242 h 73140"/>
                <a:gd name="csX60" fmla="*/ 120806 w 402071"/>
                <a:gd name="csY60" fmla="*/ 66524 h 73140"/>
                <a:gd name="csX61" fmla="*/ 127205 w 402071"/>
                <a:gd name="csY61" fmla="*/ 59463 h 73140"/>
                <a:gd name="csX62" fmla="*/ 128916 w 402071"/>
                <a:gd name="csY62" fmla="*/ 60512 h 73140"/>
                <a:gd name="csX63" fmla="*/ 119209 w 402071"/>
                <a:gd name="csY63" fmla="*/ 70986 h 73140"/>
                <a:gd name="csX64" fmla="*/ 113471 w 402071"/>
                <a:gd name="csY64" fmla="*/ 73141 h 73140"/>
                <a:gd name="csX65" fmla="*/ 110211 w 402071"/>
                <a:gd name="csY65" fmla="*/ 71874 h 73140"/>
                <a:gd name="csX66" fmla="*/ 109000 w 402071"/>
                <a:gd name="csY66" fmla="*/ 68565 h 73140"/>
                <a:gd name="csX67" fmla="*/ 110873 w 402071"/>
                <a:gd name="csY67" fmla="*/ 59463 h 73140"/>
                <a:gd name="csX68" fmla="*/ 117272 w 402071"/>
                <a:gd name="csY68" fmla="*/ 37288 h 73140"/>
                <a:gd name="csX69" fmla="*/ 118490 w 402071"/>
                <a:gd name="csY69" fmla="*/ 30833 h 73140"/>
                <a:gd name="csX70" fmla="*/ 117772 w 402071"/>
                <a:gd name="csY70" fmla="*/ 29066 h 73140"/>
                <a:gd name="csX71" fmla="*/ 116005 w 402071"/>
                <a:gd name="csY71" fmla="*/ 28348 h 73140"/>
                <a:gd name="csX72" fmla="*/ 112309 w 402071"/>
                <a:gd name="csY72" fmla="*/ 29671 h 73140"/>
                <a:gd name="csX73" fmla="*/ 103812 w 402071"/>
                <a:gd name="csY73" fmla="*/ 37894 h 73140"/>
                <a:gd name="csX74" fmla="*/ 94492 w 402071"/>
                <a:gd name="csY74" fmla="*/ 52459 h 73140"/>
                <a:gd name="csX75" fmla="*/ 90191 w 402071"/>
                <a:gd name="csY75" fmla="*/ 62715 h 73140"/>
                <a:gd name="csX76" fmla="*/ 87431 w 402071"/>
                <a:gd name="csY76" fmla="*/ 71817 h 73140"/>
                <a:gd name="csX77" fmla="*/ 79160 w 402071"/>
                <a:gd name="csY77" fmla="*/ 71817 h 73140"/>
                <a:gd name="csX78" fmla="*/ 89198 w 402071"/>
                <a:gd name="csY78" fmla="*/ 37288 h 73140"/>
                <a:gd name="csX79" fmla="*/ 90966 w 402071"/>
                <a:gd name="csY79" fmla="*/ 29784 h 73140"/>
                <a:gd name="csX80" fmla="*/ 89973 w 402071"/>
                <a:gd name="csY80" fmla="*/ 27686 h 73140"/>
                <a:gd name="csX81" fmla="*/ 87601 w 402071"/>
                <a:gd name="csY81" fmla="*/ 26750 h 73140"/>
                <a:gd name="csX82" fmla="*/ 85285 w 402071"/>
                <a:gd name="csY82" fmla="*/ 26968 h 73140"/>
                <a:gd name="csX83" fmla="*/ 83187 w 402071"/>
                <a:gd name="csY83" fmla="*/ 27299 h 73140"/>
                <a:gd name="csX84" fmla="*/ 82856 w 402071"/>
                <a:gd name="csY84" fmla="*/ 25314 h 73140"/>
                <a:gd name="csX85" fmla="*/ 101940 w 402071"/>
                <a:gd name="csY85" fmla="*/ 21892 h 73140"/>
                <a:gd name="csX86" fmla="*/ 174475 w 402071"/>
                <a:gd name="csY86" fmla="*/ 21892 h 73140"/>
                <a:gd name="csX87" fmla="*/ 171110 w 402071"/>
                <a:gd name="csY87" fmla="*/ 38830 h 73140"/>
                <a:gd name="csX88" fmla="*/ 169069 w 402071"/>
                <a:gd name="csY88" fmla="*/ 38830 h 73140"/>
                <a:gd name="csX89" fmla="*/ 165930 w 402071"/>
                <a:gd name="csY89" fmla="*/ 28073 h 73140"/>
                <a:gd name="csX90" fmla="*/ 158813 w 402071"/>
                <a:gd name="csY90" fmla="*/ 24708 h 73140"/>
                <a:gd name="csX91" fmla="*/ 153350 w 402071"/>
                <a:gd name="csY91" fmla="*/ 26588 h 73140"/>
                <a:gd name="csX92" fmla="*/ 151365 w 402071"/>
                <a:gd name="csY92" fmla="*/ 31107 h 73140"/>
                <a:gd name="csX93" fmla="*/ 152139 w 402071"/>
                <a:gd name="csY93" fmla="*/ 34585 h 73140"/>
                <a:gd name="csX94" fmla="*/ 155666 w 402071"/>
                <a:gd name="csY94" fmla="*/ 39217 h 73140"/>
                <a:gd name="csX95" fmla="*/ 164937 w 402071"/>
                <a:gd name="csY95" fmla="*/ 51022 h 73140"/>
                <a:gd name="csX96" fmla="*/ 167027 w 402071"/>
                <a:gd name="csY96" fmla="*/ 58527 h 73140"/>
                <a:gd name="csX97" fmla="*/ 162234 w 402071"/>
                <a:gd name="csY97" fmla="*/ 68727 h 73140"/>
                <a:gd name="csX98" fmla="*/ 150203 w 402071"/>
                <a:gd name="csY98" fmla="*/ 73141 h 73140"/>
                <a:gd name="csX99" fmla="*/ 141052 w 402071"/>
                <a:gd name="csY99" fmla="*/ 71268 h 73140"/>
                <a:gd name="csX100" fmla="*/ 138236 w 402071"/>
                <a:gd name="csY100" fmla="*/ 70607 h 73140"/>
                <a:gd name="csX101" fmla="*/ 134484 w 402071"/>
                <a:gd name="csY101" fmla="*/ 73141 h 73140"/>
                <a:gd name="csX102" fmla="*/ 132442 w 402071"/>
                <a:gd name="csY102" fmla="*/ 73141 h 73140"/>
                <a:gd name="csX103" fmla="*/ 135807 w 402071"/>
                <a:gd name="csY103" fmla="*/ 55267 h 73140"/>
                <a:gd name="csX104" fmla="*/ 137848 w 402071"/>
                <a:gd name="csY104" fmla="*/ 55267 h 73140"/>
                <a:gd name="csX105" fmla="*/ 141326 w 402071"/>
                <a:gd name="csY105" fmla="*/ 67129 h 73140"/>
                <a:gd name="csX106" fmla="*/ 149928 w 402071"/>
                <a:gd name="csY106" fmla="*/ 70607 h 73140"/>
                <a:gd name="csX107" fmla="*/ 156553 w 402071"/>
                <a:gd name="csY107" fmla="*/ 68283 h 73140"/>
                <a:gd name="csX108" fmla="*/ 159030 w 402071"/>
                <a:gd name="csY108" fmla="*/ 62497 h 73140"/>
                <a:gd name="csX109" fmla="*/ 158151 w 402071"/>
                <a:gd name="csY109" fmla="*/ 58414 h 73140"/>
                <a:gd name="csX110" fmla="*/ 151639 w 402071"/>
                <a:gd name="csY110" fmla="*/ 49255 h 73140"/>
                <a:gd name="csX111" fmla="*/ 145296 w 402071"/>
                <a:gd name="csY111" fmla="*/ 40484 h 73140"/>
                <a:gd name="csX112" fmla="*/ 143917 w 402071"/>
                <a:gd name="csY112" fmla="*/ 34642 h 73140"/>
                <a:gd name="csX113" fmla="*/ 147782 w 402071"/>
                <a:gd name="csY113" fmla="*/ 25588 h 73140"/>
                <a:gd name="csX114" fmla="*/ 157820 w 402071"/>
                <a:gd name="csY114" fmla="*/ 21892 h 73140"/>
                <a:gd name="csX115" fmla="*/ 161015 w 402071"/>
                <a:gd name="csY115" fmla="*/ 22175 h 73140"/>
                <a:gd name="csX116" fmla="*/ 164607 w 402071"/>
                <a:gd name="csY116" fmla="*/ 23441 h 73140"/>
                <a:gd name="csX117" fmla="*/ 168407 w 402071"/>
                <a:gd name="csY117" fmla="*/ 24490 h 73140"/>
                <a:gd name="csX118" fmla="*/ 172385 w 402071"/>
                <a:gd name="csY118" fmla="*/ 21892 h 73140"/>
                <a:gd name="csX119" fmla="*/ 174475 w 402071"/>
                <a:gd name="csY119" fmla="*/ 21892 h 73140"/>
                <a:gd name="csX120" fmla="*/ 229750 w 402071"/>
                <a:gd name="csY120" fmla="*/ 39161 h 73140"/>
                <a:gd name="csX121" fmla="*/ 225337 w 402071"/>
                <a:gd name="csY121" fmla="*/ 55541 h 73140"/>
                <a:gd name="csX122" fmla="*/ 213144 w 402071"/>
                <a:gd name="csY122" fmla="*/ 68396 h 73140"/>
                <a:gd name="csX123" fmla="*/ 197925 w 402071"/>
                <a:gd name="csY123" fmla="*/ 73141 h 73140"/>
                <a:gd name="csX124" fmla="*/ 185563 w 402071"/>
                <a:gd name="csY124" fmla="*/ 68339 h 73140"/>
                <a:gd name="csX125" fmla="*/ 180818 w 402071"/>
                <a:gd name="csY125" fmla="*/ 55824 h 73140"/>
                <a:gd name="csX126" fmla="*/ 185458 w 402071"/>
                <a:gd name="csY126" fmla="*/ 39548 h 73140"/>
                <a:gd name="csX127" fmla="*/ 197925 w 402071"/>
                <a:gd name="csY127" fmla="*/ 26637 h 73140"/>
                <a:gd name="csX128" fmla="*/ 213039 w 402071"/>
                <a:gd name="csY128" fmla="*/ 21892 h 73140"/>
                <a:gd name="csX129" fmla="*/ 225006 w 402071"/>
                <a:gd name="csY129" fmla="*/ 26693 h 73140"/>
                <a:gd name="csX130" fmla="*/ 229750 w 402071"/>
                <a:gd name="csY130" fmla="*/ 39161 h 73140"/>
                <a:gd name="csX131" fmla="*/ 220592 w 402071"/>
                <a:gd name="csY131" fmla="*/ 35352 h 73140"/>
                <a:gd name="csX132" fmla="*/ 218058 w 402071"/>
                <a:gd name="csY132" fmla="*/ 27525 h 73140"/>
                <a:gd name="csX133" fmla="*/ 211603 w 402071"/>
                <a:gd name="csY133" fmla="*/ 24765 h 73140"/>
                <a:gd name="csX134" fmla="*/ 196650 w 402071"/>
                <a:gd name="csY134" fmla="*/ 36401 h 73140"/>
                <a:gd name="csX135" fmla="*/ 189872 w 402071"/>
                <a:gd name="csY135" fmla="*/ 59463 h 73140"/>
                <a:gd name="csX136" fmla="*/ 192518 w 402071"/>
                <a:gd name="csY136" fmla="*/ 67573 h 73140"/>
                <a:gd name="csX137" fmla="*/ 199192 w 402071"/>
                <a:gd name="csY137" fmla="*/ 70381 h 73140"/>
                <a:gd name="csX138" fmla="*/ 213749 w 402071"/>
                <a:gd name="csY138" fmla="*/ 58858 h 73140"/>
                <a:gd name="csX139" fmla="*/ 220592 w 402071"/>
                <a:gd name="csY139" fmla="*/ 35352 h 73140"/>
                <a:gd name="csX140" fmla="*/ 239902 w 402071"/>
                <a:gd name="csY140" fmla="*/ 24983 h 73140"/>
                <a:gd name="csX141" fmla="*/ 258929 w 402071"/>
                <a:gd name="csY141" fmla="*/ 21892 h 73140"/>
                <a:gd name="csX142" fmla="*/ 250989 w 402071"/>
                <a:gd name="csY142" fmla="*/ 48707 h 73140"/>
                <a:gd name="csX143" fmla="*/ 268532 w 402071"/>
                <a:gd name="csY143" fmla="*/ 25644 h 73140"/>
                <a:gd name="csX144" fmla="*/ 275810 w 402071"/>
                <a:gd name="csY144" fmla="*/ 21892 h 73140"/>
                <a:gd name="csX145" fmla="*/ 278675 w 402071"/>
                <a:gd name="csY145" fmla="*/ 22998 h 73140"/>
                <a:gd name="csX146" fmla="*/ 279724 w 402071"/>
                <a:gd name="csY146" fmla="*/ 26088 h 73140"/>
                <a:gd name="csX147" fmla="*/ 277852 w 402071"/>
                <a:gd name="csY147" fmla="*/ 33036 h 73140"/>
                <a:gd name="csX148" fmla="*/ 274043 w 402071"/>
                <a:gd name="csY148" fmla="*/ 35521 h 73140"/>
                <a:gd name="csX149" fmla="*/ 271840 w 402071"/>
                <a:gd name="csY149" fmla="*/ 34690 h 73140"/>
                <a:gd name="csX150" fmla="*/ 270735 w 402071"/>
                <a:gd name="csY150" fmla="*/ 32156 h 73140"/>
                <a:gd name="csX151" fmla="*/ 270234 w 402071"/>
                <a:gd name="csY151" fmla="*/ 30777 h 73140"/>
                <a:gd name="csX152" fmla="*/ 269193 w 402071"/>
                <a:gd name="csY152" fmla="*/ 30333 h 73140"/>
                <a:gd name="csX153" fmla="*/ 267426 w 402071"/>
                <a:gd name="csY153" fmla="*/ 30777 h 73140"/>
                <a:gd name="csX154" fmla="*/ 263069 w 402071"/>
                <a:gd name="csY154" fmla="*/ 35077 h 73140"/>
                <a:gd name="csX155" fmla="*/ 253135 w 402071"/>
                <a:gd name="csY155" fmla="*/ 49094 h 73140"/>
                <a:gd name="csX156" fmla="*/ 249165 w 402071"/>
                <a:gd name="csY156" fmla="*/ 57309 h 73140"/>
                <a:gd name="csX157" fmla="*/ 246519 w 402071"/>
                <a:gd name="csY157" fmla="*/ 64869 h 73140"/>
                <a:gd name="csX158" fmla="*/ 244751 w 402071"/>
                <a:gd name="csY158" fmla="*/ 71817 h 73140"/>
                <a:gd name="csX159" fmla="*/ 236311 w 402071"/>
                <a:gd name="csY159" fmla="*/ 71817 h 73140"/>
                <a:gd name="csX160" fmla="*/ 246519 w 402071"/>
                <a:gd name="csY160" fmla="*/ 37563 h 73140"/>
                <a:gd name="csX161" fmla="*/ 248286 w 402071"/>
                <a:gd name="csY161" fmla="*/ 29066 h 73140"/>
                <a:gd name="csX162" fmla="*/ 247454 w 402071"/>
                <a:gd name="csY162" fmla="*/ 27412 h 73140"/>
                <a:gd name="csX163" fmla="*/ 244533 w 402071"/>
                <a:gd name="csY163" fmla="*/ 26532 h 73140"/>
                <a:gd name="csX164" fmla="*/ 240289 w 402071"/>
                <a:gd name="csY164" fmla="*/ 27024 h 73140"/>
                <a:gd name="csX165" fmla="*/ 239902 w 402071"/>
                <a:gd name="csY165" fmla="*/ 24983 h 73140"/>
                <a:gd name="csX166" fmla="*/ 303278 w 402071"/>
                <a:gd name="csY166" fmla="*/ 0 h 73140"/>
                <a:gd name="csX167" fmla="*/ 307200 w 402071"/>
                <a:gd name="csY167" fmla="*/ 1598 h 73140"/>
                <a:gd name="csX168" fmla="*/ 308798 w 402071"/>
                <a:gd name="csY168" fmla="*/ 5511 h 73140"/>
                <a:gd name="csX169" fmla="*/ 307144 w 402071"/>
                <a:gd name="csY169" fmla="*/ 9433 h 73140"/>
                <a:gd name="csX170" fmla="*/ 303278 w 402071"/>
                <a:gd name="csY170" fmla="*/ 11031 h 73140"/>
                <a:gd name="csX171" fmla="*/ 299365 w 402071"/>
                <a:gd name="csY171" fmla="*/ 9433 h 73140"/>
                <a:gd name="csX172" fmla="*/ 297767 w 402071"/>
                <a:gd name="csY172" fmla="*/ 5511 h 73140"/>
                <a:gd name="csX173" fmla="*/ 299365 w 402071"/>
                <a:gd name="csY173" fmla="*/ 1598 h 73140"/>
                <a:gd name="csX174" fmla="*/ 303278 w 402071"/>
                <a:gd name="csY174" fmla="*/ 0 h 73140"/>
                <a:gd name="csX175" fmla="*/ 303997 w 402071"/>
                <a:gd name="csY175" fmla="*/ 21892 h 73140"/>
                <a:gd name="csX176" fmla="*/ 293079 w 402071"/>
                <a:gd name="csY176" fmla="*/ 60560 h 73140"/>
                <a:gd name="csX177" fmla="*/ 291973 w 402071"/>
                <a:gd name="csY177" fmla="*/ 65257 h 73140"/>
                <a:gd name="csX178" fmla="*/ 292466 w 402071"/>
                <a:gd name="csY178" fmla="*/ 66685 h 73140"/>
                <a:gd name="csX179" fmla="*/ 293740 w 402071"/>
                <a:gd name="csY179" fmla="*/ 67242 h 73140"/>
                <a:gd name="csX180" fmla="*/ 295726 w 402071"/>
                <a:gd name="csY180" fmla="*/ 66354 h 73140"/>
                <a:gd name="csX181" fmla="*/ 302068 w 402071"/>
                <a:gd name="csY181" fmla="*/ 59294 h 73140"/>
                <a:gd name="csX182" fmla="*/ 303997 w 402071"/>
                <a:gd name="csY182" fmla="*/ 60560 h 73140"/>
                <a:gd name="csX183" fmla="*/ 295168 w 402071"/>
                <a:gd name="csY183" fmla="*/ 70219 h 73140"/>
                <a:gd name="csX184" fmla="*/ 288003 w 402071"/>
                <a:gd name="csY184" fmla="*/ 73141 h 73140"/>
                <a:gd name="csX185" fmla="*/ 284307 w 402071"/>
                <a:gd name="csY185" fmla="*/ 71817 h 73140"/>
                <a:gd name="csX186" fmla="*/ 282871 w 402071"/>
                <a:gd name="csY186" fmla="*/ 68396 h 73140"/>
                <a:gd name="csX187" fmla="*/ 284251 w 402071"/>
                <a:gd name="csY187" fmla="*/ 61609 h 73140"/>
                <a:gd name="csX188" fmla="*/ 291416 w 402071"/>
                <a:gd name="csY188" fmla="*/ 36901 h 73140"/>
                <a:gd name="csX189" fmla="*/ 293183 w 402071"/>
                <a:gd name="csY189" fmla="*/ 29284 h 73140"/>
                <a:gd name="csX190" fmla="*/ 292304 w 402071"/>
                <a:gd name="csY190" fmla="*/ 27299 h 73140"/>
                <a:gd name="csX191" fmla="*/ 289988 w 402071"/>
                <a:gd name="csY191" fmla="*/ 26532 h 73140"/>
                <a:gd name="csX192" fmla="*/ 284969 w 402071"/>
                <a:gd name="csY192" fmla="*/ 27137 h 73140"/>
                <a:gd name="csX193" fmla="*/ 284969 w 402071"/>
                <a:gd name="csY193" fmla="*/ 24983 h 73140"/>
                <a:gd name="csX194" fmla="*/ 303997 w 402071"/>
                <a:gd name="csY194" fmla="*/ 21892 h 73140"/>
                <a:gd name="csX195" fmla="*/ 318949 w 402071"/>
                <a:gd name="csY195" fmla="*/ 23224 h 73140"/>
                <a:gd name="csX196" fmla="*/ 353970 w 402071"/>
                <a:gd name="csY196" fmla="*/ 23224 h 73140"/>
                <a:gd name="csX197" fmla="*/ 353970 w 402071"/>
                <a:gd name="csY197" fmla="*/ 24595 h 73140"/>
                <a:gd name="csX198" fmla="*/ 315802 w 402071"/>
                <a:gd name="csY198" fmla="*/ 64313 h 73140"/>
                <a:gd name="csX199" fmla="*/ 331965 w 402071"/>
                <a:gd name="csY199" fmla="*/ 64313 h 73140"/>
                <a:gd name="csX200" fmla="*/ 339243 w 402071"/>
                <a:gd name="csY200" fmla="*/ 63877 h 73140"/>
                <a:gd name="csX201" fmla="*/ 342060 w 402071"/>
                <a:gd name="csY201" fmla="*/ 61997 h 73140"/>
                <a:gd name="csX202" fmla="*/ 344981 w 402071"/>
                <a:gd name="csY202" fmla="*/ 56816 h 73140"/>
                <a:gd name="csX203" fmla="*/ 347022 w 402071"/>
                <a:gd name="csY203" fmla="*/ 56816 h 73140"/>
                <a:gd name="csX204" fmla="*/ 342221 w 402071"/>
                <a:gd name="csY204" fmla="*/ 71817 h 73140"/>
                <a:gd name="csX205" fmla="*/ 306312 w 402071"/>
                <a:gd name="csY205" fmla="*/ 71817 h 73140"/>
                <a:gd name="csX206" fmla="*/ 306312 w 402071"/>
                <a:gd name="csY206" fmla="*/ 70219 h 73140"/>
                <a:gd name="csX207" fmla="*/ 344488 w 402071"/>
                <a:gd name="csY207" fmla="*/ 30502 h 73140"/>
                <a:gd name="csX208" fmla="*/ 328600 w 402071"/>
                <a:gd name="csY208" fmla="*/ 30502 h 73140"/>
                <a:gd name="csX209" fmla="*/ 322532 w 402071"/>
                <a:gd name="csY209" fmla="*/ 30777 h 73140"/>
                <a:gd name="csX210" fmla="*/ 319441 w 402071"/>
                <a:gd name="csY210" fmla="*/ 32544 h 73140"/>
                <a:gd name="csX211" fmla="*/ 316351 w 402071"/>
                <a:gd name="csY211" fmla="*/ 37175 h 73140"/>
                <a:gd name="csX212" fmla="*/ 314261 w 402071"/>
                <a:gd name="csY212" fmla="*/ 37175 h 73140"/>
                <a:gd name="csX213" fmla="*/ 318949 w 402071"/>
                <a:gd name="csY213" fmla="*/ 23224 h 73140"/>
                <a:gd name="csX214" fmla="*/ 366938 w 402071"/>
                <a:gd name="csY214" fmla="*/ 51022 h 73140"/>
                <a:gd name="csX215" fmla="*/ 366550 w 402071"/>
                <a:gd name="csY215" fmla="*/ 55598 h 73140"/>
                <a:gd name="csX216" fmla="*/ 370028 w 402071"/>
                <a:gd name="csY216" fmla="*/ 63982 h 73140"/>
                <a:gd name="csX217" fmla="*/ 378468 w 402071"/>
                <a:gd name="csY217" fmla="*/ 67403 h 73140"/>
                <a:gd name="csX218" fmla="*/ 386078 w 402071"/>
                <a:gd name="csY218" fmla="*/ 65806 h 73140"/>
                <a:gd name="csX219" fmla="*/ 396996 w 402071"/>
                <a:gd name="csY219" fmla="*/ 58575 h 73140"/>
                <a:gd name="csX220" fmla="*/ 398158 w 402071"/>
                <a:gd name="csY220" fmla="*/ 60181 h 73140"/>
                <a:gd name="csX221" fmla="*/ 373223 w 402071"/>
                <a:gd name="csY221" fmla="*/ 73141 h 73140"/>
                <a:gd name="csX222" fmla="*/ 361087 w 402071"/>
                <a:gd name="csY222" fmla="*/ 68065 h 73140"/>
                <a:gd name="csX223" fmla="*/ 357004 w 402071"/>
                <a:gd name="csY223" fmla="*/ 56865 h 73140"/>
                <a:gd name="csX224" fmla="*/ 362080 w 402071"/>
                <a:gd name="csY224" fmla="*/ 40040 h 73140"/>
                <a:gd name="csX225" fmla="*/ 374821 w 402071"/>
                <a:gd name="csY225" fmla="*/ 26693 h 73140"/>
                <a:gd name="csX226" fmla="*/ 390597 w 402071"/>
                <a:gd name="csY226" fmla="*/ 21892 h 73140"/>
                <a:gd name="csX227" fmla="*/ 399263 w 402071"/>
                <a:gd name="csY227" fmla="*/ 24264 h 73140"/>
                <a:gd name="csX228" fmla="*/ 402071 w 402071"/>
                <a:gd name="csY228" fmla="*/ 29897 h 73140"/>
                <a:gd name="csX229" fmla="*/ 398432 w 402071"/>
                <a:gd name="csY229" fmla="*/ 38668 h 73140"/>
                <a:gd name="csX230" fmla="*/ 384311 w 402071"/>
                <a:gd name="csY230" fmla="*/ 47488 h 73140"/>
                <a:gd name="csX231" fmla="*/ 366938 w 402071"/>
                <a:gd name="csY231" fmla="*/ 51022 h 73140"/>
                <a:gd name="csX232" fmla="*/ 367325 w 402071"/>
                <a:gd name="csY232" fmla="*/ 48319 h 73140"/>
                <a:gd name="csX233" fmla="*/ 380615 w 402071"/>
                <a:gd name="csY233" fmla="*/ 45116 h 73140"/>
                <a:gd name="csX234" fmla="*/ 390766 w 402071"/>
                <a:gd name="csY234" fmla="*/ 37894 h 73140"/>
                <a:gd name="csX235" fmla="*/ 394188 w 402071"/>
                <a:gd name="csY235" fmla="*/ 29840 h 73140"/>
                <a:gd name="csX236" fmla="*/ 392695 w 402071"/>
                <a:gd name="csY236" fmla="*/ 26088 h 73140"/>
                <a:gd name="csX237" fmla="*/ 388563 w 402071"/>
                <a:gd name="csY237" fmla="*/ 24652 h 73140"/>
                <a:gd name="csX238" fmla="*/ 376589 w 402071"/>
                <a:gd name="csY238" fmla="*/ 30664 h 73140"/>
                <a:gd name="csX239" fmla="*/ 367325 w 402071"/>
                <a:gd name="csY239" fmla="*/ 48319 h 73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Lst>
              <a:rect l="l" t="t" r="r" b="b"/>
              <a:pathLst>
                <a:path w="402071" h="73140">
                  <a:moveTo>
                    <a:pt x="24716" y="8215"/>
                  </a:moveTo>
                  <a:lnTo>
                    <a:pt x="20415" y="23224"/>
                  </a:lnTo>
                  <a:lnTo>
                    <a:pt x="29074" y="23224"/>
                  </a:lnTo>
                  <a:lnTo>
                    <a:pt x="28138" y="26693"/>
                  </a:lnTo>
                  <a:lnTo>
                    <a:pt x="19528" y="26693"/>
                  </a:lnTo>
                  <a:lnTo>
                    <a:pt x="10038" y="59237"/>
                  </a:lnTo>
                  <a:cubicBezTo>
                    <a:pt x="9013" y="62731"/>
                    <a:pt x="8497" y="64999"/>
                    <a:pt x="8497" y="66023"/>
                  </a:cubicBezTo>
                  <a:cubicBezTo>
                    <a:pt x="8497" y="66653"/>
                    <a:pt x="8642" y="67129"/>
                    <a:pt x="8941" y="67460"/>
                  </a:cubicBezTo>
                  <a:cubicBezTo>
                    <a:pt x="9231" y="67791"/>
                    <a:pt x="9578" y="67952"/>
                    <a:pt x="9990" y="67952"/>
                  </a:cubicBezTo>
                  <a:cubicBezTo>
                    <a:pt x="10902" y="67952"/>
                    <a:pt x="12120" y="67315"/>
                    <a:pt x="13629" y="66023"/>
                  </a:cubicBezTo>
                  <a:cubicBezTo>
                    <a:pt x="14509" y="65289"/>
                    <a:pt x="16478" y="63030"/>
                    <a:pt x="19528" y="59237"/>
                  </a:cubicBezTo>
                  <a:lnTo>
                    <a:pt x="21351" y="60617"/>
                  </a:lnTo>
                  <a:cubicBezTo>
                    <a:pt x="17962" y="65547"/>
                    <a:pt x="14767" y="69025"/>
                    <a:pt x="11749" y="71043"/>
                  </a:cubicBezTo>
                  <a:cubicBezTo>
                    <a:pt x="9691" y="72439"/>
                    <a:pt x="7617" y="73141"/>
                    <a:pt x="5519" y="73141"/>
                  </a:cubicBezTo>
                  <a:cubicBezTo>
                    <a:pt x="3897" y="73141"/>
                    <a:pt x="2574" y="72648"/>
                    <a:pt x="1549" y="71648"/>
                  </a:cubicBezTo>
                  <a:cubicBezTo>
                    <a:pt x="516" y="70623"/>
                    <a:pt x="0" y="69316"/>
                    <a:pt x="0" y="67734"/>
                  </a:cubicBezTo>
                  <a:cubicBezTo>
                    <a:pt x="0" y="65749"/>
                    <a:pt x="589" y="62715"/>
                    <a:pt x="1767" y="58632"/>
                  </a:cubicBezTo>
                  <a:lnTo>
                    <a:pt x="10982" y="26693"/>
                  </a:lnTo>
                  <a:lnTo>
                    <a:pt x="2647" y="26693"/>
                  </a:lnTo>
                  <a:lnTo>
                    <a:pt x="3203" y="24547"/>
                  </a:lnTo>
                  <a:cubicBezTo>
                    <a:pt x="7246" y="23441"/>
                    <a:pt x="10611" y="21803"/>
                    <a:pt x="13298" y="19633"/>
                  </a:cubicBezTo>
                  <a:cubicBezTo>
                    <a:pt x="15977" y="17430"/>
                    <a:pt x="18979" y="13621"/>
                    <a:pt x="22287" y="8215"/>
                  </a:cubicBezTo>
                  <a:lnTo>
                    <a:pt x="24716" y="8215"/>
                  </a:lnTo>
                  <a:close/>
                  <a:moveTo>
                    <a:pt x="40266" y="51022"/>
                  </a:moveTo>
                  <a:cubicBezTo>
                    <a:pt x="40016" y="52862"/>
                    <a:pt x="39887" y="54387"/>
                    <a:pt x="39887" y="55598"/>
                  </a:cubicBezTo>
                  <a:cubicBezTo>
                    <a:pt x="39887" y="58874"/>
                    <a:pt x="41041" y="61666"/>
                    <a:pt x="43357" y="63982"/>
                  </a:cubicBezTo>
                  <a:cubicBezTo>
                    <a:pt x="45672" y="66265"/>
                    <a:pt x="48489" y="67403"/>
                    <a:pt x="51797" y="67403"/>
                  </a:cubicBezTo>
                  <a:cubicBezTo>
                    <a:pt x="54444" y="67403"/>
                    <a:pt x="56985" y="66871"/>
                    <a:pt x="59415" y="65806"/>
                  </a:cubicBezTo>
                  <a:cubicBezTo>
                    <a:pt x="61876" y="64700"/>
                    <a:pt x="65515" y="62295"/>
                    <a:pt x="70332" y="58575"/>
                  </a:cubicBezTo>
                  <a:lnTo>
                    <a:pt x="71494" y="60181"/>
                  </a:lnTo>
                  <a:cubicBezTo>
                    <a:pt x="62779" y="68824"/>
                    <a:pt x="54468" y="73141"/>
                    <a:pt x="46560" y="73141"/>
                  </a:cubicBezTo>
                  <a:cubicBezTo>
                    <a:pt x="41186" y="73141"/>
                    <a:pt x="37143" y="71446"/>
                    <a:pt x="34424" y="68065"/>
                  </a:cubicBezTo>
                  <a:cubicBezTo>
                    <a:pt x="31704" y="64684"/>
                    <a:pt x="30340" y="60948"/>
                    <a:pt x="30340" y="56865"/>
                  </a:cubicBezTo>
                  <a:cubicBezTo>
                    <a:pt x="30340" y="51386"/>
                    <a:pt x="32035" y="45777"/>
                    <a:pt x="35416" y="40040"/>
                  </a:cubicBezTo>
                  <a:cubicBezTo>
                    <a:pt x="38797" y="34311"/>
                    <a:pt x="43050" y="29857"/>
                    <a:pt x="48158" y="26693"/>
                  </a:cubicBezTo>
                  <a:cubicBezTo>
                    <a:pt x="53266" y="23498"/>
                    <a:pt x="58527" y="21892"/>
                    <a:pt x="63933" y="21892"/>
                  </a:cubicBezTo>
                  <a:cubicBezTo>
                    <a:pt x="67831" y="21892"/>
                    <a:pt x="70720" y="22683"/>
                    <a:pt x="72592" y="24264"/>
                  </a:cubicBezTo>
                  <a:cubicBezTo>
                    <a:pt x="74472" y="25846"/>
                    <a:pt x="75408" y="27726"/>
                    <a:pt x="75408" y="29897"/>
                  </a:cubicBezTo>
                  <a:cubicBezTo>
                    <a:pt x="75408" y="32947"/>
                    <a:pt x="74197" y="35868"/>
                    <a:pt x="71769" y="38668"/>
                  </a:cubicBezTo>
                  <a:cubicBezTo>
                    <a:pt x="68565" y="42308"/>
                    <a:pt x="63861" y="45245"/>
                    <a:pt x="57647" y="47488"/>
                  </a:cubicBezTo>
                  <a:cubicBezTo>
                    <a:pt x="53524" y="48997"/>
                    <a:pt x="47738" y="50175"/>
                    <a:pt x="40266" y="51022"/>
                  </a:cubicBezTo>
                  <a:close/>
                  <a:moveTo>
                    <a:pt x="40653" y="48319"/>
                  </a:moveTo>
                  <a:cubicBezTo>
                    <a:pt x="46100" y="47690"/>
                    <a:pt x="50530" y="46625"/>
                    <a:pt x="53952" y="45116"/>
                  </a:cubicBezTo>
                  <a:cubicBezTo>
                    <a:pt x="58470" y="43098"/>
                    <a:pt x="61859" y="40686"/>
                    <a:pt x="64103" y="37894"/>
                  </a:cubicBezTo>
                  <a:cubicBezTo>
                    <a:pt x="66378" y="35061"/>
                    <a:pt x="67516" y="32374"/>
                    <a:pt x="67516" y="29840"/>
                  </a:cubicBezTo>
                  <a:cubicBezTo>
                    <a:pt x="67516" y="28291"/>
                    <a:pt x="67024" y="27040"/>
                    <a:pt x="66031" y="26088"/>
                  </a:cubicBezTo>
                  <a:cubicBezTo>
                    <a:pt x="65071" y="25136"/>
                    <a:pt x="63691" y="24652"/>
                    <a:pt x="61892" y="24652"/>
                  </a:cubicBezTo>
                  <a:cubicBezTo>
                    <a:pt x="58140" y="24652"/>
                    <a:pt x="54153" y="26661"/>
                    <a:pt x="49925" y="30664"/>
                  </a:cubicBezTo>
                  <a:cubicBezTo>
                    <a:pt x="45729" y="34642"/>
                    <a:pt x="42638" y="40524"/>
                    <a:pt x="40653" y="48319"/>
                  </a:cubicBezTo>
                  <a:close/>
                  <a:moveTo>
                    <a:pt x="101940" y="21892"/>
                  </a:moveTo>
                  <a:lnTo>
                    <a:pt x="94605" y="46996"/>
                  </a:lnTo>
                  <a:cubicBezTo>
                    <a:pt x="101480" y="36732"/>
                    <a:pt x="106741" y="29986"/>
                    <a:pt x="110380" y="26750"/>
                  </a:cubicBezTo>
                  <a:cubicBezTo>
                    <a:pt x="114060" y="23514"/>
                    <a:pt x="117586" y="21892"/>
                    <a:pt x="120967" y="21892"/>
                  </a:cubicBezTo>
                  <a:cubicBezTo>
                    <a:pt x="122807" y="21892"/>
                    <a:pt x="124316" y="22505"/>
                    <a:pt x="125494" y="23716"/>
                  </a:cubicBezTo>
                  <a:cubicBezTo>
                    <a:pt x="126705" y="24926"/>
                    <a:pt x="127318" y="26508"/>
                    <a:pt x="127318" y="28461"/>
                  </a:cubicBezTo>
                  <a:cubicBezTo>
                    <a:pt x="127318" y="30664"/>
                    <a:pt x="126777" y="33609"/>
                    <a:pt x="125712" y="37288"/>
                  </a:cubicBezTo>
                  <a:lnTo>
                    <a:pt x="118982" y="60512"/>
                  </a:lnTo>
                  <a:cubicBezTo>
                    <a:pt x="118216" y="63191"/>
                    <a:pt x="117828" y="64829"/>
                    <a:pt x="117828" y="65418"/>
                  </a:cubicBezTo>
                  <a:cubicBezTo>
                    <a:pt x="117828" y="65935"/>
                    <a:pt x="117974" y="66378"/>
                    <a:pt x="118264" y="66742"/>
                  </a:cubicBezTo>
                  <a:cubicBezTo>
                    <a:pt x="118563" y="67072"/>
                    <a:pt x="118878" y="67242"/>
                    <a:pt x="119209" y="67242"/>
                  </a:cubicBezTo>
                  <a:cubicBezTo>
                    <a:pt x="119644" y="67242"/>
                    <a:pt x="120177" y="67000"/>
                    <a:pt x="120806" y="66524"/>
                  </a:cubicBezTo>
                  <a:cubicBezTo>
                    <a:pt x="122751" y="64974"/>
                    <a:pt x="124889" y="62626"/>
                    <a:pt x="127205" y="59463"/>
                  </a:cubicBezTo>
                  <a:lnTo>
                    <a:pt x="128916" y="60512"/>
                  </a:lnTo>
                  <a:cubicBezTo>
                    <a:pt x="125494" y="65402"/>
                    <a:pt x="122259" y="68896"/>
                    <a:pt x="119209" y="70986"/>
                  </a:cubicBezTo>
                  <a:cubicBezTo>
                    <a:pt x="117070" y="72422"/>
                    <a:pt x="115158" y="73141"/>
                    <a:pt x="113471" y="73141"/>
                  </a:cubicBezTo>
                  <a:cubicBezTo>
                    <a:pt x="112107" y="73141"/>
                    <a:pt x="111026" y="72721"/>
                    <a:pt x="110211" y="71874"/>
                  </a:cubicBezTo>
                  <a:cubicBezTo>
                    <a:pt x="109404" y="71067"/>
                    <a:pt x="109000" y="69961"/>
                    <a:pt x="109000" y="68565"/>
                  </a:cubicBezTo>
                  <a:cubicBezTo>
                    <a:pt x="109000" y="66798"/>
                    <a:pt x="109630" y="63764"/>
                    <a:pt x="110873" y="59463"/>
                  </a:cubicBezTo>
                  <a:lnTo>
                    <a:pt x="117272" y="37288"/>
                  </a:lnTo>
                  <a:cubicBezTo>
                    <a:pt x="118087" y="34529"/>
                    <a:pt x="118490" y="32374"/>
                    <a:pt x="118490" y="30833"/>
                  </a:cubicBezTo>
                  <a:cubicBezTo>
                    <a:pt x="118490" y="30099"/>
                    <a:pt x="118248" y="29510"/>
                    <a:pt x="117772" y="29066"/>
                  </a:cubicBezTo>
                  <a:cubicBezTo>
                    <a:pt x="117296" y="28590"/>
                    <a:pt x="116707" y="28348"/>
                    <a:pt x="116005" y="28348"/>
                  </a:cubicBezTo>
                  <a:cubicBezTo>
                    <a:pt x="114980" y="28348"/>
                    <a:pt x="113746" y="28791"/>
                    <a:pt x="112309" y="29671"/>
                  </a:cubicBezTo>
                  <a:cubicBezTo>
                    <a:pt x="109590" y="31325"/>
                    <a:pt x="106757" y="34069"/>
                    <a:pt x="103812" y="37894"/>
                  </a:cubicBezTo>
                  <a:cubicBezTo>
                    <a:pt x="100875" y="41678"/>
                    <a:pt x="97768" y="46536"/>
                    <a:pt x="94492" y="52459"/>
                  </a:cubicBezTo>
                  <a:cubicBezTo>
                    <a:pt x="92765" y="55582"/>
                    <a:pt x="91329" y="59003"/>
                    <a:pt x="90191" y="62715"/>
                  </a:cubicBezTo>
                  <a:lnTo>
                    <a:pt x="87431" y="71817"/>
                  </a:lnTo>
                  <a:lnTo>
                    <a:pt x="79160" y="71817"/>
                  </a:lnTo>
                  <a:lnTo>
                    <a:pt x="89198" y="37288"/>
                  </a:lnTo>
                  <a:cubicBezTo>
                    <a:pt x="90377" y="33133"/>
                    <a:pt x="90966" y="30631"/>
                    <a:pt x="90966" y="29784"/>
                  </a:cubicBezTo>
                  <a:cubicBezTo>
                    <a:pt x="90966" y="28977"/>
                    <a:pt x="90635" y="28275"/>
                    <a:pt x="89973" y="27686"/>
                  </a:cubicBezTo>
                  <a:cubicBezTo>
                    <a:pt x="89344" y="27065"/>
                    <a:pt x="88553" y="26750"/>
                    <a:pt x="87601" y="26750"/>
                  </a:cubicBezTo>
                  <a:cubicBezTo>
                    <a:pt x="87157" y="26750"/>
                    <a:pt x="86382" y="26823"/>
                    <a:pt x="85285" y="26968"/>
                  </a:cubicBezTo>
                  <a:lnTo>
                    <a:pt x="83187" y="27299"/>
                  </a:lnTo>
                  <a:lnTo>
                    <a:pt x="82856" y="25314"/>
                  </a:lnTo>
                  <a:lnTo>
                    <a:pt x="101940" y="21892"/>
                  </a:lnTo>
                  <a:close/>
                  <a:moveTo>
                    <a:pt x="174475" y="21892"/>
                  </a:moveTo>
                  <a:lnTo>
                    <a:pt x="171110" y="38830"/>
                  </a:lnTo>
                  <a:lnTo>
                    <a:pt x="169069" y="38830"/>
                  </a:lnTo>
                  <a:cubicBezTo>
                    <a:pt x="168891" y="33899"/>
                    <a:pt x="167843" y="30316"/>
                    <a:pt x="165930" y="28073"/>
                  </a:cubicBezTo>
                  <a:cubicBezTo>
                    <a:pt x="164017" y="25830"/>
                    <a:pt x="161645" y="24708"/>
                    <a:pt x="158813" y="24708"/>
                  </a:cubicBezTo>
                  <a:cubicBezTo>
                    <a:pt x="156529" y="24708"/>
                    <a:pt x="154714" y="25338"/>
                    <a:pt x="153350" y="26588"/>
                  </a:cubicBezTo>
                  <a:cubicBezTo>
                    <a:pt x="152027" y="27831"/>
                    <a:pt x="151365" y="29340"/>
                    <a:pt x="151365" y="31107"/>
                  </a:cubicBezTo>
                  <a:cubicBezTo>
                    <a:pt x="151365" y="32318"/>
                    <a:pt x="151623" y="33480"/>
                    <a:pt x="152139" y="34585"/>
                  </a:cubicBezTo>
                  <a:cubicBezTo>
                    <a:pt x="152688" y="35683"/>
                    <a:pt x="153866" y="37232"/>
                    <a:pt x="155666" y="39217"/>
                  </a:cubicBezTo>
                  <a:cubicBezTo>
                    <a:pt x="160451" y="44438"/>
                    <a:pt x="163533" y="48376"/>
                    <a:pt x="164937" y="51022"/>
                  </a:cubicBezTo>
                  <a:cubicBezTo>
                    <a:pt x="166333" y="53669"/>
                    <a:pt x="167027" y="56171"/>
                    <a:pt x="167027" y="58527"/>
                  </a:cubicBezTo>
                  <a:cubicBezTo>
                    <a:pt x="167027" y="62344"/>
                    <a:pt x="165430" y="65749"/>
                    <a:pt x="162234" y="68727"/>
                  </a:cubicBezTo>
                  <a:cubicBezTo>
                    <a:pt x="159071" y="71672"/>
                    <a:pt x="155060" y="73141"/>
                    <a:pt x="150203" y="73141"/>
                  </a:cubicBezTo>
                  <a:cubicBezTo>
                    <a:pt x="147556" y="73141"/>
                    <a:pt x="144506" y="72519"/>
                    <a:pt x="141052" y="71268"/>
                  </a:cubicBezTo>
                  <a:cubicBezTo>
                    <a:pt x="139833" y="70825"/>
                    <a:pt x="138898" y="70607"/>
                    <a:pt x="138236" y="70607"/>
                  </a:cubicBezTo>
                  <a:cubicBezTo>
                    <a:pt x="136582" y="70607"/>
                    <a:pt x="135331" y="71446"/>
                    <a:pt x="134484" y="73141"/>
                  </a:cubicBezTo>
                  <a:lnTo>
                    <a:pt x="132442" y="73141"/>
                  </a:lnTo>
                  <a:lnTo>
                    <a:pt x="135807" y="55267"/>
                  </a:lnTo>
                  <a:lnTo>
                    <a:pt x="137848" y="55267"/>
                  </a:lnTo>
                  <a:cubicBezTo>
                    <a:pt x="138075" y="60859"/>
                    <a:pt x="139228" y="64813"/>
                    <a:pt x="141326" y="67129"/>
                  </a:cubicBezTo>
                  <a:cubicBezTo>
                    <a:pt x="143424" y="69445"/>
                    <a:pt x="146289" y="70607"/>
                    <a:pt x="149928" y="70607"/>
                  </a:cubicBezTo>
                  <a:cubicBezTo>
                    <a:pt x="152728" y="70607"/>
                    <a:pt x="154932" y="69832"/>
                    <a:pt x="156553" y="68283"/>
                  </a:cubicBezTo>
                  <a:cubicBezTo>
                    <a:pt x="158207" y="66709"/>
                    <a:pt x="159030" y="64773"/>
                    <a:pt x="159030" y="62497"/>
                  </a:cubicBezTo>
                  <a:cubicBezTo>
                    <a:pt x="159030" y="61020"/>
                    <a:pt x="158740" y="59665"/>
                    <a:pt x="158151" y="58414"/>
                  </a:cubicBezTo>
                  <a:cubicBezTo>
                    <a:pt x="157118" y="56203"/>
                    <a:pt x="154947" y="53153"/>
                    <a:pt x="151639" y="49255"/>
                  </a:cubicBezTo>
                  <a:cubicBezTo>
                    <a:pt x="148371" y="45358"/>
                    <a:pt x="146257" y="42437"/>
                    <a:pt x="145296" y="40484"/>
                  </a:cubicBezTo>
                  <a:cubicBezTo>
                    <a:pt x="144377" y="38539"/>
                    <a:pt x="143917" y="36586"/>
                    <a:pt x="143917" y="34642"/>
                  </a:cubicBezTo>
                  <a:cubicBezTo>
                    <a:pt x="143917" y="31075"/>
                    <a:pt x="145208" y="28057"/>
                    <a:pt x="147782" y="25588"/>
                  </a:cubicBezTo>
                  <a:cubicBezTo>
                    <a:pt x="150388" y="23127"/>
                    <a:pt x="153737" y="21892"/>
                    <a:pt x="157820" y="21892"/>
                  </a:cubicBezTo>
                  <a:cubicBezTo>
                    <a:pt x="158998" y="21892"/>
                    <a:pt x="160064" y="21989"/>
                    <a:pt x="161015" y="22175"/>
                  </a:cubicBezTo>
                  <a:cubicBezTo>
                    <a:pt x="161532" y="22279"/>
                    <a:pt x="162726" y="22707"/>
                    <a:pt x="164607" y="23441"/>
                  </a:cubicBezTo>
                  <a:cubicBezTo>
                    <a:pt x="166519" y="24135"/>
                    <a:pt x="167786" y="24490"/>
                    <a:pt x="168407" y="24490"/>
                  </a:cubicBezTo>
                  <a:cubicBezTo>
                    <a:pt x="169989" y="24490"/>
                    <a:pt x="171312" y="23627"/>
                    <a:pt x="172385" y="21892"/>
                  </a:cubicBezTo>
                  <a:lnTo>
                    <a:pt x="174475" y="21892"/>
                  </a:lnTo>
                  <a:close/>
                  <a:moveTo>
                    <a:pt x="229750" y="39161"/>
                  </a:moveTo>
                  <a:cubicBezTo>
                    <a:pt x="229750" y="44680"/>
                    <a:pt x="228282" y="50135"/>
                    <a:pt x="225337" y="55541"/>
                  </a:cubicBezTo>
                  <a:cubicBezTo>
                    <a:pt x="222432" y="60948"/>
                    <a:pt x="218365" y="65233"/>
                    <a:pt x="213144" y="68396"/>
                  </a:cubicBezTo>
                  <a:cubicBezTo>
                    <a:pt x="207923" y="71559"/>
                    <a:pt x="202847" y="73141"/>
                    <a:pt x="197925" y="73141"/>
                  </a:cubicBezTo>
                  <a:cubicBezTo>
                    <a:pt x="192882" y="73141"/>
                    <a:pt x="188766" y="71543"/>
                    <a:pt x="185563" y="68339"/>
                  </a:cubicBezTo>
                  <a:cubicBezTo>
                    <a:pt x="182399" y="65104"/>
                    <a:pt x="180818" y="60932"/>
                    <a:pt x="180818" y="55824"/>
                  </a:cubicBezTo>
                  <a:cubicBezTo>
                    <a:pt x="180818" y="50417"/>
                    <a:pt x="182367" y="44987"/>
                    <a:pt x="185458" y="39548"/>
                  </a:cubicBezTo>
                  <a:cubicBezTo>
                    <a:pt x="188581" y="34101"/>
                    <a:pt x="192736" y="29800"/>
                    <a:pt x="197925" y="26637"/>
                  </a:cubicBezTo>
                  <a:cubicBezTo>
                    <a:pt x="203146" y="23474"/>
                    <a:pt x="208181" y="21892"/>
                    <a:pt x="213039" y="21892"/>
                  </a:cubicBezTo>
                  <a:cubicBezTo>
                    <a:pt x="217888" y="21892"/>
                    <a:pt x="221883" y="23498"/>
                    <a:pt x="225006" y="26693"/>
                  </a:cubicBezTo>
                  <a:cubicBezTo>
                    <a:pt x="228169" y="29897"/>
                    <a:pt x="229750" y="34053"/>
                    <a:pt x="229750" y="39161"/>
                  </a:cubicBezTo>
                  <a:close/>
                  <a:moveTo>
                    <a:pt x="220592" y="35352"/>
                  </a:moveTo>
                  <a:cubicBezTo>
                    <a:pt x="220592" y="31938"/>
                    <a:pt x="219744" y="29324"/>
                    <a:pt x="218058" y="27525"/>
                  </a:cubicBezTo>
                  <a:cubicBezTo>
                    <a:pt x="216404" y="25685"/>
                    <a:pt x="214249" y="24765"/>
                    <a:pt x="211603" y="24765"/>
                  </a:cubicBezTo>
                  <a:cubicBezTo>
                    <a:pt x="206196" y="24765"/>
                    <a:pt x="201209" y="28646"/>
                    <a:pt x="196650" y="36401"/>
                  </a:cubicBezTo>
                  <a:cubicBezTo>
                    <a:pt x="192131" y="44123"/>
                    <a:pt x="189872" y="51813"/>
                    <a:pt x="189872" y="59463"/>
                  </a:cubicBezTo>
                  <a:cubicBezTo>
                    <a:pt x="189872" y="62957"/>
                    <a:pt x="190751" y="65660"/>
                    <a:pt x="192518" y="67573"/>
                  </a:cubicBezTo>
                  <a:cubicBezTo>
                    <a:pt x="194278" y="69445"/>
                    <a:pt x="196504" y="70381"/>
                    <a:pt x="199192" y="70381"/>
                  </a:cubicBezTo>
                  <a:cubicBezTo>
                    <a:pt x="204372" y="70381"/>
                    <a:pt x="209230" y="66540"/>
                    <a:pt x="213749" y="58858"/>
                  </a:cubicBezTo>
                  <a:cubicBezTo>
                    <a:pt x="218316" y="51135"/>
                    <a:pt x="220592" y="43300"/>
                    <a:pt x="220592" y="35352"/>
                  </a:cubicBezTo>
                  <a:close/>
                  <a:moveTo>
                    <a:pt x="239902" y="24983"/>
                  </a:moveTo>
                  <a:lnTo>
                    <a:pt x="258929" y="21892"/>
                  </a:lnTo>
                  <a:lnTo>
                    <a:pt x="250989" y="48707"/>
                  </a:lnTo>
                  <a:cubicBezTo>
                    <a:pt x="257420" y="37708"/>
                    <a:pt x="263271" y="30026"/>
                    <a:pt x="268532" y="25644"/>
                  </a:cubicBezTo>
                  <a:cubicBezTo>
                    <a:pt x="271509" y="23143"/>
                    <a:pt x="273930" y="21892"/>
                    <a:pt x="275810" y="21892"/>
                  </a:cubicBezTo>
                  <a:cubicBezTo>
                    <a:pt x="277021" y="21892"/>
                    <a:pt x="277981" y="22263"/>
                    <a:pt x="278675" y="22998"/>
                  </a:cubicBezTo>
                  <a:cubicBezTo>
                    <a:pt x="279377" y="23700"/>
                    <a:pt x="279724" y="24724"/>
                    <a:pt x="279724" y="26088"/>
                  </a:cubicBezTo>
                  <a:cubicBezTo>
                    <a:pt x="279724" y="28517"/>
                    <a:pt x="279103" y="30833"/>
                    <a:pt x="277852" y="33036"/>
                  </a:cubicBezTo>
                  <a:cubicBezTo>
                    <a:pt x="276964" y="34690"/>
                    <a:pt x="275697" y="35521"/>
                    <a:pt x="274043" y="35521"/>
                  </a:cubicBezTo>
                  <a:cubicBezTo>
                    <a:pt x="273196" y="35521"/>
                    <a:pt x="272462" y="35247"/>
                    <a:pt x="271840" y="34690"/>
                  </a:cubicBezTo>
                  <a:cubicBezTo>
                    <a:pt x="271251" y="34141"/>
                    <a:pt x="270880" y="33294"/>
                    <a:pt x="270735" y="32156"/>
                  </a:cubicBezTo>
                  <a:cubicBezTo>
                    <a:pt x="270662" y="31454"/>
                    <a:pt x="270493" y="30994"/>
                    <a:pt x="270234" y="30777"/>
                  </a:cubicBezTo>
                  <a:cubicBezTo>
                    <a:pt x="269944" y="30486"/>
                    <a:pt x="269597" y="30333"/>
                    <a:pt x="269193" y="30333"/>
                  </a:cubicBezTo>
                  <a:cubicBezTo>
                    <a:pt x="268564" y="30333"/>
                    <a:pt x="267975" y="30486"/>
                    <a:pt x="267426" y="30777"/>
                  </a:cubicBezTo>
                  <a:cubicBezTo>
                    <a:pt x="266466" y="31293"/>
                    <a:pt x="265014" y="32729"/>
                    <a:pt x="263069" y="35077"/>
                  </a:cubicBezTo>
                  <a:cubicBezTo>
                    <a:pt x="260019" y="38684"/>
                    <a:pt x="256702" y="43357"/>
                    <a:pt x="253135" y="49094"/>
                  </a:cubicBezTo>
                  <a:cubicBezTo>
                    <a:pt x="251594" y="51515"/>
                    <a:pt x="250271" y="54258"/>
                    <a:pt x="249165" y="57309"/>
                  </a:cubicBezTo>
                  <a:cubicBezTo>
                    <a:pt x="247624" y="61505"/>
                    <a:pt x="246736" y="64022"/>
                    <a:pt x="246519" y="64869"/>
                  </a:cubicBezTo>
                  <a:lnTo>
                    <a:pt x="244751" y="71817"/>
                  </a:lnTo>
                  <a:lnTo>
                    <a:pt x="236311" y="71817"/>
                  </a:lnTo>
                  <a:lnTo>
                    <a:pt x="246519" y="37563"/>
                  </a:lnTo>
                  <a:cubicBezTo>
                    <a:pt x="247697" y="33593"/>
                    <a:pt x="248286" y="30760"/>
                    <a:pt x="248286" y="29066"/>
                  </a:cubicBezTo>
                  <a:cubicBezTo>
                    <a:pt x="248286" y="28404"/>
                    <a:pt x="248011" y="27855"/>
                    <a:pt x="247454" y="27412"/>
                  </a:cubicBezTo>
                  <a:cubicBezTo>
                    <a:pt x="246720" y="26823"/>
                    <a:pt x="245744" y="26532"/>
                    <a:pt x="244533" y="26532"/>
                  </a:cubicBezTo>
                  <a:cubicBezTo>
                    <a:pt x="243759" y="26532"/>
                    <a:pt x="242347" y="26693"/>
                    <a:pt x="240289" y="27024"/>
                  </a:cubicBezTo>
                  <a:lnTo>
                    <a:pt x="239902" y="24983"/>
                  </a:lnTo>
                  <a:close/>
                  <a:moveTo>
                    <a:pt x="303278" y="0"/>
                  </a:moveTo>
                  <a:cubicBezTo>
                    <a:pt x="304828" y="0"/>
                    <a:pt x="306127" y="533"/>
                    <a:pt x="307200" y="1598"/>
                  </a:cubicBezTo>
                  <a:cubicBezTo>
                    <a:pt x="308265" y="2663"/>
                    <a:pt x="308798" y="3970"/>
                    <a:pt x="308798" y="5511"/>
                  </a:cubicBezTo>
                  <a:cubicBezTo>
                    <a:pt x="308798" y="7020"/>
                    <a:pt x="308241" y="8328"/>
                    <a:pt x="307144" y="9433"/>
                  </a:cubicBezTo>
                  <a:cubicBezTo>
                    <a:pt x="306078" y="10498"/>
                    <a:pt x="304787" y="11031"/>
                    <a:pt x="303278" y="11031"/>
                  </a:cubicBezTo>
                  <a:cubicBezTo>
                    <a:pt x="301769" y="11031"/>
                    <a:pt x="300470" y="10498"/>
                    <a:pt x="299365" y="9433"/>
                  </a:cubicBezTo>
                  <a:cubicBezTo>
                    <a:pt x="298300" y="8328"/>
                    <a:pt x="297767" y="7020"/>
                    <a:pt x="297767" y="5511"/>
                  </a:cubicBezTo>
                  <a:cubicBezTo>
                    <a:pt x="297767" y="3970"/>
                    <a:pt x="298300" y="2663"/>
                    <a:pt x="299365" y="1598"/>
                  </a:cubicBezTo>
                  <a:cubicBezTo>
                    <a:pt x="300430" y="533"/>
                    <a:pt x="301737" y="0"/>
                    <a:pt x="303278" y="0"/>
                  </a:cubicBezTo>
                  <a:close/>
                  <a:moveTo>
                    <a:pt x="303997" y="21892"/>
                  </a:moveTo>
                  <a:lnTo>
                    <a:pt x="293079" y="60560"/>
                  </a:lnTo>
                  <a:cubicBezTo>
                    <a:pt x="292336" y="63175"/>
                    <a:pt x="291973" y="64740"/>
                    <a:pt x="291973" y="65257"/>
                  </a:cubicBezTo>
                  <a:cubicBezTo>
                    <a:pt x="291973" y="65838"/>
                    <a:pt x="292135" y="66322"/>
                    <a:pt x="292466" y="66685"/>
                  </a:cubicBezTo>
                  <a:cubicBezTo>
                    <a:pt x="292837" y="67056"/>
                    <a:pt x="293256" y="67242"/>
                    <a:pt x="293740" y="67242"/>
                  </a:cubicBezTo>
                  <a:cubicBezTo>
                    <a:pt x="294289" y="67242"/>
                    <a:pt x="294951" y="66943"/>
                    <a:pt x="295726" y="66354"/>
                  </a:cubicBezTo>
                  <a:cubicBezTo>
                    <a:pt x="297815" y="64700"/>
                    <a:pt x="299930" y="62344"/>
                    <a:pt x="302068" y="59294"/>
                  </a:cubicBezTo>
                  <a:lnTo>
                    <a:pt x="303997" y="60560"/>
                  </a:lnTo>
                  <a:cubicBezTo>
                    <a:pt x="301495" y="64385"/>
                    <a:pt x="298558" y="67605"/>
                    <a:pt x="295168" y="70219"/>
                  </a:cubicBezTo>
                  <a:cubicBezTo>
                    <a:pt x="292667" y="72164"/>
                    <a:pt x="290279" y="73141"/>
                    <a:pt x="288003" y="73141"/>
                  </a:cubicBezTo>
                  <a:cubicBezTo>
                    <a:pt x="286494" y="73141"/>
                    <a:pt x="285259" y="72697"/>
                    <a:pt x="284307" y="71817"/>
                  </a:cubicBezTo>
                  <a:cubicBezTo>
                    <a:pt x="283347" y="70897"/>
                    <a:pt x="282871" y="69759"/>
                    <a:pt x="282871" y="68396"/>
                  </a:cubicBezTo>
                  <a:cubicBezTo>
                    <a:pt x="282871" y="67040"/>
                    <a:pt x="283331" y="64773"/>
                    <a:pt x="284251" y="61609"/>
                  </a:cubicBezTo>
                  <a:lnTo>
                    <a:pt x="291416" y="36901"/>
                  </a:lnTo>
                  <a:cubicBezTo>
                    <a:pt x="292594" y="32858"/>
                    <a:pt x="293183" y="30316"/>
                    <a:pt x="293183" y="29284"/>
                  </a:cubicBezTo>
                  <a:cubicBezTo>
                    <a:pt x="293183" y="28477"/>
                    <a:pt x="292893" y="27815"/>
                    <a:pt x="292304" y="27299"/>
                  </a:cubicBezTo>
                  <a:cubicBezTo>
                    <a:pt x="291747" y="26790"/>
                    <a:pt x="290981" y="26532"/>
                    <a:pt x="289988" y="26532"/>
                  </a:cubicBezTo>
                  <a:cubicBezTo>
                    <a:pt x="289173" y="26532"/>
                    <a:pt x="287503" y="26734"/>
                    <a:pt x="284969" y="27137"/>
                  </a:cubicBezTo>
                  <a:lnTo>
                    <a:pt x="284969" y="24983"/>
                  </a:lnTo>
                  <a:lnTo>
                    <a:pt x="303997" y="21892"/>
                  </a:lnTo>
                  <a:close/>
                  <a:moveTo>
                    <a:pt x="318949" y="23224"/>
                  </a:moveTo>
                  <a:lnTo>
                    <a:pt x="353970" y="23224"/>
                  </a:lnTo>
                  <a:lnTo>
                    <a:pt x="353970" y="24595"/>
                  </a:lnTo>
                  <a:lnTo>
                    <a:pt x="315802" y="64313"/>
                  </a:lnTo>
                  <a:lnTo>
                    <a:pt x="331965" y="64313"/>
                  </a:lnTo>
                  <a:cubicBezTo>
                    <a:pt x="335790" y="64313"/>
                    <a:pt x="338219" y="64167"/>
                    <a:pt x="339243" y="63877"/>
                  </a:cubicBezTo>
                  <a:cubicBezTo>
                    <a:pt x="340276" y="63578"/>
                    <a:pt x="341212" y="62957"/>
                    <a:pt x="342060" y="61997"/>
                  </a:cubicBezTo>
                  <a:cubicBezTo>
                    <a:pt x="342939" y="61045"/>
                    <a:pt x="343916" y="59318"/>
                    <a:pt x="344981" y="56816"/>
                  </a:cubicBezTo>
                  <a:lnTo>
                    <a:pt x="347022" y="56816"/>
                  </a:lnTo>
                  <a:lnTo>
                    <a:pt x="342221" y="71817"/>
                  </a:lnTo>
                  <a:lnTo>
                    <a:pt x="306312" y="71817"/>
                  </a:lnTo>
                  <a:lnTo>
                    <a:pt x="306312" y="70219"/>
                  </a:lnTo>
                  <a:lnTo>
                    <a:pt x="344488" y="30502"/>
                  </a:lnTo>
                  <a:lnTo>
                    <a:pt x="328600" y="30502"/>
                  </a:lnTo>
                  <a:cubicBezTo>
                    <a:pt x="325251" y="30502"/>
                    <a:pt x="323234" y="30591"/>
                    <a:pt x="322532" y="30777"/>
                  </a:cubicBezTo>
                  <a:cubicBezTo>
                    <a:pt x="321499" y="30994"/>
                    <a:pt x="320474" y="31583"/>
                    <a:pt x="319441" y="32544"/>
                  </a:cubicBezTo>
                  <a:cubicBezTo>
                    <a:pt x="318449" y="33464"/>
                    <a:pt x="317416" y="35005"/>
                    <a:pt x="316351" y="37175"/>
                  </a:cubicBezTo>
                  <a:lnTo>
                    <a:pt x="314261" y="37175"/>
                  </a:lnTo>
                  <a:lnTo>
                    <a:pt x="318949" y="23224"/>
                  </a:lnTo>
                  <a:close/>
                  <a:moveTo>
                    <a:pt x="366938" y="51022"/>
                  </a:moveTo>
                  <a:cubicBezTo>
                    <a:pt x="366679" y="52862"/>
                    <a:pt x="366550" y="54387"/>
                    <a:pt x="366550" y="55598"/>
                  </a:cubicBezTo>
                  <a:cubicBezTo>
                    <a:pt x="366550" y="58874"/>
                    <a:pt x="367712" y="61666"/>
                    <a:pt x="370028" y="63982"/>
                  </a:cubicBezTo>
                  <a:cubicBezTo>
                    <a:pt x="372344" y="66265"/>
                    <a:pt x="375152" y="67403"/>
                    <a:pt x="378468" y="67403"/>
                  </a:cubicBezTo>
                  <a:cubicBezTo>
                    <a:pt x="381115" y="67403"/>
                    <a:pt x="383649" y="66871"/>
                    <a:pt x="386078" y="65806"/>
                  </a:cubicBezTo>
                  <a:cubicBezTo>
                    <a:pt x="388539" y="64700"/>
                    <a:pt x="392178" y="62295"/>
                    <a:pt x="396996" y="58575"/>
                  </a:cubicBezTo>
                  <a:lnTo>
                    <a:pt x="398158" y="60181"/>
                  </a:lnTo>
                  <a:cubicBezTo>
                    <a:pt x="389443" y="68824"/>
                    <a:pt x="381132" y="73141"/>
                    <a:pt x="373223" y="73141"/>
                  </a:cubicBezTo>
                  <a:cubicBezTo>
                    <a:pt x="367857" y="73141"/>
                    <a:pt x="363815" y="71446"/>
                    <a:pt x="361087" y="68065"/>
                  </a:cubicBezTo>
                  <a:cubicBezTo>
                    <a:pt x="358368" y="64684"/>
                    <a:pt x="357004" y="60948"/>
                    <a:pt x="357004" y="56865"/>
                  </a:cubicBezTo>
                  <a:cubicBezTo>
                    <a:pt x="357004" y="51386"/>
                    <a:pt x="358698" y="45777"/>
                    <a:pt x="362080" y="40040"/>
                  </a:cubicBezTo>
                  <a:cubicBezTo>
                    <a:pt x="365469" y="34311"/>
                    <a:pt x="369713" y="29857"/>
                    <a:pt x="374821" y="26693"/>
                  </a:cubicBezTo>
                  <a:cubicBezTo>
                    <a:pt x="379937" y="23498"/>
                    <a:pt x="385198" y="21892"/>
                    <a:pt x="390597" y="21892"/>
                  </a:cubicBezTo>
                  <a:cubicBezTo>
                    <a:pt x="394502" y="21892"/>
                    <a:pt x="397383" y="22683"/>
                    <a:pt x="399263" y="24264"/>
                  </a:cubicBezTo>
                  <a:cubicBezTo>
                    <a:pt x="401135" y="25846"/>
                    <a:pt x="402071" y="27726"/>
                    <a:pt x="402071" y="29897"/>
                  </a:cubicBezTo>
                  <a:cubicBezTo>
                    <a:pt x="402071" y="32947"/>
                    <a:pt x="400861" y="35868"/>
                    <a:pt x="398432" y="38668"/>
                  </a:cubicBezTo>
                  <a:cubicBezTo>
                    <a:pt x="395237" y="42308"/>
                    <a:pt x="390524" y="45245"/>
                    <a:pt x="384311" y="47488"/>
                  </a:cubicBezTo>
                  <a:cubicBezTo>
                    <a:pt x="380195" y="48997"/>
                    <a:pt x="374402" y="50175"/>
                    <a:pt x="366938" y="51022"/>
                  </a:cubicBezTo>
                  <a:close/>
                  <a:moveTo>
                    <a:pt x="367325" y="48319"/>
                  </a:moveTo>
                  <a:cubicBezTo>
                    <a:pt x="372764" y="47690"/>
                    <a:pt x="377194" y="46625"/>
                    <a:pt x="380615" y="45116"/>
                  </a:cubicBezTo>
                  <a:cubicBezTo>
                    <a:pt x="385142" y="43098"/>
                    <a:pt x="388523" y="40686"/>
                    <a:pt x="390766" y="37894"/>
                  </a:cubicBezTo>
                  <a:cubicBezTo>
                    <a:pt x="393050" y="35061"/>
                    <a:pt x="394188" y="32374"/>
                    <a:pt x="394188" y="29840"/>
                  </a:cubicBezTo>
                  <a:cubicBezTo>
                    <a:pt x="394188" y="28291"/>
                    <a:pt x="393687" y="27040"/>
                    <a:pt x="392695" y="26088"/>
                  </a:cubicBezTo>
                  <a:cubicBezTo>
                    <a:pt x="391743" y="25136"/>
                    <a:pt x="390363" y="24652"/>
                    <a:pt x="388563" y="24652"/>
                  </a:cubicBezTo>
                  <a:cubicBezTo>
                    <a:pt x="384811" y="24652"/>
                    <a:pt x="380817" y="26661"/>
                    <a:pt x="376589" y="30664"/>
                  </a:cubicBezTo>
                  <a:cubicBezTo>
                    <a:pt x="372401" y="34642"/>
                    <a:pt x="369310" y="40524"/>
                    <a:pt x="367325" y="48319"/>
                  </a:cubicBezTo>
                  <a:close/>
                </a:path>
              </a:pathLst>
            </a:custGeom>
            <a:solidFill>
              <a:srgbClr val="000000"/>
            </a:solidFill>
            <a:ln w="807" cap="flat">
              <a:noFill/>
              <a:prstDash val="solid"/>
              <a:miter/>
            </a:ln>
          </p:spPr>
        </p:sp>
        <p:sp>
          <p:nvSpPr>
            <p:cNvPr id="437" name="任意形状 436">
              <a:extLst>
                <a:ext uri="{FF2B5EF4-FFF2-40B4-BE49-F238E27FC236}">
                  <a16:creationId xmlns:a16="http://schemas.microsoft.com/office/drawing/2014/main" id="{C545AAD9-3794-0C0A-CF4C-22B0BEEEE0EB}"/>
                </a:ext>
              </a:extLst>
            </p:cNvPr>
            <p:cNvSpPr/>
            <p:nvPr/>
          </p:nvSpPr>
          <p:spPr>
            <a:xfrm>
              <a:off x="6398999" y="1902300"/>
              <a:ext cx="370942" cy="135761"/>
            </a:xfrm>
            <a:custGeom>
              <a:avLst/>
              <a:gdLst>
                <a:gd name="csX0" fmla="*/ 27694 w 274156"/>
                <a:gd name="csY0" fmla="*/ 78219 h 100338"/>
                <a:gd name="csX1" fmla="*/ 13460 w 274156"/>
                <a:gd name="csY1" fmla="*/ 89748 h 100338"/>
                <a:gd name="csX2" fmla="*/ 19697 w 274156"/>
                <a:gd name="csY2" fmla="*/ 89141 h 100338"/>
                <a:gd name="csX3" fmla="*/ 24765 w 274156"/>
                <a:gd name="csY3" fmla="*/ 89472 h 100338"/>
                <a:gd name="csX4" fmla="*/ 34811 w 274156"/>
                <a:gd name="csY4" fmla="*/ 91513 h 100338"/>
                <a:gd name="csX5" fmla="*/ 48271 w 274156"/>
                <a:gd name="csY5" fmla="*/ 93278 h 100338"/>
                <a:gd name="csX6" fmla="*/ 58640 w 274156"/>
                <a:gd name="csY6" fmla="*/ 91127 h 100338"/>
                <a:gd name="csX7" fmla="*/ 66968 w 274156"/>
                <a:gd name="csY7" fmla="*/ 84066 h 100338"/>
                <a:gd name="csX8" fmla="*/ 68791 w 274156"/>
                <a:gd name="csY8" fmla="*/ 84949 h 100338"/>
                <a:gd name="csX9" fmla="*/ 55380 w 274156"/>
                <a:gd name="csY9" fmla="*/ 96699 h 100338"/>
                <a:gd name="csX10" fmla="*/ 38999 w 274156"/>
                <a:gd name="csY10" fmla="*/ 100339 h 100338"/>
                <a:gd name="csX11" fmla="*/ 25870 w 274156"/>
                <a:gd name="csY11" fmla="*/ 98463 h 100338"/>
                <a:gd name="csX12" fmla="*/ 8053 w 274156"/>
                <a:gd name="csY12" fmla="*/ 95650 h 100338"/>
                <a:gd name="csX13" fmla="*/ 4906 w 274156"/>
                <a:gd name="csY13" fmla="*/ 95926 h 100338"/>
                <a:gd name="csX14" fmla="*/ 1267 w 274156"/>
                <a:gd name="csY14" fmla="*/ 97250 h 100338"/>
                <a:gd name="csX15" fmla="*/ 0 w 274156"/>
                <a:gd name="csY15" fmla="*/ 95760 h 100338"/>
                <a:gd name="csX16" fmla="*/ 22619 w 274156"/>
                <a:gd name="csY16" fmla="*/ 77888 h 100338"/>
                <a:gd name="csX17" fmla="*/ 6730 w 274156"/>
                <a:gd name="csY17" fmla="*/ 68676 h 100338"/>
                <a:gd name="csX18" fmla="*/ 1323 w 274156"/>
                <a:gd name="csY18" fmla="*/ 52073 h 100338"/>
                <a:gd name="csX19" fmla="*/ 8602 w 274156"/>
                <a:gd name="csY19" fmla="*/ 27084 h 100338"/>
                <a:gd name="csX20" fmla="*/ 27307 w 274156"/>
                <a:gd name="csY20" fmla="*/ 7116 h 100338"/>
                <a:gd name="csX21" fmla="*/ 49699 w 274156"/>
                <a:gd name="csY21" fmla="*/ 0 h 100338"/>
                <a:gd name="csX22" fmla="*/ 63603 w 274156"/>
                <a:gd name="csY22" fmla="*/ 3310 h 100338"/>
                <a:gd name="csX23" fmla="*/ 72536 w 274156"/>
                <a:gd name="csY23" fmla="*/ 12963 h 100338"/>
                <a:gd name="csX24" fmla="*/ 75682 w 274156"/>
                <a:gd name="csY24" fmla="*/ 25871 h 100338"/>
                <a:gd name="csX25" fmla="*/ 68452 w 274156"/>
                <a:gd name="csY25" fmla="*/ 51576 h 100338"/>
                <a:gd name="csX26" fmla="*/ 50474 w 274156"/>
                <a:gd name="csY26" fmla="*/ 71324 h 100338"/>
                <a:gd name="csX27" fmla="*/ 27694 w 274156"/>
                <a:gd name="csY27" fmla="*/ 78219 h 100338"/>
                <a:gd name="csX28" fmla="*/ 48376 w 274156"/>
                <a:gd name="csY28" fmla="*/ 3530 h 100338"/>
                <a:gd name="csX29" fmla="*/ 37563 w 274156"/>
                <a:gd name="csY29" fmla="*/ 6288 h 100338"/>
                <a:gd name="csX30" fmla="*/ 27137 w 274156"/>
                <a:gd name="csY30" fmla="*/ 15225 h 100338"/>
                <a:gd name="csX31" fmla="*/ 17817 w 274156"/>
                <a:gd name="csY31" fmla="*/ 31442 h 100338"/>
                <a:gd name="csX32" fmla="*/ 12798 w 274156"/>
                <a:gd name="csY32" fmla="*/ 54775 h 100338"/>
                <a:gd name="csX33" fmla="*/ 16825 w 274156"/>
                <a:gd name="csY33" fmla="*/ 68676 h 100338"/>
                <a:gd name="csX34" fmla="*/ 29179 w 274156"/>
                <a:gd name="csY34" fmla="*/ 74689 h 100338"/>
                <a:gd name="csX35" fmla="*/ 38999 w 274156"/>
                <a:gd name="csY35" fmla="*/ 72207 h 100338"/>
                <a:gd name="csX36" fmla="*/ 49037 w 274156"/>
                <a:gd name="csY36" fmla="*/ 63767 h 100338"/>
                <a:gd name="csX37" fmla="*/ 60125 w 274156"/>
                <a:gd name="csY37" fmla="*/ 44405 h 100338"/>
                <a:gd name="csX38" fmla="*/ 64595 w 274156"/>
                <a:gd name="csY38" fmla="*/ 22561 h 100338"/>
                <a:gd name="csX39" fmla="*/ 60569 w 274156"/>
                <a:gd name="csY39" fmla="*/ 9322 h 100338"/>
                <a:gd name="csX40" fmla="*/ 48376 w 274156"/>
                <a:gd name="csY40" fmla="*/ 3530 h 100338"/>
                <a:gd name="csX41" fmla="*/ 93943 w 274156"/>
                <a:gd name="csY41" fmla="*/ 1710 h 100338"/>
                <a:gd name="csX42" fmla="*/ 123396 w 274156"/>
                <a:gd name="csY42" fmla="*/ 1710 h 100338"/>
                <a:gd name="csX43" fmla="*/ 140722 w 274156"/>
                <a:gd name="csY43" fmla="*/ 6730 h 100338"/>
                <a:gd name="csX44" fmla="*/ 146451 w 274156"/>
                <a:gd name="csY44" fmla="*/ 18865 h 100338"/>
                <a:gd name="csX45" fmla="*/ 142811 w 274156"/>
                <a:gd name="csY45" fmla="*/ 29898 h 100338"/>
                <a:gd name="csX46" fmla="*/ 131999 w 274156"/>
                <a:gd name="csY46" fmla="*/ 38613 h 100338"/>
                <a:gd name="csX47" fmla="*/ 116505 w 274156"/>
                <a:gd name="csY47" fmla="*/ 41923 h 100338"/>
                <a:gd name="csX48" fmla="*/ 103320 w 274156"/>
                <a:gd name="csY48" fmla="*/ 40047 h 100338"/>
                <a:gd name="csX49" fmla="*/ 97365 w 274156"/>
                <a:gd name="csY49" fmla="*/ 60457 h 100338"/>
                <a:gd name="csX50" fmla="*/ 95267 w 274156"/>
                <a:gd name="csY50" fmla="*/ 70055 h 100338"/>
                <a:gd name="csX51" fmla="*/ 96751 w 274156"/>
                <a:gd name="csY51" fmla="*/ 72979 h 100338"/>
                <a:gd name="csX52" fmla="*/ 103869 w 274156"/>
                <a:gd name="csY52" fmla="*/ 74468 h 100338"/>
                <a:gd name="csX53" fmla="*/ 103320 w 274156"/>
                <a:gd name="csY53" fmla="*/ 76509 h 100338"/>
                <a:gd name="csX54" fmla="*/ 73584 w 274156"/>
                <a:gd name="csY54" fmla="*/ 76509 h 100338"/>
                <a:gd name="csX55" fmla="*/ 74190 w 274156"/>
                <a:gd name="csY55" fmla="*/ 74468 h 100338"/>
                <a:gd name="csX56" fmla="*/ 82300 w 274156"/>
                <a:gd name="csY56" fmla="*/ 72483 h 100338"/>
                <a:gd name="csX57" fmla="*/ 87270 w 274156"/>
                <a:gd name="csY57" fmla="*/ 61340 h 100338"/>
                <a:gd name="csX58" fmla="*/ 99624 w 274156"/>
                <a:gd name="csY58" fmla="*/ 18755 h 100338"/>
                <a:gd name="csX59" fmla="*/ 101827 w 274156"/>
                <a:gd name="csY59" fmla="*/ 8495 h 100338"/>
                <a:gd name="csX60" fmla="*/ 100229 w 274156"/>
                <a:gd name="csY60" fmla="*/ 5296 h 100338"/>
                <a:gd name="csX61" fmla="*/ 93330 w 274156"/>
                <a:gd name="csY61" fmla="*/ 3751 h 100338"/>
                <a:gd name="csX62" fmla="*/ 93943 w 274156"/>
                <a:gd name="csY62" fmla="*/ 1710 h 100338"/>
                <a:gd name="csX63" fmla="*/ 104256 w 274156"/>
                <a:gd name="csY63" fmla="*/ 36572 h 100338"/>
                <a:gd name="csX64" fmla="*/ 114294 w 274156"/>
                <a:gd name="csY64" fmla="*/ 38172 h 100338"/>
                <a:gd name="csX65" fmla="*/ 125220 w 274156"/>
                <a:gd name="csY65" fmla="*/ 35690 h 100338"/>
                <a:gd name="csX66" fmla="*/ 132943 w 274156"/>
                <a:gd name="csY66" fmla="*/ 28243 h 100338"/>
                <a:gd name="csX67" fmla="*/ 135751 w 274156"/>
                <a:gd name="csY67" fmla="*/ 17928 h 100338"/>
                <a:gd name="csX68" fmla="*/ 132330 w 274156"/>
                <a:gd name="csY68" fmla="*/ 9102 h 100338"/>
                <a:gd name="csX69" fmla="*/ 121960 w 274156"/>
                <a:gd name="csY69" fmla="*/ 5847 h 100338"/>
                <a:gd name="csX70" fmla="*/ 112858 w 274156"/>
                <a:gd name="csY70" fmla="*/ 6785 h 100338"/>
                <a:gd name="csX71" fmla="*/ 104256 w 274156"/>
                <a:gd name="csY71" fmla="*/ 36572 h 100338"/>
                <a:gd name="csX72" fmla="*/ 160136 w 274156"/>
                <a:gd name="csY72" fmla="*/ 1710 h 100338"/>
                <a:gd name="csX73" fmla="*/ 191744 w 274156"/>
                <a:gd name="csY73" fmla="*/ 1710 h 100338"/>
                <a:gd name="csX74" fmla="*/ 191139 w 274156"/>
                <a:gd name="csY74" fmla="*/ 3751 h 100338"/>
                <a:gd name="csX75" fmla="*/ 184183 w 274156"/>
                <a:gd name="csY75" fmla="*/ 4689 h 100338"/>
                <a:gd name="csX76" fmla="*/ 180657 w 274156"/>
                <a:gd name="csY76" fmla="*/ 7502 h 100338"/>
                <a:gd name="csX77" fmla="*/ 177623 w 274156"/>
                <a:gd name="csY77" fmla="*/ 15059 h 100338"/>
                <a:gd name="csX78" fmla="*/ 169957 w 274156"/>
                <a:gd name="csY78" fmla="*/ 41537 h 100338"/>
                <a:gd name="csX79" fmla="*/ 167528 w 274156"/>
                <a:gd name="csY79" fmla="*/ 50804 h 100338"/>
                <a:gd name="csX80" fmla="*/ 166866 w 274156"/>
                <a:gd name="csY80" fmla="*/ 57368 h 100338"/>
                <a:gd name="csX81" fmla="*/ 171829 w 274156"/>
                <a:gd name="csY81" fmla="*/ 68676 h 100338"/>
                <a:gd name="csX82" fmla="*/ 185119 w 274156"/>
                <a:gd name="csY82" fmla="*/ 73255 h 100338"/>
                <a:gd name="csX83" fmla="*/ 194883 w 274156"/>
                <a:gd name="csY83" fmla="*/ 71214 h 100338"/>
                <a:gd name="csX84" fmla="*/ 202226 w 274156"/>
                <a:gd name="csY84" fmla="*/ 65422 h 100338"/>
                <a:gd name="csX85" fmla="*/ 207850 w 274156"/>
                <a:gd name="csY85" fmla="*/ 55327 h 100338"/>
                <a:gd name="csX86" fmla="*/ 212321 w 274156"/>
                <a:gd name="csY86" fmla="*/ 42419 h 100338"/>
                <a:gd name="csX87" fmla="*/ 218938 w 274156"/>
                <a:gd name="csY87" fmla="*/ 19582 h 100338"/>
                <a:gd name="csX88" fmla="*/ 221423 w 274156"/>
                <a:gd name="csY88" fmla="*/ 8440 h 100338"/>
                <a:gd name="csX89" fmla="*/ 219713 w 274156"/>
                <a:gd name="csY89" fmla="*/ 5351 h 100338"/>
                <a:gd name="csX90" fmla="*/ 212926 w 274156"/>
                <a:gd name="csY90" fmla="*/ 3751 h 100338"/>
                <a:gd name="csX91" fmla="*/ 213531 w 274156"/>
                <a:gd name="csY91" fmla="*/ 1710 h 100338"/>
                <a:gd name="csX92" fmla="*/ 237304 w 274156"/>
                <a:gd name="csY92" fmla="*/ 1710 h 100338"/>
                <a:gd name="csX93" fmla="*/ 236698 w 274156"/>
                <a:gd name="csY93" fmla="*/ 3751 h 100338"/>
                <a:gd name="csX94" fmla="*/ 230630 w 274156"/>
                <a:gd name="csY94" fmla="*/ 4578 h 100338"/>
                <a:gd name="csX95" fmla="*/ 227435 w 274156"/>
                <a:gd name="csY95" fmla="*/ 7447 h 100338"/>
                <a:gd name="csX96" fmla="*/ 224344 w 274156"/>
                <a:gd name="csY96" fmla="*/ 15445 h 100338"/>
                <a:gd name="csX97" fmla="*/ 216235 w 274156"/>
                <a:gd name="csY97" fmla="*/ 43192 h 100338"/>
                <a:gd name="csX98" fmla="*/ 208843 w 274156"/>
                <a:gd name="csY98" fmla="*/ 63160 h 100338"/>
                <a:gd name="csX99" fmla="*/ 198748 w 274156"/>
                <a:gd name="csY99" fmla="*/ 73916 h 100338"/>
                <a:gd name="csX100" fmla="*/ 182424 w 274156"/>
                <a:gd name="csY100" fmla="*/ 78219 h 100338"/>
                <a:gd name="csX101" fmla="*/ 164276 w 274156"/>
                <a:gd name="csY101" fmla="*/ 71876 h 100338"/>
                <a:gd name="csX102" fmla="*/ 157377 w 274156"/>
                <a:gd name="csY102" fmla="*/ 57258 h 100338"/>
                <a:gd name="csX103" fmla="*/ 157982 w 274156"/>
                <a:gd name="csY103" fmla="*/ 50307 h 100338"/>
                <a:gd name="csX104" fmla="*/ 160136 w 274156"/>
                <a:gd name="csY104" fmla="*/ 41923 h 100338"/>
                <a:gd name="csX105" fmla="*/ 167528 w 274156"/>
                <a:gd name="csY105" fmla="*/ 16493 h 100338"/>
                <a:gd name="csX106" fmla="*/ 169069 w 274156"/>
                <a:gd name="csY106" fmla="*/ 8385 h 100338"/>
                <a:gd name="csX107" fmla="*/ 167471 w 274156"/>
                <a:gd name="csY107" fmla="*/ 5240 h 100338"/>
                <a:gd name="csX108" fmla="*/ 159580 w 274156"/>
                <a:gd name="csY108" fmla="*/ 3751 h 100338"/>
                <a:gd name="csX109" fmla="*/ 160136 w 274156"/>
                <a:gd name="csY109" fmla="*/ 1710 h 100338"/>
                <a:gd name="csX110" fmla="*/ 274156 w 274156"/>
                <a:gd name="csY110" fmla="*/ 166 h 100338"/>
                <a:gd name="csX111" fmla="*/ 256396 w 274156"/>
                <a:gd name="csY111" fmla="*/ 62001 h 100338"/>
                <a:gd name="csX112" fmla="*/ 254847 w 274156"/>
                <a:gd name="csY112" fmla="*/ 69890 h 100338"/>
                <a:gd name="csX113" fmla="*/ 256226 w 274156"/>
                <a:gd name="csY113" fmla="*/ 73034 h 100338"/>
                <a:gd name="csX114" fmla="*/ 262843 w 274156"/>
                <a:gd name="csY114" fmla="*/ 74468 h 100338"/>
                <a:gd name="csX115" fmla="*/ 262295 w 274156"/>
                <a:gd name="csY115" fmla="*/ 76509 h 100338"/>
                <a:gd name="csX116" fmla="*/ 233882 w 274156"/>
                <a:gd name="csY116" fmla="*/ 76509 h 100338"/>
                <a:gd name="csX117" fmla="*/ 234657 w 274156"/>
                <a:gd name="csY117" fmla="*/ 74468 h 100338"/>
                <a:gd name="csX118" fmla="*/ 240612 w 274156"/>
                <a:gd name="csY118" fmla="*/ 73751 h 100338"/>
                <a:gd name="csX119" fmla="*/ 244090 w 274156"/>
                <a:gd name="csY119" fmla="*/ 71103 h 100338"/>
                <a:gd name="csX120" fmla="*/ 247786 w 274156"/>
                <a:gd name="csY120" fmla="*/ 62001 h 100338"/>
                <a:gd name="csX121" fmla="*/ 260584 w 274156"/>
                <a:gd name="csY121" fmla="*/ 17597 h 100338"/>
                <a:gd name="csX122" fmla="*/ 261850 w 274156"/>
                <a:gd name="csY122" fmla="*/ 12963 h 100338"/>
                <a:gd name="csX123" fmla="*/ 262020 w 274156"/>
                <a:gd name="csY123" fmla="*/ 10812 h 100338"/>
                <a:gd name="csX124" fmla="*/ 260971 w 274156"/>
                <a:gd name="csY124" fmla="*/ 7778 h 100338"/>
                <a:gd name="csX125" fmla="*/ 258098 w 274156"/>
                <a:gd name="csY125" fmla="*/ 6675 h 100338"/>
                <a:gd name="csX126" fmla="*/ 253636 w 274156"/>
                <a:gd name="csY126" fmla="*/ 7336 h 100338"/>
                <a:gd name="csX127" fmla="*/ 252918 w 274156"/>
                <a:gd name="csY127" fmla="*/ 5351 h 100338"/>
                <a:gd name="csX128" fmla="*/ 271510 w 274156"/>
                <a:gd name="csY128" fmla="*/ 166 h 100338"/>
                <a:gd name="csX129" fmla="*/ 274156 w 274156"/>
                <a:gd name="csY129" fmla="*/ 166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6" h="100338">
                  <a:moveTo>
                    <a:pt x="27694" y="78219"/>
                  </a:moveTo>
                  <a:lnTo>
                    <a:pt x="13460" y="89748"/>
                  </a:lnTo>
                  <a:cubicBezTo>
                    <a:pt x="15703" y="89343"/>
                    <a:pt x="17785" y="89141"/>
                    <a:pt x="19697" y="89141"/>
                  </a:cubicBezTo>
                  <a:cubicBezTo>
                    <a:pt x="21529" y="89141"/>
                    <a:pt x="23224" y="89251"/>
                    <a:pt x="24765" y="89472"/>
                  </a:cubicBezTo>
                  <a:cubicBezTo>
                    <a:pt x="26346" y="89693"/>
                    <a:pt x="29695" y="90373"/>
                    <a:pt x="34811" y="91513"/>
                  </a:cubicBezTo>
                  <a:cubicBezTo>
                    <a:pt x="39959" y="92690"/>
                    <a:pt x="44446" y="93278"/>
                    <a:pt x="48271" y="93278"/>
                  </a:cubicBezTo>
                  <a:cubicBezTo>
                    <a:pt x="52346" y="93278"/>
                    <a:pt x="55808" y="92561"/>
                    <a:pt x="58640" y="91127"/>
                  </a:cubicBezTo>
                  <a:cubicBezTo>
                    <a:pt x="61505" y="89729"/>
                    <a:pt x="64281" y="87376"/>
                    <a:pt x="66968" y="84066"/>
                  </a:cubicBezTo>
                  <a:lnTo>
                    <a:pt x="68791" y="84949"/>
                  </a:lnTo>
                  <a:cubicBezTo>
                    <a:pt x="64999" y="90392"/>
                    <a:pt x="60528" y="94308"/>
                    <a:pt x="55380" y="96699"/>
                  </a:cubicBezTo>
                  <a:cubicBezTo>
                    <a:pt x="50232" y="99125"/>
                    <a:pt x="44777" y="100339"/>
                    <a:pt x="38999" y="100339"/>
                  </a:cubicBezTo>
                  <a:cubicBezTo>
                    <a:pt x="35804" y="100339"/>
                    <a:pt x="31422" y="99714"/>
                    <a:pt x="25870" y="98463"/>
                  </a:cubicBezTo>
                  <a:cubicBezTo>
                    <a:pt x="17374" y="96588"/>
                    <a:pt x="11434" y="95650"/>
                    <a:pt x="8053" y="95650"/>
                  </a:cubicBezTo>
                  <a:cubicBezTo>
                    <a:pt x="6770" y="95650"/>
                    <a:pt x="5721" y="95742"/>
                    <a:pt x="4906" y="95926"/>
                  </a:cubicBezTo>
                  <a:cubicBezTo>
                    <a:pt x="4099" y="96110"/>
                    <a:pt x="2889" y="96551"/>
                    <a:pt x="1267" y="97250"/>
                  </a:cubicBezTo>
                  <a:lnTo>
                    <a:pt x="0" y="95760"/>
                  </a:lnTo>
                  <a:lnTo>
                    <a:pt x="22619" y="77888"/>
                  </a:lnTo>
                  <a:cubicBezTo>
                    <a:pt x="15630" y="76932"/>
                    <a:pt x="10337" y="73862"/>
                    <a:pt x="6730" y="68676"/>
                  </a:cubicBezTo>
                  <a:cubicBezTo>
                    <a:pt x="3123" y="63491"/>
                    <a:pt x="1323" y="57956"/>
                    <a:pt x="1323" y="52073"/>
                  </a:cubicBezTo>
                  <a:cubicBezTo>
                    <a:pt x="1323" y="44019"/>
                    <a:pt x="3752" y="35690"/>
                    <a:pt x="8602" y="27084"/>
                  </a:cubicBezTo>
                  <a:cubicBezTo>
                    <a:pt x="13500" y="18479"/>
                    <a:pt x="19730" y="11823"/>
                    <a:pt x="27307" y="7116"/>
                  </a:cubicBezTo>
                  <a:cubicBezTo>
                    <a:pt x="34916" y="2372"/>
                    <a:pt x="42380" y="0"/>
                    <a:pt x="49699" y="0"/>
                  </a:cubicBezTo>
                  <a:cubicBezTo>
                    <a:pt x="55146" y="0"/>
                    <a:pt x="59778" y="1103"/>
                    <a:pt x="63603" y="3310"/>
                  </a:cubicBezTo>
                  <a:cubicBezTo>
                    <a:pt x="67460" y="5516"/>
                    <a:pt x="70446" y="8734"/>
                    <a:pt x="72536" y="12963"/>
                  </a:cubicBezTo>
                  <a:cubicBezTo>
                    <a:pt x="74634" y="17155"/>
                    <a:pt x="75682" y="21458"/>
                    <a:pt x="75682" y="25871"/>
                  </a:cubicBezTo>
                  <a:cubicBezTo>
                    <a:pt x="75682" y="34329"/>
                    <a:pt x="73270" y="42897"/>
                    <a:pt x="68452" y="51576"/>
                  </a:cubicBezTo>
                  <a:cubicBezTo>
                    <a:pt x="63635" y="60255"/>
                    <a:pt x="57647" y="66837"/>
                    <a:pt x="50474" y="71324"/>
                  </a:cubicBezTo>
                  <a:cubicBezTo>
                    <a:pt x="43340" y="75774"/>
                    <a:pt x="35747" y="78072"/>
                    <a:pt x="27694" y="78219"/>
                  </a:cubicBezTo>
                  <a:close/>
                  <a:moveTo>
                    <a:pt x="48376" y="3530"/>
                  </a:moveTo>
                  <a:cubicBezTo>
                    <a:pt x="44696" y="3530"/>
                    <a:pt x="41097" y="4450"/>
                    <a:pt x="37563" y="6288"/>
                  </a:cubicBezTo>
                  <a:cubicBezTo>
                    <a:pt x="34069" y="8090"/>
                    <a:pt x="30599" y="11069"/>
                    <a:pt x="27137" y="15225"/>
                  </a:cubicBezTo>
                  <a:cubicBezTo>
                    <a:pt x="23684" y="19343"/>
                    <a:pt x="20577" y="24749"/>
                    <a:pt x="17817" y="31442"/>
                  </a:cubicBezTo>
                  <a:cubicBezTo>
                    <a:pt x="14468" y="39680"/>
                    <a:pt x="12798" y="47457"/>
                    <a:pt x="12798" y="54775"/>
                  </a:cubicBezTo>
                  <a:cubicBezTo>
                    <a:pt x="12798" y="59998"/>
                    <a:pt x="14138" y="64631"/>
                    <a:pt x="16825" y="68676"/>
                  </a:cubicBezTo>
                  <a:cubicBezTo>
                    <a:pt x="19512" y="72684"/>
                    <a:pt x="23627" y="74689"/>
                    <a:pt x="29179" y="74689"/>
                  </a:cubicBezTo>
                  <a:cubicBezTo>
                    <a:pt x="32487" y="74689"/>
                    <a:pt x="35764" y="73862"/>
                    <a:pt x="38999" y="72207"/>
                  </a:cubicBezTo>
                  <a:cubicBezTo>
                    <a:pt x="42235" y="70552"/>
                    <a:pt x="45584" y="67739"/>
                    <a:pt x="49037" y="63767"/>
                  </a:cubicBezTo>
                  <a:cubicBezTo>
                    <a:pt x="53452" y="58692"/>
                    <a:pt x="57147" y="52238"/>
                    <a:pt x="60125" y="44405"/>
                  </a:cubicBezTo>
                  <a:cubicBezTo>
                    <a:pt x="63102" y="36572"/>
                    <a:pt x="64595" y="29291"/>
                    <a:pt x="64595" y="22561"/>
                  </a:cubicBezTo>
                  <a:cubicBezTo>
                    <a:pt x="64595" y="17597"/>
                    <a:pt x="63256" y="13184"/>
                    <a:pt x="60569" y="9322"/>
                  </a:cubicBezTo>
                  <a:cubicBezTo>
                    <a:pt x="57881" y="5461"/>
                    <a:pt x="53823" y="3530"/>
                    <a:pt x="48376" y="3530"/>
                  </a:cubicBezTo>
                  <a:close/>
                  <a:moveTo>
                    <a:pt x="93943" y="1710"/>
                  </a:moveTo>
                  <a:lnTo>
                    <a:pt x="123396" y="1710"/>
                  </a:lnTo>
                  <a:cubicBezTo>
                    <a:pt x="131119" y="1710"/>
                    <a:pt x="136896" y="3383"/>
                    <a:pt x="140722" y="6730"/>
                  </a:cubicBezTo>
                  <a:cubicBezTo>
                    <a:pt x="144546" y="10039"/>
                    <a:pt x="146451" y="14085"/>
                    <a:pt x="146451" y="18865"/>
                  </a:cubicBezTo>
                  <a:cubicBezTo>
                    <a:pt x="146451" y="22653"/>
                    <a:pt x="145240" y="26331"/>
                    <a:pt x="142811" y="29898"/>
                  </a:cubicBezTo>
                  <a:cubicBezTo>
                    <a:pt x="140391" y="33465"/>
                    <a:pt x="136784" y="36370"/>
                    <a:pt x="131999" y="38613"/>
                  </a:cubicBezTo>
                  <a:cubicBezTo>
                    <a:pt x="127222" y="40820"/>
                    <a:pt x="122057" y="41923"/>
                    <a:pt x="116505" y="41923"/>
                  </a:cubicBezTo>
                  <a:cubicBezTo>
                    <a:pt x="113044" y="41923"/>
                    <a:pt x="108654" y="41298"/>
                    <a:pt x="103320" y="40047"/>
                  </a:cubicBezTo>
                  <a:lnTo>
                    <a:pt x="97365" y="60457"/>
                  </a:lnTo>
                  <a:cubicBezTo>
                    <a:pt x="95961" y="65311"/>
                    <a:pt x="95267" y="68511"/>
                    <a:pt x="95267" y="70055"/>
                  </a:cubicBezTo>
                  <a:cubicBezTo>
                    <a:pt x="95267" y="71232"/>
                    <a:pt x="95759" y="72207"/>
                    <a:pt x="96751" y="72979"/>
                  </a:cubicBezTo>
                  <a:cubicBezTo>
                    <a:pt x="97744" y="73751"/>
                    <a:pt x="100117" y="74247"/>
                    <a:pt x="103869" y="74468"/>
                  </a:cubicBezTo>
                  <a:lnTo>
                    <a:pt x="103320" y="76509"/>
                  </a:lnTo>
                  <a:lnTo>
                    <a:pt x="73584" y="76509"/>
                  </a:lnTo>
                  <a:lnTo>
                    <a:pt x="74190" y="74468"/>
                  </a:lnTo>
                  <a:cubicBezTo>
                    <a:pt x="78087" y="74468"/>
                    <a:pt x="80790" y="73806"/>
                    <a:pt x="82300" y="72483"/>
                  </a:cubicBezTo>
                  <a:cubicBezTo>
                    <a:pt x="83849" y="71122"/>
                    <a:pt x="85503" y="67408"/>
                    <a:pt x="87270" y="61340"/>
                  </a:cubicBezTo>
                  <a:lnTo>
                    <a:pt x="99624" y="18755"/>
                  </a:lnTo>
                  <a:cubicBezTo>
                    <a:pt x="101093" y="13643"/>
                    <a:pt x="101827" y="10223"/>
                    <a:pt x="101827" y="8495"/>
                  </a:cubicBezTo>
                  <a:cubicBezTo>
                    <a:pt x="101827" y="7208"/>
                    <a:pt x="101295" y="6141"/>
                    <a:pt x="100229" y="5296"/>
                  </a:cubicBezTo>
                  <a:cubicBezTo>
                    <a:pt x="99197" y="4450"/>
                    <a:pt x="96905" y="3935"/>
                    <a:pt x="93330" y="3751"/>
                  </a:cubicBezTo>
                  <a:lnTo>
                    <a:pt x="93943" y="1710"/>
                  </a:lnTo>
                  <a:close/>
                  <a:moveTo>
                    <a:pt x="104256" y="36572"/>
                  </a:moveTo>
                  <a:cubicBezTo>
                    <a:pt x="108412" y="37639"/>
                    <a:pt x="111761" y="38172"/>
                    <a:pt x="114294" y="38172"/>
                  </a:cubicBezTo>
                  <a:cubicBezTo>
                    <a:pt x="118305" y="38172"/>
                    <a:pt x="121944" y="37344"/>
                    <a:pt x="125220" y="35690"/>
                  </a:cubicBezTo>
                  <a:cubicBezTo>
                    <a:pt x="128529" y="34035"/>
                    <a:pt x="131103" y="31552"/>
                    <a:pt x="132943" y="28243"/>
                  </a:cubicBezTo>
                  <a:cubicBezTo>
                    <a:pt x="134815" y="24933"/>
                    <a:pt x="135751" y="21495"/>
                    <a:pt x="135751" y="17928"/>
                  </a:cubicBezTo>
                  <a:cubicBezTo>
                    <a:pt x="135751" y="14213"/>
                    <a:pt x="134613" y="11271"/>
                    <a:pt x="132330" y="9102"/>
                  </a:cubicBezTo>
                  <a:cubicBezTo>
                    <a:pt x="130054" y="6932"/>
                    <a:pt x="126600" y="5847"/>
                    <a:pt x="121960" y="5847"/>
                  </a:cubicBezTo>
                  <a:cubicBezTo>
                    <a:pt x="119459" y="5847"/>
                    <a:pt x="116425" y="6160"/>
                    <a:pt x="112858" y="6785"/>
                  </a:cubicBezTo>
                  <a:lnTo>
                    <a:pt x="104256" y="36572"/>
                  </a:lnTo>
                  <a:close/>
                  <a:moveTo>
                    <a:pt x="160136" y="1710"/>
                  </a:moveTo>
                  <a:lnTo>
                    <a:pt x="191744" y="1710"/>
                  </a:lnTo>
                  <a:lnTo>
                    <a:pt x="191139" y="3751"/>
                  </a:lnTo>
                  <a:cubicBezTo>
                    <a:pt x="187903" y="3825"/>
                    <a:pt x="185579" y="4137"/>
                    <a:pt x="184183" y="4689"/>
                  </a:cubicBezTo>
                  <a:cubicBezTo>
                    <a:pt x="182828" y="5204"/>
                    <a:pt x="181649" y="6141"/>
                    <a:pt x="180657" y="7502"/>
                  </a:cubicBezTo>
                  <a:cubicBezTo>
                    <a:pt x="179696" y="8863"/>
                    <a:pt x="178688" y="11382"/>
                    <a:pt x="177623" y="15059"/>
                  </a:cubicBezTo>
                  <a:lnTo>
                    <a:pt x="169957" y="41537"/>
                  </a:lnTo>
                  <a:cubicBezTo>
                    <a:pt x="168593" y="46243"/>
                    <a:pt x="167786" y="49333"/>
                    <a:pt x="167528" y="50804"/>
                  </a:cubicBezTo>
                  <a:cubicBezTo>
                    <a:pt x="167084" y="53157"/>
                    <a:pt x="166866" y="55346"/>
                    <a:pt x="166866" y="57368"/>
                  </a:cubicBezTo>
                  <a:cubicBezTo>
                    <a:pt x="166866" y="61818"/>
                    <a:pt x="168521" y="65587"/>
                    <a:pt x="171829" y="68676"/>
                  </a:cubicBezTo>
                  <a:cubicBezTo>
                    <a:pt x="175137" y="71729"/>
                    <a:pt x="179568" y="73255"/>
                    <a:pt x="185119" y="73255"/>
                  </a:cubicBezTo>
                  <a:cubicBezTo>
                    <a:pt x="188767" y="73255"/>
                    <a:pt x="192018" y="72574"/>
                    <a:pt x="194883" y="71214"/>
                  </a:cubicBezTo>
                  <a:cubicBezTo>
                    <a:pt x="197756" y="69816"/>
                    <a:pt x="200201" y="67885"/>
                    <a:pt x="202226" y="65422"/>
                  </a:cubicBezTo>
                  <a:cubicBezTo>
                    <a:pt x="204284" y="62921"/>
                    <a:pt x="206156" y="59556"/>
                    <a:pt x="207850" y="55327"/>
                  </a:cubicBezTo>
                  <a:cubicBezTo>
                    <a:pt x="209545" y="51062"/>
                    <a:pt x="211030" y="46759"/>
                    <a:pt x="212321" y="42419"/>
                  </a:cubicBezTo>
                  <a:lnTo>
                    <a:pt x="218938" y="19582"/>
                  </a:lnTo>
                  <a:cubicBezTo>
                    <a:pt x="220592" y="13882"/>
                    <a:pt x="221423" y="10168"/>
                    <a:pt x="221423" y="8440"/>
                  </a:cubicBezTo>
                  <a:cubicBezTo>
                    <a:pt x="221423" y="7226"/>
                    <a:pt x="220850" y="6197"/>
                    <a:pt x="219713" y="5351"/>
                  </a:cubicBezTo>
                  <a:cubicBezTo>
                    <a:pt x="218607" y="4468"/>
                    <a:pt x="216348" y="3935"/>
                    <a:pt x="212926" y="3751"/>
                  </a:cubicBezTo>
                  <a:lnTo>
                    <a:pt x="213531" y="1710"/>
                  </a:lnTo>
                  <a:lnTo>
                    <a:pt x="237304" y="1710"/>
                  </a:lnTo>
                  <a:lnTo>
                    <a:pt x="236698" y="3751"/>
                  </a:lnTo>
                  <a:cubicBezTo>
                    <a:pt x="233906" y="3751"/>
                    <a:pt x="231881" y="4027"/>
                    <a:pt x="230630" y="4578"/>
                  </a:cubicBezTo>
                  <a:cubicBezTo>
                    <a:pt x="229420" y="5093"/>
                    <a:pt x="228355" y="6049"/>
                    <a:pt x="227435" y="7447"/>
                  </a:cubicBezTo>
                  <a:cubicBezTo>
                    <a:pt x="226515" y="8808"/>
                    <a:pt x="225482" y="11474"/>
                    <a:pt x="224344" y="15445"/>
                  </a:cubicBezTo>
                  <a:lnTo>
                    <a:pt x="216235" y="43192"/>
                  </a:lnTo>
                  <a:cubicBezTo>
                    <a:pt x="213620" y="52201"/>
                    <a:pt x="211159" y="58857"/>
                    <a:pt x="208843" y="63160"/>
                  </a:cubicBezTo>
                  <a:cubicBezTo>
                    <a:pt x="206527" y="67425"/>
                    <a:pt x="203162" y="71011"/>
                    <a:pt x="198748" y="73916"/>
                  </a:cubicBezTo>
                  <a:cubicBezTo>
                    <a:pt x="194374" y="76785"/>
                    <a:pt x="188928" y="78219"/>
                    <a:pt x="182424" y="78219"/>
                  </a:cubicBezTo>
                  <a:cubicBezTo>
                    <a:pt x="174919" y="78219"/>
                    <a:pt x="168867" y="76105"/>
                    <a:pt x="164276" y="71876"/>
                  </a:cubicBezTo>
                  <a:cubicBezTo>
                    <a:pt x="159676" y="67609"/>
                    <a:pt x="157377" y="62737"/>
                    <a:pt x="157377" y="57258"/>
                  </a:cubicBezTo>
                  <a:cubicBezTo>
                    <a:pt x="157377" y="55088"/>
                    <a:pt x="157579" y="52772"/>
                    <a:pt x="157982" y="50307"/>
                  </a:cubicBezTo>
                  <a:cubicBezTo>
                    <a:pt x="158280" y="48689"/>
                    <a:pt x="158999" y="45895"/>
                    <a:pt x="160136" y="41923"/>
                  </a:cubicBezTo>
                  <a:lnTo>
                    <a:pt x="167528" y="16493"/>
                  </a:lnTo>
                  <a:cubicBezTo>
                    <a:pt x="168553" y="12816"/>
                    <a:pt x="169069" y="10113"/>
                    <a:pt x="169069" y="8385"/>
                  </a:cubicBezTo>
                  <a:cubicBezTo>
                    <a:pt x="169069" y="7024"/>
                    <a:pt x="168537" y="5976"/>
                    <a:pt x="167471" y="5240"/>
                  </a:cubicBezTo>
                  <a:cubicBezTo>
                    <a:pt x="166439" y="4468"/>
                    <a:pt x="163816" y="3972"/>
                    <a:pt x="159580" y="3751"/>
                  </a:cubicBezTo>
                  <a:lnTo>
                    <a:pt x="160136" y="1710"/>
                  </a:lnTo>
                  <a:close/>
                  <a:moveTo>
                    <a:pt x="274156" y="166"/>
                  </a:moveTo>
                  <a:lnTo>
                    <a:pt x="256396" y="62001"/>
                  </a:lnTo>
                  <a:cubicBezTo>
                    <a:pt x="255363" y="65642"/>
                    <a:pt x="254847" y="68272"/>
                    <a:pt x="254847" y="69890"/>
                  </a:cubicBezTo>
                  <a:cubicBezTo>
                    <a:pt x="254847" y="71250"/>
                    <a:pt x="255306" y="72299"/>
                    <a:pt x="256226" y="73034"/>
                  </a:cubicBezTo>
                  <a:cubicBezTo>
                    <a:pt x="257187" y="73732"/>
                    <a:pt x="259389" y="74211"/>
                    <a:pt x="262843" y="74468"/>
                  </a:cubicBezTo>
                  <a:lnTo>
                    <a:pt x="262295" y="76509"/>
                  </a:lnTo>
                  <a:lnTo>
                    <a:pt x="233882" y="76509"/>
                  </a:lnTo>
                  <a:lnTo>
                    <a:pt x="234657" y="74468"/>
                  </a:lnTo>
                  <a:cubicBezTo>
                    <a:pt x="237675" y="74395"/>
                    <a:pt x="239660" y="74155"/>
                    <a:pt x="240612" y="73751"/>
                  </a:cubicBezTo>
                  <a:cubicBezTo>
                    <a:pt x="242161" y="73089"/>
                    <a:pt x="243315" y="72207"/>
                    <a:pt x="244090" y="71103"/>
                  </a:cubicBezTo>
                  <a:cubicBezTo>
                    <a:pt x="245300" y="69411"/>
                    <a:pt x="246535" y="66378"/>
                    <a:pt x="247786" y="62001"/>
                  </a:cubicBezTo>
                  <a:lnTo>
                    <a:pt x="260584" y="17597"/>
                  </a:lnTo>
                  <a:cubicBezTo>
                    <a:pt x="261358" y="14912"/>
                    <a:pt x="261778" y="13368"/>
                    <a:pt x="261850" y="12963"/>
                  </a:cubicBezTo>
                  <a:cubicBezTo>
                    <a:pt x="261964" y="12227"/>
                    <a:pt x="262020" y="11510"/>
                    <a:pt x="262020" y="10812"/>
                  </a:cubicBezTo>
                  <a:cubicBezTo>
                    <a:pt x="262020" y="9525"/>
                    <a:pt x="261665" y="8513"/>
                    <a:pt x="260971" y="7778"/>
                  </a:cubicBezTo>
                  <a:cubicBezTo>
                    <a:pt x="260269" y="7042"/>
                    <a:pt x="259317" y="6675"/>
                    <a:pt x="258098" y="6675"/>
                  </a:cubicBezTo>
                  <a:cubicBezTo>
                    <a:pt x="257146" y="6675"/>
                    <a:pt x="255653" y="6895"/>
                    <a:pt x="253636" y="7336"/>
                  </a:cubicBezTo>
                  <a:lnTo>
                    <a:pt x="252918" y="5351"/>
                  </a:lnTo>
                  <a:lnTo>
                    <a:pt x="271510" y="166"/>
                  </a:lnTo>
                  <a:lnTo>
                    <a:pt x="274156" y="166"/>
                  </a:lnTo>
                  <a:close/>
                </a:path>
              </a:pathLst>
            </a:custGeom>
            <a:solidFill>
              <a:srgbClr val="000000"/>
            </a:solidFill>
            <a:ln w="807" cap="flat">
              <a:noFill/>
              <a:prstDash val="solid"/>
              <a:miter/>
            </a:ln>
          </p:spPr>
        </p:sp>
        <p:sp>
          <p:nvSpPr>
            <p:cNvPr id="438" name="任意形状 437">
              <a:extLst>
                <a:ext uri="{FF2B5EF4-FFF2-40B4-BE49-F238E27FC236}">
                  <a16:creationId xmlns:a16="http://schemas.microsoft.com/office/drawing/2014/main" id="{AD3F3532-B2FB-35EE-789A-E25D77F4D22A}"/>
                </a:ext>
              </a:extLst>
            </p:cNvPr>
            <p:cNvSpPr/>
            <p:nvPr/>
          </p:nvSpPr>
          <p:spPr>
            <a:xfrm>
              <a:off x="7826000" y="3132778"/>
              <a:ext cx="378770" cy="135756"/>
            </a:xfrm>
            <a:custGeom>
              <a:avLst/>
              <a:gdLst>
                <a:gd name="csX0" fmla="*/ 27694 w 279941"/>
                <a:gd name="csY0" fmla="*/ 78216 h 100334"/>
                <a:gd name="csX1" fmla="*/ 13460 w 279941"/>
                <a:gd name="csY1" fmla="*/ 89747 h 100334"/>
                <a:gd name="csX2" fmla="*/ 19697 w 279941"/>
                <a:gd name="csY2" fmla="*/ 89134 h 100334"/>
                <a:gd name="csX3" fmla="*/ 24765 w 279941"/>
                <a:gd name="csY3" fmla="*/ 89465 h 100334"/>
                <a:gd name="csX4" fmla="*/ 34811 w 279941"/>
                <a:gd name="csY4" fmla="*/ 91506 h 100334"/>
                <a:gd name="csX5" fmla="*/ 48271 w 279941"/>
                <a:gd name="csY5" fmla="*/ 93274 h 100334"/>
                <a:gd name="csX6" fmla="*/ 58640 w 279941"/>
                <a:gd name="csY6" fmla="*/ 91127 h 100334"/>
                <a:gd name="csX7" fmla="*/ 66968 w 279941"/>
                <a:gd name="csY7" fmla="*/ 84067 h 100334"/>
                <a:gd name="csX8" fmla="*/ 68791 w 279941"/>
                <a:gd name="csY8" fmla="*/ 84946 h 100334"/>
                <a:gd name="csX9" fmla="*/ 55380 w 279941"/>
                <a:gd name="csY9" fmla="*/ 96695 h 100334"/>
                <a:gd name="csX10" fmla="*/ 38999 w 279941"/>
                <a:gd name="csY10" fmla="*/ 100334 h 100334"/>
                <a:gd name="csX11" fmla="*/ 25870 w 279941"/>
                <a:gd name="csY11" fmla="*/ 98462 h 100334"/>
                <a:gd name="csX12" fmla="*/ 8053 w 279941"/>
                <a:gd name="csY12" fmla="*/ 95646 h 100334"/>
                <a:gd name="csX13" fmla="*/ 4906 w 279941"/>
                <a:gd name="csY13" fmla="*/ 95920 h 100334"/>
                <a:gd name="csX14" fmla="*/ 1267 w 279941"/>
                <a:gd name="csY14" fmla="*/ 97244 h 100334"/>
                <a:gd name="csX15" fmla="*/ 0 w 279941"/>
                <a:gd name="csY15" fmla="*/ 95759 h 100334"/>
                <a:gd name="csX16" fmla="*/ 22619 w 279941"/>
                <a:gd name="csY16" fmla="*/ 77885 h 100334"/>
                <a:gd name="csX17" fmla="*/ 6730 w 279941"/>
                <a:gd name="csY17" fmla="*/ 68670 h 100334"/>
                <a:gd name="csX18" fmla="*/ 1323 w 279941"/>
                <a:gd name="csY18" fmla="*/ 52072 h 100334"/>
                <a:gd name="csX19" fmla="*/ 8602 w 279941"/>
                <a:gd name="csY19" fmla="*/ 27081 h 100334"/>
                <a:gd name="csX20" fmla="*/ 27307 w 279941"/>
                <a:gd name="csY20" fmla="*/ 7109 h 100334"/>
                <a:gd name="csX21" fmla="*/ 49699 w 279941"/>
                <a:gd name="csY21" fmla="*/ 0 h 100334"/>
                <a:gd name="csX22" fmla="*/ 63603 w 279941"/>
                <a:gd name="csY22" fmla="*/ 3309 h 100334"/>
                <a:gd name="csX23" fmla="*/ 72536 w 279941"/>
                <a:gd name="csY23" fmla="*/ 12959 h 100334"/>
                <a:gd name="csX24" fmla="*/ 75682 w 279941"/>
                <a:gd name="csY24" fmla="*/ 25870 h 100334"/>
                <a:gd name="csX25" fmla="*/ 68452 w 279941"/>
                <a:gd name="csY25" fmla="*/ 51571 h 100334"/>
                <a:gd name="csX26" fmla="*/ 50474 w 279941"/>
                <a:gd name="csY26" fmla="*/ 71317 h 100334"/>
                <a:gd name="csX27" fmla="*/ 27694 w 279941"/>
                <a:gd name="csY27" fmla="*/ 78216 h 100334"/>
                <a:gd name="csX28" fmla="*/ 48376 w 279941"/>
                <a:gd name="csY28" fmla="*/ 3526 h 100334"/>
                <a:gd name="csX29" fmla="*/ 37563 w 279941"/>
                <a:gd name="csY29" fmla="*/ 6286 h 100334"/>
                <a:gd name="csX30" fmla="*/ 27137 w 279941"/>
                <a:gd name="csY30" fmla="*/ 15219 h 100334"/>
                <a:gd name="csX31" fmla="*/ 17817 w 279941"/>
                <a:gd name="csY31" fmla="*/ 31438 h 100334"/>
                <a:gd name="csX32" fmla="*/ 12798 w 279941"/>
                <a:gd name="csY32" fmla="*/ 54775 h 100334"/>
                <a:gd name="csX33" fmla="*/ 16825 w 279941"/>
                <a:gd name="csY33" fmla="*/ 68670 h 100334"/>
                <a:gd name="csX34" fmla="*/ 29179 w 279941"/>
                <a:gd name="csY34" fmla="*/ 74682 h 100334"/>
                <a:gd name="csX35" fmla="*/ 38999 w 279941"/>
                <a:gd name="csY35" fmla="*/ 72205 h 100334"/>
                <a:gd name="csX36" fmla="*/ 49037 w 279941"/>
                <a:gd name="csY36" fmla="*/ 63764 h 100334"/>
                <a:gd name="csX37" fmla="*/ 60125 w 279941"/>
                <a:gd name="csY37" fmla="*/ 44398 h 100334"/>
                <a:gd name="csX38" fmla="*/ 64595 w 279941"/>
                <a:gd name="csY38" fmla="*/ 22554 h 100334"/>
                <a:gd name="csX39" fmla="*/ 60569 w 279941"/>
                <a:gd name="csY39" fmla="*/ 9320 h 100334"/>
                <a:gd name="csX40" fmla="*/ 48376 w 279941"/>
                <a:gd name="csY40" fmla="*/ 3526 h 100334"/>
                <a:gd name="csX41" fmla="*/ 93943 w 279941"/>
                <a:gd name="csY41" fmla="*/ 1703 h 100334"/>
                <a:gd name="csX42" fmla="*/ 123396 w 279941"/>
                <a:gd name="csY42" fmla="*/ 1703 h 100334"/>
                <a:gd name="csX43" fmla="*/ 140722 w 279941"/>
                <a:gd name="csY43" fmla="*/ 6730 h 100334"/>
                <a:gd name="csX44" fmla="*/ 146451 w 279941"/>
                <a:gd name="csY44" fmla="*/ 18858 h 100334"/>
                <a:gd name="csX45" fmla="*/ 142811 w 279941"/>
                <a:gd name="csY45" fmla="*/ 29897 h 100334"/>
                <a:gd name="csX46" fmla="*/ 131999 w 279941"/>
                <a:gd name="csY46" fmla="*/ 38612 h 100334"/>
                <a:gd name="csX47" fmla="*/ 116505 w 279941"/>
                <a:gd name="csY47" fmla="*/ 41920 h 100334"/>
                <a:gd name="csX48" fmla="*/ 103320 w 279941"/>
                <a:gd name="csY48" fmla="*/ 40040 h 100334"/>
                <a:gd name="csX49" fmla="*/ 97365 w 279941"/>
                <a:gd name="csY49" fmla="*/ 60456 h 100334"/>
                <a:gd name="csX50" fmla="*/ 95267 w 279941"/>
                <a:gd name="csY50" fmla="*/ 70050 h 100334"/>
                <a:gd name="csX51" fmla="*/ 96751 w 279941"/>
                <a:gd name="csY51" fmla="*/ 72971 h 100334"/>
                <a:gd name="csX52" fmla="*/ 103869 w 279941"/>
                <a:gd name="csY52" fmla="*/ 74464 h 100334"/>
                <a:gd name="csX53" fmla="*/ 103320 w 279941"/>
                <a:gd name="csY53" fmla="*/ 76506 h 100334"/>
                <a:gd name="csX54" fmla="*/ 73584 w 279941"/>
                <a:gd name="csY54" fmla="*/ 76506 h 100334"/>
                <a:gd name="csX55" fmla="*/ 74190 w 279941"/>
                <a:gd name="csY55" fmla="*/ 74464 h 100334"/>
                <a:gd name="csX56" fmla="*/ 82300 w 279941"/>
                <a:gd name="csY56" fmla="*/ 72479 h 100334"/>
                <a:gd name="csX57" fmla="*/ 87270 w 279941"/>
                <a:gd name="csY57" fmla="*/ 61335 h 100334"/>
                <a:gd name="csX58" fmla="*/ 99624 w 279941"/>
                <a:gd name="csY58" fmla="*/ 18753 h 100334"/>
                <a:gd name="csX59" fmla="*/ 101827 w 279941"/>
                <a:gd name="csY59" fmla="*/ 8489 h 100334"/>
                <a:gd name="csX60" fmla="*/ 100229 w 279941"/>
                <a:gd name="csY60" fmla="*/ 5294 h 100334"/>
                <a:gd name="csX61" fmla="*/ 93330 w 279941"/>
                <a:gd name="csY61" fmla="*/ 3744 h 100334"/>
                <a:gd name="csX62" fmla="*/ 93943 w 279941"/>
                <a:gd name="csY62" fmla="*/ 1703 h 100334"/>
                <a:gd name="csX63" fmla="*/ 104256 w 279941"/>
                <a:gd name="csY63" fmla="*/ 36570 h 100334"/>
                <a:gd name="csX64" fmla="*/ 114294 w 279941"/>
                <a:gd name="csY64" fmla="*/ 38168 h 100334"/>
                <a:gd name="csX65" fmla="*/ 125220 w 279941"/>
                <a:gd name="csY65" fmla="*/ 35683 h 100334"/>
                <a:gd name="csX66" fmla="*/ 132943 w 279941"/>
                <a:gd name="csY66" fmla="*/ 28243 h 100334"/>
                <a:gd name="csX67" fmla="*/ 135751 w 279941"/>
                <a:gd name="csY67" fmla="*/ 17922 h 100334"/>
                <a:gd name="csX68" fmla="*/ 132330 w 279941"/>
                <a:gd name="csY68" fmla="*/ 9094 h 100334"/>
                <a:gd name="csX69" fmla="*/ 121960 w 279941"/>
                <a:gd name="csY69" fmla="*/ 5842 h 100334"/>
                <a:gd name="csX70" fmla="*/ 112858 w 279941"/>
                <a:gd name="csY70" fmla="*/ 6778 h 100334"/>
                <a:gd name="csX71" fmla="*/ 104256 w 279941"/>
                <a:gd name="csY71" fmla="*/ 36570 h 100334"/>
                <a:gd name="csX72" fmla="*/ 160136 w 279941"/>
                <a:gd name="csY72" fmla="*/ 1703 h 100334"/>
                <a:gd name="csX73" fmla="*/ 191744 w 279941"/>
                <a:gd name="csY73" fmla="*/ 1703 h 100334"/>
                <a:gd name="csX74" fmla="*/ 191139 w 279941"/>
                <a:gd name="csY74" fmla="*/ 3744 h 100334"/>
                <a:gd name="csX75" fmla="*/ 184183 w 279941"/>
                <a:gd name="csY75" fmla="*/ 4688 h 100334"/>
                <a:gd name="csX76" fmla="*/ 180657 w 279941"/>
                <a:gd name="csY76" fmla="*/ 7496 h 100334"/>
                <a:gd name="csX77" fmla="*/ 177623 w 279941"/>
                <a:gd name="csY77" fmla="*/ 15057 h 100334"/>
                <a:gd name="csX78" fmla="*/ 169957 w 279941"/>
                <a:gd name="csY78" fmla="*/ 41533 h 100334"/>
                <a:gd name="csX79" fmla="*/ 167528 w 279941"/>
                <a:gd name="csY79" fmla="*/ 50797 h 100334"/>
                <a:gd name="csX80" fmla="*/ 166866 w 279941"/>
                <a:gd name="csY80" fmla="*/ 57365 h 100334"/>
                <a:gd name="csX81" fmla="*/ 171829 w 279941"/>
                <a:gd name="csY81" fmla="*/ 68670 h 100334"/>
                <a:gd name="csX82" fmla="*/ 185119 w 279941"/>
                <a:gd name="csY82" fmla="*/ 73254 h 100334"/>
                <a:gd name="csX83" fmla="*/ 194883 w 279941"/>
                <a:gd name="csY83" fmla="*/ 71212 h 100334"/>
                <a:gd name="csX84" fmla="*/ 202226 w 279941"/>
                <a:gd name="csY84" fmla="*/ 65418 h 100334"/>
                <a:gd name="csX85" fmla="*/ 207850 w 279941"/>
                <a:gd name="csY85" fmla="*/ 55323 h 100334"/>
                <a:gd name="csX86" fmla="*/ 212321 w 279941"/>
                <a:gd name="csY86" fmla="*/ 42413 h 100334"/>
                <a:gd name="csX87" fmla="*/ 218938 w 279941"/>
                <a:gd name="csY87" fmla="*/ 19576 h 100334"/>
                <a:gd name="csX88" fmla="*/ 221423 w 279941"/>
                <a:gd name="csY88" fmla="*/ 8433 h 100334"/>
                <a:gd name="csX89" fmla="*/ 219713 w 279941"/>
                <a:gd name="csY89" fmla="*/ 5350 h 100334"/>
                <a:gd name="csX90" fmla="*/ 212926 w 279941"/>
                <a:gd name="csY90" fmla="*/ 3744 h 100334"/>
                <a:gd name="csX91" fmla="*/ 213531 w 279941"/>
                <a:gd name="csY91" fmla="*/ 1703 h 100334"/>
                <a:gd name="csX92" fmla="*/ 237304 w 279941"/>
                <a:gd name="csY92" fmla="*/ 1703 h 100334"/>
                <a:gd name="csX93" fmla="*/ 236698 w 279941"/>
                <a:gd name="csY93" fmla="*/ 3744 h 100334"/>
                <a:gd name="csX94" fmla="*/ 230630 w 279941"/>
                <a:gd name="csY94" fmla="*/ 4575 h 100334"/>
                <a:gd name="csX95" fmla="*/ 227435 w 279941"/>
                <a:gd name="csY95" fmla="*/ 7440 h 100334"/>
                <a:gd name="csX96" fmla="*/ 224344 w 279941"/>
                <a:gd name="csY96" fmla="*/ 15445 h 100334"/>
                <a:gd name="csX97" fmla="*/ 216235 w 279941"/>
                <a:gd name="csY97" fmla="*/ 43187 h 100334"/>
                <a:gd name="csX98" fmla="*/ 208843 w 279941"/>
                <a:gd name="csY98" fmla="*/ 63159 h 100334"/>
                <a:gd name="csX99" fmla="*/ 198748 w 279941"/>
                <a:gd name="csY99" fmla="*/ 73915 h 100334"/>
                <a:gd name="csX100" fmla="*/ 182424 w 279941"/>
                <a:gd name="csY100" fmla="*/ 78216 h 100334"/>
                <a:gd name="csX101" fmla="*/ 164276 w 279941"/>
                <a:gd name="csY101" fmla="*/ 71874 h 100334"/>
                <a:gd name="csX102" fmla="*/ 157377 w 279941"/>
                <a:gd name="csY102" fmla="*/ 57252 h 100334"/>
                <a:gd name="csX103" fmla="*/ 157982 w 279941"/>
                <a:gd name="csY103" fmla="*/ 50304 h 100334"/>
                <a:gd name="csX104" fmla="*/ 160136 w 279941"/>
                <a:gd name="csY104" fmla="*/ 41920 h 100334"/>
                <a:gd name="csX105" fmla="*/ 167528 w 279941"/>
                <a:gd name="csY105" fmla="*/ 16486 h 100334"/>
                <a:gd name="csX106" fmla="*/ 169069 w 279941"/>
                <a:gd name="csY106" fmla="*/ 8384 h 100334"/>
                <a:gd name="csX107" fmla="*/ 167471 w 279941"/>
                <a:gd name="csY107" fmla="*/ 5237 h 100334"/>
                <a:gd name="csX108" fmla="*/ 159580 w 279941"/>
                <a:gd name="csY108" fmla="*/ 3744 h 100334"/>
                <a:gd name="csX109" fmla="*/ 160136 w 279941"/>
                <a:gd name="csY109" fmla="*/ 1703 h 100334"/>
                <a:gd name="csX110" fmla="*/ 265990 w 279941"/>
                <a:gd name="csY110" fmla="*/ 76506 h 100334"/>
                <a:gd name="csX111" fmla="*/ 228758 w 279941"/>
                <a:gd name="csY111" fmla="*/ 76506 h 100334"/>
                <a:gd name="csX112" fmla="*/ 228758 w 279941"/>
                <a:gd name="csY112" fmla="*/ 74464 h 100334"/>
                <a:gd name="csX113" fmla="*/ 266378 w 279941"/>
                <a:gd name="csY113" fmla="*/ 35352 h 100334"/>
                <a:gd name="csX114" fmla="*/ 270622 w 279941"/>
                <a:gd name="csY114" fmla="*/ 21561 h 100334"/>
                <a:gd name="csX115" fmla="*/ 267096 w 279941"/>
                <a:gd name="csY115" fmla="*/ 12241 h 100334"/>
                <a:gd name="csX116" fmla="*/ 257937 w 279941"/>
                <a:gd name="csY116" fmla="*/ 8602 h 100334"/>
                <a:gd name="csX117" fmla="*/ 245139 w 279941"/>
                <a:gd name="csY117" fmla="*/ 16050 h 100334"/>
                <a:gd name="csX118" fmla="*/ 243210 w 279941"/>
                <a:gd name="csY118" fmla="*/ 15162 h 100334"/>
                <a:gd name="csX119" fmla="*/ 251425 w 279941"/>
                <a:gd name="csY119" fmla="*/ 4132 h 100334"/>
                <a:gd name="csX120" fmla="*/ 263126 w 279941"/>
                <a:gd name="csY120" fmla="*/ 161 h 100334"/>
                <a:gd name="csX121" fmla="*/ 275092 w 279941"/>
                <a:gd name="csY121" fmla="*/ 5068 h 100334"/>
                <a:gd name="csX122" fmla="*/ 279942 w 279941"/>
                <a:gd name="csY122" fmla="*/ 16873 h 100334"/>
                <a:gd name="csX123" fmla="*/ 278239 w 279941"/>
                <a:gd name="csY123" fmla="*/ 25870 h 100334"/>
                <a:gd name="csX124" fmla="*/ 268475 w 279941"/>
                <a:gd name="csY124" fmla="*/ 40323 h 100334"/>
                <a:gd name="csX125" fmla="*/ 239620 w 279941"/>
                <a:gd name="csY125" fmla="*/ 68509 h 100334"/>
                <a:gd name="csX126" fmla="*/ 258381 w 279941"/>
                <a:gd name="csY126" fmla="*/ 68509 h 100334"/>
                <a:gd name="csX127" fmla="*/ 265821 w 279941"/>
                <a:gd name="csY127" fmla="*/ 66629 h 100334"/>
                <a:gd name="csX128" fmla="*/ 270017 w 279941"/>
                <a:gd name="csY128" fmla="*/ 61610 h 100334"/>
                <a:gd name="csX129" fmla="*/ 272220 w 279941"/>
                <a:gd name="csY129" fmla="*/ 61610 h 100334"/>
                <a:gd name="csX130" fmla="*/ 265990 w 279941"/>
                <a:gd name="csY130" fmla="*/ 76506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1"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4" y="96582"/>
                    <a:pt x="11434" y="95646"/>
                    <a:pt x="8053"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6" y="8731"/>
                    <a:pt x="72536" y="12959"/>
                  </a:cubicBezTo>
                  <a:cubicBezTo>
                    <a:pt x="74634"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4"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6" y="1703"/>
                  </a:lnTo>
                  <a:cubicBezTo>
                    <a:pt x="131119" y="1703"/>
                    <a:pt x="136896" y="3381"/>
                    <a:pt x="140722" y="6730"/>
                  </a:cubicBezTo>
                  <a:cubicBezTo>
                    <a:pt x="144546" y="10038"/>
                    <a:pt x="146451" y="14081"/>
                    <a:pt x="146451" y="18858"/>
                  </a:cubicBezTo>
                  <a:cubicBezTo>
                    <a:pt x="146451" y="22651"/>
                    <a:pt x="145240" y="26330"/>
                    <a:pt x="142811"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1" y="72971"/>
                  </a:cubicBezTo>
                  <a:cubicBezTo>
                    <a:pt x="97744" y="73746"/>
                    <a:pt x="100117" y="74246"/>
                    <a:pt x="103869" y="74464"/>
                  </a:cubicBezTo>
                  <a:lnTo>
                    <a:pt x="103320" y="76506"/>
                  </a:lnTo>
                  <a:lnTo>
                    <a:pt x="73584"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1" y="65580"/>
                    <a:pt x="171829" y="68670"/>
                  </a:cubicBezTo>
                  <a:cubicBezTo>
                    <a:pt x="175137" y="71728"/>
                    <a:pt x="179568"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4" y="76780"/>
                    <a:pt x="188928" y="78216"/>
                    <a:pt x="182424" y="78216"/>
                  </a:cubicBezTo>
                  <a:cubicBezTo>
                    <a:pt x="174919" y="78216"/>
                    <a:pt x="168867" y="76102"/>
                    <a:pt x="164276" y="71874"/>
                  </a:cubicBezTo>
                  <a:cubicBezTo>
                    <a:pt x="159676" y="67605"/>
                    <a:pt x="157377" y="62731"/>
                    <a:pt x="157377" y="57252"/>
                  </a:cubicBezTo>
                  <a:cubicBezTo>
                    <a:pt x="157377" y="55081"/>
                    <a:pt x="157579"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9" y="4462"/>
                    <a:pt x="163816" y="3970"/>
                    <a:pt x="159580" y="3744"/>
                  </a:cubicBezTo>
                  <a:lnTo>
                    <a:pt x="160136" y="1703"/>
                  </a:lnTo>
                  <a:close/>
                  <a:moveTo>
                    <a:pt x="265990" y="76506"/>
                  </a:moveTo>
                  <a:lnTo>
                    <a:pt x="228758" y="76506"/>
                  </a:lnTo>
                  <a:lnTo>
                    <a:pt x="228758" y="74464"/>
                  </a:lnTo>
                  <a:cubicBezTo>
                    <a:pt x="247729" y="57841"/>
                    <a:pt x="260269" y="44809"/>
                    <a:pt x="266378" y="35352"/>
                  </a:cubicBezTo>
                  <a:cubicBezTo>
                    <a:pt x="269210" y="30978"/>
                    <a:pt x="270622" y="26379"/>
                    <a:pt x="270622" y="21561"/>
                  </a:cubicBezTo>
                  <a:cubicBezTo>
                    <a:pt x="270622" y="17737"/>
                    <a:pt x="269444" y="14630"/>
                    <a:pt x="267096" y="12241"/>
                  </a:cubicBezTo>
                  <a:cubicBezTo>
                    <a:pt x="264739" y="9812"/>
                    <a:pt x="261689" y="8602"/>
                    <a:pt x="257937" y="8602"/>
                  </a:cubicBezTo>
                  <a:cubicBezTo>
                    <a:pt x="252748" y="8602"/>
                    <a:pt x="248488" y="11087"/>
                    <a:pt x="245139" y="16050"/>
                  </a:cubicBezTo>
                  <a:lnTo>
                    <a:pt x="243210" y="15162"/>
                  </a:lnTo>
                  <a:cubicBezTo>
                    <a:pt x="245083" y="10426"/>
                    <a:pt x="247826" y="6746"/>
                    <a:pt x="251425" y="4132"/>
                  </a:cubicBezTo>
                  <a:cubicBezTo>
                    <a:pt x="255032" y="1485"/>
                    <a:pt x="258929" y="161"/>
                    <a:pt x="263126" y="161"/>
                  </a:cubicBezTo>
                  <a:cubicBezTo>
                    <a:pt x="267862" y="161"/>
                    <a:pt x="271856" y="1800"/>
                    <a:pt x="275092" y="5068"/>
                  </a:cubicBezTo>
                  <a:cubicBezTo>
                    <a:pt x="278328" y="8311"/>
                    <a:pt x="279942" y="12241"/>
                    <a:pt x="279942" y="16873"/>
                  </a:cubicBezTo>
                  <a:cubicBezTo>
                    <a:pt x="279942" y="20109"/>
                    <a:pt x="279377" y="23111"/>
                    <a:pt x="278239" y="25870"/>
                  </a:cubicBezTo>
                  <a:cubicBezTo>
                    <a:pt x="276472" y="30171"/>
                    <a:pt x="273212" y="34989"/>
                    <a:pt x="268475" y="40323"/>
                  </a:cubicBezTo>
                  <a:cubicBezTo>
                    <a:pt x="261261" y="48481"/>
                    <a:pt x="251651" y="57882"/>
                    <a:pt x="239620" y="68509"/>
                  </a:cubicBezTo>
                  <a:lnTo>
                    <a:pt x="258381" y="68509"/>
                  </a:lnTo>
                  <a:cubicBezTo>
                    <a:pt x="261391" y="68509"/>
                    <a:pt x="263876" y="67879"/>
                    <a:pt x="265821" y="66629"/>
                  </a:cubicBezTo>
                  <a:cubicBezTo>
                    <a:pt x="267774" y="65378"/>
                    <a:pt x="269170" y="63708"/>
                    <a:pt x="270017" y="61610"/>
                  </a:cubicBezTo>
                  <a:lnTo>
                    <a:pt x="272220" y="61610"/>
                  </a:lnTo>
                  <a:lnTo>
                    <a:pt x="265990" y="76506"/>
                  </a:lnTo>
                  <a:close/>
                </a:path>
              </a:pathLst>
            </a:custGeom>
            <a:solidFill>
              <a:srgbClr val="000000"/>
            </a:solidFill>
            <a:ln w="807" cap="flat">
              <a:noFill/>
              <a:prstDash val="solid"/>
              <a:miter/>
            </a:ln>
          </p:spPr>
        </p:sp>
        <p:sp>
          <p:nvSpPr>
            <p:cNvPr id="439" name="任意形状 438">
              <a:extLst>
                <a:ext uri="{FF2B5EF4-FFF2-40B4-BE49-F238E27FC236}">
                  <a16:creationId xmlns:a16="http://schemas.microsoft.com/office/drawing/2014/main" id="{50611FC8-1870-FA54-0442-0AA58FC433E7}"/>
                </a:ext>
              </a:extLst>
            </p:cNvPr>
            <p:cNvSpPr/>
            <p:nvPr/>
          </p:nvSpPr>
          <p:spPr>
            <a:xfrm>
              <a:off x="7110862" y="3585879"/>
              <a:ext cx="376467" cy="135756"/>
            </a:xfrm>
            <a:custGeom>
              <a:avLst/>
              <a:gdLst>
                <a:gd name="csX0" fmla="*/ 27694 w 278239"/>
                <a:gd name="csY0" fmla="*/ 78216 h 100334"/>
                <a:gd name="csX1" fmla="*/ 13460 w 278239"/>
                <a:gd name="csY1" fmla="*/ 89747 h 100334"/>
                <a:gd name="csX2" fmla="*/ 19697 w 278239"/>
                <a:gd name="csY2" fmla="*/ 89134 h 100334"/>
                <a:gd name="csX3" fmla="*/ 24765 w 278239"/>
                <a:gd name="csY3" fmla="*/ 89465 h 100334"/>
                <a:gd name="csX4" fmla="*/ 34811 w 278239"/>
                <a:gd name="csY4" fmla="*/ 91506 h 100334"/>
                <a:gd name="csX5" fmla="*/ 48271 w 278239"/>
                <a:gd name="csY5" fmla="*/ 93274 h 100334"/>
                <a:gd name="csX6" fmla="*/ 58640 w 278239"/>
                <a:gd name="csY6" fmla="*/ 91127 h 100334"/>
                <a:gd name="csX7" fmla="*/ 66968 w 278239"/>
                <a:gd name="csY7" fmla="*/ 84067 h 100334"/>
                <a:gd name="csX8" fmla="*/ 68791 w 278239"/>
                <a:gd name="csY8" fmla="*/ 84946 h 100334"/>
                <a:gd name="csX9" fmla="*/ 55380 w 278239"/>
                <a:gd name="csY9" fmla="*/ 96695 h 100334"/>
                <a:gd name="csX10" fmla="*/ 38999 w 278239"/>
                <a:gd name="csY10" fmla="*/ 100334 h 100334"/>
                <a:gd name="csX11" fmla="*/ 25870 w 278239"/>
                <a:gd name="csY11" fmla="*/ 98462 h 100334"/>
                <a:gd name="csX12" fmla="*/ 8053 w 278239"/>
                <a:gd name="csY12" fmla="*/ 95646 h 100334"/>
                <a:gd name="csX13" fmla="*/ 4906 w 278239"/>
                <a:gd name="csY13" fmla="*/ 95920 h 100334"/>
                <a:gd name="csX14" fmla="*/ 1267 w 278239"/>
                <a:gd name="csY14" fmla="*/ 97244 h 100334"/>
                <a:gd name="csX15" fmla="*/ 0 w 278239"/>
                <a:gd name="csY15" fmla="*/ 95759 h 100334"/>
                <a:gd name="csX16" fmla="*/ 22619 w 278239"/>
                <a:gd name="csY16" fmla="*/ 77885 h 100334"/>
                <a:gd name="csX17" fmla="*/ 6730 w 278239"/>
                <a:gd name="csY17" fmla="*/ 68670 h 100334"/>
                <a:gd name="csX18" fmla="*/ 1323 w 278239"/>
                <a:gd name="csY18" fmla="*/ 52072 h 100334"/>
                <a:gd name="csX19" fmla="*/ 8602 w 278239"/>
                <a:gd name="csY19" fmla="*/ 27081 h 100334"/>
                <a:gd name="csX20" fmla="*/ 27307 w 278239"/>
                <a:gd name="csY20" fmla="*/ 7109 h 100334"/>
                <a:gd name="csX21" fmla="*/ 49699 w 278239"/>
                <a:gd name="csY21" fmla="*/ 0 h 100334"/>
                <a:gd name="csX22" fmla="*/ 63603 w 278239"/>
                <a:gd name="csY22" fmla="*/ 3309 h 100334"/>
                <a:gd name="csX23" fmla="*/ 72536 w 278239"/>
                <a:gd name="csY23" fmla="*/ 12959 h 100334"/>
                <a:gd name="csX24" fmla="*/ 75682 w 278239"/>
                <a:gd name="csY24" fmla="*/ 25870 h 100334"/>
                <a:gd name="csX25" fmla="*/ 68452 w 278239"/>
                <a:gd name="csY25" fmla="*/ 51571 h 100334"/>
                <a:gd name="csX26" fmla="*/ 50474 w 278239"/>
                <a:gd name="csY26" fmla="*/ 71317 h 100334"/>
                <a:gd name="csX27" fmla="*/ 27694 w 278239"/>
                <a:gd name="csY27" fmla="*/ 78216 h 100334"/>
                <a:gd name="csX28" fmla="*/ 48376 w 278239"/>
                <a:gd name="csY28" fmla="*/ 3526 h 100334"/>
                <a:gd name="csX29" fmla="*/ 37563 w 278239"/>
                <a:gd name="csY29" fmla="*/ 6286 h 100334"/>
                <a:gd name="csX30" fmla="*/ 27137 w 278239"/>
                <a:gd name="csY30" fmla="*/ 15219 h 100334"/>
                <a:gd name="csX31" fmla="*/ 17817 w 278239"/>
                <a:gd name="csY31" fmla="*/ 31438 h 100334"/>
                <a:gd name="csX32" fmla="*/ 12798 w 278239"/>
                <a:gd name="csY32" fmla="*/ 54775 h 100334"/>
                <a:gd name="csX33" fmla="*/ 16825 w 278239"/>
                <a:gd name="csY33" fmla="*/ 68670 h 100334"/>
                <a:gd name="csX34" fmla="*/ 29179 w 278239"/>
                <a:gd name="csY34" fmla="*/ 74682 h 100334"/>
                <a:gd name="csX35" fmla="*/ 38999 w 278239"/>
                <a:gd name="csY35" fmla="*/ 72205 h 100334"/>
                <a:gd name="csX36" fmla="*/ 49037 w 278239"/>
                <a:gd name="csY36" fmla="*/ 63764 h 100334"/>
                <a:gd name="csX37" fmla="*/ 60125 w 278239"/>
                <a:gd name="csY37" fmla="*/ 44398 h 100334"/>
                <a:gd name="csX38" fmla="*/ 64595 w 278239"/>
                <a:gd name="csY38" fmla="*/ 22554 h 100334"/>
                <a:gd name="csX39" fmla="*/ 60569 w 278239"/>
                <a:gd name="csY39" fmla="*/ 9320 h 100334"/>
                <a:gd name="csX40" fmla="*/ 48376 w 278239"/>
                <a:gd name="csY40" fmla="*/ 3526 h 100334"/>
                <a:gd name="csX41" fmla="*/ 93943 w 278239"/>
                <a:gd name="csY41" fmla="*/ 1703 h 100334"/>
                <a:gd name="csX42" fmla="*/ 123396 w 278239"/>
                <a:gd name="csY42" fmla="*/ 1703 h 100334"/>
                <a:gd name="csX43" fmla="*/ 140722 w 278239"/>
                <a:gd name="csY43" fmla="*/ 6730 h 100334"/>
                <a:gd name="csX44" fmla="*/ 146451 w 278239"/>
                <a:gd name="csY44" fmla="*/ 18858 h 100334"/>
                <a:gd name="csX45" fmla="*/ 142811 w 278239"/>
                <a:gd name="csY45" fmla="*/ 29897 h 100334"/>
                <a:gd name="csX46" fmla="*/ 131999 w 278239"/>
                <a:gd name="csY46" fmla="*/ 38612 h 100334"/>
                <a:gd name="csX47" fmla="*/ 116505 w 278239"/>
                <a:gd name="csY47" fmla="*/ 41920 h 100334"/>
                <a:gd name="csX48" fmla="*/ 103320 w 278239"/>
                <a:gd name="csY48" fmla="*/ 40040 h 100334"/>
                <a:gd name="csX49" fmla="*/ 97365 w 278239"/>
                <a:gd name="csY49" fmla="*/ 60456 h 100334"/>
                <a:gd name="csX50" fmla="*/ 95267 w 278239"/>
                <a:gd name="csY50" fmla="*/ 70050 h 100334"/>
                <a:gd name="csX51" fmla="*/ 96751 w 278239"/>
                <a:gd name="csY51" fmla="*/ 72971 h 100334"/>
                <a:gd name="csX52" fmla="*/ 103869 w 278239"/>
                <a:gd name="csY52" fmla="*/ 74464 h 100334"/>
                <a:gd name="csX53" fmla="*/ 103320 w 278239"/>
                <a:gd name="csY53" fmla="*/ 76506 h 100334"/>
                <a:gd name="csX54" fmla="*/ 73584 w 278239"/>
                <a:gd name="csY54" fmla="*/ 76506 h 100334"/>
                <a:gd name="csX55" fmla="*/ 74190 w 278239"/>
                <a:gd name="csY55" fmla="*/ 74464 h 100334"/>
                <a:gd name="csX56" fmla="*/ 82300 w 278239"/>
                <a:gd name="csY56" fmla="*/ 72479 h 100334"/>
                <a:gd name="csX57" fmla="*/ 87270 w 278239"/>
                <a:gd name="csY57" fmla="*/ 61335 h 100334"/>
                <a:gd name="csX58" fmla="*/ 99624 w 278239"/>
                <a:gd name="csY58" fmla="*/ 18753 h 100334"/>
                <a:gd name="csX59" fmla="*/ 101827 w 278239"/>
                <a:gd name="csY59" fmla="*/ 8489 h 100334"/>
                <a:gd name="csX60" fmla="*/ 100229 w 278239"/>
                <a:gd name="csY60" fmla="*/ 5294 h 100334"/>
                <a:gd name="csX61" fmla="*/ 93330 w 278239"/>
                <a:gd name="csY61" fmla="*/ 3744 h 100334"/>
                <a:gd name="csX62" fmla="*/ 93943 w 278239"/>
                <a:gd name="csY62" fmla="*/ 1703 h 100334"/>
                <a:gd name="csX63" fmla="*/ 104256 w 278239"/>
                <a:gd name="csY63" fmla="*/ 36570 h 100334"/>
                <a:gd name="csX64" fmla="*/ 114294 w 278239"/>
                <a:gd name="csY64" fmla="*/ 38168 h 100334"/>
                <a:gd name="csX65" fmla="*/ 125220 w 278239"/>
                <a:gd name="csY65" fmla="*/ 35683 h 100334"/>
                <a:gd name="csX66" fmla="*/ 132943 w 278239"/>
                <a:gd name="csY66" fmla="*/ 28243 h 100334"/>
                <a:gd name="csX67" fmla="*/ 135751 w 278239"/>
                <a:gd name="csY67" fmla="*/ 17922 h 100334"/>
                <a:gd name="csX68" fmla="*/ 132330 w 278239"/>
                <a:gd name="csY68" fmla="*/ 9094 h 100334"/>
                <a:gd name="csX69" fmla="*/ 121960 w 278239"/>
                <a:gd name="csY69" fmla="*/ 5842 h 100334"/>
                <a:gd name="csX70" fmla="*/ 112858 w 278239"/>
                <a:gd name="csY70" fmla="*/ 6778 h 100334"/>
                <a:gd name="csX71" fmla="*/ 104256 w 278239"/>
                <a:gd name="csY71" fmla="*/ 36570 h 100334"/>
                <a:gd name="csX72" fmla="*/ 160136 w 278239"/>
                <a:gd name="csY72" fmla="*/ 1703 h 100334"/>
                <a:gd name="csX73" fmla="*/ 191744 w 278239"/>
                <a:gd name="csY73" fmla="*/ 1703 h 100334"/>
                <a:gd name="csX74" fmla="*/ 191139 w 278239"/>
                <a:gd name="csY74" fmla="*/ 3744 h 100334"/>
                <a:gd name="csX75" fmla="*/ 184183 w 278239"/>
                <a:gd name="csY75" fmla="*/ 4688 h 100334"/>
                <a:gd name="csX76" fmla="*/ 180657 w 278239"/>
                <a:gd name="csY76" fmla="*/ 7496 h 100334"/>
                <a:gd name="csX77" fmla="*/ 177623 w 278239"/>
                <a:gd name="csY77" fmla="*/ 15057 h 100334"/>
                <a:gd name="csX78" fmla="*/ 169957 w 278239"/>
                <a:gd name="csY78" fmla="*/ 41533 h 100334"/>
                <a:gd name="csX79" fmla="*/ 167528 w 278239"/>
                <a:gd name="csY79" fmla="*/ 50797 h 100334"/>
                <a:gd name="csX80" fmla="*/ 166866 w 278239"/>
                <a:gd name="csY80" fmla="*/ 57365 h 100334"/>
                <a:gd name="csX81" fmla="*/ 171829 w 278239"/>
                <a:gd name="csY81" fmla="*/ 68670 h 100334"/>
                <a:gd name="csX82" fmla="*/ 185119 w 278239"/>
                <a:gd name="csY82" fmla="*/ 73254 h 100334"/>
                <a:gd name="csX83" fmla="*/ 194883 w 278239"/>
                <a:gd name="csY83" fmla="*/ 71212 h 100334"/>
                <a:gd name="csX84" fmla="*/ 202226 w 278239"/>
                <a:gd name="csY84" fmla="*/ 65418 h 100334"/>
                <a:gd name="csX85" fmla="*/ 207850 w 278239"/>
                <a:gd name="csY85" fmla="*/ 55323 h 100334"/>
                <a:gd name="csX86" fmla="*/ 212321 w 278239"/>
                <a:gd name="csY86" fmla="*/ 42413 h 100334"/>
                <a:gd name="csX87" fmla="*/ 218938 w 278239"/>
                <a:gd name="csY87" fmla="*/ 19576 h 100334"/>
                <a:gd name="csX88" fmla="*/ 221423 w 278239"/>
                <a:gd name="csY88" fmla="*/ 8433 h 100334"/>
                <a:gd name="csX89" fmla="*/ 219713 w 278239"/>
                <a:gd name="csY89" fmla="*/ 5350 h 100334"/>
                <a:gd name="csX90" fmla="*/ 212926 w 278239"/>
                <a:gd name="csY90" fmla="*/ 3744 h 100334"/>
                <a:gd name="csX91" fmla="*/ 213531 w 278239"/>
                <a:gd name="csY91" fmla="*/ 1703 h 100334"/>
                <a:gd name="csX92" fmla="*/ 237304 w 278239"/>
                <a:gd name="csY92" fmla="*/ 1703 h 100334"/>
                <a:gd name="csX93" fmla="*/ 236698 w 278239"/>
                <a:gd name="csY93" fmla="*/ 3744 h 100334"/>
                <a:gd name="csX94" fmla="*/ 230630 w 278239"/>
                <a:gd name="csY94" fmla="*/ 4575 h 100334"/>
                <a:gd name="csX95" fmla="*/ 227435 w 278239"/>
                <a:gd name="csY95" fmla="*/ 7440 h 100334"/>
                <a:gd name="csX96" fmla="*/ 224344 w 278239"/>
                <a:gd name="csY96" fmla="*/ 15445 h 100334"/>
                <a:gd name="csX97" fmla="*/ 216235 w 278239"/>
                <a:gd name="csY97" fmla="*/ 43187 h 100334"/>
                <a:gd name="csX98" fmla="*/ 208843 w 278239"/>
                <a:gd name="csY98" fmla="*/ 63159 h 100334"/>
                <a:gd name="csX99" fmla="*/ 198748 w 278239"/>
                <a:gd name="csY99" fmla="*/ 73915 h 100334"/>
                <a:gd name="csX100" fmla="*/ 182424 w 278239"/>
                <a:gd name="csY100" fmla="*/ 78216 h 100334"/>
                <a:gd name="csX101" fmla="*/ 164276 w 278239"/>
                <a:gd name="csY101" fmla="*/ 71874 h 100334"/>
                <a:gd name="csX102" fmla="*/ 157377 w 278239"/>
                <a:gd name="csY102" fmla="*/ 57252 h 100334"/>
                <a:gd name="csX103" fmla="*/ 157982 w 278239"/>
                <a:gd name="csY103" fmla="*/ 50304 h 100334"/>
                <a:gd name="csX104" fmla="*/ 160136 w 278239"/>
                <a:gd name="csY104" fmla="*/ 41920 h 100334"/>
                <a:gd name="csX105" fmla="*/ 167528 w 278239"/>
                <a:gd name="csY105" fmla="*/ 16486 h 100334"/>
                <a:gd name="csX106" fmla="*/ 169069 w 278239"/>
                <a:gd name="csY106" fmla="*/ 8384 h 100334"/>
                <a:gd name="csX107" fmla="*/ 167471 w 278239"/>
                <a:gd name="csY107" fmla="*/ 5237 h 100334"/>
                <a:gd name="csX108" fmla="*/ 159580 w 278239"/>
                <a:gd name="csY108" fmla="*/ 3744 h 100334"/>
                <a:gd name="csX109" fmla="*/ 160136 w 278239"/>
                <a:gd name="csY109" fmla="*/ 1703 h 100334"/>
                <a:gd name="csX110" fmla="*/ 244259 w 278239"/>
                <a:gd name="csY110" fmla="*/ 35634 h 100334"/>
                <a:gd name="csX111" fmla="*/ 244259 w 278239"/>
                <a:gd name="csY111" fmla="*/ 34028 h 100334"/>
                <a:gd name="csX112" fmla="*/ 264166 w 278239"/>
                <a:gd name="csY112" fmla="*/ 26088 h 100334"/>
                <a:gd name="csX113" fmla="*/ 268911 w 278239"/>
                <a:gd name="csY113" fmla="*/ 16106 h 100334"/>
                <a:gd name="csX114" fmla="*/ 266152 w 278239"/>
                <a:gd name="csY114" fmla="*/ 8933 h 100334"/>
                <a:gd name="csX115" fmla="*/ 259478 w 278239"/>
                <a:gd name="csY115" fmla="*/ 6068 h 100334"/>
                <a:gd name="csX116" fmla="*/ 248504 w 278239"/>
                <a:gd name="csY116" fmla="*/ 13734 h 100334"/>
                <a:gd name="csX117" fmla="*/ 246462 w 278239"/>
                <a:gd name="csY117" fmla="*/ 13129 h 100334"/>
                <a:gd name="csX118" fmla="*/ 253797 w 278239"/>
                <a:gd name="csY118" fmla="*/ 3470 h 100334"/>
                <a:gd name="csX119" fmla="*/ 263674 w 278239"/>
                <a:gd name="csY119" fmla="*/ 161 h 100334"/>
                <a:gd name="csX120" fmla="*/ 274213 w 278239"/>
                <a:gd name="csY120" fmla="*/ 4075 h 100334"/>
                <a:gd name="csX121" fmla="*/ 278239 w 278239"/>
                <a:gd name="csY121" fmla="*/ 13895 h 100334"/>
                <a:gd name="csX122" fmla="*/ 274431 w 278239"/>
                <a:gd name="csY122" fmla="*/ 23659 h 100334"/>
                <a:gd name="csX123" fmla="*/ 261463 w 278239"/>
                <a:gd name="csY123" fmla="*/ 32043 h 100334"/>
                <a:gd name="csX124" fmla="*/ 270130 w 278239"/>
                <a:gd name="csY124" fmla="*/ 38886 h 100334"/>
                <a:gd name="csX125" fmla="*/ 273051 w 278239"/>
                <a:gd name="csY125" fmla="*/ 49530 h 100334"/>
                <a:gd name="csX126" fmla="*/ 269081 w 278239"/>
                <a:gd name="csY126" fmla="*/ 63377 h 100334"/>
                <a:gd name="csX127" fmla="*/ 258155 w 278239"/>
                <a:gd name="csY127" fmla="*/ 74077 h 100334"/>
                <a:gd name="csX128" fmla="*/ 243646 w 278239"/>
                <a:gd name="csY128" fmla="*/ 77829 h 100334"/>
                <a:gd name="csX129" fmla="*/ 233116 w 278239"/>
                <a:gd name="csY129" fmla="*/ 75400 h 100334"/>
                <a:gd name="csX130" fmla="*/ 230743 w 278239"/>
                <a:gd name="csY130" fmla="*/ 71543 h 100334"/>
                <a:gd name="csX131" fmla="*/ 232123 w 278239"/>
                <a:gd name="csY131" fmla="*/ 68234 h 100334"/>
                <a:gd name="csX132" fmla="*/ 235593 w 278239"/>
                <a:gd name="csY132" fmla="*/ 66855 h 100334"/>
                <a:gd name="csX133" fmla="*/ 238466 w 278239"/>
                <a:gd name="csY133" fmla="*/ 67290 h 100334"/>
                <a:gd name="csX134" fmla="*/ 242767 w 278239"/>
                <a:gd name="csY134" fmla="*/ 69501 h 100334"/>
                <a:gd name="csX135" fmla="*/ 248173 w 278239"/>
                <a:gd name="csY135" fmla="*/ 72092 h 100334"/>
                <a:gd name="csX136" fmla="*/ 252143 w 278239"/>
                <a:gd name="csY136" fmla="*/ 72697 h 100334"/>
                <a:gd name="csX137" fmla="*/ 260310 w 278239"/>
                <a:gd name="csY137" fmla="*/ 66960 h 100334"/>
                <a:gd name="csX138" fmla="*/ 263561 w 278239"/>
                <a:gd name="csY138" fmla="*/ 54662 h 100334"/>
                <a:gd name="csX139" fmla="*/ 261358 w 278239"/>
                <a:gd name="csY139" fmla="*/ 45229 h 100334"/>
                <a:gd name="csX140" fmla="*/ 254516 w 278239"/>
                <a:gd name="csY140" fmla="*/ 38555 h 100334"/>
                <a:gd name="csX141" fmla="*/ 244259 w 278239"/>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9"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4" y="96582"/>
                    <a:pt x="11434" y="95646"/>
                    <a:pt x="8053"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6" y="8731"/>
                    <a:pt x="72536" y="12959"/>
                  </a:cubicBezTo>
                  <a:cubicBezTo>
                    <a:pt x="74634"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4"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6" y="1703"/>
                  </a:lnTo>
                  <a:cubicBezTo>
                    <a:pt x="131119" y="1703"/>
                    <a:pt x="136896" y="3381"/>
                    <a:pt x="140722" y="6730"/>
                  </a:cubicBezTo>
                  <a:cubicBezTo>
                    <a:pt x="144546" y="10038"/>
                    <a:pt x="146451" y="14081"/>
                    <a:pt x="146451" y="18858"/>
                  </a:cubicBezTo>
                  <a:cubicBezTo>
                    <a:pt x="146451" y="22651"/>
                    <a:pt x="145240" y="26330"/>
                    <a:pt x="142811"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1" y="72971"/>
                  </a:cubicBezTo>
                  <a:cubicBezTo>
                    <a:pt x="97744" y="73746"/>
                    <a:pt x="100117" y="74246"/>
                    <a:pt x="103869" y="74464"/>
                  </a:cubicBezTo>
                  <a:lnTo>
                    <a:pt x="103320" y="76506"/>
                  </a:lnTo>
                  <a:lnTo>
                    <a:pt x="73584"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1" y="65580"/>
                    <a:pt x="171829" y="68670"/>
                  </a:cubicBezTo>
                  <a:cubicBezTo>
                    <a:pt x="175137" y="71728"/>
                    <a:pt x="179568"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4" y="76780"/>
                    <a:pt x="188928" y="78216"/>
                    <a:pt x="182424" y="78216"/>
                  </a:cubicBezTo>
                  <a:cubicBezTo>
                    <a:pt x="174919" y="78216"/>
                    <a:pt x="168867" y="76102"/>
                    <a:pt x="164276" y="71874"/>
                  </a:cubicBezTo>
                  <a:cubicBezTo>
                    <a:pt x="159676" y="67605"/>
                    <a:pt x="157377" y="62731"/>
                    <a:pt x="157377" y="57252"/>
                  </a:cubicBezTo>
                  <a:cubicBezTo>
                    <a:pt x="157377" y="55081"/>
                    <a:pt x="157579"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9" y="4462"/>
                    <a:pt x="163816" y="3970"/>
                    <a:pt x="159580" y="3744"/>
                  </a:cubicBezTo>
                  <a:lnTo>
                    <a:pt x="160136" y="1703"/>
                  </a:lnTo>
                  <a:close/>
                  <a:moveTo>
                    <a:pt x="244259" y="35634"/>
                  </a:moveTo>
                  <a:lnTo>
                    <a:pt x="244259" y="34028"/>
                  </a:lnTo>
                  <a:cubicBezTo>
                    <a:pt x="253152" y="32673"/>
                    <a:pt x="259793" y="30026"/>
                    <a:pt x="264166" y="26088"/>
                  </a:cubicBezTo>
                  <a:cubicBezTo>
                    <a:pt x="267330" y="23296"/>
                    <a:pt x="268911" y="19964"/>
                    <a:pt x="268911" y="16106"/>
                  </a:cubicBezTo>
                  <a:cubicBezTo>
                    <a:pt x="268911" y="13202"/>
                    <a:pt x="267992" y="10805"/>
                    <a:pt x="266152" y="8933"/>
                  </a:cubicBezTo>
                  <a:cubicBezTo>
                    <a:pt x="264320" y="7020"/>
                    <a:pt x="262093" y="6068"/>
                    <a:pt x="259478" y="6068"/>
                  </a:cubicBezTo>
                  <a:cubicBezTo>
                    <a:pt x="255363" y="6068"/>
                    <a:pt x="251699" y="8618"/>
                    <a:pt x="248504" y="13734"/>
                  </a:cubicBezTo>
                  <a:lnTo>
                    <a:pt x="246462" y="13129"/>
                  </a:lnTo>
                  <a:cubicBezTo>
                    <a:pt x="248375" y="8860"/>
                    <a:pt x="250820" y="5641"/>
                    <a:pt x="253797" y="3470"/>
                  </a:cubicBezTo>
                  <a:cubicBezTo>
                    <a:pt x="256815" y="1267"/>
                    <a:pt x="260108" y="161"/>
                    <a:pt x="263674" y="161"/>
                  </a:cubicBezTo>
                  <a:cubicBezTo>
                    <a:pt x="268016" y="161"/>
                    <a:pt x="271526" y="1469"/>
                    <a:pt x="274213" y="4075"/>
                  </a:cubicBezTo>
                  <a:cubicBezTo>
                    <a:pt x="276892" y="6649"/>
                    <a:pt x="278239" y="9925"/>
                    <a:pt x="278239" y="13895"/>
                  </a:cubicBezTo>
                  <a:cubicBezTo>
                    <a:pt x="278239" y="17277"/>
                    <a:pt x="276964" y="20537"/>
                    <a:pt x="274431" y="23659"/>
                  </a:cubicBezTo>
                  <a:cubicBezTo>
                    <a:pt x="271929" y="26790"/>
                    <a:pt x="267604" y="29582"/>
                    <a:pt x="261463" y="32043"/>
                  </a:cubicBezTo>
                  <a:cubicBezTo>
                    <a:pt x="265288" y="33625"/>
                    <a:pt x="268177" y="35909"/>
                    <a:pt x="270130" y="38886"/>
                  </a:cubicBezTo>
                  <a:cubicBezTo>
                    <a:pt x="272074" y="41823"/>
                    <a:pt x="273051" y="45374"/>
                    <a:pt x="273051" y="49530"/>
                  </a:cubicBezTo>
                  <a:cubicBezTo>
                    <a:pt x="273051" y="54129"/>
                    <a:pt x="271728" y="58745"/>
                    <a:pt x="269081" y="63377"/>
                  </a:cubicBezTo>
                  <a:cubicBezTo>
                    <a:pt x="266434" y="67976"/>
                    <a:pt x="262787" y="71543"/>
                    <a:pt x="258155" y="74077"/>
                  </a:cubicBezTo>
                  <a:cubicBezTo>
                    <a:pt x="253563" y="76578"/>
                    <a:pt x="248722" y="77829"/>
                    <a:pt x="243646" y="77829"/>
                  </a:cubicBezTo>
                  <a:cubicBezTo>
                    <a:pt x="239014" y="77829"/>
                    <a:pt x="235504" y="77022"/>
                    <a:pt x="233116" y="75400"/>
                  </a:cubicBezTo>
                  <a:cubicBezTo>
                    <a:pt x="231534" y="74303"/>
                    <a:pt x="230743" y="73012"/>
                    <a:pt x="230743" y="71543"/>
                  </a:cubicBezTo>
                  <a:cubicBezTo>
                    <a:pt x="230743" y="70252"/>
                    <a:pt x="231203" y="69154"/>
                    <a:pt x="232123" y="68234"/>
                  </a:cubicBezTo>
                  <a:cubicBezTo>
                    <a:pt x="233075" y="67315"/>
                    <a:pt x="234237" y="66855"/>
                    <a:pt x="235593" y="66855"/>
                  </a:cubicBezTo>
                  <a:cubicBezTo>
                    <a:pt x="236553" y="66855"/>
                    <a:pt x="237505" y="67000"/>
                    <a:pt x="238466" y="67290"/>
                  </a:cubicBezTo>
                  <a:cubicBezTo>
                    <a:pt x="239055" y="67476"/>
                    <a:pt x="240483" y="68210"/>
                    <a:pt x="242767" y="69501"/>
                  </a:cubicBezTo>
                  <a:cubicBezTo>
                    <a:pt x="245083" y="70784"/>
                    <a:pt x="246882" y="71648"/>
                    <a:pt x="248173" y="72092"/>
                  </a:cubicBezTo>
                  <a:cubicBezTo>
                    <a:pt x="249456" y="72495"/>
                    <a:pt x="250787" y="72697"/>
                    <a:pt x="252143" y="72697"/>
                  </a:cubicBezTo>
                  <a:cubicBezTo>
                    <a:pt x="255452" y="72697"/>
                    <a:pt x="258179" y="70784"/>
                    <a:pt x="260310" y="66960"/>
                  </a:cubicBezTo>
                  <a:cubicBezTo>
                    <a:pt x="262480" y="63102"/>
                    <a:pt x="263561" y="59003"/>
                    <a:pt x="263561" y="54662"/>
                  </a:cubicBezTo>
                  <a:cubicBezTo>
                    <a:pt x="263561" y="51127"/>
                    <a:pt x="262827" y="47988"/>
                    <a:pt x="261358" y="45229"/>
                  </a:cubicBezTo>
                  <a:cubicBezTo>
                    <a:pt x="259922" y="42469"/>
                    <a:pt x="257639" y="40250"/>
                    <a:pt x="254516" y="38555"/>
                  </a:cubicBezTo>
                  <a:cubicBezTo>
                    <a:pt x="251393" y="36829"/>
                    <a:pt x="247971" y="35852"/>
                    <a:pt x="244259" y="35634"/>
                  </a:cubicBezTo>
                  <a:close/>
                </a:path>
              </a:pathLst>
            </a:custGeom>
            <a:solidFill>
              <a:srgbClr val="000000"/>
            </a:solidFill>
            <a:ln w="807" cap="flat">
              <a:noFill/>
              <a:prstDash val="solid"/>
              <a:miter/>
            </a:ln>
          </p:spPr>
        </p:sp>
        <p:sp>
          <p:nvSpPr>
            <p:cNvPr id="519" name="任意形状 518">
              <a:extLst>
                <a:ext uri="{FF2B5EF4-FFF2-40B4-BE49-F238E27FC236}">
                  <a16:creationId xmlns:a16="http://schemas.microsoft.com/office/drawing/2014/main" id="{1B132F54-1C13-FEFB-7193-716B4517305F}"/>
                </a:ext>
              </a:extLst>
            </p:cNvPr>
            <p:cNvSpPr/>
            <p:nvPr/>
          </p:nvSpPr>
          <p:spPr>
            <a:xfrm>
              <a:off x="8598314" y="3070338"/>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520" name="任意形状 519">
              <a:extLst>
                <a:ext uri="{FF2B5EF4-FFF2-40B4-BE49-F238E27FC236}">
                  <a16:creationId xmlns:a16="http://schemas.microsoft.com/office/drawing/2014/main" id="{5673E0F9-1B35-DD2F-6F68-17C421DC414A}"/>
                </a:ext>
              </a:extLst>
            </p:cNvPr>
            <p:cNvSpPr/>
            <p:nvPr/>
          </p:nvSpPr>
          <p:spPr>
            <a:xfrm>
              <a:off x="8643111" y="3112153"/>
              <a:ext cx="107467" cy="101209"/>
            </a:xfrm>
            <a:custGeom>
              <a:avLst/>
              <a:gdLst>
                <a:gd name="csX0" fmla="*/ 45285 w 79426"/>
                <a:gd name="csY0" fmla="*/ 33375 h 74802"/>
                <a:gd name="csX1" fmla="*/ 61335 w 79426"/>
                <a:gd name="csY1" fmla="*/ 57317 h 74802"/>
                <a:gd name="csX2" fmla="*/ 71212 w 79426"/>
                <a:gd name="csY2" fmla="*/ 69897 h 74802"/>
                <a:gd name="csX3" fmla="*/ 79427 w 79426"/>
                <a:gd name="csY3" fmla="*/ 72761 h 74802"/>
                <a:gd name="csX4" fmla="*/ 79427 w 79426"/>
                <a:gd name="csY4" fmla="*/ 74803 h 74802"/>
                <a:gd name="csX5" fmla="*/ 47327 w 79426"/>
                <a:gd name="csY5" fmla="*/ 74803 h 74802"/>
                <a:gd name="csX6" fmla="*/ 47327 w 79426"/>
                <a:gd name="csY6" fmla="*/ 72761 h 74802"/>
                <a:gd name="csX7" fmla="*/ 52072 w 79426"/>
                <a:gd name="csY7" fmla="*/ 72100 h 74802"/>
                <a:gd name="csX8" fmla="*/ 53944 w 79426"/>
                <a:gd name="csY8" fmla="*/ 70607 h 74802"/>
                <a:gd name="csX9" fmla="*/ 54718 w 79426"/>
                <a:gd name="csY9" fmla="*/ 68517 h 74802"/>
                <a:gd name="csX10" fmla="*/ 54218 w 79426"/>
                <a:gd name="csY10" fmla="*/ 65975 h 74802"/>
                <a:gd name="csX11" fmla="*/ 51184 w 79426"/>
                <a:gd name="csY11" fmla="*/ 61125 h 74802"/>
                <a:gd name="csX12" fmla="*/ 38499 w 79426"/>
                <a:gd name="csY12" fmla="*/ 41928 h 74802"/>
                <a:gd name="csX13" fmla="*/ 22837 w 79426"/>
                <a:gd name="csY13" fmla="*/ 62005 h 74802"/>
                <a:gd name="csX14" fmla="*/ 19851 w 79426"/>
                <a:gd name="csY14" fmla="*/ 66306 h 74802"/>
                <a:gd name="csX15" fmla="*/ 19359 w 79426"/>
                <a:gd name="csY15" fmla="*/ 68517 h 74802"/>
                <a:gd name="csX16" fmla="*/ 20851 w 79426"/>
                <a:gd name="csY16" fmla="*/ 71438 h 74802"/>
                <a:gd name="csX17" fmla="*/ 26532 w 79426"/>
                <a:gd name="csY17" fmla="*/ 72761 h 74802"/>
                <a:gd name="csX18" fmla="*/ 26532 w 79426"/>
                <a:gd name="csY18" fmla="*/ 74803 h 74802"/>
                <a:gd name="csX19" fmla="*/ 0 w 79426"/>
                <a:gd name="csY19" fmla="*/ 74803 h 74802"/>
                <a:gd name="csX20" fmla="*/ 0 w 79426"/>
                <a:gd name="csY20" fmla="*/ 72761 h 74802"/>
                <a:gd name="csX21" fmla="*/ 4850 w 79426"/>
                <a:gd name="csY21" fmla="*/ 71607 h 74802"/>
                <a:gd name="csX22" fmla="*/ 11362 w 79426"/>
                <a:gd name="csY22" fmla="*/ 67742 h 74802"/>
                <a:gd name="csX23" fmla="*/ 18422 w 79426"/>
                <a:gd name="csY23" fmla="*/ 60294 h 74802"/>
                <a:gd name="csX24" fmla="*/ 36070 w 79426"/>
                <a:gd name="csY24" fmla="*/ 38007 h 74802"/>
                <a:gd name="csX25" fmla="*/ 21344 w 79426"/>
                <a:gd name="csY25" fmla="*/ 16445 h 74802"/>
                <a:gd name="csX26" fmla="*/ 11136 w 79426"/>
                <a:gd name="csY26" fmla="*/ 4971 h 74802"/>
                <a:gd name="csX27" fmla="*/ 1485 w 79426"/>
                <a:gd name="csY27" fmla="*/ 2041 h 74802"/>
                <a:gd name="csX28" fmla="*/ 1485 w 79426"/>
                <a:gd name="csY28" fmla="*/ 0 h 74802"/>
                <a:gd name="csX29" fmla="*/ 36070 w 79426"/>
                <a:gd name="csY29" fmla="*/ 0 h 74802"/>
                <a:gd name="csX30" fmla="*/ 36070 w 79426"/>
                <a:gd name="csY30" fmla="*/ 2041 h 74802"/>
                <a:gd name="csX31" fmla="*/ 30002 w 79426"/>
                <a:gd name="csY31" fmla="*/ 3478 h 74802"/>
                <a:gd name="csX32" fmla="*/ 28404 w 79426"/>
                <a:gd name="csY32" fmla="*/ 6294 h 74802"/>
                <a:gd name="csX33" fmla="*/ 31051 w 79426"/>
                <a:gd name="csY33" fmla="*/ 12249 h 74802"/>
                <a:gd name="csX34" fmla="*/ 42526 w 79426"/>
                <a:gd name="csY34" fmla="*/ 29405 h 74802"/>
                <a:gd name="csX35" fmla="*/ 55824 w 79426"/>
                <a:gd name="csY35" fmla="*/ 12580 h 74802"/>
                <a:gd name="csX36" fmla="*/ 58632 w 79426"/>
                <a:gd name="csY36" fmla="*/ 8497 h 74802"/>
                <a:gd name="csX37" fmla="*/ 59189 w 79426"/>
                <a:gd name="csY37" fmla="*/ 6238 h 74802"/>
                <a:gd name="csX38" fmla="*/ 58519 w 79426"/>
                <a:gd name="csY38" fmla="*/ 4196 h 74802"/>
                <a:gd name="csX39" fmla="*/ 56429 w 79426"/>
                <a:gd name="csY39" fmla="*/ 2598 h 74802"/>
                <a:gd name="csX40" fmla="*/ 51184 w 79426"/>
                <a:gd name="csY40" fmla="*/ 2041 h 74802"/>
                <a:gd name="csX41" fmla="*/ 51184 w 79426"/>
                <a:gd name="csY41" fmla="*/ 0 h 74802"/>
                <a:gd name="csX42" fmla="*/ 77716 w 79426"/>
                <a:gd name="csY42" fmla="*/ 0 h 74802"/>
                <a:gd name="csX43" fmla="*/ 77716 w 79426"/>
                <a:gd name="csY43" fmla="*/ 2041 h 74802"/>
                <a:gd name="csX44" fmla="*/ 72592 w 79426"/>
                <a:gd name="csY44" fmla="*/ 3034 h 74802"/>
                <a:gd name="csX45" fmla="*/ 67129 w 79426"/>
                <a:gd name="csY45" fmla="*/ 6455 h 74802"/>
                <a:gd name="csX46" fmla="*/ 60125 w 79426"/>
                <a:gd name="csY46" fmla="*/ 14404 h 74802"/>
                <a:gd name="csX47" fmla="*/ 45285 w 79426"/>
                <a:gd name="csY47" fmla="*/ 33375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79426" h="74802">
                  <a:moveTo>
                    <a:pt x="45285" y="33375"/>
                  </a:moveTo>
                  <a:lnTo>
                    <a:pt x="61335" y="57317"/>
                  </a:lnTo>
                  <a:cubicBezTo>
                    <a:pt x="65790" y="63933"/>
                    <a:pt x="69074" y="68129"/>
                    <a:pt x="71212" y="69897"/>
                  </a:cubicBezTo>
                  <a:cubicBezTo>
                    <a:pt x="73383" y="71624"/>
                    <a:pt x="76118" y="72576"/>
                    <a:pt x="79427" y="72761"/>
                  </a:cubicBezTo>
                  <a:lnTo>
                    <a:pt x="79427" y="74803"/>
                  </a:lnTo>
                  <a:lnTo>
                    <a:pt x="47327" y="74803"/>
                  </a:lnTo>
                  <a:lnTo>
                    <a:pt x="47327" y="72761"/>
                  </a:lnTo>
                  <a:cubicBezTo>
                    <a:pt x="49457" y="72729"/>
                    <a:pt x="51039" y="72503"/>
                    <a:pt x="52072" y="72100"/>
                  </a:cubicBezTo>
                  <a:cubicBezTo>
                    <a:pt x="52838" y="71769"/>
                    <a:pt x="53468" y="71268"/>
                    <a:pt x="53944" y="70607"/>
                  </a:cubicBezTo>
                  <a:cubicBezTo>
                    <a:pt x="54460" y="69913"/>
                    <a:pt x="54718" y="69211"/>
                    <a:pt x="54718" y="68517"/>
                  </a:cubicBezTo>
                  <a:cubicBezTo>
                    <a:pt x="54718" y="67670"/>
                    <a:pt x="54549" y="66822"/>
                    <a:pt x="54218" y="65975"/>
                  </a:cubicBezTo>
                  <a:cubicBezTo>
                    <a:pt x="53960" y="65354"/>
                    <a:pt x="52951" y="63732"/>
                    <a:pt x="51184" y="61125"/>
                  </a:cubicBezTo>
                  <a:lnTo>
                    <a:pt x="38499" y="41928"/>
                  </a:lnTo>
                  <a:lnTo>
                    <a:pt x="22837" y="62005"/>
                  </a:lnTo>
                  <a:cubicBezTo>
                    <a:pt x="21182" y="64135"/>
                    <a:pt x="20182" y="65572"/>
                    <a:pt x="19851" y="66306"/>
                  </a:cubicBezTo>
                  <a:cubicBezTo>
                    <a:pt x="19520" y="67008"/>
                    <a:pt x="19359" y="67742"/>
                    <a:pt x="19359" y="68517"/>
                  </a:cubicBezTo>
                  <a:cubicBezTo>
                    <a:pt x="19359" y="69695"/>
                    <a:pt x="19851" y="70663"/>
                    <a:pt x="20851" y="71438"/>
                  </a:cubicBezTo>
                  <a:cubicBezTo>
                    <a:pt x="21844" y="72213"/>
                    <a:pt x="23732" y="72648"/>
                    <a:pt x="26532" y="72761"/>
                  </a:cubicBezTo>
                  <a:lnTo>
                    <a:pt x="26532" y="74803"/>
                  </a:lnTo>
                  <a:lnTo>
                    <a:pt x="0" y="74803"/>
                  </a:lnTo>
                  <a:lnTo>
                    <a:pt x="0" y="72761"/>
                  </a:lnTo>
                  <a:cubicBezTo>
                    <a:pt x="1872" y="72576"/>
                    <a:pt x="3486" y="72188"/>
                    <a:pt x="4850" y="71607"/>
                  </a:cubicBezTo>
                  <a:cubicBezTo>
                    <a:pt x="7134" y="70647"/>
                    <a:pt x="9304" y="69364"/>
                    <a:pt x="11362" y="67742"/>
                  </a:cubicBezTo>
                  <a:cubicBezTo>
                    <a:pt x="13420" y="66120"/>
                    <a:pt x="15776" y="63643"/>
                    <a:pt x="18422" y="60294"/>
                  </a:cubicBezTo>
                  <a:lnTo>
                    <a:pt x="36070" y="38007"/>
                  </a:lnTo>
                  <a:lnTo>
                    <a:pt x="21344" y="16445"/>
                  </a:lnTo>
                  <a:cubicBezTo>
                    <a:pt x="17333" y="10595"/>
                    <a:pt x="13936" y="6770"/>
                    <a:pt x="11136" y="4971"/>
                  </a:cubicBezTo>
                  <a:cubicBezTo>
                    <a:pt x="8344" y="3131"/>
                    <a:pt x="5124" y="2154"/>
                    <a:pt x="1485" y="2041"/>
                  </a:cubicBezTo>
                  <a:lnTo>
                    <a:pt x="1485" y="0"/>
                  </a:lnTo>
                  <a:lnTo>
                    <a:pt x="36070" y="0"/>
                  </a:lnTo>
                  <a:lnTo>
                    <a:pt x="36070" y="2041"/>
                  </a:lnTo>
                  <a:cubicBezTo>
                    <a:pt x="33133" y="2154"/>
                    <a:pt x="31108" y="2631"/>
                    <a:pt x="30002" y="3478"/>
                  </a:cubicBezTo>
                  <a:cubicBezTo>
                    <a:pt x="28937" y="4325"/>
                    <a:pt x="28404" y="5261"/>
                    <a:pt x="28404" y="6294"/>
                  </a:cubicBezTo>
                  <a:cubicBezTo>
                    <a:pt x="28404" y="7650"/>
                    <a:pt x="29284" y="9635"/>
                    <a:pt x="31051" y="12249"/>
                  </a:cubicBezTo>
                  <a:lnTo>
                    <a:pt x="42526" y="29405"/>
                  </a:lnTo>
                  <a:lnTo>
                    <a:pt x="55824" y="12580"/>
                  </a:lnTo>
                  <a:cubicBezTo>
                    <a:pt x="57365" y="10595"/>
                    <a:pt x="58301" y="9231"/>
                    <a:pt x="58632" y="8497"/>
                  </a:cubicBezTo>
                  <a:cubicBezTo>
                    <a:pt x="59003" y="7763"/>
                    <a:pt x="59189" y="7012"/>
                    <a:pt x="59189" y="6238"/>
                  </a:cubicBezTo>
                  <a:cubicBezTo>
                    <a:pt x="59189" y="5463"/>
                    <a:pt x="58963" y="4785"/>
                    <a:pt x="58519" y="4196"/>
                  </a:cubicBezTo>
                  <a:cubicBezTo>
                    <a:pt x="57970" y="3421"/>
                    <a:pt x="57276" y="2889"/>
                    <a:pt x="56429" y="2598"/>
                  </a:cubicBezTo>
                  <a:cubicBezTo>
                    <a:pt x="55582" y="2267"/>
                    <a:pt x="53831" y="2082"/>
                    <a:pt x="51184" y="2041"/>
                  </a:cubicBezTo>
                  <a:lnTo>
                    <a:pt x="51184" y="0"/>
                  </a:lnTo>
                  <a:lnTo>
                    <a:pt x="77716" y="0"/>
                  </a:lnTo>
                  <a:lnTo>
                    <a:pt x="77716" y="2041"/>
                  </a:lnTo>
                  <a:cubicBezTo>
                    <a:pt x="75626" y="2154"/>
                    <a:pt x="73915" y="2485"/>
                    <a:pt x="72592" y="3034"/>
                  </a:cubicBezTo>
                  <a:cubicBezTo>
                    <a:pt x="70607" y="3881"/>
                    <a:pt x="68783" y="5027"/>
                    <a:pt x="67129" y="6455"/>
                  </a:cubicBezTo>
                  <a:cubicBezTo>
                    <a:pt x="65475" y="7892"/>
                    <a:pt x="63135" y="10539"/>
                    <a:pt x="60125" y="14404"/>
                  </a:cubicBezTo>
                  <a:lnTo>
                    <a:pt x="45285" y="33375"/>
                  </a:lnTo>
                  <a:close/>
                </a:path>
              </a:pathLst>
            </a:custGeom>
            <a:solidFill>
              <a:srgbClr val="000000"/>
            </a:solidFill>
            <a:ln w="807" cap="flat">
              <a:noFill/>
              <a:prstDash val="solid"/>
              <a:miter/>
            </a:ln>
          </p:spPr>
        </p:sp>
        <p:sp>
          <p:nvSpPr>
            <p:cNvPr id="579" name="任意形状 578">
              <a:extLst>
                <a:ext uri="{FF2B5EF4-FFF2-40B4-BE49-F238E27FC236}">
                  <a16:creationId xmlns:a16="http://schemas.microsoft.com/office/drawing/2014/main" id="{81DA0A4A-7046-5E28-9791-E6729ADF7818}"/>
                </a:ext>
              </a:extLst>
            </p:cNvPr>
            <p:cNvSpPr/>
            <p:nvPr/>
          </p:nvSpPr>
          <p:spPr>
            <a:xfrm>
              <a:off x="6208337" y="3419717"/>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580" name="任意形状 579">
              <a:extLst>
                <a:ext uri="{FF2B5EF4-FFF2-40B4-BE49-F238E27FC236}">
                  <a16:creationId xmlns:a16="http://schemas.microsoft.com/office/drawing/2014/main" id="{139E5BE5-57B2-CF60-BA87-956D94FB68DF}"/>
                </a:ext>
              </a:extLst>
            </p:cNvPr>
            <p:cNvSpPr/>
            <p:nvPr/>
          </p:nvSpPr>
          <p:spPr>
            <a:xfrm>
              <a:off x="6254618" y="3477910"/>
              <a:ext cx="104638" cy="101209"/>
            </a:xfrm>
            <a:custGeom>
              <a:avLst/>
              <a:gdLst>
                <a:gd name="csX0" fmla="*/ 21295 w 77336"/>
                <a:gd name="csY0" fmla="*/ 34698 h 74802"/>
                <a:gd name="csX1" fmla="*/ 56050 w 77336"/>
                <a:gd name="csY1" fmla="*/ 34698 h 74802"/>
                <a:gd name="csX2" fmla="*/ 56050 w 77336"/>
                <a:gd name="csY2" fmla="*/ 13298 h 74802"/>
                <a:gd name="csX3" fmla="*/ 55331 w 77336"/>
                <a:gd name="csY3" fmla="*/ 5737 h 74802"/>
                <a:gd name="csX4" fmla="*/ 53015 w 77336"/>
                <a:gd name="csY4" fmla="*/ 3365 h 74802"/>
                <a:gd name="csX5" fmla="*/ 47996 w 77336"/>
                <a:gd name="csY5" fmla="*/ 2041 h 74802"/>
                <a:gd name="csX6" fmla="*/ 45342 w 77336"/>
                <a:gd name="csY6" fmla="*/ 2041 h 74802"/>
                <a:gd name="csX7" fmla="*/ 45342 w 77336"/>
                <a:gd name="csY7" fmla="*/ 0 h 74802"/>
                <a:gd name="csX8" fmla="*/ 77337 w 77336"/>
                <a:gd name="csY8" fmla="*/ 0 h 74802"/>
                <a:gd name="csX9" fmla="*/ 77337 w 77336"/>
                <a:gd name="csY9" fmla="*/ 2041 h 74802"/>
                <a:gd name="csX10" fmla="*/ 74690 w 77336"/>
                <a:gd name="csY10" fmla="*/ 2041 h 74802"/>
                <a:gd name="csX11" fmla="*/ 69671 w 77336"/>
                <a:gd name="csY11" fmla="*/ 3316 h 74802"/>
                <a:gd name="csX12" fmla="*/ 67242 w 77336"/>
                <a:gd name="csY12" fmla="*/ 6020 h 74802"/>
                <a:gd name="csX13" fmla="*/ 66637 w 77336"/>
                <a:gd name="csY13" fmla="*/ 13298 h 74802"/>
                <a:gd name="csX14" fmla="*/ 66637 w 77336"/>
                <a:gd name="csY14" fmla="*/ 61561 h 74802"/>
                <a:gd name="csX15" fmla="*/ 67355 w 77336"/>
                <a:gd name="csY15" fmla="*/ 69066 h 74802"/>
                <a:gd name="csX16" fmla="*/ 69614 w 77336"/>
                <a:gd name="csY16" fmla="*/ 71438 h 74802"/>
                <a:gd name="csX17" fmla="*/ 74690 w 77336"/>
                <a:gd name="csY17" fmla="*/ 72761 h 74802"/>
                <a:gd name="csX18" fmla="*/ 77337 w 77336"/>
                <a:gd name="csY18" fmla="*/ 72761 h 74802"/>
                <a:gd name="csX19" fmla="*/ 77337 w 77336"/>
                <a:gd name="csY19" fmla="*/ 74803 h 74802"/>
                <a:gd name="csX20" fmla="*/ 45342 w 77336"/>
                <a:gd name="csY20" fmla="*/ 74803 h 74802"/>
                <a:gd name="csX21" fmla="*/ 45342 w 77336"/>
                <a:gd name="csY21" fmla="*/ 72761 h 74802"/>
                <a:gd name="csX22" fmla="*/ 47996 w 77336"/>
                <a:gd name="csY22" fmla="*/ 72761 h 74802"/>
                <a:gd name="csX23" fmla="*/ 54670 w 77336"/>
                <a:gd name="csY23" fmla="*/ 70058 h 74802"/>
                <a:gd name="csX24" fmla="*/ 56050 w 77336"/>
                <a:gd name="csY24" fmla="*/ 61561 h 74802"/>
                <a:gd name="csX25" fmla="*/ 56050 w 77336"/>
                <a:gd name="csY25" fmla="*/ 38781 h 74802"/>
                <a:gd name="csX26" fmla="*/ 21295 w 77336"/>
                <a:gd name="csY26" fmla="*/ 38781 h 74802"/>
                <a:gd name="csX27" fmla="*/ 21295 w 77336"/>
                <a:gd name="csY27" fmla="*/ 61561 h 74802"/>
                <a:gd name="csX28" fmla="*/ 22013 w 77336"/>
                <a:gd name="csY28" fmla="*/ 69066 h 74802"/>
                <a:gd name="csX29" fmla="*/ 24329 w 77336"/>
                <a:gd name="csY29" fmla="*/ 71438 h 74802"/>
                <a:gd name="csX30" fmla="*/ 29348 w 77336"/>
                <a:gd name="csY30" fmla="*/ 72761 h 74802"/>
                <a:gd name="csX31" fmla="*/ 32051 w 77336"/>
                <a:gd name="csY31" fmla="*/ 72761 h 74802"/>
                <a:gd name="csX32" fmla="*/ 32051 w 77336"/>
                <a:gd name="csY32" fmla="*/ 74803 h 74802"/>
                <a:gd name="csX33" fmla="*/ 0 w 77336"/>
                <a:gd name="csY33" fmla="*/ 74803 h 74802"/>
                <a:gd name="csX34" fmla="*/ 0 w 77336"/>
                <a:gd name="csY34" fmla="*/ 72761 h 74802"/>
                <a:gd name="csX35" fmla="*/ 2647 w 77336"/>
                <a:gd name="csY35" fmla="*/ 72761 h 74802"/>
                <a:gd name="csX36" fmla="*/ 9376 w 77336"/>
                <a:gd name="csY36" fmla="*/ 70058 h 74802"/>
                <a:gd name="csX37" fmla="*/ 10700 w 77336"/>
                <a:gd name="csY37" fmla="*/ 61561 h 74802"/>
                <a:gd name="csX38" fmla="*/ 10700 w 77336"/>
                <a:gd name="csY38" fmla="*/ 13298 h 74802"/>
                <a:gd name="csX39" fmla="*/ 9990 w 77336"/>
                <a:gd name="csY39" fmla="*/ 5737 h 74802"/>
                <a:gd name="csX40" fmla="*/ 7722 w 77336"/>
                <a:gd name="csY40" fmla="*/ 3365 h 74802"/>
                <a:gd name="csX41" fmla="*/ 2647 w 77336"/>
                <a:gd name="csY41" fmla="*/ 2041 h 74802"/>
                <a:gd name="csX42" fmla="*/ 0 w 77336"/>
                <a:gd name="csY42" fmla="*/ 2041 h 74802"/>
                <a:gd name="csX43" fmla="*/ 0 w 77336"/>
                <a:gd name="csY43" fmla="*/ 0 h 74802"/>
                <a:gd name="csX44" fmla="*/ 32051 w 77336"/>
                <a:gd name="csY44" fmla="*/ 0 h 74802"/>
                <a:gd name="csX45" fmla="*/ 32051 w 77336"/>
                <a:gd name="csY45" fmla="*/ 2041 h 74802"/>
                <a:gd name="csX46" fmla="*/ 29348 w 77336"/>
                <a:gd name="csY46" fmla="*/ 2041 h 74802"/>
                <a:gd name="csX47" fmla="*/ 24329 w 77336"/>
                <a:gd name="csY47" fmla="*/ 3316 h 74802"/>
                <a:gd name="csX48" fmla="*/ 21957 w 77336"/>
                <a:gd name="csY48" fmla="*/ 6020 h 74802"/>
                <a:gd name="csX49" fmla="*/ 21295 w 77336"/>
                <a:gd name="csY49" fmla="*/ 13298 h 74802"/>
                <a:gd name="csX50" fmla="*/ 21295 w 77336"/>
                <a:gd name="csY50" fmla="*/ 34698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7336" h="74802">
                  <a:moveTo>
                    <a:pt x="21295" y="34698"/>
                  </a:moveTo>
                  <a:lnTo>
                    <a:pt x="56050" y="34698"/>
                  </a:lnTo>
                  <a:lnTo>
                    <a:pt x="56050" y="13298"/>
                  </a:lnTo>
                  <a:cubicBezTo>
                    <a:pt x="56050" y="9473"/>
                    <a:pt x="55807" y="6956"/>
                    <a:pt x="55331" y="5737"/>
                  </a:cubicBezTo>
                  <a:cubicBezTo>
                    <a:pt x="54960" y="4817"/>
                    <a:pt x="54186" y="4027"/>
                    <a:pt x="53015" y="3365"/>
                  </a:cubicBezTo>
                  <a:cubicBezTo>
                    <a:pt x="51434" y="2485"/>
                    <a:pt x="49755" y="2041"/>
                    <a:pt x="47996" y="2041"/>
                  </a:cubicBezTo>
                  <a:lnTo>
                    <a:pt x="45342" y="2041"/>
                  </a:lnTo>
                  <a:lnTo>
                    <a:pt x="45342" y="0"/>
                  </a:lnTo>
                  <a:lnTo>
                    <a:pt x="77337" y="0"/>
                  </a:lnTo>
                  <a:lnTo>
                    <a:pt x="77337" y="2041"/>
                  </a:lnTo>
                  <a:lnTo>
                    <a:pt x="74690" y="2041"/>
                  </a:lnTo>
                  <a:cubicBezTo>
                    <a:pt x="72922" y="2041"/>
                    <a:pt x="71252" y="2469"/>
                    <a:pt x="69671" y="3316"/>
                  </a:cubicBezTo>
                  <a:cubicBezTo>
                    <a:pt x="68493" y="3906"/>
                    <a:pt x="67686" y="4801"/>
                    <a:pt x="67242" y="6020"/>
                  </a:cubicBezTo>
                  <a:cubicBezTo>
                    <a:pt x="66839" y="7190"/>
                    <a:pt x="66637" y="9619"/>
                    <a:pt x="66637" y="13298"/>
                  </a:cubicBezTo>
                  <a:lnTo>
                    <a:pt x="66637" y="61561"/>
                  </a:lnTo>
                  <a:cubicBezTo>
                    <a:pt x="66637" y="65354"/>
                    <a:pt x="66879" y="67855"/>
                    <a:pt x="67355" y="69066"/>
                  </a:cubicBezTo>
                  <a:cubicBezTo>
                    <a:pt x="67726" y="69985"/>
                    <a:pt x="68476" y="70776"/>
                    <a:pt x="69614" y="71438"/>
                  </a:cubicBezTo>
                  <a:cubicBezTo>
                    <a:pt x="71236" y="72317"/>
                    <a:pt x="72922" y="72761"/>
                    <a:pt x="74690" y="72761"/>
                  </a:cubicBezTo>
                  <a:lnTo>
                    <a:pt x="77337" y="72761"/>
                  </a:lnTo>
                  <a:lnTo>
                    <a:pt x="77337" y="74803"/>
                  </a:lnTo>
                  <a:lnTo>
                    <a:pt x="45342" y="74803"/>
                  </a:lnTo>
                  <a:lnTo>
                    <a:pt x="45342" y="72761"/>
                  </a:lnTo>
                  <a:lnTo>
                    <a:pt x="47996" y="72761"/>
                  </a:lnTo>
                  <a:cubicBezTo>
                    <a:pt x="51047" y="72761"/>
                    <a:pt x="53266" y="71857"/>
                    <a:pt x="54670" y="70058"/>
                  </a:cubicBezTo>
                  <a:cubicBezTo>
                    <a:pt x="55589" y="68880"/>
                    <a:pt x="56050" y="66048"/>
                    <a:pt x="56050" y="61561"/>
                  </a:cubicBezTo>
                  <a:lnTo>
                    <a:pt x="56050" y="38781"/>
                  </a:lnTo>
                  <a:lnTo>
                    <a:pt x="21295" y="38781"/>
                  </a:lnTo>
                  <a:lnTo>
                    <a:pt x="21295" y="61561"/>
                  </a:lnTo>
                  <a:cubicBezTo>
                    <a:pt x="21295" y="65354"/>
                    <a:pt x="21537" y="67855"/>
                    <a:pt x="22013" y="69066"/>
                  </a:cubicBezTo>
                  <a:cubicBezTo>
                    <a:pt x="22376" y="69985"/>
                    <a:pt x="23151" y="70776"/>
                    <a:pt x="24329" y="71438"/>
                  </a:cubicBezTo>
                  <a:cubicBezTo>
                    <a:pt x="25911" y="72317"/>
                    <a:pt x="27581" y="72761"/>
                    <a:pt x="29348" y="72761"/>
                  </a:cubicBezTo>
                  <a:lnTo>
                    <a:pt x="32051" y="72761"/>
                  </a:lnTo>
                  <a:lnTo>
                    <a:pt x="32051" y="74803"/>
                  </a:lnTo>
                  <a:lnTo>
                    <a:pt x="0" y="74803"/>
                  </a:lnTo>
                  <a:lnTo>
                    <a:pt x="0" y="72761"/>
                  </a:lnTo>
                  <a:lnTo>
                    <a:pt x="2647" y="72761"/>
                  </a:lnTo>
                  <a:cubicBezTo>
                    <a:pt x="5737" y="72761"/>
                    <a:pt x="7980" y="71857"/>
                    <a:pt x="9376" y="70058"/>
                  </a:cubicBezTo>
                  <a:cubicBezTo>
                    <a:pt x="10264" y="68880"/>
                    <a:pt x="10700" y="66048"/>
                    <a:pt x="10700" y="61561"/>
                  </a:cubicBezTo>
                  <a:lnTo>
                    <a:pt x="10700" y="13298"/>
                  </a:lnTo>
                  <a:cubicBezTo>
                    <a:pt x="10700" y="9473"/>
                    <a:pt x="10466" y="6956"/>
                    <a:pt x="9990" y="5737"/>
                  </a:cubicBezTo>
                  <a:cubicBezTo>
                    <a:pt x="9619" y="4817"/>
                    <a:pt x="8868" y="4027"/>
                    <a:pt x="7722" y="3365"/>
                  </a:cubicBezTo>
                  <a:cubicBezTo>
                    <a:pt x="6108" y="2485"/>
                    <a:pt x="4414" y="2041"/>
                    <a:pt x="2647" y="2041"/>
                  </a:cubicBezTo>
                  <a:lnTo>
                    <a:pt x="0" y="2041"/>
                  </a:lnTo>
                  <a:lnTo>
                    <a:pt x="0" y="0"/>
                  </a:lnTo>
                  <a:lnTo>
                    <a:pt x="32051" y="0"/>
                  </a:lnTo>
                  <a:lnTo>
                    <a:pt x="32051" y="2041"/>
                  </a:lnTo>
                  <a:lnTo>
                    <a:pt x="29348" y="2041"/>
                  </a:lnTo>
                  <a:cubicBezTo>
                    <a:pt x="27581" y="2041"/>
                    <a:pt x="25911" y="2469"/>
                    <a:pt x="24329" y="3316"/>
                  </a:cubicBezTo>
                  <a:cubicBezTo>
                    <a:pt x="23191" y="3906"/>
                    <a:pt x="22400" y="4801"/>
                    <a:pt x="21957" y="6020"/>
                  </a:cubicBezTo>
                  <a:cubicBezTo>
                    <a:pt x="21513" y="7190"/>
                    <a:pt x="21295" y="9619"/>
                    <a:pt x="21295" y="13298"/>
                  </a:cubicBezTo>
                  <a:lnTo>
                    <a:pt x="21295" y="34698"/>
                  </a:lnTo>
                  <a:close/>
                </a:path>
              </a:pathLst>
            </a:custGeom>
            <a:solidFill>
              <a:srgbClr val="000000"/>
            </a:solidFill>
            <a:ln w="807" cap="flat">
              <a:noFill/>
              <a:prstDash val="solid"/>
              <a:miter/>
            </a:ln>
          </p:spPr>
        </p:sp>
      </p:grpSp>
      <p:sp>
        <p:nvSpPr>
          <p:cNvPr id="590" name="Rounded Rectangle 486">
            <a:extLst>
              <a:ext uri="{FF2B5EF4-FFF2-40B4-BE49-F238E27FC236}">
                <a16:creationId xmlns:a16="http://schemas.microsoft.com/office/drawing/2014/main" id="{EF8ED1DD-6D96-1BF1-105E-61796FD2AC8D}"/>
              </a:ext>
            </a:extLst>
          </p:cNvPr>
          <p:cNvSpPr/>
          <p:nvPr/>
        </p:nvSpPr>
        <p:spPr>
          <a:xfrm>
            <a:off x="2998632" y="5633902"/>
            <a:ext cx="2514600" cy="56692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i="0" dirty="0">
                <a:solidFill>
                  <a:srgbClr val="000000"/>
                </a:solidFill>
                <a:latin typeface="Times New Roman"/>
              </a:rPr>
              <a:t>topology</a:t>
            </a:r>
            <a:endParaRPr b="1" i="0" dirty="0">
              <a:solidFill>
                <a:srgbClr val="000000"/>
              </a:solidFill>
              <a:latin typeface="Times New Roman"/>
            </a:endParaRPr>
          </a:p>
        </p:txBody>
      </p:sp>
      <p:cxnSp>
        <p:nvCxnSpPr>
          <p:cNvPr id="592" name="Connector 485">
            <a:extLst>
              <a:ext uri="{FF2B5EF4-FFF2-40B4-BE49-F238E27FC236}">
                <a16:creationId xmlns:a16="http://schemas.microsoft.com/office/drawing/2014/main" id="{9423A730-5896-7506-17EA-74B91200956D}"/>
              </a:ext>
            </a:extLst>
          </p:cNvPr>
          <p:cNvCxnSpPr>
            <a:cxnSpLocks/>
            <a:stCxn id="487" idx="2"/>
            <a:endCxn id="590" idx="0"/>
          </p:cNvCxnSpPr>
          <p:nvPr/>
        </p:nvCxnSpPr>
        <p:spPr>
          <a:xfrm>
            <a:off x="4255932" y="5325929"/>
            <a:ext cx="0" cy="307973"/>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599" name="Rounded Rectangle 489">
            <a:extLst>
              <a:ext uri="{FF2B5EF4-FFF2-40B4-BE49-F238E27FC236}">
                <a16:creationId xmlns:a16="http://schemas.microsoft.com/office/drawing/2014/main" id="{3C7B564E-18FF-2105-74FF-8682178A4DC3}"/>
              </a:ext>
            </a:extLst>
          </p:cNvPr>
          <p:cNvSpPr/>
          <p:nvPr/>
        </p:nvSpPr>
        <p:spPr>
          <a:xfrm>
            <a:off x="6233128" y="5619161"/>
            <a:ext cx="2514600" cy="566928"/>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i="0" dirty="0">
                <a:solidFill>
                  <a:srgbClr val="000000"/>
                </a:solidFill>
                <a:latin typeface="Times New Roman"/>
              </a:rPr>
              <a:t>latency</a:t>
            </a:r>
            <a:endParaRPr b="1" i="0" dirty="0">
              <a:solidFill>
                <a:srgbClr val="000000"/>
              </a:solidFill>
              <a:latin typeface="Times New Roman"/>
            </a:endParaRPr>
          </a:p>
        </p:txBody>
      </p:sp>
      <p:sp>
        <p:nvSpPr>
          <p:cNvPr id="602" name="Rounded Rectangle 492">
            <a:extLst>
              <a:ext uri="{FF2B5EF4-FFF2-40B4-BE49-F238E27FC236}">
                <a16:creationId xmlns:a16="http://schemas.microsoft.com/office/drawing/2014/main" id="{B0D00B64-1BDA-F4F5-E5EE-E32FD2EADB47}"/>
              </a:ext>
            </a:extLst>
          </p:cNvPr>
          <p:cNvSpPr/>
          <p:nvPr/>
        </p:nvSpPr>
        <p:spPr>
          <a:xfrm>
            <a:off x="9103107" y="5619161"/>
            <a:ext cx="2514600" cy="56692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communication</a:t>
            </a:r>
          </a:p>
        </p:txBody>
      </p:sp>
    </p:spTree>
    <p:extLst>
      <p:ext uri="{BB962C8B-B14F-4D97-AF65-F5344CB8AC3E}">
        <p14:creationId xmlns:p14="http://schemas.microsoft.com/office/powerpoint/2010/main" val="2452480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58C9C-E816-5806-D824-DA87CE1A5D8B}"/>
            </a:ext>
          </a:extLst>
        </p:cNvPr>
        <p:cNvGrpSpPr/>
        <p:nvPr/>
      </p:nvGrpSpPr>
      <p:grpSpPr>
        <a:xfrm>
          <a:off x="0" y="0"/>
          <a:ext cx="0" cy="0"/>
          <a:chOff x="0" y="0"/>
          <a:chExt cx="0" cy="0"/>
        </a:xfrm>
      </p:grpSpPr>
      <p:sp>
        <p:nvSpPr>
          <p:cNvPr id="457" name="TextBox 456">
            <a:extLst>
              <a:ext uri="{FF2B5EF4-FFF2-40B4-BE49-F238E27FC236}">
                <a16:creationId xmlns:a16="http://schemas.microsoft.com/office/drawing/2014/main" id="{01A1DC2D-5FDE-A250-2E23-559BBBBAC7AF}"/>
              </a:ext>
            </a:extLst>
          </p:cNvPr>
          <p:cNvSpPr txBox="1"/>
          <p:nvPr/>
        </p:nvSpPr>
        <p:spPr>
          <a:xfrm>
            <a:off x="713232" y="201168"/>
            <a:ext cx="5226495" cy="406265"/>
          </a:xfrm>
          <a:prstGeom prst="rect">
            <a:avLst/>
          </a:prstGeom>
          <a:noFill/>
        </p:spPr>
        <p:txBody>
          <a:bodyPr wrap="none" lIns="18288" tIns="18288" rIns="18288" bIns="18288">
            <a:spAutoFit/>
          </a:bodyPr>
          <a:lstStyle/>
          <a:p>
            <a:r>
              <a:rPr lang="en-US" altLang="zh-CN" sz="2400" b="1" dirty="0">
                <a:solidFill>
                  <a:srgbClr val="000000"/>
                </a:solidFill>
              </a:rPr>
              <a:t>SDHG: Spatial View of Qubit Relations</a:t>
            </a:r>
          </a:p>
        </p:txBody>
      </p:sp>
      <p:sp>
        <p:nvSpPr>
          <p:cNvPr id="4" name="Rounded Rectangle 493">
            <a:extLst>
              <a:ext uri="{FF2B5EF4-FFF2-40B4-BE49-F238E27FC236}">
                <a16:creationId xmlns:a16="http://schemas.microsoft.com/office/drawing/2014/main" id="{ECE5DE62-7D93-84D2-44B2-25BABCFEFA92}"/>
              </a:ext>
            </a:extLst>
          </p:cNvPr>
          <p:cNvSpPr/>
          <p:nvPr/>
        </p:nvSpPr>
        <p:spPr>
          <a:xfrm>
            <a:off x="8617495" y="1313793"/>
            <a:ext cx="2743200" cy="824684"/>
          </a:xfrm>
          <a:prstGeom prst="roundRect">
            <a:avLst/>
          </a:prstGeom>
          <a:solidFill>
            <a:srgbClr val="FFF0DF"/>
          </a:solidFill>
          <a:ln w="12700">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100" b="1" i="0">
                <a:solidFill>
                  <a:srgbClr val="000000"/>
                </a:solidFill>
                <a:latin typeface="Times New Roman"/>
              </a:rPr>
              <a:t>What changes in DQC?</a:t>
            </a:r>
          </a:p>
        </p:txBody>
      </p:sp>
      <p:sp>
        <p:nvSpPr>
          <p:cNvPr id="5" name="Rounded Rectangle 494">
            <a:extLst>
              <a:ext uri="{FF2B5EF4-FFF2-40B4-BE49-F238E27FC236}">
                <a16:creationId xmlns:a16="http://schemas.microsoft.com/office/drawing/2014/main" id="{D48B86CC-287D-CEA6-B2CE-DE97990EDC54}"/>
              </a:ext>
            </a:extLst>
          </p:cNvPr>
          <p:cNvSpPr/>
          <p:nvPr/>
        </p:nvSpPr>
        <p:spPr>
          <a:xfrm>
            <a:off x="8689340" y="2434742"/>
            <a:ext cx="2606040" cy="677420"/>
          </a:xfrm>
          <a:prstGeom prst="roundRect">
            <a:avLst/>
          </a:prstGeom>
          <a:solidFill>
            <a:srgbClr val="FFFFFF"/>
          </a:solidFill>
          <a:ln w="12700">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wire cut duplicates qubits</a:t>
            </a:r>
          </a:p>
        </p:txBody>
      </p:sp>
      <p:sp>
        <p:nvSpPr>
          <p:cNvPr id="6" name="Rounded Rectangle 495">
            <a:extLst>
              <a:ext uri="{FF2B5EF4-FFF2-40B4-BE49-F238E27FC236}">
                <a16:creationId xmlns:a16="http://schemas.microsoft.com/office/drawing/2014/main" id="{812CF288-48D0-8D24-CBFF-D7D12574ACD8}"/>
              </a:ext>
            </a:extLst>
          </p:cNvPr>
          <p:cNvSpPr/>
          <p:nvPr/>
        </p:nvSpPr>
        <p:spPr>
          <a:xfrm>
            <a:off x="8689340" y="3446121"/>
            <a:ext cx="2606040" cy="677420"/>
          </a:xfrm>
          <a:prstGeom prst="roundRect">
            <a:avLst/>
          </a:prstGeom>
          <a:solidFill>
            <a:srgbClr val="FFFFFF"/>
          </a:solidFill>
          <a:ln w="12700">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remote gate adds EPR resources</a:t>
            </a:r>
          </a:p>
        </p:txBody>
      </p:sp>
      <p:sp>
        <p:nvSpPr>
          <p:cNvPr id="54" name="Rounded Rectangle 496">
            <a:extLst>
              <a:ext uri="{FF2B5EF4-FFF2-40B4-BE49-F238E27FC236}">
                <a16:creationId xmlns:a16="http://schemas.microsoft.com/office/drawing/2014/main" id="{8B924AB3-C6B3-77EE-E78E-0249FA2AB1B4}"/>
              </a:ext>
            </a:extLst>
          </p:cNvPr>
          <p:cNvSpPr/>
          <p:nvPr/>
        </p:nvSpPr>
        <p:spPr>
          <a:xfrm>
            <a:off x="8686075" y="4457500"/>
            <a:ext cx="2606040" cy="677420"/>
          </a:xfrm>
          <a:prstGeom prst="roundRect">
            <a:avLst/>
          </a:prstGeom>
          <a:solidFill>
            <a:srgbClr val="FFFFFF"/>
          </a:solidFill>
          <a:ln w="12700">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topology cost becomes measurable</a:t>
            </a:r>
          </a:p>
        </p:txBody>
      </p:sp>
      <p:sp>
        <p:nvSpPr>
          <p:cNvPr id="452" name="Rounded Rectangle 497">
            <a:extLst>
              <a:ext uri="{FF2B5EF4-FFF2-40B4-BE49-F238E27FC236}">
                <a16:creationId xmlns:a16="http://schemas.microsoft.com/office/drawing/2014/main" id="{DDA2BBD5-44CE-1343-1BAD-70DFBE3D8D70}"/>
              </a:ext>
            </a:extLst>
          </p:cNvPr>
          <p:cNvSpPr/>
          <p:nvPr/>
        </p:nvSpPr>
        <p:spPr>
          <a:xfrm>
            <a:off x="899885" y="5279931"/>
            <a:ext cx="7372964" cy="461463"/>
          </a:xfrm>
          <a:prstGeom prst="roundRect">
            <a:avLst>
              <a:gd name="adj" fmla="val 0"/>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dirty="0">
                <a:solidFill>
                  <a:srgbClr val="000000"/>
                </a:solidFill>
                <a:latin typeface="Times New Roman"/>
              </a:rPr>
              <a:t>SWAP </a:t>
            </a:r>
            <a:r>
              <a:rPr lang="en-US" sz="1900" b="1" i="0" dirty="0">
                <a:solidFill>
                  <a:srgbClr val="000000"/>
                </a:solidFill>
                <a:latin typeface="Times New Roman"/>
              </a:rPr>
              <a:t>overhead</a:t>
            </a:r>
            <a:r>
              <a:rPr sz="1900" b="1" i="0" dirty="0">
                <a:solidFill>
                  <a:srgbClr val="000000"/>
                </a:solidFill>
                <a:latin typeface="Times New Roman"/>
              </a:rPr>
              <a:t> induced by hardware layout.</a:t>
            </a:r>
          </a:p>
        </p:txBody>
      </p:sp>
      <p:pic>
        <p:nvPicPr>
          <p:cNvPr id="459" name="图片 458">
            <a:extLst>
              <a:ext uri="{FF2B5EF4-FFF2-40B4-BE49-F238E27FC236}">
                <a16:creationId xmlns:a16="http://schemas.microsoft.com/office/drawing/2014/main" id="{373FDB93-DC05-1CBC-4D91-525AC0434E88}"/>
              </a:ext>
            </a:extLst>
          </p:cNvPr>
          <p:cNvPicPr>
            <a:picLocks noChangeAspect="1"/>
          </p:cNvPicPr>
          <p:nvPr/>
        </p:nvPicPr>
        <p:blipFill>
          <a:blip r:embed="rId3"/>
          <a:stretch>
            <a:fillRect/>
          </a:stretch>
        </p:blipFill>
        <p:spPr>
          <a:xfrm rot="5400000">
            <a:off x="3121322" y="-866604"/>
            <a:ext cx="2897089" cy="7713269"/>
          </a:xfrm>
          <a:prstGeom prst="rect">
            <a:avLst/>
          </a:prstGeom>
        </p:spPr>
      </p:pic>
      <mc:AlternateContent xmlns:mc="http://schemas.openxmlformats.org/markup-compatibility/2006" xmlns:a14="http://schemas.microsoft.com/office/drawing/2010/main">
        <mc:Choice Requires="a14">
          <p:sp>
            <p:nvSpPr>
              <p:cNvPr id="461" name="文本框 460">
                <a:extLst>
                  <a:ext uri="{FF2B5EF4-FFF2-40B4-BE49-F238E27FC236}">
                    <a16:creationId xmlns:a16="http://schemas.microsoft.com/office/drawing/2014/main" id="{486D53E1-5E6B-69C0-8CC9-F9DA7B25632A}"/>
                  </a:ext>
                </a:extLst>
              </p:cNvPr>
              <p:cNvSpPr txBox="1"/>
              <p:nvPr/>
            </p:nvSpPr>
            <p:spPr>
              <a:xfrm>
                <a:off x="955309" y="4667461"/>
                <a:ext cx="7241268" cy="395942"/>
              </a:xfrm>
              <a:prstGeom prst="rect">
                <a:avLst/>
              </a:prstGeom>
              <a:solidFill>
                <a:srgbClr val="FFFFFF"/>
              </a:solidFill>
              <a:ln w="12700">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sz="1700"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Topology objective:    </a:t>
                </a:r>
                <a14:m>
                  <m:oMath xmlns:m="http://schemas.openxmlformats.org/officeDocument/2006/math">
                    <m:func>
                      <m:funcPr>
                        <m:ctrlPr>
                          <a:rPr lang="en-US" altLang="zh-CN" i="1" dirty="0">
                            <a:latin typeface="Cambria Math" panose="02040503050406030204" pitchFamily="18" charset="0"/>
                          </a:rPr>
                        </m:ctrlPr>
                      </m:funcPr>
                      <m:fName>
                        <m:r>
                          <m:rPr>
                            <m:sty m:val="p"/>
                          </m:rPr>
                          <a:rPr lang="en-US" altLang="zh-CN" dirty="0">
                            <a:latin typeface="Cambria Math" panose="02040503050406030204" pitchFamily="18" charset="0"/>
                          </a:rPr>
                          <m:t>min</m:t>
                        </m:r>
                        <m:r>
                          <a:rPr lang="en-US" altLang="zh-CN" dirty="0">
                            <a:latin typeface="Cambria Math" panose="02040503050406030204" pitchFamily="18" charset="0"/>
                          </a:rPr>
                          <m:t> </m:t>
                        </m:r>
                      </m:fName>
                      <m:e>
                        <m:r>
                          <m:rPr>
                            <m:sty m:val="p"/>
                          </m:rPr>
                          <a:rPr lang="en-US" altLang="zh-CN" dirty="0">
                            <a:latin typeface="Cambria Math" panose="02040503050406030204" pitchFamily="18" charset="0"/>
                          </a:rPr>
                          <m:t>d</m:t>
                        </m:r>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m:rPr>
                                    <m:sty m:val="p"/>
                                  </m:rPr>
                                  <a:rPr lang="en-US" altLang="zh-CN" dirty="0" err="1">
                                    <a:latin typeface="Cambria Math" panose="02040503050406030204" pitchFamily="18" charset="0"/>
                                  </a:rPr>
                                  <m:t>G</m:t>
                                </m:r>
                              </m:e>
                              <m:sub>
                                <m:r>
                                  <m:rPr>
                                    <m:sty m:val="p"/>
                                  </m:rPr>
                                  <a:rPr lang="en-US" altLang="zh-CN" dirty="0" err="1">
                                    <a:latin typeface="Cambria Math" panose="02040503050406030204" pitchFamily="18" charset="0"/>
                                  </a:rPr>
                                  <m:t>s</m:t>
                                </m:r>
                                <m:r>
                                  <m:rPr>
                                    <m:sty m:val="p"/>
                                  </m:rPr>
                                  <a:rPr lang="en-US" altLang="zh-CN" dirty="0" smtClean="0">
                                    <a:latin typeface="Cambria Math" panose="02040503050406030204" pitchFamily="18" charset="0"/>
                                  </a:rPr>
                                  <m:t>ubcircuits</m:t>
                                </m:r>
                              </m:sub>
                            </m:sSub>
                            <m:r>
                              <a:rPr lang="en-US" altLang="zh-CN" dirty="0">
                                <a:latin typeface="Cambria Math" panose="02040503050406030204" pitchFamily="18" charset="0"/>
                              </a:rPr>
                              <m:t>,</m:t>
                            </m:r>
                            <m:sSub>
                              <m:sSubPr>
                                <m:ctrlPr>
                                  <a:rPr lang="en-US" altLang="zh-CN" i="1" dirty="0" err="1">
                                    <a:latin typeface="Cambria Math" panose="02040503050406030204" pitchFamily="18" charset="0"/>
                                  </a:rPr>
                                </m:ctrlPr>
                              </m:sSubPr>
                              <m:e>
                                <m:r>
                                  <m:rPr>
                                    <m:sty m:val="p"/>
                                  </m:rPr>
                                  <a:rPr lang="en-US" altLang="zh-CN" dirty="0" err="1">
                                    <a:latin typeface="Cambria Math" panose="02040503050406030204" pitchFamily="18" charset="0"/>
                                  </a:rPr>
                                  <m:t>G</m:t>
                                </m:r>
                              </m:e>
                              <m:sub>
                                <m:r>
                                  <m:rPr>
                                    <m:sty m:val="p"/>
                                  </m:rPr>
                                  <a:rPr lang="en-US" altLang="zh-CN" dirty="0" err="1">
                                    <a:latin typeface="Cambria Math" panose="02040503050406030204" pitchFamily="18" charset="0"/>
                                  </a:rPr>
                                  <m:t>c</m:t>
                                </m:r>
                                <m:r>
                                  <m:rPr>
                                    <m:sty m:val="p"/>
                                  </m:rPr>
                                  <a:rPr lang="en-US" altLang="zh-CN" dirty="0" smtClean="0">
                                    <a:latin typeface="Cambria Math" panose="02040503050406030204" pitchFamily="18" charset="0"/>
                                  </a:rPr>
                                  <m:t>hip</m:t>
                                </m:r>
                                <m:r>
                                  <m:rPr>
                                    <m:sty m:val="p"/>
                                  </m:rPr>
                                  <a:rPr lang="en-US" altLang="zh-CN" dirty="0">
                                    <a:latin typeface="Cambria Math" panose="02040503050406030204" pitchFamily="18" charset="0"/>
                                  </a:rPr>
                                  <m:t>s</m:t>
                                </m:r>
                              </m:sub>
                            </m:sSub>
                          </m:e>
                        </m:d>
                      </m:e>
                    </m:func>
                  </m:oMath>
                </a14:m>
                <a:endParaRPr lang="zh-CN" altLang="en-US" dirty="0"/>
              </a:p>
            </p:txBody>
          </p:sp>
        </mc:Choice>
        <mc:Fallback xmlns="">
          <p:sp>
            <p:nvSpPr>
              <p:cNvPr id="461" name="文本框 460">
                <a:extLst>
                  <a:ext uri="{FF2B5EF4-FFF2-40B4-BE49-F238E27FC236}">
                    <a16:creationId xmlns:a16="http://schemas.microsoft.com/office/drawing/2014/main" id="{486D53E1-5E6B-69C0-8CC9-F9DA7B25632A}"/>
                  </a:ext>
                </a:extLst>
              </p:cNvPr>
              <p:cNvSpPr txBox="1">
                <a:spLocks noRot="1" noChangeAspect="1" noMove="1" noResize="1" noEditPoints="1" noAdjustHandles="1" noChangeArrowheads="1" noChangeShapeType="1" noTextEdit="1"/>
              </p:cNvSpPr>
              <p:nvPr/>
            </p:nvSpPr>
            <p:spPr>
              <a:xfrm>
                <a:off x="955309" y="4667461"/>
                <a:ext cx="7241268" cy="395942"/>
              </a:xfrm>
              <a:prstGeom prst="rect">
                <a:avLst/>
              </a:prstGeom>
              <a:blipFill>
                <a:blip r:embed="rId4"/>
                <a:stretch>
                  <a:fillRect b="-15152"/>
                </a:stretch>
              </a:blipFill>
              <a:ln w="12700">
                <a:solidFill>
                  <a:srgbClr val="EE8436"/>
                </a:solidFill>
              </a:ln>
            </p:spPr>
            <p:txBody>
              <a:bodyPr/>
              <a:lstStyle/>
              <a:p>
                <a:r>
                  <a:rPr lang="zh-CN" altLang="en-US">
                    <a:noFill/>
                  </a:rPr>
                  <a:t> </a:t>
                </a:r>
              </a:p>
            </p:txBody>
          </p:sp>
        </mc:Fallback>
      </mc:AlternateContent>
    </p:spTree>
    <p:extLst>
      <p:ext uri="{BB962C8B-B14F-4D97-AF65-F5344CB8AC3E}">
        <p14:creationId xmlns:p14="http://schemas.microsoft.com/office/powerpoint/2010/main" val="39756031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TDAG: Temporal View of Execution Dependencies</a:t>
            </a:r>
          </a:p>
        </p:txBody>
      </p:sp>
      <p:sp>
        <p:nvSpPr>
          <p:cNvPr id="20" name="Rounded Rectangle 19"/>
          <p:cNvSpPr/>
          <p:nvPr/>
        </p:nvSpPr>
        <p:spPr>
          <a:xfrm>
            <a:off x="8385569" y="1437217"/>
            <a:ext cx="3173699" cy="1559052"/>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490133" y="1598609"/>
            <a:ext cx="3024348" cy="422453"/>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b="1" dirty="0" err="1">
                <a:solidFill>
                  <a:schemeClr val="tx1"/>
                </a:solidFill>
              </a:rPr>
              <a:t>GateComm</a:t>
            </a:r>
            <a:r>
              <a:rPr lang="en-US" altLang="zh-CN" b="1" dirty="0">
                <a:solidFill>
                  <a:schemeClr val="tx1"/>
                </a:solidFill>
              </a:rPr>
              <a:t> latency </a:t>
            </a:r>
          </a:p>
        </p:txBody>
      </p:sp>
      <p:sp>
        <p:nvSpPr>
          <p:cNvPr id="22" name="TextBox 21"/>
          <p:cNvSpPr txBox="1"/>
          <p:nvPr/>
        </p:nvSpPr>
        <p:spPr>
          <a:xfrm>
            <a:off x="8706045" y="2147228"/>
            <a:ext cx="2705667" cy="650024"/>
          </a:xfrm>
          <a:prstGeom prst="rect">
            <a:avLst/>
          </a:prstGeom>
          <a:noFill/>
        </p:spPr>
        <p:txBody>
          <a:bodyPr wrap="square" lIns="18288" tIns="18288" rIns="18288" bIns="18288">
            <a:spAutoFit/>
          </a:bodyPr>
          <a:lstStyle/>
          <a:p>
            <a:pPr algn="l"/>
            <a:r>
              <a:rPr b="1" i="0" dirty="0">
                <a:solidFill>
                  <a:srgbClr val="004990"/>
                </a:solidFill>
                <a:latin typeface="Times New Roman"/>
              </a:rPr>
              <a:t>= sum on the longest TDAG path</a:t>
            </a:r>
          </a:p>
        </p:txBody>
      </p:sp>
      <p:sp>
        <p:nvSpPr>
          <p:cNvPr id="23" name="Rounded Rectangle 22"/>
          <p:cNvSpPr/>
          <p:nvPr/>
        </p:nvSpPr>
        <p:spPr>
          <a:xfrm>
            <a:off x="8385570" y="4051981"/>
            <a:ext cx="3173698" cy="1149089"/>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495298" y="4194738"/>
            <a:ext cx="3019822" cy="422453"/>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err="1">
                <a:solidFill>
                  <a:srgbClr val="000000"/>
                </a:solidFill>
                <a:latin typeface="Times New Roman"/>
              </a:rPr>
              <a:t>QubitComm</a:t>
            </a:r>
            <a:r>
              <a:rPr b="1" i="0" dirty="0">
                <a:solidFill>
                  <a:srgbClr val="000000"/>
                </a:solidFill>
                <a:latin typeface="Times New Roman"/>
              </a:rPr>
              <a:t> </a:t>
            </a:r>
            <a:r>
              <a:rPr lang="en-US" b="1" i="0" dirty="0">
                <a:solidFill>
                  <a:srgbClr val="000000"/>
                </a:solidFill>
                <a:latin typeface="Times New Roman"/>
              </a:rPr>
              <a:t>Latency</a:t>
            </a:r>
            <a:endParaRPr b="1" i="0" dirty="0">
              <a:solidFill>
                <a:srgbClr val="000000"/>
              </a:solidFill>
              <a:latin typeface="Times New Roman"/>
            </a:endParaRPr>
          </a:p>
        </p:txBody>
      </p:sp>
      <p:sp>
        <p:nvSpPr>
          <p:cNvPr id="25" name="TextBox 24"/>
          <p:cNvSpPr txBox="1"/>
          <p:nvPr/>
        </p:nvSpPr>
        <p:spPr>
          <a:xfrm>
            <a:off x="8683557" y="4748598"/>
            <a:ext cx="2595939" cy="345325"/>
          </a:xfrm>
          <a:prstGeom prst="rect">
            <a:avLst/>
          </a:prstGeom>
          <a:noFill/>
        </p:spPr>
        <p:txBody>
          <a:bodyPr wrap="square" lIns="18288" tIns="18288" rIns="18288" bIns="18288">
            <a:spAutoFit/>
          </a:bodyPr>
          <a:lstStyle/>
          <a:p>
            <a:pPr algn="l"/>
            <a:r>
              <a:rPr lang="en-US" b="1" i="0" dirty="0">
                <a:solidFill>
                  <a:srgbClr val="004990"/>
                </a:solidFill>
                <a:latin typeface="Times New Roman"/>
              </a:rPr>
              <a:t>= </a:t>
            </a:r>
            <a:r>
              <a:rPr b="1" i="0" dirty="0">
                <a:solidFill>
                  <a:srgbClr val="004990"/>
                </a:solidFill>
                <a:latin typeface="Times New Roman"/>
              </a:rPr>
              <a:t>max subcircuit latency</a:t>
            </a:r>
          </a:p>
        </p:txBody>
      </p:sp>
      <p:pic>
        <p:nvPicPr>
          <p:cNvPr id="28" name="图片 27">
            <a:extLst>
              <a:ext uri="{FF2B5EF4-FFF2-40B4-BE49-F238E27FC236}">
                <a16:creationId xmlns:a16="http://schemas.microsoft.com/office/drawing/2014/main" id="{C5098458-FA95-47D7-E006-6C7DB517E470}"/>
              </a:ext>
            </a:extLst>
          </p:cNvPr>
          <p:cNvPicPr>
            <a:picLocks noChangeAspect="1"/>
          </p:cNvPicPr>
          <p:nvPr/>
        </p:nvPicPr>
        <p:blipFill>
          <a:blip r:embed="rId3"/>
          <a:stretch>
            <a:fillRect/>
          </a:stretch>
        </p:blipFill>
        <p:spPr>
          <a:xfrm rot="5400000">
            <a:off x="3540834" y="-964073"/>
            <a:ext cx="2235847" cy="6522620"/>
          </a:xfrm>
          <a:prstGeom prst="rect">
            <a:avLst/>
          </a:prstGeom>
        </p:spPr>
      </p:pic>
      <p:pic>
        <p:nvPicPr>
          <p:cNvPr id="30" name="图片 29">
            <a:extLst>
              <a:ext uri="{FF2B5EF4-FFF2-40B4-BE49-F238E27FC236}">
                <a16:creationId xmlns:a16="http://schemas.microsoft.com/office/drawing/2014/main" id="{D48EB96B-8E23-E570-D955-18752150C0C3}"/>
              </a:ext>
            </a:extLst>
          </p:cNvPr>
          <p:cNvPicPr>
            <a:picLocks noChangeAspect="1"/>
          </p:cNvPicPr>
          <p:nvPr/>
        </p:nvPicPr>
        <p:blipFill>
          <a:blip r:embed="rId4"/>
          <a:stretch>
            <a:fillRect/>
          </a:stretch>
        </p:blipFill>
        <p:spPr>
          <a:xfrm rot="5400000">
            <a:off x="3314302" y="1765640"/>
            <a:ext cx="2679315" cy="6666006"/>
          </a:xfrm>
          <a:prstGeom prst="rect">
            <a:avLst/>
          </a:prstGeom>
        </p:spPr>
      </p:pic>
      <p:sp>
        <p:nvSpPr>
          <p:cNvPr id="31" name="Rounded Rectangle 494">
            <a:extLst>
              <a:ext uri="{FF2B5EF4-FFF2-40B4-BE49-F238E27FC236}">
                <a16:creationId xmlns:a16="http://schemas.microsoft.com/office/drawing/2014/main" id="{EB8160BC-2350-08AB-785F-D343AA7E591A}"/>
              </a:ext>
            </a:extLst>
          </p:cNvPr>
          <p:cNvSpPr/>
          <p:nvPr/>
        </p:nvSpPr>
        <p:spPr>
          <a:xfrm>
            <a:off x="204619" y="4625395"/>
            <a:ext cx="1163977" cy="722376"/>
          </a:xfrm>
          <a:prstGeom prst="roundRect">
            <a:avLst/>
          </a:prstGeom>
          <a:solidFill>
            <a:srgbClr val="FFFFFF"/>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1700" b="1" i="0" dirty="0">
                <a:solidFill>
                  <a:srgbClr val="000000"/>
                </a:solidFill>
                <a:latin typeface="Times New Roman"/>
              </a:rPr>
              <a:t>Latency model</a:t>
            </a:r>
            <a:endParaRPr sz="1700" b="1" i="0" dirty="0">
              <a:solidFill>
                <a:srgbClr val="000000"/>
              </a:solidFill>
              <a:latin typeface="Times New Roman"/>
            </a:endParaRPr>
          </a:p>
        </p:txBody>
      </p:sp>
      <p:sp>
        <p:nvSpPr>
          <p:cNvPr id="32" name="Rounded Rectangle 494">
            <a:extLst>
              <a:ext uri="{FF2B5EF4-FFF2-40B4-BE49-F238E27FC236}">
                <a16:creationId xmlns:a16="http://schemas.microsoft.com/office/drawing/2014/main" id="{3BAB03A3-DEC5-8798-F5BE-92761B471580}"/>
              </a:ext>
            </a:extLst>
          </p:cNvPr>
          <p:cNvSpPr/>
          <p:nvPr/>
        </p:nvSpPr>
        <p:spPr>
          <a:xfrm>
            <a:off x="204618" y="1809835"/>
            <a:ext cx="1163977" cy="722376"/>
          </a:xfrm>
          <a:prstGeom prst="roundRect">
            <a:avLst/>
          </a:prstGeom>
          <a:solidFill>
            <a:srgbClr val="FFFFFF"/>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1700" b="1" dirty="0">
                <a:solidFill>
                  <a:srgbClr val="000000"/>
                </a:solidFill>
                <a:latin typeface="Times New Roman"/>
              </a:rPr>
              <a:t>TDAG example</a:t>
            </a:r>
            <a:endParaRPr sz="1700" b="1" i="0" dirty="0">
              <a:solidFill>
                <a:srgbClr val="000000"/>
              </a:solidFill>
              <a:latin typeface="Times New Roman"/>
            </a:endParaRPr>
          </a:p>
        </p:txBody>
      </p:sp>
    </p:spTree>
    <p:extLst>
      <p:ext uri="{BB962C8B-B14F-4D97-AF65-F5344CB8AC3E}">
        <p14:creationId xmlns:p14="http://schemas.microsoft.com/office/powerpoint/2010/main" val="2529785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CG: Chip-Level Communication Graph</a:t>
            </a:r>
          </a:p>
        </p:txBody>
      </p:sp>
      <p:sp>
        <p:nvSpPr>
          <p:cNvPr id="18" name="Rounded Rectangle 17"/>
          <p:cNvSpPr/>
          <p:nvPr/>
        </p:nvSpPr>
        <p:spPr>
          <a:xfrm>
            <a:off x="8294813" y="1760220"/>
            <a:ext cx="3474720" cy="3337560"/>
          </a:xfrm>
          <a:prstGeom prst="roundRect">
            <a:avLst>
              <a:gd name="adj" fmla="val 1800"/>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411629" y="2011712"/>
            <a:ext cx="325526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Compiler Uses CG To</a:t>
            </a:r>
          </a:p>
        </p:txBody>
      </p:sp>
      <p:sp>
        <p:nvSpPr>
          <p:cNvPr id="20" name="Rounded Rectangle 19"/>
          <p:cNvSpPr/>
          <p:nvPr/>
        </p:nvSpPr>
        <p:spPr>
          <a:xfrm>
            <a:off x="8576221" y="2560353"/>
            <a:ext cx="292608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count EPR resources</a:t>
            </a:r>
          </a:p>
        </p:txBody>
      </p:sp>
      <p:sp>
        <p:nvSpPr>
          <p:cNvPr id="21" name="Rounded Rectangle 20"/>
          <p:cNvSpPr/>
          <p:nvPr/>
        </p:nvSpPr>
        <p:spPr>
          <a:xfrm>
            <a:off x="8576221" y="3163857"/>
            <a:ext cx="2926080"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count cut-wire workloads</a:t>
            </a:r>
          </a:p>
        </p:txBody>
      </p:sp>
      <p:sp>
        <p:nvSpPr>
          <p:cNvPr id="22" name="Rounded Rectangle 21"/>
          <p:cNvSpPr/>
          <p:nvPr/>
        </p:nvSpPr>
        <p:spPr>
          <a:xfrm>
            <a:off x="8576221" y="3767361"/>
            <a:ext cx="292608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select hybrid architecture</a:t>
            </a:r>
          </a:p>
        </p:txBody>
      </p:sp>
      <p:sp>
        <p:nvSpPr>
          <p:cNvPr id="23" name="Rounded Rectangle 22"/>
          <p:cNvSpPr/>
          <p:nvPr/>
        </p:nvSpPr>
        <p:spPr>
          <a:xfrm>
            <a:off x="8576221" y="4370865"/>
            <a:ext cx="2926080"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balance global metrics</a:t>
            </a:r>
          </a:p>
        </p:txBody>
      </p:sp>
      <p:pic>
        <p:nvPicPr>
          <p:cNvPr id="26" name="图片 25">
            <a:extLst>
              <a:ext uri="{FF2B5EF4-FFF2-40B4-BE49-F238E27FC236}">
                <a16:creationId xmlns:a16="http://schemas.microsoft.com/office/drawing/2014/main" id="{5C87F150-71DE-981A-3281-14C9A04BCCDD}"/>
              </a:ext>
            </a:extLst>
          </p:cNvPr>
          <p:cNvPicPr>
            <a:picLocks noChangeAspect="1"/>
          </p:cNvPicPr>
          <p:nvPr/>
        </p:nvPicPr>
        <p:blipFill>
          <a:blip r:embed="rId3"/>
          <a:stretch>
            <a:fillRect/>
          </a:stretch>
        </p:blipFill>
        <p:spPr>
          <a:xfrm>
            <a:off x="525108" y="1906622"/>
            <a:ext cx="7429419" cy="3190709"/>
          </a:xfrm>
          <a:prstGeom prst="rect">
            <a:avLst/>
          </a:prstGeom>
        </p:spPr>
      </p:pic>
      <p:sp>
        <p:nvSpPr>
          <p:cNvPr id="30" name="Rounded Rectangle 494">
            <a:extLst>
              <a:ext uri="{FF2B5EF4-FFF2-40B4-BE49-F238E27FC236}">
                <a16:creationId xmlns:a16="http://schemas.microsoft.com/office/drawing/2014/main" id="{24CECB9D-0D5A-C776-C5C0-F3B1807A3BDE}"/>
              </a:ext>
            </a:extLst>
          </p:cNvPr>
          <p:cNvSpPr/>
          <p:nvPr/>
        </p:nvSpPr>
        <p:spPr>
          <a:xfrm>
            <a:off x="2625090" y="1235391"/>
            <a:ext cx="3123527" cy="524829"/>
          </a:xfrm>
          <a:prstGeom prst="roundRect">
            <a:avLst/>
          </a:prstGeom>
          <a:solidFill>
            <a:srgbClr val="FFFFFF"/>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1700" b="1" i="0" dirty="0">
                <a:solidFill>
                  <a:srgbClr val="000000"/>
                </a:solidFill>
                <a:latin typeface="Times New Roman"/>
              </a:rPr>
              <a:t>Communication model</a:t>
            </a:r>
            <a:endParaRPr sz="1700" b="1" i="0" dirty="0">
              <a:solidFill>
                <a:srgbClr val="000000"/>
              </a:solidFill>
              <a:latin typeface="Times New Roman"/>
            </a:endParaRPr>
          </a:p>
        </p:txBody>
      </p:sp>
    </p:spTree>
    <p:extLst>
      <p:ext uri="{BB962C8B-B14F-4D97-AF65-F5344CB8AC3E}">
        <p14:creationId xmlns:p14="http://schemas.microsoft.com/office/powerpoint/2010/main" val="2631141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a:extLst>
              <a:ext uri="{FF2B5EF4-FFF2-40B4-BE49-F238E27FC236}">
                <a16:creationId xmlns:a16="http://schemas.microsoft.com/office/drawing/2014/main" id="{02807F22-E0FA-3CF3-B0FB-AD5689E16B18}"/>
              </a:ext>
            </a:extLst>
          </p:cNvPr>
          <p:cNvSpPr/>
          <p:nvPr/>
        </p:nvSpPr>
        <p:spPr>
          <a:xfrm>
            <a:off x="3352800" y="1563623"/>
            <a:ext cx="5486400" cy="2519172"/>
          </a:xfrm>
          <a:prstGeom prst="ellipse">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Performance Engine Converts Graphs Into Optimization Signals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520696" y="1544882"/>
            <a:ext cx="2148840" cy="74980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dirty="0">
                <a:solidFill>
                  <a:srgbClr val="000000"/>
                </a:solidFill>
                <a:latin typeface="Times New Roman"/>
              </a:rPr>
              <a:t>Topology
SDHG</a:t>
            </a:r>
          </a:p>
        </p:txBody>
      </p:sp>
      <p:sp>
        <p:nvSpPr>
          <p:cNvPr id="15" name="Rounded Rectangle 14"/>
          <p:cNvSpPr/>
          <p:nvPr/>
        </p:nvSpPr>
        <p:spPr>
          <a:xfrm>
            <a:off x="3995640" y="2384825"/>
            <a:ext cx="4301520" cy="1036487"/>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sz="2400" b="1" i="0" dirty="0">
                <a:solidFill>
                  <a:srgbClr val="000000"/>
                </a:solidFill>
                <a:latin typeface="Times New Roman"/>
              </a:rPr>
              <a:t>Performance</a:t>
            </a:r>
            <a:r>
              <a:rPr lang="zh-CN" altLang="en-US" sz="2400" b="1" i="0" dirty="0">
                <a:solidFill>
                  <a:srgbClr val="000000"/>
                </a:solidFill>
                <a:latin typeface="Times New Roman"/>
              </a:rPr>
              <a:t> </a:t>
            </a:r>
            <a:r>
              <a:rPr lang="en-US" altLang="zh-CN" sz="2400" b="1" dirty="0">
                <a:solidFill>
                  <a:srgbClr val="000000"/>
                </a:solidFill>
                <a:latin typeface="Times New Roman"/>
              </a:rPr>
              <a:t>A</a:t>
            </a:r>
            <a:r>
              <a:rPr lang="en-US" altLang="zh-CN" sz="2400" b="1" i="0" dirty="0">
                <a:solidFill>
                  <a:srgbClr val="000000"/>
                </a:solidFill>
                <a:latin typeface="Times New Roman"/>
              </a:rPr>
              <a:t>nalysis</a:t>
            </a:r>
          </a:p>
          <a:p>
            <a:pPr algn="ctr"/>
            <a:r>
              <a:rPr lang="en-US" altLang="zh-CN" sz="2400" b="1" dirty="0">
                <a:solidFill>
                  <a:srgbClr val="000000"/>
                </a:solidFill>
                <a:latin typeface="Times New Roman"/>
              </a:rPr>
              <a:t>E</a:t>
            </a:r>
            <a:r>
              <a:rPr lang="en-US" altLang="zh-CN" sz="2400" b="1" i="0" dirty="0">
                <a:solidFill>
                  <a:srgbClr val="000000"/>
                </a:solidFill>
                <a:latin typeface="Times New Roman"/>
              </a:rPr>
              <a:t>ngine</a:t>
            </a:r>
            <a:endParaRPr sz="2400" b="1" i="0" dirty="0">
              <a:solidFill>
                <a:srgbClr val="000000"/>
              </a:solidFill>
              <a:latin typeface="Times New Roman"/>
            </a:endParaRPr>
          </a:p>
        </p:txBody>
      </p:sp>
      <p:sp>
        <p:nvSpPr>
          <p:cNvPr id="16" name="Rounded Rectangle 15"/>
          <p:cNvSpPr/>
          <p:nvPr/>
        </p:nvSpPr>
        <p:spPr>
          <a:xfrm>
            <a:off x="914400" y="4828031"/>
            <a:ext cx="9875520" cy="873905"/>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6946" y="4938740"/>
            <a:ext cx="9410427" cy="652486"/>
          </a:xfrm>
          <a:prstGeom prst="rect">
            <a:avLst/>
          </a:prstGeom>
          <a:noFill/>
        </p:spPr>
        <p:txBody>
          <a:bodyPr wrap="square" lIns="18288" tIns="18288" rIns="18288" bIns="18288">
            <a:spAutoFit/>
          </a:bodyPr>
          <a:lstStyle/>
          <a:p>
            <a:pPr algn="l"/>
            <a:r>
              <a:rPr sz="2000" b="1" i="0" dirty="0">
                <a:solidFill>
                  <a:srgbClr val="000000"/>
                </a:solidFill>
                <a:latin typeface="Times New Roman"/>
              </a:rPr>
              <a:t>The </a:t>
            </a:r>
            <a:r>
              <a:rPr lang="en-US" altLang="zh-CN" sz="2000" b="1" i="0" dirty="0">
                <a:solidFill>
                  <a:srgbClr val="000000"/>
                </a:solidFill>
                <a:latin typeface="Times New Roman"/>
              </a:rPr>
              <a:t>DQC</a:t>
            </a:r>
            <a:r>
              <a:rPr lang="zh-CN" altLang="en-US" sz="2000" b="1" i="0" dirty="0">
                <a:solidFill>
                  <a:srgbClr val="000000"/>
                </a:solidFill>
                <a:latin typeface="Times New Roman"/>
              </a:rPr>
              <a:t> </a:t>
            </a:r>
            <a:r>
              <a:rPr sz="2000" b="1" i="0" dirty="0">
                <a:solidFill>
                  <a:srgbClr val="000000"/>
                </a:solidFill>
                <a:latin typeface="Times New Roman"/>
              </a:rPr>
              <a:t>partition is scored by several metrics before execution, so optimization can adapt to the user's goal.</a:t>
            </a:r>
          </a:p>
        </p:txBody>
      </p:sp>
      <p:sp>
        <p:nvSpPr>
          <p:cNvPr id="11" name="Rounded Rectangle 10"/>
          <p:cNvSpPr/>
          <p:nvPr/>
        </p:nvSpPr>
        <p:spPr>
          <a:xfrm>
            <a:off x="5021580" y="3773533"/>
            <a:ext cx="2148840" cy="749808"/>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Latency
TDAG</a:t>
            </a:r>
          </a:p>
        </p:txBody>
      </p:sp>
      <p:sp>
        <p:nvSpPr>
          <p:cNvPr id="13" name="Rounded Rectangle 12"/>
          <p:cNvSpPr/>
          <p:nvPr/>
        </p:nvSpPr>
        <p:spPr>
          <a:xfrm>
            <a:off x="7476923" y="1544882"/>
            <a:ext cx="2493086" cy="74980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dirty="0">
                <a:solidFill>
                  <a:srgbClr val="000000"/>
                </a:solidFill>
                <a:latin typeface="Times New Roman"/>
              </a:rPr>
              <a:t>Communication
CG</a:t>
            </a:r>
          </a:p>
        </p:txBody>
      </p:sp>
    </p:spTree>
    <p:extLst>
      <p:ext uri="{BB962C8B-B14F-4D97-AF65-F5344CB8AC3E}">
        <p14:creationId xmlns:p14="http://schemas.microsoft.com/office/powerpoint/2010/main" val="1041760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Overview of AdaptDQC</a:t>
            </a:r>
          </a:p>
        </p:txBody>
      </p:sp>
      <p:sp>
        <p:nvSpPr>
          <p:cNvPr id="10" name="TextBox 9"/>
          <p:cNvSpPr txBox="1"/>
          <p:nvPr/>
        </p:nvSpPr>
        <p:spPr>
          <a:xfrm>
            <a:off x="777240" y="2221992"/>
            <a:ext cx="2711383" cy="406265"/>
          </a:xfrm>
          <a:prstGeom prst="rect">
            <a:avLst/>
          </a:prstGeom>
          <a:noFill/>
        </p:spPr>
        <p:txBody>
          <a:bodyPr wrap="none" lIns="18288" tIns="18288" rIns="18288" bIns="18288">
            <a:spAutoFit/>
          </a:bodyPr>
          <a:lstStyle/>
          <a:p>
            <a:pPr algn="l"/>
            <a:r>
              <a:rPr sz="2400" b="1" i="0" dirty="0">
                <a:solidFill>
                  <a:srgbClr val="000000"/>
                </a:solidFill>
                <a:latin typeface="Times New Roman"/>
              </a:rPr>
              <a:t>-  </a:t>
            </a:r>
            <a:r>
              <a:rPr lang="en-US" altLang="zh-CN" sz="2400" b="1" i="0" dirty="0">
                <a:solidFill>
                  <a:srgbClr val="000000"/>
                </a:solidFill>
                <a:latin typeface="Times New Roman"/>
              </a:rPr>
              <a:t>Adaptive</a:t>
            </a:r>
            <a:r>
              <a:rPr lang="zh-CN" altLang="en-US" sz="2400" b="1" i="0" dirty="0">
                <a:solidFill>
                  <a:srgbClr val="000000"/>
                </a:solidFill>
                <a:latin typeface="Times New Roman"/>
              </a:rPr>
              <a:t> </a:t>
            </a:r>
            <a:r>
              <a:rPr sz="2400" b="1" i="0" dirty="0">
                <a:solidFill>
                  <a:srgbClr val="000000"/>
                </a:solidFill>
                <a:latin typeface="Times New Roman"/>
              </a:rPr>
              <a:t>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Experimental evaluation</a:t>
            </a:r>
          </a:p>
        </p:txBody>
      </p:sp>
      <p:sp>
        <p:nvSpPr>
          <p:cNvPr id="12" name="TextBox 11"/>
          <p:cNvSpPr txBox="1"/>
          <p:nvPr/>
        </p:nvSpPr>
        <p:spPr>
          <a:xfrm>
            <a:off x="777240" y="3209544"/>
            <a:ext cx="2235933" cy="406265"/>
          </a:xfrm>
          <a:prstGeom prst="rect">
            <a:avLst/>
          </a:prstGeom>
          <a:noFill/>
        </p:spPr>
        <p:txBody>
          <a:bodyPr wrap="none" lIns="18288" tIns="18288" rIns="18288" bIns="18288">
            <a:spAutoFit/>
          </a:bodyPr>
          <a:lstStyle/>
          <a:p>
            <a:r>
              <a:rPr sz="2400" b="0" i="0" dirty="0">
                <a:solidFill>
                  <a:srgbClr val="AAAAAA"/>
                </a:solidFill>
                <a:latin typeface="Times New Roman"/>
              </a:rPr>
              <a:t>-  </a:t>
            </a:r>
            <a:r>
              <a:rPr lang="en-US" altLang="zh-CN" sz="2400" dirty="0" err="1">
                <a:solidFill>
                  <a:srgbClr val="AAAAAA"/>
                </a:solidFill>
              </a:rPr>
              <a:t>AdaptDQC</a:t>
            </a:r>
            <a:r>
              <a:rPr lang="en-US" altLang="zh-CN" sz="2400" dirty="0">
                <a:solidFill>
                  <a:srgbClr val="AAAAAA"/>
                </a:solidFill>
              </a:rPr>
              <a:t> API</a:t>
            </a:r>
          </a:p>
        </p:txBody>
      </p:sp>
    </p:spTree>
    <p:extLst>
      <p:ext uri="{BB962C8B-B14F-4D97-AF65-F5344CB8AC3E}">
        <p14:creationId xmlns:p14="http://schemas.microsoft.com/office/powerpoint/2010/main" val="39042335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Adaptive Compiler Pipeline</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503256" y="1362704"/>
            <a:ext cx="35295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sz="1800" b="1" i="0" dirty="0">
                <a:solidFill>
                  <a:srgbClr val="000000"/>
                </a:solidFill>
                <a:latin typeface="Times New Roman"/>
              </a:rPr>
              <a:t>Compilation</a:t>
            </a:r>
            <a:r>
              <a:rPr lang="zh-CN" altLang="en-US" sz="1800" b="1" i="0" dirty="0">
                <a:solidFill>
                  <a:srgbClr val="000000"/>
                </a:solidFill>
                <a:latin typeface="Times New Roman"/>
              </a:rPr>
              <a:t> </a:t>
            </a:r>
            <a:r>
              <a:rPr sz="1800" b="1" i="0" dirty="0">
                <a:solidFill>
                  <a:srgbClr val="000000"/>
                </a:solidFill>
                <a:latin typeface="Times New Roman"/>
              </a:rPr>
              <a:t>Algorithm</a:t>
            </a:r>
          </a:p>
        </p:txBody>
      </p:sp>
      <p:sp>
        <p:nvSpPr>
          <p:cNvPr id="12" name="Rounded Rectangle 11"/>
          <p:cNvSpPr/>
          <p:nvPr/>
        </p:nvSpPr>
        <p:spPr>
          <a:xfrm>
            <a:off x="8573359" y="1224884"/>
            <a:ext cx="3041105" cy="4663440"/>
          </a:xfrm>
          <a:prstGeom prst="roundRect">
            <a:avLst>
              <a:gd name="adj" fmla="val 4062"/>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768959" y="1346369"/>
            <a:ext cx="2652515"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Compiler Loop</a:t>
            </a:r>
          </a:p>
        </p:txBody>
      </p:sp>
      <p:sp>
        <p:nvSpPr>
          <p:cNvPr id="25" name="Rounded Rectangle 24"/>
          <p:cNvSpPr/>
          <p:nvPr/>
        </p:nvSpPr>
        <p:spPr>
          <a:xfrm>
            <a:off x="8924544" y="2064054"/>
            <a:ext cx="2377440" cy="41563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Simplify</a:t>
            </a:r>
          </a:p>
        </p:txBody>
      </p:sp>
      <p:cxnSp>
        <p:nvCxnSpPr>
          <p:cNvPr id="27" name="Connector 26"/>
          <p:cNvCxnSpPr>
            <a:cxnSpLocks/>
            <a:stCxn id="25" idx="2"/>
            <a:endCxn id="28" idx="0"/>
          </p:cNvCxnSpPr>
          <p:nvPr/>
        </p:nvCxnSpPr>
        <p:spPr>
          <a:xfrm>
            <a:off x="10113264" y="2479690"/>
            <a:ext cx="0" cy="544484"/>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924544" y="3024174"/>
            <a:ext cx="2377440" cy="41563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Cluster</a:t>
            </a:r>
          </a:p>
        </p:txBody>
      </p:sp>
      <p:cxnSp>
        <p:nvCxnSpPr>
          <p:cNvPr id="30" name="Connector 29"/>
          <p:cNvCxnSpPr>
            <a:cxnSpLocks/>
            <a:stCxn id="28" idx="2"/>
          </p:cNvCxnSpPr>
          <p:nvPr/>
        </p:nvCxnSpPr>
        <p:spPr>
          <a:xfrm>
            <a:off x="10113264" y="3439810"/>
            <a:ext cx="0" cy="500842"/>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924544" y="3984294"/>
            <a:ext cx="2377440" cy="41563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Tune</a:t>
            </a:r>
          </a:p>
        </p:txBody>
      </p:sp>
      <p:cxnSp>
        <p:nvCxnSpPr>
          <p:cNvPr id="33" name="Connector 32"/>
          <p:cNvCxnSpPr>
            <a:cxnSpLocks/>
            <a:stCxn id="31" idx="2"/>
          </p:cNvCxnSpPr>
          <p:nvPr/>
        </p:nvCxnSpPr>
        <p:spPr>
          <a:xfrm>
            <a:off x="10113264" y="4399930"/>
            <a:ext cx="0" cy="500842"/>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924544" y="4944414"/>
            <a:ext cx="2377440" cy="41563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4. Generate</a:t>
            </a:r>
          </a:p>
        </p:txBody>
      </p:sp>
      <p:sp>
        <p:nvSpPr>
          <p:cNvPr id="35" name="TextBox 34"/>
          <p:cNvSpPr txBox="1"/>
          <p:nvPr/>
        </p:nvSpPr>
        <p:spPr>
          <a:xfrm>
            <a:off x="8997696" y="5504276"/>
            <a:ext cx="2231136" cy="384048"/>
          </a:xfrm>
          <a:prstGeom prst="rect">
            <a:avLst/>
          </a:prstGeom>
          <a:noFill/>
        </p:spPr>
        <p:txBody>
          <a:bodyPr wrap="none" lIns="18288" tIns="18288" rIns="18288" bIns="18288">
            <a:spAutoFit/>
          </a:bodyPr>
          <a:lstStyle/>
          <a:p>
            <a:pPr algn="ctr"/>
            <a:r>
              <a:rPr sz="1600" b="0" i="0">
                <a:solidFill>
                  <a:srgbClr val="585858"/>
                </a:solidFill>
                <a:latin typeface="Times New Roman"/>
              </a:rPr>
              <a:t>subcircuits</a:t>
            </a:r>
          </a:p>
        </p:txBody>
      </p:sp>
      <p:pic>
        <p:nvPicPr>
          <p:cNvPr id="49" name="图片 48">
            <a:extLst>
              <a:ext uri="{FF2B5EF4-FFF2-40B4-BE49-F238E27FC236}">
                <a16:creationId xmlns:a16="http://schemas.microsoft.com/office/drawing/2014/main" id="{54D7C565-861F-1119-5831-F479E6279DFB}"/>
              </a:ext>
            </a:extLst>
          </p:cNvPr>
          <p:cNvPicPr>
            <a:picLocks noChangeAspect="1"/>
          </p:cNvPicPr>
          <p:nvPr/>
        </p:nvPicPr>
        <p:blipFill>
          <a:blip r:embed="rId3"/>
          <a:stretch>
            <a:fillRect/>
          </a:stretch>
        </p:blipFill>
        <p:spPr>
          <a:xfrm>
            <a:off x="393983" y="1934813"/>
            <a:ext cx="8092439" cy="3217419"/>
          </a:xfrm>
          <a:prstGeom prst="rect">
            <a:avLst/>
          </a:prstGeom>
        </p:spPr>
      </p:pic>
      <p:sp>
        <p:nvSpPr>
          <p:cNvPr id="32" name="TextBox 31"/>
          <p:cNvSpPr txBox="1"/>
          <p:nvPr/>
        </p:nvSpPr>
        <p:spPr>
          <a:xfrm>
            <a:off x="8997696" y="4443572"/>
            <a:ext cx="2231136" cy="317395"/>
          </a:xfrm>
          <a:prstGeom prst="rect">
            <a:avLst/>
          </a:prstGeom>
          <a:solidFill>
            <a:srgbClr val="F2F6F9"/>
          </a:solidFill>
        </p:spPr>
        <p:txBody>
          <a:bodyPr wrap="none" lIns="18288" tIns="18288" rIns="18288" bIns="18288">
            <a:spAutoFit/>
          </a:bodyPr>
          <a:lstStyle/>
          <a:p>
            <a:pPr algn="ctr"/>
            <a:r>
              <a:rPr sz="1600" b="0" i="0" dirty="0">
                <a:solidFill>
                  <a:srgbClr val="585858"/>
                </a:solidFill>
                <a:latin typeface="Times New Roman"/>
              </a:rPr>
              <a:t>metric feedback</a:t>
            </a:r>
          </a:p>
        </p:txBody>
      </p:sp>
      <p:sp>
        <p:nvSpPr>
          <p:cNvPr id="53" name="TextBox 28">
            <a:extLst>
              <a:ext uri="{FF2B5EF4-FFF2-40B4-BE49-F238E27FC236}">
                <a16:creationId xmlns:a16="http://schemas.microsoft.com/office/drawing/2014/main" id="{C869D367-FEDE-16C9-09CC-EAA3CBD011B8}"/>
              </a:ext>
            </a:extLst>
          </p:cNvPr>
          <p:cNvSpPr txBox="1"/>
          <p:nvPr/>
        </p:nvSpPr>
        <p:spPr>
          <a:xfrm>
            <a:off x="9460392" y="3493322"/>
            <a:ext cx="1234376" cy="283154"/>
          </a:xfrm>
          <a:prstGeom prst="rect">
            <a:avLst/>
          </a:prstGeom>
          <a:solidFill>
            <a:srgbClr val="F2F6F9"/>
          </a:solidFill>
        </p:spPr>
        <p:txBody>
          <a:bodyPr wrap="none" lIns="18288" tIns="18288" rIns="18288" bIns="18288">
            <a:spAutoFit/>
          </a:bodyPr>
          <a:lstStyle>
            <a:defPPr>
              <a:defRPr lang="zh-CN"/>
            </a:defPPr>
            <a:lvl1pPr algn="ctr">
              <a:defRPr sz="1600" b="0" i="0">
                <a:solidFill>
                  <a:srgbClr val="585858"/>
                </a:solidFill>
                <a:latin typeface="Times New Roman"/>
              </a:defRPr>
            </a:lvl1pPr>
          </a:lstStyle>
          <a:p>
            <a:r>
              <a:rPr dirty="0"/>
              <a:t>initial solution</a:t>
            </a:r>
          </a:p>
        </p:txBody>
      </p:sp>
      <p:sp>
        <p:nvSpPr>
          <p:cNvPr id="26" name="TextBox 25"/>
          <p:cNvSpPr txBox="1"/>
          <p:nvPr/>
        </p:nvSpPr>
        <p:spPr>
          <a:xfrm>
            <a:off x="9362865" y="2574201"/>
            <a:ext cx="1429430" cy="283154"/>
          </a:xfrm>
          <a:prstGeom prst="rect">
            <a:avLst/>
          </a:prstGeom>
          <a:solidFill>
            <a:srgbClr val="F2F6F9"/>
          </a:solidFill>
        </p:spPr>
        <p:txBody>
          <a:bodyPr wrap="none" lIns="18288" tIns="18288" rIns="18288" bIns="18288">
            <a:spAutoFit/>
          </a:bodyPr>
          <a:lstStyle>
            <a:defPPr>
              <a:defRPr lang="zh-CN"/>
            </a:defPPr>
            <a:lvl1pPr algn="ctr">
              <a:defRPr sz="1600" b="0" i="0">
                <a:solidFill>
                  <a:srgbClr val="585858"/>
                </a:solidFill>
                <a:latin typeface="Times New Roman"/>
              </a:defRPr>
            </a:lvl1pPr>
          </a:lstStyle>
          <a:p>
            <a:r>
              <a:rPr dirty="0"/>
              <a:t>compress TDAG</a:t>
            </a:r>
          </a:p>
        </p:txBody>
      </p:sp>
    </p:spTree>
    <p:extLst>
      <p:ext uri="{BB962C8B-B14F-4D97-AF65-F5344CB8AC3E}">
        <p14:creationId xmlns:p14="http://schemas.microsoft.com/office/powerpoint/2010/main" val="9560833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3943A-8CB7-A7C2-7D72-C276BDD9F409}"/>
            </a:ext>
          </a:extLst>
        </p:cNvPr>
        <p:cNvGrpSpPr/>
        <p:nvPr/>
      </p:nvGrpSpPr>
      <p:grpSpPr>
        <a:xfrm>
          <a:off x="0" y="0"/>
          <a:ext cx="0" cy="0"/>
          <a:chOff x="0" y="0"/>
          <a:chExt cx="0" cy="0"/>
        </a:xfrm>
      </p:grpSpPr>
      <p:sp>
        <p:nvSpPr>
          <p:cNvPr id="46" name="圆角矩形 45">
            <a:extLst>
              <a:ext uri="{FF2B5EF4-FFF2-40B4-BE49-F238E27FC236}">
                <a16:creationId xmlns:a16="http://schemas.microsoft.com/office/drawing/2014/main" id="{5E462D70-7672-4042-BAEC-D8499A0AFC90}"/>
              </a:ext>
            </a:extLst>
          </p:cNvPr>
          <p:cNvSpPr/>
          <p:nvPr/>
        </p:nvSpPr>
        <p:spPr>
          <a:xfrm>
            <a:off x="713232" y="1190065"/>
            <a:ext cx="11046221" cy="968188"/>
          </a:xfrm>
          <a:prstGeom prst="roundRect">
            <a:avLst/>
          </a:prstGeom>
          <a:solidFill>
            <a:schemeClr val="accent4">
              <a:lumMod val="20000"/>
              <a:lumOff val="80000"/>
              <a:alpha val="3786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TextBox 4">
            <a:extLst>
              <a:ext uri="{FF2B5EF4-FFF2-40B4-BE49-F238E27FC236}">
                <a16:creationId xmlns:a16="http://schemas.microsoft.com/office/drawing/2014/main" id="{18E01767-00F8-F13F-A71D-4013877CEACF}"/>
              </a:ext>
            </a:extLst>
          </p:cNvPr>
          <p:cNvSpPr txBox="1"/>
          <p:nvPr/>
        </p:nvSpPr>
        <p:spPr>
          <a:xfrm>
            <a:off x="713232" y="201168"/>
            <a:ext cx="3300647" cy="467820"/>
          </a:xfrm>
          <a:prstGeom prst="rect">
            <a:avLst/>
          </a:prstGeom>
          <a:noFill/>
        </p:spPr>
        <p:txBody>
          <a:bodyPr wrap="none" lIns="18288" tIns="18288" rIns="18288" bIns="18288">
            <a:spAutoFit/>
          </a:bodyPr>
          <a:lstStyle/>
          <a:p>
            <a:pPr algn="l"/>
            <a:r>
              <a:rPr lang="en-US" altLang="zh-CN" sz="2800" b="1" i="0" dirty="0">
                <a:solidFill>
                  <a:srgbClr val="000000"/>
                </a:solidFill>
                <a:latin typeface="Times New Roman"/>
              </a:rPr>
              <a:t>Graph</a:t>
            </a:r>
            <a:r>
              <a:rPr lang="zh-CN" altLang="en-US" sz="2800" b="1" i="0" dirty="0">
                <a:solidFill>
                  <a:srgbClr val="000000"/>
                </a:solidFill>
                <a:latin typeface="Times New Roman"/>
              </a:rPr>
              <a:t> </a:t>
            </a:r>
            <a:r>
              <a:rPr lang="en-US" altLang="zh-CN" sz="2800" b="1" i="0" dirty="0">
                <a:solidFill>
                  <a:srgbClr val="000000"/>
                </a:solidFill>
                <a:latin typeface="Times New Roman"/>
              </a:rPr>
              <a:t>Simplification</a:t>
            </a:r>
            <a:endParaRPr sz="2800" b="1" i="0" dirty="0">
              <a:solidFill>
                <a:srgbClr val="000000"/>
              </a:solidFill>
              <a:latin typeface="Times New Roman"/>
            </a:endParaRPr>
          </a:p>
        </p:txBody>
      </p:sp>
      <p:sp>
        <p:nvSpPr>
          <p:cNvPr id="6" name="Rectangle 5">
            <a:extLst>
              <a:ext uri="{FF2B5EF4-FFF2-40B4-BE49-F238E27FC236}">
                <a16:creationId xmlns:a16="http://schemas.microsoft.com/office/drawing/2014/main" id="{C5F2B4A0-1440-E658-A98A-6763A66937F4}"/>
              </a:ext>
            </a:extLst>
          </p:cNvPr>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890A9E7-C15A-FA32-469D-864EB5B0737E}"/>
                  </a:ext>
                </a:extLst>
              </p:cNvPr>
              <p:cNvSpPr txBox="1"/>
              <p:nvPr/>
            </p:nvSpPr>
            <p:spPr>
              <a:xfrm>
                <a:off x="3835709" y="1365508"/>
                <a:ext cx="609487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dirty="0" smtClean="0">
                          <a:latin typeface="Cambria Math" panose="02040503050406030204" pitchFamily="18" charset="0"/>
                        </a:rPr>
                        <m:t>𝒮</m:t>
                      </m:r>
                      <m:r>
                        <a:rPr lang="zh-CN" altLang="en-US" i="1" dirty="0" smtClean="0">
                          <a:latin typeface="Cambria Math" panose="02040503050406030204" pitchFamily="18" charset="0"/>
                        </a:rPr>
                        <m:t>=</m:t>
                      </m:r>
                      <m:r>
                        <m:rPr>
                          <m:lit/>
                        </m:rPr>
                        <a:rPr lang="zh-CN" altLang="en-US" i="1" dirty="0">
                          <a:latin typeface="Cambria Math" panose="02040503050406030204" pitchFamily="18" charset="0"/>
                        </a:rPr>
                        <m:t>{</m:t>
                      </m:r>
                      <m:r>
                        <a:rPr lang="zh-CN" altLang="en-US" i="1" dirty="0">
                          <a:latin typeface="Cambria Math" panose="02040503050406030204" pitchFamily="18" charset="0"/>
                        </a:rPr>
                        <m:t>𝑣</m:t>
                      </m:r>
                      <m:r>
                        <a:rPr lang="zh-CN" altLang="en-US" i="1" dirty="0">
                          <a:latin typeface="Cambria Math" panose="02040503050406030204" pitchFamily="18" charset="0"/>
                        </a:rPr>
                        <m:t>∣∀</m:t>
                      </m:r>
                      <m:r>
                        <a:rPr lang="zh-CN" altLang="en-US" i="1" dirty="0">
                          <a:latin typeface="Cambria Math" panose="02040503050406030204" pitchFamily="18" charset="0"/>
                        </a:rPr>
                        <m:t>𝑣</m:t>
                      </m:r>
                      <m:r>
                        <a:rPr lang="zh-CN" altLang="en-US" i="1" dirty="0">
                          <a:latin typeface="Cambria Math" panose="02040503050406030204" pitchFamily="18" charset="0"/>
                        </a:rPr>
                        <m:t>∈</m:t>
                      </m:r>
                      <m:r>
                        <a:rPr lang="zh-CN" altLang="en-US" i="1" dirty="0">
                          <a:latin typeface="Cambria Math" panose="02040503050406030204" pitchFamily="18" charset="0"/>
                        </a:rPr>
                        <m:t>𝑇𝐷𝐴𝐺</m:t>
                      </m:r>
                      <m:r>
                        <a:rPr lang="zh-CN" altLang="en-US" i="1" dirty="0">
                          <a:latin typeface="Cambria Math" panose="02040503050406030204" pitchFamily="18" charset="0"/>
                        </a:rPr>
                        <m:t>,</m:t>
                      </m:r>
                      <m:r>
                        <m:rPr>
                          <m:lit/>
                        </m:rPr>
                        <a:rPr lang="zh-CN" altLang="en-US" i="1" dirty="0">
                          <a:latin typeface="Cambria Math" panose="02040503050406030204" pitchFamily="18" charset="0"/>
                        </a:rPr>
                        <m:t>|{</m:t>
                      </m:r>
                      <m:r>
                        <a:rPr lang="zh-CN" altLang="en-US" i="1" dirty="0">
                          <a:latin typeface="Cambria Math" panose="02040503050406030204" pitchFamily="18" charset="0"/>
                        </a:rPr>
                        <m:t>𝑢</m:t>
                      </m:r>
                      <m:r>
                        <a:rPr lang="zh-CN" altLang="en-US" i="1" dirty="0">
                          <a:latin typeface="Cambria Math" panose="02040503050406030204" pitchFamily="18" charset="0"/>
                        </a:rPr>
                        <m:t>∣</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𝑢</m:t>
                          </m:r>
                          <m:r>
                            <a:rPr lang="zh-CN" altLang="en-US" i="1" dirty="0">
                              <a:latin typeface="Cambria Math" panose="02040503050406030204" pitchFamily="18" charset="0"/>
                            </a:rPr>
                            <m:t>,</m:t>
                          </m:r>
                          <m:r>
                            <a:rPr lang="zh-CN" altLang="en-US" i="1" dirty="0">
                              <a:latin typeface="Cambria Math" panose="02040503050406030204" pitchFamily="18" charset="0"/>
                            </a:rPr>
                            <m:t>𝑣</m:t>
                          </m:r>
                        </m:e>
                      </m:d>
                      <m:r>
                        <a:rPr lang="zh-CN" altLang="en-US" i="1" dirty="0">
                          <a:latin typeface="Cambria Math" panose="02040503050406030204" pitchFamily="18" charset="0"/>
                        </a:rPr>
                        <m:t>∈</m:t>
                      </m:r>
                      <m:r>
                        <a:rPr lang="zh-CN" altLang="en-US" i="1" dirty="0">
                          <a:latin typeface="Cambria Math" panose="02040503050406030204" pitchFamily="18" charset="0"/>
                        </a:rPr>
                        <m:t>𝐸</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𝑇𝐷𝐴𝐺</m:t>
                          </m:r>
                        </m:e>
                      </m:d>
                      <m:r>
                        <m:rPr>
                          <m:lit/>
                        </m:rPr>
                        <a:rPr lang="zh-CN" altLang="en-US" i="1" dirty="0">
                          <a:latin typeface="Cambria Math" panose="02040503050406030204" pitchFamily="18" charset="0"/>
                        </a:rPr>
                        <m:t>}|</m:t>
                      </m:r>
                      <m:r>
                        <a:rPr lang="zh-CN" altLang="en-US" i="1" dirty="0">
                          <a:latin typeface="Cambria Math" panose="02040503050406030204" pitchFamily="18" charset="0"/>
                        </a:rPr>
                        <m:t>=1</m:t>
                      </m:r>
                      <m:r>
                        <m:rPr>
                          <m:lit/>
                        </m:rPr>
                        <a:rPr lang="zh-CN" altLang="en-US" i="1" dirty="0">
                          <a:latin typeface="Cambria Math" panose="02040503050406030204" pitchFamily="18" charset="0"/>
                        </a:rPr>
                        <m:t>}</m:t>
                      </m:r>
                    </m:oMath>
                  </m:oMathPara>
                </a14:m>
                <a:endParaRPr/>
              </a:p>
            </p:txBody>
          </p:sp>
        </mc:Choice>
        <mc:Fallback xmlns="">
          <p:sp>
            <p:nvSpPr>
              <p:cNvPr id="3" name="文本框 2">
                <a:extLst>
                  <a:ext uri="{FF2B5EF4-FFF2-40B4-BE49-F238E27FC236}">
                    <a16:creationId xmlns:a16="http://schemas.microsoft.com/office/drawing/2014/main" id="{7890A9E7-C15A-FA32-469D-864EB5B0737E}"/>
                  </a:ext>
                </a:extLst>
              </p:cNvPr>
              <p:cNvSpPr txBox="1">
                <a:spLocks noRot="1" noChangeAspect="1" noMove="1" noResize="1" noEditPoints="1" noAdjustHandles="1" noChangeArrowheads="1" noChangeShapeType="1" noTextEdit="1"/>
              </p:cNvSpPr>
              <p:nvPr/>
            </p:nvSpPr>
            <p:spPr>
              <a:xfrm>
                <a:off x="3835709" y="1365508"/>
                <a:ext cx="6094878" cy="369332"/>
              </a:xfrm>
              <a:prstGeom prst="rect">
                <a:avLst/>
              </a:prstGeom>
              <a:blipFill>
                <a:blip r:embed="rId3"/>
                <a:stretch>
                  <a:fillRect t="-6667" b="-26667"/>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2AC7AEF-1D96-32AB-973B-FB6E5264DBEF}"/>
              </a:ext>
            </a:extLst>
          </p:cNvPr>
          <p:cNvPicPr>
            <a:picLocks noChangeAspect="1"/>
          </p:cNvPicPr>
          <p:nvPr/>
        </p:nvPicPr>
        <p:blipFill>
          <a:blip r:embed="rId4"/>
          <a:stretch>
            <a:fillRect/>
          </a:stretch>
        </p:blipFill>
        <p:spPr>
          <a:xfrm>
            <a:off x="2247190" y="4187021"/>
            <a:ext cx="7374971" cy="1891289"/>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BE102E8-92C2-2CDF-9402-8B946A123711}"/>
                  </a:ext>
                </a:extLst>
              </p:cNvPr>
              <p:cNvSpPr txBox="1"/>
              <p:nvPr/>
            </p:nvSpPr>
            <p:spPr>
              <a:xfrm>
                <a:off x="3357500" y="2450435"/>
                <a:ext cx="2600046" cy="923330"/>
              </a:xfrm>
              <a:prstGeom prst="rect">
                <a:avLst/>
              </a:prstGeom>
              <a:noFill/>
            </p:spPr>
            <p:txBody>
              <a:bodyPr wrap="square">
                <a:spAutoFit/>
              </a:bodyPr>
              <a:lstStyle/>
              <a:p>
                <a:r>
                  <a:rPr lang="en-US" altLang="zh-CN" dirty="0"/>
                  <a:t>Node</a:t>
                </a:r>
                <a:r>
                  <a:rPr lang="zh-CN" altLang="en-US" dirty="0"/>
                  <a:t> </a:t>
                </a:r>
                <a14:m>
                  <m:oMath xmlns:m="http://schemas.openxmlformats.org/officeDocument/2006/math">
                    <m:r>
                      <a:rPr lang="en-US" altLang="zh-CN" i="1" dirty="0" smtClean="0">
                        <a:latin typeface="Cambria Math" panose="02040503050406030204" pitchFamily="18" charset="0"/>
                      </a:rPr>
                      <m:t>𝑣</m:t>
                    </m:r>
                  </m:oMath>
                </a14:m>
                <a:r>
                  <a:rPr lang="en-US" altLang="zh-CN" dirty="0"/>
                  <a:t> has</a:t>
                </a:r>
                <a:r>
                  <a:rPr lang="zh-CN" altLang="en-US" dirty="0"/>
                  <a:t> </a:t>
                </a:r>
                <a:r>
                  <a:rPr lang="en-US" altLang="zh-CN" dirty="0"/>
                  <a:t>only</a:t>
                </a:r>
                <a:r>
                  <a:rPr lang="zh-CN" altLang="en-US" dirty="0"/>
                  <a:t> one forward ancestor </a:t>
                </a:r>
                <a:r>
                  <a:rPr lang="en-US" altLang="zh-CN" dirty="0"/>
                  <a:t>node </a:t>
                </a:r>
                <a14:m>
                  <m:oMath xmlns:m="http://schemas.openxmlformats.org/officeDocument/2006/math">
                    <m:r>
                      <a:rPr lang="en-US" altLang="zh-CN" i="1" dirty="0" smtClean="0">
                        <a:latin typeface="Cambria Math" panose="02040503050406030204" pitchFamily="18" charset="0"/>
                      </a:rPr>
                      <m:t>𝑢</m:t>
                    </m:r>
                  </m:oMath>
                </a14:m>
                <a:r>
                  <a:rPr lang="en-US" altLang="zh-CN" dirty="0"/>
                  <a:t>,  so we merge </a:t>
                </a:r>
                <a14:m>
                  <m:oMath xmlns:m="http://schemas.openxmlformats.org/officeDocument/2006/math">
                    <m:r>
                      <a:rPr lang="en-US" altLang="zh-CN" i="1" dirty="0" smtClean="0">
                        <a:latin typeface="Cambria Math" panose="02040503050406030204" pitchFamily="18" charset="0"/>
                      </a:rPr>
                      <m:t>𝑣</m:t>
                    </m:r>
                  </m:oMath>
                </a14:m>
                <a:r>
                  <a:rPr lang="en-US" altLang="zh-CN" dirty="0"/>
                  <a:t> into </a:t>
                </a:r>
                <a14:m>
                  <m:oMath xmlns:m="http://schemas.openxmlformats.org/officeDocument/2006/math">
                    <m:r>
                      <a:rPr lang="en-US" altLang="zh-CN" i="1" dirty="0" smtClean="0">
                        <a:latin typeface="Cambria Math" panose="02040503050406030204" pitchFamily="18" charset="0"/>
                      </a:rPr>
                      <m:t>𝑢</m:t>
                    </m:r>
                  </m:oMath>
                </a14:m>
                <a:r>
                  <a:rPr lang="en-US" altLang="zh-CN" dirty="0"/>
                  <a:t> </a:t>
                </a:r>
                <a:endParaRPr lang="zh-CN" altLang="en-US" dirty="0"/>
              </a:p>
            </p:txBody>
          </p:sp>
        </mc:Choice>
        <mc:Fallback xmlns="">
          <p:sp>
            <p:nvSpPr>
              <p:cNvPr id="8" name="文本框 7">
                <a:extLst>
                  <a:ext uri="{FF2B5EF4-FFF2-40B4-BE49-F238E27FC236}">
                    <a16:creationId xmlns:a16="http://schemas.microsoft.com/office/drawing/2014/main" id="{FBE102E8-92C2-2CDF-9402-8B946A123711}"/>
                  </a:ext>
                </a:extLst>
              </p:cNvPr>
              <p:cNvSpPr txBox="1">
                <a:spLocks noRot="1" noChangeAspect="1" noMove="1" noResize="1" noEditPoints="1" noAdjustHandles="1" noChangeArrowheads="1" noChangeShapeType="1" noTextEdit="1"/>
              </p:cNvSpPr>
              <p:nvPr/>
            </p:nvSpPr>
            <p:spPr>
              <a:xfrm>
                <a:off x="3357500" y="2450435"/>
                <a:ext cx="2600046" cy="923330"/>
              </a:xfrm>
              <a:prstGeom prst="rect">
                <a:avLst/>
              </a:prstGeom>
              <a:blipFill>
                <a:blip r:embed="rId5"/>
                <a:stretch>
                  <a:fillRect l="-1951" t="-1351" r="-1951" b="-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A2E3911-E0FC-67CA-D5F9-6C70EEAC826D}"/>
                  </a:ext>
                </a:extLst>
              </p:cNvPr>
              <p:cNvSpPr/>
              <p:nvPr/>
            </p:nvSpPr>
            <p:spPr>
              <a:xfrm>
                <a:off x="1534454" y="2728306"/>
                <a:ext cx="430306" cy="1042146"/>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i="1" dirty="0" smtClean="0">
                          <a:solidFill>
                            <a:schemeClr val="tx1"/>
                          </a:solidFill>
                          <a:latin typeface="Cambria Math" panose="02040503050406030204" pitchFamily="18" charset="0"/>
                        </a:rPr>
                        <m:t>𝑢</m:t>
                      </m:r>
                    </m:oMath>
                  </m:oMathPara>
                </a14:m>
                <a:endParaRPr/>
              </a:p>
            </p:txBody>
          </p:sp>
        </mc:Choice>
        <mc:Fallback xmlns="">
          <p:sp>
            <p:nvSpPr>
              <p:cNvPr id="9" name="矩形 8">
                <a:extLst>
                  <a:ext uri="{FF2B5EF4-FFF2-40B4-BE49-F238E27FC236}">
                    <a16:creationId xmlns:a16="http://schemas.microsoft.com/office/drawing/2014/main" id="{7A2E3911-E0FC-67CA-D5F9-6C70EEAC826D}"/>
                  </a:ext>
                </a:extLst>
              </p:cNvPr>
              <p:cNvSpPr>
                <a:spLocks noRot="1" noChangeAspect="1" noMove="1" noResize="1" noEditPoints="1" noAdjustHandles="1" noChangeArrowheads="1" noChangeShapeType="1" noTextEdit="1"/>
              </p:cNvSpPr>
              <p:nvPr/>
            </p:nvSpPr>
            <p:spPr>
              <a:xfrm>
                <a:off x="1534454" y="2728306"/>
                <a:ext cx="430306" cy="1042146"/>
              </a:xfrm>
              <a:prstGeom prst="rect">
                <a:avLst/>
              </a:prstGeom>
              <a:blipFill>
                <a:blip r:embed="rId6"/>
                <a:stretch>
                  <a:fillRect r="-2778"/>
                </a:stretch>
              </a:blipFill>
              <a:ln>
                <a:solidFill>
                  <a:schemeClr val="accent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D03BFF25-3997-34D6-1DEF-5AE85837D6D0}"/>
                  </a:ext>
                </a:extLst>
              </p:cNvPr>
              <p:cNvSpPr/>
              <p:nvPr/>
            </p:nvSpPr>
            <p:spPr>
              <a:xfrm>
                <a:off x="2548216" y="2728306"/>
                <a:ext cx="440626" cy="396688"/>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i="1" dirty="0" smtClean="0">
                          <a:solidFill>
                            <a:schemeClr val="tx1"/>
                          </a:solidFill>
                          <a:latin typeface="Cambria Math" panose="02040503050406030204" pitchFamily="18" charset="0"/>
                        </a:rPr>
                        <m:t>𝑣</m:t>
                      </m:r>
                    </m:oMath>
                  </m:oMathPara>
                </a14:m>
                <a:endParaRPr/>
              </a:p>
            </p:txBody>
          </p:sp>
        </mc:Choice>
        <mc:Fallback xmlns="">
          <p:sp>
            <p:nvSpPr>
              <p:cNvPr id="11" name="矩形 10">
                <a:extLst>
                  <a:ext uri="{FF2B5EF4-FFF2-40B4-BE49-F238E27FC236}">
                    <a16:creationId xmlns:a16="http://schemas.microsoft.com/office/drawing/2014/main" id="{D03BFF25-3997-34D6-1DEF-5AE85837D6D0}"/>
                  </a:ext>
                </a:extLst>
              </p:cNvPr>
              <p:cNvSpPr>
                <a:spLocks noRot="1" noChangeAspect="1" noMove="1" noResize="1" noEditPoints="1" noAdjustHandles="1" noChangeArrowheads="1" noChangeShapeType="1" noTextEdit="1"/>
              </p:cNvSpPr>
              <p:nvPr/>
            </p:nvSpPr>
            <p:spPr>
              <a:xfrm>
                <a:off x="2548216" y="2728306"/>
                <a:ext cx="440626" cy="396688"/>
              </a:xfrm>
              <a:prstGeom prst="rect">
                <a:avLst/>
              </a:prstGeom>
              <a:blipFill>
                <a:blip r:embed="rId7"/>
                <a:stretch>
                  <a:fillRect r="-2778" b="-18182"/>
                </a:stretch>
              </a:blipFill>
              <a:ln>
                <a:solidFill>
                  <a:schemeClr val="accent1"/>
                </a:solidFill>
              </a:ln>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B684F794-9162-3730-1B93-8EE2330E91A2}"/>
              </a:ext>
            </a:extLst>
          </p:cNvPr>
          <p:cNvSpPr/>
          <p:nvPr/>
        </p:nvSpPr>
        <p:spPr>
          <a:xfrm>
            <a:off x="2548216" y="3373765"/>
            <a:ext cx="440626" cy="396688"/>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16" name="直线箭头连接符 15">
            <a:extLst>
              <a:ext uri="{FF2B5EF4-FFF2-40B4-BE49-F238E27FC236}">
                <a16:creationId xmlns:a16="http://schemas.microsoft.com/office/drawing/2014/main" id="{F0084FF5-5E46-E857-7F0F-02E03B266305}"/>
              </a:ext>
            </a:extLst>
          </p:cNvPr>
          <p:cNvCxnSpPr>
            <a:cxnSpLocks/>
            <a:stCxn id="9" idx="3"/>
            <a:endCxn id="11" idx="1"/>
          </p:cNvCxnSpPr>
          <p:nvPr/>
        </p:nvCxnSpPr>
        <p:spPr>
          <a:xfrm flipV="1">
            <a:off x="1964760" y="2926650"/>
            <a:ext cx="583456" cy="32272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D7B9A588-EFC8-D299-64A3-9A82DF4177B7}"/>
              </a:ext>
            </a:extLst>
          </p:cNvPr>
          <p:cNvCxnSpPr>
            <a:cxnSpLocks/>
            <a:stCxn id="9" idx="3"/>
            <a:endCxn id="14" idx="1"/>
          </p:cNvCxnSpPr>
          <p:nvPr/>
        </p:nvCxnSpPr>
        <p:spPr>
          <a:xfrm>
            <a:off x="1964760" y="3249379"/>
            <a:ext cx="583456" cy="32273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4" name="右箭头 23">
            <a:extLst>
              <a:ext uri="{FF2B5EF4-FFF2-40B4-BE49-F238E27FC236}">
                <a16:creationId xmlns:a16="http://schemas.microsoft.com/office/drawing/2014/main" id="{B16416BE-95CE-E314-6EA0-C6465BE06CE8}"/>
              </a:ext>
            </a:extLst>
          </p:cNvPr>
          <p:cNvSpPr/>
          <p:nvPr/>
        </p:nvSpPr>
        <p:spPr>
          <a:xfrm>
            <a:off x="3307976" y="3407783"/>
            <a:ext cx="2568388" cy="194982"/>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D0EEAB51-B8CF-D43A-43F1-9D63C4F7C856}"/>
                  </a:ext>
                </a:extLst>
              </p:cNvPr>
              <p:cNvSpPr/>
              <p:nvPr/>
            </p:nvSpPr>
            <p:spPr>
              <a:xfrm>
                <a:off x="6025304" y="2791367"/>
                <a:ext cx="521213" cy="1042146"/>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i="1" dirty="0" smtClean="0">
                          <a:solidFill>
                            <a:schemeClr val="tx1"/>
                          </a:solidFill>
                          <a:latin typeface="Cambria Math" panose="02040503050406030204" pitchFamily="18" charset="0"/>
                        </a:rPr>
                        <m:t>𝑢</m:t>
                      </m:r>
                      <m:r>
                        <a:rPr kumimoji="1" lang="en-US" altLang="zh-CN" b="0" i="1" dirty="0" smtClean="0">
                          <a:solidFill>
                            <a:schemeClr val="tx1"/>
                          </a:solidFill>
                          <a:latin typeface="Cambria Math" panose="02040503050406030204" pitchFamily="18" charset="0"/>
                        </a:rPr>
                        <m:t>,</m:t>
                      </m:r>
                      <m:r>
                        <m:rPr>
                          <m:sty m:val="p"/>
                        </m:rPr>
                        <a:rPr kumimoji="1" lang="en-US" altLang="zh-CN" b="0" i="1" dirty="0" smtClean="0">
                          <a:solidFill>
                            <a:schemeClr val="tx1"/>
                          </a:solidFill>
                          <a:latin typeface="Cambria Math" panose="02040503050406030204" pitchFamily="18" charset="0"/>
                        </a:rPr>
                        <m:t>v</m:t>
                      </m:r>
                    </m:oMath>
                  </m:oMathPara>
                </a14:m>
                <a:endParaRPr/>
              </a:p>
            </p:txBody>
          </p:sp>
        </mc:Choice>
        <mc:Fallback xmlns="">
          <p:sp>
            <p:nvSpPr>
              <p:cNvPr id="29" name="矩形 28">
                <a:extLst>
                  <a:ext uri="{FF2B5EF4-FFF2-40B4-BE49-F238E27FC236}">
                    <a16:creationId xmlns:a16="http://schemas.microsoft.com/office/drawing/2014/main" id="{D0EEAB51-B8CF-D43A-43F1-9D63C4F7C856}"/>
                  </a:ext>
                </a:extLst>
              </p:cNvPr>
              <p:cNvSpPr>
                <a:spLocks noRot="1" noChangeAspect="1" noMove="1" noResize="1" noEditPoints="1" noAdjustHandles="1" noChangeArrowheads="1" noChangeShapeType="1" noTextEdit="1"/>
              </p:cNvSpPr>
              <p:nvPr/>
            </p:nvSpPr>
            <p:spPr>
              <a:xfrm>
                <a:off x="6025304" y="2791367"/>
                <a:ext cx="521213" cy="1042146"/>
              </a:xfrm>
              <a:prstGeom prst="rect">
                <a:avLst/>
              </a:prstGeom>
              <a:blipFill>
                <a:blip r:embed="rId8"/>
                <a:stretch>
                  <a:fillRect r="-13953"/>
                </a:stretch>
              </a:blipFill>
              <a:ln>
                <a:solidFill>
                  <a:schemeClr val="accent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7B8506C6-95F9-06E0-6523-1BAFAB1848B6}"/>
                  </a:ext>
                </a:extLst>
              </p:cNvPr>
              <p:cNvSpPr/>
              <p:nvPr/>
            </p:nvSpPr>
            <p:spPr>
              <a:xfrm>
                <a:off x="7129973" y="3436826"/>
                <a:ext cx="440626" cy="396688"/>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i="1" dirty="0" smtClean="0">
                          <a:solidFill>
                            <a:schemeClr val="tx1"/>
                          </a:solidFill>
                          <a:latin typeface="Cambria Math" panose="02040503050406030204" pitchFamily="18" charset="0"/>
                        </a:rPr>
                        <m:t>𝑤</m:t>
                      </m:r>
                    </m:oMath>
                  </m:oMathPara>
                </a14:m>
                <a:endParaRPr/>
              </a:p>
            </p:txBody>
          </p:sp>
        </mc:Choice>
        <mc:Fallback xmlns="">
          <p:sp>
            <p:nvSpPr>
              <p:cNvPr id="37" name="矩形 36">
                <a:extLst>
                  <a:ext uri="{FF2B5EF4-FFF2-40B4-BE49-F238E27FC236}">
                    <a16:creationId xmlns:a16="http://schemas.microsoft.com/office/drawing/2014/main" id="{7B8506C6-95F9-06E0-6523-1BAFAB1848B6}"/>
                  </a:ext>
                </a:extLst>
              </p:cNvPr>
              <p:cNvSpPr>
                <a:spLocks noRot="1" noChangeAspect="1" noMove="1" noResize="1" noEditPoints="1" noAdjustHandles="1" noChangeArrowheads="1" noChangeShapeType="1" noTextEdit="1"/>
              </p:cNvSpPr>
              <p:nvPr/>
            </p:nvSpPr>
            <p:spPr>
              <a:xfrm>
                <a:off x="7129973" y="3436826"/>
                <a:ext cx="440626" cy="396688"/>
              </a:xfrm>
              <a:prstGeom prst="rect">
                <a:avLst/>
              </a:prstGeom>
              <a:blipFill>
                <a:blip r:embed="rId9"/>
                <a:stretch>
                  <a:fillRect t="-3030" r="-8333" b="-18182"/>
                </a:stretch>
              </a:blipFill>
              <a:ln>
                <a:solidFill>
                  <a:schemeClr val="accent1"/>
                </a:solidFill>
              </a:ln>
            </p:spPr>
            <p:txBody>
              <a:bodyPr/>
              <a:lstStyle/>
              <a:p>
                <a:r>
                  <a:rPr lang="zh-CN" altLang="en-US">
                    <a:noFill/>
                  </a:rPr>
                  <a:t> </a:t>
                </a:r>
              </a:p>
            </p:txBody>
          </p:sp>
        </mc:Fallback>
      </mc:AlternateContent>
      <p:cxnSp>
        <p:nvCxnSpPr>
          <p:cNvPr id="39" name="直线箭头连接符 38">
            <a:extLst>
              <a:ext uri="{FF2B5EF4-FFF2-40B4-BE49-F238E27FC236}">
                <a16:creationId xmlns:a16="http://schemas.microsoft.com/office/drawing/2014/main" id="{EFA2A682-00CD-F4F9-4A56-1D9231921F6D}"/>
              </a:ext>
            </a:extLst>
          </p:cNvPr>
          <p:cNvCxnSpPr>
            <a:cxnSpLocks/>
            <a:stCxn id="29" idx="3"/>
            <a:endCxn id="37" idx="1"/>
          </p:cNvCxnSpPr>
          <p:nvPr/>
        </p:nvCxnSpPr>
        <p:spPr>
          <a:xfrm>
            <a:off x="6546517" y="3312440"/>
            <a:ext cx="583456" cy="32273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844A79BB-E7CE-8618-2901-BB587C01F7DB}"/>
                  </a:ext>
                </a:extLst>
              </p:cNvPr>
              <p:cNvSpPr txBox="1"/>
              <p:nvPr/>
            </p:nvSpPr>
            <p:spPr>
              <a:xfrm>
                <a:off x="7784892" y="3004433"/>
                <a:ext cx="1614602" cy="369332"/>
              </a:xfrm>
              <a:prstGeom prst="rect">
                <a:avLst/>
              </a:prstGeom>
              <a:noFill/>
            </p:spPr>
            <p:txBody>
              <a:bodyPr wrap="square">
                <a:spAutoFit/>
              </a:bodyPr>
              <a:lstStyle/>
              <a:p>
                <a:r>
                  <a:rPr lang="en-US" altLang="zh-CN" dirty="0"/>
                  <a:t>Same for </a:t>
                </a:r>
                <a14:m>
                  <m:oMath xmlns:m="http://schemas.openxmlformats.org/officeDocument/2006/math">
                    <m:r>
                      <a:rPr lang="en-US" altLang="zh-CN" i="1" dirty="0" smtClean="0">
                        <a:latin typeface="Cambria Math" panose="02040503050406030204" pitchFamily="18" charset="0"/>
                      </a:rPr>
                      <m:t>𝑤</m:t>
                    </m:r>
                  </m:oMath>
                </a14:m>
                <a:endParaRPr lang="zh-CN" altLang="en-US" dirty="0"/>
              </a:p>
            </p:txBody>
          </p:sp>
        </mc:Choice>
        <mc:Fallback xmlns="">
          <p:sp>
            <p:nvSpPr>
              <p:cNvPr id="41" name="文本框 40">
                <a:extLst>
                  <a:ext uri="{FF2B5EF4-FFF2-40B4-BE49-F238E27FC236}">
                    <a16:creationId xmlns:a16="http://schemas.microsoft.com/office/drawing/2014/main" id="{844A79BB-E7CE-8618-2901-BB587C01F7DB}"/>
                  </a:ext>
                </a:extLst>
              </p:cNvPr>
              <p:cNvSpPr txBox="1">
                <a:spLocks noRot="1" noChangeAspect="1" noMove="1" noResize="1" noEditPoints="1" noAdjustHandles="1" noChangeArrowheads="1" noChangeShapeType="1" noTextEdit="1"/>
              </p:cNvSpPr>
              <p:nvPr/>
            </p:nvSpPr>
            <p:spPr>
              <a:xfrm>
                <a:off x="7784892" y="3004433"/>
                <a:ext cx="1614602" cy="369332"/>
              </a:xfrm>
              <a:prstGeom prst="rect">
                <a:avLst/>
              </a:prstGeom>
              <a:blipFill>
                <a:blip r:embed="rId10"/>
                <a:stretch>
                  <a:fillRect l="-2326" t="-6667" b="-23333"/>
                </a:stretch>
              </a:blipFill>
            </p:spPr>
            <p:txBody>
              <a:bodyPr/>
              <a:lstStyle/>
              <a:p>
                <a:r>
                  <a:rPr lang="zh-CN" altLang="en-US">
                    <a:noFill/>
                  </a:rPr>
                  <a:t> </a:t>
                </a:r>
              </a:p>
            </p:txBody>
          </p:sp>
        </mc:Fallback>
      </mc:AlternateContent>
      <p:sp>
        <p:nvSpPr>
          <p:cNvPr id="42" name="右箭头 41">
            <a:extLst>
              <a:ext uri="{FF2B5EF4-FFF2-40B4-BE49-F238E27FC236}">
                <a16:creationId xmlns:a16="http://schemas.microsoft.com/office/drawing/2014/main" id="{9DBD4FCA-A489-966C-649F-AA1D1CA598EC}"/>
              </a:ext>
            </a:extLst>
          </p:cNvPr>
          <p:cNvSpPr/>
          <p:nvPr/>
        </p:nvSpPr>
        <p:spPr>
          <a:xfrm>
            <a:off x="7719539" y="3436015"/>
            <a:ext cx="1545484" cy="194982"/>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文本框 42">
            <a:extLst>
              <a:ext uri="{FF2B5EF4-FFF2-40B4-BE49-F238E27FC236}">
                <a16:creationId xmlns:a16="http://schemas.microsoft.com/office/drawing/2014/main" id="{C776C472-8568-D202-6D71-01E9A344F475}"/>
              </a:ext>
            </a:extLst>
          </p:cNvPr>
          <p:cNvSpPr txBox="1"/>
          <p:nvPr/>
        </p:nvSpPr>
        <p:spPr>
          <a:xfrm>
            <a:off x="1671755" y="1358797"/>
            <a:ext cx="2460274" cy="70495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defRPr kumimoj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olidFill>
                  <a:schemeClr val="tx1"/>
                </a:solidFill>
              </a:rPr>
              <a:t>Node set to be merged:</a:t>
            </a:r>
            <a:endParaRPr lang="zh-CN" altLang="en-US" dirty="0">
              <a:solidFill>
                <a:schemeClr val="tx1"/>
              </a:solidFill>
            </a:endParaRPr>
          </a:p>
        </p:txBody>
      </p:sp>
      <p:sp>
        <p:nvSpPr>
          <p:cNvPr id="45" name="文本框 44">
            <a:extLst>
              <a:ext uri="{FF2B5EF4-FFF2-40B4-BE49-F238E27FC236}">
                <a16:creationId xmlns:a16="http://schemas.microsoft.com/office/drawing/2014/main" id="{6F8FE463-85CE-07CB-B234-DCA32B9FADE0}"/>
              </a:ext>
            </a:extLst>
          </p:cNvPr>
          <p:cNvSpPr txBox="1"/>
          <p:nvPr/>
        </p:nvSpPr>
        <p:spPr>
          <a:xfrm>
            <a:off x="4308355" y="1699271"/>
            <a:ext cx="4546418" cy="369332"/>
          </a:xfrm>
          <a:prstGeom prst="rect">
            <a:avLst/>
          </a:prstGeom>
          <a:noFill/>
        </p:spPr>
        <p:txBody>
          <a:bodyPr wrap="square">
            <a:spAutoFit/>
          </a:bodyPr>
          <a:lstStyle/>
          <a:p>
            <a:r>
              <a:rPr lang="en-US" altLang="zh-CN" dirty="0"/>
              <a:t>Nodes that has</a:t>
            </a:r>
            <a:r>
              <a:rPr lang="zh-CN" altLang="en-US" dirty="0"/>
              <a:t> </a:t>
            </a:r>
            <a:r>
              <a:rPr lang="en-US" altLang="zh-CN" dirty="0"/>
              <a:t>only</a:t>
            </a:r>
            <a:r>
              <a:rPr lang="zh-CN" altLang="en-US" dirty="0"/>
              <a:t> one forward ancestor </a:t>
            </a:r>
            <a:r>
              <a:rPr lang="en-US" altLang="zh-CN" dirty="0"/>
              <a:t>node </a:t>
            </a:r>
            <a:endParaRPr lang="zh-CN" altLang="en-US" dirty="0"/>
          </a:p>
        </p:txBody>
      </p:sp>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1CC7FE77-8147-A080-120C-58D8AC6D8AFF}"/>
                  </a:ext>
                </a:extLst>
              </p:cNvPr>
              <p:cNvSpPr/>
              <p:nvPr/>
            </p:nvSpPr>
            <p:spPr>
              <a:xfrm>
                <a:off x="9553196" y="2852692"/>
                <a:ext cx="883963" cy="1042146"/>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i="1" dirty="0" smtClean="0">
                          <a:solidFill>
                            <a:schemeClr val="tx1"/>
                          </a:solidFill>
                          <a:latin typeface="Cambria Math" panose="02040503050406030204" pitchFamily="18" charset="0"/>
                        </a:rPr>
                        <m:t>𝑢</m:t>
                      </m:r>
                      <m:r>
                        <a:rPr kumimoji="1" lang="en-US" altLang="zh-CN" b="0" i="1" dirty="0" smtClean="0">
                          <a:solidFill>
                            <a:schemeClr val="tx1"/>
                          </a:solidFill>
                          <a:latin typeface="Cambria Math" panose="02040503050406030204" pitchFamily="18" charset="0"/>
                        </a:rPr>
                        <m:t>,</m:t>
                      </m:r>
                      <m:r>
                        <m:rPr>
                          <m:sty m:val="p"/>
                        </m:rPr>
                        <a:rPr kumimoji="1" lang="en-US" altLang="zh-CN" b="0" i="1" dirty="0" smtClean="0">
                          <a:solidFill>
                            <a:schemeClr val="tx1"/>
                          </a:solidFill>
                          <a:latin typeface="Cambria Math" panose="02040503050406030204" pitchFamily="18" charset="0"/>
                        </a:rPr>
                        <m:t>v</m:t>
                      </m:r>
                      <m:r>
                        <a:rPr kumimoji="1" lang="en-US" altLang="zh-CN" b="0" i="1" dirty="0" smtClean="0">
                          <a:solidFill>
                            <a:schemeClr val="tx1"/>
                          </a:solidFill>
                          <a:latin typeface="Cambria Math" panose="02040503050406030204" pitchFamily="18" charset="0"/>
                        </a:rPr>
                        <m:t>,</m:t>
                      </m:r>
                      <m:r>
                        <m:rPr>
                          <m:sty m:val="p"/>
                        </m:rPr>
                        <a:rPr kumimoji="1" lang="en-US" altLang="zh-CN" b="0" i="1" dirty="0" smtClean="0">
                          <a:solidFill>
                            <a:schemeClr val="tx1"/>
                          </a:solidFill>
                          <a:latin typeface="Cambria Math" panose="02040503050406030204" pitchFamily="18" charset="0"/>
                        </a:rPr>
                        <m:t>w</m:t>
                      </m:r>
                    </m:oMath>
                  </m:oMathPara>
                </a14:m>
                <a:endParaRPr/>
              </a:p>
            </p:txBody>
          </p:sp>
        </mc:Choice>
        <mc:Fallback xmlns="">
          <p:sp>
            <p:nvSpPr>
              <p:cNvPr id="48" name="矩形 47">
                <a:extLst>
                  <a:ext uri="{FF2B5EF4-FFF2-40B4-BE49-F238E27FC236}">
                    <a16:creationId xmlns:a16="http://schemas.microsoft.com/office/drawing/2014/main" id="{1CC7FE77-8147-A080-120C-58D8AC6D8AFF}"/>
                  </a:ext>
                </a:extLst>
              </p:cNvPr>
              <p:cNvSpPr>
                <a:spLocks noRot="1" noChangeAspect="1" noMove="1" noResize="1" noEditPoints="1" noAdjustHandles="1" noChangeArrowheads="1" noChangeShapeType="1" noTextEdit="1"/>
              </p:cNvSpPr>
              <p:nvPr/>
            </p:nvSpPr>
            <p:spPr>
              <a:xfrm>
                <a:off x="9553196" y="2852692"/>
                <a:ext cx="883963" cy="1042146"/>
              </a:xfrm>
              <a:prstGeom prst="rect">
                <a:avLst/>
              </a:prstGeom>
              <a:blipFill>
                <a:blip r:embed="rId11"/>
                <a:stretch>
                  <a:fillRect r="-2778"/>
                </a:stretch>
              </a:blipFill>
              <a:ln>
                <a:solidFill>
                  <a:schemeClr val="accent1"/>
                </a:solidFill>
              </a:ln>
            </p:spPr>
            <p:txBody>
              <a:bodyPr/>
              <a:lstStyle/>
              <a:p>
                <a:r>
                  <a:rPr lang="zh-CN" altLang="en-US">
                    <a:noFill/>
                  </a:rPr>
                  <a:t> </a:t>
                </a:r>
              </a:p>
            </p:txBody>
          </p:sp>
        </mc:Fallback>
      </mc:AlternateContent>
    </p:spTree>
    <p:extLst>
      <p:ext uri="{BB962C8B-B14F-4D97-AF65-F5344CB8AC3E}">
        <p14:creationId xmlns:p14="http://schemas.microsoft.com/office/powerpoint/2010/main" val="27560065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490F8-B997-73A1-5919-7C607E40B9A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F6E42DD-0F00-B884-FC38-53C54AEB9A98}"/>
              </a:ext>
            </a:extLst>
          </p:cNvPr>
          <p:cNvSpPr txBox="1"/>
          <p:nvPr/>
        </p:nvSpPr>
        <p:spPr>
          <a:xfrm>
            <a:off x="713232" y="201168"/>
            <a:ext cx="2760436" cy="467820"/>
          </a:xfrm>
          <a:prstGeom prst="rect">
            <a:avLst/>
          </a:prstGeom>
          <a:noFill/>
        </p:spPr>
        <p:txBody>
          <a:bodyPr wrap="none" lIns="18288" tIns="18288" rIns="18288" bIns="18288">
            <a:spAutoFit/>
          </a:bodyPr>
          <a:lstStyle/>
          <a:p>
            <a:pPr algn="l"/>
            <a:r>
              <a:rPr lang="en-US" altLang="zh-CN" sz="2800" b="1" i="0" dirty="0">
                <a:solidFill>
                  <a:srgbClr val="000000"/>
                </a:solidFill>
                <a:latin typeface="Times New Roman"/>
              </a:rPr>
              <a:t>Graph</a:t>
            </a:r>
            <a:r>
              <a:rPr lang="zh-CN" altLang="en-US" sz="2800" b="1" i="0" dirty="0">
                <a:solidFill>
                  <a:srgbClr val="000000"/>
                </a:solidFill>
                <a:latin typeface="Times New Roman"/>
              </a:rPr>
              <a:t> </a:t>
            </a:r>
            <a:r>
              <a:rPr lang="en-US" altLang="zh-CN" sz="2800" b="1" i="0" dirty="0">
                <a:solidFill>
                  <a:srgbClr val="000000"/>
                </a:solidFill>
                <a:latin typeface="Times New Roman"/>
              </a:rPr>
              <a:t>Clustering</a:t>
            </a:r>
            <a:endParaRPr sz="2800" b="1" i="0" dirty="0">
              <a:solidFill>
                <a:srgbClr val="000000"/>
              </a:solidFill>
              <a:latin typeface="Times New Roman"/>
            </a:endParaRPr>
          </a:p>
        </p:txBody>
      </p:sp>
      <p:sp>
        <p:nvSpPr>
          <p:cNvPr id="6" name="Rectangle 5">
            <a:extLst>
              <a:ext uri="{FF2B5EF4-FFF2-40B4-BE49-F238E27FC236}">
                <a16:creationId xmlns:a16="http://schemas.microsoft.com/office/drawing/2014/main" id="{A87DDD8A-3898-8A66-D6B9-D21FECE1995A}"/>
              </a:ext>
            </a:extLst>
          </p:cNvPr>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矩形 9">
            <a:extLst>
              <a:ext uri="{FF2B5EF4-FFF2-40B4-BE49-F238E27FC236}">
                <a16:creationId xmlns:a16="http://schemas.microsoft.com/office/drawing/2014/main" id="{CF4FC16B-2D12-BA22-8B9C-B65FDA6EBF6F}"/>
              </a:ext>
            </a:extLst>
          </p:cNvPr>
          <p:cNvSpPr/>
          <p:nvPr/>
        </p:nvSpPr>
        <p:spPr>
          <a:xfrm>
            <a:off x="903941" y="1714462"/>
            <a:ext cx="1741394" cy="349624"/>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TDAG</a:t>
            </a:r>
            <a:endParaRPr kumimoji="1" lang="zh-CN" altLang="en-US" dirty="0">
              <a:solidFill>
                <a:schemeClr val="tx1"/>
              </a:solidFill>
            </a:endParaRPr>
          </a:p>
        </p:txBody>
      </p:sp>
      <p:sp>
        <p:nvSpPr>
          <p:cNvPr id="12" name="矩形 11">
            <a:extLst>
              <a:ext uri="{FF2B5EF4-FFF2-40B4-BE49-F238E27FC236}">
                <a16:creationId xmlns:a16="http://schemas.microsoft.com/office/drawing/2014/main" id="{81EC7BC7-8395-1CD7-B2F6-E2BC22E4A883}"/>
              </a:ext>
            </a:extLst>
          </p:cNvPr>
          <p:cNvSpPr/>
          <p:nvPr/>
        </p:nvSpPr>
        <p:spPr>
          <a:xfrm>
            <a:off x="5168511" y="1708112"/>
            <a:ext cx="1741394" cy="349624"/>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SDHG</a:t>
            </a:r>
            <a:endParaRPr kumimoji="1" lang="zh-CN" altLang="en-US" dirty="0">
              <a:solidFill>
                <a:schemeClr val="tx1"/>
              </a:solidFill>
            </a:endParaRPr>
          </a:p>
        </p:txBody>
      </p:sp>
      <p:sp>
        <p:nvSpPr>
          <p:cNvPr id="13" name="矩形 12">
            <a:extLst>
              <a:ext uri="{FF2B5EF4-FFF2-40B4-BE49-F238E27FC236}">
                <a16:creationId xmlns:a16="http://schemas.microsoft.com/office/drawing/2014/main" id="{F3F67E1C-324D-C65B-A64B-F376D42DA9DB}"/>
              </a:ext>
            </a:extLst>
          </p:cNvPr>
          <p:cNvSpPr/>
          <p:nvPr/>
        </p:nvSpPr>
        <p:spPr>
          <a:xfrm>
            <a:off x="9818952" y="1708112"/>
            <a:ext cx="1741394" cy="349624"/>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CG</a:t>
            </a:r>
            <a:endParaRPr kumimoji="1" lang="zh-CN" altLang="en-US" dirty="0">
              <a:solidFill>
                <a:schemeClr val="tx1"/>
              </a:solidFill>
            </a:endParaRPr>
          </a:p>
        </p:txBody>
      </p:sp>
      <p:cxnSp>
        <p:nvCxnSpPr>
          <p:cNvPr id="17" name="直线箭头连接符 16">
            <a:extLst>
              <a:ext uri="{FF2B5EF4-FFF2-40B4-BE49-F238E27FC236}">
                <a16:creationId xmlns:a16="http://schemas.microsoft.com/office/drawing/2014/main" id="{EFC38218-ABE8-EA44-1E26-B7F48E80F6E9}"/>
              </a:ext>
            </a:extLst>
          </p:cNvPr>
          <p:cNvCxnSpPr>
            <a:stCxn id="10" idx="3"/>
            <a:endCxn id="12" idx="1"/>
          </p:cNvCxnSpPr>
          <p:nvPr/>
        </p:nvCxnSpPr>
        <p:spPr>
          <a:xfrm flipV="1">
            <a:off x="2645335" y="1882924"/>
            <a:ext cx="2523176" cy="6350"/>
          </a:xfrm>
          <a:prstGeom prst="straightConnector1">
            <a:avLst/>
          </a:prstGeom>
          <a:ln w="25400">
            <a:solidFill>
              <a:schemeClr val="accent1">
                <a:alpha val="97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2F521910-186A-6FAB-41D8-01CD8611C230}"/>
              </a:ext>
            </a:extLst>
          </p:cNvPr>
          <p:cNvCxnSpPr>
            <a:cxnSpLocks/>
            <a:stCxn id="12" idx="3"/>
            <a:endCxn id="13" idx="1"/>
          </p:cNvCxnSpPr>
          <p:nvPr/>
        </p:nvCxnSpPr>
        <p:spPr>
          <a:xfrm>
            <a:off x="6909905" y="1882924"/>
            <a:ext cx="2909047" cy="0"/>
          </a:xfrm>
          <a:prstGeom prst="straightConnector1">
            <a:avLst/>
          </a:prstGeom>
          <a:ln w="25400">
            <a:solidFill>
              <a:schemeClr val="accent1">
                <a:alpha val="97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2F5CB99F-1BFE-D2D2-5CB4-E397AAC3CE7F}"/>
              </a:ext>
            </a:extLst>
          </p:cNvPr>
          <p:cNvSpPr txBox="1"/>
          <p:nvPr/>
        </p:nvSpPr>
        <p:spPr>
          <a:xfrm>
            <a:off x="2976283" y="1412802"/>
            <a:ext cx="2333065" cy="369332"/>
          </a:xfrm>
          <a:prstGeom prst="rect">
            <a:avLst/>
          </a:prstGeom>
          <a:noFill/>
        </p:spPr>
        <p:txBody>
          <a:bodyPr wrap="square" rtlCol="0">
            <a:spAutoFit/>
          </a:bodyPr>
          <a:lstStyle/>
          <a:p>
            <a:r>
              <a:rPr kumimoji="1" lang="en-US" altLang="zh-CN" dirty="0"/>
              <a:t>Temporal</a:t>
            </a:r>
            <a:r>
              <a:rPr kumimoji="1" lang="zh-CN" altLang="en-US" dirty="0"/>
              <a:t> </a:t>
            </a:r>
            <a:r>
              <a:rPr kumimoji="1" lang="en-US" altLang="zh-CN" dirty="0"/>
              <a:t>clustering</a:t>
            </a:r>
            <a:endParaRPr kumimoji="1" lang="zh-CN" altLang="en-US" dirty="0"/>
          </a:p>
        </p:txBody>
      </p:sp>
      <p:sp>
        <p:nvSpPr>
          <p:cNvPr id="38" name="文本框 37">
            <a:extLst>
              <a:ext uri="{FF2B5EF4-FFF2-40B4-BE49-F238E27FC236}">
                <a16:creationId xmlns:a16="http://schemas.microsoft.com/office/drawing/2014/main" id="{34AA3DB5-EB78-8A69-09E6-BB9421D6510F}"/>
              </a:ext>
            </a:extLst>
          </p:cNvPr>
          <p:cNvSpPr txBox="1"/>
          <p:nvPr/>
        </p:nvSpPr>
        <p:spPr>
          <a:xfrm>
            <a:off x="7553137" y="1414404"/>
            <a:ext cx="2333065" cy="369332"/>
          </a:xfrm>
          <a:prstGeom prst="rect">
            <a:avLst/>
          </a:prstGeom>
          <a:noFill/>
        </p:spPr>
        <p:txBody>
          <a:bodyPr wrap="square" rtlCol="0">
            <a:spAutoFit/>
          </a:bodyPr>
          <a:lstStyle/>
          <a:p>
            <a:r>
              <a:rPr kumimoji="1" lang="en-US" altLang="zh-CN" dirty="0"/>
              <a:t>Spatial</a:t>
            </a:r>
            <a:r>
              <a:rPr kumimoji="1" lang="zh-CN" altLang="en-US" dirty="0"/>
              <a:t> </a:t>
            </a:r>
            <a:r>
              <a:rPr kumimoji="1" lang="en-US" altLang="zh-CN" dirty="0"/>
              <a:t>clustering</a:t>
            </a:r>
            <a:endParaRPr kumimoji="1" lang="zh-CN" altLang="en-US" dirty="0"/>
          </a:p>
        </p:txBody>
      </p:sp>
      <p:sp>
        <p:nvSpPr>
          <p:cNvPr id="40" name="右箭头 39">
            <a:extLst>
              <a:ext uri="{FF2B5EF4-FFF2-40B4-BE49-F238E27FC236}">
                <a16:creationId xmlns:a16="http://schemas.microsoft.com/office/drawing/2014/main" id="{F5849B80-BC72-485E-9840-4191F22124D8}"/>
              </a:ext>
            </a:extLst>
          </p:cNvPr>
          <p:cNvSpPr/>
          <p:nvPr/>
        </p:nvSpPr>
        <p:spPr>
          <a:xfrm>
            <a:off x="2329719" y="1232746"/>
            <a:ext cx="3099547" cy="185571"/>
          </a:xfrm>
          <a:prstGeom prst="rightArrow">
            <a:avLst>
              <a:gd name="adj1" fmla="val 50000"/>
              <a:gd name="adj2" fmla="val 1224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文本框 43">
            <a:extLst>
              <a:ext uri="{FF2B5EF4-FFF2-40B4-BE49-F238E27FC236}">
                <a16:creationId xmlns:a16="http://schemas.microsoft.com/office/drawing/2014/main" id="{0B6405D1-8FF3-7BC3-A5E0-7687CE3E925A}"/>
              </a:ext>
            </a:extLst>
          </p:cNvPr>
          <p:cNvSpPr txBox="1"/>
          <p:nvPr/>
        </p:nvSpPr>
        <p:spPr>
          <a:xfrm>
            <a:off x="2547860" y="934455"/>
            <a:ext cx="3237753" cy="369332"/>
          </a:xfrm>
          <a:prstGeom prst="rect">
            <a:avLst/>
          </a:prstGeom>
          <a:noFill/>
        </p:spPr>
        <p:txBody>
          <a:bodyPr wrap="square" rtlCol="0">
            <a:spAutoFit/>
          </a:bodyPr>
          <a:lstStyle/>
          <a:p>
            <a:r>
              <a:rPr kumimoji="1" lang="en-US" altLang="zh-CN" dirty="0"/>
              <a:t>Node</a:t>
            </a:r>
            <a:r>
              <a:rPr kumimoji="1" lang="zh-CN" altLang="en-US" dirty="0"/>
              <a:t> </a:t>
            </a:r>
            <a:r>
              <a:rPr kumimoji="1" lang="en-US" altLang="zh-CN" dirty="0"/>
              <a:t>contains</a:t>
            </a:r>
            <a:r>
              <a:rPr kumimoji="1" lang="zh-CN" altLang="en-US" dirty="0"/>
              <a:t> </a:t>
            </a:r>
            <a:r>
              <a:rPr kumimoji="1" lang="en-US" altLang="zh-CN" dirty="0"/>
              <a:t>more</a:t>
            </a:r>
            <a:r>
              <a:rPr kumimoji="1" lang="zh-CN" altLang="en-US" dirty="0"/>
              <a:t> </a:t>
            </a:r>
            <a:r>
              <a:rPr kumimoji="1" lang="en-US" altLang="zh-CN" dirty="0"/>
              <a:t>gates</a:t>
            </a:r>
            <a:endParaRPr kumimoji="1" lang="zh-CN" altLang="en-US" dirty="0"/>
          </a:p>
        </p:txBody>
      </p:sp>
      <p:sp>
        <p:nvSpPr>
          <p:cNvPr id="47" name="右箭头 46">
            <a:extLst>
              <a:ext uri="{FF2B5EF4-FFF2-40B4-BE49-F238E27FC236}">
                <a16:creationId xmlns:a16="http://schemas.microsoft.com/office/drawing/2014/main" id="{876A4495-77DF-0DAC-5BA7-98765C2E3AEB}"/>
              </a:ext>
            </a:extLst>
          </p:cNvPr>
          <p:cNvSpPr/>
          <p:nvPr/>
        </p:nvSpPr>
        <p:spPr>
          <a:xfrm>
            <a:off x="6882653" y="1232204"/>
            <a:ext cx="3099547" cy="185571"/>
          </a:xfrm>
          <a:prstGeom prst="rightArrow">
            <a:avLst>
              <a:gd name="adj1" fmla="val 50000"/>
              <a:gd name="adj2" fmla="val 1224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文本框 48">
            <a:extLst>
              <a:ext uri="{FF2B5EF4-FFF2-40B4-BE49-F238E27FC236}">
                <a16:creationId xmlns:a16="http://schemas.microsoft.com/office/drawing/2014/main" id="{5678FA4C-E2D0-0223-12D7-84EBC9CE6229}"/>
              </a:ext>
            </a:extLst>
          </p:cNvPr>
          <p:cNvSpPr txBox="1"/>
          <p:nvPr/>
        </p:nvSpPr>
        <p:spPr>
          <a:xfrm>
            <a:off x="7100794" y="933913"/>
            <a:ext cx="3237753" cy="369332"/>
          </a:xfrm>
          <a:prstGeom prst="rect">
            <a:avLst/>
          </a:prstGeom>
          <a:noFill/>
        </p:spPr>
        <p:txBody>
          <a:bodyPr wrap="square" rtlCol="0">
            <a:spAutoFit/>
          </a:bodyPr>
          <a:lstStyle/>
          <a:p>
            <a:r>
              <a:rPr kumimoji="1" lang="en-US" altLang="zh-CN" dirty="0"/>
              <a:t>Node</a:t>
            </a:r>
            <a:r>
              <a:rPr kumimoji="1" lang="zh-CN" altLang="en-US" dirty="0"/>
              <a:t> </a:t>
            </a:r>
            <a:r>
              <a:rPr kumimoji="1" lang="en-US" altLang="zh-CN" dirty="0"/>
              <a:t>contains</a:t>
            </a:r>
            <a:r>
              <a:rPr kumimoji="1" lang="zh-CN" altLang="en-US" dirty="0"/>
              <a:t> </a:t>
            </a:r>
            <a:r>
              <a:rPr kumimoji="1" lang="en-US" altLang="zh-CN" dirty="0"/>
              <a:t>more</a:t>
            </a:r>
            <a:r>
              <a:rPr kumimoji="1" lang="zh-CN" altLang="en-US" dirty="0"/>
              <a:t> </a:t>
            </a:r>
            <a:r>
              <a:rPr kumimoji="1" lang="en-US" altLang="zh-CN" dirty="0"/>
              <a:t>qubits</a:t>
            </a:r>
            <a:endParaRPr kumimoji="1" lang="zh-CN" altLang="en-US" dirty="0"/>
          </a:p>
        </p:txBody>
      </p:sp>
      <p:pic>
        <p:nvPicPr>
          <p:cNvPr id="52" name="图片 51">
            <a:extLst>
              <a:ext uri="{FF2B5EF4-FFF2-40B4-BE49-F238E27FC236}">
                <a16:creationId xmlns:a16="http://schemas.microsoft.com/office/drawing/2014/main" id="{CA542EC4-E184-5546-ACA1-415F842226E2}"/>
              </a:ext>
            </a:extLst>
          </p:cNvPr>
          <p:cNvPicPr>
            <a:picLocks noChangeAspect="1"/>
          </p:cNvPicPr>
          <p:nvPr/>
        </p:nvPicPr>
        <p:blipFill>
          <a:blip r:embed="rId3"/>
          <a:stretch>
            <a:fillRect/>
          </a:stretch>
        </p:blipFill>
        <p:spPr>
          <a:xfrm>
            <a:off x="927164" y="2384069"/>
            <a:ext cx="1705040" cy="1379992"/>
          </a:xfrm>
          <a:prstGeom prst="rect">
            <a:avLst/>
          </a:prstGeom>
        </p:spPr>
      </p:pic>
      <p:grpSp>
        <p:nvGrpSpPr>
          <p:cNvPr id="61" name="组合 60">
            <a:extLst>
              <a:ext uri="{FF2B5EF4-FFF2-40B4-BE49-F238E27FC236}">
                <a16:creationId xmlns:a16="http://schemas.microsoft.com/office/drawing/2014/main" id="{CCE66B84-DB15-CC05-7A83-2EEC2B197D93}"/>
              </a:ext>
            </a:extLst>
          </p:cNvPr>
          <p:cNvGrpSpPr/>
          <p:nvPr/>
        </p:nvGrpSpPr>
        <p:grpSpPr>
          <a:xfrm>
            <a:off x="2671569" y="2612400"/>
            <a:ext cx="2470707" cy="923330"/>
            <a:chOff x="2671569" y="2425967"/>
            <a:chExt cx="2470707" cy="923330"/>
          </a:xfrm>
        </p:grpSpPr>
        <p:sp>
          <p:nvSpPr>
            <p:cNvPr id="60" name="右箭头 59">
              <a:extLst>
                <a:ext uri="{FF2B5EF4-FFF2-40B4-BE49-F238E27FC236}">
                  <a16:creationId xmlns:a16="http://schemas.microsoft.com/office/drawing/2014/main" id="{16B6CEEE-200C-28BE-DC5C-147EEF798EEB}"/>
                </a:ext>
              </a:extLst>
            </p:cNvPr>
            <p:cNvSpPr/>
            <p:nvPr/>
          </p:nvSpPr>
          <p:spPr>
            <a:xfrm>
              <a:off x="2671569" y="2794002"/>
              <a:ext cx="2470707" cy="239926"/>
            </a:xfrm>
            <a:prstGeom prst="rightArrow">
              <a:avLst>
                <a:gd name="adj1" fmla="val 50000"/>
                <a:gd name="adj2" fmla="val 87324"/>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文本框 53">
              <a:extLst>
                <a:ext uri="{FF2B5EF4-FFF2-40B4-BE49-F238E27FC236}">
                  <a16:creationId xmlns:a16="http://schemas.microsoft.com/office/drawing/2014/main" id="{4E1E25DB-0E60-9086-5CC1-0662C2683F76}"/>
                </a:ext>
              </a:extLst>
            </p:cNvPr>
            <p:cNvSpPr txBox="1"/>
            <p:nvPr/>
          </p:nvSpPr>
          <p:spPr>
            <a:xfrm>
              <a:off x="2922563" y="2425967"/>
              <a:ext cx="1888119" cy="923330"/>
            </a:xfrm>
            <a:prstGeom prst="rect">
              <a:avLst/>
            </a:prstGeom>
            <a:solidFill>
              <a:schemeClr val="accent4">
                <a:lumMod val="20000"/>
                <a:lumOff val="80000"/>
              </a:schemeClr>
            </a:solidFill>
          </p:spPr>
          <p:txBody>
            <a:bodyPr wrap="square" rtlCol="0">
              <a:spAutoFit/>
            </a:bodyPr>
            <a:lstStyle/>
            <a:p>
              <a:pPr algn="ctr"/>
              <a:r>
                <a:rPr kumimoji="1" lang="en-US" altLang="zh-CN" dirty="0"/>
                <a:t>Connected</a:t>
              </a:r>
              <a:r>
                <a:rPr kumimoji="1" lang="zh-CN" altLang="en-US" dirty="0"/>
                <a:t> </a:t>
              </a:r>
              <a:r>
                <a:rPr kumimoji="1" lang="en-US" altLang="zh-CN" dirty="0"/>
                <a:t>nodes</a:t>
              </a:r>
              <a:r>
                <a:rPr kumimoji="1" lang="zh-CN" altLang="en-US" dirty="0"/>
                <a:t> </a:t>
              </a:r>
              <a:r>
                <a:rPr kumimoji="1" lang="en-US" altLang="zh-CN" dirty="0"/>
                <a:t>in</a:t>
              </a:r>
              <a:r>
                <a:rPr kumimoji="1" lang="zh-CN" altLang="en-US" dirty="0"/>
                <a:t> </a:t>
              </a:r>
              <a:r>
                <a:rPr kumimoji="1" lang="en-US" altLang="zh-CN" dirty="0"/>
                <a:t>TDAG</a:t>
              </a:r>
              <a:r>
                <a:rPr kumimoji="1" lang="zh-CN" altLang="en-US" dirty="0"/>
                <a:t>  </a:t>
              </a:r>
              <a:r>
                <a:rPr kumimoji="1" lang="en-US" altLang="zh-CN" dirty="0"/>
                <a:t>are</a:t>
              </a:r>
              <a:r>
                <a:rPr kumimoji="1" lang="zh-CN" altLang="en-US" dirty="0"/>
                <a:t> </a:t>
              </a:r>
              <a:r>
                <a:rPr kumimoji="1" lang="en-US" altLang="zh-CN" dirty="0"/>
                <a:t>merged</a:t>
              </a:r>
            </a:p>
          </p:txBody>
        </p:sp>
      </p:grpSp>
      <p:pic>
        <p:nvPicPr>
          <p:cNvPr id="59" name="图片 58">
            <a:extLst>
              <a:ext uri="{FF2B5EF4-FFF2-40B4-BE49-F238E27FC236}">
                <a16:creationId xmlns:a16="http://schemas.microsoft.com/office/drawing/2014/main" id="{3D159AD1-EAFA-945B-EBFC-E09112D37DBA}"/>
              </a:ext>
            </a:extLst>
          </p:cNvPr>
          <p:cNvPicPr>
            <a:picLocks noChangeAspect="1"/>
          </p:cNvPicPr>
          <p:nvPr/>
        </p:nvPicPr>
        <p:blipFill>
          <a:blip r:embed="rId4"/>
          <a:stretch>
            <a:fillRect/>
          </a:stretch>
        </p:blipFill>
        <p:spPr>
          <a:xfrm>
            <a:off x="5379310" y="2312746"/>
            <a:ext cx="1313930" cy="1522638"/>
          </a:xfrm>
          <a:prstGeom prst="rect">
            <a:avLst/>
          </a:prstGeom>
        </p:spPr>
      </p:pic>
      <p:grpSp>
        <p:nvGrpSpPr>
          <p:cNvPr id="62" name="组合 61">
            <a:extLst>
              <a:ext uri="{FF2B5EF4-FFF2-40B4-BE49-F238E27FC236}">
                <a16:creationId xmlns:a16="http://schemas.microsoft.com/office/drawing/2014/main" id="{F2BCEC21-0EBD-8575-0F70-ED2D7F43DD4E}"/>
              </a:ext>
            </a:extLst>
          </p:cNvPr>
          <p:cNvGrpSpPr/>
          <p:nvPr/>
        </p:nvGrpSpPr>
        <p:grpSpPr>
          <a:xfrm>
            <a:off x="7100794" y="2612400"/>
            <a:ext cx="2470707" cy="923330"/>
            <a:chOff x="2671569" y="2425966"/>
            <a:chExt cx="2470707" cy="923330"/>
          </a:xfrm>
        </p:grpSpPr>
        <p:sp>
          <p:nvSpPr>
            <p:cNvPr id="63" name="右箭头 62">
              <a:extLst>
                <a:ext uri="{FF2B5EF4-FFF2-40B4-BE49-F238E27FC236}">
                  <a16:creationId xmlns:a16="http://schemas.microsoft.com/office/drawing/2014/main" id="{684E1C5A-BEF0-9F95-5C91-B062FECDB335}"/>
                </a:ext>
              </a:extLst>
            </p:cNvPr>
            <p:cNvSpPr/>
            <p:nvPr/>
          </p:nvSpPr>
          <p:spPr>
            <a:xfrm>
              <a:off x="2671569" y="2794002"/>
              <a:ext cx="2470707" cy="239926"/>
            </a:xfrm>
            <a:prstGeom prst="rightArrow">
              <a:avLst>
                <a:gd name="adj1" fmla="val 50000"/>
                <a:gd name="adj2" fmla="val 87324"/>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文本框 63">
              <a:extLst>
                <a:ext uri="{FF2B5EF4-FFF2-40B4-BE49-F238E27FC236}">
                  <a16:creationId xmlns:a16="http://schemas.microsoft.com/office/drawing/2014/main" id="{A5B4589D-72F2-1A32-1330-6739434765DA}"/>
                </a:ext>
              </a:extLst>
            </p:cNvPr>
            <p:cNvSpPr txBox="1"/>
            <p:nvPr/>
          </p:nvSpPr>
          <p:spPr>
            <a:xfrm>
              <a:off x="2934485" y="2425966"/>
              <a:ext cx="1888119" cy="923330"/>
            </a:xfrm>
            <a:prstGeom prst="rect">
              <a:avLst/>
            </a:prstGeom>
            <a:solidFill>
              <a:schemeClr val="accent4">
                <a:lumMod val="20000"/>
                <a:lumOff val="80000"/>
              </a:schemeClr>
            </a:solidFill>
          </p:spPr>
          <p:txBody>
            <a:bodyPr wrap="square" rtlCol="0">
              <a:spAutoFit/>
            </a:bodyPr>
            <a:lstStyle/>
            <a:p>
              <a:pPr algn="ctr"/>
              <a:r>
                <a:rPr kumimoji="1" lang="en-US" altLang="zh-CN" dirty="0"/>
                <a:t>Connected</a:t>
              </a:r>
              <a:r>
                <a:rPr kumimoji="1" lang="zh-CN" altLang="en-US" dirty="0"/>
                <a:t> </a:t>
              </a:r>
              <a:r>
                <a:rPr kumimoji="1" lang="en-US" altLang="zh-CN" dirty="0"/>
                <a:t>nodes</a:t>
              </a:r>
              <a:r>
                <a:rPr kumimoji="1" lang="zh-CN" altLang="en-US" dirty="0"/>
                <a:t> </a:t>
              </a:r>
              <a:r>
                <a:rPr kumimoji="1" lang="en-US" altLang="zh-CN" dirty="0"/>
                <a:t>in</a:t>
              </a:r>
              <a:r>
                <a:rPr kumimoji="1" lang="zh-CN" altLang="en-US" dirty="0"/>
                <a:t> </a:t>
              </a:r>
              <a:r>
                <a:rPr kumimoji="1" lang="en-US" altLang="zh-CN" dirty="0"/>
                <a:t>TDAG</a:t>
              </a:r>
              <a:r>
                <a:rPr kumimoji="1" lang="zh-CN" altLang="en-US" dirty="0"/>
                <a:t>  </a:t>
              </a:r>
              <a:r>
                <a:rPr kumimoji="1" lang="en-US" altLang="zh-CN" dirty="0"/>
                <a:t>are</a:t>
              </a:r>
              <a:r>
                <a:rPr kumimoji="1" lang="zh-CN" altLang="en-US" dirty="0"/>
                <a:t> </a:t>
              </a:r>
              <a:r>
                <a:rPr kumimoji="1" lang="en-US" altLang="zh-CN" dirty="0"/>
                <a:t>merged</a:t>
              </a:r>
            </a:p>
          </p:txBody>
        </p:sp>
      </p:grpSp>
      <p:pic>
        <p:nvPicPr>
          <p:cNvPr id="65" name="图片 64">
            <a:extLst>
              <a:ext uri="{FF2B5EF4-FFF2-40B4-BE49-F238E27FC236}">
                <a16:creationId xmlns:a16="http://schemas.microsoft.com/office/drawing/2014/main" id="{27250CDD-B557-1F6F-713A-1664990F8259}"/>
              </a:ext>
            </a:extLst>
          </p:cNvPr>
          <p:cNvPicPr>
            <a:picLocks noChangeAspect="1"/>
          </p:cNvPicPr>
          <p:nvPr/>
        </p:nvPicPr>
        <p:blipFill>
          <a:blip r:embed="rId5"/>
          <a:stretch>
            <a:fillRect/>
          </a:stretch>
        </p:blipFill>
        <p:spPr>
          <a:xfrm>
            <a:off x="9968434" y="2166804"/>
            <a:ext cx="1296402" cy="1535322"/>
          </a:xfrm>
          <a:prstGeom prst="rect">
            <a:avLst/>
          </a:prstGeom>
        </p:spPr>
      </p:pic>
      <p:cxnSp>
        <p:nvCxnSpPr>
          <p:cNvPr id="69" name="肘形连接符 68">
            <a:extLst>
              <a:ext uri="{FF2B5EF4-FFF2-40B4-BE49-F238E27FC236}">
                <a16:creationId xmlns:a16="http://schemas.microsoft.com/office/drawing/2014/main" id="{AF36575F-3E22-0A12-658C-E38F60229D3A}"/>
              </a:ext>
            </a:extLst>
          </p:cNvPr>
          <p:cNvCxnSpPr>
            <a:cxnSpLocks/>
            <a:stCxn id="71" idx="2"/>
            <a:endCxn id="52" idx="2"/>
          </p:cNvCxnSpPr>
          <p:nvPr/>
        </p:nvCxnSpPr>
        <p:spPr>
          <a:xfrm rot="5400000" flipH="1">
            <a:off x="5942789" y="-399043"/>
            <a:ext cx="583756" cy="8909965"/>
          </a:xfrm>
          <a:prstGeom prst="bentConnector3">
            <a:avLst>
              <a:gd name="adj1" fmla="val -22928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8EBC7453-A086-C0E0-1026-C39F17FE57DC}"/>
              </a:ext>
            </a:extLst>
          </p:cNvPr>
          <p:cNvSpPr txBox="1"/>
          <p:nvPr/>
        </p:nvSpPr>
        <p:spPr>
          <a:xfrm>
            <a:off x="9745589" y="3701486"/>
            <a:ext cx="1888119" cy="646331"/>
          </a:xfrm>
          <a:prstGeom prst="rect">
            <a:avLst/>
          </a:prstGeom>
          <a:solidFill>
            <a:schemeClr val="accent5">
              <a:lumMod val="20000"/>
              <a:lumOff val="80000"/>
            </a:schemeClr>
          </a:solidFill>
        </p:spPr>
        <p:txBody>
          <a:bodyPr wrap="square" rtlCol="0">
            <a:spAutoFit/>
          </a:bodyPr>
          <a:lstStyle/>
          <a:p>
            <a:pPr algn="ctr"/>
            <a:r>
              <a:rPr kumimoji="1" lang="en-US" altLang="zh-CN" dirty="0"/>
              <a:t>Each</a:t>
            </a:r>
            <a:r>
              <a:rPr kumimoji="1" lang="zh-CN" altLang="en-US" dirty="0"/>
              <a:t> </a:t>
            </a:r>
            <a:r>
              <a:rPr kumimoji="1" lang="en-US" altLang="zh-CN" dirty="0"/>
              <a:t>node</a:t>
            </a:r>
            <a:r>
              <a:rPr kumimoji="1" lang="zh-CN" altLang="en-US" dirty="0"/>
              <a:t> </a:t>
            </a:r>
            <a:r>
              <a:rPr kumimoji="1" lang="en-US" altLang="zh-CN" dirty="0"/>
              <a:t>maps</a:t>
            </a:r>
            <a:r>
              <a:rPr kumimoji="1" lang="zh-CN" altLang="en-US" dirty="0"/>
              <a:t> </a:t>
            </a:r>
            <a:r>
              <a:rPr kumimoji="1" lang="en-US" altLang="zh-CN" dirty="0"/>
              <a:t>to</a:t>
            </a:r>
            <a:r>
              <a:rPr kumimoji="1" lang="zh-CN" altLang="en-US" dirty="0"/>
              <a:t> </a:t>
            </a:r>
            <a:r>
              <a:rPr kumimoji="1" lang="en-US" altLang="zh-CN" dirty="0"/>
              <a:t>a</a:t>
            </a:r>
            <a:r>
              <a:rPr kumimoji="1" lang="zh-CN" altLang="en-US" dirty="0"/>
              <a:t> </a:t>
            </a:r>
            <a:r>
              <a:rPr kumimoji="1" lang="en-US" altLang="zh-CN" dirty="0"/>
              <a:t>chip</a:t>
            </a:r>
          </a:p>
        </p:txBody>
      </p:sp>
      <p:sp>
        <p:nvSpPr>
          <p:cNvPr id="74" name="椭圆 73">
            <a:extLst>
              <a:ext uri="{FF2B5EF4-FFF2-40B4-BE49-F238E27FC236}">
                <a16:creationId xmlns:a16="http://schemas.microsoft.com/office/drawing/2014/main" id="{5F5158D7-EED8-3671-8F83-E960A789B778}"/>
              </a:ext>
            </a:extLst>
          </p:cNvPr>
          <p:cNvSpPr/>
          <p:nvPr/>
        </p:nvSpPr>
        <p:spPr>
          <a:xfrm>
            <a:off x="2688715" y="1446782"/>
            <a:ext cx="287568" cy="288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75" name="椭圆 74">
            <a:extLst>
              <a:ext uri="{FF2B5EF4-FFF2-40B4-BE49-F238E27FC236}">
                <a16:creationId xmlns:a16="http://schemas.microsoft.com/office/drawing/2014/main" id="{B5713F4C-E635-C101-10C7-0CFCDE32B899}"/>
              </a:ext>
            </a:extLst>
          </p:cNvPr>
          <p:cNvSpPr/>
          <p:nvPr/>
        </p:nvSpPr>
        <p:spPr>
          <a:xfrm>
            <a:off x="7145651" y="1455070"/>
            <a:ext cx="287568" cy="288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76" name="矩形 75">
            <a:extLst>
              <a:ext uri="{FF2B5EF4-FFF2-40B4-BE49-F238E27FC236}">
                <a16:creationId xmlns:a16="http://schemas.microsoft.com/office/drawing/2014/main" id="{314D3153-BA2D-5AF1-5FA1-1E33B925F917}"/>
              </a:ext>
            </a:extLst>
          </p:cNvPr>
          <p:cNvSpPr/>
          <p:nvPr/>
        </p:nvSpPr>
        <p:spPr>
          <a:xfrm>
            <a:off x="1919470" y="4485564"/>
            <a:ext cx="7924124" cy="77696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accent2"/>
                </a:solidFill>
              </a:rPr>
              <a:t>If the</a:t>
            </a:r>
            <a:r>
              <a:rPr kumimoji="1" lang="zh-CN" altLang="en-US" dirty="0">
                <a:solidFill>
                  <a:schemeClr val="accent2"/>
                </a:solidFill>
              </a:rPr>
              <a:t> </a:t>
            </a:r>
            <a:r>
              <a:rPr kumimoji="1" lang="en-US" altLang="zh-CN" dirty="0">
                <a:solidFill>
                  <a:schemeClr val="accent2"/>
                </a:solidFill>
              </a:rPr>
              <a:t>number</a:t>
            </a:r>
            <a:r>
              <a:rPr kumimoji="1" lang="zh-CN" altLang="en-US" dirty="0">
                <a:solidFill>
                  <a:schemeClr val="accent2"/>
                </a:solidFill>
              </a:rPr>
              <a:t> </a:t>
            </a:r>
            <a:r>
              <a:rPr kumimoji="1" lang="en-US" altLang="zh-CN" dirty="0">
                <a:solidFill>
                  <a:schemeClr val="accent2"/>
                </a:solidFill>
              </a:rPr>
              <a:t>of qubits in a node = the</a:t>
            </a:r>
            <a:r>
              <a:rPr kumimoji="1" lang="zh-CN" altLang="en-US" dirty="0">
                <a:solidFill>
                  <a:schemeClr val="accent2"/>
                </a:solidFill>
              </a:rPr>
              <a:t> </a:t>
            </a:r>
            <a:r>
              <a:rPr kumimoji="1" lang="en-US" altLang="zh-CN" dirty="0">
                <a:solidFill>
                  <a:schemeClr val="accent2"/>
                </a:solidFill>
              </a:rPr>
              <a:t>number</a:t>
            </a:r>
            <a:r>
              <a:rPr kumimoji="1" lang="zh-CN" altLang="en-US" dirty="0">
                <a:solidFill>
                  <a:schemeClr val="accent2"/>
                </a:solidFill>
              </a:rPr>
              <a:t> </a:t>
            </a:r>
            <a:r>
              <a:rPr kumimoji="1" lang="en-US" altLang="zh-CN" dirty="0">
                <a:solidFill>
                  <a:schemeClr val="accent2"/>
                </a:solidFill>
              </a:rPr>
              <a:t>of</a:t>
            </a:r>
            <a:r>
              <a:rPr kumimoji="1" lang="zh-CN" altLang="en-US" dirty="0">
                <a:solidFill>
                  <a:schemeClr val="accent2"/>
                </a:solidFill>
              </a:rPr>
              <a:t> </a:t>
            </a:r>
            <a:r>
              <a:rPr kumimoji="1" lang="en-US" altLang="zh-CN" dirty="0">
                <a:solidFill>
                  <a:schemeClr val="accent2"/>
                </a:solidFill>
              </a:rPr>
              <a:t>qubits in a chip, this node is fixed.</a:t>
            </a:r>
          </a:p>
          <a:p>
            <a:pPr algn="ctr"/>
            <a:r>
              <a:rPr kumimoji="1" lang="en-US" altLang="zh-CN" dirty="0">
                <a:solidFill>
                  <a:schemeClr val="accent2"/>
                </a:solidFill>
              </a:rPr>
              <a:t>Otherwise, it needs to further clustered</a:t>
            </a:r>
            <a:endParaRPr kumimoji="1" lang="zh-CN" altLang="en-US" dirty="0">
              <a:solidFill>
                <a:schemeClr val="accent2"/>
              </a:solidFill>
            </a:endParaRPr>
          </a:p>
        </p:txBody>
      </p:sp>
      <p:sp>
        <p:nvSpPr>
          <p:cNvPr id="4" name="矩形 3">
            <a:extLst>
              <a:ext uri="{FF2B5EF4-FFF2-40B4-BE49-F238E27FC236}">
                <a16:creationId xmlns:a16="http://schemas.microsoft.com/office/drawing/2014/main" id="{F8AAFF4F-9161-FB94-6748-6F0D20BB5CAB}"/>
              </a:ext>
            </a:extLst>
          </p:cNvPr>
          <p:cNvSpPr/>
          <p:nvPr/>
        </p:nvSpPr>
        <p:spPr>
          <a:xfrm>
            <a:off x="3979200" y="5402930"/>
            <a:ext cx="4233600" cy="496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#qubits</a:t>
            </a:r>
            <a:r>
              <a:rPr kumimoji="1" lang="zh-CN" altLang="en-US" dirty="0"/>
              <a:t> </a:t>
            </a:r>
            <a:r>
              <a:rPr kumimoji="1" lang="en-US" altLang="zh-CN" dirty="0"/>
              <a:t>in</a:t>
            </a:r>
            <a:r>
              <a:rPr kumimoji="1" lang="zh-CN" altLang="en-US" dirty="0"/>
              <a:t> </a:t>
            </a:r>
            <a:r>
              <a:rPr kumimoji="1" lang="en-US" altLang="zh-CN" dirty="0"/>
              <a:t>nodes</a:t>
            </a:r>
            <a:r>
              <a:rPr kumimoji="1" lang="zh-CN" altLang="en-US" dirty="0"/>
              <a:t> </a:t>
            </a:r>
            <a:r>
              <a:rPr kumimoji="1" lang="en-US" altLang="zh-CN" dirty="0"/>
              <a:t>&lt; #qubits in chips?</a:t>
            </a:r>
            <a:endParaRPr kumimoji="1" lang="zh-CN" altLang="en-US" dirty="0"/>
          </a:p>
        </p:txBody>
      </p:sp>
      <p:cxnSp>
        <p:nvCxnSpPr>
          <p:cNvPr id="8" name="直线箭头连接符 7">
            <a:extLst>
              <a:ext uri="{FF2B5EF4-FFF2-40B4-BE49-F238E27FC236}">
                <a16:creationId xmlns:a16="http://schemas.microsoft.com/office/drawing/2014/main" id="{3A62D2BB-D71B-E230-1C7E-D774B19E8878}"/>
              </a:ext>
            </a:extLst>
          </p:cNvPr>
          <p:cNvCxnSpPr>
            <a:stCxn id="4" idx="2"/>
          </p:cNvCxnSpPr>
          <p:nvPr/>
        </p:nvCxnSpPr>
        <p:spPr>
          <a:xfrm>
            <a:off x="6096000" y="5899730"/>
            <a:ext cx="0" cy="42907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802F13B4-1713-C3C6-9829-7E308B512F0C}"/>
              </a:ext>
            </a:extLst>
          </p:cNvPr>
          <p:cNvSpPr txBox="1"/>
          <p:nvPr/>
        </p:nvSpPr>
        <p:spPr>
          <a:xfrm>
            <a:off x="3037460" y="5281998"/>
            <a:ext cx="699340" cy="369332"/>
          </a:xfrm>
          <a:prstGeom prst="rect">
            <a:avLst/>
          </a:prstGeom>
          <a:noFill/>
        </p:spPr>
        <p:txBody>
          <a:bodyPr wrap="square" rtlCol="0">
            <a:spAutoFit/>
          </a:bodyPr>
          <a:lstStyle/>
          <a:p>
            <a:r>
              <a:rPr kumimoji="1" lang="en-US" altLang="zh-CN" dirty="0"/>
              <a:t>Yes</a:t>
            </a:r>
            <a:endParaRPr kumimoji="1" lang="zh-CN" altLang="en-US" dirty="0"/>
          </a:p>
        </p:txBody>
      </p:sp>
      <p:sp>
        <p:nvSpPr>
          <p:cNvPr id="11" name="文本框 10">
            <a:extLst>
              <a:ext uri="{FF2B5EF4-FFF2-40B4-BE49-F238E27FC236}">
                <a16:creationId xmlns:a16="http://schemas.microsoft.com/office/drawing/2014/main" id="{2539D700-0B37-072C-734E-5D68059EF34E}"/>
              </a:ext>
            </a:extLst>
          </p:cNvPr>
          <p:cNvSpPr txBox="1"/>
          <p:nvPr/>
        </p:nvSpPr>
        <p:spPr>
          <a:xfrm>
            <a:off x="6105390" y="5938663"/>
            <a:ext cx="699340" cy="369332"/>
          </a:xfrm>
          <a:prstGeom prst="rect">
            <a:avLst/>
          </a:prstGeom>
          <a:noFill/>
        </p:spPr>
        <p:txBody>
          <a:bodyPr wrap="square" rtlCol="0">
            <a:spAutoFit/>
          </a:bodyPr>
          <a:lstStyle/>
          <a:p>
            <a:r>
              <a:rPr kumimoji="1" lang="en-US" altLang="zh-CN" dirty="0"/>
              <a:t>No</a:t>
            </a:r>
            <a:endParaRPr kumimoji="1" lang="zh-CN" altLang="en-US" dirty="0"/>
          </a:p>
        </p:txBody>
      </p:sp>
    </p:spTree>
    <p:extLst>
      <p:ext uri="{BB962C8B-B14F-4D97-AF65-F5344CB8AC3E}">
        <p14:creationId xmlns:p14="http://schemas.microsoft.com/office/powerpoint/2010/main" val="32635336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7B89D-1A1D-2540-0CEA-EAFDA064DE1C}"/>
            </a:ext>
          </a:extLst>
        </p:cNvPr>
        <p:cNvGrpSpPr/>
        <p:nvPr/>
      </p:nvGrpSpPr>
      <p:grpSpPr>
        <a:xfrm>
          <a:off x="0" y="0"/>
          <a:ext cx="0" cy="0"/>
          <a:chOff x="0" y="0"/>
          <a:chExt cx="0" cy="0"/>
        </a:xfrm>
      </p:grpSpPr>
      <p:sp>
        <p:nvSpPr>
          <p:cNvPr id="182" name="直角上箭头 181">
            <a:extLst>
              <a:ext uri="{FF2B5EF4-FFF2-40B4-BE49-F238E27FC236}">
                <a16:creationId xmlns:a16="http://schemas.microsoft.com/office/drawing/2014/main" id="{027AE736-949E-F27A-E64D-2590DC2A95E8}"/>
              </a:ext>
            </a:extLst>
          </p:cNvPr>
          <p:cNvSpPr/>
          <p:nvPr/>
        </p:nvSpPr>
        <p:spPr>
          <a:xfrm flipH="1">
            <a:off x="1310185" y="4502875"/>
            <a:ext cx="9751325" cy="1028997"/>
          </a:xfrm>
          <a:prstGeom prst="bentUpArrow">
            <a:avLst>
              <a:gd name="adj1" fmla="val 15053"/>
              <a:gd name="adj2" fmla="val 25000"/>
              <a:gd name="adj3" fmla="val 25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TextBox 4">
            <a:extLst>
              <a:ext uri="{FF2B5EF4-FFF2-40B4-BE49-F238E27FC236}">
                <a16:creationId xmlns:a16="http://schemas.microsoft.com/office/drawing/2014/main" id="{B242297E-2178-E8CD-FFD8-6DF0C96A10D9}"/>
              </a:ext>
            </a:extLst>
          </p:cNvPr>
          <p:cNvSpPr txBox="1"/>
          <p:nvPr/>
        </p:nvSpPr>
        <p:spPr>
          <a:xfrm>
            <a:off x="713232" y="201168"/>
            <a:ext cx="2340449" cy="467820"/>
          </a:xfrm>
          <a:prstGeom prst="rect">
            <a:avLst/>
          </a:prstGeom>
          <a:noFill/>
        </p:spPr>
        <p:txBody>
          <a:bodyPr wrap="none" lIns="18288" tIns="18288" rIns="18288" bIns="18288">
            <a:spAutoFit/>
          </a:bodyPr>
          <a:lstStyle/>
          <a:p>
            <a:pPr algn="l"/>
            <a:r>
              <a:rPr lang="en-US" altLang="zh-CN" sz="2800" b="1" i="0" dirty="0">
                <a:solidFill>
                  <a:srgbClr val="000000"/>
                </a:solidFill>
                <a:latin typeface="Times New Roman"/>
              </a:rPr>
              <a:t>Reverse</a:t>
            </a:r>
            <a:r>
              <a:rPr lang="zh-CN" altLang="en-US" sz="2800" b="1" i="0" dirty="0">
                <a:solidFill>
                  <a:srgbClr val="000000"/>
                </a:solidFill>
                <a:latin typeface="Times New Roman"/>
              </a:rPr>
              <a:t> </a:t>
            </a:r>
            <a:r>
              <a:rPr lang="en-US" altLang="zh-CN" sz="2800" b="1" i="0" dirty="0">
                <a:solidFill>
                  <a:srgbClr val="000000"/>
                </a:solidFill>
                <a:latin typeface="Times New Roman"/>
              </a:rPr>
              <a:t>tuning</a:t>
            </a:r>
            <a:endParaRPr sz="2800" b="1" i="0" dirty="0">
              <a:solidFill>
                <a:srgbClr val="000000"/>
              </a:solidFill>
              <a:latin typeface="Times New Roman"/>
            </a:endParaRPr>
          </a:p>
        </p:txBody>
      </p:sp>
      <p:sp>
        <p:nvSpPr>
          <p:cNvPr id="6" name="Rectangle 5">
            <a:extLst>
              <a:ext uri="{FF2B5EF4-FFF2-40B4-BE49-F238E27FC236}">
                <a16:creationId xmlns:a16="http://schemas.microsoft.com/office/drawing/2014/main" id="{CDFD62DF-56D0-9801-12D3-AD1ED7B31349}"/>
              </a:ext>
            </a:extLst>
          </p:cNvPr>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矩形 9">
            <a:extLst>
              <a:ext uri="{FF2B5EF4-FFF2-40B4-BE49-F238E27FC236}">
                <a16:creationId xmlns:a16="http://schemas.microsoft.com/office/drawing/2014/main" id="{14362BF1-7D8D-2EF9-9D60-53CC859E82D5}"/>
              </a:ext>
            </a:extLst>
          </p:cNvPr>
          <p:cNvSpPr/>
          <p:nvPr/>
        </p:nvSpPr>
        <p:spPr>
          <a:xfrm>
            <a:off x="960733" y="1919693"/>
            <a:ext cx="1741394" cy="349624"/>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Last graph</a:t>
            </a:r>
            <a:endParaRPr kumimoji="1" lang="zh-CN" altLang="en-US" dirty="0">
              <a:solidFill>
                <a:schemeClr val="tx1"/>
              </a:solidFill>
            </a:endParaRPr>
          </a:p>
        </p:txBody>
      </p:sp>
      <p:sp>
        <p:nvSpPr>
          <p:cNvPr id="12" name="矩形 11">
            <a:extLst>
              <a:ext uri="{FF2B5EF4-FFF2-40B4-BE49-F238E27FC236}">
                <a16:creationId xmlns:a16="http://schemas.microsoft.com/office/drawing/2014/main" id="{C850C953-A05C-1C7F-818F-FAE6BA02A829}"/>
              </a:ext>
            </a:extLst>
          </p:cNvPr>
          <p:cNvSpPr/>
          <p:nvPr/>
        </p:nvSpPr>
        <p:spPr>
          <a:xfrm>
            <a:off x="9342718" y="1919693"/>
            <a:ext cx="2234203" cy="349624"/>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Optimized graph</a:t>
            </a:r>
            <a:endParaRPr kumimoji="1" lang="zh-CN" altLang="en-US" dirty="0">
              <a:solidFill>
                <a:schemeClr val="tx1"/>
              </a:solidFill>
            </a:endParaRPr>
          </a:p>
        </p:txBody>
      </p:sp>
      <p:sp>
        <p:nvSpPr>
          <p:cNvPr id="13" name="矩形 12">
            <a:extLst>
              <a:ext uri="{FF2B5EF4-FFF2-40B4-BE49-F238E27FC236}">
                <a16:creationId xmlns:a16="http://schemas.microsoft.com/office/drawing/2014/main" id="{C117B905-859F-968A-FDFC-6BCDDEB5EDD3}"/>
              </a:ext>
            </a:extLst>
          </p:cNvPr>
          <p:cNvSpPr/>
          <p:nvPr/>
        </p:nvSpPr>
        <p:spPr>
          <a:xfrm>
            <a:off x="4932281" y="1919693"/>
            <a:ext cx="2075744" cy="349624"/>
          </a:xfrm>
          <a:prstGeom prst="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previous graph</a:t>
            </a:r>
            <a:endParaRPr kumimoji="1" lang="zh-CN" altLang="en-US" dirty="0">
              <a:solidFill>
                <a:schemeClr val="tx1"/>
              </a:solidFill>
            </a:endParaRPr>
          </a:p>
        </p:txBody>
      </p:sp>
      <p:cxnSp>
        <p:nvCxnSpPr>
          <p:cNvPr id="17" name="直线箭头连接符 16">
            <a:extLst>
              <a:ext uri="{FF2B5EF4-FFF2-40B4-BE49-F238E27FC236}">
                <a16:creationId xmlns:a16="http://schemas.microsoft.com/office/drawing/2014/main" id="{D94BE9DD-FC69-648A-5136-B892D7D31250}"/>
              </a:ext>
            </a:extLst>
          </p:cNvPr>
          <p:cNvCxnSpPr>
            <a:cxnSpLocks/>
            <a:endCxn id="12" idx="1"/>
          </p:cNvCxnSpPr>
          <p:nvPr/>
        </p:nvCxnSpPr>
        <p:spPr>
          <a:xfrm flipV="1">
            <a:off x="7008025" y="2094505"/>
            <a:ext cx="2334693" cy="541"/>
          </a:xfrm>
          <a:prstGeom prst="straightConnector1">
            <a:avLst/>
          </a:prstGeom>
          <a:ln w="25400">
            <a:solidFill>
              <a:schemeClr val="accent1">
                <a:alpha val="97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075BB35E-5258-BA97-A8CD-785E49ED1711}"/>
              </a:ext>
            </a:extLst>
          </p:cNvPr>
          <p:cNvCxnSpPr>
            <a:cxnSpLocks/>
            <a:stCxn id="10" idx="3"/>
            <a:endCxn id="13" idx="1"/>
          </p:cNvCxnSpPr>
          <p:nvPr/>
        </p:nvCxnSpPr>
        <p:spPr>
          <a:xfrm>
            <a:off x="2702127" y="2094505"/>
            <a:ext cx="2230154" cy="0"/>
          </a:xfrm>
          <a:prstGeom prst="straightConnector1">
            <a:avLst/>
          </a:prstGeom>
          <a:ln w="25400">
            <a:solidFill>
              <a:schemeClr val="accent1">
                <a:alpha val="97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F03D3248-632F-6ECA-5715-AB7A993B9009}"/>
              </a:ext>
            </a:extLst>
          </p:cNvPr>
          <p:cNvSpPr txBox="1"/>
          <p:nvPr/>
        </p:nvSpPr>
        <p:spPr>
          <a:xfrm>
            <a:off x="2506063" y="4127162"/>
            <a:ext cx="2641088" cy="369332"/>
          </a:xfrm>
          <a:prstGeom prst="rect">
            <a:avLst/>
          </a:prstGeom>
          <a:noFill/>
        </p:spPr>
        <p:txBody>
          <a:bodyPr wrap="square" rtlCol="0">
            <a:spAutoFit/>
          </a:bodyPr>
          <a:lstStyle/>
          <a:p>
            <a:r>
              <a:rPr kumimoji="1" lang="en-US" altLang="zh-CN" dirty="0"/>
              <a:t>map clusters to last graph</a:t>
            </a:r>
            <a:endParaRPr kumimoji="1" lang="zh-CN" altLang="en-US" dirty="0"/>
          </a:p>
        </p:txBody>
      </p:sp>
      <p:sp>
        <p:nvSpPr>
          <p:cNvPr id="40" name="右箭头 39">
            <a:extLst>
              <a:ext uri="{FF2B5EF4-FFF2-40B4-BE49-F238E27FC236}">
                <a16:creationId xmlns:a16="http://schemas.microsoft.com/office/drawing/2014/main" id="{418119FB-47D0-79DF-CEDC-256C987496D5}"/>
              </a:ext>
            </a:extLst>
          </p:cNvPr>
          <p:cNvSpPr/>
          <p:nvPr/>
        </p:nvSpPr>
        <p:spPr>
          <a:xfrm>
            <a:off x="2455090" y="3861522"/>
            <a:ext cx="2692061" cy="181658"/>
          </a:xfrm>
          <a:prstGeom prst="rightArrow">
            <a:avLst>
              <a:gd name="adj1" fmla="val 50000"/>
              <a:gd name="adj2" fmla="val 1224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文本框 43">
            <a:extLst>
              <a:ext uri="{FF2B5EF4-FFF2-40B4-BE49-F238E27FC236}">
                <a16:creationId xmlns:a16="http://schemas.microsoft.com/office/drawing/2014/main" id="{A36C997B-28B2-1412-0471-D6D5E5AA72EE}"/>
              </a:ext>
            </a:extLst>
          </p:cNvPr>
          <p:cNvSpPr txBox="1"/>
          <p:nvPr/>
        </p:nvSpPr>
        <p:spPr>
          <a:xfrm>
            <a:off x="7359579" y="1675380"/>
            <a:ext cx="1500586" cy="369332"/>
          </a:xfrm>
          <a:prstGeom prst="rect">
            <a:avLst/>
          </a:prstGeom>
          <a:noFill/>
        </p:spPr>
        <p:txBody>
          <a:bodyPr wrap="square" rtlCol="0">
            <a:spAutoFit/>
          </a:bodyPr>
          <a:lstStyle/>
          <a:p>
            <a:r>
              <a:rPr kumimoji="1" lang="en-US" altLang="zh-CN" dirty="0"/>
              <a:t>Node moving</a:t>
            </a:r>
            <a:endParaRPr kumimoji="1" lang="zh-CN" altLang="en-US" dirty="0"/>
          </a:p>
        </p:txBody>
      </p:sp>
      <p:sp>
        <p:nvSpPr>
          <p:cNvPr id="49" name="文本框 48">
            <a:extLst>
              <a:ext uri="{FF2B5EF4-FFF2-40B4-BE49-F238E27FC236}">
                <a16:creationId xmlns:a16="http://schemas.microsoft.com/office/drawing/2014/main" id="{E598AF48-06D7-1043-E5C4-5E1A375AF959}"/>
              </a:ext>
            </a:extLst>
          </p:cNvPr>
          <p:cNvSpPr txBox="1"/>
          <p:nvPr/>
        </p:nvSpPr>
        <p:spPr>
          <a:xfrm>
            <a:off x="2814087" y="1618746"/>
            <a:ext cx="1651134" cy="369332"/>
          </a:xfrm>
          <a:prstGeom prst="rect">
            <a:avLst/>
          </a:prstGeom>
          <a:noFill/>
        </p:spPr>
        <p:txBody>
          <a:bodyPr wrap="square" rtlCol="0">
            <a:spAutoFit/>
          </a:bodyPr>
          <a:lstStyle/>
          <a:p>
            <a:r>
              <a:rPr kumimoji="1" lang="en-US" altLang="zh-CN" dirty="0"/>
              <a:t> graph mapping</a:t>
            </a:r>
            <a:endParaRPr kumimoji="1" lang="zh-CN" altLang="en-US" dirty="0"/>
          </a:p>
        </p:txBody>
      </p:sp>
      <p:grpSp>
        <p:nvGrpSpPr>
          <p:cNvPr id="153" name="组合 152">
            <a:extLst>
              <a:ext uri="{FF2B5EF4-FFF2-40B4-BE49-F238E27FC236}">
                <a16:creationId xmlns:a16="http://schemas.microsoft.com/office/drawing/2014/main" id="{4B2DABC7-FE20-11A0-0EE3-DC8F822CABD0}"/>
              </a:ext>
            </a:extLst>
          </p:cNvPr>
          <p:cNvGrpSpPr/>
          <p:nvPr/>
        </p:nvGrpSpPr>
        <p:grpSpPr>
          <a:xfrm>
            <a:off x="6569117" y="2510454"/>
            <a:ext cx="3197502" cy="1633855"/>
            <a:chOff x="2788978" y="2783339"/>
            <a:chExt cx="2560119" cy="1308166"/>
          </a:xfrm>
        </p:grpSpPr>
        <p:sp>
          <p:nvSpPr>
            <p:cNvPr id="15" name="任意形状 14">
              <a:extLst>
                <a:ext uri="{FF2B5EF4-FFF2-40B4-BE49-F238E27FC236}">
                  <a16:creationId xmlns:a16="http://schemas.microsoft.com/office/drawing/2014/main" id="{80152869-778F-46B2-CB4D-BF9E9513977C}"/>
                </a:ext>
              </a:extLst>
            </p:cNvPr>
            <p:cNvSpPr/>
            <p:nvPr/>
          </p:nvSpPr>
          <p:spPr>
            <a:xfrm>
              <a:off x="5042020" y="3055756"/>
              <a:ext cx="307077" cy="836948"/>
            </a:xfrm>
            <a:custGeom>
              <a:avLst/>
              <a:gdLst>
                <a:gd name="csX0" fmla="*/ 307077 w 307077"/>
                <a:gd name="csY0" fmla="*/ 143204 h 836948"/>
                <a:gd name="csX1" fmla="*/ 307077 w 307077"/>
                <a:gd name="csY1" fmla="*/ 693745 h 836948"/>
                <a:gd name="csX2" fmla="*/ 163881 w 307077"/>
                <a:gd name="csY2" fmla="*/ 836949 h 836948"/>
                <a:gd name="csX3" fmla="*/ 143197 w 307077"/>
                <a:gd name="csY3" fmla="*/ 836949 h 836948"/>
                <a:gd name="csX4" fmla="*/ 0 w 307077"/>
                <a:gd name="csY4" fmla="*/ 693745 h 836948"/>
                <a:gd name="csX5" fmla="*/ 0 w 307077"/>
                <a:gd name="csY5" fmla="*/ 143204 h 836948"/>
                <a:gd name="csX6" fmla="*/ 143197 w 307077"/>
                <a:gd name="csY6" fmla="*/ 0 h 836948"/>
                <a:gd name="csX7" fmla="*/ 163881 w 307077"/>
                <a:gd name="csY7" fmla="*/ 0 h 836948"/>
                <a:gd name="csX8" fmla="*/ 307077 w 307077"/>
                <a:gd name="csY8" fmla="*/ 143204 h 836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7077" h="836948">
                  <a:moveTo>
                    <a:pt x="307077" y="143204"/>
                  </a:moveTo>
                  <a:lnTo>
                    <a:pt x="307077" y="693745"/>
                  </a:lnTo>
                  <a:cubicBezTo>
                    <a:pt x="307077" y="772841"/>
                    <a:pt x="242973" y="836949"/>
                    <a:pt x="163881" y="836949"/>
                  </a:cubicBezTo>
                  <a:lnTo>
                    <a:pt x="143197" y="836949"/>
                  </a:lnTo>
                  <a:cubicBezTo>
                    <a:pt x="64104" y="836949"/>
                    <a:pt x="0" y="772841"/>
                    <a:pt x="0" y="693745"/>
                  </a:cubicBezTo>
                  <a:lnTo>
                    <a:pt x="0" y="143204"/>
                  </a:lnTo>
                  <a:cubicBezTo>
                    <a:pt x="0" y="64114"/>
                    <a:pt x="64104" y="0"/>
                    <a:pt x="143197" y="0"/>
                  </a:cubicBezTo>
                  <a:lnTo>
                    <a:pt x="163881" y="0"/>
                  </a:lnTo>
                  <a:cubicBezTo>
                    <a:pt x="242973" y="0"/>
                    <a:pt x="307077" y="64114"/>
                    <a:pt x="307077" y="143204"/>
                  </a:cubicBezTo>
                  <a:close/>
                </a:path>
              </a:pathLst>
            </a:custGeom>
            <a:solidFill>
              <a:srgbClr val="F39E85">
                <a:alpha val="80000"/>
              </a:srgbClr>
            </a:solidFill>
            <a:ln w="1591" cap="flat">
              <a:noFill/>
              <a:prstDash val="solid"/>
              <a:miter/>
            </a:ln>
          </p:spPr>
        </p:sp>
        <p:sp>
          <p:nvSpPr>
            <p:cNvPr id="16" name="任意形状 15">
              <a:extLst>
                <a:ext uri="{FF2B5EF4-FFF2-40B4-BE49-F238E27FC236}">
                  <a16:creationId xmlns:a16="http://schemas.microsoft.com/office/drawing/2014/main" id="{88B1BDF5-01F9-F643-285E-EF2FE68028F1}"/>
                </a:ext>
              </a:extLst>
            </p:cNvPr>
            <p:cNvSpPr/>
            <p:nvPr/>
          </p:nvSpPr>
          <p:spPr>
            <a:xfrm>
              <a:off x="3562718" y="3347159"/>
              <a:ext cx="1068231" cy="91865"/>
            </a:xfrm>
            <a:custGeom>
              <a:avLst/>
              <a:gdLst>
                <a:gd name="csX0" fmla="*/ 1068232 w 1068231"/>
                <a:gd name="csY0" fmla="*/ 45677 h 91865"/>
                <a:gd name="csX1" fmla="*/ 988551 w 1068231"/>
                <a:gd name="csY1" fmla="*/ 0 h 91865"/>
                <a:gd name="csX2" fmla="*/ 988789 w 1068231"/>
                <a:gd name="csY2" fmla="*/ 91866 h 91865"/>
                <a:gd name="csX3" fmla="*/ 1068232 w 1068231"/>
                <a:gd name="csY3" fmla="*/ 45677 h 91865"/>
                <a:gd name="csX4" fmla="*/ 16 w 1068231"/>
                <a:gd name="csY4" fmla="*/ 49105 h 91865"/>
                <a:gd name="csX5" fmla="*/ 32 w 1068231"/>
                <a:gd name="csY5" fmla="*/ 57061 h 91865"/>
                <a:gd name="csX6" fmla="*/ 996649 w 1068231"/>
                <a:gd name="csY6" fmla="*/ 53864 h 91865"/>
                <a:gd name="csX7" fmla="*/ 996633 w 1068231"/>
                <a:gd name="csY7" fmla="*/ 45908 h 91865"/>
                <a:gd name="csX8" fmla="*/ 996602 w 1068231"/>
                <a:gd name="csY8" fmla="*/ 37952 h 91865"/>
                <a:gd name="csX9" fmla="*/ 0 w 1068231"/>
                <a:gd name="csY9" fmla="*/ 41149 h 91865"/>
                <a:gd name="csX10" fmla="*/ 16 w 1068231"/>
                <a:gd name="csY10" fmla="*/ 49105 h 91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68231" h="91865">
                  <a:moveTo>
                    <a:pt x="1068232" y="45677"/>
                  </a:moveTo>
                  <a:lnTo>
                    <a:pt x="988551" y="0"/>
                  </a:lnTo>
                  <a:lnTo>
                    <a:pt x="988789" y="91866"/>
                  </a:lnTo>
                  <a:lnTo>
                    <a:pt x="1068232" y="45677"/>
                  </a:lnTo>
                  <a:close/>
                  <a:moveTo>
                    <a:pt x="16" y="49105"/>
                  </a:moveTo>
                  <a:lnTo>
                    <a:pt x="32" y="57061"/>
                  </a:lnTo>
                  <a:lnTo>
                    <a:pt x="996649" y="53864"/>
                  </a:lnTo>
                  <a:lnTo>
                    <a:pt x="996633" y="45908"/>
                  </a:lnTo>
                  <a:lnTo>
                    <a:pt x="996602" y="37952"/>
                  </a:lnTo>
                  <a:lnTo>
                    <a:pt x="0" y="41149"/>
                  </a:lnTo>
                  <a:lnTo>
                    <a:pt x="16" y="49105"/>
                  </a:lnTo>
                  <a:close/>
                </a:path>
              </a:pathLst>
            </a:custGeom>
            <a:solidFill>
              <a:srgbClr val="000000"/>
            </a:solidFill>
            <a:ln w="1591" cap="flat">
              <a:noFill/>
              <a:prstDash val="solid"/>
              <a:miter/>
            </a:ln>
          </p:spPr>
        </p:sp>
        <p:sp>
          <p:nvSpPr>
            <p:cNvPr id="19" name="任意形状 18">
              <a:extLst>
                <a:ext uri="{FF2B5EF4-FFF2-40B4-BE49-F238E27FC236}">
                  <a16:creationId xmlns:a16="http://schemas.microsoft.com/office/drawing/2014/main" id="{96B26356-88CF-4B42-834A-3514FC45A257}"/>
                </a:ext>
              </a:extLst>
            </p:cNvPr>
            <p:cNvSpPr/>
            <p:nvPr/>
          </p:nvSpPr>
          <p:spPr>
            <a:xfrm>
              <a:off x="3124831" y="3558943"/>
              <a:ext cx="341110" cy="341484"/>
            </a:xfrm>
            <a:custGeom>
              <a:avLst/>
              <a:gdLst>
                <a:gd name="csX0" fmla="*/ 284079 w 341110"/>
                <a:gd name="csY0" fmla="*/ 289592 h 341484"/>
                <a:gd name="csX1" fmla="*/ 253498 w 341110"/>
                <a:gd name="csY1" fmla="*/ 312632 h 341484"/>
                <a:gd name="csX2" fmla="*/ 52959 w 341110"/>
                <a:gd name="csY2" fmla="*/ 284452 h 341484"/>
                <a:gd name="csX3" fmla="*/ 28838 w 341110"/>
                <a:gd name="csY3" fmla="*/ 252438 h 341484"/>
                <a:gd name="csX4" fmla="*/ 57032 w 341110"/>
                <a:gd name="csY4" fmla="*/ 51892 h 341484"/>
                <a:gd name="csX5" fmla="*/ 87613 w 341110"/>
                <a:gd name="csY5" fmla="*/ 28844 h 341484"/>
                <a:gd name="csX6" fmla="*/ 288152 w 341110"/>
                <a:gd name="csY6" fmla="*/ 57030 h 341484"/>
                <a:gd name="csX7" fmla="*/ 312273 w 341110"/>
                <a:gd name="csY7" fmla="*/ 89042 h 341484"/>
                <a:gd name="csX8" fmla="*/ 284079 w 341110"/>
                <a:gd name="csY8" fmla="*/ 289592 h 341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1110" h="341484">
                  <a:moveTo>
                    <a:pt x="284079" y="289592"/>
                  </a:moveTo>
                  <a:lnTo>
                    <a:pt x="253498" y="312632"/>
                  </a:lnTo>
                  <a:cubicBezTo>
                    <a:pt x="190348" y="360239"/>
                    <a:pt x="100564" y="347621"/>
                    <a:pt x="52959" y="284452"/>
                  </a:cubicBezTo>
                  <a:lnTo>
                    <a:pt x="28838" y="252438"/>
                  </a:lnTo>
                  <a:cubicBezTo>
                    <a:pt x="-18751" y="189285"/>
                    <a:pt x="-6133" y="99496"/>
                    <a:pt x="57032" y="51892"/>
                  </a:cubicBezTo>
                  <a:lnTo>
                    <a:pt x="87613" y="28844"/>
                  </a:lnTo>
                  <a:cubicBezTo>
                    <a:pt x="150778" y="-18752"/>
                    <a:pt x="240563" y="-6134"/>
                    <a:pt x="288152" y="57030"/>
                  </a:cubicBezTo>
                  <a:lnTo>
                    <a:pt x="312273" y="89042"/>
                  </a:lnTo>
                  <a:cubicBezTo>
                    <a:pt x="359861" y="152195"/>
                    <a:pt x="347244" y="241984"/>
                    <a:pt x="284079" y="289592"/>
                  </a:cubicBezTo>
                  <a:close/>
                </a:path>
              </a:pathLst>
            </a:custGeom>
            <a:solidFill>
              <a:srgbClr val="F39E85">
                <a:alpha val="80000"/>
              </a:srgbClr>
            </a:solidFill>
            <a:ln w="1591" cap="flat">
              <a:noFill/>
              <a:prstDash val="solid"/>
              <a:miter/>
            </a:ln>
          </p:spPr>
        </p:sp>
        <p:sp>
          <p:nvSpPr>
            <p:cNvPr id="20" name="任意形状 19">
              <a:extLst>
                <a:ext uri="{FF2B5EF4-FFF2-40B4-BE49-F238E27FC236}">
                  <a16:creationId xmlns:a16="http://schemas.microsoft.com/office/drawing/2014/main" id="{17559C89-6529-2CAC-2883-957394BB7B00}"/>
                </a:ext>
              </a:extLst>
            </p:cNvPr>
            <p:cNvSpPr/>
            <p:nvPr/>
          </p:nvSpPr>
          <p:spPr>
            <a:xfrm>
              <a:off x="2788978" y="3039809"/>
              <a:ext cx="668358" cy="613324"/>
            </a:xfrm>
            <a:custGeom>
              <a:avLst/>
              <a:gdLst>
                <a:gd name="csX0" fmla="*/ 606423 w 668358"/>
                <a:gd name="csY0" fmla="*/ 302200 h 613324"/>
                <a:gd name="csX1" fmla="*/ 229863 w 668358"/>
                <a:gd name="csY1" fmla="*/ 585981 h 613324"/>
                <a:gd name="csX2" fmla="*/ 40837 w 668358"/>
                <a:gd name="csY2" fmla="*/ 549964 h 613324"/>
                <a:gd name="csX3" fmla="*/ 22229 w 668358"/>
                <a:gd name="csY3" fmla="*/ 519509 h 613324"/>
                <a:gd name="csX4" fmla="*/ 61930 w 668358"/>
                <a:gd name="csY4" fmla="*/ 311126 h 613324"/>
                <a:gd name="csX5" fmla="*/ 438501 w 668358"/>
                <a:gd name="csY5" fmla="*/ 27347 h 613324"/>
                <a:gd name="csX6" fmla="*/ 627520 w 668358"/>
                <a:gd name="csY6" fmla="*/ 63363 h 613324"/>
                <a:gd name="csX7" fmla="*/ 646136 w 668358"/>
                <a:gd name="csY7" fmla="*/ 93819 h 613324"/>
                <a:gd name="csX8" fmla="*/ 606423 w 668358"/>
                <a:gd name="csY8" fmla="*/ 302200 h 613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8358" h="613324">
                  <a:moveTo>
                    <a:pt x="606423" y="302200"/>
                  </a:moveTo>
                  <a:lnTo>
                    <a:pt x="229863" y="585981"/>
                  </a:lnTo>
                  <a:cubicBezTo>
                    <a:pt x="166697" y="633571"/>
                    <a:pt x="82071" y="617453"/>
                    <a:pt x="40837" y="549964"/>
                  </a:cubicBezTo>
                  <a:lnTo>
                    <a:pt x="22229" y="519509"/>
                  </a:lnTo>
                  <a:cubicBezTo>
                    <a:pt x="-19005" y="452020"/>
                    <a:pt x="-1229" y="358724"/>
                    <a:pt x="61930" y="311126"/>
                  </a:cubicBezTo>
                  <a:lnTo>
                    <a:pt x="438501" y="27347"/>
                  </a:lnTo>
                  <a:cubicBezTo>
                    <a:pt x="501666" y="-20251"/>
                    <a:pt x="586296" y="-4127"/>
                    <a:pt x="627520" y="63363"/>
                  </a:cubicBezTo>
                  <a:lnTo>
                    <a:pt x="646136" y="93819"/>
                  </a:lnTo>
                  <a:cubicBezTo>
                    <a:pt x="687361" y="161308"/>
                    <a:pt x="669588" y="254602"/>
                    <a:pt x="606423" y="302200"/>
                  </a:cubicBezTo>
                  <a:close/>
                </a:path>
              </a:pathLst>
            </a:custGeom>
            <a:solidFill>
              <a:srgbClr val="D9EDF8">
                <a:alpha val="80000"/>
              </a:srgbClr>
            </a:solidFill>
            <a:ln w="1591" cap="flat">
              <a:noFill/>
              <a:prstDash val="solid"/>
              <a:miter/>
            </a:ln>
          </p:spPr>
        </p:sp>
        <p:sp>
          <p:nvSpPr>
            <p:cNvPr id="21" name="任意形状 20">
              <a:extLst>
                <a:ext uri="{FF2B5EF4-FFF2-40B4-BE49-F238E27FC236}">
                  <a16:creationId xmlns:a16="http://schemas.microsoft.com/office/drawing/2014/main" id="{B0F00C0A-1FF2-055E-9971-186734BB64CF}"/>
                </a:ext>
              </a:extLst>
            </p:cNvPr>
            <p:cNvSpPr/>
            <p:nvPr/>
          </p:nvSpPr>
          <p:spPr>
            <a:xfrm>
              <a:off x="3225013" y="3154731"/>
              <a:ext cx="83706" cy="124687"/>
            </a:xfrm>
            <a:custGeom>
              <a:avLst/>
              <a:gdLst>
                <a:gd name="csX0" fmla="*/ 0 w 83706"/>
                <a:gd name="csY0" fmla="*/ 55875 h 124687"/>
                <a:gd name="csX1" fmla="*/ 14892 w 83706"/>
                <a:gd name="csY1" fmla="*/ 18233 h 124687"/>
                <a:gd name="csX2" fmla="*/ 48416 w 83706"/>
                <a:gd name="csY2" fmla="*/ 196 h 124687"/>
                <a:gd name="csX3" fmla="*/ 66459 w 83706"/>
                <a:gd name="csY3" fmla="*/ 10390 h 124687"/>
                <a:gd name="csX4" fmla="*/ 67446 w 83706"/>
                <a:gd name="csY4" fmla="*/ 9214 h 124687"/>
                <a:gd name="csX5" fmla="*/ 69594 w 83706"/>
                <a:gd name="csY5" fmla="*/ 7058 h 124687"/>
                <a:gd name="csX6" fmla="*/ 72728 w 83706"/>
                <a:gd name="csY6" fmla="*/ 4705 h 124687"/>
                <a:gd name="csX7" fmla="*/ 81749 w 83706"/>
                <a:gd name="csY7" fmla="*/ 0 h 124687"/>
                <a:gd name="csX8" fmla="*/ 83118 w 83706"/>
                <a:gd name="csY8" fmla="*/ 589 h 124687"/>
                <a:gd name="csX9" fmla="*/ 83706 w 83706"/>
                <a:gd name="csY9" fmla="*/ 1569 h 124687"/>
                <a:gd name="csX10" fmla="*/ 70182 w 83706"/>
                <a:gd name="csY10" fmla="*/ 57442 h 124687"/>
                <a:gd name="csX11" fmla="*/ 56260 w 83706"/>
                <a:gd name="csY11" fmla="*/ 113906 h 124687"/>
                <a:gd name="csX12" fmla="*/ 65091 w 83706"/>
                <a:gd name="csY12" fmla="*/ 115671 h 124687"/>
                <a:gd name="csX13" fmla="*/ 69991 w 83706"/>
                <a:gd name="csY13" fmla="*/ 115671 h 124687"/>
                <a:gd name="csX14" fmla="*/ 71169 w 83706"/>
                <a:gd name="csY14" fmla="*/ 117435 h 124687"/>
                <a:gd name="csX15" fmla="*/ 70580 w 83706"/>
                <a:gd name="csY15" fmla="*/ 120963 h 124687"/>
                <a:gd name="csX16" fmla="*/ 68607 w 83706"/>
                <a:gd name="csY16" fmla="*/ 124688 h 124687"/>
                <a:gd name="csX17" fmla="*/ 66061 w 83706"/>
                <a:gd name="csY17" fmla="*/ 124688 h 124687"/>
                <a:gd name="csX18" fmla="*/ 44900 w 83706"/>
                <a:gd name="csY18" fmla="*/ 124296 h 124687"/>
                <a:gd name="csX19" fmla="*/ 34892 w 83706"/>
                <a:gd name="csY19" fmla="*/ 124296 h 124687"/>
                <a:gd name="csX20" fmla="*/ 27637 w 83706"/>
                <a:gd name="csY20" fmla="*/ 124296 h 124687"/>
                <a:gd name="csX21" fmla="*/ 24312 w 83706"/>
                <a:gd name="csY21" fmla="*/ 124492 h 124687"/>
                <a:gd name="csX22" fmla="*/ 21559 w 83706"/>
                <a:gd name="csY22" fmla="*/ 122923 h 124687"/>
                <a:gd name="csX23" fmla="*/ 21957 w 83706"/>
                <a:gd name="csY23" fmla="*/ 119983 h 124687"/>
                <a:gd name="csX24" fmla="*/ 23325 w 83706"/>
                <a:gd name="csY24" fmla="*/ 116258 h 124687"/>
                <a:gd name="csX25" fmla="*/ 27255 w 83706"/>
                <a:gd name="csY25" fmla="*/ 115671 h 124687"/>
                <a:gd name="csX26" fmla="*/ 38615 w 83706"/>
                <a:gd name="csY26" fmla="*/ 114298 h 124687"/>
                <a:gd name="csX27" fmla="*/ 44105 w 83706"/>
                <a:gd name="csY27" fmla="*/ 97045 h 124687"/>
                <a:gd name="csX28" fmla="*/ 48226 w 83706"/>
                <a:gd name="csY28" fmla="*/ 80380 h 124687"/>
                <a:gd name="csX29" fmla="*/ 46857 w 83706"/>
                <a:gd name="csY29" fmla="*/ 80969 h 124687"/>
                <a:gd name="csX30" fmla="*/ 27255 w 83706"/>
                <a:gd name="csY30" fmla="*/ 88615 h 124687"/>
                <a:gd name="csX31" fmla="*/ 8226 w 83706"/>
                <a:gd name="csY31" fmla="*/ 80773 h 124687"/>
                <a:gd name="csX32" fmla="*/ 0 w 83706"/>
                <a:gd name="csY32" fmla="*/ 55875 h 124687"/>
                <a:gd name="csX33" fmla="*/ 62529 w 83706"/>
                <a:gd name="csY33" fmla="*/ 22742 h 124687"/>
                <a:gd name="csX34" fmla="*/ 47828 w 83706"/>
                <a:gd name="csY34" fmla="*/ 7254 h 124687"/>
                <a:gd name="csX35" fmla="*/ 34701 w 83706"/>
                <a:gd name="csY35" fmla="*/ 13331 h 124687"/>
                <a:gd name="csX36" fmla="*/ 24900 w 83706"/>
                <a:gd name="csY36" fmla="*/ 29212 h 124687"/>
                <a:gd name="csX37" fmla="*/ 16865 w 83706"/>
                <a:gd name="csY37" fmla="*/ 61365 h 124687"/>
                <a:gd name="csX38" fmla="*/ 16865 w 83706"/>
                <a:gd name="csY38" fmla="*/ 63521 h 124687"/>
                <a:gd name="csX39" fmla="*/ 16659 w 83706"/>
                <a:gd name="csY39" fmla="*/ 65874 h 124687"/>
                <a:gd name="csX40" fmla="*/ 20191 w 83706"/>
                <a:gd name="csY40" fmla="*/ 78029 h 124687"/>
                <a:gd name="csX41" fmla="*/ 28623 w 83706"/>
                <a:gd name="csY41" fmla="*/ 81558 h 124687"/>
                <a:gd name="csX42" fmla="*/ 50389 w 83706"/>
                <a:gd name="csY42" fmla="*/ 67441 h 124687"/>
                <a:gd name="csX43" fmla="*/ 51949 w 83706"/>
                <a:gd name="csY43" fmla="*/ 65285 h 124687"/>
                <a:gd name="csX44" fmla="*/ 62529 w 83706"/>
                <a:gd name="csY44" fmla="*/ 22742 h 1246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83706" h="124687">
                  <a:moveTo>
                    <a:pt x="0" y="55875"/>
                  </a:moveTo>
                  <a:cubicBezTo>
                    <a:pt x="0" y="42673"/>
                    <a:pt x="4964" y="30127"/>
                    <a:pt x="14892" y="18233"/>
                  </a:cubicBezTo>
                  <a:cubicBezTo>
                    <a:pt x="24837" y="6339"/>
                    <a:pt x="36006" y="326"/>
                    <a:pt x="48416" y="196"/>
                  </a:cubicBezTo>
                  <a:cubicBezTo>
                    <a:pt x="56260" y="196"/>
                    <a:pt x="62275" y="3594"/>
                    <a:pt x="66459" y="10390"/>
                  </a:cubicBezTo>
                  <a:cubicBezTo>
                    <a:pt x="66586" y="10260"/>
                    <a:pt x="66921" y="9868"/>
                    <a:pt x="67446" y="9214"/>
                  </a:cubicBezTo>
                  <a:cubicBezTo>
                    <a:pt x="67955" y="8560"/>
                    <a:pt x="68687" y="7843"/>
                    <a:pt x="69594" y="7058"/>
                  </a:cubicBezTo>
                  <a:cubicBezTo>
                    <a:pt x="70516" y="6274"/>
                    <a:pt x="71551" y="5490"/>
                    <a:pt x="72728" y="4705"/>
                  </a:cubicBezTo>
                  <a:cubicBezTo>
                    <a:pt x="77167" y="1569"/>
                    <a:pt x="80174" y="0"/>
                    <a:pt x="81749" y="0"/>
                  </a:cubicBezTo>
                  <a:cubicBezTo>
                    <a:pt x="82274" y="0"/>
                    <a:pt x="82736" y="196"/>
                    <a:pt x="83118" y="589"/>
                  </a:cubicBezTo>
                  <a:cubicBezTo>
                    <a:pt x="83516" y="980"/>
                    <a:pt x="83706" y="1306"/>
                    <a:pt x="83706" y="1569"/>
                  </a:cubicBezTo>
                  <a:cubicBezTo>
                    <a:pt x="83706" y="2745"/>
                    <a:pt x="79204" y="21369"/>
                    <a:pt x="70182" y="57442"/>
                  </a:cubicBezTo>
                  <a:cubicBezTo>
                    <a:pt x="60906" y="94562"/>
                    <a:pt x="56260" y="113383"/>
                    <a:pt x="56260" y="113906"/>
                  </a:cubicBezTo>
                  <a:cubicBezTo>
                    <a:pt x="56260" y="114952"/>
                    <a:pt x="59204" y="115539"/>
                    <a:pt x="65091" y="115671"/>
                  </a:cubicBezTo>
                  <a:lnTo>
                    <a:pt x="69991" y="115671"/>
                  </a:lnTo>
                  <a:cubicBezTo>
                    <a:pt x="70771" y="116716"/>
                    <a:pt x="71169" y="117303"/>
                    <a:pt x="71169" y="117435"/>
                  </a:cubicBezTo>
                  <a:cubicBezTo>
                    <a:pt x="71169" y="117566"/>
                    <a:pt x="70962" y="118742"/>
                    <a:pt x="70580" y="120963"/>
                  </a:cubicBezTo>
                  <a:cubicBezTo>
                    <a:pt x="70055" y="122662"/>
                    <a:pt x="69403" y="123905"/>
                    <a:pt x="68607" y="124688"/>
                  </a:cubicBezTo>
                  <a:lnTo>
                    <a:pt x="66061" y="124688"/>
                  </a:lnTo>
                  <a:cubicBezTo>
                    <a:pt x="62020" y="124427"/>
                    <a:pt x="54956" y="124296"/>
                    <a:pt x="44900" y="124296"/>
                  </a:cubicBezTo>
                  <a:cubicBezTo>
                    <a:pt x="41241" y="124296"/>
                    <a:pt x="37899" y="124296"/>
                    <a:pt x="34892" y="124296"/>
                  </a:cubicBezTo>
                  <a:cubicBezTo>
                    <a:pt x="31885" y="124296"/>
                    <a:pt x="29467" y="124296"/>
                    <a:pt x="27637" y="124296"/>
                  </a:cubicBezTo>
                  <a:cubicBezTo>
                    <a:pt x="25807" y="124296"/>
                    <a:pt x="24694" y="124362"/>
                    <a:pt x="24312" y="124492"/>
                  </a:cubicBezTo>
                  <a:cubicBezTo>
                    <a:pt x="22482" y="124492"/>
                    <a:pt x="21559" y="123970"/>
                    <a:pt x="21559" y="122923"/>
                  </a:cubicBezTo>
                  <a:cubicBezTo>
                    <a:pt x="21559" y="122532"/>
                    <a:pt x="21702" y="121552"/>
                    <a:pt x="21957" y="119983"/>
                  </a:cubicBezTo>
                  <a:cubicBezTo>
                    <a:pt x="22482" y="117892"/>
                    <a:pt x="22943" y="116651"/>
                    <a:pt x="23325" y="116258"/>
                  </a:cubicBezTo>
                  <a:cubicBezTo>
                    <a:pt x="23723" y="115866"/>
                    <a:pt x="25028" y="115671"/>
                    <a:pt x="27255" y="115671"/>
                  </a:cubicBezTo>
                  <a:cubicBezTo>
                    <a:pt x="33524" y="115671"/>
                    <a:pt x="37311" y="115213"/>
                    <a:pt x="38615" y="114298"/>
                  </a:cubicBezTo>
                  <a:cubicBezTo>
                    <a:pt x="39666" y="113644"/>
                    <a:pt x="41495" y="107893"/>
                    <a:pt x="44105" y="97045"/>
                  </a:cubicBezTo>
                  <a:cubicBezTo>
                    <a:pt x="46730" y="86198"/>
                    <a:pt x="48098" y="80643"/>
                    <a:pt x="48226" y="80380"/>
                  </a:cubicBezTo>
                  <a:cubicBezTo>
                    <a:pt x="48226" y="80250"/>
                    <a:pt x="47764" y="80446"/>
                    <a:pt x="46857" y="80969"/>
                  </a:cubicBezTo>
                  <a:cubicBezTo>
                    <a:pt x="40588" y="86066"/>
                    <a:pt x="34049" y="88615"/>
                    <a:pt x="27255" y="88615"/>
                  </a:cubicBezTo>
                  <a:cubicBezTo>
                    <a:pt x="20063" y="88615"/>
                    <a:pt x="13715" y="86001"/>
                    <a:pt x="8226" y="80773"/>
                  </a:cubicBezTo>
                  <a:cubicBezTo>
                    <a:pt x="2737" y="75545"/>
                    <a:pt x="0" y="67246"/>
                    <a:pt x="0" y="55875"/>
                  </a:cubicBezTo>
                  <a:close/>
                  <a:moveTo>
                    <a:pt x="62529" y="22742"/>
                  </a:moveTo>
                  <a:cubicBezTo>
                    <a:pt x="59538" y="12416"/>
                    <a:pt x="54637" y="7254"/>
                    <a:pt x="47828" y="7254"/>
                  </a:cubicBezTo>
                  <a:cubicBezTo>
                    <a:pt x="43261" y="7254"/>
                    <a:pt x="38886" y="9280"/>
                    <a:pt x="34701" y="13331"/>
                  </a:cubicBezTo>
                  <a:cubicBezTo>
                    <a:pt x="30517" y="17383"/>
                    <a:pt x="27255" y="22677"/>
                    <a:pt x="24900" y="29212"/>
                  </a:cubicBezTo>
                  <a:cubicBezTo>
                    <a:pt x="21114" y="39537"/>
                    <a:pt x="18425" y="50255"/>
                    <a:pt x="16865" y="61365"/>
                  </a:cubicBezTo>
                  <a:cubicBezTo>
                    <a:pt x="16865" y="61756"/>
                    <a:pt x="16865" y="62475"/>
                    <a:pt x="16865" y="63521"/>
                  </a:cubicBezTo>
                  <a:cubicBezTo>
                    <a:pt x="16865" y="64566"/>
                    <a:pt x="16802" y="65350"/>
                    <a:pt x="16659" y="65874"/>
                  </a:cubicBezTo>
                  <a:cubicBezTo>
                    <a:pt x="16659" y="71755"/>
                    <a:pt x="17836" y="75806"/>
                    <a:pt x="20191" y="78029"/>
                  </a:cubicBezTo>
                  <a:cubicBezTo>
                    <a:pt x="22546" y="80250"/>
                    <a:pt x="25362" y="81426"/>
                    <a:pt x="28623" y="81558"/>
                  </a:cubicBezTo>
                  <a:cubicBezTo>
                    <a:pt x="35672" y="81558"/>
                    <a:pt x="42927" y="76851"/>
                    <a:pt x="50389" y="67441"/>
                  </a:cubicBezTo>
                  <a:lnTo>
                    <a:pt x="51949" y="65285"/>
                  </a:lnTo>
                  <a:lnTo>
                    <a:pt x="62529" y="22742"/>
                  </a:lnTo>
                  <a:close/>
                </a:path>
              </a:pathLst>
            </a:custGeom>
            <a:solidFill>
              <a:srgbClr val="000000"/>
            </a:solidFill>
            <a:ln w="1591" cap="flat">
              <a:noFill/>
              <a:prstDash val="solid"/>
              <a:miter/>
            </a:ln>
          </p:spPr>
        </p:sp>
        <p:sp>
          <p:nvSpPr>
            <p:cNvPr id="22" name="任意形状 21">
              <a:extLst>
                <a:ext uri="{FF2B5EF4-FFF2-40B4-BE49-F238E27FC236}">
                  <a16:creationId xmlns:a16="http://schemas.microsoft.com/office/drawing/2014/main" id="{66924BAB-B6BD-84B7-1579-023B449792D8}"/>
                </a:ext>
              </a:extLst>
            </p:cNvPr>
            <p:cNvSpPr/>
            <p:nvPr/>
          </p:nvSpPr>
          <p:spPr>
            <a:xfrm>
              <a:off x="3312904" y="3178479"/>
              <a:ext cx="55305" cy="92314"/>
            </a:xfrm>
            <a:custGeom>
              <a:avLst/>
              <a:gdLst>
                <a:gd name="csX0" fmla="*/ 8178 w 55305"/>
                <a:gd name="csY0" fmla="*/ 32851 h 92314"/>
                <a:gd name="csX1" fmla="*/ 2228 w 55305"/>
                <a:gd name="csY1" fmla="*/ 30356 h 92314"/>
                <a:gd name="csX2" fmla="*/ 0 w 55305"/>
                <a:gd name="csY2" fmla="*/ 24257 h 92314"/>
                <a:gd name="csX3" fmla="*/ 7351 w 55305"/>
                <a:gd name="csY3" fmla="*/ 7208 h 92314"/>
                <a:gd name="csX4" fmla="*/ 25648 w 55305"/>
                <a:gd name="csY4" fmla="*/ 0 h 92314"/>
                <a:gd name="csX5" fmla="*/ 46714 w 55305"/>
                <a:gd name="csY5" fmla="*/ 7763 h 92314"/>
                <a:gd name="csX6" fmla="*/ 55306 w 55305"/>
                <a:gd name="csY6" fmla="*/ 27861 h 92314"/>
                <a:gd name="csX7" fmla="*/ 52537 w 55305"/>
                <a:gd name="csY7" fmla="*/ 39227 h 92314"/>
                <a:gd name="csX8" fmla="*/ 45887 w 55305"/>
                <a:gd name="csY8" fmla="*/ 48651 h 92314"/>
                <a:gd name="csX9" fmla="*/ 34797 w 55305"/>
                <a:gd name="csY9" fmla="*/ 58909 h 92314"/>
                <a:gd name="csX10" fmla="*/ 20939 w 55305"/>
                <a:gd name="csY10" fmla="*/ 71661 h 92314"/>
                <a:gd name="csX11" fmla="*/ 12760 w 55305"/>
                <a:gd name="csY11" fmla="*/ 79423 h 92314"/>
                <a:gd name="csX12" fmla="*/ 23293 w 55305"/>
                <a:gd name="csY12" fmla="*/ 79561 h 92314"/>
                <a:gd name="csX13" fmla="*/ 46428 w 55305"/>
                <a:gd name="csY13" fmla="*/ 78869 h 92314"/>
                <a:gd name="csX14" fmla="*/ 49769 w 55305"/>
                <a:gd name="csY14" fmla="*/ 66533 h 92314"/>
                <a:gd name="csX15" fmla="*/ 49769 w 55305"/>
                <a:gd name="csY15" fmla="*/ 66116 h 92314"/>
                <a:gd name="csX16" fmla="*/ 55306 w 55305"/>
                <a:gd name="csY16" fmla="*/ 66116 h 92314"/>
                <a:gd name="csX17" fmla="*/ 55306 w 55305"/>
                <a:gd name="csY17" fmla="*/ 66533 h 92314"/>
                <a:gd name="csX18" fmla="*/ 53508 w 55305"/>
                <a:gd name="csY18" fmla="*/ 79146 h 92314"/>
                <a:gd name="csX19" fmla="*/ 51424 w 55305"/>
                <a:gd name="csY19" fmla="*/ 91897 h 92314"/>
                <a:gd name="csX20" fmla="*/ 51424 w 55305"/>
                <a:gd name="csY20" fmla="*/ 92314 h 92314"/>
                <a:gd name="csX21" fmla="*/ 0 w 55305"/>
                <a:gd name="csY21" fmla="*/ 92314 h 92314"/>
                <a:gd name="csX22" fmla="*/ 0 w 55305"/>
                <a:gd name="csY22" fmla="*/ 89679 h 92314"/>
                <a:gd name="csX23" fmla="*/ 0 w 55305"/>
                <a:gd name="csY23" fmla="*/ 88016 h 92314"/>
                <a:gd name="csX24" fmla="*/ 827 w 55305"/>
                <a:gd name="csY24" fmla="*/ 85937 h 92314"/>
                <a:gd name="csX25" fmla="*/ 4996 w 55305"/>
                <a:gd name="csY25" fmla="*/ 81085 h 92314"/>
                <a:gd name="csX26" fmla="*/ 11917 w 55305"/>
                <a:gd name="csY26" fmla="*/ 73324 h 92314"/>
                <a:gd name="csX27" fmla="*/ 16643 w 55305"/>
                <a:gd name="csY27" fmla="*/ 68195 h 92314"/>
                <a:gd name="csX28" fmla="*/ 21352 w 55305"/>
                <a:gd name="csY28" fmla="*/ 63067 h 92314"/>
                <a:gd name="csX29" fmla="*/ 25362 w 55305"/>
                <a:gd name="csY29" fmla="*/ 58493 h 92314"/>
                <a:gd name="csX30" fmla="*/ 29244 w 55305"/>
                <a:gd name="csY30" fmla="*/ 53781 h 92314"/>
                <a:gd name="csX31" fmla="*/ 32442 w 55305"/>
                <a:gd name="csY31" fmla="*/ 49622 h 92314"/>
                <a:gd name="csX32" fmla="*/ 35354 w 55305"/>
                <a:gd name="csY32" fmla="*/ 45187 h 92314"/>
                <a:gd name="csX33" fmla="*/ 37422 w 55305"/>
                <a:gd name="csY33" fmla="*/ 41166 h 92314"/>
                <a:gd name="csX34" fmla="*/ 39220 w 55305"/>
                <a:gd name="csY34" fmla="*/ 36732 h 92314"/>
                <a:gd name="csX35" fmla="*/ 40191 w 55305"/>
                <a:gd name="csY35" fmla="*/ 32573 h 92314"/>
                <a:gd name="csX36" fmla="*/ 40620 w 55305"/>
                <a:gd name="csY36" fmla="*/ 28000 h 92314"/>
                <a:gd name="csX37" fmla="*/ 35895 w 55305"/>
                <a:gd name="csY37" fmla="*/ 12892 h 92314"/>
                <a:gd name="csX38" fmla="*/ 22450 w 55305"/>
                <a:gd name="csY38" fmla="*/ 6514 h 92314"/>
                <a:gd name="csX39" fmla="*/ 14415 w 55305"/>
                <a:gd name="csY39" fmla="*/ 8871 h 92314"/>
                <a:gd name="csX40" fmla="*/ 9562 w 55305"/>
                <a:gd name="csY40" fmla="*/ 13445 h 92314"/>
                <a:gd name="csX41" fmla="*/ 8178 w 55305"/>
                <a:gd name="csY41" fmla="*/ 16079 h 92314"/>
                <a:gd name="csX42" fmla="*/ 8878 w 55305"/>
                <a:gd name="csY42" fmla="*/ 16217 h 92314"/>
                <a:gd name="csX43" fmla="*/ 14002 w 55305"/>
                <a:gd name="csY43" fmla="*/ 18158 h 92314"/>
                <a:gd name="csX44" fmla="*/ 16643 w 55305"/>
                <a:gd name="csY44" fmla="*/ 24534 h 92314"/>
                <a:gd name="csX45" fmla="*/ 14415 w 55305"/>
                <a:gd name="csY45" fmla="*/ 30356 h 92314"/>
                <a:gd name="csX46" fmla="*/ 8178 w 55305"/>
                <a:gd name="csY46" fmla="*/ 32851 h 92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55305" h="92314">
                  <a:moveTo>
                    <a:pt x="8178" y="32851"/>
                  </a:moveTo>
                  <a:cubicBezTo>
                    <a:pt x="5680" y="32851"/>
                    <a:pt x="3707" y="32019"/>
                    <a:pt x="2228" y="30356"/>
                  </a:cubicBezTo>
                  <a:cubicBezTo>
                    <a:pt x="748" y="28692"/>
                    <a:pt x="0" y="26660"/>
                    <a:pt x="0" y="24257"/>
                  </a:cubicBezTo>
                  <a:cubicBezTo>
                    <a:pt x="0" y="17695"/>
                    <a:pt x="2450" y="12013"/>
                    <a:pt x="7351" y="7208"/>
                  </a:cubicBezTo>
                  <a:cubicBezTo>
                    <a:pt x="12251" y="2403"/>
                    <a:pt x="18345" y="0"/>
                    <a:pt x="25648" y="0"/>
                  </a:cubicBezTo>
                  <a:cubicBezTo>
                    <a:pt x="34049" y="0"/>
                    <a:pt x="41082" y="2587"/>
                    <a:pt x="46714" y="7763"/>
                  </a:cubicBezTo>
                  <a:cubicBezTo>
                    <a:pt x="52346" y="12938"/>
                    <a:pt x="55210" y="19636"/>
                    <a:pt x="55306" y="27861"/>
                  </a:cubicBezTo>
                  <a:cubicBezTo>
                    <a:pt x="55306" y="31834"/>
                    <a:pt x="54383" y="35623"/>
                    <a:pt x="52537" y="39227"/>
                  </a:cubicBezTo>
                  <a:cubicBezTo>
                    <a:pt x="50692" y="42831"/>
                    <a:pt x="48464" y="45972"/>
                    <a:pt x="45887" y="48651"/>
                  </a:cubicBezTo>
                  <a:cubicBezTo>
                    <a:pt x="43293" y="51332"/>
                    <a:pt x="39602" y="54750"/>
                    <a:pt x="34797" y="58909"/>
                  </a:cubicBezTo>
                  <a:cubicBezTo>
                    <a:pt x="31472" y="61774"/>
                    <a:pt x="26841" y="66024"/>
                    <a:pt x="20939" y="71661"/>
                  </a:cubicBezTo>
                  <a:lnTo>
                    <a:pt x="12760" y="79423"/>
                  </a:lnTo>
                  <a:lnTo>
                    <a:pt x="23293" y="79561"/>
                  </a:lnTo>
                  <a:cubicBezTo>
                    <a:pt x="37788" y="79561"/>
                    <a:pt x="45505" y="79330"/>
                    <a:pt x="46428" y="78869"/>
                  </a:cubicBezTo>
                  <a:cubicBezTo>
                    <a:pt x="47080" y="78684"/>
                    <a:pt x="48194" y="74571"/>
                    <a:pt x="49769" y="66533"/>
                  </a:cubicBezTo>
                  <a:lnTo>
                    <a:pt x="49769" y="66116"/>
                  </a:lnTo>
                  <a:lnTo>
                    <a:pt x="55306" y="66116"/>
                  </a:lnTo>
                  <a:lnTo>
                    <a:pt x="55306" y="66533"/>
                  </a:lnTo>
                  <a:cubicBezTo>
                    <a:pt x="55210" y="66810"/>
                    <a:pt x="54606" y="71013"/>
                    <a:pt x="53508" y="79146"/>
                  </a:cubicBezTo>
                  <a:cubicBezTo>
                    <a:pt x="52394" y="87277"/>
                    <a:pt x="51694" y="91528"/>
                    <a:pt x="51424" y="91897"/>
                  </a:cubicBezTo>
                  <a:lnTo>
                    <a:pt x="51424" y="92314"/>
                  </a:lnTo>
                  <a:lnTo>
                    <a:pt x="0" y="92314"/>
                  </a:lnTo>
                  <a:lnTo>
                    <a:pt x="0" y="89679"/>
                  </a:lnTo>
                  <a:lnTo>
                    <a:pt x="0" y="88016"/>
                  </a:lnTo>
                  <a:cubicBezTo>
                    <a:pt x="0" y="87371"/>
                    <a:pt x="286" y="86677"/>
                    <a:pt x="827" y="85937"/>
                  </a:cubicBezTo>
                  <a:cubicBezTo>
                    <a:pt x="1384" y="85199"/>
                    <a:pt x="2768" y="83582"/>
                    <a:pt x="4996" y="81085"/>
                  </a:cubicBezTo>
                  <a:cubicBezTo>
                    <a:pt x="7669" y="78129"/>
                    <a:pt x="9976" y="75542"/>
                    <a:pt x="11917" y="73324"/>
                  </a:cubicBezTo>
                  <a:cubicBezTo>
                    <a:pt x="12760" y="72401"/>
                    <a:pt x="14320" y="70690"/>
                    <a:pt x="16643" y="68195"/>
                  </a:cubicBezTo>
                  <a:cubicBezTo>
                    <a:pt x="18950" y="65701"/>
                    <a:pt x="20509" y="63992"/>
                    <a:pt x="21352" y="63067"/>
                  </a:cubicBezTo>
                  <a:cubicBezTo>
                    <a:pt x="22180" y="62143"/>
                    <a:pt x="23516" y="60618"/>
                    <a:pt x="25362" y="58493"/>
                  </a:cubicBezTo>
                  <a:cubicBezTo>
                    <a:pt x="27223" y="56368"/>
                    <a:pt x="28512" y="54796"/>
                    <a:pt x="29244" y="53781"/>
                  </a:cubicBezTo>
                  <a:cubicBezTo>
                    <a:pt x="29992" y="52764"/>
                    <a:pt x="31058" y="51379"/>
                    <a:pt x="32442" y="49622"/>
                  </a:cubicBezTo>
                  <a:cubicBezTo>
                    <a:pt x="33826" y="47867"/>
                    <a:pt x="34797" y="46389"/>
                    <a:pt x="35354" y="45187"/>
                  </a:cubicBezTo>
                  <a:cubicBezTo>
                    <a:pt x="35895" y="43986"/>
                    <a:pt x="36595" y="42646"/>
                    <a:pt x="37422" y="41166"/>
                  </a:cubicBezTo>
                  <a:cubicBezTo>
                    <a:pt x="38250" y="39688"/>
                    <a:pt x="38854" y="38210"/>
                    <a:pt x="39220" y="36732"/>
                  </a:cubicBezTo>
                  <a:cubicBezTo>
                    <a:pt x="39602" y="35254"/>
                    <a:pt x="39920" y="33868"/>
                    <a:pt x="40191" y="32573"/>
                  </a:cubicBezTo>
                  <a:cubicBezTo>
                    <a:pt x="40477" y="31279"/>
                    <a:pt x="40620" y="29755"/>
                    <a:pt x="40620" y="28000"/>
                  </a:cubicBezTo>
                  <a:cubicBezTo>
                    <a:pt x="40620" y="22178"/>
                    <a:pt x="39045" y="17142"/>
                    <a:pt x="35895" y="12892"/>
                  </a:cubicBezTo>
                  <a:cubicBezTo>
                    <a:pt x="32760" y="8640"/>
                    <a:pt x="28273" y="6514"/>
                    <a:pt x="22450" y="6514"/>
                  </a:cubicBezTo>
                  <a:cubicBezTo>
                    <a:pt x="19411" y="6514"/>
                    <a:pt x="16722" y="7300"/>
                    <a:pt x="14415" y="8871"/>
                  </a:cubicBezTo>
                  <a:cubicBezTo>
                    <a:pt x="12108" y="10443"/>
                    <a:pt x="10485" y="11967"/>
                    <a:pt x="9562" y="13445"/>
                  </a:cubicBezTo>
                  <a:cubicBezTo>
                    <a:pt x="8640" y="14924"/>
                    <a:pt x="8178" y="15802"/>
                    <a:pt x="8178" y="16079"/>
                  </a:cubicBezTo>
                  <a:cubicBezTo>
                    <a:pt x="8178" y="16171"/>
                    <a:pt x="8417" y="16217"/>
                    <a:pt x="8878" y="16217"/>
                  </a:cubicBezTo>
                  <a:cubicBezTo>
                    <a:pt x="10533" y="16217"/>
                    <a:pt x="12251" y="16865"/>
                    <a:pt x="14002" y="18158"/>
                  </a:cubicBezTo>
                  <a:cubicBezTo>
                    <a:pt x="15752" y="19452"/>
                    <a:pt x="16643" y="21578"/>
                    <a:pt x="16643" y="24534"/>
                  </a:cubicBezTo>
                  <a:cubicBezTo>
                    <a:pt x="16643" y="26844"/>
                    <a:pt x="15895" y="28784"/>
                    <a:pt x="14415" y="30356"/>
                  </a:cubicBezTo>
                  <a:cubicBezTo>
                    <a:pt x="12935" y="31927"/>
                    <a:pt x="10867" y="32759"/>
                    <a:pt x="8178" y="32851"/>
                  </a:cubicBezTo>
                  <a:close/>
                </a:path>
              </a:pathLst>
            </a:custGeom>
            <a:solidFill>
              <a:srgbClr val="000000"/>
            </a:solidFill>
            <a:ln w="1591" cap="flat">
              <a:noFill/>
              <a:prstDash val="solid"/>
              <a:miter/>
            </a:ln>
          </p:spPr>
        </p:sp>
        <p:sp>
          <p:nvSpPr>
            <p:cNvPr id="23" name="任意形状 22">
              <a:extLst>
                <a:ext uri="{FF2B5EF4-FFF2-40B4-BE49-F238E27FC236}">
                  <a16:creationId xmlns:a16="http://schemas.microsoft.com/office/drawing/2014/main" id="{C9EA24C1-0AB3-A0D9-84A6-5C8B4B033B9C}"/>
                </a:ext>
              </a:extLst>
            </p:cNvPr>
            <p:cNvSpPr/>
            <p:nvPr/>
          </p:nvSpPr>
          <p:spPr>
            <a:xfrm>
              <a:off x="3225013" y="3667079"/>
              <a:ext cx="83069" cy="123728"/>
            </a:xfrm>
            <a:custGeom>
              <a:avLst/>
              <a:gdLst>
                <a:gd name="csX0" fmla="*/ 0 w 83069"/>
                <a:gd name="csY0" fmla="*/ 55452 h 123728"/>
                <a:gd name="csX1" fmla="*/ 14781 w 83069"/>
                <a:gd name="csY1" fmla="*/ 18091 h 123728"/>
                <a:gd name="csX2" fmla="*/ 48050 w 83069"/>
                <a:gd name="csY2" fmla="*/ 207 h 123728"/>
                <a:gd name="csX3" fmla="*/ 65950 w 83069"/>
                <a:gd name="csY3" fmla="*/ 10311 h 123728"/>
                <a:gd name="csX4" fmla="*/ 66921 w 83069"/>
                <a:gd name="csY4" fmla="*/ 9149 h 123728"/>
                <a:gd name="csX5" fmla="*/ 69053 w 83069"/>
                <a:gd name="csY5" fmla="*/ 7017 h 123728"/>
                <a:gd name="csX6" fmla="*/ 72171 w 83069"/>
                <a:gd name="csY6" fmla="*/ 4678 h 123728"/>
                <a:gd name="csX7" fmla="*/ 81113 w 83069"/>
                <a:gd name="csY7" fmla="*/ 0 h 123728"/>
                <a:gd name="csX8" fmla="*/ 82481 w 83069"/>
                <a:gd name="csY8" fmla="*/ 589 h 123728"/>
                <a:gd name="csX9" fmla="*/ 83070 w 83069"/>
                <a:gd name="csY9" fmla="*/ 1559 h 123728"/>
                <a:gd name="csX10" fmla="*/ 69641 w 83069"/>
                <a:gd name="csY10" fmla="*/ 57011 h 123728"/>
                <a:gd name="csX11" fmla="*/ 55831 w 83069"/>
                <a:gd name="csY11" fmla="*/ 113036 h 123728"/>
                <a:gd name="csX12" fmla="*/ 64582 w 83069"/>
                <a:gd name="csY12" fmla="*/ 114786 h 123728"/>
                <a:gd name="csX13" fmla="*/ 69450 w 83069"/>
                <a:gd name="csY13" fmla="*/ 114786 h 123728"/>
                <a:gd name="csX14" fmla="*/ 70612 w 83069"/>
                <a:gd name="csY14" fmla="*/ 116536 h 123728"/>
                <a:gd name="csX15" fmla="*/ 70039 w 83069"/>
                <a:gd name="csY15" fmla="*/ 120037 h 123728"/>
                <a:gd name="csX16" fmla="*/ 68082 w 83069"/>
                <a:gd name="csY16" fmla="*/ 123728 h 123728"/>
                <a:gd name="csX17" fmla="*/ 65552 w 83069"/>
                <a:gd name="csY17" fmla="*/ 123728 h 123728"/>
                <a:gd name="csX18" fmla="*/ 44550 w 83069"/>
                <a:gd name="csY18" fmla="*/ 123347 h 123728"/>
                <a:gd name="csX19" fmla="*/ 34622 w 83069"/>
                <a:gd name="csY19" fmla="*/ 123347 h 123728"/>
                <a:gd name="csX20" fmla="*/ 27430 w 83069"/>
                <a:gd name="csY20" fmla="*/ 123347 h 123728"/>
                <a:gd name="csX21" fmla="*/ 24121 w 83069"/>
                <a:gd name="csY21" fmla="*/ 123538 h 123728"/>
                <a:gd name="csX22" fmla="*/ 21400 w 83069"/>
                <a:gd name="csY22" fmla="*/ 121978 h 123728"/>
                <a:gd name="csX23" fmla="*/ 21782 w 83069"/>
                <a:gd name="csY23" fmla="*/ 119066 h 123728"/>
                <a:gd name="csX24" fmla="*/ 23150 w 83069"/>
                <a:gd name="csY24" fmla="*/ 115375 h 123728"/>
                <a:gd name="csX25" fmla="*/ 27032 w 83069"/>
                <a:gd name="csY25" fmla="*/ 114786 h 123728"/>
                <a:gd name="csX26" fmla="*/ 38329 w 83069"/>
                <a:gd name="csY26" fmla="*/ 113418 h 123728"/>
                <a:gd name="csX27" fmla="*/ 43770 w 83069"/>
                <a:gd name="csY27" fmla="*/ 96313 h 123728"/>
                <a:gd name="csX28" fmla="*/ 47859 w 83069"/>
                <a:gd name="csY28" fmla="*/ 79765 h 123728"/>
                <a:gd name="csX29" fmla="*/ 46491 w 83069"/>
                <a:gd name="csY29" fmla="*/ 80353 h 123728"/>
                <a:gd name="csX30" fmla="*/ 27032 w 83069"/>
                <a:gd name="csY30" fmla="*/ 87943 h 123728"/>
                <a:gd name="csX31" fmla="*/ 8178 w 83069"/>
                <a:gd name="csY31" fmla="*/ 80163 h 123728"/>
                <a:gd name="csX32" fmla="*/ 0 w 83069"/>
                <a:gd name="csY32" fmla="*/ 55452 h 123728"/>
                <a:gd name="csX33" fmla="*/ 62052 w 83069"/>
                <a:gd name="csY33" fmla="*/ 22579 h 123728"/>
                <a:gd name="csX34" fmla="*/ 47462 w 83069"/>
                <a:gd name="csY34" fmla="*/ 7208 h 123728"/>
                <a:gd name="csX35" fmla="*/ 34431 w 83069"/>
                <a:gd name="csY35" fmla="*/ 13239 h 123728"/>
                <a:gd name="csX36" fmla="*/ 24709 w 83069"/>
                <a:gd name="csY36" fmla="*/ 28991 h 123728"/>
                <a:gd name="csX37" fmla="*/ 16722 w 83069"/>
                <a:gd name="csY37" fmla="*/ 60894 h 123728"/>
                <a:gd name="csX38" fmla="*/ 16722 w 83069"/>
                <a:gd name="csY38" fmla="*/ 63042 h 123728"/>
                <a:gd name="csX39" fmla="*/ 16531 w 83069"/>
                <a:gd name="csY39" fmla="*/ 65381 h 123728"/>
                <a:gd name="csX40" fmla="*/ 20032 w 83069"/>
                <a:gd name="csY40" fmla="*/ 77442 h 123728"/>
                <a:gd name="csX41" fmla="*/ 28401 w 83069"/>
                <a:gd name="csY41" fmla="*/ 80942 h 123728"/>
                <a:gd name="csX42" fmla="*/ 49992 w 83069"/>
                <a:gd name="csY42" fmla="*/ 66924 h 123728"/>
                <a:gd name="csX43" fmla="*/ 51551 w 83069"/>
                <a:gd name="csY43" fmla="*/ 64792 h 123728"/>
                <a:gd name="csX44" fmla="*/ 62052 w 83069"/>
                <a:gd name="csY44" fmla="*/ 22579 h 123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83069" h="123728">
                  <a:moveTo>
                    <a:pt x="0" y="55452"/>
                  </a:moveTo>
                  <a:cubicBezTo>
                    <a:pt x="0" y="42357"/>
                    <a:pt x="4932" y="29898"/>
                    <a:pt x="14781" y="18091"/>
                  </a:cubicBezTo>
                  <a:cubicBezTo>
                    <a:pt x="24646" y="6301"/>
                    <a:pt x="35735" y="334"/>
                    <a:pt x="48050" y="207"/>
                  </a:cubicBezTo>
                  <a:cubicBezTo>
                    <a:pt x="55831" y="207"/>
                    <a:pt x="61797" y="3580"/>
                    <a:pt x="65950" y="10311"/>
                  </a:cubicBezTo>
                  <a:cubicBezTo>
                    <a:pt x="66077" y="10183"/>
                    <a:pt x="66396" y="9802"/>
                    <a:pt x="66921" y="9149"/>
                  </a:cubicBezTo>
                  <a:cubicBezTo>
                    <a:pt x="67446" y="8497"/>
                    <a:pt x="68146" y="7781"/>
                    <a:pt x="69053" y="7017"/>
                  </a:cubicBezTo>
                  <a:cubicBezTo>
                    <a:pt x="69975" y="6237"/>
                    <a:pt x="71010" y="5458"/>
                    <a:pt x="72171" y="4678"/>
                  </a:cubicBezTo>
                  <a:cubicBezTo>
                    <a:pt x="76578" y="1559"/>
                    <a:pt x="79570" y="0"/>
                    <a:pt x="81113" y="0"/>
                  </a:cubicBezTo>
                  <a:cubicBezTo>
                    <a:pt x="81638" y="0"/>
                    <a:pt x="82099" y="207"/>
                    <a:pt x="82481" y="589"/>
                  </a:cubicBezTo>
                  <a:cubicBezTo>
                    <a:pt x="82879" y="971"/>
                    <a:pt x="83070" y="1305"/>
                    <a:pt x="83070" y="1559"/>
                  </a:cubicBezTo>
                  <a:cubicBezTo>
                    <a:pt x="83070" y="2737"/>
                    <a:pt x="78599" y="21210"/>
                    <a:pt x="69641" y="57011"/>
                  </a:cubicBezTo>
                  <a:cubicBezTo>
                    <a:pt x="60429" y="93847"/>
                    <a:pt x="55831" y="112511"/>
                    <a:pt x="55831" y="113036"/>
                  </a:cubicBezTo>
                  <a:cubicBezTo>
                    <a:pt x="55831" y="114070"/>
                    <a:pt x="58743" y="114659"/>
                    <a:pt x="64582" y="114786"/>
                  </a:cubicBezTo>
                  <a:lnTo>
                    <a:pt x="69450" y="114786"/>
                  </a:lnTo>
                  <a:cubicBezTo>
                    <a:pt x="70230" y="115820"/>
                    <a:pt x="70612" y="116409"/>
                    <a:pt x="70612" y="116536"/>
                  </a:cubicBezTo>
                  <a:cubicBezTo>
                    <a:pt x="70612" y="116664"/>
                    <a:pt x="70421" y="117841"/>
                    <a:pt x="70039" y="120037"/>
                  </a:cubicBezTo>
                  <a:cubicBezTo>
                    <a:pt x="69514" y="121724"/>
                    <a:pt x="68862" y="122965"/>
                    <a:pt x="68082" y="123728"/>
                  </a:cubicBezTo>
                  <a:lnTo>
                    <a:pt x="65552" y="123728"/>
                  </a:lnTo>
                  <a:cubicBezTo>
                    <a:pt x="61543" y="123474"/>
                    <a:pt x="54542" y="123347"/>
                    <a:pt x="44550" y="123347"/>
                  </a:cubicBezTo>
                  <a:cubicBezTo>
                    <a:pt x="40922" y="123347"/>
                    <a:pt x="37613" y="123347"/>
                    <a:pt x="34622" y="123347"/>
                  </a:cubicBezTo>
                  <a:cubicBezTo>
                    <a:pt x="31647" y="123347"/>
                    <a:pt x="29244" y="123347"/>
                    <a:pt x="27430" y="123347"/>
                  </a:cubicBezTo>
                  <a:cubicBezTo>
                    <a:pt x="25616" y="123347"/>
                    <a:pt x="24519" y="123410"/>
                    <a:pt x="24121" y="123538"/>
                  </a:cubicBezTo>
                  <a:cubicBezTo>
                    <a:pt x="22307" y="123538"/>
                    <a:pt x="21400" y="123028"/>
                    <a:pt x="21400" y="121978"/>
                  </a:cubicBezTo>
                  <a:cubicBezTo>
                    <a:pt x="21400" y="121596"/>
                    <a:pt x="21527" y="120626"/>
                    <a:pt x="21782" y="119066"/>
                  </a:cubicBezTo>
                  <a:cubicBezTo>
                    <a:pt x="22307" y="116998"/>
                    <a:pt x="22768" y="115757"/>
                    <a:pt x="23150" y="115375"/>
                  </a:cubicBezTo>
                  <a:cubicBezTo>
                    <a:pt x="23532" y="114977"/>
                    <a:pt x="24837" y="114786"/>
                    <a:pt x="27032" y="114786"/>
                  </a:cubicBezTo>
                  <a:cubicBezTo>
                    <a:pt x="33269" y="114786"/>
                    <a:pt x="37024" y="114341"/>
                    <a:pt x="38329" y="113418"/>
                  </a:cubicBezTo>
                  <a:cubicBezTo>
                    <a:pt x="39363" y="112781"/>
                    <a:pt x="41177" y="107069"/>
                    <a:pt x="43770" y="96313"/>
                  </a:cubicBezTo>
                  <a:cubicBezTo>
                    <a:pt x="46364" y="85541"/>
                    <a:pt x="47732" y="80035"/>
                    <a:pt x="47859" y="79765"/>
                  </a:cubicBezTo>
                  <a:cubicBezTo>
                    <a:pt x="47859" y="79638"/>
                    <a:pt x="47398" y="79828"/>
                    <a:pt x="46491" y="80353"/>
                  </a:cubicBezTo>
                  <a:cubicBezTo>
                    <a:pt x="40270" y="85413"/>
                    <a:pt x="33778" y="87943"/>
                    <a:pt x="27032" y="87943"/>
                  </a:cubicBezTo>
                  <a:cubicBezTo>
                    <a:pt x="19904" y="87943"/>
                    <a:pt x="13620" y="85350"/>
                    <a:pt x="8178" y="80163"/>
                  </a:cubicBezTo>
                  <a:cubicBezTo>
                    <a:pt x="2721" y="74975"/>
                    <a:pt x="0" y="66733"/>
                    <a:pt x="0" y="55452"/>
                  </a:cubicBezTo>
                  <a:close/>
                  <a:moveTo>
                    <a:pt x="62052" y="22579"/>
                  </a:moveTo>
                  <a:cubicBezTo>
                    <a:pt x="59077" y="12331"/>
                    <a:pt x="54208" y="7208"/>
                    <a:pt x="47462" y="7208"/>
                  </a:cubicBezTo>
                  <a:cubicBezTo>
                    <a:pt x="42927" y="7208"/>
                    <a:pt x="38584" y="9213"/>
                    <a:pt x="34431" y="13239"/>
                  </a:cubicBezTo>
                  <a:cubicBezTo>
                    <a:pt x="30278" y="17248"/>
                    <a:pt x="27032" y="22515"/>
                    <a:pt x="24709" y="28991"/>
                  </a:cubicBezTo>
                  <a:cubicBezTo>
                    <a:pt x="20939" y="39238"/>
                    <a:pt x="18281" y="49867"/>
                    <a:pt x="16722" y="60894"/>
                  </a:cubicBezTo>
                  <a:cubicBezTo>
                    <a:pt x="16722" y="61291"/>
                    <a:pt x="16722" y="62008"/>
                    <a:pt x="16722" y="63042"/>
                  </a:cubicBezTo>
                  <a:cubicBezTo>
                    <a:pt x="16722" y="64076"/>
                    <a:pt x="16659" y="64856"/>
                    <a:pt x="16531" y="65381"/>
                  </a:cubicBezTo>
                  <a:cubicBezTo>
                    <a:pt x="16531" y="71204"/>
                    <a:pt x="17709" y="75230"/>
                    <a:pt x="20032" y="77442"/>
                  </a:cubicBezTo>
                  <a:cubicBezTo>
                    <a:pt x="22371" y="79638"/>
                    <a:pt x="25155" y="80799"/>
                    <a:pt x="28401" y="80942"/>
                  </a:cubicBezTo>
                  <a:cubicBezTo>
                    <a:pt x="35401" y="80942"/>
                    <a:pt x="42609" y="76264"/>
                    <a:pt x="49992" y="66924"/>
                  </a:cubicBezTo>
                  <a:lnTo>
                    <a:pt x="51551" y="64792"/>
                  </a:lnTo>
                  <a:lnTo>
                    <a:pt x="62052" y="22579"/>
                  </a:lnTo>
                  <a:close/>
                </a:path>
              </a:pathLst>
            </a:custGeom>
            <a:solidFill>
              <a:srgbClr val="000000"/>
            </a:solidFill>
            <a:ln w="1591" cap="flat">
              <a:noFill/>
              <a:prstDash val="solid"/>
              <a:miter/>
            </a:ln>
          </p:spPr>
        </p:sp>
        <p:sp>
          <p:nvSpPr>
            <p:cNvPr id="24" name="任意形状 23">
              <a:extLst>
                <a:ext uri="{FF2B5EF4-FFF2-40B4-BE49-F238E27FC236}">
                  <a16:creationId xmlns:a16="http://schemas.microsoft.com/office/drawing/2014/main" id="{DA98BFC2-72F0-C5B5-00FD-FBF53AC333FF}"/>
                </a:ext>
              </a:extLst>
            </p:cNvPr>
            <p:cNvSpPr/>
            <p:nvPr/>
          </p:nvSpPr>
          <p:spPr>
            <a:xfrm>
              <a:off x="3311138" y="3690787"/>
              <a:ext cx="57071" cy="94498"/>
            </a:xfrm>
            <a:custGeom>
              <a:avLst/>
              <a:gdLst>
                <a:gd name="csX0" fmla="*/ 11678 w 57071"/>
                <a:gd name="csY0" fmla="*/ 27782 h 94498"/>
                <a:gd name="csX1" fmla="*/ 5903 w 57071"/>
                <a:gd name="csY1" fmla="*/ 25443 h 94498"/>
                <a:gd name="csX2" fmla="*/ 3707 w 57071"/>
                <a:gd name="csY2" fmla="*/ 19396 h 94498"/>
                <a:gd name="csX3" fmla="*/ 10310 w 57071"/>
                <a:gd name="csY3" fmla="*/ 5919 h 94498"/>
                <a:gd name="csX4" fmla="*/ 26269 w 57071"/>
                <a:gd name="csY4" fmla="*/ 0 h 94498"/>
                <a:gd name="csX5" fmla="*/ 32315 w 57071"/>
                <a:gd name="csY5" fmla="*/ 143 h 94498"/>
                <a:gd name="csX6" fmla="*/ 47859 w 57071"/>
                <a:gd name="csY6" fmla="*/ 7431 h 94498"/>
                <a:gd name="csX7" fmla="*/ 53365 w 57071"/>
                <a:gd name="csY7" fmla="*/ 19667 h 94498"/>
                <a:gd name="csX8" fmla="*/ 48687 w 57071"/>
                <a:gd name="csY8" fmla="*/ 33557 h 94498"/>
                <a:gd name="csX9" fmla="*/ 35751 w 57071"/>
                <a:gd name="csY9" fmla="*/ 43327 h 94498"/>
                <a:gd name="csX10" fmla="*/ 35338 w 57071"/>
                <a:gd name="csY10" fmla="*/ 43598 h 94498"/>
                <a:gd name="csX11" fmla="*/ 36579 w 57071"/>
                <a:gd name="csY11" fmla="*/ 44011 h 94498"/>
                <a:gd name="csX12" fmla="*/ 40572 w 57071"/>
                <a:gd name="csY12" fmla="*/ 45253 h 94498"/>
                <a:gd name="csX13" fmla="*/ 45791 w 57071"/>
                <a:gd name="csY13" fmla="*/ 48148 h 94498"/>
                <a:gd name="csX14" fmla="*/ 57072 w 57071"/>
                <a:gd name="csY14" fmla="*/ 67401 h 94498"/>
                <a:gd name="csX15" fmla="*/ 48544 w 57071"/>
                <a:gd name="csY15" fmla="*/ 86384 h 94498"/>
                <a:gd name="csX16" fmla="*/ 26953 w 57071"/>
                <a:gd name="csY16" fmla="*/ 94499 h 94498"/>
                <a:gd name="csX17" fmla="*/ 7971 w 57071"/>
                <a:gd name="csY17" fmla="*/ 88580 h 94498"/>
                <a:gd name="csX18" fmla="*/ 0 w 57071"/>
                <a:gd name="csY18" fmla="*/ 73591 h 94498"/>
                <a:gd name="csX19" fmla="*/ 2466 w 57071"/>
                <a:gd name="csY19" fmla="*/ 67401 h 94498"/>
                <a:gd name="csX20" fmla="*/ 8655 w 57071"/>
                <a:gd name="csY20" fmla="*/ 64919 h 94498"/>
                <a:gd name="csX21" fmla="*/ 14988 w 57071"/>
                <a:gd name="csY21" fmla="*/ 67401 h 94498"/>
                <a:gd name="csX22" fmla="*/ 17470 w 57071"/>
                <a:gd name="csY22" fmla="*/ 73591 h 94498"/>
                <a:gd name="csX23" fmla="*/ 17056 w 57071"/>
                <a:gd name="csY23" fmla="*/ 76344 h 94498"/>
                <a:gd name="csX24" fmla="*/ 16086 w 57071"/>
                <a:gd name="csY24" fmla="*/ 78540 h 94498"/>
                <a:gd name="csX25" fmla="*/ 14574 w 57071"/>
                <a:gd name="csY25" fmla="*/ 80194 h 94498"/>
                <a:gd name="csX26" fmla="*/ 12920 w 57071"/>
                <a:gd name="csY26" fmla="*/ 81292 h 94498"/>
                <a:gd name="csX27" fmla="*/ 11551 w 57071"/>
                <a:gd name="csY27" fmla="*/ 81849 h 94498"/>
                <a:gd name="csX28" fmla="*/ 10453 w 57071"/>
                <a:gd name="csY28" fmla="*/ 82247 h 94498"/>
                <a:gd name="csX29" fmla="*/ 9896 w 57071"/>
                <a:gd name="csY29" fmla="*/ 82390 h 94498"/>
                <a:gd name="csX30" fmla="*/ 26953 w 57071"/>
                <a:gd name="csY30" fmla="*/ 88580 h 94498"/>
                <a:gd name="csX31" fmla="*/ 38361 w 57071"/>
                <a:gd name="csY31" fmla="*/ 81292 h 94498"/>
                <a:gd name="csX32" fmla="*/ 40700 w 57071"/>
                <a:gd name="csY32" fmla="*/ 67401 h 94498"/>
                <a:gd name="csX33" fmla="*/ 40700 w 57071"/>
                <a:gd name="csY33" fmla="*/ 64649 h 94498"/>
                <a:gd name="csX34" fmla="*/ 31901 w 57071"/>
                <a:gd name="csY34" fmla="*/ 47178 h 94498"/>
                <a:gd name="csX35" fmla="*/ 23516 w 57071"/>
                <a:gd name="csY35" fmla="*/ 46223 h 94498"/>
                <a:gd name="csX36" fmla="*/ 17741 w 57071"/>
                <a:gd name="csY36" fmla="*/ 46080 h 94498"/>
                <a:gd name="csX37" fmla="*/ 17327 w 57071"/>
                <a:gd name="csY37" fmla="*/ 45809 h 94498"/>
                <a:gd name="csX38" fmla="*/ 17056 w 57071"/>
                <a:gd name="csY38" fmla="*/ 43598 h 94498"/>
                <a:gd name="csX39" fmla="*/ 18154 w 57071"/>
                <a:gd name="csY39" fmla="*/ 41131 h 94498"/>
                <a:gd name="csX40" fmla="*/ 26126 w 57071"/>
                <a:gd name="csY40" fmla="*/ 40447 h 94498"/>
                <a:gd name="csX41" fmla="*/ 34654 w 57071"/>
                <a:gd name="csY41" fmla="*/ 34671 h 94498"/>
                <a:gd name="csX42" fmla="*/ 38504 w 57071"/>
                <a:gd name="csY42" fmla="*/ 19253 h 94498"/>
                <a:gd name="csX43" fmla="*/ 38504 w 57071"/>
                <a:gd name="csY43" fmla="*/ 18155 h 94498"/>
                <a:gd name="csX44" fmla="*/ 33699 w 57071"/>
                <a:gd name="csY44" fmla="*/ 7288 h 94498"/>
                <a:gd name="csX45" fmla="*/ 27223 w 57071"/>
                <a:gd name="csY45" fmla="*/ 5362 h 94498"/>
                <a:gd name="csX46" fmla="*/ 19109 w 57071"/>
                <a:gd name="csY46" fmla="*/ 6874 h 94498"/>
                <a:gd name="csX47" fmla="*/ 13890 w 57071"/>
                <a:gd name="csY47" fmla="*/ 10040 h 94498"/>
                <a:gd name="csX48" fmla="*/ 12379 w 57071"/>
                <a:gd name="csY48" fmla="*/ 11695 h 94498"/>
                <a:gd name="csX49" fmla="*/ 12792 w 57071"/>
                <a:gd name="csY49" fmla="*/ 11695 h 94498"/>
                <a:gd name="csX50" fmla="*/ 13890 w 57071"/>
                <a:gd name="csY50" fmla="*/ 11966 h 94498"/>
                <a:gd name="csX51" fmla="*/ 15258 w 57071"/>
                <a:gd name="csY51" fmla="*/ 12666 h 94498"/>
                <a:gd name="csX52" fmla="*/ 16913 w 57071"/>
                <a:gd name="csY52" fmla="*/ 13620 h 94498"/>
                <a:gd name="csX53" fmla="*/ 18281 w 57071"/>
                <a:gd name="csY53" fmla="*/ 15132 h 94498"/>
                <a:gd name="csX54" fmla="*/ 19395 w 57071"/>
                <a:gd name="csY54" fmla="*/ 17201 h 94498"/>
                <a:gd name="csX55" fmla="*/ 19793 w 57071"/>
                <a:gd name="csY55" fmla="*/ 19953 h 94498"/>
                <a:gd name="csX56" fmla="*/ 17868 w 57071"/>
                <a:gd name="csY56" fmla="*/ 25315 h 94498"/>
                <a:gd name="csX57" fmla="*/ 11678 w 57071"/>
                <a:gd name="csY57" fmla="*/ 27782 h 944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57071" h="94498">
                  <a:moveTo>
                    <a:pt x="11678" y="27782"/>
                  </a:moveTo>
                  <a:cubicBezTo>
                    <a:pt x="9212" y="27782"/>
                    <a:pt x="7287" y="27002"/>
                    <a:pt x="5903" y="25443"/>
                  </a:cubicBezTo>
                  <a:cubicBezTo>
                    <a:pt x="4535" y="23883"/>
                    <a:pt x="3803" y="21878"/>
                    <a:pt x="3707" y="19396"/>
                  </a:cubicBezTo>
                  <a:cubicBezTo>
                    <a:pt x="3707" y="14352"/>
                    <a:pt x="5903" y="9865"/>
                    <a:pt x="10310" y="5919"/>
                  </a:cubicBezTo>
                  <a:cubicBezTo>
                    <a:pt x="14717" y="1973"/>
                    <a:pt x="20032" y="0"/>
                    <a:pt x="26269" y="0"/>
                  </a:cubicBezTo>
                  <a:cubicBezTo>
                    <a:pt x="29467" y="0"/>
                    <a:pt x="31487" y="48"/>
                    <a:pt x="32315" y="143"/>
                  </a:cubicBezTo>
                  <a:cubicBezTo>
                    <a:pt x="39109" y="1241"/>
                    <a:pt x="44280" y="3676"/>
                    <a:pt x="47859" y="7431"/>
                  </a:cubicBezTo>
                  <a:cubicBezTo>
                    <a:pt x="51439" y="11186"/>
                    <a:pt x="53269" y="15275"/>
                    <a:pt x="53365" y="19667"/>
                  </a:cubicBezTo>
                  <a:cubicBezTo>
                    <a:pt x="53365" y="24440"/>
                    <a:pt x="51805" y="29070"/>
                    <a:pt x="48687" y="33557"/>
                  </a:cubicBezTo>
                  <a:cubicBezTo>
                    <a:pt x="45568" y="38061"/>
                    <a:pt x="41257" y="41307"/>
                    <a:pt x="35751" y="43327"/>
                  </a:cubicBezTo>
                  <a:lnTo>
                    <a:pt x="35338" y="43598"/>
                  </a:lnTo>
                  <a:cubicBezTo>
                    <a:pt x="35338" y="43693"/>
                    <a:pt x="35751" y="43836"/>
                    <a:pt x="36579" y="44011"/>
                  </a:cubicBezTo>
                  <a:cubicBezTo>
                    <a:pt x="37406" y="44202"/>
                    <a:pt x="38727" y="44616"/>
                    <a:pt x="40572" y="45253"/>
                  </a:cubicBezTo>
                  <a:cubicBezTo>
                    <a:pt x="42402" y="45905"/>
                    <a:pt x="44136" y="46860"/>
                    <a:pt x="45791" y="48148"/>
                  </a:cubicBezTo>
                  <a:cubicBezTo>
                    <a:pt x="53317" y="53002"/>
                    <a:pt x="57072" y="59430"/>
                    <a:pt x="57072" y="67401"/>
                  </a:cubicBezTo>
                  <a:cubicBezTo>
                    <a:pt x="57072" y="74641"/>
                    <a:pt x="54224" y="80974"/>
                    <a:pt x="48544" y="86384"/>
                  </a:cubicBezTo>
                  <a:cubicBezTo>
                    <a:pt x="42863" y="91794"/>
                    <a:pt x="35656" y="94499"/>
                    <a:pt x="26953" y="94499"/>
                  </a:cubicBezTo>
                  <a:cubicBezTo>
                    <a:pt x="19618" y="94499"/>
                    <a:pt x="13285" y="92526"/>
                    <a:pt x="7971" y="88580"/>
                  </a:cubicBezTo>
                  <a:cubicBezTo>
                    <a:pt x="2657" y="84634"/>
                    <a:pt x="0" y="79638"/>
                    <a:pt x="0" y="73591"/>
                  </a:cubicBezTo>
                  <a:cubicBezTo>
                    <a:pt x="0" y="71029"/>
                    <a:pt x="827" y="68961"/>
                    <a:pt x="2466" y="67401"/>
                  </a:cubicBezTo>
                  <a:cubicBezTo>
                    <a:pt x="4121" y="65842"/>
                    <a:pt x="6189" y="65015"/>
                    <a:pt x="8655" y="64919"/>
                  </a:cubicBezTo>
                  <a:cubicBezTo>
                    <a:pt x="11233" y="64919"/>
                    <a:pt x="13333" y="65747"/>
                    <a:pt x="14988" y="67401"/>
                  </a:cubicBezTo>
                  <a:cubicBezTo>
                    <a:pt x="16643" y="69056"/>
                    <a:pt x="17470" y="71109"/>
                    <a:pt x="17470" y="73591"/>
                  </a:cubicBezTo>
                  <a:cubicBezTo>
                    <a:pt x="17470" y="74593"/>
                    <a:pt x="17327" y="75516"/>
                    <a:pt x="17056" y="76344"/>
                  </a:cubicBezTo>
                  <a:cubicBezTo>
                    <a:pt x="16770" y="77171"/>
                    <a:pt x="16452" y="77903"/>
                    <a:pt x="16086" y="78540"/>
                  </a:cubicBezTo>
                  <a:cubicBezTo>
                    <a:pt x="15720" y="79176"/>
                    <a:pt x="15211" y="79733"/>
                    <a:pt x="14574" y="80194"/>
                  </a:cubicBezTo>
                  <a:cubicBezTo>
                    <a:pt x="13938" y="80656"/>
                    <a:pt x="13381" y="81022"/>
                    <a:pt x="12920" y="81292"/>
                  </a:cubicBezTo>
                  <a:cubicBezTo>
                    <a:pt x="12458" y="81563"/>
                    <a:pt x="12013" y="81754"/>
                    <a:pt x="11551" y="81849"/>
                  </a:cubicBezTo>
                  <a:cubicBezTo>
                    <a:pt x="11090" y="81929"/>
                    <a:pt x="10724" y="82072"/>
                    <a:pt x="10453" y="82247"/>
                  </a:cubicBezTo>
                  <a:lnTo>
                    <a:pt x="9896" y="82390"/>
                  </a:lnTo>
                  <a:cubicBezTo>
                    <a:pt x="14574" y="86511"/>
                    <a:pt x="20254" y="88580"/>
                    <a:pt x="26953" y="88580"/>
                  </a:cubicBezTo>
                  <a:cubicBezTo>
                    <a:pt x="31996" y="88580"/>
                    <a:pt x="35799" y="86145"/>
                    <a:pt x="38361" y="81292"/>
                  </a:cubicBezTo>
                  <a:cubicBezTo>
                    <a:pt x="39920" y="78269"/>
                    <a:pt x="40700" y="73639"/>
                    <a:pt x="40700" y="67401"/>
                  </a:cubicBezTo>
                  <a:lnTo>
                    <a:pt x="40700" y="64649"/>
                  </a:lnTo>
                  <a:cubicBezTo>
                    <a:pt x="40700" y="55945"/>
                    <a:pt x="37772" y="50121"/>
                    <a:pt x="31901" y="47178"/>
                  </a:cubicBezTo>
                  <a:cubicBezTo>
                    <a:pt x="30533" y="46637"/>
                    <a:pt x="27733" y="46303"/>
                    <a:pt x="23516" y="46223"/>
                  </a:cubicBezTo>
                  <a:lnTo>
                    <a:pt x="17741" y="46080"/>
                  </a:lnTo>
                  <a:lnTo>
                    <a:pt x="17327" y="45809"/>
                  </a:lnTo>
                  <a:cubicBezTo>
                    <a:pt x="17136" y="45523"/>
                    <a:pt x="17056" y="44791"/>
                    <a:pt x="17056" y="43598"/>
                  </a:cubicBezTo>
                  <a:cubicBezTo>
                    <a:pt x="17056" y="41959"/>
                    <a:pt x="17422" y="41131"/>
                    <a:pt x="18154" y="41131"/>
                  </a:cubicBezTo>
                  <a:cubicBezTo>
                    <a:pt x="20716" y="41131"/>
                    <a:pt x="23373" y="40893"/>
                    <a:pt x="26126" y="40447"/>
                  </a:cubicBezTo>
                  <a:cubicBezTo>
                    <a:pt x="29244" y="39986"/>
                    <a:pt x="32092" y="38061"/>
                    <a:pt x="34654" y="34671"/>
                  </a:cubicBezTo>
                  <a:cubicBezTo>
                    <a:pt x="37215" y="31266"/>
                    <a:pt x="38504" y="26143"/>
                    <a:pt x="38504" y="19253"/>
                  </a:cubicBezTo>
                  <a:lnTo>
                    <a:pt x="38504" y="18155"/>
                  </a:lnTo>
                  <a:cubicBezTo>
                    <a:pt x="38504" y="12936"/>
                    <a:pt x="36897" y="9308"/>
                    <a:pt x="33699" y="7288"/>
                  </a:cubicBezTo>
                  <a:cubicBezTo>
                    <a:pt x="31678" y="6015"/>
                    <a:pt x="29515" y="5362"/>
                    <a:pt x="27223" y="5362"/>
                  </a:cubicBezTo>
                  <a:cubicBezTo>
                    <a:pt x="24296" y="5362"/>
                    <a:pt x="21591" y="5871"/>
                    <a:pt x="19109" y="6874"/>
                  </a:cubicBezTo>
                  <a:cubicBezTo>
                    <a:pt x="16643" y="7892"/>
                    <a:pt x="14892" y="8942"/>
                    <a:pt x="13890" y="10040"/>
                  </a:cubicBezTo>
                  <a:cubicBezTo>
                    <a:pt x="12872" y="11138"/>
                    <a:pt x="12379" y="11695"/>
                    <a:pt x="12379" y="11695"/>
                  </a:cubicBezTo>
                  <a:lnTo>
                    <a:pt x="12792" y="11695"/>
                  </a:lnTo>
                  <a:cubicBezTo>
                    <a:pt x="13063" y="11791"/>
                    <a:pt x="13429" y="11886"/>
                    <a:pt x="13890" y="11966"/>
                  </a:cubicBezTo>
                  <a:cubicBezTo>
                    <a:pt x="14352" y="12061"/>
                    <a:pt x="14797" y="12284"/>
                    <a:pt x="15258" y="12666"/>
                  </a:cubicBezTo>
                  <a:cubicBezTo>
                    <a:pt x="15720" y="13032"/>
                    <a:pt x="16277" y="13350"/>
                    <a:pt x="16913" y="13620"/>
                  </a:cubicBezTo>
                  <a:cubicBezTo>
                    <a:pt x="17550" y="13891"/>
                    <a:pt x="18011" y="14400"/>
                    <a:pt x="18281" y="15132"/>
                  </a:cubicBezTo>
                  <a:cubicBezTo>
                    <a:pt x="18568" y="15864"/>
                    <a:pt x="18934" y="16548"/>
                    <a:pt x="19395" y="17201"/>
                  </a:cubicBezTo>
                  <a:cubicBezTo>
                    <a:pt x="19841" y="17837"/>
                    <a:pt x="19984" y="18760"/>
                    <a:pt x="19793" y="19953"/>
                  </a:cubicBezTo>
                  <a:cubicBezTo>
                    <a:pt x="19793" y="21958"/>
                    <a:pt x="19157" y="23756"/>
                    <a:pt x="17868" y="25315"/>
                  </a:cubicBezTo>
                  <a:cubicBezTo>
                    <a:pt x="16595" y="26875"/>
                    <a:pt x="14527" y="27702"/>
                    <a:pt x="11678" y="27782"/>
                  </a:cubicBezTo>
                  <a:close/>
                </a:path>
              </a:pathLst>
            </a:custGeom>
            <a:solidFill>
              <a:srgbClr val="000000"/>
            </a:solidFill>
            <a:ln w="1591" cap="flat">
              <a:noFill/>
              <a:prstDash val="solid"/>
              <a:miter/>
            </a:ln>
          </p:spPr>
        </p:sp>
        <p:sp>
          <p:nvSpPr>
            <p:cNvPr id="25" name="任意形状 24">
              <a:extLst>
                <a:ext uri="{FF2B5EF4-FFF2-40B4-BE49-F238E27FC236}">
                  <a16:creationId xmlns:a16="http://schemas.microsoft.com/office/drawing/2014/main" id="{8D82B27C-78E0-9C15-1B16-0E5AE4E3F571}"/>
                </a:ext>
              </a:extLst>
            </p:cNvPr>
            <p:cNvSpPr/>
            <p:nvPr/>
          </p:nvSpPr>
          <p:spPr>
            <a:xfrm>
              <a:off x="3045205" y="3552513"/>
              <a:ext cx="144787" cy="108201"/>
            </a:xfrm>
            <a:custGeom>
              <a:avLst/>
              <a:gdLst>
                <a:gd name="csX0" fmla="*/ 0 w 144787"/>
                <a:gd name="csY0" fmla="*/ 0 h 108201"/>
                <a:gd name="csX1" fmla="*/ 144788 w 144787"/>
                <a:gd name="csY1" fmla="*/ 108202 h 108201"/>
              </a:gdLst>
              <a:ahLst/>
              <a:cxnLst>
                <a:cxn ang="0">
                  <a:pos x="csX0" y="csY0"/>
                </a:cxn>
                <a:cxn ang="0">
                  <a:pos x="csX1" y="csY1"/>
                </a:cxn>
              </a:cxnLst>
              <a:rect l="l" t="t" r="r" b="b"/>
              <a:pathLst>
                <a:path w="144787" h="108201">
                  <a:moveTo>
                    <a:pt x="0" y="0"/>
                  </a:moveTo>
                  <a:lnTo>
                    <a:pt x="144788" y="108202"/>
                  </a:lnTo>
                </a:path>
              </a:pathLst>
            </a:custGeom>
            <a:ln w="15911" cap="flat">
              <a:solidFill>
                <a:srgbClr val="000000"/>
              </a:solidFill>
              <a:prstDash val="solid"/>
              <a:miter/>
            </a:ln>
          </p:spPr>
        </p:sp>
        <p:sp>
          <p:nvSpPr>
            <p:cNvPr id="26" name="任意形状 25">
              <a:extLst>
                <a:ext uri="{FF2B5EF4-FFF2-40B4-BE49-F238E27FC236}">
                  <a16:creationId xmlns:a16="http://schemas.microsoft.com/office/drawing/2014/main" id="{5879C704-8138-9B24-3F22-74541500CFBF}"/>
                </a:ext>
              </a:extLst>
            </p:cNvPr>
            <p:cNvSpPr/>
            <p:nvPr/>
          </p:nvSpPr>
          <p:spPr>
            <a:xfrm>
              <a:off x="3304566" y="3337714"/>
              <a:ext cx="1591" cy="264132"/>
            </a:xfrm>
            <a:custGeom>
              <a:avLst/>
              <a:gdLst>
                <a:gd name="csX0" fmla="*/ 0 w 1591"/>
                <a:gd name="csY0" fmla="*/ 0 h 264132"/>
                <a:gd name="csX1" fmla="*/ 0 w 1591"/>
                <a:gd name="csY1" fmla="*/ 264132 h 264132"/>
              </a:gdLst>
              <a:ahLst/>
              <a:cxnLst>
                <a:cxn ang="0">
                  <a:pos x="csX0" y="csY0"/>
                </a:cxn>
                <a:cxn ang="0">
                  <a:pos x="csX1" y="csY1"/>
                </a:cxn>
              </a:cxnLst>
              <a:rect l="l" t="t" r="r" b="b"/>
              <a:pathLst>
                <a:path w="1591" h="264132">
                  <a:moveTo>
                    <a:pt x="0" y="0"/>
                  </a:moveTo>
                  <a:lnTo>
                    <a:pt x="0" y="264132"/>
                  </a:lnTo>
                </a:path>
              </a:pathLst>
            </a:custGeom>
            <a:ln w="15911" cap="flat">
              <a:solidFill>
                <a:srgbClr val="000000"/>
              </a:solidFill>
              <a:prstDash val="solid"/>
              <a:miter/>
            </a:ln>
          </p:spPr>
        </p:sp>
        <p:sp>
          <p:nvSpPr>
            <p:cNvPr id="27" name="任意形状 26">
              <a:extLst>
                <a:ext uri="{FF2B5EF4-FFF2-40B4-BE49-F238E27FC236}">
                  <a16:creationId xmlns:a16="http://schemas.microsoft.com/office/drawing/2014/main" id="{D0B8399D-A3EB-A46B-2AF2-9FB1369948A4}"/>
                </a:ext>
              </a:extLst>
            </p:cNvPr>
            <p:cNvSpPr/>
            <p:nvPr/>
          </p:nvSpPr>
          <p:spPr>
            <a:xfrm>
              <a:off x="3064553" y="3285018"/>
              <a:ext cx="135241" cy="109789"/>
            </a:xfrm>
            <a:custGeom>
              <a:avLst/>
              <a:gdLst>
                <a:gd name="csX0" fmla="*/ 135241 w 135241"/>
                <a:gd name="csY0" fmla="*/ 0 h 109789"/>
                <a:gd name="csX1" fmla="*/ 0 w 135241"/>
                <a:gd name="csY1" fmla="*/ 109790 h 109789"/>
              </a:gdLst>
              <a:ahLst/>
              <a:cxnLst>
                <a:cxn ang="0">
                  <a:pos x="csX0" y="csY0"/>
                </a:cxn>
                <a:cxn ang="0">
                  <a:pos x="csX1" y="csY1"/>
                </a:cxn>
              </a:cxnLst>
              <a:rect l="l" t="t" r="r" b="b"/>
              <a:pathLst>
                <a:path w="135241" h="109789">
                  <a:moveTo>
                    <a:pt x="135241" y="0"/>
                  </a:moveTo>
                  <a:lnTo>
                    <a:pt x="0" y="109790"/>
                  </a:lnTo>
                </a:path>
              </a:pathLst>
            </a:custGeom>
            <a:ln w="15911" cap="flat">
              <a:solidFill>
                <a:srgbClr val="000000"/>
              </a:solidFill>
              <a:prstDash val="solid"/>
              <a:miter/>
            </a:ln>
          </p:spPr>
        </p:sp>
        <p:sp>
          <p:nvSpPr>
            <p:cNvPr id="28" name="任意形状 27">
              <a:extLst>
                <a:ext uri="{FF2B5EF4-FFF2-40B4-BE49-F238E27FC236}">
                  <a16:creationId xmlns:a16="http://schemas.microsoft.com/office/drawing/2014/main" id="{849BA94E-652B-DD80-7268-26CD0DF2B2E9}"/>
                </a:ext>
              </a:extLst>
            </p:cNvPr>
            <p:cNvSpPr/>
            <p:nvPr/>
          </p:nvSpPr>
          <p:spPr>
            <a:xfrm>
              <a:off x="2897251" y="3396590"/>
              <a:ext cx="85536" cy="127400"/>
            </a:xfrm>
            <a:custGeom>
              <a:avLst/>
              <a:gdLst>
                <a:gd name="csX0" fmla="*/ 0 w 85536"/>
                <a:gd name="csY0" fmla="*/ 57091 h 127400"/>
                <a:gd name="csX1" fmla="*/ 15227 w 85536"/>
                <a:gd name="csY1" fmla="*/ 18629 h 127400"/>
                <a:gd name="csX2" fmla="*/ 49482 w 85536"/>
                <a:gd name="csY2" fmla="*/ 200 h 127400"/>
                <a:gd name="csX3" fmla="*/ 67907 w 85536"/>
                <a:gd name="csY3" fmla="*/ 10616 h 127400"/>
                <a:gd name="csX4" fmla="*/ 68910 w 85536"/>
                <a:gd name="csY4" fmla="*/ 9415 h 127400"/>
                <a:gd name="csX5" fmla="*/ 71105 w 85536"/>
                <a:gd name="csY5" fmla="*/ 7211 h 127400"/>
                <a:gd name="csX6" fmla="*/ 74319 w 85536"/>
                <a:gd name="csY6" fmla="*/ 4808 h 127400"/>
                <a:gd name="csX7" fmla="*/ 83531 w 85536"/>
                <a:gd name="csY7" fmla="*/ 0 h 127400"/>
                <a:gd name="csX8" fmla="*/ 84932 w 85536"/>
                <a:gd name="csY8" fmla="*/ 601 h 127400"/>
                <a:gd name="csX9" fmla="*/ 85536 w 85536"/>
                <a:gd name="csY9" fmla="*/ 1602 h 127400"/>
                <a:gd name="csX10" fmla="*/ 71710 w 85536"/>
                <a:gd name="csY10" fmla="*/ 58693 h 127400"/>
                <a:gd name="csX11" fmla="*/ 57486 w 85536"/>
                <a:gd name="csY11" fmla="*/ 116384 h 127400"/>
                <a:gd name="csX12" fmla="*/ 66507 w 85536"/>
                <a:gd name="csY12" fmla="*/ 118186 h 127400"/>
                <a:gd name="csX13" fmla="*/ 71503 w 85536"/>
                <a:gd name="csY13" fmla="*/ 118186 h 127400"/>
                <a:gd name="csX14" fmla="*/ 72712 w 85536"/>
                <a:gd name="csY14" fmla="*/ 119989 h 127400"/>
                <a:gd name="csX15" fmla="*/ 72107 w 85536"/>
                <a:gd name="csY15" fmla="*/ 123595 h 127400"/>
                <a:gd name="csX16" fmla="*/ 70103 w 85536"/>
                <a:gd name="csY16" fmla="*/ 127401 h 127400"/>
                <a:gd name="csX17" fmla="*/ 67509 w 85536"/>
                <a:gd name="csY17" fmla="*/ 127401 h 127400"/>
                <a:gd name="csX18" fmla="*/ 45871 w 85536"/>
                <a:gd name="csY18" fmla="*/ 127001 h 127400"/>
                <a:gd name="csX19" fmla="*/ 35656 w 85536"/>
                <a:gd name="csY19" fmla="*/ 127001 h 127400"/>
                <a:gd name="csX20" fmla="*/ 28242 w 85536"/>
                <a:gd name="csY20" fmla="*/ 127001 h 127400"/>
                <a:gd name="csX21" fmla="*/ 24837 w 85536"/>
                <a:gd name="csY21" fmla="*/ 127202 h 127400"/>
                <a:gd name="csX22" fmla="*/ 22036 w 85536"/>
                <a:gd name="csY22" fmla="*/ 125598 h 127400"/>
                <a:gd name="csX23" fmla="*/ 22434 w 85536"/>
                <a:gd name="csY23" fmla="*/ 122594 h 127400"/>
                <a:gd name="csX24" fmla="*/ 23834 w 85536"/>
                <a:gd name="csY24" fmla="*/ 118788 h 127400"/>
                <a:gd name="csX25" fmla="*/ 27844 w 85536"/>
                <a:gd name="csY25" fmla="*/ 118186 h 127400"/>
                <a:gd name="csX26" fmla="*/ 39459 w 85536"/>
                <a:gd name="csY26" fmla="*/ 116785 h 127400"/>
                <a:gd name="csX27" fmla="*/ 45075 w 85536"/>
                <a:gd name="csY27" fmla="*/ 99156 h 127400"/>
                <a:gd name="csX28" fmla="*/ 49276 w 85536"/>
                <a:gd name="csY28" fmla="*/ 82129 h 127400"/>
                <a:gd name="csX29" fmla="*/ 47875 w 85536"/>
                <a:gd name="csY29" fmla="*/ 82731 h 127400"/>
                <a:gd name="csX30" fmla="*/ 27844 w 85536"/>
                <a:gd name="csY30" fmla="*/ 90543 h 127400"/>
                <a:gd name="csX31" fmla="*/ 8417 w 85536"/>
                <a:gd name="csY31" fmla="*/ 82530 h 127400"/>
                <a:gd name="csX32" fmla="*/ 0 w 85536"/>
                <a:gd name="csY32" fmla="*/ 57091 h 127400"/>
                <a:gd name="csX33" fmla="*/ 63898 w 85536"/>
                <a:gd name="csY33" fmla="*/ 23237 h 127400"/>
                <a:gd name="csX34" fmla="*/ 48878 w 85536"/>
                <a:gd name="csY34" fmla="*/ 7412 h 127400"/>
                <a:gd name="csX35" fmla="*/ 35449 w 85536"/>
                <a:gd name="csY35" fmla="*/ 13622 h 127400"/>
                <a:gd name="csX36" fmla="*/ 25441 w 85536"/>
                <a:gd name="csY36" fmla="*/ 29847 h 127400"/>
                <a:gd name="csX37" fmla="*/ 17231 w 85536"/>
                <a:gd name="csY37" fmla="*/ 62700 h 127400"/>
                <a:gd name="csX38" fmla="*/ 17231 w 85536"/>
                <a:gd name="csY38" fmla="*/ 64903 h 127400"/>
                <a:gd name="csX39" fmla="*/ 17024 w 85536"/>
                <a:gd name="csY39" fmla="*/ 67306 h 127400"/>
                <a:gd name="csX40" fmla="*/ 20636 w 85536"/>
                <a:gd name="csY40" fmla="*/ 79726 h 127400"/>
                <a:gd name="csX41" fmla="*/ 29244 w 85536"/>
                <a:gd name="csY41" fmla="*/ 83332 h 127400"/>
                <a:gd name="csX42" fmla="*/ 51471 w 85536"/>
                <a:gd name="csY42" fmla="*/ 68908 h 127400"/>
                <a:gd name="csX43" fmla="*/ 53078 w 85536"/>
                <a:gd name="csY43" fmla="*/ 66706 h 127400"/>
                <a:gd name="csX44" fmla="*/ 63898 w 85536"/>
                <a:gd name="csY44" fmla="*/ 23237 h 127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85536" h="127400">
                  <a:moveTo>
                    <a:pt x="0" y="57091"/>
                  </a:moveTo>
                  <a:cubicBezTo>
                    <a:pt x="0" y="43602"/>
                    <a:pt x="5076" y="30783"/>
                    <a:pt x="15227" y="18629"/>
                  </a:cubicBezTo>
                  <a:cubicBezTo>
                    <a:pt x="25378" y="6478"/>
                    <a:pt x="36786" y="334"/>
                    <a:pt x="49482" y="200"/>
                  </a:cubicBezTo>
                  <a:cubicBezTo>
                    <a:pt x="57486" y="200"/>
                    <a:pt x="63627" y="3672"/>
                    <a:pt x="67907" y="10616"/>
                  </a:cubicBezTo>
                  <a:cubicBezTo>
                    <a:pt x="68034" y="10484"/>
                    <a:pt x="68368" y="10083"/>
                    <a:pt x="68910" y="9415"/>
                  </a:cubicBezTo>
                  <a:cubicBezTo>
                    <a:pt x="69435" y="8747"/>
                    <a:pt x="70166" y="8013"/>
                    <a:pt x="71105" y="7211"/>
                  </a:cubicBezTo>
                  <a:cubicBezTo>
                    <a:pt x="72044" y="6411"/>
                    <a:pt x="73110" y="5609"/>
                    <a:pt x="74319" y="4808"/>
                  </a:cubicBezTo>
                  <a:cubicBezTo>
                    <a:pt x="78854" y="1602"/>
                    <a:pt x="81924" y="0"/>
                    <a:pt x="83531" y="0"/>
                  </a:cubicBezTo>
                  <a:cubicBezTo>
                    <a:pt x="84056" y="0"/>
                    <a:pt x="84534" y="200"/>
                    <a:pt x="84932" y="601"/>
                  </a:cubicBezTo>
                  <a:cubicBezTo>
                    <a:pt x="85329" y="1002"/>
                    <a:pt x="85536" y="1335"/>
                    <a:pt x="85536" y="1602"/>
                  </a:cubicBezTo>
                  <a:cubicBezTo>
                    <a:pt x="85536" y="2805"/>
                    <a:pt x="80922" y="21834"/>
                    <a:pt x="71710" y="58693"/>
                  </a:cubicBezTo>
                  <a:cubicBezTo>
                    <a:pt x="62227" y="96620"/>
                    <a:pt x="57486" y="115851"/>
                    <a:pt x="57486" y="116384"/>
                  </a:cubicBezTo>
                  <a:cubicBezTo>
                    <a:pt x="57486" y="117453"/>
                    <a:pt x="60493" y="118053"/>
                    <a:pt x="66507" y="118186"/>
                  </a:cubicBezTo>
                  <a:lnTo>
                    <a:pt x="71503" y="118186"/>
                  </a:lnTo>
                  <a:cubicBezTo>
                    <a:pt x="72314" y="119256"/>
                    <a:pt x="72712" y="119856"/>
                    <a:pt x="72712" y="119989"/>
                  </a:cubicBezTo>
                  <a:cubicBezTo>
                    <a:pt x="72712" y="120123"/>
                    <a:pt x="72505" y="121326"/>
                    <a:pt x="72107" y="123595"/>
                  </a:cubicBezTo>
                  <a:cubicBezTo>
                    <a:pt x="71582" y="125332"/>
                    <a:pt x="70914" y="126600"/>
                    <a:pt x="70103" y="127401"/>
                  </a:cubicBezTo>
                  <a:lnTo>
                    <a:pt x="67509" y="127401"/>
                  </a:lnTo>
                  <a:cubicBezTo>
                    <a:pt x="63357" y="127135"/>
                    <a:pt x="56149" y="127001"/>
                    <a:pt x="45871" y="127001"/>
                  </a:cubicBezTo>
                  <a:cubicBezTo>
                    <a:pt x="42132" y="127001"/>
                    <a:pt x="38727" y="127001"/>
                    <a:pt x="35656" y="127001"/>
                  </a:cubicBezTo>
                  <a:cubicBezTo>
                    <a:pt x="32585" y="127001"/>
                    <a:pt x="30119" y="127001"/>
                    <a:pt x="28242" y="127001"/>
                  </a:cubicBezTo>
                  <a:cubicBezTo>
                    <a:pt x="26380" y="127001"/>
                    <a:pt x="25234" y="127068"/>
                    <a:pt x="24837" y="127202"/>
                  </a:cubicBezTo>
                  <a:cubicBezTo>
                    <a:pt x="22975" y="127202"/>
                    <a:pt x="22036" y="126667"/>
                    <a:pt x="22036" y="125598"/>
                  </a:cubicBezTo>
                  <a:cubicBezTo>
                    <a:pt x="22036" y="125199"/>
                    <a:pt x="22164" y="124196"/>
                    <a:pt x="22434" y="122594"/>
                  </a:cubicBezTo>
                  <a:cubicBezTo>
                    <a:pt x="22975" y="120457"/>
                    <a:pt x="23437" y="119189"/>
                    <a:pt x="23834" y="118788"/>
                  </a:cubicBezTo>
                  <a:cubicBezTo>
                    <a:pt x="24232" y="118387"/>
                    <a:pt x="25568" y="118186"/>
                    <a:pt x="27844" y="118186"/>
                  </a:cubicBezTo>
                  <a:cubicBezTo>
                    <a:pt x="34256" y="118186"/>
                    <a:pt x="38122" y="117720"/>
                    <a:pt x="39459" y="116785"/>
                  </a:cubicBezTo>
                  <a:cubicBezTo>
                    <a:pt x="40525" y="116116"/>
                    <a:pt x="42402" y="110242"/>
                    <a:pt x="45075" y="99156"/>
                  </a:cubicBezTo>
                  <a:cubicBezTo>
                    <a:pt x="47732" y="88072"/>
                    <a:pt x="49148" y="82397"/>
                    <a:pt x="49276" y="82129"/>
                  </a:cubicBezTo>
                  <a:cubicBezTo>
                    <a:pt x="49276" y="81997"/>
                    <a:pt x="48814" y="82196"/>
                    <a:pt x="47875" y="82731"/>
                  </a:cubicBezTo>
                  <a:cubicBezTo>
                    <a:pt x="41464" y="87938"/>
                    <a:pt x="34781" y="90543"/>
                    <a:pt x="27844" y="90543"/>
                  </a:cubicBezTo>
                  <a:cubicBezTo>
                    <a:pt x="20493" y="90543"/>
                    <a:pt x="14017" y="87872"/>
                    <a:pt x="8417" y="82530"/>
                  </a:cubicBezTo>
                  <a:cubicBezTo>
                    <a:pt x="2800" y="77189"/>
                    <a:pt x="0" y="68709"/>
                    <a:pt x="0" y="57091"/>
                  </a:cubicBezTo>
                  <a:close/>
                  <a:moveTo>
                    <a:pt x="63898" y="23237"/>
                  </a:moveTo>
                  <a:cubicBezTo>
                    <a:pt x="60827" y="12686"/>
                    <a:pt x="55815" y="7412"/>
                    <a:pt x="48878" y="7412"/>
                  </a:cubicBezTo>
                  <a:cubicBezTo>
                    <a:pt x="44200" y="7412"/>
                    <a:pt x="39729" y="9482"/>
                    <a:pt x="35449" y="13622"/>
                  </a:cubicBezTo>
                  <a:cubicBezTo>
                    <a:pt x="31185" y="17762"/>
                    <a:pt x="27844" y="23170"/>
                    <a:pt x="25441" y="29847"/>
                  </a:cubicBezTo>
                  <a:cubicBezTo>
                    <a:pt x="21559" y="40398"/>
                    <a:pt x="18822" y="51348"/>
                    <a:pt x="17231" y="62700"/>
                  </a:cubicBezTo>
                  <a:cubicBezTo>
                    <a:pt x="17231" y="63101"/>
                    <a:pt x="17231" y="63834"/>
                    <a:pt x="17231" y="64903"/>
                  </a:cubicBezTo>
                  <a:cubicBezTo>
                    <a:pt x="17231" y="65971"/>
                    <a:pt x="17152" y="66773"/>
                    <a:pt x="17024" y="67306"/>
                  </a:cubicBezTo>
                  <a:cubicBezTo>
                    <a:pt x="17024" y="73316"/>
                    <a:pt x="18234" y="77456"/>
                    <a:pt x="20636" y="79726"/>
                  </a:cubicBezTo>
                  <a:cubicBezTo>
                    <a:pt x="23039" y="81997"/>
                    <a:pt x="25903" y="83198"/>
                    <a:pt x="29244" y="83332"/>
                  </a:cubicBezTo>
                  <a:cubicBezTo>
                    <a:pt x="36452" y="83332"/>
                    <a:pt x="43866" y="78524"/>
                    <a:pt x="51471" y="68908"/>
                  </a:cubicBezTo>
                  <a:lnTo>
                    <a:pt x="53078" y="66706"/>
                  </a:lnTo>
                  <a:lnTo>
                    <a:pt x="63898" y="23237"/>
                  </a:lnTo>
                  <a:close/>
                </a:path>
              </a:pathLst>
            </a:custGeom>
            <a:solidFill>
              <a:srgbClr val="000000"/>
            </a:solidFill>
            <a:ln w="1591" cap="flat">
              <a:noFill/>
              <a:prstDash val="solid"/>
              <a:miter/>
            </a:ln>
          </p:spPr>
        </p:sp>
        <p:sp>
          <p:nvSpPr>
            <p:cNvPr id="29" name="任意形状 28">
              <a:extLst>
                <a:ext uri="{FF2B5EF4-FFF2-40B4-BE49-F238E27FC236}">
                  <a16:creationId xmlns:a16="http://schemas.microsoft.com/office/drawing/2014/main" id="{442B5412-ED74-0662-7C23-AA744A17ADB9}"/>
                </a:ext>
              </a:extLst>
            </p:cNvPr>
            <p:cNvSpPr/>
            <p:nvPr/>
          </p:nvSpPr>
          <p:spPr>
            <a:xfrm>
              <a:off x="2991729" y="3420857"/>
              <a:ext cx="48718" cy="94320"/>
            </a:xfrm>
            <a:custGeom>
              <a:avLst/>
              <a:gdLst>
                <a:gd name="csX0" fmla="*/ 18409 w 48718"/>
                <a:gd name="csY0" fmla="*/ 12462 h 94320"/>
                <a:gd name="csX1" fmla="*/ 16563 w 48718"/>
                <a:gd name="csY1" fmla="*/ 13170 h 94320"/>
                <a:gd name="csX2" fmla="*/ 10899 w 48718"/>
                <a:gd name="csY2" fmla="*/ 14588 h 94320"/>
                <a:gd name="csX3" fmla="*/ 2689 w 48718"/>
                <a:gd name="csY3" fmla="*/ 15579 h 94320"/>
                <a:gd name="csX4" fmla="*/ 0 w 48718"/>
                <a:gd name="csY4" fmla="*/ 15579 h 94320"/>
                <a:gd name="csX5" fmla="*/ 0 w 48718"/>
                <a:gd name="csY5" fmla="*/ 9063 h 94320"/>
                <a:gd name="csX6" fmla="*/ 2689 w 48718"/>
                <a:gd name="csY6" fmla="*/ 9063 h 94320"/>
                <a:gd name="csX7" fmla="*/ 15020 w 48718"/>
                <a:gd name="csY7" fmla="*/ 6939 h 94320"/>
                <a:gd name="csX8" fmla="*/ 22943 w 48718"/>
                <a:gd name="csY8" fmla="*/ 3540 h 94320"/>
                <a:gd name="csX9" fmla="*/ 26905 w 48718"/>
                <a:gd name="csY9" fmla="*/ 425 h 94320"/>
                <a:gd name="csX10" fmla="*/ 28607 w 48718"/>
                <a:gd name="csY10" fmla="*/ 0 h 94320"/>
                <a:gd name="csX11" fmla="*/ 31010 w 48718"/>
                <a:gd name="csY11" fmla="*/ 850 h 94320"/>
                <a:gd name="csX12" fmla="*/ 31010 w 48718"/>
                <a:gd name="csY12" fmla="*/ 43195 h 94320"/>
                <a:gd name="csX13" fmla="*/ 31153 w 48718"/>
                <a:gd name="csY13" fmla="*/ 85682 h 94320"/>
                <a:gd name="csX14" fmla="*/ 32856 w 48718"/>
                <a:gd name="csY14" fmla="*/ 86957 h 94320"/>
                <a:gd name="csX15" fmla="*/ 36261 w 48718"/>
                <a:gd name="csY15" fmla="*/ 87523 h 94320"/>
                <a:gd name="csX16" fmla="*/ 45043 w 48718"/>
                <a:gd name="csY16" fmla="*/ 87806 h 94320"/>
                <a:gd name="csX17" fmla="*/ 48719 w 48718"/>
                <a:gd name="csY17" fmla="*/ 87806 h 94320"/>
                <a:gd name="csX18" fmla="*/ 48719 w 48718"/>
                <a:gd name="csY18" fmla="*/ 94321 h 94320"/>
                <a:gd name="csX19" fmla="*/ 47159 w 48718"/>
                <a:gd name="csY19" fmla="*/ 94321 h 94320"/>
                <a:gd name="csX20" fmla="*/ 24646 w 48718"/>
                <a:gd name="csY20" fmla="*/ 93896 h 94320"/>
                <a:gd name="csX21" fmla="*/ 2403 w 48718"/>
                <a:gd name="csY21" fmla="*/ 94321 h 94320"/>
                <a:gd name="csX22" fmla="*/ 716 w 48718"/>
                <a:gd name="csY22" fmla="*/ 94321 h 94320"/>
                <a:gd name="csX23" fmla="*/ 716 w 48718"/>
                <a:gd name="csY23" fmla="*/ 87806 h 94320"/>
                <a:gd name="csX24" fmla="*/ 4391 w 48718"/>
                <a:gd name="csY24" fmla="*/ 87806 h 94320"/>
                <a:gd name="csX25" fmla="*/ 9769 w 48718"/>
                <a:gd name="csY25" fmla="*/ 87806 h 94320"/>
                <a:gd name="csX26" fmla="*/ 13317 w 48718"/>
                <a:gd name="csY26" fmla="*/ 87665 h 94320"/>
                <a:gd name="csX27" fmla="*/ 15577 w 48718"/>
                <a:gd name="csY27" fmla="*/ 87240 h 94320"/>
                <a:gd name="csX28" fmla="*/ 16706 w 48718"/>
                <a:gd name="csY28" fmla="*/ 86957 h 94320"/>
                <a:gd name="csX29" fmla="*/ 17566 w 48718"/>
                <a:gd name="csY29" fmla="*/ 86249 h 94320"/>
                <a:gd name="csX30" fmla="*/ 18409 w 48718"/>
                <a:gd name="csY30" fmla="*/ 85682 h 94320"/>
                <a:gd name="csX31" fmla="*/ 18409 w 48718"/>
                <a:gd name="csY31" fmla="*/ 12462 h 94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48718" h="94320">
                  <a:moveTo>
                    <a:pt x="18409" y="12462"/>
                  </a:moveTo>
                  <a:lnTo>
                    <a:pt x="16563" y="13170"/>
                  </a:lnTo>
                  <a:cubicBezTo>
                    <a:pt x="15242" y="13643"/>
                    <a:pt x="13365" y="14115"/>
                    <a:pt x="10899" y="14588"/>
                  </a:cubicBezTo>
                  <a:cubicBezTo>
                    <a:pt x="8449" y="15059"/>
                    <a:pt x="5712" y="15390"/>
                    <a:pt x="2689" y="15579"/>
                  </a:cubicBezTo>
                  <a:lnTo>
                    <a:pt x="0" y="15579"/>
                  </a:lnTo>
                  <a:lnTo>
                    <a:pt x="0" y="9063"/>
                  </a:lnTo>
                  <a:lnTo>
                    <a:pt x="2689" y="9063"/>
                  </a:lnTo>
                  <a:cubicBezTo>
                    <a:pt x="7128" y="8875"/>
                    <a:pt x="11233" y="8167"/>
                    <a:pt x="15020" y="6939"/>
                  </a:cubicBezTo>
                  <a:cubicBezTo>
                    <a:pt x="18790" y="5712"/>
                    <a:pt x="21432" y="4579"/>
                    <a:pt x="22943" y="3540"/>
                  </a:cubicBezTo>
                  <a:cubicBezTo>
                    <a:pt x="24455" y="2501"/>
                    <a:pt x="25775" y="1464"/>
                    <a:pt x="26905" y="425"/>
                  </a:cubicBezTo>
                  <a:cubicBezTo>
                    <a:pt x="27096" y="142"/>
                    <a:pt x="27669" y="0"/>
                    <a:pt x="28607" y="0"/>
                  </a:cubicBezTo>
                  <a:cubicBezTo>
                    <a:pt x="29451" y="0"/>
                    <a:pt x="30262" y="283"/>
                    <a:pt x="31010" y="850"/>
                  </a:cubicBezTo>
                  <a:lnTo>
                    <a:pt x="31010" y="43195"/>
                  </a:lnTo>
                  <a:lnTo>
                    <a:pt x="31153" y="85682"/>
                  </a:lnTo>
                  <a:cubicBezTo>
                    <a:pt x="31821" y="86343"/>
                    <a:pt x="32378" y="86767"/>
                    <a:pt x="32856" y="86957"/>
                  </a:cubicBezTo>
                  <a:cubicBezTo>
                    <a:pt x="33333" y="87146"/>
                    <a:pt x="34463" y="87334"/>
                    <a:pt x="36261" y="87523"/>
                  </a:cubicBezTo>
                  <a:cubicBezTo>
                    <a:pt x="38043" y="87713"/>
                    <a:pt x="40970" y="87806"/>
                    <a:pt x="45043" y="87806"/>
                  </a:cubicBezTo>
                  <a:lnTo>
                    <a:pt x="48719" y="87806"/>
                  </a:lnTo>
                  <a:lnTo>
                    <a:pt x="48719" y="94321"/>
                  </a:lnTo>
                  <a:lnTo>
                    <a:pt x="47159" y="94321"/>
                  </a:lnTo>
                  <a:cubicBezTo>
                    <a:pt x="45171" y="94037"/>
                    <a:pt x="37677" y="93896"/>
                    <a:pt x="24646" y="93896"/>
                  </a:cubicBezTo>
                  <a:cubicBezTo>
                    <a:pt x="11806" y="93896"/>
                    <a:pt x="4391" y="94037"/>
                    <a:pt x="2403" y="94321"/>
                  </a:cubicBezTo>
                  <a:lnTo>
                    <a:pt x="716" y="94321"/>
                  </a:lnTo>
                  <a:lnTo>
                    <a:pt x="716" y="87806"/>
                  </a:lnTo>
                  <a:lnTo>
                    <a:pt x="4391" y="87806"/>
                  </a:lnTo>
                  <a:cubicBezTo>
                    <a:pt x="6476" y="87806"/>
                    <a:pt x="8258" y="87806"/>
                    <a:pt x="9769" y="87806"/>
                  </a:cubicBezTo>
                  <a:cubicBezTo>
                    <a:pt x="11281" y="87806"/>
                    <a:pt x="12458" y="87759"/>
                    <a:pt x="13317" y="87665"/>
                  </a:cubicBezTo>
                  <a:cubicBezTo>
                    <a:pt x="14161" y="87571"/>
                    <a:pt x="14924" y="87429"/>
                    <a:pt x="15577" y="87240"/>
                  </a:cubicBezTo>
                  <a:cubicBezTo>
                    <a:pt x="16245" y="87051"/>
                    <a:pt x="16611" y="86957"/>
                    <a:pt x="16706" y="86957"/>
                  </a:cubicBezTo>
                  <a:cubicBezTo>
                    <a:pt x="16802" y="86957"/>
                    <a:pt x="17088" y="86721"/>
                    <a:pt x="17566" y="86249"/>
                  </a:cubicBezTo>
                  <a:cubicBezTo>
                    <a:pt x="18027" y="85776"/>
                    <a:pt x="18313" y="85588"/>
                    <a:pt x="18409" y="85682"/>
                  </a:cubicBezTo>
                  <a:lnTo>
                    <a:pt x="18409" y="12462"/>
                  </a:lnTo>
                  <a:close/>
                </a:path>
              </a:pathLst>
            </a:custGeom>
            <a:solidFill>
              <a:srgbClr val="000000"/>
            </a:solidFill>
            <a:ln w="1591" cap="flat">
              <a:noFill/>
              <a:prstDash val="solid"/>
              <a:miter/>
            </a:ln>
          </p:spPr>
        </p:sp>
        <p:sp>
          <p:nvSpPr>
            <p:cNvPr id="30" name="任意形状 29">
              <a:extLst>
                <a:ext uri="{FF2B5EF4-FFF2-40B4-BE49-F238E27FC236}">
                  <a16:creationId xmlns:a16="http://schemas.microsoft.com/office/drawing/2014/main" id="{2BF8D460-91E0-2288-E631-E9E697D6C52F}"/>
                </a:ext>
              </a:extLst>
            </p:cNvPr>
            <p:cNvSpPr/>
            <p:nvPr/>
          </p:nvSpPr>
          <p:spPr>
            <a:xfrm>
              <a:off x="2849519" y="3345670"/>
              <a:ext cx="238661" cy="238673"/>
            </a:xfrm>
            <a:custGeom>
              <a:avLst/>
              <a:gdLst>
                <a:gd name="csX0" fmla="*/ 238661 w 238661"/>
                <a:gd name="csY0" fmla="*/ 119337 h 238673"/>
                <a:gd name="csX1" fmla="*/ 119331 w 238661"/>
                <a:gd name="csY1" fmla="*/ 238674 h 238673"/>
                <a:gd name="csX2" fmla="*/ 0 w 238661"/>
                <a:gd name="csY2" fmla="*/ 119337 h 238673"/>
                <a:gd name="csX3" fmla="*/ 119331 w 238661"/>
                <a:gd name="csY3" fmla="*/ 0 h 238673"/>
                <a:gd name="csX4" fmla="*/ 238661 w 238661"/>
                <a:gd name="csY4" fmla="*/ 119337 h 238673"/>
              </a:gdLst>
              <a:ahLst/>
              <a:cxnLst>
                <a:cxn ang="0">
                  <a:pos x="csX0" y="csY0"/>
                </a:cxn>
                <a:cxn ang="0">
                  <a:pos x="csX1" y="csY1"/>
                </a:cxn>
                <a:cxn ang="0">
                  <a:pos x="csX2" y="csY2"/>
                </a:cxn>
                <a:cxn ang="0">
                  <a:pos x="csX3" y="csY3"/>
                </a:cxn>
                <a:cxn ang="0">
                  <a:pos x="csX4" y="csY4"/>
                </a:cxn>
              </a:cxnLst>
              <a:rect l="l" t="t" r="r" b="b"/>
              <a:pathLst>
                <a:path w="238661" h="238673">
                  <a:moveTo>
                    <a:pt x="238661" y="119337"/>
                  </a:moveTo>
                  <a:cubicBezTo>
                    <a:pt x="238661" y="185245"/>
                    <a:pt x="185235" y="238674"/>
                    <a:pt x="119331" y="238674"/>
                  </a:cubicBezTo>
                  <a:cubicBezTo>
                    <a:pt x="53426" y="238674"/>
                    <a:pt x="0" y="185245"/>
                    <a:pt x="0" y="119337"/>
                  </a:cubicBezTo>
                  <a:cubicBezTo>
                    <a:pt x="0" y="53429"/>
                    <a:pt x="53426" y="0"/>
                    <a:pt x="119331" y="0"/>
                  </a:cubicBezTo>
                  <a:cubicBezTo>
                    <a:pt x="185235" y="0"/>
                    <a:pt x="238661" y="53429"/>
                    <a:pt x="238661" y="119337"/>
                  </a:cubicBezTo>
                  <a:close/>
                </a:path>
              </a:pathLst>
            </a:custGeom>
            <a:noFill/>
            <a:ln w="15911" cap="flat">
              <a:solidFill>
                <a:srgbClr val="000000"/>
              </a:solidFill>
              <a:prstDash val="solid"/>
              <a:miter/>
            </a:ln>
          </p:spPr>
        </p:sp>
        <p:sp>
          <p:nvSpPr>
            <p:cNvPr id="31" name="任意形状 30">
              <a:extLst>
                <a:ext uri="{FF2B5EF4-FFF2-40B4-BE49-F238E27FC236}">
                  <a16:creationId xmlns:a16="http://schemas.microsoft.com/office/drawing/2014/main" id="{7795CD85-8056-121E-385A-D2E24D494545}"/>
                </a:ext>
              </a:extLst>
            </p:cNvPr>
            <p:cNvSpPr/>
            <p:nvPr/>
          </p:nvSpPr>
          <p:spPr>
            <a:xfrm>
              <a:off x="3177280" y="3100632"/>
              <a:ext cx="238661" cy="238673"/>
            </a:xfrm>
            <a:custGeom>
              <a:avLst/>
              <a:gdLst>
                <a:gd name="csX0" fmla="*/ 238661 w 238661"/>
                <a:gd name="csY0" fmla="*/ 119337 h 238673"/>
                <a:gd name="csX1" fmla="*/ 119331 w 238661"/>
                <a:gd name="csY1" fmla="*/ 238674 h 238673"/>
                <a:gd name="csX2" fmla="*/ 0 w 238661"/>
                <a:gd name="csY2" fmla="*/ 119337 h 238673"/>
                <a:gd name="csX3" fmla="*/ 119331 w 238661"/>
                <a:gd name="csY3" fmla="*/ 0 h 238673"/>
                <a:gd name="csX4" fmla="*/ 238661 w 238661"/>
                <a:gd name="csY4" fmla="*/ 119337 h 238673"/>
              </a:gdLst>
              <a:ahLst/>
              <a:cxnLst>
                <a:cxn ang="0">
                  <a:pos x="csX0" y="csY0"/>
                </a:cxn>
                <a:cxn ang="0">
                  <a:pos x="csX1" y="csY1"/>
                </a:cxn>
                <a:cxn ang="0">
                  <a:pos x="csX2" y="csY2"/>
                </a:cxn>
                <a:cxn ang="0">
                  <a:pos x="csX3" y="csY3"/>
                </a:cxn>
                <a:cxn ang="0">
                  <a:pos x="csX4" y="csY4"/>
                </a:cxn>
              </a:cxnLst>
              <a:rect l="l" t="t" r="r" b="b"/>
              <a:pathLst>
                <a:path w="238661" h="238673">
                  <a:moveTo>
                    <a:pt x="238661" y="119337"/>
                  </a:moveTo>
                  <a:cubicBezTo>
                    <a:pt x="238661" y="185245"/>
                    <a:pt x="185235" y="238674"/>
                    <a:pt x="119331" y="238674"/>
                  </a:cubicBezTo>
                  <a:cubicBezTo>
                    <a:pt x="53426" y="238674"/>
                    <a:pt x="0" y="185245"/>
                    <a:pt x="0" y="119337"/>
                  </a:cubicBezTo>
                  <a:cubicBezTo>
                    <a:pt x="0" y="53429"/>
                    <a:pt x="53426" y="0"/>
                    <a:pt x="119331" y="0"/>
                  </a:cubicBezTo>
                  <a:cubicBezTo>
                    <a:pt x="185235" y="0"/>
                    <a:pt x="238661" y="53429"/>
                    <a:pt x="238661" y="119337"/>
                  </a:cubicBezTo>
                  <a:close/>
                </a:path>
              </a:pathLst>
            </a:custGeom>
            <a:noFill/>
            <a:ln w="15911" cap="flat">
              <a:solidFill>
                <a:srgbClr val="000000"/>
              </a:solidFill>
              <a:prstDash val="solid"/>
              <a:miter/>
            </a:ln>
          </p:spPr>
        </p:sp>
        <p:sp>
          <p:nvSpPr>
            <p:cNvPr id="32" name="任意形状 31">
              <a:extLst>
                <a:ext uri="{FF2B5EF4-FFF2-40B4-BE49-F238E27FC236}">
                  <a16:creationId xmlns:a16="http://schemas.microsoft.com/office/drawing/2014/main" id="{42FA09AC-6D22-0F3E-BFEF-718DAE650298}"/>
                </a:ext>
              </a:extLst>
            </p:cNvPr>
            <p:cNvSpPr/>
            <p:nvPr/>
          </p:nvSpPr>
          <p:spPr>
            <a:xfrm>
              <a:off x="3177280" y="3609798"/>
              <a:ext cx="238661" cy="238673"/>
            </a:xfrm>
            <a:custGeom>
              <a:avLst/>
              <a:gdLst>
                <a:gd name="csX0" fmla="*/ 238661 w 238661"/>
                <a:gd name="csY0" fmla="*/ 119337 h 238673"/>
                <a:gd name="csX1" fmla="*/ 119331 w 238661"/>
                <a:gd name="csY1" fmla="*/ 238674 h 238673"/>
                <a:gd name="csX2" fmla="*/ 0 w 238661"/>
                <a:gd name="csY2" fmla="*/ 119337 h 238673"/>
                <a:gd name="csX3" fmla="*/ 119331 w 238661"/>
                <a:gd name="csY3" fmla="*/ 0 h 238673"/>
                <a:gd name="csX4" fmla="*/ 238661 w 238661"/>
                <a:gd name="csY4" fmla="*/ 119337 h 238673"/>
              </a:gdLst>
              <a:ahLst/>
              <a:cxnLst>
                <a:cxn ang="0">
                  <a:pos x="csX0" y="csY0"/>
                </a:cxn>
                <a:cxn ang="0">
                  <a:pos x="csX1" y="csY1"/>
                </a:cxn>
                <a:cxn ang="0">
                  <a:pos x="csX2" y="csY2"/>
                </a:cxn>
                <a:cxn ang="0">
                  <a:pos x="csX3" y="csY3"/>
                </a:cxn>
                <a:cxn ang="0">
                  <a:pos x="csX4" y="csY4"/>
                </a:cxn>
              </a:cxnLst>
              <a:rect l="l" t="t" r="r" b="b"/>
              <a:pathLst>
                <a:path w="238661" h="238673">
                  <a:moveTo>
                    <a:pt x="238661" y="119337"/>
                  </a:moveTo>
                  <a:cubicBezTo>
                    <a:pt x="238661" y="185245"/>
                    <a:pt x="185235" y="238674"/>
                    <a:pt x="119331" y="238674"/>
                  </a:cubicBezTo>
                  <a:cubicBezTo>
                    <a:pt x="53426" y="238674"/>
                    <a:pt x="0" y="185245"/>
                    <a:pt x="0" y="119337"/>
                  </a:cubicBezTo>
                  <a:cubicBezTo>
                    <a:pt x="0" y="53429"/>
                    <a:pt x="53426" y="0"/>
                    <a:pt x="119331" y="0"/>
                  </a:cubicBezTo>
                  <a:cubicBezTo>
                    <a:pt x="185235" y="0"/>
                    <a:pt x="238661" y="53429"/>
                    <a:pt x="238661" y="119337"/>
                  </a:cubicBezTo>
                  <a:close/>
                </a:path>
              </a:pathLst>
            </a:custGeom>
            <a:noFill/>
            <a:ln w="15911" cap="flat">
              <a:solidFill>
                <a:srgbClr val="000000"/>
              </a:solidFill>
              <a:prstDash val="solid"/>
              <a:miter/>
            </a:ln>
          </p:spPr>
        </p:sp>
        <p:sp>
          <p:nvSpPr>
            <p:cNvPr id="33" name="任意形状 32">
              <a:extLst>
                <a:ext uri="{FF2B5EF4-FFF2-40B4-BE49-F238E27FC236}">
                  <a16:creationId xmlns:a16="http://schemas.microsoft.com/office/drawing/2014/main" id="{AE4584DD-2C7B-9AB9-294F-83B54D41BCAD}"/>
                </a:ext>
              </a:extLst>
            </p:cNvPr>
            <p:cNvSpPr/>
            <p:nvPr/>
          </p:nvSpPr>
          <p:spPr>
            <a:xfrm>
              <a:off x="5119983" y="3154734"/>
              <a:ext cx="83722" cy="124687"/>
            </a:xfrm>
            <a:custGeom>
              <a:avLst/>
              <a:gdLst>
                <a:gd name="csX0" fmla="*/ 0 w 83722"/>
                <a:gd name="csY0" fmla="*/ 55875 h 124687"/>
                <a:gd name="csX1" fmla="*/ 14909 w 83722"/>
                <a:gd name="csY1" fmla="*/ 18233 h 124687"/>
                <a:gd name="csX2" fmla="*/ 48432 w 83722"/>
                <a:gd name="csY2" fmla="*/ 196 h 124687"/>
                <a:gd name="csX3" fmla="*/ 66459 w 83722"/>
                <a:gd name="csY3" fmla="*/ 10390 h 124687"/>
                <a:gd name="csX4" fmla="*/ 67445 w 83722"/>
                <a:gd name="csY4" fmla="*/ 9214 h 124687"/>
                <a:gd name="csX5" fmla="*/ 69594 w 83722"/>
                <a:gd name="csY5" fmla="*/ 7058 h 124687"/>
                <a:gd name="csX6" fmla="*/ 72744 w 83722"/>
                <a:gd name="csY6" fmla="*/ 4705 h 124687"/>
                <a:gd name="csX7" fmla="*/ 81749 w 83722"/>
                <a:gd name="csY7" fmla="*/ 0 h 124687"/>
                <a:gd name="csX8" fmla="*/ 83134 w 83722"/>
                <a:gd name="csY8" fmla="*/ 589 h 124687"/>
                <a:gd name="csX9" fmla="*/ 83723 w 83722"/>
                <a:gd name="csY9" fmla="*/ 1569 h 124687"/>
                <a:gd name="csX10" fmla="*/ 70182 w 83722"/>
                <a:gd name="csY10" fmla="*/ 57442 h 124687"/>
                <a:gd name="csX11" fmla="*/ 56277 w 83722"/>
                <a:gd name="csY11" fmla="*/ 113906 h 124687"/>
                <a:gd name="csX12" fmla="*/ 65091 w 83722"/>
                <a:gd name="csY12" fmla="*/ 115671 h 124687"/>
                <a:gd name="csX13" fmla="*/ 69991 w 83722"/>
                <a:gd name="csY13" fmla="*/ 115671 h 124687"/>
                <a:gd name="csX14" fmla="*/ 71169 w 83722"/>
                <a:gd name="csY14" fmla="*/ 117434 h 124687"/>
                <a:gd name="csX15" fmla="*/ 70580 w 83722"/>
                <a:gd name="csY15" fmla="*/ 120963 h 124687"/>
                <a:gd name="csX16" fmla="*/ 68623 w 83722"/>
                <a:gd name="csY16" fmla="*/ 124688 h 124687"/>
                <a:gd name="csX17" fmla="*/ 66077 w 83722"/>
                <a:gd name="csY17" fmla="*/ 124688 h 124687"/>
                <a:gd name="csX18" fmla="*/ 44900 w 83722"/>
                <a:gd name="csY18" fmla="*/ 124296 h 124687"/>
                <a:gd name="csX19" fmla="*/ 34908 w 83722"/>
                <a:gd name="csY19" fmla="*/ 124296 h 124687"/>
                <a:gd name="csX20" fmla="*/ 27653 w 83722"/>
                <a:gd name="csY20" fmla="*/ 124296 h 124687"/>
                <a:gd name="csX21" fmla="*/ 24312 w 83722"/>
                <a:gd name="csY21" fmla="*/ 124492 h 124687"/>
                <a:gd name="csX22" fmla="*/ 21575 w 83722"/>
                <a:gd name="csY22" fmla="*/ 122923 h 124687"/>
                <a:gd name="csX23" fmla="*/ 21957 w 83722"/>
                <a:gd name="csY23" fmla="*/ 119983 h 124687"/>
                <a:gd name="csX24" fmla="*/ 23341 w 83722"/>
                <a:gd name="csY24" fmla="*/ 116258 h 124687"/>
                <a:gd name="csX25" fmla="*/ 27255 w 83722"/>
                <a:gd name="csY25" fmla="*/ 115671 h 124687"/>
                <a:gd name="csX26" fmla="*/ 38631 w 83722"/>
                <a:gd name="csY26" fmla="*/ 114298 h 124687"/>
                <a:gd name="csX27" fmla="*/ 44120 w 83722"/>
                <a:gd name="csY27" fmla="*/ 97045 h 124687"/>
                <a:gd name="csX28" fmla="*/ 48226 w 83722"/>
                <a:gd name="csY28" fmla="*/ 80380 h 124687"/>
                <a:gd name="csX29" fmla="*/ 46857 w 83722"/>
                <a:gd name="csY29" fmla="*/ 80969 h 124687"/>
                <a:gd name="csX30" fmla="*/ 27255 w 83722"/>
                <a:gd name="csY30" fmla="*/ 88615 h 124687"/>
                <a:gd name="csX31" fmla="*/ 8242 w 83722"/>
                <a:gd name="csY31" fmla="*/ 80773 h 124687"/>
                <a:gd name="csX32" fmla="*/ 0 w 83722"/>
                <a:gd name="csY32" fmla="*/ 55875 h 124687"/>
                <a:gd name="csX33" fmla="*/ 62545 w 83722"/>
                <a:gd name="csY33" fmla="*/ 22742 h 124687"/>
                <a:gd name="csX34" fmla="*/ 47844 w 83722"/>
                <a:gd name="csY34" fmla="*/ 7254 h 124687"/>
                <a:gd name="csX35" fmla="*/ 34701 w 83722"/>
                <a:gd name="csY35" fmla="*/ 13331 h 124687"/>
                <a:gd name="csX36" fmla="*/ 24900 w 83722"/>
                <a:gd name="csY36" fmla="*/ 29212 h 124687"/>
                <a:gd name="csX37" fmla="*/ 16866 w 83722"/>
                <a:gd name="csY37" fmla="*/ 61365 h 124687"/>
                <a:gd name="csX38" fmla="*/ 16866 w 83722"/>
                <a:gd name="csY38" fmla="*/ 63521 h 124687"/>
                <a:gd name="csX39" fmla="*/ 16674 w 83722"/>
                <a:gd name="csY39" fmla="*/ 65872 h 124687"/>
                <a:gd name="csX40" fmla="*/ 20191 w 83722"/>
                <a:gd name="csY40" fmla="*/ 78029 h 124687"/>
                <a:gd name="csX41" fmla="*/ 28623 w 83722"/>
                <a:gd name="csY41" fmla="*/ 81558 h 124687"/>
                <a:gd name="csX42" fmla="*/ 50389 w 83722"/>
                <a:gd name="csY42" fmla="*/ 67441 h 124687"/>
                <a:gd name="csX43" fmla="*/ 51964 w 83722"/>
                <a:gd name="csY43" fmla="*/ 65285 h 124687"/>
                <a:gd name="csX44" fmla="*/ 62545 w 83722"/>
                <a:gd name="csY44" fmla="*/ 22742 h 1246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83722" h="124687">
                  <a:moveTo>
                    <a:pt x="0" y="55875"/>
                  </a:moveTo>
                  <a:cubicBezTo>
                    <a:pt x="0" y="42673"/>
                    <a:pt x="4980" y="30127"/>
                    <a:pt x="14909" y="18233"/>
                  </a:cubicBezTo>
                  <a:cubicBezTo>
                    <a:pt x="24837" y="6339"/>
                    <a:pt x="36006" y="326"/>
                    <a:pt x="48432" y="196"/>
                  </a:cubicBezTo>
                  <a:cubicBezTo>
                    <a:pt x="56277" y="196"/>
                    <a:pt x="62274" y="3594"/>
                    <a:pt x="66459" y="10390"/>
                  </a:cubicBezTo>
                  <a:cubicBezTo>
                    <a:pt x="66603" y="10260"/>
                    <a:pt x="66921" y="9868"/>
                    <a:pt x="67445" y="9214"/>
                  </a:cubicBezTo>
                  <a:cubicBezTo>
                    <a:pt x="67971" y="8560"/>
                    <a:pt x="68687" y="7841"/>
                    <a:pt x="69594" y="7058"/>
                  </a:cubicBezTo>
                  <a:cubicBezTo>
                    <a:pt x="70517" y="6274"/>
                    <a:pt x="71567" y="5490"/>
                    <a:pt x="72744" y="4705"/>
                  </a:cubicBezTo>
                  <a:cubicBezTo>
                    <a:pt x="77183" y="1569"/>
                    <a:pt x="80190" y="0"/>
                    <a:pt x="81749" y="0"/>
                  </a:cubicBezTo>
                  <a:cubicBezTo>
                    <a:pt x="82274" y="0"/>
                    <a:pt x="82736" y="196"/>
                    <a:pt x="83134" y="589"/>
                  </a:cubicBezTo>
                  <a:cubicBezTo>
                    <a:pt x="83516" y="980"/>
                    <a:pt x="83723" y="1306"/>
                    <a:pt x="83723" y="1569"/>
                  </a:cubicBezTo>
                  <a:cubicBezTo>
                    <a:pt x="83723" y="2745"/>
                    <a:pt x="79204" y="21369"/>
                    <a:pt x="70182" y="57442"/>
                  </a:cubicBezTo>
                  <a:cubicBezTo>
                    <a:pt x="60906" y="94562"/>
                    <a:pt x="56277" y="113383"/>
                    <a:pt x="56277" y="113906"/>
                  </a:cubicBezTo>
                  <a:cubicBezTo>
                    <a:pt x="56277" y="114952"/>
                    <a:pt x="59204" y="115539"/>
                    <a:pt x="65091" y="115671"/>
                  </a:cubicBezTo>
                  <a:lnTo>
                    <a:pt x="69991" y="115671"/>
                  </a:lnTo>
                  <a:cubicBezTo>
                    <a:pt x="70771" y="116716"/>
                    <a:pt x="71169" y="117303"/>
                    <a:pt x="71169" y="117434"/>
                  </a:cubicBezTo>
                  <a:cubicBezTo>
                    <a:pt x="71169" y="117566"/>
                    <a:pt x="70978" y="118742"/>
                    <a:pt x="70580" y="120963"/>
                  </a:cubicBezTo>
                  <a:cubicBezTo>
                    <a:pt x="70055" y="122662"/>
                    <a:pt x="69403" y="123905"/>
                    <a:pt x="68623" y="124688"/>
                  </a:cubicBezTo>
                  <a:lnTo>
                    <a:pt x="66077" y="124688"/>
                  </a:lnTo>
                  <a:cubicBezTo>
                    <a:pt x="62020" y="124427"/>
                    <a:pt x="54956" y="124296"/>
                    <a:pt x="44900" y="124296"/>
                  </a:cubicBezTo>
                  <a:cubicBezTo>
                    <a:pt x="41241" y="124296"/>
                    <a:pt x="37915" y="124296"/>
                    <a:pt x="34908" y="124296"/>
                  </a:cubicBezTo>
                  <a:cubicBezTo>
                    <a:pt x="31901" y="124296"/>
                    <a:pt x="29483" y="124296"/>
                    <a:pt x="27653" y="124296"/>
                  </a:cubicBezTo>
                  <a:cubicBezTo>
                    <a:pt x="25823" y="124296"/>
                    <a:pt x="24709" y="124362"/>
                    <a:pt x="24312" y="124492"/>
                  </a:cubicBezTo>
                  <a:cubicBezTo>
                    <a:pt x="22482" y="124492"/>
                    <a:pt x="21575" y="123970"/>
                    <a:pt x="21575" y="122923"/>
                  </a:cubicBezTo>
                  <a:cubicBezTo>
                    <a:pt x="21575" y="122532"/>
                    <a:pt x="21702" y="121552"/>
                    <a:pt x="21957" y="119983"/>
                  </a:cubicBezTo>
                  <a:cubicBezTo>
                    <a:pt x="22482" y="117892"/>
                    <a:pt x="22943" y="116651"/>
                    <a:pt x="23341" y="116258"/>
                  </a:cubicBezTo>
                  <a:cubicBezTo>
                    <a:pt x="23723" y="115866"/>
                    <a:pt x="25028" y="115671"/>
                    <a:pt x="27255" y="115671"/>
                  </a:cubicBezTo>
                  <a:cubicBezTo>
                    <a:pt x="33524" y="115671"/>
                    <a:pt x="37327" y="115212"/>
                    <a:pt x="38631" y="114298"/>
                  </a:cubicBezTo>
                  <a:cubicBezTo>
                    <a:pt x="39665" y="113644"/>
                    <a:pt x="41495" y="107893"/>
                    <a:pt x="44120" y="97045"/>
                  </a:cubicBezTo>
                  <a:cubicBezTo>
                    <a:pt x="46730" y="86198"/>
                    <a:pt x="48098" y="80643"/>
                    <a:pt x="48226" y="80380"/>
                  </a:cubicBezTo>
                  <a:cubicBezTo>
                    <a:pt x="48226" y="80250"/>
                    <a:pt x="47780" y="80446"/>
                    <a:pt x="46857" y="80969"/>
                  </a:cubicBezTo>
                  <a:cubicBezTo>
                    <a:pt x="40588" y="86066"/>
                    <a:pt x="34049" y="88615"/>
                    <a:pt x="27255" y="88615"/>
                  </a:cubicBezTo>
                  <a:cubicBezTo>
                    <a:pt x="20064" y="88615"/>
                    <a:pt x="13731" y="86001"/>
                    <a:pt x="8242" y="80773"/>
                  </a:cubicBezTo>
                  <a:cubicBezTo>
                    <a:pt x="2753" y="75545"/>
                    <a:pt x="0" y="67245"/>
                    <a:pt x="0" y="55875"/>
                  </a:cubicBezTo>
                  <a:close/>
                  <a:moveTo>
                    <a:pt x="62545" y="22742"/>
                  </a:moveTo>
                  <a:cubicBezTo>
                    <a:pt x="59538" y="12416"/>
                    <a:pt x="54638" y="7254"/>
                    <a:pt x="47844" y="7254"/>
                  </a:cubicBezTo>
                  <a:cubicBezTo>
                    <a:pt x="43261" y="7254"/>
                    <a:pt x="38886" y="9280"/>
                    <a:pt x="34701" y="13331"/>
                  </a:cubicBezTo>
                  <a:cubicBezTo>
                    <a:pt x="30517" y="17383"/>
                    <a:pt x="27255" y="22677"/>
                    <a:pt x="24900" y="29212"/>
                  </a:cubicBezTo>
                  <a:cubicBezTo>
                    <a:pt x="21114" y="39537"/>
                    <a:pt x="18441" y="50255"/>
                    <a:pt x="16866" y="61365"/>
                  </a:cubicBezTo>
                  <a:cubicBezTo>
                    <a:pt x="16866" y="61756"/>
                    <a:pt x="16866" y="62475"/>
                    <a:pt x="16866" y="63521"/>
                  </a:cubicBezTo>
                  <a:cubicBezTo>
                    <a:pt x="16866" y="64566"/>
                    <a:pt x="16802" y="65350"/>
                    <a:pt x="16674" y="65872"/>
                  </a:cubicBezTo>
                  <a:cubicBezTo>
                    <a:pt x="16674" y="71755"/>
                    <a:pt x="17852" y="75806"/>
                    <a:pt x="20191" y="78029"/>
                  </a:cubicBezTo>
                  <a:cubicBezTo>
                    <a:pt x="22545" y="80250"/>
                    <a:pt x="25362" y="81426"/>
                    <a:pt x="28623" y="81558"/>
                  </a:cubicBezTo>
                  <a:cubicBezTo>
                    <a:pt x="35688" y="81558"/>
                    <a:pt x="42943" y="76851"/>
                    <a:pt x="50389" y="67441"/>
                  </a:cubicBezTo>
                  <a:lnTo>
                    <a:pt x="51964" y="65285"/>
                  </a:lnTo>
                  <a:lnTo>
                    <a:pt x="62545" y="22742"/>
                  </a:lnTo>
                  <a:close/>
                </a:path>
              </a:pathLst>
            </a:custGeom>
            <a:solidFill>
              <a:srgbClr val="000000"/>
            </a:solidFill>
            <a:ln w="1591" cap="flat">
              <a:noFill/>
              <a:prstDash val="solid"/>
              <a:miter/>
            </a:ln>
          </p:spPr>
        </p:sp>
        <p:sp>
          <p:nvSpPr>
            <p:cNvPr id="34" name="任意形状 33">
              <a:extLst>
                <a:ext uri="{FF2B5EF4-FFF2-40B4-BE49-F238E27FC236}">
                  <a16:creationId xmlns:a16="http://schemas.microsoft.com/office/drawing/2014/main" id="{B4402687-F0BA-C9D1-F1B6-822F5893E74E}"/>
                </a:ext>
              </a:extLst>
            </p:cNvPr>
            <p:cNvSpPr/>
            <p:nvPr/>
          </p:nvSpPr>
          <p:spPr>
            <a:xfrm>
              <a:off x="5207890" y="3178482"/>
              <a:ext cx="55289" cy="92312"/>
            </a:xfrm>
            <a:custGeom>
              <a:avLst/>
              <a:gdLst>
                <a:gd name="csX0" fmla="*/ 8178 w 55289"/>
                <a:gd name="csY0" fmla="*/ 32851 h 92312"/>
                <a:gd name="csX1" fmla="*/ 2211 w 55289"/>
                <a:gd name="csY1" fmla="*/ 30356 h 92312"/>
                <a:gd name="csX2" fmla="*/ 0 w 55289"/>
                <a:gd name="csY2" fmla="*/ 24257 h 92312"/>
                <a:gd name="csX3" fmla="*/ 7335 w 55289"/>
                <a:gd name="csY3" fmla="*/ 7208 h 92312"/>
                <a:gd name="csX4" fmla="*/ 25632 w 55289"/>
                <a:gd name="csY4" fmla="*/ 0 h 92312"/>
                <a:gd name="csX5" fmla="*/ 46698 w 55289"/>
                <a:gd name="csY5" fmla="*/ 7762 h 92312"/>
                <a:gd name="csX6" fmla="*/ 55290 w 55289"/>
                <a:gd name="csY6" fmla="*/ 27861 h 92312"/>
                <a:gd name="csX7" fmla="*/ 52521 w 55289"/>
                <a:gd name="csY7" fmla="*/ 39227 h 92312"/>
                <a:gd name="csX8" fmla="*/ 45871 w 55289"/>
                <a:gd name="csY8" fmla="*/ 48651 h 92312"/>
                <a:gd name="csX9" fmla="*/ 34781 w 55289"/>
                <a:gd name="csY9" fmla="*/ 58909 h 92312"/>
                <a:gd name="csX10" fmla="*/ 20922 w 55289"/>
                <a:gd name="csY10" fmla="*/ 71661 h 92312"/>
                <a:gd name="csX11" fmla="*/ 12745 w 55289"/>
                <a:gd name="csY11" fmla="*/ 79423 h 92312"/>
                <a:gd name="csX12" fmla="*/ 23277 w 55289"/>
                <a:gd name="csY12" fmla="*/ 79561 h 92312"/>
                <a:gd name="csX13" fmla="*/ 46427 w 55289"/>
                <a:gd name="csY13" fmla="*/ 78869 h 92312"/>
                <a:gd name="csX14" fmla="*/ 49753 w 55289"/>
                <a:gd name="csY14" fmla="*/ 66533 h 92312"/>
                <a:gd name="csX15" fmla="*/ 49753 w 55289"/>
                <a:gd name="csY15" fmla="*/ 66116 h 92312"/>
                <a:gd name="csX16" fmla="*/ 55290 w 55289"/>
                <a:gd name="csY16" fmla="*/ 66116 h 92312"/>
                <a:gd name="csX17" fmla="*/ 55290 w 55289"/>
                <a:gd name="csY17" fmla="*/ 66533 h 92312"/>
                <a:gd name="csX18" fmla="*/ 53492 w 55289"/>
                <a:gd name="csY18" fmla="*/ 79146 h 92312"/>
                <a:gd name="csX19" fmla="*/ 51408 w 55289"/>
                <a:gd name="csY19" fmla="*/ 91897 h 92312"/>
                <a:gd name="csX20" fmla="*/ 51408 w 55289"/>
                <a:gd name="csY20" fmla="*/ 92313 h 92312"/>
                <a:gd name="csX21" fmla="*/ 0 w 55289"/>
                <a:gd name="csY21" fmla="*/ 92313 h 92312"/>
                <a:gd name="csX22" fmla="*/ 0 w 55289"/>
                <a:gd name="csY22" fmla="*/ 89679 h 92312"/>
                <a:gd name="csX23" fmla="*/ 0 w 55289"/>
                <a:gd name="csY23" fmla="*/ 88016 h 92312"/>
                <a:gd name="csX24" fmla="*/ 827 w 55289"/>
                <a:gd name="csY24" fmla="*/ 85937 h 92312"/>
                <a:gd name="csX25" fmla="*/ 4980 w 55289"/>
                <a:gd name="csY25" fmla="*/ 81085 h 92312"/>
                <a:gd name="csX26" fmla="*/ 11917 w 55289"/>
                <a:gd name="csY26" fmla="*/ 73324 h 92312"/>
                <a:gd name="csX27" fmla="*/ 16627 w 55289"/>
                <a:gd name="csY27" fmla="*/ 68195 h 92312"/>
                <a:gd name="csX28" fmla="*/ 21336 w 55289"/>
                <a:gd name="csY28" fmla="*/ 63067 h 92312"/>
                <a:gd name="csX29" fmla="*/ 25362 w 55289"/>
                <a:gd name="csY29" fmla="*/ 58493 h 92312"/>
                <a:gd name="csX30" fmla="*/ 29244 w 55289"/>
                <a:gd name="csY30" fmla="*/ 53780 h 92312"/>
                <a:gd name="csX31" fmla="*/ 32426 w 55289"/>
                <a:gd name="csY31" fmla="*/ 49622 h 92312"/>
                <a:gd name="csX32" fmla="*/ 35338 w 55289"/>
                <a:gd name="csY32" fmla="*/ 45187 h 92312"/>
                <a:gd name="csX33" fmla="*/ 37422 w 55289"/>
                <a:gd name="csY33" fmla="*/ 41166 h 92312"/>
                <a:gd name="csX34" fmla="*/ 39220 w 55289"/>
                <a:gd name="csY34" fmla="*/ 36732 h 92312"/>
                <a:gd name="csX35" fmla="*/ 40191 w 55289"/>
                <a:gd name="csY35" fmla="*/ 32573 h 92312"/>
                <a:gd name="csX36" fmla="*/ 40604 w 55289"/>
                <a:gd name="csY36" fmla="*/ 28000 h 92312"/>
                <a:gd name="csX37" fmla="*/ 35895 w 55289"/>
                <a:gd name="csY37" fmla="*/ 12892 h 92312"/>
                <a:gd name="csX38" fmla="*/ 22450 w 55289"/>
                <a:gd name="csY38" fmla="*/ 6514 h 92312"/>
                <a:gd name="csX39" fmla="*/ 14415 w 55289"/>
                <a:gd name="csY39" fmla="*/ 8871 h 92312"/>
                <a:gd name="csX40" fmla="*/ 9562 w 55289"/>
                <a:gd name="csY40" fmla="*/ 13445 h 92312"/>
                <a:gd name="csX41" fmla="*/ 8178 w 55289"/>
                <a:gd name="csY41" fmla="*/ 16079 h 92312"/>
                <a:gd name="csX42" fmla="*/ 8862 w 55289"/>
                <a:gd name="csY42" fmla="*/ 16217 h 92312"/>
                <a:gd name="csX43" fmla="*/ 13986 w 55289"/>
                <a:gd name="csY43" fmla="*/ 18158 h 92312"/>
                <a:gd name="csX44" fmla="*/ 16627 w 55289"/>
                <a:gd name="csY44" fmla="*/ 24534 h 92312"/>
                <a:gd name="csX45" fmla="*/ 14415 w 55289"/>
                <a:gd name="csY45" fmla="*/ 30356 h 92312"/>
                <a:gd name="csX46" fmla="*/ 8178 w 55289"/>
                <a:gd name="csY46" fmla="*/ 32851 h 923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55289" h="92312">
                  <a:moveTo>
                    <a:pt x="8178" y="32851"/>
                  </a:moveTo>
                  <a:cubicBezTo>
                    <a:pt x="5680" y="32851"/>
                    <a:pt x="3691" y="32019"/>
                    <a:pt x="2211" y="30356"/>
                  </a:cubicBezTo>
                  <a:cubicBezTo>
                    <a:pt x="732" y="28692"/>
                    <a:pt x="0" y="26660"/>
                    <a:pt x="0" y="24257"/>
                  </a:cubicBezTo>
                  <a:cubicBezTo>
                    <a:pt x="0" y="17695"/>
                    <a:pt x="2450" y="12013"/>
                    <a:pt x="7335" y="7208"/>
                  </a:cubicBezTo>
                  <a:cubicBezTo>
                    <a:pt x="12235" y="2403"/>
                    <a:pt x="18329" y="0"/>
                    <a:pt x="25632" y="0"/>
                  </a:cubicBezTo>
                  <a:cubicBezTo>
                    <a:pt x="34049" y="0"/>
                    <a:pt x="41066" y="2587"/>
                    <a:pt x="46698" y="7762"/>
                  </a:cubicBezTo>
                  <a:cubicBezTo>
                    <a:pt x="52346" y="12938"/>
                    <a:pt x="55210" y="19636"/>
                    <a:pt x="55290" y="27861"/>
                  </a:cubicBezTo>
                  <a:cubicBezTo>
                    <a:pt x="55290" y="31834"/>
                    <a:pt x="54367" y="35623"/>
                    <a:pt x="52521" y="39227"/>
                  </a:cubicBezTo>
                  <a:cubicBezTo>
                    <a:pt x="50676" y="42831"/>
                    <a:pt x="48464" y="45972"/>
                    <a:pt x="45871" y="48651"/>
                  </a:cubicBezTo>
                  <a:cubicBezTo>
                    <a:pt x="43277" y="51332"/>
                    <a:pt x="39586" y="54750"/>
                    <a:pt x="34781" y="58909"/>
                  </a:cubicBezTo>
                  <a:cubicBezTo>
                    <a:pt x="31456" y="61774"/>
                    <a:pt x="26842" y="66024"/>
                    <a:pt x="20922" y="71661"/>
                  </a:cubicBezTo>
                  <a:lnTo>
                    <a:pt x="12745" y="79423"/>
                  </a:lnTo>
                  <a:lnTo>
                    <a:pt x="23277" y="79561"/>
                  </a:lnTo>
                  <a:cubicBezTo>
                    <a:pt x="37788" y="79561"/>
                    <a:pt x="45505" y="79330"/>
                    <a:pt x="46427" y="78869"/>
                  </a:cubicBezTo>
                  <a:cubicBezTo>
                    <a:pt x="47064" y="78684"/>
                    <a:pt x="48178" y="74571"/>
                    <a:pt x="49753" y="66533"/>
                  </a:cubicBezTo>
                  <a:lnTo>
                    <a:pt x="49753" y="66116"/>
                  </a:lnTo>
                  <a:lnTo>
                    <a:pt x="55290" y="66116"/>
                  </a:lnTo>
                  <a:lnTo>
                    <a:pt x="55290" y="66533"/>
                  </a:lnTo>
                  <a:cubicBezTo>
                    <a:pt x="55210" y="66809"/>
                    <a:pt x="54606" y="71013"/>
                    <a:pt x="53492" y="79146"/>
                  </a:cubicBezTo>
                  <a:cubicBezTo>
                    <a:pt x="52378" y="87277"/>
                    <a:pt x="51694" y="91528"/>
                    <a:pt x="51408" y="91897"/>
                  </a:cubicBezTo>
                  <a:lnTo>
                    <a:pt x="51408" y="92313"/>
                  </a:lnTo>
                  <a:lnTo>
                    <a:pt x="0" y="92313"/>
                  </a:lnTo>
                  <a:lnTo>
                    <a:pt x="0" y="89679"/>
                  </a:lnTo>
                  <a:lnTo>
                    <a:pt x="0" y="88016"/>
                  </a:lnTo>
                  <a:cubicBezTo>
                    <a:pt x="0" y="87370"/>
                    <a:pt x="270" y="86677"/>
                    <a:pt x="827" y="85937"/>
                  </a:cubicBezTo>
                  <a:cubicBezTo>
                    <a:pt x="1384" y="85199"/>
                    <a:pt x="2768" y="83580"/>
                    <a:pt x="4980" y="81085"/>
                  </a:cubicBezTo>
                  <a:cubicBezTo>
                    <a:pt x="7669" y="78129"/>
                    <a:pt x="9976" y="75542"/>
                    <a:pt x="11917" y="73324"/>
                  </a:cubicBezTo>
                  <a:cubicBezTo>
                    <a:pt x="12745" y="72399"/>
                    <a:pt x="14320" y="70690"/>
                    <a:pt x="16627" y="68195"/>
                  </a:cubicBezTo>
                  <a:cubicBezTo>
                    <a:pt x="18934" y="65701"/>
                    <a:pt x="20509" y="63992"/>
                    <a:pt x="21336" y="63067"/>
                  </a:cubicBezTo>
                  <a:cubicBezTo>
                    <a:pt x="22164" y="62143"/>
                    <a:pt x="23516" y="60618"/>
                    <a:pt x="25362" y="58493"/>
                  </a:cubicBezTo>
                  <a:cubicBezTo>
                    <a:pt x="27208" y="56368"/>
                    <a:pt x="28496" y="54796"/>
                    <a:pt x="29244" y="53780"/>
                  </a:cubicBezTo>
                  <a:cubicBezTo>
                    <a:pt x="29976" y="52764"/>
                    <a:pt x="31042" y="51378"/>
                    <a:pt x="32426" y="49622"/>
                  </a:cubicBezTo>
                  <a:cubicBezTo>
                    <a:pt x="33810" y="47867"/>
                    <a:pt x="34781" y="46389"/>
                    <a:pt x="35338" y="45187"/>
                  </a:cubicBezTo>
                  <a:cubicBezTo>
                    <a:pt x="35895" y="43986"/>
                    <a:pt x="36579" y="42646"/>
                    <a:pt x="37422" y="41166"/>
                  </a:cubicBezTo>
                  <a:cubicBezTo>
                    <a:pt x="38250" y="39688"/>
                    <a:pt x="38854" y="38210"/>
                    <a:pt x="39220" y="36732"/>
                  </a:cubicBezTo>
                  <a:cubicBezTo>
                    <a:pt x="39586" y="35254"/>
                    <a:pt x="39904" y="33866"/>
                    <a:pt x="40191" y="32573"/>
                  </a:cubicBezTo>
                  <a:cubicBezTo>
                    <a:pt x="40461" y="31279"/>
                    <a:pt x="40604" y="29755"/>
                    <a:pt x="40604" y="28000"/>
                  </a:cubicBezTo>
                  <a:cubicBezTo>
                    <a:pt x="40604" y="22178"/>
                    <a:pt x="39029" y="17142"/>
                    <a:pt x="35895" y="12892"/>
                  </a:cubicBezTo>
                  <a:cubicBezTo>
                    <a:pt x="32744" y="8640"/>
                    <a:pt x="28273" y="6514"/>
                    <a:pt x="22450" y="6514"/>
                  </a:cubicBezTo>
                  <a:cubicBezTo>
                    <a:pt x="19395" y="6514"/>
                    <a:pt x="16722" y="7300"/>
                    <a:pt x="14415" y="8871"/>
                  </a:cubicBezTo>
                  <a:cubicBezTo>
                    <a:pt x="12092" y="10443"/>
                    <a:pt x="10485" y="11967"/>
                    <a:pt x="9562" y="13445"/>
                  </a:cubicBezTo>
                  <a:cubicBezTo>
                    <a:pt x="8639" y="14923"/>
                    <a:pt x="8178" y="15802"/>
                    <a:pt x="8178" y="16079"/>
                  </a:cubicBezTo>
                  <a:cubicBezTo>
                    <a:pt x="8178" y="16171"/>
                    <a:pt x="8401" y="16217"/>
                    <a:pt x="8862" y="16217"/>
                  </a:cubicBezTo>
                  <a:cubicBezTo>
                    <a:pt x="10533" y="16217"/>
                    <a:pt x="12235" y="16865"/>
                    <a:pt x="13986" y="18158"/>
                  </a:cubicBezTo>
                  <a:cubicBezTo>
                    <a:pt x="15751" y="19452"/>
                    <a:pt x="16627" y="21578"/>
                    <a:pt x="16627" y="24534"/>
                  </a:cubicBezTo>
                  <a:cubicBezTo>
                    <a:pt x="16627" y="26844"/>
                    <a:pt x="15879" y="28784"/>
                    <a:pt x="14415" y="30356"/>
                  </a:cubicBezTo>
                  <a:cubicBezTo>
                    <a:pt x="12935" y="31927"/>
                    <a:pt x="10851" y="32759"/>
                    <a:pt x="8178" y="32851"/>
                  </a:cubicBezTo>
                  <a:close/>
                </a:path>
              </a:pathLst>
            </a:custGeom>
            <a:solidFill>
              <a:srgbClr val="000000"/>
            </a:solidFill>
            <a:ln w="1591" cap="flat">
              <a:noFill/>
              <a:prstDash val="solid"/>
              <a:miter/>
            </a:ln>
          </p:spPr>
        </p:sp>
        <p:sp>
          <p:nvSpPr>
            <p:cNvPr id="35" name="任意形状 34">
              <a:extLst>
                <a:ext uri="{FF2B5EF4-FFF2-40B4-BE49-F238E27FC236}">
                  <a16:creationId xmlns:a16="http://schemas.microsoft.com/office/drawing/2014/main" id="{2D37D928-3574-EF42-6D5A-C3AE100B8252}"/>
                </a:ext>
              </a:extLst>
            </p:cNvPr>
            <p:cNvSpPr/>
            <p:nvPr/>
          </p:nvSpPr>
          <p:spPr>
            <a:xfrm>
              <a:off x="5119983" y="3667095"/>
              <a:ext cx="83069" cy="123728"/>
            </a:xfrm>
            <a:custGeom>
              <a:avLst/>
              <a:gdLst>
                <a:gd name="csX0" fmla="*/ 0 w 83069"/>
                <a:gd name="csY0" fmla="*/ 55436 h 123728"/>
                <a:gd name="csX1" fmla="*/ 14797 w 83069"/>
                <a:gd name="csY1" fmla="*/ 18091 h 123728"/>
                <a:gd name="csX2" fmla="*/ 48050 w 83069"/>
                <a:gd name="csY2" fmla="*/ 191 h 123728"/>
                <a:gd name="csX3" fmla="*/ 65950 w 83069"/>
                <a:gd name="csY3" fmla="*/ 10311 h 123728"/>
                <a:gd name="csX4" fmla="*/ 66921 w 83069"/>
                <a:gd name="csY4" fmla="*/ 9133 h 123728"/>
                <a:gd name="csX5" fmla="*/ 69068 w 83069"/>
                <a:gd name="csY5" fmla="*/ 7001 h 123728"/>
                <a:gd name="csX6" fmla="*/ 72171 w 83069"/>
                <a:gd name="csY6" fmla="*/ 4662 h 123728"/>
                <a:gd name="csX7" fmla="*/ 81129 w 83069"/>
                <a:gd name="csY7" fmla="*/ 0 h 123728"/>
                <a:gd name="csX8" fmla="*/ 82481 w 83069"/>
                <a:gd name="csY8" fmla="*/ 573 h 123728"/>
                <a:gd name="csX9" fmla="*/ 83070 w 83069"/>
                <a:gd name="csY9" fmla="*/ 1544 h 123728"/>
                <a:gd name="csX10" fmla="*/ 69657 w 83069"/>
                <a:gd name="csY10" fmla="*/ 56995 h 123728"/>
                <a:gd name="csX11" fmla="*/ 55831 w 83069"/>
                <a:gd name="csY11" fmla="*/ 113020 h 123728"/>
                <a:gd name="csX12" fmla="*/ 64598 w 83069"/>
                <a:gd name="csY12" fmla="*/ 114770 h 123728"/>
                <a:gd name="csX13" fmla="*/ 69450 w 83069"/>
                <a:gd name="csY13" fmla="*/ 114770 h 123728"/>
                <a:gd name="csX14" fmla="*/ 70628 w 83069"/>
                <a:gd name="csY14" fmla="*/ 116520 h 123728"/>
                <a:gd name="csX15" fmla="*/ 70039 w 83069"/>
                <a:gd name="csY15" fmla="*/ 120021 h 123728"/>
                <a:gd name="csX16" fmla="*/ 68098 w 83069"/>
                <a:gd name="csY16" fmla="*/ 123728 h 123728"/>
                <a:gd name="csX17" fmla="*/ 65568 w 83069"/>
                <a:gd name="csY17" fmla="*/ 123728 h 123728"/>
                <a:gd name="csX18" fmla="*/ 44550 w 83069"/>
                <a:gd name="csY18" fmla="*/ 123331 h 123728"/>
                <a:gd name="csX19" fmla="*/ 34638 w 83069"/>
                <a:gd name="csY19" fmla="*/ 123331 h 123728"/>
                <a:gd name="csX20" fmla="*/ 27430 w 83069"/>
                <a:gd name="csY20" fmla="*/ 123331 h 123728"/>
                <a:gd name="csX21" fmla="*/ 24121 w 83069"/>
                <a:gd name="csY21" fmla="*/ 123522 h 123728"/>
                <a:gd name="csX22" fmla="*/ 21400 w 83069"/>
                <a:gd name="csY22" fmla="*/ 121978 h 123728"/>
                <a:gd name="csX23" fmla="*/ 21798 w 83069"/>
                <a:gd name="csY23" fmla="*/ 119051 h 123728"/>
                <a:gd name="csX24" fmla="*/ 23150 w 83069"/>
                <a:gd name="csY24" fmla="*/ 115359 h 123728"/>
                <a:gd name="csX25" fmla="*/ 27048 w 83069"/>
                <a:gd name="csY25" fmla="*/ 114770 h 123728"/>
                <a:gd name="csX26" fmla="*/ 38329 w 83069"/>
                <a:gd name="csY26" fmla="*/ 113418 h 123728"/>
                <a:gd name="csX27" fmla="*/ 43770 w 83069"/>
                <a:gd name="csY27" fmla="*/ 96297 h 123728"/>
                <a:gd name="csX28" fmla="*/ 47860 w 83069"/>
                <a:gd name="csY28" fmla="*/ 79749 h 123728"/>
                <a:gd name="csX29" fmla="*/ 46507 w 83069"/>
                <a:gd name="csY29" fmla="*/ 80338 h 123728"/>
                <a:gd name="csX30" fmla="*/ 27048 w 83069"/>
                <a:gd name="csY30" fmla="*/ 87927 h 123728"/>
                <a:gd name="csX31" fmla="*/ 8178 w 83069"/>
                <a:gd name="csY31" fmla="*/ 80147 h 123728"/>
                <a:gd name="csX32" fmla="*/ 0 w 83069"/>
                <a:gd name="csY32" fmla="*/ 55436 h 123728"/>
                <a:gd name="csX33" fmla="*/ 62068 w 83069"/>
                <a:gd name="csY33" fmla="*/ 22563 h 123728"/>
                <a:gd name="csX34" fmla="*/ 47478 w 83069"/>
                <a:gd name="csY34" fmla="*/ 7192 h 123728"/>
                <a:gd name="csX35" fmla="*/ 34447 w 83069"/>
                <a:gd name="csY35" fmla="*/ 13223 h 123728"/>
                <a:gd name="csX36" fmla="*/ 24709 w 83069"/>
                <a:gd name="csY36" fmla="*/ 28975 h 123728"/>
                <a:gd name="csX37" fmla="*/ 16738 w 83069"/>
                <a:gd name="csY37" fmla="*/ 60878 h 123728"/>
                <a:gd name="csX38" fmla="*/ 16738 w 83069"/>
                <a:gd name="csY38" fmla="*/ 63026 h 123728"/>
                <a:gd name="csX39" fmla="*/ 16547 w 83069"/>
                <a:gd name="csY39" fmla="*/ 65365 h 123728"/>
                <a:gd name="csX40" fmla="*/ 20048 w 83069"/>
                <a:gd name="csY40" fmla="*/ 77426 h 123728"/>
                <a:gd name="csX41" fmla="*/ 28401 w 83069"/>
                <a:gd name="csY41" fmla="*/ 80926 h 123728"/>
                <a:gd name="csX42" fmla="*/ 50007 w 83069"/>
                <a:gd name="csY42" fmla="*/ 66924 h 123728"/>
                <a:gd name="csX43" fmla="*/ 51551 w 83069"/>
                <a:gd name="csY43" fmla="*/ 64776 h 123728"/>
                <a:gd name="csX44" fmla="*/ 62068 w 83069"/>
                <a:gd name="csY44" fmla="*/ 22563 h 123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83069" h="123728">
                  <a:moveTo>
                    <a:pt x="0" y="55436"/>
                  </a:moveTo>
                  <a:cubicBezTo>
                    <a:pt x="0" y="42341"/>
                    <a:pt x="4932" y="29882"/>
                    <a:pt x="14797" y="18091"/>
                  </a:cubicBezTo>
                  <a:cubicBezTo>
                    <a:pt x="24646" y="6285"/>
                    <a:pt x="35735" y="318"/>
                    <a:pt x="48050" y="191"/>
                  </a:cubicBezTo>
                  <a:cubicBezTo>
                    <a:pt x="55831" y="191"/>
                    <a:pt x="61797" y="3564"/>
                    <a:pt x="65950" y="10311"/>
                  </a:cubicBezTo>
                  <a:cubicBezTo>
                    <a:pt x="66077" y="10168"/>
                    <a:pt x="66411" y="9786"/>
                    <a:pt x="66921" y="9133"/>
                  </a:cubicBezTo>
                  <a:cubicBezTo>
                    <a:pt x="67445" y="8481"/>
                    <a:pt x="68162" y="7781"/>
                    <a:pt x="69068" y="7001"/>
                  </a:cubicBezTo>
                  <a:cubicBezTo>
                    <a:pt x="69975" y="6221"/>
                    <a:pt x="71009" y="5442"/>
                    <a:pt x="72171" y="4662"/>
                  </a:cubicBezTo>
                  <a:cubicBezTo>
                    <a:pt x="76594" y="1544"/>
                    <a:pt x="79570" y="0"/>
                    <a:pt x="81129" y="0"/>
                  </a:cubicBezTo>
                  <a:cubicBezTo>
                    <a:pt x="81638" y="0"/>
                    <a:pt x="82100" y="191"/>
                    <a:pt x="82481" y="573"/>
                  </a:cubicBezTo>
                  <a:cubicBezTo>
                    <a:pt x="82879" y="971"/>
                    <a:pt x="83070" y="1289"/>
                    <a:pt x="83070" y="1544"/>
                  </a:cubicBezTo>
                  <a:cubicBezTo>
                    <a:pt x="83070" y="2721"/>
                    <a:pt x="78599" y="21194"/>
                    <a:pt x="69657" y="56995"/>
                  </a:cubicBezTo>
                  <a:cubicBezTo>
                    <a:pt x="60445" y="93831"/>
                    <a:pt x="55831" y="112511"/>
                    <a:pt x="55831" y="113020"/>
                  </a:cubicBezTo>
                  <a:cubicBezTo>
                    <a:pt x="55831" y="114054"/>
                    <a:pt x="58758" y="114643"/>
                    <a:pt x="64598" y="114770"/>
                  </a:cubicBezTo>
                  <a:lnTo>
                    <a:pt x="69450" y="114770"/>
                  </a:lnTo>
                  <a:cubicBezTo>
                    <a:pt x="70230" y="115805"/>
                    <a:pt x="70628" y="116393"/>
                    <a:pt x="70628" y="116520"/>
                  </a:cubicBezTo>
                  <a:cubicBezTo>
                    <a:pt x="70628" y="116648"/>
                    <a:pt x="70421" y="117825"/>
                    <a:pt x="70039" y="120021"/>
                  </a:cubicBezTo>
                  <a:cubicBezTo>
                    <a:pt x="69514" y="121708"/>
                    <a:pt x="68878" y="122949"/>
                    <a:pt x="68098" y="123728"/>
                  </a:cubicBezTo>
                  <a:lnTo>
                    <a:pt x="65568" y="123728"/>
                  </a:lnTo>
                  <a:cubicBezTo>
                    <a:pt x="61543" y="123458"/>
                    <a:pt x="54542" y="123331"/>
                    <a:pt x="44550" y="123331"/>
                  </a:cubicBezTo>
                  <a:cubicBezTo>
                    <a:pt x="40922" y="123331"/>
                    <a:pt x="37613" y="123331"/>
                    <a:pt x="34638" y="123331"/>
                  </a:cubicBezTo>
                  <a:cubicBezTo>
                    <a:pt x="31646" y="123331"/>
                    <a:pt x="29244" y="123331"/>
                    <a:pt x="27430" y="123331"/>
                  </a:cubicBezTo>
                  <a:cubicBezTo>
                    <a:pt x="25616" y="123331"/>
                    <a:pt x="24518" y="123394"/>
                    <a:pt x="24121" y="123522"/>
                  </a:cubicBezTo>
                  <a:cubicBezTo>
                    <a:pt x="22307" y="123522"/>
                    <a:pt x="21400" y="123013"/>
                    <a:pt x="21400" y="121978"/>
                  </a:cubicBezTo>
                  <a:cubicBezTo>
                    <a:pt x="21400" y="121580"/>
                    <a:pt x="21527" y="120610"/>
                    <a:pt x="21798" y="119051"/>
                  </a:cubicBezTo>
                  <a:cubicBezTo>
                    <a:pt x="22307" y="116982"/>
                    <a:pt x="22768" y="115741"/>
                    <a:pt x="23150" y="115359"/>
                  </a:cubicBezTo>
                  <a:cubicBezTo>
                    <a:pt x="23548" y="114961"/>
                    <a:pt x="24837" y="114770"/>
                    <a:pt x="27048" y="114770"/>
                  </a:cubicBezTo>
                  <a:cubicBezTo>
                    <a:pt x="33269" y="114770"/>
                    <a:pt x="37040" y="114325"/>
                    <a:pt x="38329" y="113418"/>
                  </a:cubicBezTo>
                  <a:cubicBezTo>
                    <a:pt x="39363" y="112765"/>
                    <a:pt x="41177" y="107053"/>
                    <a:pt x="43770" y="96297"/>
                  </a:cubicBezTo>
                  <a:cubicBezTo>
                    <a:pt x="46364" y="85525"/>
                    <a:pt x="47732" y="80019"/>
                    <a:pt x="47860" y="79749"/>
                  </a:cubicBezTo>
                  <a:cubicBezTo>
                    <a:pt x="47860" y="79622"/>
                    <a:pt x="47414" y="79828"/>
                    <a:pt x="46507" y="80338"/>
                  </a:cubicBezTo>
                  <a:cubicBezTo>
                    <a:pt x="40270" y="85398"/>
                    <a:pt x="33794" y="87927"/>
                    <a:pt x="27048" y="87927"/>
                  </a:cubicBezTo>
                  <a:cubicBezTo>
                    <a:pt x="19920" y="87927"/>
                    <a:pt x="13620" y="85334"/>
                    <a:pt x="8178" y="80147"/>
                  </a:cubicBezTo>
                  <a:cubicBezTo>
                    <a:pt x="2737" y="74959"/>
                    <a:pt x="0" y="66717"/>
                    <a:pt x="0" y="55436"/>
                  </a:cubicBezTo>
                  <a:close/>
                  <a:moveTo>
                    <a:pt x="62068" y="22563"/>
                  </a:moveTo>
                  <a:cubicBezTo>
                    <a:pt x="59076" y="12316"/>
                    <a:pt x="54224" y="7192"/>
                    <a:pt x="47478" y="7192"/>
                  </a:cubicBezTo>
                  <a:cubicBezTo>
                    <a:pt x="42927" y="7192"/>
                    <a:pt x="38584" y="9197"/>
                    <a:pt x="34447" y="13223"/>
                  </a:cubicBezTo>
                  <a:cubicBezTo>
                    <a:pt x="30294" y="17248"/>
                    <a:pt x="27048" y="22499"/>
                    <a:pt x="24709" y="28975"/>
                  </a:cubicBezTo>
                  <a:cubicBezTo>
                    <a:pt x="20954" y="39222"/>
                    <a:pt x="18297" y="49867"/>
                    <a:pt x="16738" y="60878"/>
                  </a:cubicBezTo>
                  <a:cubicBezTo>
                    <a:pt x="16738" y="61276"/>
                    <a:pt x="16738" y="61992"/>
                    <a:pt x="16738" y="63026"/>
                  </a:cubicBezTo>
                  <a:cubicBezTo>
                    <a:pt x="16738" y="64060"/>
                    <a:pt x="16674" y="64840"/>
                    <a:pt x="16547" y="65365"/>
                  </a:cubicBezTo>
                  <a:cubicBezTo>
                    <a:pt x="16547" y="71188"/>
                    <a:pt x="17708" y="75214"/>
                    <a:pt x="20048" y="77426"/>
                  </a:cubicBezTo>
                  <a:cubicBezTo>
                    <a:pt x="22371" y="79622"/>
                    <a:pt x="25171" y="80799"/>
                    <a:pt x="28401" y="80926"/>
                  </a:cubicBezTo>
                  <a:cubicBezTo>
                    <a:pt x="35417" y="80926"/>
                    <a:pt x="42609" y="76248"/>
                    <a:pt x="50007" y="66924"/>
                  </a:cubicBezTo>
                  <a:lnTo>
                    <a:pt x="51551" y="64776"/>
                  </a:lnTo>
                  <a:lnTo>
                    <a:pt x="62068" y="22563"/>
                  </a:lnTo>
                  <a:close/>
                </a:path>
              </a:pathLst>
            </a:custGeom>
            <a:solidFill>
              <a:srgbClr val="000000"/>
            </a:solidFill>
            <a:ln w="1591" cap="flat">
              <a:noFill/>
              <a:prstDash val="solid"/>
              <a:miter/>
            </a:ln>
          </p:spPr>
        </p:sp>
        <p:sp>
          <p:nvSpPr>
            <p:cNvPr id="37" name="任意形状 36">
              <a:extLst>
                <a:ext uri="{FF2B5EF4-FFF2-40B4-BE49-F238E27FC236}">
                  <a16:creationId xmlns:a16="http://schemas.microsoft.com/office/drawing/2014/main" id="{75D54F3B-6BB7-7326-4BF6-E07076988739}"/>
                </a:ext>
              </a:extLst>
            </p:cNvPr>
            <p:cNvSpPr/>
            <p:nvPr/>
          </p:nvSpPr>
          <p:spPr>
            <a:xfrm>
              <a:off x="5206107" y="3690787"/>
              <a:ext cx="57072" cy="94498"/>
            </a:xfrm>
            <a:custGeom>
              <a:avLst/>
              <a:gdLst>
                <a:gd name="csX0" fmla="*/ 11695 w 57072"/>
                <a:gd name="csY0" fmla="*/ 27797 h 94498"/>
                <a:gd name="csX1" fmla="*/ 5919 w 57072"/>
                <a:gd name="csY1" fmla="*/ 25459 h 94498"/>
                <a:gd name="csX2" fmla="*/ 3707 w 57072"/>
                <a:gd name="csY2" fmla="*/ 19396 h 94498"/>
                <a:gd name="csX3" fmla="*/ 10311 w 57072"/>
                <a:gd name="csY3" fmla="*/ 5919 h 94498"/>
                <a:gd name="csX4" fmla="*/ 26269 w 57072"/>
                <a:gd name="csY4" fmla="*/ 0 h 94498"/>
                <a:gd name="csX5" fmla="*/ 32315 w 57072"/>
                <a:gd name="csY5" fmla="*/ 143 h 94498"/>
                <a:gd name="csX6" fmla="*/ 47860 w 57072"/>
                <a:gd name="csY6" fmla="*/ 7431 h 94498"/>
                <a:gd name="csX7" fmla="*/ 53365 w 57072"/>
                <a:gd name="csY7" fmla="*/ 19683 h 94498"/>
                <a:gd name="csX8" fmla="*/ 48687 w 57072"/>
                <a:gd name="csY8" fmla="*/ 33573 h 94498"/>
                <a:gd name="csX9" fmla="*/ 35768 w 57072"/>
                <a:gd name="csY9" fmla="*/ 43327 h 94498"/>
                <a:gd name="csX10" fmla="*/ 35354 w 57072"/>
                <a:gd name="csY10" fmla="*/ 43614 h 94498"/>
                <a:gd name="csX11" fmla="*/ 36579 w 57072"/>
                <a:gd name="csY11" fmla="*/ 44027 h 94498"/>
                <a:gd name="csX12" fmla="*/ 40572 w 57072"/>
                <a:gd name="csY12" fmla="*/ 45253 h 94498"/>
                <a:gd name="csX13" fmla="*/ 45807 w 57072"/>
                <a:gd name="csY13" fmla="*/ 48148 h 94498"/>
                <a:gd name="csX14" fmla="*/ 57072 w 57072"/>
                <a:gd name="csY14" fmla="*/ 67401 h 94498"/>
                <a:gd name="csX15" fmla="*/ 48544 w 57072"/>
                <a:gd name="csY15" fmla="*/ 86384 h 94498"/>
                <a:gd name="csX16" fmla="*/ 26953 w 57072"/>
                <a:gd name="csY16" fmla="*/ 94499 h 94498"/>
                <a:gd name="csX17" fmla="*/ 7971 w 57072"/>
                <a:gd name="csY17" fmla="*/ 88580 h 94498"/>
                <a:gd name="csX18" fmla="*/ 0 w 57072"/>
                <a:gd name="csY18" fmla="*/ 73591 h 94498"/>
                <a:gd name="csX19" fmla="*/ 2482 w 57072"/>
                <a:gd name="csY19" fmla="*/ 67401 h 94498"/>
                <a:gd name="csX20" fmla="*/ 8672 w 57072"/>
                <a:gd name="csY20" fmla="*/ 64935 h 94498"/>
                <a:gd name="csX21" fmla="*/ 14988 w 57072"/>
                <a:gd name="csY21" fmla="*/ 67401 h 94498"/>
                <a:gd name="csX22" fmla="*/ 17470 w 57072"/>
                <a:gd name="csY22" fmla="*/ 73591 h 94498"/>
                <a:gd name="csX23" fmla="*/ 17057 w 57072"/>
                <a:gd name="csY23" fmla="*/ 76344 h 94498"/>
                <a:gd name="csX24" fmla="*/ 16086 w 57072"/>
                <a:gd name="csY24" fmla="*/ 78540 h 94498"/>
                <a:gd name="csX25" fmla="*/ 14574 w 57072"/>
                <a:gd name="csY25" fmla="*/ 80194 h 94498"/>
                <a:gd name="csX26" fmla="*/ 12936 w 57072"/>
                <a:gd name="csY26" fmla="*/ 81292 h 94498"/>
                <a:gd name="csX27" fmla="*/ 11551 w 57072"/>
                <a:gd name="csY27" fmla="*/ 81849 h 94498"/>
                <a:gd name="csX28" fmla="*/ 10453 w 57072"/>
                <a:gd name="csY28" fmla="*/ 82263 h 94498"/>
                <a:gd name="csX29" fmla="*/ 9897 w 57072"/>
                <a:gd name="csY29" fmla="*/ 82390 h 94498"/>
                <a:gd name="csX30" fmla="*/ 26953 w 57072"/>
                <a:gd name="csY30" fmla="*/ 88580 h 94498"/>
                <a:gd name="csX31" fmla="*/ 38377 w 57072"/>
                <a:gd name="csY31" fmla="*/ 81292 h 94498"/>
                <a:gd name="csX32" fmla="*/ 40716 w 57072"/>
                <a:gd name="csY32" fmla="*/ 67401 h 94498"/>
                <a:gd name="csX33" fmla="*/ 40716 w 57072"/>
                <a:gd name="csY33" fmla="*/ 64649 h 94498"/>
                <a:gd name="csX34" fmla="*/ 31917 w 57072"/>
                <a:gd name="csY34" fmla="*/ 47178 h 94498"/>
                <a:gd name="csX35" fmla="*/ 23516 w 57072"/>
                <a:gd name="csY35" fmla="*/ 46223 h 94498"/>
                <a:gd name="csX36" fmla="*/ 17741 w 57072"/>
                <a:gd name="csY36" fmla="*/ 46080 h 94498"/>
                <a:gd name="csX37" fmla="*/ 17327 w 57072"/>
                <a:gd name="csY37" fmla="*/ 45809 h 94498"/>
                <a:gd name="csX38" fmla="*/ 17057 w 57072"/>
                <a:gd name="csY38" fmla="*/ 43614 h 94498"/>
                <a:gd name="csX39" fmla="*/ 18154 w 57072"/>
                <a:gd name="csY39" fmla="*/ 41131 h 94498"/>
                <a:gd name="csX40" fmla="*/ 26126 w 57072"/>
                <a:gd name="csY40" fmla="*/ 40447 h 94498"/>
                <a:gd name="csX41" fmla="*/ 34654 w 57072"/>
                <a:gd name="csY41" fmla="*/ 34671 h 94498"/>
                <a:gd name="csX42" fmla="*/ 38504 w 57072"/>
                <a:gd name="csY42" fmla="*/ 19269 h 94498"/>
                <a:gd name="csX43" fmla="*/ 38504 w 57072"/>
                <a:gd name="csY43" fmla="*/ 18155 h 94498"/>
                <a:gd name="csX44" fmla="*/ 33699 w 57072"/>
                <a:gd name="csY44" fmla="*/ 7303 h 94498"/>
                <a:gd name="csX45" fmla="*/ 27239 w 57072"/>
                <a:gd name="csY45" fmla="*/ 5378 h 94498"/>
                <a:gd name="csX46" fmla="*/ 19125 w 57072"/>
                <a:gd name="csY46" fmla="*/ 6890 h 94498"/>
                <a:gd name="csX47" fmla="*/ 13890 w 57072"/>
                <a:gd name="csY47" fmla="*/ 10040 h 94498"/>
                <a:gd name="csX48" fmla="*/ 12379 w 57072"/>
                <a:gd name="csY48" fmla="*/ 11695 h 94498"/>
                <a:gd name="csX49" fmla="*/ 12792 w 57072"/>
                <a:gd name="csY49" fmla="*/ 11695 h 94498"/>
                <a:gd name="csX50" fmla="*/ 13890 w 57072"/>
                <a:gd name="csY50" fmla="*/ 11966 h 94498"/>
                <a:gd name="csX51" fmla="*/ 15274 w 57072"/>
                <a:gd name="csY51" fmla="*/ 12666 h 94498"/>
                <a:gd name="csX52" fmla="*/ 16913 w 57072"/>
                <a:gd name="csY52" fmla="*/ 13620 h 94498"/>
                <a:gd name="csX53" fmla="*/ 18297 w 57072"/>
                <a:gd name="csY53" fmla="*/ 15132 h 94498"/>
                <a:gd name="csX54" fmla="*/ 19395 w 57072"/>
                <a:gd name="csY54" fmla="*/ 17201 h 94498"/>
                <a:gd name="csX55" fmla="*/ 19809 w 57072"/>
                <a:gd name="csY55" fmla="*/ 19953 h 94498"/>
                <a:gd name="csX56" fmla="*/ 17884 w 57072"/>
                <a:gd name="csY56" fmla="*/ 25315 h 94498"/>
                <a:gd name="csX57" fmla="*/ 11695 w 57072"/>
                <a:gd name="csY57" fmla="*/ 27797 h 944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57072" h="94498">
                  <a:moveTo>
                    <a:pt x="11695" y="27797"/>
                  </a:moveTo>
                  <a:cubicBezTo>
                    <a:pt x="9212" y="27797"/>
                    <a:pt x="7287" y="27018"/>
                    <a:pt x="5919" y="25459"/>
                  </a:cubicBezTo>
                  <a:cubicBezTo>
                    <a:pt x="4535" y="23899"/>
                    <a:pt x="3803" y="21878"/>
                    <a:pt x="3707" y="19396"/>
                  </a:cubicBezTo>
                  <a:cubicBezTo>
                    <a:pt x="3707" y="14352"/>
                    <a:pt x="5919" y="9865"/>
                    <a:pt x="10311" y="5919"/>
                  </a:cubicBezTo>
                  <a:cubicBezTo>
                    <a:pt x="14717" y="1973"/>
                    <a:pt x="20032" y="0"/>
                    <a:pt x="26269" y="0"/>
                  </a:cubicBezTo>
                  <a:cubicBezTo>
                    <a:pt x="29483" y="0"/>
                    <a:pt x="31503" y="48"/>
                    <a:pt x="32315" y="143"/>
                  </a:cubicBezTo>
                  <a:cubicBezTo>
                    <a:pt x="39109" y="1241"/>
                    <a:pt x="44296" y="3676"/>
                    <a:pt x="47860" y="7431"/>
                  </a:cubicBezTo>
                  <a:cubicBezTo>
                    <a:pt x="51440" y="11202"/>
                    <a:pt x="53270" y="15275"/>
                    <a:pt x="53365" y="19683"/>
                  </a:cubicBezTo>
                  <a:cubicBezTo>
                    <a:pt x="53365" y="24440"/>
                    <a:pt x="51805" y="29070"/>
                    <a:pt x="48687" y="33573"/>
                  </a:cubicBezTo>
                  <a:cubicBezTo>
                    <a:pt x="45569" y="38061"/>
                    <a:pt x="41257" y="41322"/>
                    <a:pt x="35768" y="43327"/>
                  </a:cubicBezTo>
                  <a:lnTo>
                    <a:pt x="35354" y="43614"/>
                  </a:lnTo>
                  <a:cubicBezTo>
                    <a:pt x="35354" y="43693"/>
                    <a:pt x="35768" y="43836"/>
                    <a:pt x="36579" y="44027"/>
                  </a:cubicBezTo>
                  <a:cubicBezTo>
                    <a:pt x="37406" y="44202"/>
                    <a:pt x="38743" y="44616"/>
                    <a:pt x="40572" y="45253"/>
                  </a:cubicBezTo>
                  <a:cubicBezTo>
                    <a:pt x="42402" y="45905"/>
                    <a:pt x="44152" y="46860"/>
                    <a:pt x="45807" y="48148"/>
                  </a:cubicBezTo>
                  <a:cubicBezTo>
                    <a:pt x="53317" y="53002"/>
                    <a:pt x="57072" y="59430"/>
                    <a:pt x="57072" y="67401"/>
                  </a:cubicBezTo>
                  <a:cubicBezTo>
                    <a:pt x="57072" y="74641"/>
                    <a:pt x="54240" y="80974"/>
                    <a:pt x="48544" y="86384"/>
                  </a:cubicBezTo>
                  <a:cubicBezTo>
                    <a:pt x="42864" y="91794"/>
                    <a:pt x="35672" y="94499"/>
                    <a:pt x="26953" y="94499"/>
                  </a:cubicBezTo>
                  <a:cubicBezTo>
                    <a:pt x="19618" y="94499"/>
                    <a:pt x="13302" y="92526"/>
                    <a:pt x="7971" y="88580"/>
                  </a:cubicBezTo>
                  <a:cubicBezTo>
                    <a:pt x="2657" y="84650"/>
                    <a:pt x="0" y="79638"/>
                    <a:pt x="0" y="73591"/>
                  </a:cubicBezTo>
                  <a:cubicBezTo>
                    <a:pt x="0" y="71029"/>
                    <a:pt x="827" y="68961"/>
                    <a:pt x="2482" y="67401"/>
                  </a:cubicBezTo>
                  <a:cubicBezTo>
                    <a:pt x="4121" y="65842"/>
                    <a:pt x="6189" y="65015"/>
                    <a:pt x="8672" y="64935"/>
                  </a:cubicBezTo>
                  <a:cubicBezTo>
                    <a:pt x="11233" y="64935"/>
                    <a:pt x="13349" y="65747"/>
                    <a:pt x="14988" y="67401"/>
                  </a:cubicBezTo>
                  <a:cubicBezTo>
                    <a:pt x="16643" y="69056"/>
                    <a:pt x="17470" y="71125"/>
                    <a:pt x="17470" y="73591"/>
                  </a:cubicBezTo>
                  <a:cubicBezTo>
                    <a:pt x="17470" y="74593"/>
                    <a:pt x="17327" y="75516"/>
                    <a:pt x="17057" y="76344"/>
                  </a:cubicBezTo>
                  <a:cubicBezTo>
                    <a:pt x="16786" y="77171"/>
                    <a:pt x="16468" y="77903"/>
                    <a:pt x="16086" y="78540"/>
                  </a:cubicBezTo>
                  <a:cubicBezTo>
                    <a:pt x="15720" y="79192"/>
                    <a:pt x="15227" y="79733"/>
                    <a:pt x="14574" y="80194"/>
                  </a:cubicBezTo>
                  <a:cubicBezTo>
                    <a:pt x="13938" y="80656"/>
                    <a:pt x="13381" y="81022"/>
                    <a:pt x="12936" y="81292"/>
                  </a:cubicBezTo>
                  <a:cubicBezTo>
                    <a:pt x="12474" y="81563"/>
                    <a:pt x="12013" y="81754"/>
                    <a:pt x="11551" y="81849"/>
                  </a:cubicBezTo>
                  <a:cubicBezTo>
                    <a:pt x="11090" y="81945"/>
                    <a:pt x="10724" y="82072"/>
                    <a:pt x="10453" y="82263"/>
                  </a:cubicBezTo>
                  <a:lnTo>
                    <a:pt x="9897" y="82390"/>
                  </a:lnTo>
                  <a:cubicBezTo>
                    <a:pt x="14574" y="86527"/>
                    <a:pt x="20271" y="88580"/>
                    <a:pt x="26953" y="88580"/>
                  </a:cubicBezTo>
                  <a:cubicBezTo>
                    <a:pt x="31997" y="88580"/>
                    <a:pt x="35799" y="86161"/>
                    <a:pt x="38377" y="81292"/>
                  </a:cubicBezTo>
                  <a:cubicBezTo>
                    <a:pt x="39936" y="78269"/>
                    <a:pt x="40716" y="73639"/>
                    <a:pt x="40716" y="67401"/>
                  </a:cubicBezTo>
                  <a:lnTo>
                    <a:pt x="40716" y="64649"/>
                  </a:lnTo>
                  <a:cubicBezTo>
                    <a:pt x="40716" y="55945"/>
                    <a:pt x="37772" y="50121"/>
                    <a:pt x="31917" y="47178"/>
                  </a:cubicBezTo>
                  <a:cubicBezTo>
                    <a:pt x="30533" y="46637"/>
                    <a:pt x="27733" y="46319"/>
                    <a:pt x="23516" y="46223"/>
                  </a:cubicBezTo>
                  <a:lnTo>
                    <a:pt x="17741" y="46080"/>
                  </a:lnTo>
                  <a:lnTo>
                    <a:pt x="17327" y="45809"/>
                  </a:lnTo>
                  <a:cubicBezTo>
                    <a:pt x="17152" y="45539"/>
                    <a:pt x="17057" y="44807"/>
                    <a:pt x="17057" y="43614"/>
                  </a:cubicBezTo>
                  <a:cubicBezTo>
                    <a:pt x="17057" y="41959"/>
                    <a:pt x="17423" y="41131"/>
                    <a:pt x="18154" y="41131"/>
                  </a:cubicBezTo>
                  <a:cubicBezTo>
                    <a:pt x="20716" y="41131"/>
                    <a:pt x="23389" y="40909"/>
                    <a:pt x="26126" y="40447"/>
                  </a:cubicBezTo>
                  <a:cubicBezTo>
                    <a:pt x="29244" y="39986"/>
                    <a:pt x="32092" y="38061"/>
                    <a:pt x="34654" y="34671"/>
                  </a:cubicBezTo>
                  <a:cubicBezTo>
                    <a:pt x="37231" y="31282"/>
                    <a:pt x="38504" y="26143"/>
                    <a:pt x="38504" y="19269"/>
                  </a:cubicBezTo>
                  <a:lnTo>
                    <a:pt x="38504" y="18155"/>
                  </a:lnTo>
                  <a:cubicBezTo>
                    <a:pt x="38504" y="12936"/>
                    <a:pt x="36913" y="9308"/>
                    <a:pt x="33699" y="7303"/>
                  </a:cubicBezTo>
                  <a:cubicBezTo>
                    <a:pt x="31679" y="6015"/>
                    <a:pt x="29530" y="5378"/>
                    <a:pt x="27239" y="5378"/>
                  </a:cubicBezTo>
                  <a:cubicBezTo>
                    <a:pt x="24296" y="5378"/>
                    <a:pt x="21591" y="5871"/>
                    <a:pt x="19125" y="6890"/>
                  </a:cubicBezTo>
                  <a:cubicBezTo>
                    <a:pt x="16643" y="7892"/>
                    <a:pt x="14909" y="8942"/>
                    <a:pt x="13890" y="10040"/>
                  </a:cubicBezTo>
                  <a:cubicBezTo>
                    <a:pt x="12888" y="11154"/>
                    <a:pt x="12379" y="11695"/>
                    <a:pt x="12379" y="11695"/>
                  </a:cubicBezTo>
                  <a:lnTo>
                    <a:pt x="12792" y="11695"/>
                  </a:lnTo>
                  <a:cubicBezTo>
                    <a:pt x="13063" y="11791"/>
                    <a:pt x="13429" y="11886"/>
                    <a:pt x="13890" y="11966"/>
                  </a:cubicBezTo>
                  <a:cubicBezTo>
                    <a:pt x="14352" y="12061"/>
                    <a:pt x="14813" y="12300"/>
                    <a:pt x="15274" y="12666"/>
                  </a:cubicBezTo>
                  <a:cubicBezTo>
                    <a:pt x="15720" y="13032"/>
                    <a:pt x="16277" y="13350"/>
                    <a:pt x="16913" y="13620"/>
                  </a:cubicBezTo>
                  <a:cubicBezTo>
                    <a:pt x="17566" y="13907"/>
                    <a:pt x="18011" y="14400"/>
                    <a:pt x="18297" y="15132"/>
                  </a:cubicBezTo>
                  <a:cubicBezTo>
                    <a:pt x="18568" y="15864"/>
                    <a:pt x="18934" y="16564"/>
                    <a:pt x="19395" y="17201"/>
                  </a:cubicBezTo>
                  <a:cubicBezTo>
                    <a:pt x="19857" y="17837"/>
                    <a:pt x="19984" y="18760"/>
                    <a:pt x="19809" y="19953"/>
                  </a:cubicBezTo>
                  <a:cubicBezTo>
                    <a:pt x="19809" y="21974"/>
                    <a:pt x="19173" y="23756"/>
                    <a:pt x="17884" y="25315"/>
                  </a:cubicBezTo>
                  <a:cubicBezTo>
                    <a:pt x="16595" y="26875"/>
                    <a:pt x="14527" y="27702"/>
                    <a:pt x="11695" y="27797"/>
                  </a:cubicBezTo>
                  <a:close/>
                </a:path>
              </a:pathLst>
            </a:custGeom>
            <a:solidFill>
              <a:srgbClr val="000000"/>
            </a:solidFill>
            <a:ln w="1591" cap="flat">
              <a:noFill/>
              <a:prstDash val="solid"/>
              <a:miter/>
            </a:ln>
          </p:spPr>
        </p:sp>
        <p:sp>
          <p:nvSpPr>
            <p:cNvPr id="39" name="任意形状 38">
              <a:extLst>
                <a:ext uri="{FF2B5EF4-FFF2-40B4-BE49-F238E27FC236}">
                  <a16:creationId xmlns:a16="http://schemas.microsoft.com/office/drawing/2014/main" id="{19E25143-49FE-6952-7091-666AD9A4E1CB}"/>
                </a:ext>
              </a:extLst>
            </p:cNvPr>
            <p:cNvSpPr/>
            <p:nvPr/>
          </p:nvSpPr>
          <p:spPr>
            <a:xfrm>
              <a:off x="4940191" y="3552516"/>
              <a:ext cx="144787" cy="108198"/>
            </a:xfrm>
            <a:custGeom>
              <a:avLst/>
              <a:gdLst>
                <a:gd name="csX0" fmla="*/ 0 w 144787"/>
                <a:gd name="csY0" fmla="*/ 0 h 108198"/>
                <a:gd name="csX1" fmla="*/ 144788 w 144787"/>
                <a:gd name="csY1" fmla="*/ 108199 h 108198"/>
              </a:gdLst>
              <a:ahLst/>
              <a:cxnLst>
                <a:cxn ang="0">
                  <a:pos x="csX0" y="csY0"/>
                </a:cxn>
                <a:cxn ang="0">
                  <a:pos x="csX1" y="csY1"/>
                </a:cxn>
              </a:cxnLst>
              <a:rect l="l" t="t" r="r" b="b"/>
              <a:pathLst>
                <a:path w="144787" h="108198">
                  <a:moveTo>
                    <a:pt x="0" y="0"/>
                  </a:moveTo>
                  <a:lnTo>
                    <a:pt x="144788" y="108199"/>
                  </a:lnTo>
                </a:path>
              </a:pathLst>
            </a:custGeom>
            <a:ln w="15911" cap="flat">
              <a:solidFill>
                <a:srgbClr val="000000"/>
              </a:solidFill>
              <a:prstDash val="solid"/>
              <a:miter/>
            </a:ln>
          </p:spPr>
        </p:sp>
        <p:sp>
          <p:nvSpPr>
            <p:cNvPr id="41" name="任意形状 40">
              <a:extLst>
                <a:ext uri="{FF2B5EF4-FFF2-40B4-BE49-F238E27FC236}">
                  <a16:creationId xmlns:a16="http://schemas.microsoft.com/office/drawing/2014/main" id="{79D5CFA3-4C89-830A-01B2-FD1B629F3A0E}"/>
                </a:ext>
              </a:extLst>
            </p:cNvPr>
            <p:cNvSpPr/>
            <p:nvPr/>
          </p:nvSpPr>
          <p:spPr>
            <a:xfrm>
              <a:off x="5199536" y="3337718"/>
              <a:ext cx="1591" cy="264132"/>
            </a:xfrm>
            <a:custGeom>
              <a:avLst/>
              <a:gdLst>
                <a:gd name="csX0" fmla="*/ 0 w 1591"/>
                <a:gd name="csY0" fmla="*/ 0 h 264132"/>
                <a:gd name="csX1" fmla="*/ 0 w 1591"/>
                <a:gd name="csY1" fmla="*/ 264132 h 264132"/>
              </a:gdLst>
              <a:ahLst/>
              <a:cxnLst>
                <a:cxn ang="0">
                  <a:pos x="csX0" y="csY0"/>
                </a:cxn>
                <a:cxn ang="0">
                  <a:pos x="csX1" y="csY1"/>
                </a:cxn>
              </a:cxnLst>
              <a:rect l="l" t="t" r="r" b="b"/>
              <a:pathLst>
                <a:path w="1591" h="264132">
                  <a:moveTo>
                    <a:pt x="0" y="0"/>
                  </a:moveTo>
                  <a:lnTo>
                    <a:pt x="0" y="264132"/>
                  </a:lnTo>
                </a:path>
              </a:pathLst>
            </a:custGeom>
            <a:ln w="15911" cap="flat">
              <a:solidFill>
                <a:srgbClr val="000000"/>
              </a:solidFill>
              <a:prstDash val="solid"/>
              <a:miter/>
            </a:ln>
          </p:spPr>
        </p:sp>
        <p:sp>
          <p:nvSpPr>
            <p:cNvPr id="42" name="任意形状 41">
              <a:extLst>
                <a:ext uri="{FF2B5EF4-FFF2-40B4-BE49-F238E27FC236}">
                  <a16:creationId xmlns:a16="http://schemas.microsoft.com/office/drawing/2014/main" id="{A139F680-B811-CF6B-928A-4C38C41E7281}"/>
                </a:ext>
              </a:extLst>
            </p:cNvPr>
            <p:cNvSpPr/>
            <p:nvPr/>
          </p:nvSpPr>
          <p:spPr>
            <a:xfrm>
              <a:off x="4959539" y="3285022"/>
              <a:ext cx="135241" cy="109789"/>
            </a:xfrm>
            <a:custGeom>
              <a:avLst/>
              <a:gdLst>
                <a:gd name="csX0" fmla="*/ 135241 w 135241"/>
                <a:gd name="csY0" fmla="*/ 0 h 109789"/>
                <a:gd name="csX1" fmla="*/ 0 w 135241"/>
                <a:gd name="csY1" fmla="*/ 109790 h 109789"/>
              </a:gdLst>
              <a:ahLst/>
              <a:cxnLst>
                <a:cxn ang="0">
                  <a:pos x="csX0" y="csY0"/>
                </a:cxn>
                <a:cxn ang="0">
                  <a:pos x="csX1" y="csY1"/>
                </a:cxn>
              </a:cxnLst>
              <a:rect l="l" t="t" r="r" b="b"/>
              <a:pathLst>
                <a:path w="135241" h="109789">
                  <a:moveTo>
                    <a:pt x="135241" y="0"/>
                  </a:moveTo>
                  <a:lnTo>
                    <a:pt x="0" y="109790"/>
                  </a:lnTo>
                </a:path>
              </a:pathLst>
            </a:custGeom>
            <a:ln w="15911" cap="flat">
              <a:solidFill>
                <a:srgbClr val="000000"/>
              </a:solidFill>
              <a:prstDash val="solid"/>
              <a:miter/>
            </a:ln>
          </p:spPr>
        </p:sp>
        <p:sp>
          <p:nvSpPr>
            <p:cNvPr id="43" name="任意形状 42">
              <a:extLst>
                <a:ext uri="{FF2B5EF4-FFF2-40B4-BE49-F238E27FC236}">
                  <a16:creationId xmlns:a16="http://schemas.microsoft.com/office/drawing/2014/main" id="{7B1F0CF5-6DB5-90CA-F2F6-2F9AF731590F}"/>
                </a:ext>
              </a:extLst>
            </p:cNvPr>
            <p:cNvSpPr/>
            <p:nvPr/>
          </p:nvSpPr>
          <p:spPr>
            <a:xfrm>
              <a:off x="4701530" y="3294430"/>
              <a:ext cx="303895" cy="330960"/>
            </a:xfrm>
            <a:custGeom>
              <a:avLst/>
              <a:gdLst>
                <a:gd name="csX0" fmla="*/ 160699 w 303895"/>
                <a:gd name="csY0" fmla="*/ 330961 h 330960"/>
                <a:gd name="csX1" fmla="*/ 143197 w 303895"/>
                <a:gd name="csY1" fmla="*/ 330961 h 330960"/>
                <a:gd name="csX2" fmla="*/ 0 w 303895"/>
                <a:gd name="csY2" fmla="*/ 187757 h 330960"/>
                <a:gd name="csX3" fmla="*/ 0 w 303895"/>
                <a:gd name="csY3" fmla="*/ 143204 h 330960"/>
                <a:gd name="csX4" fmla="*/ 143197 w 303895"/>
                <a:gd name="csY4" fmla="*/ 0 h 330960"/>
                <a:gd name="csX5" fmla="*/ 160699 w 303895"/>
                <a:gd name="csY5" fmla="*/ 0 h 330960"/>
                <a:gd name="csX6" fmla="*/ 303895 w 303895"/>
                <a:gd name="csY6" fmla="*/ 143204 h 330960"/>
                <a:gd name="csX7" fmla="*/ 303895 w 303895"/>
                <a:gd name="csY7" fmla="*/ 187757 h 330960"/>
                <a:gd name="csX8" fmla="*/ 160699 w 303895"/>
                <a:gd name="csY8" fmla="*/ 330961 h 330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3895" h="330960">
                  <a:moveTo>
                    <a:pt x="160699" y="330961"/>
                  </a:moveTo>
                  <a:lnTo>
                    <a:pt x="143197" y="330961"/>
                  </a:lnTo>
                  <a:cubicBezTo>
                    <a:pt x="64104" y="330961"/>
                    <a:pt x="0" y="266847"/>
                    <a:pt x="0" y="187757"/>
                  </a:cubicBezTo>
                  <a:lnTo>
                    <a:pt x="0" y="143204"/>
                  </a:lnTo>
                  <a:cubicBezTo>
                    <a:pt x="0" y="64114"/>
                    <a:pt x="64104" y="0"/>
                    <a:pt x="143197" y="0"/>
                  </a:cubicBezTo>
                  <a:lnTo>
                    <a:pt x="160699" y="0"/>
                  </a:lnTo>
                  <a:cubicBezTo>
                    <a:pt x="239791" y="0"/>
                    <a:pt x="303895" y="64114"/>
                    <a:pt x="303895" y="143204"/>
                  </a:cubicBezTo>
                  <a:lnTo>
                    <a:pt x="303895" y="187757"/>
                  </a:lnTo>
                  <a:cubicBezTo>
                    <a:pt x="303895" y="266847"/>
                    <a:pt x="239791" y="330961"/>
                    <a:pt x="160699" y="330961"/>
                  </a:cubicBezTo>
                  <a:close/>
                </a:path>
              </a:pathLst>
            </a:custGeom>
            <a:solidFill>
              <a:srgbClr val="D9EDF8">
                <a:alpha val="80000"/>
              </a:srgbClr>
            </a:solidFill>
            <a:ln w="1591" cap="flat">
              <a:noFill/>
              <a:prstDash val="solid"/>
              <a:miter/>
            </a:ln>
          </p:spPr>
        </p:sp>
        <p:sp>
          <p:nvSpPr>
            <p:cNvPr id="45" name="任意形状 44">
              <a:extLst>
                <a:ext uri="{FF2B5EF4-FFF2-40B4-BE49-F238E27FC236}">
                  <a16:creationId xmlns:a16="http://schemas.microsoft.com/office/drawing/2014/main" id="{66BDF664-F159-EAC9-69F0-5C879690A477}"/>
                </a:ext>
              </a:extLst>
            </p:cNvPr>
            <p:cNvSpPr/>
            <p:nvPr/>
          </p:nvSpPr>
          <p:spPr>
            <a:xfrm>
              <a:off x="4792221" y="3396590"/>
              <a:ext cx="85536" cy="127400"/>
            </a:xfrm>
            <a:custGeom>
              <a:avLst/>
              <a:gdLst>
                <a:gd name="csX0" fmla="*/ 0 w 85536"/>
                <a:gd name="csY0" fmla="*/ 57091 h 127400"/>
                <a:gd name="csX1" fmla="*/ 15227 w 85536"/>
                <a:gd name="csY1" fmla="*/ 18629 h 127400"/>
                <a:gd name="csX2" fmla="*/ 49483 w 85536"/>
                <a:gd name="csY2" fmla="*/ 200 h 127400"/>
                <a:gd name="csX3" fmla="*/ 67907 w 85536"/>
                <a:gd name="csY3" fmla="*/ 10616 h 127400"/>
                <a:gd name="csX4" fmla="*/ 68910 w 85536"/>
                <a:gd name="csY4" fmla="*/ 9415 h 127400"/>
                <a:gd name="csX5" fmla="*/ 71121 w 85536"/>
                <a:gd name="csY5" fmla="*/ 7211 h 127400"/>
                <a:gd name="csX6" fmla="*/ 74319 w 85536"/>
                <a:gd name="csY6" fmla="*/ 4808 h 127400"/>
                <a:gd name="csX7" fmla="*/ 83531 w 85536"/>
                <a:gd name="csY7" fmla="*/ 0 h 127400"/>
                <a:gd name="csX8" fmla="*/ 84931 w 85536"/>
                <a:gd name="csY8" fmla="*/ 601 h 127400"/>
                <a:gd name="csX9" fmla="*/ 85536 w 85536"/>
                <a:gd name="csY9" fmla="*/ 1602 h 127400"/>
                <a:gd name="csX10" fmla="*/ 71710 w 85536"/>
                <a:gd name="csY10" fmla="*/ 58693 h 127400"/>
                <a:gd name="csX11" fmla="*/ 57501 w 85536"/>
                <a:gd name="csY11" fmla="*/ 116384 h 127400"/>
                <a:gd name="csX12" fmla="*/ 66507 w 85536"/>
                <a:gd name="csY12" fmla="*/ 118186 h 127400"/>
                <a:gd name="csX13" fmla="*/ 71519 w 85536"/>
                <a:gd name="csY13" fmla="*/ 118186 h 127400"/>
                <a:gd name="csX14" fmla="*/ 72712 w 85536"/>
                <a:gd name="csY14" fmla="*/ 119989 h 127400"/>
                <a:gd name="csX15" fmla="*/ 72124 w 85536"/>
                <a:gd name="csY15" fmla="*/ 123595 h 127400"/>
                <a:gd name="csX16" fmla="*/ 70119 w 85536"/>
                <a:gd name="csY16" fmla="*/ 127401 h 127400"/>
                <a:gd name="csX17" fmla="*/ 67509 w 85536"/>
                <a:gd name="csY17" fmla="*/ 127401 h 127400"/>
                <a:gd name="csX18" fmla="*/ 45871 w 85536"/>
                <a:gd name="csY18" fmla="*/ 127001 h 127400"/>
                <a:gd name="csX19" fmla="*/ 35656 w 85536"/>
                <a:gd name="csY19" fmla="*/ 127001 h 127400"/>
                <a:gd name="csX20" fmla="*/ 28242 w 85536"/>
                <a:gd name="csY20" fmla="*/ 127001 h 127400"/>
                <a:gd name="csX21" fmla="*/ 24837 w 85536"/>
                <a:gd name="csY21" fmla="*/ 127202 h 127400"/>
                <a:gd name="csX22" fmla="*/ 22037 w 85536"/>
                <a:gd name="csY22" fmla="*/ 125598 h 127400"/>
                <a:gd name="csX23" fmla="*/ 22434 w 85536"/>
                <a:gd name="csY23" fmla="*/ 122594 h 127400"/>
                <a:gd name="csX24" fmla="*/ 23850 w 85536"/>
                <a:gd name="csY24" fmla="*/ 118788 h 127400"/>
                <a:gd name="csX25" fmla="*/ 27844 w 85536"/>
                <a:gd name="csY25" fmla="*/ 118186 h 127400"/>
                <a:gd name="csX26" fmla="*/ 39459 w 85536"/>
                <a:gd name="csY26" fmla="*/ 116785 h 127400"/>
                <a:gd name="csX27" fmla="*/ 45075 w 85536"/>
                <a:gd name="csY27" fmla="*/ 99156 h 127400"/>
                <a:gd name="csX28" fmla="*/ 49276 w 85536"/>
                <a:gd name="csY28" fmla="*/ 82129 h 127400"/>
                <a:gd name="csX29" fmla="*/ 47876 w 85536"/>
                <a:gd name="csY29" fmla="*/ 82731 h 127400"/>
                <a:gd name="csX30" fmla="*/ 27844 w 85536"/>
                <a:gd name="csY30" fmla="*/ 90543 h 127400"/>
                <a:gd name="csX31" fmla="*/ 8417 w 85536"/>
                <a:gd name="csY31" fmla="*/ 82530 h 127400"/>
                <a:gd name="csX32" fmla="*/ 0 w 85536"/>
                <a:gd name="csY32" fmla="*/ 57091 h 127400"/>
                <a:gd name="csX33" fmla="*/ 63897 w 85536"/>
                <a:gd name="csY33" fmla="*/ 23237 h 127400"/>
                <a:gd name="csX34" fmla="*/ 48878 w 85536"/>
                <a:gd name="csY34" fmla="*/ 7412 h 127400"/>
                <a:gd name="csX35" fmla="*/ 35465 w 85536"/>
                <a:gd name="csY35" fmla="*/ 13622 h 127400"/>
                <a:gd name="csX36" fmla="*/ 25441 w 85536"/>
                <a:gd name="csY36" fmla="*/ 29847 h 127400"/>
                <a:gd name="csX37" fmla="*/ 17231 w 85536"/>
                <a:gd name="csY37" fmla="*/ 62700 h 127400"/>
                <a:gd name="csX38" fmla="*/ 17231 w 85536"/>
                <a:gd name="csY38" fmla="*/ 64903 h 127400"/>
                <a:gd name="csX39" fmla="*/ 17024 w 85536"/>
                <a:gd name="csY39" fmla="*/ 67306 h 127400"/>
                <a:gd name="csX40" fmla="*/ 20636 w 85536"/>
                <a:gd name="csY40" fmla="*/ 79726 h 127400"/>
                <a:gd name="csX41" fmla="*/ 29244 w 85536"/>
                <a:gd name="csY41" fmla="*/ 83332 h 127400"/>
                <a:gd name="csX42" fmla="*/ 51487 w 85536"/>
                <a:gd name="csY42" fmla="*/ 68908 h 127400"/>
                <a:gd name="csX43" fmla="*/ 53094 w 85536"/>
                <a:gd name="csY43" fmla="*/ 66706 h 127400"/>
                <a:gd name="csX44" fmla="*/ 63897 w 85536"/>
                <a:gd name="csY44" fmla="*/ 23237 h 127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85536" h="127400">
                  <a:moveTo>
                    <a:pt x="0" y="57091"/>
                  </a:moveTo>
                  <a:cubicBezTo>
                    <a:pt x="0" y="43602"/>
                    <a:pt x="5075" y="30783"/>
                    <a:pt x="15227" y="18629"/>
                  </a:cubicBezTo>
                  <a:cubicBezTo>
                    <a:pt x="25378" y="6478"/>
                    <a:pt x="36801" y="334"/>
                    <a:pt x="49483" y="200"/>
                  </a:cubicBezTo>
                  <a:cubicBezTo>
                    <a:pt x="57501" y="200"/>
                    <a:pt x="63643" y="3672"/>
                    <a:pt x="67907" y="10616"/>
                  </a:cubicBezTo>
                  <a:cubicBezTo>
                    <a:pt x="68050" y="10484"/>
                    <a:pt x="68384" y="10083"/>
                    <a:pt x="68910" y="9415"/>
                  </a:cubicBezTo>
                  <a:cubicBezTo>
                    <a:pt x="69450" y="8747"/>
                    <a:pt x="70182" y="8013"/>
                    <a:pt x="71121" y="7211"/>
                  </a:cubicBezTo>
                  <a:cubicBezTo>
                    <a:pt x="72044" y="6411"/>
                    <a:pt x="73126" y="5609"/>
                    <a:pt x="74319" y="4808"/>
                  </a:cubicBezTo>
                  <a:cubicBezTo>
                    <a:pt x="78854" y="1602"/>
                    <a:pt x="81924" y="0"/>
                    <a:pt x="83531" y="0"/>
                  </a:cubicBezTo>
                  <a:cubicBezTo>
                    <a:pt x="84073" y="0"/>
                    <a:pt x="84534" y="200"/>
                    <a:pt x="84931" y="601"/>
                  </a:cubicBezTo>
                  <a:cubicBezTo>
                    <a:pt x="85329" y="1002"/>
                    <a:pt x="85536" y="1335"/>
                    <a:pt x="85536" y="1602"/>
                  </a:cubicBezTo>
                  <a:cubicBezTo>
                    <a:pt x="85536" y="2805"/>
                    <a:pt x="80922" y="21834"/>
                    <a:pt x="71710" y="58693"/>
                  </a:cubicBezTo>
                  <a:cubicBezTo>
                    <a:pt x="62227" y="96620"/>
                    <a:pt x="57501" y="115851"/>
                    <a:pt x="57501" y="116384"/>
                  </a:cubicBezTo>
                  <a:cubicBezTo>
                    <a:pt x="57501" y="117453"/>
                    <a:pt x="60493" y="118053"/>
                    <a:pt x="66507" y="118186"/>
                  </a:cubicBezTo>
                  <a:lnTo>
                    <a:pt x="71519" y="118186"/>
                  </a:lnTo>
                  <a:cubicBezTo>
                    <a:pt x="72314" y="119256"/>
                    <a:pt x="72712" y="119856"/>
                    <a:pt x="72712" y="119989"/>
                  </a:cubicBezTo>
                  <a:cubicBezTo>
                    <a:pt x="72712" y="120123"/>
                    <a:pt x="72521" y="121326"/>
                    <a:pt x="72124" y="123595"/>
                  </a:cubicBezTo>
                  <a:cubicBezTo>
                    <a:pt x="71582" y="125332"/>
                    <a:pt x="70914" y="126600"/>
                    <a:pt x="70119" y="127401"/>
                  </a:cubicBezTo>
                  <a:lnTo>
                    <a:pt x="67509" y="127401"/>
                  </a:lnTo>
                  <a:cubicBezTo>
                    <a:pt x="63373" y="127135"/>
                    <a:pt x="56165" y="127001"/>
                    <a:pt x="45871" y="127001"/>
                  </a:cubicBezTo>
                  <a:cubicBezTo>
                    <a:pt x="42132" y="127001"/>
                    <a:pt x="38727" y="127001"/>
                    <a:pt x="35656" y="127001"/>
                  </a:cubicBezTo>
                  <a:cubicBezTo>
                    <a:pt x="32585" y="127001"/>
                    <a:pt x="30119" y="127001"/>
                    <a:pt x="28242" y="127001"/>
                  </a:cubicBezTo>
                  <a:cubicBezTo>
                    <a:pt x="26380" y="127001"/>
                    <a:pt x="25251" y="127068"/>
                    <a:pt x="24837" y="127202"/>
                  </a:cubicBezTo>
                  <a:cubicBezTo>
                    <a:pt x="22975" y="127202"/>
                    <a:pt x="22037" y="126667"/>
                    <a:pt x="22037" y="125598"/>
                  </a:cubicBezTo>
                  <a:cubicBezTo>
                    <a:pt x="22037" y="125199"/>
                    <a:pt x="22179" y="124196"/>
                    <a:pt x="22434" y="122594"/>
                  </a:cubicBezTo>
                  <a:cubicBezTo>
                    <a:pt x="22975" y="120457"/>
                    <a:pt x="23437" y="119189"/>
                    <a:pt x="23850" y="118788"/>
                  </a:cubicBezTo>
                  <a:cubicBezTo>
                    <a:pt x="24248" y="118387"/>
                    <a:pt x="25585" y="118186"/>
                    <a:pt x="27844" y="118186"/>
                  </a:cubicBezTo>
                  <a:cubicBezTo>
                    <a:pt x="34256" y="118186"/>
                    <a:pt x="38138" y="117720"/>
                    <a:pt x="39459" y="116785"/>
                  </a:cubicBezTo>
                  <a:cubicBezTo>
                    <a:pt x="40541" y="116116"/>
                    <a:pt x="42402" y="110242"/>
                    <a:pt x="45075" y="99156"/>
                  </a:cubicBezTo>
                  <a:cubicBezTo>
                    <a:pt x="47748" y="88072"/>
                    <a:pt x="49148" y="82397"/>
                    <a:pt x="49276" y="82129"/>
                  </a:cubicBezTo>
                  <a:cubicBezTo>
                    <a:pt x="49276" y="81997"/>
                    <a:pt x="48814" y="82196"/>
                    <a:pt x="47876" y="82731"/>
                  </a:cubicBezTo>
                  <a:cubicBezTo>
                    <a:pt x="41464" y="87938"/>
                    <a:pt x="34797" y="90543"/>
                    <a:pt x="27844" y="90543"/>
                  </a:cubicBezTo>
                  <a:cubicBezTo>
                    <a:pt x="20509" y="90543"/>
                    <a:pt x="14033" y="87872"/>
                    <a:pt x="8417" y="82530"/>
                  </a:cubicBezTo>
                  <a:cubicBezTo>
                    <a:pt x="2816" y="77189"/>
                    <a:pt x="0" y="68709"/>
                    <a:pt x="0" y="57091"/>
                  </a:cubicBezTo>
                  <a:close/>
                  <a:moveTo>
                    <a:pt x="63897" y="23237"/>
                  </a:moveTo>
                  <a:cubicBezTo>
                    <a:pt x="60827" y="12686"/>
                    <a:pt x="55831" y="7412"/>
                    <a:pt x="48878" y="7412"/>
                  </a:cubicBezTo>
                  <a:cubicBezTo>
                    <a:pt x="44200" y="7412"/>
                    <a:pt x="39729" y="9482"/>
                    <a:pt x="35465" y="13622"/>
                  </a:cubicBezTo>
                  <a:cubicBezTo>
                    <a:pt x="31185" y="17762"/>
                    <a:pt x="27844" y="23170"/>
                    <a:pt x="25441" y="29847"/>
                  </a:cubicBezTo>
                  <a:cubicBezTo>
                    <a:pt x="21575" y="40398"/>
                    <a:pt x="18838" y="51348"/>
                    <a:pt x="17231" y="62700"/>
                  </a:cubicBezTo>
                  <a:cubicBezTo>
                    <a:pt x="17231" y="63101"/>
                    <a:pt x="17231" y="63834"/>
                    <a:pt x="17231" y="64903"/>
                  </a:cubicBezTo>
                  <a:cubicBezTo>
                    <a:pt x="17231" y="65971"/>
                    <a:pt x="17168" y="66773"/>
                    <a:pt x="17024" y="67306"/>
                  </a:cubicBezTo>
                  <a:cubicBezTo>
                    <a:pt x="17024" y="73316"/>
                    <a:pt x="18234" y="77456"/>
                    <a:pt x="20636" y="79726"/>
                  </a:cubicBezTo>
                  <a:cubicBezTo>
                    <a:pt x="23039" y="81997"/>
                    <a:pt x="25919" y="83198"/>
                    <a:pt x="29244" y="83332"/>
                  </a:cubicBezTo>
                  <a:cubicBezTo>
                    <a:pt x="36467" y="83332"/>
                    <a:pt x="43866" y="78524"/>
                    <a:pt x="51487" y="68908"/>
                  </a:cubicBezTo>
                  <a:lnTo>
                    <a:pt x="53094" y="66706"/>
                  </a:lnTo>
                  <a:lnTo>
                    <a:pt x="63897" y="23237"/>
                  </a:lnTo>
                  <a:close/>
                </a:path>
              </a:pathLst>
            </a:custGeom>
            <a:solidFill>
              <a:srgbClr val="000000"/>
            </a:solidFill>
            <a:ln w="1591" cap="flat">
              <a:noFill/>
              <a:prstDash val="solid"/>
              <a:miter/>
            </a:ln>
          </p:spPr>
        </p:sp>
        <p:sp>
          <p:nvSpPr>
            <p:cNvPr id="46" name="任意形状 45">
              <a:extLst>
                <a:ext uri="{FF2B5EF4-FFF2-40B4-BE49-F238E27FC236}">
                  <a16:creationId xmlns:a16="http://schemas.microsoft.com/office/drawing/2014/main" id="{12B2331D-B247-AE7E-390A-08D104AE9E6E}"/>
                </a:ext>
              </a:extLst>
            </p:cNvPr>
            <p:cNvSpPr/>
            <p:nvPr/>
          </p:nvSpPr>
          <p:spPr>
            <a:xfrm>
              <a:off x="4886699" y="3420857"/>
              <a:ext cx="48718" cy="94320"/>
            </a:xfrm>
            <a:custGeom>
              <a:avLst/>
              <a:gdLst>
                <a:gd name="csX0" fmla="*/ 18425 w 48718"/>
                <a:gd name="csY0" fmla="*/ 12462 h 94320"/>
                <a:gd name="csX1" fmla="*/ 16579 w 48718"/>
                <a:gd name="csY1" fmla="*/ 13170 h 94320"/>
                <a:gd name="csX2" fmla="*/ 10915 w 48718"/>
                <a:gd name="csY2" fmla="*/ 14588 h 94320"/>
                <a:gd name="csX3" fmla="*/ 2705 w 48718"/>
                <a:gd name="csY3" fmla="*/ 15579 h 94320"/>
                <a:gd name="csX4" fmla="*/ 0 w 48718"/>
                <a:gd name="csY4" fmla="*/ 15579 h 94320"/>
                <a:gd name="csX5" fmla="*/ 0 w 48718"/>
                <a:gd name="csY5" fmla="*/ 9063 h 94320"/>
                <a:gd name="csX6" fmla="*/ 2705 w 48718"/>
                <a:gd name="csY6" fmla="*/ 9063 h 94320"/>
                <a:gd name="csX7" fmla="*/ 15020 w 48718"/>
                <a:gd name="csY7" fmla="*/ 6939 h 94320"/>
                <a:gd name="csX8" fmla="*/ 22944 w 48718"/>
                <a:gd name="csY8" fmla="*/ 3540 h 94320"/>
                <a:gd name="csX9" fmla="*/ 26921 w 48718"/>
                <a:gd name="csY9" fmla="*/ 425 h 94320"/>
                <a:gd name="csX10" fmla="*/ 28608 w 48718"/>
                <a:gd name="csY10" fmla="*/ 0 h 94320"/>
                <a:gd name="csX11" fmla="*/ 31026 w 48718"/>
                <a:gd name="csY11" fmla="*/ 850 h 94320"/>
                <a:gd name="csX12" fmla="*/ 31026 w 48718"/>
                <a:gd name="csY12" fmla="*/ 43195 h 94320"/>
                <a:gd name="csX13" fmla="*/ 31169 w 48718"/>
                <a:gd name="csY13" fmla="*/ 85682 h 94320"/>
                <a:gd name="csX14" fmla="*/ 32856 w 48718"/>
                <a:gd name="csY14" fmla="*/ 86957 h 94320"/>
                <a:gd name="csX15" fmla="*/ 36261 w 48718"/>
                <a:gd name="csY15" fmla="*/ 87523 h 94320"/>
                <a:gd name="csX16" fmla="*/ 45043 w 48718"/>
                <a:gd name="csY16" fmla="*/ 87806 h 94320"/>
                <a:gd name="csX17" fmla="*/ 48719 w 48718"/>
                <a:gd name="csY17" fmla="*/ 87806 h 94320"/>
                <a:gd name="csX18" fmla="*/ 48719 w 48718"/>
                <a:gd name="csY18" fmla="*/ 94321 h 94320"/>
                <a:gd name="csX19" fmla="*/ 47160 w 48718"/>
                <a:gd name="csY19" fmla="*/ 94321 h 94320"/>
                <a:gd name="csX20" fmla="*/ 24646 w 48718"/>
                <a:gd name="csY20" fmla="*/ 93896 h 94320"/>
                <a:gd name="csX21" fmla="*/ 2418 w 48718"/>
                <a:gd name="csY21" fmla="*/ 94321 h 94320"/>
                <a:gd name="csX22" fmla="*/ 716 w 48718"/>
                <a:gd name="csY22" fmla="*/ 94321 h 94320"/>
                <a:gd name="csX23" fmla="*/ 716 w 48718"/>
                <a:gd name="csY23" fmla="*/ 87806 h 94320"/>
                <a:gd name="csX24" fmla="*/ 4391 w 48718"/>
                <a:gd name="csY24" fmla="*/ 87806 h 94320"/>
                <a:gd name="csX25" fmla="*/ 9785 w 48718"/>
                <a:gd name="csY25" fmla="*/ 87806 h 94320"/>
                <a:gd name="csX26" fmla="*/ 13317 w 48718"/>
                <a:gd name="csY26" fmla="*/ 87665 h 94320"/>
                <a:gd name="csX27" fmla="*/ 15593 w 48718"/>
                <a:gd name="csY27" fmla="*/ 87240 h 94320"/>
                <a:gd name="csX28" fmla="*/ 16722 w 48718"/>
                <a:gd name="csY28" fmla="*/ 86957 h 94320"/>
                <a:gd name="csX29" fmla="*/ 17566 w 48718"/>
                <a:gd name="csY29" fmla="*/ 86249 h 94320"/>
                <a:gd name="csX30" fmla="*/ 18425 w 48718"/>
                <a:gd name="csY30" fmla="*/ 85682 h 94320"/>
                <a:gd name="csX31" fmla="*/ 18425 w 48718"/>
                <a:gd name="csY31" fmla="*/ 12462 h 94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48718" h="94320">
                  <a:moveTo>
                    <a:pt x="18425" y="12462"/>
                  </a:moveTo>
                  <a:lnTo>
                    <a:pt x="16579" y="13170"/>
                  </a:lnTo>
                  <a:cubicBezTo>
                    <a:pt x="15259" y="13643"/>
                    <a:pt x="13365" y="14115"/>
                    <a:pt x="10915" y="14588"/>
                  </a:cubicBezTo>
                  <a:cubicBezTo>
                    <a:pt x="8465" y="15059"/>
                    <a:pt x="5712" y="15390"/>
                    <a:pt x="2705" y="15579"/>
                  </a:cubicBezTo>
                  <a:lnTo>
                    <a:pt x="0" y="15579"/>
                  </a:lnTo>
                  <a:lnTo>
                    <a:pt x="0" y="9063"/>
                  </a:lnTo>
                  <a:lnTo>
                    <a:pt x="2705" y="9063"/>
                  </a:lnTo>
                  <a:cubicBezTo>
                    <a:pt x="7128" y="8875"/>
                    <a:pt x="11249" y="8167"/>
                    <a:pt x="15020" y="6939"/>
                  </a:cubicBezTo>
                  <a:cubicBezTo>
                    <a:pt x="18791" y="5712"/>
                    <a:pt x="21432" y="4579"/>
                    <a:pt x="22944" y="3540"/>
                  </a:cubicBezTo>
                  <a:cubicBezTo>
                    <a:pt x="24455" y="2501"/>
                    <a:pt x="25776" y="1464"/>
                    <a:pt x="26921" y="425"/>
                  </a:cubicBezTo>
                  <a:cubicBezTo>
                    <a:pt x="27096" y="142"/>
                    <a:pt x="27669" y="0"/>
                    <a:pt x="28608" y="0"/>
                  </a:cubicBezTo>
                  <a:cubicBezTo>
                    <a:pt x="29467" y="0"/>
                    <a:pt x="30262" y="283"/>
                    <a:pt x="31026" y="850"/>
                  </a:cubicBezTo>
                  <a:lnTo>
                    <a:pt x="31026" y="43195"/>
                  </a:lnTo>
                  <a:lnTo>
                    <a:pt x="31169" y="85682"/>
                  </a:lnTo>
                  <a:cubicBezTo>
                    <a:pt x="31821" y="86343"/>
                    <a:pt x="32394" y="86767"/>
                    <a:pt x="32856" y="86957"/>
                  </a:cubicBezTo>
                  <a:cubicBezTo>
                    <a:pt x="33333" y="87146"/>
                    <a:pt x="34463" y="87334"/>
                    <a:pt x="36261" y="87523"/>
                  </a:cubicBezTo>
                  <a:cubicBezTo>
                    <a:pt x="38059" y="87713"/>
                    <a:pt x="40986" y="87806"/>
                    <a:pt x="45043" y="87806"/>
                  </a:cubicBezTo>
                  <a:lnTo>
                    <a:pt x="48719" y="87806"/>
                  </a:lnTo>
                  <a:lnTo>
                    <a:pt x="48719" y="94321"/>
                  </a:lnTo>
                  <a:lnTo>
                    <a:pt x="47160" y="94321"/>
                  </a:lnTo>
                  <a:cubicBezTo>
                    <a:pt x="45187" y="94037"/>
                    <a:pt x="37677" y="93896"/>
                    <a:pt x="24646" y="93896"/>
                  </a:cubicBezTo>
                  <a:cubicBezTo>
                    <a:pt x="11806" y="93896"/>
                    <a:pt x="4391" y="94037"/>
                    <a:pt x="2418" y="94321"/>
                  </a:cubicBezTo>
                  <a:lnTo>
                    <a:pt x="716" y="94321"/>
                  </a:lnTo>
                  <a:lnTo>
                    <a:pt x="716" y="87806"/>
                  </a:lnTo>
                  <a:lnTo>
                    <a:pt x="4391" y="87806"/>
                  </a:lnTo>
                  <a:cubicBezTo>
                    <a:pt x="6476" y="87806"/>
                    <a:pt x="8274" y="87806"/>
                    <a:pt x="9785" y="87806"/>
                  </a:cubicBezTo>
                  <a:cubicBezTo>
                    <a:pt x="11297" y="87806"/>
                    <a:pt x="12474" y="87759"/>
                    <a:pt x="13317" y="87665"/>
                  </a:cubicBezTo>
                  <a:cubicBezTo>
                    <a:pt x="14177" y="87571"/>
                    <a:pt x="14924" y="87429"/>
                    <a:pt x="15593" y="87240"/>
                  </a:cubicBezTo>
                  <a:cubicBezTo>
                    <a:pt x="16245" y="87051"/>
                    <a:pt x="16627" y="86957"/>
                    <a:pt x="16722" y="86957"/>
                  </a:cubicBezTo>
                  <a:cubicBezTo>
                    <a:pt x="16818" y="86957"/>
                    <a:pt x="17089" y="86721"/>
                    <a:pt x="17566" y="86249"/>
                  </a:cubicBezTo>
                  <a:cubicBezTo>
                    <a:pt x="18043" y="85776"/>
                    <a:pt x="18329" y="85588"/>
                    <a:pt x="18425" y="85682"/>
                  </a:cubicBezTo>
                  <a:lnTo>
                    <a:pt x="18425" y="12462"/>
                  </a:lnTo>
                  <a:close/>
                </a:path>
              </a:pathLst>
            </a:custGeom>
            <a:solidFill>
              <a:srgbClr val="000000"/>
            </a:solidFill>
            <a:ln w="1591" cap="flat">
              <a:noFill/>
              <a:prstDash val="solid"/>
              <a:miter/>
            </a:ln>
          </p:spPr>
        </p:sp>
        <p:sp>
          <p:nvSpPr>
            <p:cNvPr id="48" name="任意形状 47">
              <a:extLst>
                <a:ext uri="{FF2B5EF4-FFF2-40B4-BE49-F238E27FC236}">
                  <a16:creationId xmlns:a16="http://schemas.microsoft.com/office/drawing/2014/main" id="{9923268F-B190-27D4-4321-E4F2372A1681}"/>
                </a:ext>
              </a:extLst>
            </p:cNvPr>
            <p:cNvSpPr/>
            <p:nvPr/>
          </p:nvSpPr>
          <p:spPr>
            <a:xfrm>
              <a:off x="4744489" y="3345673"/>
              <a:ext cx="238661" cy="238673"/>
            </a:xfrm>
            <a:custGeom>
              <a:avLst/>
              <a:gdLst>
                <a:gd name="csX0" fmla="*/ 238661 w 238661"/>
                <a:gd name="csY0" fmla="*/ 119337 h 238673"/>
                <a:gd name="csX1" fmla="*/ 119331 w 238661"/>
                <a:gd name="csY1" fmla="*/ 238674 h 238673"/>
                <a:gd name="csX2" fmla="*/ 0 w 238661"/>
                <a:gd name="csY2" fmla="*/ 119337 h 238673"/>
                <a:gd name="csX3" fmla="*/ 119331 w 238661"/>
                <a:gd name="csY3" fmla="*/ 0 h 238673"/>
                <a:gd name="csX4" fmla="*/ 238661 w 238661"/>
                <a:gd name="csY4" fmla="*/ 119337 h 238673"/>
              </a:gdLst>
              <a:ahLst/>
              <a:cxnLst>
                <a:cxn ang="0">
                  <a:pos x="csX0" y="csY0"/>
                </a:cxn>
                <a:cxn ang="0">
                  <a:pos x="csX1" y="csY1"/>
                </a:cxn>
                <a:cxn ang="0">
                  <a:pos x="csX2" y="csY2"/>
                </a:cxn>
                <a:cxn ang="0">
                  <a:pos x="csX3" y="csY3"/>
                </a:cxn>
                <a:cxn ang="0">
                  <a:pos x="csX4" y="csY4"/>
                </a:cxn>
              </a:cxnLst>
              <a:rect l="l" t="t" r="r" b="b"/>
              <a:pathLst>
                <a:path w="238661" h="238673">
                  <a:moveTo>
                    <a:pt x="238661" y="119337"/>
                  </a:moveTo>
                  <a:cubicBezTo>
                    <a:pt x="238661" y="185245"/>
                    <a:pt x="185235" y="238674"/>
                    <a:pt x="119331" y="238674"/>
                  </a:cubicBezTo>
                  <a:cubicBezTo>
                    <a:pt x="53426" y="238674"/>
                    <a:pt x="0" y="185245"/>
                    <a:pt x="0" y="119337"/>
                  </a:cubicBezTo>
                  <a:cubicBezTo>
                    <a:pt x="0" y="53429"/>
                    <a:pt x="53426" y="0"/>
                    <a:pt x="119331" y="0"/>
                  </a:cubicBezTo>
                  <a:cubicBezTo>
                    <a:pt x="185235" y="0"/>
                    <a:pt x="238661" y="53429"/>
                    <a:pt x="238661" y="119337"/>
                  </a:cubicBezTo>
                  <a:close/>
                </a:path>
              </a:pathLst>
            </a:custGeom>
            <a:noFill/>
            <a:ln w="15911" cap="flat">
              <a:solidFill>
                <a:srgbClr val="000000"/>
              </a:solidFill>
              <a:prstDash val="solid"/>
              <a:miter/>
            </a:ln>
          </p:spPr>
        </p:sp>
        <p:sp>
          <p:nvSpPr>
            <p:cNvPr id="50" name="任意形状 49">
              <a:extLst>
                <a:ext uri="{FF2B5EF4-FFF2-40B4-BE49-F238E27FC236}">
                  <a16:creationId xmlns:a16="http://schemas.microsoft.com/office/drawing/2014/main" id="{F9BEFB58-6E25-709E-9C86-9CFA7C56DDD1}"/>
                </a:ext>
              </a:extLst>
            </p:cNvPr>
            <p:cNvSpPr/>
            <p:nvPr/>
          </p:nvSpPr>
          <p:spPr>
            <a:xfrm>
              <a:off x="5072250" y="3100635"/>
              <a:ext cx="238661" cy="238673"/>
            </a:xfrm>
            <a:custGeom>
              <a:avLst/>
              <a:gdLst>
                <a:gd name="csX0" fmla="*/ 238661 w 238661"/>
                <a:gd name="csY0" fmla="*/ 119337 h 238673"/>
                <a:gd name="csX1" fmla="*/ 119331 w 238661"/>
                <a:gd name="csY1" fmla="*/ 238674 h 238673"/>
                <a:gd name="csX2" fmla="*/ 0 w 238661"/>
                <a:gd name="csY2" fmla="*/ 119337 h 238673"/>
                <a:gd name="csX3" fmla="*/ 119331 w 238661"/>
                <a:gd name="csY3" fmla="*/ 0 h 238673"/>
                <a:gd name="csX4" fmla="*/ 238661 w 238661"/>
                <a:gd name="csY4" fmla="*/ 119337 h 238673"/>
              </a:gdLst>
              <a:ahLst/>
              <a:cxnLst>
                <a:cxn ang="0">
                  <a:pos x="csX0" y="csY0"/>
                </a:cxn>
                <a:cxn ang="0">
                  <a:pos x="csX1" y="csY1"/>
                </a:cxn>
                <a:cxn ang="0">
                  <a:pos x="csX2" y="csY2"/>
                </a:cxn>
                <a:cxn ang="0">
                  <a:pos x="csX3" y="csY3"/>
                </a:cxn>
                <a:cxn ang="0">
                  <a:pos x="csX4" y="csY4"/>
                </a:cxn>
              </a:cxnLst>
              <a:rect l="l" t="t" r="r" b="b"/>
              <a:pathLst>
                <a:path w="238661" h="238673">
                  <a:moveTo>
                    <a:pt x="238661" y="119337"/>
                  </a:moveTo>
                  <a:cubicBezTo>
                    <a:pt x="238661" y="185245"/>
                    <a:pt x="185235" y="238674"/>
                    <a:pt x="119331" y="238674"/>
                  </a:cubicBezTo>
                  <a:cubicBezTo>
                    <a:pt x="53426" y="238674"/>
                    <a:pt x="0" y="185245"/>
                    <a:pt x="0" y="119337"/>
                  </a:cubicBezTo>
                  <a:cubicBezTo>
                    <a:pt x="0" y="53429"/>
                    <a:pt x="53426" y="0"/>
                    <a:pt x="119331" y="0"/>
                  </a:cubicBezTo>
                  <a:cubicBezTo>
                    <a:pt x="185235" y="0"/>
                    <a:pt x="238661" y="53429"/>
                    <a:pt x="238661" y="119337"/>
                  </a:cubicBezTo>
                  <a:close/>
                </a:path>
              </a:pathLst>
            </a:custGeom>
            <a:noFill/>
            <a:ln w="15911" cap="flat">
              <a:solidFill>
                <a:srgbClr val="000000"/>
              </a:solidFill>
              <a:prstDash val="solid"/>
              <a:miter/>
            </a:ln>
          </p:spPr>
        </p:sp>
        <p:sp>
          <p:nvSpPr>
            <p:cNvPr id="51" name="任意形状 50">
              <a:extLst>
                <a:ext uri="{FF2B5EF4-FFF2-40B4-BE49-F238E27FC236}">
                  <a16:creationId xmlns:a16="http://schemas.microsoft.com/office/drawing/2014/main" id="{F0E984DE-310B-4623-19F3-8EA86F46B9D5}"/>
                </a:ext>
              </a:extLst>
            </p:cNvPr>
            <p:cNvSpPr/>
            <p:nvPr/>
          </p:nvSpPr>
          <p:spPr>
            <a:xfrm>
              <a:off x="5072250" y="3609814"/>
              <a:ext cx="238661" cy="238673"/>
            </a:xfrm>
            <a:custGeom>
              <a:avLst/>
              <a:gdLst>
                <a:gd name="csX0" fmla="*/ 238661 w 238661"/>
                <a:gd name="csY0" fmla="*/ 119337 h 238673"/>
                <a:gd name="csX1" fmla="*/ 119331 w 238661"/>
                <a:gd name="csY1" fmla="*/ 238674 h 238673"/>
                <a:gd name="csX2" fmla="*/ 0 w 238661"/>
                <a:gd name="csY2" fmla="*/ 119337 h 238673"/>
                <a:gd name="csX3" fmla="*/ 119331 w 238661"/>
                <a:gd name="csY3" fmla="*/ 0 h 238673"/>
                <a:gd name="csX4" fmla="*/ 238661 w 238661"/>
                <a:gd name="csY4" fmla="*/ 119337 h 238673"/>
              </a:gdLst>
              <a:ahLst/>
              <a:cxnLst>
                <a:cxn ang="0">
                  <a:pos x="csX0" y="csY0"/>
                </a:cxn>
                <a:cxn ang="0">
                  <a:pos x="csX1" y="csY1"/>
                </a:cxn>
                <a:cxn ang="0">
                  <a:pos x="csX2" y="csY2"/>
                </a:cxn>
                <a:cxn ang="0">
                  <a:pos x="csX3" y="csY3"/>
                </a:cxn>
                <a:cxn ang="0">
                  <a:pos x="csX4" y="csY4"/>
                </a:cxn>
              </a:cxnLst>
              <a:rect l="l" t="t" r="r" b="b"/>
              <a:pathLst>
                <a:path w="238661" h="238673">
                  <a:moveTo>
                    <a:pt x="238661" y="119337"/>
                  </a:moveTo>
                  <a:cubicBezTo>
                    <a:pt x="238661" y="185245"/>
                    <a:pt x="185235" y="238674"/>
                    <a:pt x="119331" y="238674"/>
                  </a:cubicBezTo>
                  <a:cubicBezTo>
                    <a:pt x="53426" y="238674"/>
                    <a:pt x="0" y="185245"/>
                    <a:pt x="0" y="119337"/>
                  </a:cubicBezTo>
                  <a:cubicBezTo>
                    <a:pt x="0" y="53429"/>
                    <a:pt x="53426" y="0"/>
                    <a:pt x="119331" y="0"/>
                  </a:cubicBezTo>
                  <a:cubicBezTo>
                    <a:pt x="185235" y="0"/>
                    <a:pt x="238661" y="53429"/>
                    <a:pt x="238661" y="119337"/>
                  </a:cubicBezTo>
                  <a:close/>
                </a:path>
              </a:pathLst>
            </a:custGeom>
            <a:noFill/>
            <a:ln w="15911" cap="flat">
              <a:solidFill>
                <a:srgbClr val="000000"/>
              </a:solidFill>
              <a:prstDash val="solid"/>
              <a:miter/>
            </a:ln>
          </p:spPr>
        </p:sp>
        <p:sp>
          <p:nvSpPr>
            <p:cNvPr id="53" name="任意形状 52">
              <a:extLst>
                <a:ext uri="{FF2B5EF4-FFF2-40B4-BE49-F238E27FC236}">
                  <a16:creationId xmlns:a16="http://schemas.microsoft.com/office/drawing/2014/main" id="{BAFEE076-F4FA-8C14-14B8-6492B32FC539}"/>
                </a:ext>
              </a:extLst>
            </p:cNvPr>
            <p:cNvSpPr/>
            <p:nvPr/>
          </p:nvSpPr>
          <p:spPr>
            <a:xfrm>
              <a:off x="3551804" y="3127844"/>
              <a:ext cx="975185" cy="150537"/>
            </a:xfrm>
            <a:custGeom>
              <a:avLst/>
              <a:gdLst>
                <a:gd name="csX0" fmla="*/ 44486 w 975185"/>
                <a:gd name="csY0" fmla="*/ 49055 h 150537"/>
                <a:gd name="csX1" fmla="*/ 30342 w 975185"/>
                <a:gd name="csY1" fmla="*/ 98111 h 150537"/>
                <a:gd name="csX2" fmla="*/ 46443 w 975185"/>
                <a:gd name="csY2" fmla="*/ 72114 h 150537"/>
                <a:gd name="csX3" fmla="*/ 66571 w 975185"/>
                <a:gd name="csY3" fmla="*/ 52535 h 150537"/>
                <a:gd name="csX4" fmla="*/ 78647 w 975185"/>
                <a:gd name="csY4" fmla="*/ 49055 h 150537"/>
                <a:gd name="csX5" fmla="*/ 87668 w 975185"/>
                <a:gd name="csY5" fmla="*/ 52535 h 150537"/>
                <a:gd name="csX6" fmla="*/ 91264 w 975185"/>
                <a:gd name="csY6" fmla="*/ 61455 h 150537"/>
                <a:gd name="csX7" fmla="*/ 88750 w 975185"/>
                <a:gd name="csY7" fmla="*/ 75378 h 150537"/>
                <a:gd name="csX8" fmla="*/ 81033 w 975185"/>
                <a:gd name="csY8" fmla="*/ 103005 h 150537"/>
                <a:gd name="csX9" fmla="*/ 114637 w 975185"/>
                <a:gd name="csY9" fmla="*/ 56451 h 150537"/>
                <a:gd name="csX10" fmla="*/ 132043 w 975185"/>
                <a:gd name="csY10" fmla="*/ 49055 h 150537"/>
                <a:gd name="csX11" fmla="*/ 140206 w 975185"/>
                <a:gd name="csY11" fmla="*/ 52535 h 150537"/>
                <a:gd name="csX12" fmla="*/ 143467 w 975185"/>
                <a:gd name="csY12" fmla="*/ 63086 h 150537"/>
                <a:gd name="csX13" fmla="*/ 141510 w 975185"/>
                <a:gd name="csY13" fmla="*/ 76465 h 150537"/>
                <a:gd name="csX14" fmla="*/ 129545 w 975185"/>
                <a:gd name="csY14" fmla="*/ 118777 h 150537"/>
                <a:gd name="csX15" fmla="*/ 125631 w 975185"/>
                <a:gd name="csY15" fmla="*/ 134114 h 150537"/>
                <a:gd name="csX16" fmla="*/ 126602 w 975185"/>
                <a:gd name="csY16" fmla="*/ 136723 h 150537"/>
                <a:gd name="csX17" fmla="*/ 128352 w 975185"/>
                <a:gd name="csY17" fmla="*/ 137486 h 150537"/>
                <a:gd name="csX18" fmla="*/ 132155 w 975185"/>
                <a:gd name="csY18" fmla="*/ 135419 h 150537"/>
                <a:gd name="csX19" fmla="*/ 143785 w 975185"/>
                <a:gd name="csY19" fmla="*/ 122801 h 150537"/>
                <a:gd name="csX20" fmla="*/ 147381 w 975185"/>
                <a:gd name="csY20" fmla="*/ 125086 h 150537"/>
                <a:gd name="csX21" fmla="*/ 137707 w 975185"/>
                <a:gd name="csY21" fmla="*/ 137051 h 150537"/>
                <a:gd name="csX22" fmla="*/ 125950 w 975185"/>
                <a:gd name="csY22" fmla="*/ 147384 h 150537"/>
                <a:gd name="csX23" fmla="*/ 116928 w 975185"/>
                <a:gd name="csY23" fmla="*/ 150103 h 150537"/>
                <a:gd name="csX24" fmla="*/ 110516 w 975185"/>
                <a:gd name="csY24" fmla="*/ 147492 h 150537"/>
                <a:gd name="csX25" fmla="*/ 108002 w 975185"/>
                <a:gd name="csY25" fmla="*/ 141075 h 150537"/>
                <a:gd name="csX26" fmla="*/ 112473 w 975185"/>
                <a:gd name="csY26" fmla="*/ 120082 h 150537"/>
                <a:gd name="csX27" fmla="*/ 122370 w 975185"/>
                <a:gd name="csY27" fmla="*/ 85167 h 150537"/>
                <a:gd name="csX28" fmla="*/ 125950 w 975185"/>
                <a:gd name="csY28" fmla="*/ 71788 h 150537"/>
                <a:gd name="csX29" fmla="*/ 126284 w 975185"/>
                <a:gd name="csY29" fmla="*/ 67764 h 150537"/>
                <a:gd name="csX30" fmla="*/ 125090 w 975185"/>
                <a:gd name="csY30" fmla="*/ 63522 h 150537"/>
                <a:gd name="csX31" fmla="*/ 122147 w 975185"/>
                <a:gd name="csY31" fmla="*/ 62000 h 150537"/>
                <a:gd name="csX32" fmla="*/ 112473 w 975185"/>
                <a:gd name="csY32" fmla="*/ 66676 h 150537"/>
                <a:gd name="csX33" fmla="*/ 84406 w 975185"/>
                <a:gd name="csY33" fmla="*/ 105398 h 150537"/>
                <a:gd name="csX34" fmla="*/ 68305 w 975185"/>
                <a:gd name="csY34" fmla="*/ 147492 h 150537"/>
                <a:gd name="csX35" fmla="*/ 51885 w 975185"/>
                <a:gd name="csY35" fmla="*/ 147492 h 150537"/>
                <a:gd name="csX36" fmla="*/ 70484 w 975185"/>
                <a:gd name="csY36" fmla="*/ 81687 h 150537"/>
                <a:gd name="csX37" fmla="*/ 73524 w 975185"/>
                <a:gd name="csY37" fmla="*/ 67438 h 150537"/>
                <a:gd name="csX38" fmla="*/ 72330 w 975185"/>
                <a:gd name="csY38" fmla="*/ 63086 h 150537"/>
                <a:gd name="csX39" fmla="*/ 69403 w 975185"/>
                <a:gd name="csY39" fmla="*/ 61672 h 150537"/>
                <a:gd name="csX40" fmla="*/ 61781 w 975185"/>
                <a:gd name="csY40" fmla="*/ 64283 h 150537"/>
                <a:gd name="csX41" fmla="*/ 44916 w 975185"/>
                <a:gd name="csY41" fmla="*/ 82447 h 150537"/>
                <a:gd name="csX42" fmla="*/ 29037 w 975185"/>
                <a:gd name="csY42" fmla="*/ 109096 h 150537"/>
                <a:gd name="csX43" fmla="*/ 16102 w 975185"/>
                <a:gd name="csY43" fmla="*/ 147492 h 150537"/>
                <a:gd name="csX44" fmla="*/ 0 w 975185"/>
                <a:gd name="csY44" fmla="*/ 147492 h 150537"/>
                <a:gd name="csX45" fmla="*/ 20127 w 975185"/>
                <a:gd name="csY45" fmla="*/ 77009 h 150537"/>
                <a:gd name="csX46" fmla="*/ 22737 w 975185"/>
                <a:gd name="csY46" fmla="*/ 67872 h 150537"/>
                <a:gd name="csX47" fmla="*/ 23500 w 975185"/>
                <a:gd name="csY47" fmla="*/ 64827 h 150537"/>
                <a:gd name="csX48" fmla="*/ 21320 w 975185"/>
                <a:gd name="csY48" fmla="*/ 60585 h 150537"/>
                <a:gd name="csX49" fmla="*/ 15768 w 975185"/>
                <a:gd name="csY49" fmla="*/ 58626 h 150537"/>
                <a:gd name="csX50" fmla="*/ 7939 w 975185"/>
                <a:gd name="csY50" fmla="*/ 59933 h 150537"/>
                <a:gd name="csX51" fmla="*/ 6969 w 975185"/>
                <a:gd name="csY51" fmla="*/ 55907 h 150537"/>
                <a:gd name="csX52" fmla="*/ 44486 w 975185"/>
                <a:gd name="csY52" fmla="*/ 49055 h 150537"/>
                <a:gd name="csX53" fmla="*/ 260173 w 975185"/>
                <a:gd name="csY53" fmla="*/ 83100 h 150537"/>
                <a:gd name="csX54" fmla="*/ 251469 w 975185"/>
                <a:gd name="csY54" fmla="*/ 115405 h 150537"/>
                <a:gd name="csX55" fmla="*/ 227428 w 975185"/>
                <a:gd name="csY55" fmla="*/ 140749 h 150537"/>
                <a:gd name="csX56" fmla="*/ 197405 w 975185"/>
                <a:gd name="csY56" fmla="*/ 150103 h 150537"/>
                <a:gd name="csX57" fmla="*/ 173045 w 975185"/>
                <a:gd name="csY57" fmla="*/ 140639 h 150537"/>
                <a:gd name="csX58" fmla="*/ 163690 w 975185"/>
                <a:gd name="csY58" fmla="*/ 115949 h 150537"/>
                <a:gd name="csX59" fmla="*/ 172838 w 975185"/>
                <a:gd name="csY59" fmla="*/ 83862 h 150537"/>
                <a:gd name="csX60" fmla="*/ 197405 w 975185"/>
                <a:gd name="csY60" fmla="*/ 58410 h 150537"/>
                <a:gd name="csX61" fmla="*/ 227221 w 975185"/>
                <a:gd name="csY61" fmla="*/ 49055 h 150537"/>
                <a:gd name="csX62" fmla="*/ 250817 w 975185"/>
                <a:gd name="csY62" fmla="*/ 58518 h 150537"/>
                <a:gd name="csX63" fmla="*/ 260173 w 975185"/>
                <a:gd name="csY63" fmla="*/ 83100 h 150537"/>
                <a:gd name="csX64" fmla="*/ 242114 w 975185"/>
                <a:gd name="csY64" fmla="*/ 75594 h 150537"/>
                <a:gd name="csX65" fmla="*/ 237118 w 975185"/>
                <a:gd name="csY65" fmla="*/ 60149 h 150537"/>
                <a:gd name="csX66" fmla="*/ 224389 w 975185"/>
                <a:gd name="csY66" fmla="*/ 54710 h 150537"/>
                <a:gd name="csX67" fmla="*/ 194907 w 975185"/>
                <a:gd name="csY67" fmla="*/ 77661 h 150537"/>
                <a:gd name="csX68" fmla="*/ 181526 w 975185"/>
                <a:gd name="csY68" fmla="*/ 123129 h 150537"/>
                <a:gd name="csX69" fmla="*/ 186760 w 975185"/>
                <a:gd name="csY69" fmla="*/ 139117 h 150537"/>
                <a:gd name="csX70" fmla="*/ 199919 w 975185"/>
                <a:gd name="csY70" fmla="*/ 144665 h 150537"/>
                <a:gd name="csX71" fmla="*/ 228621 w 975185"/>
                <a:gd name="csY71" fmla="*/ 121932 h 150537"/>
                <a:gd name="csX72" fmla="*/ 242114 w 975185"/>
                <a:gd name="csY72" fmla="*/ 75594 h 150537"/>
                <a:gd name="csX73" fmla="*/ 273331 w 975185"/>
                <a:gd name="csY73" fmla="*/ 55799 h 150537"/>
                <a:gd name="csX74" fmla="*/ 304770 w 975185"/>
                <a:gd name="csY74" fmla="*/ 49055 h 150537"/>
                <a:gd name="csX75" fmla="*/ 310196 w 975185"/>
                <a:gd name="csY75" fmla="*/ 65479 h 150537"/>
                <a:gd name="csX76" fmla="*/ 314985 w 975185"/>
                <a:gd name="csY76" fmla="*/ 94629 h 150537"/>
                <a:gd name="csX77" fmla="*/ 317388 w 975185"/>
                <a:gd name="csY77" fmla="*/ 130524 h 150537"/>
                <a:gd name="csX78" fmla="*/ 333585 w 975185"/>
                <a:gd name="csY78" fmla="*/ 111924 h 150537"/>
                <a:gd name="csX79" fmla="*/ 350116 w 975185"/>
                <a:gd name="csY79" fmla="*/ 89083 h 150537"/>
                <a:gd name="csX80" fmla="*/ 355128 w 975185"/>
                <a:gd name="csY80" fmla="*/ 78968 h 150537"/>
                <a:gd name="csX81" fmla="*/ 356321 w 975185"/>
                <a:gd name="csY81" fmla="*/ 72767 h 150537"/>
                <a:gd name="csX82" fmla="*/ 351198 w 975185"/>
                <a:gd name="csY82" fmla="*/ 66241 h 150537"/>
                <a:gd name="csX83" fmla="*/ 346202 w 975185"/>
                <a:gd name="csY83" fmla="*/ 57974 h 150537"/>
                <a:gd name="csX84" fmla="*/ 348923 w 975185"/>
                <a:gd name="csY84" fmla="*/ 51775 h 150537"/>
                <a:gd name="csX85" fmla="*/ 355557 w 975185"/>
                <a:gd name="csY85" fmla="*/ 49055 h 150537"/>
                <a:gd name="csX86" fmla="*/ 363608 w 975185"/>
                <a:gd name="csY86" fmla="*/ 52861 h 150537"/>
                <a:gd name="csX87" fmla="*/ 367093 w 975185"/>
                <a:gd name="csY87" fmla="*/ 62108 h 150537"/>
                <a:gd name="csX88" fmla="*/ 365343 w 975185"/>
                <a:gd name="csY88" fmla="*/ 72767 h 150537"/>
                <a:gd name="csX89" fmla="*/ 354794 w 975185"/>
                <a:gd name="csY89" fmla="*/ 92998 h 150537"/>
                <a:gd name="csX90" fmla="*/ 329893 w 975185"/>
                <a:gd name="csY90" fmla="*/ 124868 h 150537"/>
                <a:gd name="csX91" fmla="*/ 305741 w 975185"/>
                <a:gd name="csY91" fmla="*/ 150103 h 150537"/>
                <a:gd name="csX92" fmla="*/ 301716 w 975185"/>
                <a:gd name="csY92" fmla="*/ 150103 h 150537"/>
                <a:gd name="csX93" fmla="*/ 290848 w 975185"/>
                <a:gd name="csY93" fmla="*/ 64175 h 150537"/>
                <a:gd name="csX94" fmla="*/ 281811 w 975185"/>
                <a:gd name="csY94" fmla="*/ 58626 h 150537"/>
                <a:gd name="csX95" fmla="*/ 274094 w 975185"/>
                <a:gd name="csY95" fmla="*/ 59606 h 150537"/>
                <a:gd name="csX96" fmla="*/ 273331 w 975185"/>
                <a:gd name="csY96" fmla="*/ 55799 h 150537"/>
                <a:gd name="csX97" fmla="*/ 394062 w 975185"/>
                <a:gd name="csY97" fmla="*/ 106487 h 150537"/>
                <a:gd name="csX98" fmla="*/ 393298 w 975185"/>
                <a:gd name="csY98" fmla="*/ 115513 h 150537"/>
                <a:gd name="csX99" fmla="*/ 400155 w 975185"/>
                <a:gd name="csY99" fmla="*/ 132047 h 150537"/>
                <a:gd name="csX100" fmla="*/ 416798 w 975185"/>
                <a:gd name="csY100" fmla="*/ 138790 h 150537"/>
                <a:gd name="csX101" fmla="*/ 431802 w 975185"/>
                <a:gd name="csY101" fmla="*/ 135637 h 150537"/>
                <a:gd name="csX102" fmla="*/ 453329 w 975185"/>
                <a:gd name="csY102" fmla="*/ 121388 h 150537"/>
                <a:gd name="csX103" fmla="*/ 455620 w 975185"/>
                <a:gd name="csY103" fmla="*/ 124542 h 150537"/>
                <a:gd name="csX104" fmla="*/ 406456 w 975185"/>
                <a:gd name="csY104" fmla="*/ 150103 h 150537"/>
                <a:gd name="csX105" fmla="*/ 382526 w 975185"/>
                <a:gd name="csY105" fmla="*/ 140097 h 150537"/>
                <a:gd name="csX106" fmla="*/ 374475 w 975185"/>
                <a:gd name="csY106" fmla="*/ 118016 h 150537"/>
                <a:gd name="csX107" fmla="*/ 384483 w 975185"/>
                <a:gd name="csY107" fmla="*/ 84841 h 150537"/>
                <a:gd name="csX108" fmla="*/ 409606 w 975185"/>
                <a:gd name="csY108" fmla="*/ 58518 h 150537"/>
                <a:gd name="csX109" fmla="*/ 440712 w 975185"/>
                <a:gd name="csY109" fmla="*/ 49055 h 150537"/>
                <a:gd name="csX110" fmla="*/ 457800 w 975185"/>
                <a:gd name="csY110" fmla="*/ 53732 h 150537"/>
                <a:gd name="csX111" fmla="*/ 463337 w 975185"/>
                <a:gd name="csY111" fmla="*/ 64827 h 150537"/>
                <a:gd name="csX112" fmla="*/ 456161 w 975185"/>
                <a:gd name="csY112" fmla="*/ 82121 h 150537"/>
                <a:gd name="csX113" fmla="*/ 428317 w 975185"/>
                <a:gd name="csY113" fmla="*/ 99525 h 150537"/>
                <a:gd name="csX114" fmla="*/ 394062 w 975185"/>
                <a:gd name="csY114" fmla="*/ 106487 h 150537"/>
                <a:gd name="csX115" fmla="*/ 394825 w 975185"/>
                <a:gd name="csY115" fmla="*/ 101156 h 150537"/>
                <a:gd name="csX116" fmla="*/ 421030 w 975185"/>
                <a:gd name="csY116" fmla="*/ 94847 h 150537"/>
                <a:gd name="csX117" fmla="*/ 441046 w 975185"/>
                <a:gd name="csY117" fmla="*/ 80598 h 150537"/>
                <a:gd name="csX118" fmla="*/ 447792 w 975185"/>
                <a:gd name="csY118" fmla="*/ 64719 h 150537"/>
                <a:gd name="csX119" fmla="*/ 444849 w 975185"/>
                <a:gd name="csY119" fmla="*/ 57321 h 150537"/>
                <a:gd name="csX120" fmla="*/ 436702 w 975185"/>
                <a:gd name="csY120" fmla="*/ 54494 h 150537"/>
                <a:gd name="csX121" fmla="*/ 413091 w 975185"/>
                <a:gd name="csY121" fmla="*/ 66350 h 150537"/>
                <a:gd name="csX122" fmla="*/ 394825 w 975185"/>
                <a:gd name="csY122" fmla="*/ 101156 h 150537"/>
                <a:gd name="csX123" fmla="*/ 571244 w 975185"/>
                <a:gd name="csY123" fmla="*/ 45792 h 150537"/>
                <a:gd name="csX124" fmla="*/ 571244 w 975185"/>
                <a:gd name="csY124" fmla="*/ 58952 h 150537"/>
                <a:gd name="csX125" fmla="*/ 586247 w 975185"/>
                <a:gd name="csY125" fmla="*/ 46662 h 150537"/>
                <a:gd name="csX126" fmla="*/ 601697 w 975185"/>
                <a:gd name="csY126" fmla="*/ 42746 h 150537"/>
                <a:gd name="csX127" fmla="*/ 618117 w 975185"/>
                <a:gd name="csY127" fmla="*/ 48293 h 150537"/>
                <a:gd name="csX128" fmla="*/ 626820 w 975185"/>
                <a:gd name="csY128" fmla="*/ 61890 h 150537"/>
                <a:gd name="csX129" fmla="*/ 628554 w 975185"/>
                <a:gd name="csY129" fmla="*/ 85711 h 150537"/>
                <a:gd name="csX130" fmla="*/ 628554 w 975185"/>
                <a:gd name="csY130" fmla="*/ 125304 h 150537"/>
                <a:gd name="csX131" fmla="*/ 630622 w 975185"/>
                <a:gd name="csY131" fmla="*/ 139987 h 150537"/>
                <a:gd name="csX132" fmla="*/ 639548 w 975185"/>
                <a:gd name="csY132" fmla="*/ 143577 h 150537"/>
                <a:gd name="csX133" fmla="*/ 639548 w 975185"/>
                <a:gd name="csY133" fmla="*/ 147492 h 150537"/>
                <a:gd name="csX134" fmla="*/ 588093 w 975185"/>
                <a:gd name="csY134" fmla="*/ 147492 h 150537"/>
                <a:gd name="csX135" fmla="*/ 588093 w 975185"/>
                <a:gd name="csY135" fmla="*/ 143577 h 150537"/>
                <a:gd name="csX136" fmla="*/ 596367 w 975185"/>
                <a:gd name="csY136" fmla="*/ 138790 h 150537"/>
                <a:gd name="csX137" fmla="*/ 598101 w 975185"/>
                <a:gd name="csY137" fmla="*/ 125304 h 150537"/>
                <a:gd name="csX138" fmla="*/ 598101 w 975185"/>
                <a:gd name="csY138" fmla="*/ 80054 h 150537"/>
                <a:gd name="csX139" fmla="*/ 597130 w 975185"/>
                <a:gd name="csY139" fmla="*/ 64283 h 150537"/>
                <a:gd name="csX140" fmla="*/ 593757 w 975185"/>
                <a:gd name="csY140" fmla="*/ 59280 h 150537"/>
                <a:gd name="csX141" fmla="*/ 588634 w 975185"/>
                <a:gd name="csY141" fmla="*/ 57430 h 150537"/>
                <a:gd name="csX142" fmla="*/ 571244 w 975185"/>
                <a:gd name="csY142" fmla="*/ 70810 h 150537"/>
                <a:gd name="csX143" fmla="*/ 571244 w 975185"/>
                <a:gd name="csY143" fmla="*/ 125304 h 150537"/>
                <a:gd name="csX144" fmla="*/ 573296 w 975185"/>
                <a:gd name="csY144" fmla="*/ 139769 h 150537"/>
                <a:gd name="csX145" fmla="*/ 581251 w 975185"/>
                <a:gd name="csY145" fmla="*/ 143577 h 150537"/>
                <a:gd name="csX146" fmla="*/ 581251 w 975185"/>
                <a:gd name="csY146" fmla="*/ 147492 h 150537"/>
                <a:gd name="csX147" fmla="*/ 529796 w 975185"/>
                <a:gd name="csY147" fmla="*/ 147492 h 150537"/>
                <a:gd name="csX148" fmla="*/ 529796 w 975185"/>
                <a:gd name="csY148" fmla="*/ 143577 h 150537"/>
                <a:gd name="csX149" fmla="*/ 538929 w 975185"/>
                <a:gd name="csY149" fmla="*/ 139443 h 150537"/>
                <a:gd name="csX150" fmla="*/ 540790 w 975185"/>
                <a:gd name="csY150" fmla="*/ 125304 h 150537"/>
                <a:gd name="csX151" fmla="*/ 540790 w 975185"/>
                <a:gd name="csY151" fmla="*/ 67872 h 150537"/>
                <a:gd name="csX152" fmla="*/ 538611 w 975185"/>
                <a:gd name="csY152" fmla="*/ 53515 h 150537"/>
                <a:gd name="csX153" fmla="*/ 529796 w 975185"/>
                <a:gd name="csY153" fmla="*/ 49816 h 150537"/>
                <a:gd name="csX154" fmla="*/ 529796 w 975185"/>
                <a:gd name="csY154" fmla="*/ 45792 h 150537"/>
                <a:gd name="csX155" fmla="*/ 571244 w 975185"/>
                <a:gd name="csY155" fmla="*/ 45792 h 150537"/>
                <a:gd name="csX156" fmla="*/ 701648 w 975185"/>
                <a:gd name="csY156" fmla="*/ 42746 h 150537"/>
                <a:gd name="csX157" fmla="*/ 726342 w 975185"/>
                <a:gd name="csY157" fmla="*/ 49600 h 150537"/>
                <a:gd name="csX158" fmla="*/ 743637 w 975185"/>
                <a:gd name="csY158" fmla="*/ 69069 h 150537"/>
                <a:gd name="csX159" fmla="*/ 749619 w 975185"/>
                <a:gd name="csY159" fmla="*/ 96696 h 150537"/>
                <a:gd name="csX160" fmla="*/ 738625 w 975185"/>
                <a:gd name="csY160" fmla="*/ 132917 h 150537"/>
                <a:gd name="csX161" fmla="*/ 701966 w 975185"/>
                <a:gd name="csY161" fmla="*/ 150538 h 150537"/>
                <a:gd name="csX162" fmla="*/ 666628 w 975185"/>
                <a:gd name="csY162" fmla="*/ 134440 h 150537"/>
                <a:gd name="csX163" fmla="*/ 654218 w 975185"/>
                <a:gd name="csY163" fmla="*/ 97132 h 150537"/>
                <a:gd name="csX164" fmla="*/ 666835 w 975185"/>
                <a:gd name="csY164" fmla="*/ 59062 h 150537"/>
                <a:gd name="csX165" fmla="*/ 701648 w 975185"/>
                <a:gd name="csY165" fmla="*/ 42746 h 150537"/>
                <a:gd name="csX166" fmla="*/ 702078 w 975185"/>
                <a:gd name="csY166" fmla="*/ 50468 h 150537"/>
                <a:gd name="csX167" fmla="*/ 692515 w 975185"/>
                <a:gd name="csY167" fmla="*/ 54710 h 150537"/>
                <a:gd name="csX168" fmla="*/ 687297 w 975185"/>
                <a:gd name="csY168" fmla="*/ 71244 h 150537"/>
                <a:gd name="csX169" fmla="*/ 686087 w 975185"/>
                <a:gd name="csY169" fmla="*/ 105506 h 150537"/>
                <a:gd name="csX170" fmla="*/ 687615 w 975185"/>
                <a:gd name="csY170" fmla="*/ 127261 h 150537"/>
                <a:gd name="csX171" fmla="*/ 692722 w 975185"/>
                <a:gd name="csY171" fmla="*/ 139008 h 150537"/>
                <a:gd name="csX172" fmla="*/ 701648 w 975185"/>
                <a:gd name="csY172" fmla="*/ 143032 h 150537"/>
                <a:gd name="csX173" fmla="*/ 709810 w 975185"/>
                <a:gd name="csY173" fmla="*/ 140313 h 150537"/>
                <a:gd name="csX174" fmla="*/ 715459 w 975185"/>
                <a:gd name="csY174" fmla="*/ 129980 h 150537"/>
                <a:gd name="csX175" fmla="*/ 717638 w 975185"/>
                <a:gd name="csY175" fmla="*/ 88212 h 150537"/>
                <a:gd name="csX176" fmla="*/ 715570 w 975185"/>
                <a:gd name="csY176" fmla="*/ 62868 h 150537"/>
                <a:gd name="csX177" fmla="*/ 709476 w 975185"/>
                <a:gd name="csY177" fmla="*/ 52753 h 150537"/>
                <a:gd name="csX178" fmla="*/ 702078 w 975185"/>
                <a:gd name="csY178" fmla="*/ 50468 h 150537"/>
                <a:gd name="csX179" fmla="*/ 863922 w 975185"/>
                <a:gd name="csY179" fmla="*/ 0 h 150537"/>
                <a:gd name="csX180" fmla="*/ 863922 w 975185"/>
                <a:gd name="csY180" fmla="*/ 117036 h 150537"/>
                <a:gd name="csX181" fmla="*/ 864574 w 975185"/>
                <a:gd name="csY181" fmla="*/ 131068 h 150537"/>
                <a:gd name="csX182" fmla="*/ 867836 w 975185"/>
                <a:gd name="csY182" fmla="*/ 136397 h 150537"/>
                <a:gd name="csX183" fmla="*/ 876428 w 975185"/>
                <a:gd name="csY183" fmla="*/ 138574 h 150537"/>
                <a:gd name="csX184" fmla="*/ 876428 w 975185"/>
                <a:gd name="csY184" fmla="*/ 142162 h 150537"/>
                <a:gd name="csX185" fmla="*/ 833469 w 975185"/>
                <a:gd name="csY185" fmla="*/ 150538 h 150537"/>
                <a:gd name="csX186" fmla="*/ 833469 w 975185"/>
                <a:gd name="csY186" fmla="*/ 134440 h 150537"/>
                <a:gd name="csX187" fmla="*/ 819658 w 975185"/>
                <a:gd name="csY187" fmla="*/ 147166 h 150537"/>
                <a:gd name="csX188" fmla="*/ 806054 w 975185"/>
                <a:gd name="csY188" fmla="*/ 150538 h 150537"/>
                <a:gd name="csX189" fmla="*/ 775283 w 975185"/>
                <a:gd name="csY189" fmla="*/ 133135 h 150537"/>
                <a:gd name="csX190" fmla="*/ 766150 w 975185"/>
                <a:gd name="csY190" fmla="*/ 98437 h 150537"/>
                <a:gd name="csX191" fmla="*/ 771798 w 975185"/>
                <a:gd name="csY191" fmla="*/ 69069 h 150537"/>
                <a:gd name="csX192" fmla="*/ 787248 w 975185"/>
                <a:gd name="csY192" fmla="*/ 49382 h 150537"/>
                <a:gd name="csX193" fmla="*/ 808457 w 975185"/>
                <a:gd name="csY193" fmla="*/ 42746 h 150537"/>
                <a:gd name="csX194" fmla="*/ 821392 w 975185"/>
                <a:gd name="csY194" fmla="*/ 45574 h 150537"/>
                <a:gd name="csX195" fmla="*/ 833469 w 975185"/>
                <a:gd name="csY195" fmla="*/ 55473 h 150537"/>
                <a:gd name="csX196" fmla="*/ 833469 w 975185"/>
                <a:gd name="csY196" fmla="*/ 24800 h 150537"/>
                <a:gd name="csX197" fmla="*/ 832498 w 975185"/>
                <a:gd name="csY197" fmla="*/ 10767 h 150537"/>
                <a:gd name="csX198" fmla="*/ 828568 w 975185"/>
                <a:gd name="csY198" fmla="*/ 6091 h 150537"/>
                <a:gd name="csX199" fmla="*/ 818783 w 975185"/>
                <a:gd name="csY199" fmla="*/ 4568 h 150537"/>
                <a:gd name="csX200" fmla="*/ 818783 w 975185"/>
                <a:gd name="csY200" fmla="*/ 0 h 150537"/>
                <a:gd name="csX201" fmla="*/ 863922 w 975185"/>
                <a:gd name="csY201" fmla="*/ 0 h 150537"/>
                <a:gd name="csX202" fmla="*/ 833469 w 975185"/>
                <a:gd name="csY202" fmla="*/ 68961 h 150537"/>
                <a:gd name="csX203" fmla="*/ 813787 w 975185"/>
                <a:gd name="csY203" fmla="*/ 53515 h 150537"/>
                <a:gd name="csX204" fmla="*/ 807152 w 975185"/>
                <a:gd name="csY204" fmla="*/ 55691 h 150537"/>
                <a:gd name="csX205" fmla="*/ 800517 w 975185"/>
                <a:gd name="csY205" fmla="*/ 67546 h 150537"/>
                <a:gd name="csX206" fmla="*/ 798019 w 975185"/>
                <a:gd name="csY206" fmla="*/ 93543 h 150537"/>
                <a:gd name="csX207" fmla="*/ 800836 w 975185"/>
                <a:gd name="csY207" fmla="*/ 122040 h 150537"/>
                <a:gd name="csX208" fmla="*/ 808568 w 975185"/>
                <a:gd name="csY208" fmla="*/ 135419 h 150537"/>
                <a:gd name="csX209" fmla="*/ 815410 w 975185"/>
                <a:gd name="csY209" fmla="*/ 137486 h 150537"/>
                <a:gd name="csX210" fmla="*/ 833469 w 975185"/>
                <a:gd name="csY210" fmla="*/ 122475 h 150537"/>
                <a:gd name="csX211" fmla="*/ 833469 w 975185"/>
                <a:gd name="csY211" fmla="*/ 68961 h 150537"/>
                <a:gd name="csX212" fmla="*/ 975186 w 975185"/>
                <a:gd name="csY212" fmla="*/ 92998 h 150537"/>
                <a:gd name="csX213" fmla="*/ 919387 w 975185"/>
                <a:gd name="csY213" fmla="*/ 92998 h 150537"/>
                <a:gd name="csX214" fmla="*/ 930158 w 975185"/>
                <a:gd name="csY214" fmla="*/ 124977 h 150537"/>
                <a:gd name="csX215" fmla="*/ 948217 w 975185"/>
                <a:gd name="csY215" fmla="*/ 134004 h 150537"/>
                <a:gd name="csX216" fmla="*/ 960070 w 975185"/>
                <a:gd name="csY216" fmla="*/ 130416 h 150537"/>
                <a:gd name="csX217" fmla="*/ 971494 w 975185"/>
                <a:gd name="csY217" fmla="*/ 117254 h 150537"/>
                <a:gd name="csX218" fmla="*/ 975186 w 975185"/>
                <a:gd name="csY218" fmla="*/ 119647 h 150537"/>
                <a:gd name="csX219" fmla="*/ 956920 w 975185"/>
                <a:gd name="csY219" fmla="*/ 143577 h 150537"/>
                <a:gd name="csX220" fmla="*/ 933754 w 975185"/>
                <a:gd name="csY220" fmla="*/ 150538 h 150537"/>
                <a:gd name="csX221" fmla="*/ 899482 w 975185"/>
                <a:gd name="csY221" fmla="*/ 133135 h 150537"/>
                <a:gd name="csX222" fmla="*/ 890143 w 975185"/>
                <a:gd name="csY222" fmla="*/ 98329 h 150537"/>
                <a:gd name="csX223" fmla="*/ 903842 w 975185"/>
                <a:gd name="csY223" fmla="*/ 57866 h 150537"/>
                <a:gd name="csX224" fmla="*/ 936141 w 975185"/>
                <a:gd name="csY224" fmla="*/ 42746 h 150537"/>
                <a:gd name="csX225" fmla="*/ 962902 w 975185"/>
                <a:gd name="csY225" fmla="*/ 55473 h 150537"/>
                <a:gd name="csX226" fmla="*/ 975186 w 975185"/>
                <a:gd name="csY226" fmla="*/ 92998 h 150537"/>
                <a:gd name="csX227" fmla="*/ 948440 w 975185"/>
                <a:gd name="csY227" fmla="*/ 85711 h 150537"/>
                <a:gd name="csX228" fmla="*/ 946483 w 975185"/>
                <a:gd name="csY228" fmla="*/ 61672 h 150537"/>
                <a:gd name="csX229" fmla="*/ 940596 w 975185"/>
                <a:gd name="csY229" fmla="*/ 51775 h 150537"/>
                <a:gd name="csX230" fmla="*/ 934518 w 975185"/>
                <a:gd name="csY230" fmla="*/ 49816 h 150537"/>
                <a:gd name="csX231" fmla="*/ 925274 w 975185"/>
                <a:gd name="csY231" fmla="*/ 55364 h 150537"/>
                <a:gd name="csX232" fmla="*/ 918846 w 975185"/>
                <a:gd name="csY232" fmla="*/ 81903 h 150537"/>
                <a:gd name="csX233" fmla="*/ 918846 w 975185"/>
                <a:gd name="csY233" fmla="*/ 85711 h 150537"/>
                <a:gd name="csX234" fmla="*/ 948440 w 975185"/>
                <a:gd name="csY234" fmla="*/ 85711 h 1505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Lst>
              <a:rect l="l" t="t" r="r" b="b"/>
              <a:pathLst>
                <a:path w="975185" h="150537">
                  <a:moveTo>
                    <a:pt x="44486" y="49055"/>
                  </a:moveTo>
                  <a:lnTo>
                    <a:pt x="30342" y="98111"/>
                  </a:lnTo>
                  <a:cubicBezTo>
                    <a:pt x="36658" y="86581"/>
                    <a:pt x="42020" y="77916"/>
                    <a:pt x="46443" y="72114"/>
                  </a:cubicBezTo>
                  <a:cubicBezTo>
                    <a:pt x="53333" y="63123"/>
                    <a:pt x="60047" y="56596"/>
                    <a:pt x="66571" y="52535"/>
                  </a:cubicBezTo>
                  <a:cubicBezTo>
                    <a:pt x="70405" y="50215"/>
                    <a:pt x="74431" y="49055"/>
                    <a:pt x="78647" y="49055"/>
                  </a:cubicBezTo>
                  <a:cubicBezTo>
                    <a:pt x="82274" y="49055"/>
                    <a:pt x="85282" y="50215"/>
                    <a:pt x="87668" y="52535"/>
                  </a:cubicBezTo>
                  <a:cubicBezTo>
                    <a:pt x="90055" y="54857"/>
                    <a:pt x="91264" y="57829"/>
                    <a:pt x="91264" y="61455"/>
                  </a:cubicBezTo>
                  <a:cubicBezTo>
                    <a:pt x="91264" y="65008"/>
                    <a:pt x="90421" y="69648"/>
                    <a:pt x="88750" y="75378"/>
                  </a:cubicBezTo>
                  <a:lnTo>
                    <a:pt x="81033" y="103005"/>
                  </a:lnTo>
                  <a:cubicBezTo>
                    <a:pt x="92855" y="80888"/>
                    <a:pt x="104056" y="65371"/>
                    <a:pt x="114637" y="56451"/>
                  </a:cubicBezTo>
                  <a:cubicBezTo>
                    <a:pt x="120508" y="51520"/>
                    <a:pt x="126315" y="49055"/>
                    <a:pt x="132043" y="49055"/>
                  </a:cubicBezTo>
                  <a:cubicBezTo>
                    <a:pt x="135385" y="49055"/>
                    <a:pt x="138105" y="50215"/>
                    <a:pt x="140206" y="52535"/>
                  </a:cubicBezTo>
                  <a:cubicBezTo>
                    <a:pt x="142385" y="54784"/>
                    <a:pt x="143467" y="58300"/>
                    <a:pt x="143467" y="63086"/>
                  </a:cubicBezTo>
                  <a:cubicBezTo>
                    <a:pt x="143467" y="67292"/>
                    <a:pt x="142815" y="71752"/>
                    <a:pt x="141510" y="76465"/>
                  </a:cubicBezTo>
                  <a:lnTo>
                    <a:pt x="129545" y="118777"/>
                  </a:lnTo>
                  <a:cubicBezTo>
                    <a:pt x="126936" y="127986"/>
                    <a:pt x="125631" y="133099"/>
                    <a:pt x="125631" y="134114"/>
                  </a:cubicBezTo>
                  <a:cubicBezTo>
                    <a:pt x="125631" y="135129"/>
                    <a:pt x="125950" y="135999"/>
                    <a:pt x="126602" y="136723"/>
                  </a:cubicBezTo>
                  <a:cubicBezTo>
                    <a:pt x="127047" y="137231"/>
                    <a:pt x="127620" y="137486"/>
                    <a:pt x="128352" y="137486"/>
                  </a:cubicBezTo>
                  <a:cubicBezTo>
                    <a:pt x="129068" y="137486"/>
                    <a:pt x="130341" y="136797"/>
                    <a:pt x="132155" y="135419"/>
                  </a:cubicBezTo>
                  <a:cubicBezTo>
                    <a:pt x="136292" y="132228"/>
                    <a:pt x="140174" y="128023"/>
                    <a:pt x="143785" y="122801"/>
                  </a:cubicBezTo>
                  <a:lnTo>
                    <a:pt x="147381" y="125086"/>
                  </a:lnTo>
                  <a:cubicBezTo>
                    <a:pt x="145567" y="127986"/>
                    <a:pt x="142337" y="131974"/>
                    <a:pt x="137707" y="137051"/>
                  </a:cubicBezTo>
                  <a:cubicBezTo>
                    <a:pt x="133125" y="142127"/>
                    <a:pt x="129211" y="145570"/>
                    <a:pt x="125950" y="147384"/>
                  </a:cubicBezTo>
                  <a:cubicBezTo>
                    <a:pt x="122688" y="149196"/>
                    <a:pt x="119681" y="150103"/>
                    <a:pt x="116928" y="150103"/>
                  </a:cubicBezTo>
                  <a:cubicBezTo>
                    <a:pt x="114382" y="150103"/>
                    <a:pt x="112250" y="149233"/>
                    <a:pt x="110516" y="147492"/>
                  </a:cubicBezTo>
                  <a:cubicBezTo>
                    <a:pt x="108845" y="145752"/>
                    <a:pt x="108002" y="143613"/>
                    <a:pt x="108002" y="141075"/>
                  </a:cubicBezTo>
                  <a:cubicBezTo>
                    <a:pt x="108002" y="137594"/>
                    <a:pt x="109498" y="130598"/>
                    <a:pt x="112473" y="120082"/>
                  </a:cubicBezTo>
                  <a:lnTo>
                    <a:pt x="122370" y="85167"/>
                  </a:lnTo>
                  <a:cubicBezTo>
                    <a:pt x="124613" y="77117"/>
                    <a:pt x="125806" y="72659"/>
                    <a:pt x="125950" y="71788"/>
                  </a:cubicBezTo>
                  <a:cubicBezTo>
                    <a:pt x="126172" y="70410"/>
                    <a:pt x="126284" y="69069"/>
                    <a:pt x="126284" y="67764"/>
                  </a:cubicBezTo>
                  <a:cubicBezTo>
                    <a:pt x="126284" y="65950"/>
                    <a:pt x="125886" y="64537"/>
                    <a:pt x="125090" y="63522"/>
                  </a:cubicBezTo>
                  <a:cubicBezTo>
                    <a:pt x="124215" y="62507"/>
                    <a:pt x="123229" y="62000"/>
                    <a:pt x="122147" y="62000"/>
                  </a:cubicBezTo>
                  <a:cubicBezTo>
                    <a:pt x="119108" y="62000"/>
                    <a:pt x="115878" y="63557"/>
                    <a:pt x="112473" y="66676"/>
                  </a:cubicBezTo>
                  <a:cubicBezTo>
                    <a:pt x="102465" y="75886"/>
                    <a:pt x="93110" y="88793"/>
                    <a:pt x="84406" y="105398"/>
                  </a:cubicBezTo>
                  <a:cubicBezTo>
                    <a:pt x="78679" y="116347"/>
                    <a:pt x="73317" y="130379"/>
                    <a:pt x="68305" y="147492"/>
                  </a:cubicBezTo>
                  <a:lnTo>
                    <a:pt x="51885" y="147492"/>
                  </a:lnTo>
                  <a:lnTo>
                    <a:pt x="70484" y="81687"/>
                  </a:lnTo>
                  <a:cubicBezTo>
                    <a:pt x="72521" y="74579"/>
                    <a:pt x="73524" y="69830"/>
                    <a:pt x="73524" y="67438"/>
                  </a:cubicBezTo>
                  <a:cubicBezTo>
                    <a:pt x="73524" y="65479"/>
                    <a:pt x="73126" y="64030"/>
                    <a:pt x="72330" y="63086"/>
                  </a:cubicBezTo>
                  <a:cubicBezTo>
                    <a:pt x="71535" y="62144"/>
                    <a:pt x="70564" y="61672"/>
                    <a:pt x="69403" y="61672"/>
                  </a:cubicBezTo>
                  <a:cubicBezTo>
                    <a:pt x="67000" y="61672"/>
                    <a:pt x="64470" y="62542"/>
                    <a:pt x="61781" y="64283"/>
                  </a:cubicBezTo>
                  <a:cubicBezTo>
                    <a:pt x="57438" y="67110"/>
                    <a:pt x="51805" y="73166"/>
                    <a:pt x="44916" y="82447"/>
                  </a:cubicBezTo>
                  <a:cubicBezTo>
                    <a:pt x="38106" y="91729"/>
                    <a:pt x="32808" y="100612"/>
                    <a:pt x="29037" y="109096"/>
                  </a:cubicBezTo>
                  <a:cubicBezTo>
                    <a:pt x="27239" y="113085"/>
                    <a:pt x="22912" y="125883"/>
                    <a:pt x="16102" y="147492"/>
                  </a:cubicBezTo>
                  <a:lnTo>
                    <a:pt x="0" y="147492"/>
                  </a:lnTo>
                  <a:lnTo>
                    <a:pt x="20127" y="77009"/>
                  </a:lnTo>
                  <a:lnTo>
                    <a:pt x="22737" y="67872"/>
                  </a:lnTo>
                  <a:cubicBezTo>
                    <a:pt x="23246" y="66494"/>
                    <a:pt x="23500" y="65479"/>
                    <a:pt x="23500" y="64827"/>
                  </a:cubicBezTo>
                  <a:cubicBezTo>
                    <a:pt x="23500" y="63231"/>
                    <a:pt x="22768" y="61818"/>
                    <a:pt x="21320" y="60585"/>
                  </a:cubicBezTo>
                  <a:cubicBezTo>
                    <a:pt x="19873" y="59280"/>
                    <a:pt x="18027" y="58626"/>
                    <a:pt x="15768" y="58626"/>
                  </a:cubicBezTo>
                  <a:cubicBezTo>
                    <a:pt x="14829" y="58626"/>
                    <a:pt x="12219" y="59062"/>
                    <a:pt x="7939" y="59933"/>
                  </a:cubicBezTo>
                  <a:lnTo>
                    <a:pt x="6969" y="55907"/>
                  </a:lnTo>
                  <a:lnTo>
                    <a:pt x="44486" y="49055"/>
                  </a:lnTo>
                  <a:close/>
                  <a:moveTo>
                    <a:pt x="260173" y="83100"/>
                  </a:moveTo>
                  <a:cubicBezTo>
                    <a:pt x="260173" y="93977"/>
                    <a:pt x="257277" y="104746"/>
                    <a:pt x="251469" y="115405"/>
                  </a:cubicBezTo>
                  <a:cubicBezTo>
                    <a:pt x="245741" y="126064"/>
                    <a:pt x="237723" y="134512"/>
                    <a:pt x="227428" y="140749"/>
                  </a:cubicBezTo>
                  <a:cubicBezTo>
                    <a:pt x="217134" y="146985"/>
                    <a:pt x="207126" y="150103"/>
                    <a:pt x="197405" y="150103"/>
                  </a:cubicBezTo>
                  <a:cubicBezTo>
                    <a:pt x="187476" y="150103"/>
                    <a:pt x="179362" y="146948"/>
                    <a:pt x="173045" y="140639"/>
                  </a:cubicBezTo>
                  <a:cubicBezTo>
                    <a:pt x="166808" y="134259"/>
                    <a:pt x="163690" y="126028"/>
                    <a:pt x="163690" y="115949"/>
                  </a:cubicBezTo>
                  <a:cubicBezTo>
                    <a:pt x="163690" y="105290"/>
                    <a:pt x="166745" y="94594"/>
                    <a:pt x="172838" y="83862"/>
                  </a:cubicBezTo>
                  <a:cubicBezTo>
                    <a:pt x="178996" y="73130"/>
                    <a:pt x="187190" y="64646"/>
                    <a:pt x="197405" y="58410"/>
                  </a:cubicBezTo>
                  <a:cubicBezTo>
                    <a:pt x="207715" y="52172"/>
                    <a:pt x="217643" y="49055"/>
                    <a:pt x="227221" y="49055"/>
                  </a:cubicBezTo>
                  <a:cubicBezTo>
                    <a:pt x="236784" y="49055"/>
                    <a:pt x="244660" y="52209"/>
                    <a:pt x="250817" y="58518"/>
                  </a:cubicBezTo>
                  <a:cubicBezTo>
                    <a:pt x="257054" y="64827"/>
                    <a:pt x="260173" y="73021"/>
                    <a:pt x="260173" y="83100"/>
                  </a:cubicBezTo>
                  <a:close/>
                  <a:moveTo>
                    <a:pt x="242114" y="75594"/>
                  </a:moveTo>
                  <a:cubicBezTo>
                    <a:pt x="242114" y="68851"/>
                    <a:pt x="240443" y="63702"/>
                    <a:pt x="237118" y="60149"/>
                  </a:cubicBezTo>
                  <a:cubicBezTo>
                    <a:pt x="233856" y="56524"/>
                    <a:pt x="229608" y="54710"/>
                    <a:pt x="224389" y="54710"/>
                  </a:cubicBezTo>
                  <a:cubicBezTo>
                    <a:pt x="213729" y="54710"/>
                    <a:pt x="203896" y="62361"/>
                    <a:pt x="194907" y="77661"/>
                  </a:cubicBezTo>
                  <a:cubicBezTo>
                    <a:pt x="185997" y="92890"/>
                    <a:pt x="181526" y="108044"/>
                    <a:pt x="181526" y="123129"/>
                  </a:cubicBezTo>
                  <a:cubicBezTo>
                    <a:pt x="181526" y="130017"/>
                    <a:pt x="183276" y="135347"/>
                    <a:pt x="186760" y="139117"/>
                  </a:cubicBezTo>
                  <a:cubicBezTo>
                    <a:pt x="190229" y="142816"/>
                    <a:pt x="194620" y="144665"/>
                    <a:pt x="199919" y="144665"/>
                  </a:cubicBezTo>
                  <a:cubicBezTo>
                    <a:pt x="210133" y="144665"/>
                    <a:pt x="219711" y="137086"/>
                    <a:pt x="228621" y="121932"/>
                  </a:cubicBezTo>
                  <a:cubicBezTo>
                    <a:pt x="237627" y="106703"/>
                    <a:pt x="242114" y="91258"/>
                    <a:pt x="242114" y="75594"/>
                  </a:cubicBezTo>
                  <a:close/>
                  <a:moveTo>
                    <a:pt x="273331" y="55799"/>
                  </a:moveTo>
                  <a:lnTo>
                    <a:pt x="304770" y="49055"/>
                  </a:lnTo>
                  <a:cubicBezTo>
                    <a:pt x="307014" y="54421"/>
                    <a:pt x="308828" y="59896"/>
                    <a:pt x="310196" y="65479"/>
                  </a:cubicBezTo>
                  <a:cubicBezTo>
                    <a:pt x="312153" y="73674"/>
                    <a:pt x="313760" y="83391"/>
                    <a:pt x="314985" y="94629"/>
                  </a:cubicBezTo>
                  <a:cubicBezTo>
                    <a:pt x="315574" y="100286"/>
                    <a:pt x="316369" y="112251"/>
                    <a:pt x="317388" y="130524"/>
                  </a:cubicBezTo>
                  <a:cubicBezTo>
                    <a:pt x="326441" y="120517"/>
                    <a:pt x="331850" y="114317"/>
                    <a:pt x="333585" y="111924"/>
                  </a:cubicBezTo>
                  <a:cubicBezTo>
                    <a:pt x="343163" y="98945"/>
                    <a:pt x="348668" y="91331"/>
                    <a:pt x="350116" y="89083"/>
                  </a:cubicBezTo>
                  <a:cubicBezTo>
                    <a:pt x="352518" y="85240"/>
                    <a:pt x="354173" y="81868"/>
                    <a:pt x="355128" y="78968"/>
                  </a:cubicBezTo>
                  <a:cubicBezTo>
                    <a:pt x="355923" y="76791"/>
                    <a:pt x="356321" y="74726"/>
                    <a:pt x="356321" y="72767"/>
                  </a:cubicBezTo>
                  <a:cubicBezTo>
                    <a:pt x="356321" y="70881"/>
                    <a:pt x="354619" y="68706"/>
                    <a:pt x="351198" y="66241"/>
                  </a:cubicBezTo>
                  <a:cubicBezTo>
                    <a:pt x="347873" y="63775"/>
                    <a:pt x="346202" y="61019"/>
                    <a:pt x="346202" y="57974"/>
                  </a:cubicBezTo>
                  <a:cubicBezTo>
                    <a:pt x="346202" y="55654"/>
                    <a:pt x="347109" y="53587"/>
                    <a:pt x="348923" y="51775"/>
                  </a:cubicBezTo>
                  <a:cubicBezTo>
                    <a:pt x="350800" y="49961"/>
                    <a:pt x="353012" y="49055"/>
                    <a:pt x="355557" y="49055"/>
                  </a:cubicBezTo>
                  <a:cubicBezTo>
                    <a:pt x="358596" y="49055"/>
                    <a:pt x="361285" y="50324"/>
                    <a:pt x="363608" y="52861"/>
                  </a:cubicBezTo>
                  <a:cubicBezTo>
                    <a:pt x="365931" y="55328"/>
                    <a:pt x="367093" y="58410"/>
                    <a:pt x="367093" y="62108"/>
                  </a:cubicBezTo>
                  <a:cubicBezTo>
                    <a:pt x="367093" y="65806"/>
                    <a:pt x="366504" y="69359"/>
                    <a:pt x="365343" y="72767"/>
                  </a:cubicBezTo>
                  <a:cubicBezTo>
                    <a:pt x="363465" y="78279"/>
                    <a:pt x="359949" y="85022"/>
                    <a:pt x="354794" y="92998"/>
                  </a:cubicBezTo>
                  <a:cubicBezTo>
                    <a:pt x="349655" y="100902"/>
                    <a:pt x="341349" y="111526"/>
                    <a:pt x="329893" y="124868"/>
                  </a:cubicBezTo>
                  <a:cubicBezTo>
                    <a:pt x="328445" y="126535"/>
                    <a:pt x="320395" y="134948"/>
                    <a:pt x="305741" y="150103"/>
                  </a:cubicBezTo>
                  <a:lnTo>
                    <a:pt x="301716" y="150103"/>
                  </a:lnTo>
                  <a:cubicBezTo>
                    <a:pt x="299981" y="104202"/>
                    <a:pt x="296354" y="75559"/>
                    <a:pt x="290848" y="64175"/>
                  </a:cubicBezTo>
                  <a:cubicBezTo>
                    <a:pt x="289035" y="60475"/>
                    <a:pt x="286012" y="58626"/>
                    <a:pt x="281811" y="58626"/>
                  </a:cubicBezTo>
                  <a:cubicBezTo>
                    <a:pt x="279997" y="58626"/>
                    <a:pt x="277420" y="58952"/>
                    <a:pt x="274094" y="59606"/>
                  </a:cubicBezTo>
                  <a:lnTo>
                    <a:pt x="273331" y="55799"/>
                  </a:lnTo>
                  <a:close/>
                  <a:moveTo>
                    <a:pt x="394062" y="106487"/>
                  </a:moveTo>
                  <a:cubicBezTo>
                    <a:pt x="393552" y="110111"/>
                    <a:pt x="393298" y="113120"/>
                    <a:pt x="393298" y="115513"/>
                  </a:cubicBezTo>
                  <a:cubicBezTo>
                    <a:pt x="393298" y="121967"/>
                    <a:pt x="395589" y="127479"/>
                    <a:pt x="400155" y="132047"/>
                  </a:cubicBezTo>
                  <a:cubicBezTo>
                    <a:pt x="404722" y="136542"/>
                    <a:pt x="410259" y="138790"/>
                    <a:pt x="416798" y="138790"/>
                  </a:cubicBezTo>
                  <a:cubicBezTo>
                    <a:pt x="422017" y="138790"/>
                    <a:pt x="427013" y="137739"/>
                    <a:pt x="431802" y="135637"/>
                  </a:cubicBezTo>
                  <a:cubicBezTo>
                    <a:pt x="436654" y="133462"/>
                    <a:pt x="443830" y="128712"/>
                    <a:pt x="453329" y="121388"/>
                  </a:cubicBezTo>
                  <a:lnTo>
                    <a:pt x="455620" y="124542"/>
                  </a:lnTo>
                  <a:cubicBezTo>
                    <a:pt x="438436" y="141583"/>
                    <a:pt x="422049" y="150103"/>
                    <a:pt x="406456" y="150103"/>
                  </a:cubicBezTo>
                  <a:cubicBezTo>
                    <a:pt x="395875" y="150103"/>
                    <a:pt x="387888" y="146767"/>
                    <a:pt x="382526" y="140097"/>
                  </a:cubicBezTo>
                  <a:cubicBezTo>
                    <a:pt x="377164" y="133425"/>
                    <a:pt x="374475" y="126064"/>
                    <a:pt x="374475" y="118016"/>
                  </a:cubicBezTo>
                  <a:cubicBezTo>
                    <a:pt x="374475" y="107211"/>
                    <a:pt x="377817" y="96152"/>
                    <a:pt x="384483" y="84841"/>
                  </a:cubicBezTo>
                  <a:cubicBezTo>
                    <a:pt x="391166" y="73529"/>
                    <a:pt x="399535" y="64754"/>
                    <a:pt x="409606" y="58518"/>
                  </a:cubicBezTo>
                  <a:cubicBezTo>
                    <a:pt x="419694" y="52209"/>
                    <a:pt x="430067" y="49055"/>
                    <a:pt x="440712" y="49055"/>
                  </a:cubicBezTo>
                  <a:cubicBezTo>
                    <a:pt x="448413" y="49055"/>
                    <a:pt x="454093" y="50615"/>
                    <a:pt x="457800" y="53732"/>
                  </a:cubicBezTo>
                  <a:cubicBezTo>
                    <a:pt x="461491" y="56850"/>
                    <a:pt x="463337" y="60548"/>
                    <a:pt x="463337" y="64827"/>
                  </a:cubicBezTo>
                  <a:cubicBezTo>
                    <a:pt x="463337" y="70845"/>
                    <a:pt x="460950" y="76610"/>
                    <a:pt x="456161" y="82121"/>
                  </a:cubicBezTo>
                  <a:cubicBezTo>
                    <a:pt x="449860" y="89301"/>
                    <a:pt x="440569" y="95102"/>
                    <a:pt x="428317" y="99525"/>
                  </a:cubicBezTo>
                  <a:cubicBezTo>
                    <a:pt x="420203" y="102498"/>
                    <a:pt x="408779" y="104818"/>
                    <a:pt x="394062" y="106487"/>
                  </a:cubicBezTo>
                  <a:close/>
                  <a:moveTo>
                    <a:pt x="394825" y="101156"/>
                  </a:moveTo>
                  <a:cubicBezTo>
                    <a:pt x="405549" y="99923"/>
                    <a:pt x="414284" y="97821"/>
                    <a:pt x="421030" y="94847"/>
                  </a:cubicBezTo>
                  <a:cubicBezTo>
                    <a:pt x="429956" y="90860"/>
                    <a:pt x="436623" y="86110"/>
                    <a:pt x="441046" y="80598"/>
                  </a:cubicBezTo>
                  <a:cubicBezTo>
                    <a:pt x="445549" y="75015"/>
                    <a:pt x="447792" y="69721"/>
                    <a:pt x="447792" y="64719"/>
                  </a:cubicBezTo>
                  <a:cubicBezTo>
                    <a:pt x="447792" y="61672"/>
                    <a:pt x="446806" y="59207"/>
                    <a:pt x="444849" y="57321"/>
                  </a:cubicBezTo>
                  <a:cubicBezTo>
                    <a:pt x="442971" y="55436"/>
                    <a:pt x="440250" y="54494"/>
                    <a:pt x="436702" y="54494"/>
                  </a:cubicBezTo>
                  <a:cubicBezTo>
                    <a:pt x="429304" y="54494"/>
                    <a:pt x="421428" y="58445"/>
                    <a:pt x="413091" y="66350"/>
                  </a:cubicBezTo>
                  <a:cubicBezTo>
                    <a:pt x="404833" y="74181"/>
                    <a:pt x="398739" y="85782"/>
                    <a:pt x="394825" y="101156"/>
                  </a:cubicBezTo>
                  <a:close/>
                  <a:moveTo>
                    <a:pt x="571244" y="45792"/>
                  </a:moveTo>
                  <a:lnTo>
                    <a:pt x="571244" y="58952"/>
                  </a:lnTo>
                  <a:cubicBezTo>
                    <a:pt x="576462" y="53297"/>
                    <a:pt x="581458" y="49200"/>
                    <a:pt x="586247" y="46662"/>
                  </a:cubicBezTo>
                  <a:cubicBezTo>
                    <a:pt x="591037" y="44051"/>
                    <a:pt x="596176" y="42746"/>
                    <a:pt x="601697" y="42746"/>
                  </a:cubicBezTo>
                  <a:cubicBezTo>
                    <a:pt x="608284" y="42746"/>
                    <a:pt x="613757" y="44595"/>
                    <a:pt x="618117" y="48293"/>
                  </a:cubicBezTo>
                  <a:cubicBezTo>
                    <a:pt x="622460" y="51919"/>
                    <a:pt x="625372" y="56451"/>
                    <a:pt x="626820" y="61890"/>
                  </a:cubicBezTo>
                  <a:cubicBezTo>
                    <a:pt x="627981" y="66024"/>
                    <a:pt x="628554" y="73963"/>
                    <a:pt x="628554" y="85711"/>
                  </a:cubicBezTo>
                  <a:lnTo>
                    <a:pt x="628554" y="125304"/>
                  </a:lnTo>
                  <a:cubicBezTo>
                    <a:pt x="628554" y="133135"/>
                    <a:pt x="629238" y="138030"/>
                    <a:pt x="630622" y="139987"/>
                  </a:cubicBezTo>
                  <a:cubicBezTo>
                    <a:pt x="632070" y="141872"/>
                    <a:pt x="635046" y="143069"/>
                    <a:pt x="639548" y="143577"/>
                  </a:cubicBezTo>
                  <a:lnTo>
                    <a:pt x="639548" y="147492"/>
                  </a:lnTo>
                  <a:lnTo>
                    <a:pt x="588093" y="147492"/>
                  </a:lnTo>
                  <a:lnTo>
                    <a:pt x="588093" y="143577"/>
                  </a:lnTo>
                  <a:cubicBezTo>
                    <a:pt x="591944" y="143069"/>
                    <a:pt x="594696" y="141473"/>
                    <a:pt x="596367" y="138790"/>
                  </a:cubicBezTo>
                  <a:cubicBezTo>
                    <a:pt x="597528" y="136978"/>
                    <a:pt x="598101" y="132481"/>
                    <a:pt x="598101" y="125304"/>
                  </a:cubicBezTo>
                  <a:lnTo>
                    <a:pt x="598101" y="80054"/>
                  </a:lnTo>
                  <a:cubicBezTo>
                    <a:pt x="598101" y="71715"/>
                    <a:pt x="597783" y="66458"/>
                    <a:pt x="597130" y="64283"/>
                  </a:cubicBezTo>
                  <a:cubicBezTo>
                    <a:pt x="596478" y="62108"/>
                    <a:pt x="595348" y="60440"/>
                    <a:pt x="593757" y="59280"/>
                  </a:cubicBezTo>
                  <a:cubicBezTo>
                    <a:pt x="592230" y="58047"/>
                    <a:pt x="590527" y="57430"/>
                    <a:pt x="588634" y="57430"/>
                  </a:cubicBezTo>
                  <a:cubicBezTo>
                    <a:pt x="582397" y="57430"/>
                    <a:pt x="576606" y="61890"/>
                    <a:pt x="571244" y="70810"/>
                  </a:cubicBezTo>
                  <a:lnTo>
                    <a:pt x="571244" y="125304"/>
                  </a:lnTo>
                  <a:cubicBezTo>
                    <a:pt x="571244" y="132917"/>
                    <a:pt x="571928" y="137739"/>
                    <a:pt x="573296" y="139769"/>
                  </a:cubicBezTo>
                  <a:cubicBezTo>
                    <a:pt x="574760" y="141801"/>
                    <a:pt x="577401" y="143069"/>
                    <a:pt x="581251" y="143577"/>
                  </a:cubicBezTo>
                  <a:lnTo>
                    <a:pt x="581251" y="147492"/>
                  </a:lnTo>
                  <a:lnTo>
                    <a:pt x="529796" y="147492"/>
                  </a:lnTo>
                  <a:lnTo>
                    <a:pt x="529796" y="143577"/>
                  </a:lnTo>
                  <a:cubicBezTo>
                    <a:pt x="534076" y="143142"/>
                    <a:pt x="537115" y="141764"/>
                    <a:pt x="538929" y="139443"/>
                  </a:cubicBezTo>
                  <a:cubicBezTo>
                    <a:pt x="540170" y="137848"/>
                    <a:pt x="540790" y="133135"/>
                    <a:pt x="540790" y="125304"/>
                  </a:cubicBezTo>
                  <a:lnTo>
                    <a:pt x="540790" y="67872"/>
                  </a:lnTo>
                  <a:cubicBezTo>
                    <a:pt x="540790" y="60186"/>
                    <a:pt x="540058" y="55399"/>
                    <a:pt x="538611" y="53515"/>
                  </a:cubicBezTo>
                  <a:cubicBezTo>
                    <a:pt x="537226" y="51630"/>
                    <a:pt x="534299" y="50397"/>
                    <a:pt x="529796" y="49816"/>
                  </a:cubicBezTo>
                  <a:lnTo>
                    <a:pt x="529796" y="45792"/>
                  </a:lnTo>
                  <a:lnTo>
                    <a:pt x="571244" y="45792"/>
                  </a:lnTo>
                  <a:close/>
                  <a:moveTo>
                    <a:pt x="701648" y="42746"/>
                  </a:moveTo>
                  <a:cubicBezTo>
                    <a:pt x="710494" y="42746"/>
                    <a:pt x="718720" y="45030"/>
                    <a:pt x="726342" y="49600"/>
                  </a:cubicBezTo>
                  <a:cubicBezTo>
                    <a:pt x="733947" y="54168"/>
                    <a:pt x="739707" y="60657"/>
                    <a:pt x="743637" y="69069"/>
                  </a:cubicBezTo>
                  <a:cubicBezTo>
                    <a:pt x="747614" y="77480"/>
                    <a:pt x="749619" y="86689"/>
                    <a:pt x="749619" y="96696"/>
                  </a:cubicBezTo>
                  <a:cubicBezTo>
                    <a:pt x="749619" y="111127"/>
                    <a:pt x="745944" y="123200"/>
                    <a:pt x="738625" y="132917"/>
                  </a:cubicBezTo>
                  <a:cubicBezTo>
                    <a:pt x="729778" y="144665"/>
                    <a:pt x="717559" y="150538"/>
                    <a:pt x="701966" y="150538"/>
                  </a:cubicBezTo>
                  <a:cubicBezTo>
                    <a:pt x="686676" y="150538"/>
                    <a:pt x="674886" y="145172"/>
                    <a:pt x="666628" y="134440"/>
                  </a:cubicBezTo>
                  <a:cubicBezTo>
                    <a:pt x="658355" y="123708"/>
                    <a:pt x="654218" y="111271"/>
                    <a:pt x="654218" y="97132"/>
                  </a:cubicBezTo>
                  <a:cubicBezTo>
                    <a:pt x="654218" y="82556"/>
                    <a:pt x="658434" y="69866"/>
                    <a:pt x="666835" y="59062"/>
                  </a:cubicBezTo>
                  <a:cubicBezTo>
                    <a:pt x="675332" y="48185"/>
                    <a:pt x="686931" y="42746"/>
                    <a:pt x="701648" y="42746"/>
                  </a:cubicBezTo>
                  <a:close/>
                  <a:moveTo>
                    <a:pt x="702078" y="50468"/>
                  </a:moveTo>
                  <a:cubicBezTo>
                    <a:pt x="698386" y="50468"/>
                    <a:pt x="695188" y="51883"/>
                    <a:pt x="692515" y="54710"/>
                  </a:cubicBezTo>
                  <a:cubicBezTo>
                    <a:pt x="689906" y="57466"/>
                    <a:pt x="688156" y="62978"/>
                    <a:pt x="687297" y="71244"/>
                  </a:cubicBezTo>
                  <a:cubicBezTo>
                    <a:pt x="686485" y="79439"/>
                    <a:pt x="686087" y="90860"/>
                    <a:pt x="686087" y="105506"/>
                  </a:cubicBezTo>
                  <a:cubicBezTo>
                    <a:pt x="686087" y="113267"/>
                    <a:pt x="686597" y="120517"/>
                    <a:pt x="687615" y="127261"/>
                  </a:cubicBezTo>
                  <a:cubicBezTo>
                    <a:pt x="688410" y="132410"/>
                    <a:pt x="690113" y="136326"/>
                    <a:pt x="692722" y="139008"/>
                  </a:cubicBezTo>
                  <a:cubicBezTo>
                    <a:pt x="695332" y="141691"/>
                    <a:pt x="698307" y="143032"/>
                    <a:pt x="701648" y="143032"/>
                  </a:cubicBezTo>
                  <a:cubicBezTo>
                    <a:pt x="704910" y="143032"/>
                    <a:pt x="707631" y="142127"/>
                    <a:pt x="709810" y="140313"/>
                  </a:cubicBezTo>
                  <a:cubicBezTo>
                    <a:pt x="712627" y="137848"/>
                    <a:pt x="714520" y="134404"/>
                    <a:pt x="715459" y="129980"/>
                  </a:cubicBezTo>
                  <a:cubicBezTo>
                    <a:pt x="716906" y="123092"/>
                    <a:pt x="717638" y="109169"/>
                    <a:pt x="717638" y="88212"/>
                  </a:cubicBezTo>
                  <a:cubicBezTo>
                    <a:pt x="717638" y="75886"/>
                    <a:pt x="716938" y="67438"/>
                    <a:pt x="715570" y="62868"/>
                  </a:cubicBezTo>
                  <a:cubicBezTo>
                    <a:pt x="714186" y="58228"/>
                    <a:pt x="712165" y="54857"/>
                    <a:pt x="709476" y="52753"/>
                  </a:cubicBezTo>
                  <a:cubicBezTo>
                    <a:pt x="707599" y="51231"/>
                    <a:pt x="705132" y="50468"/>
                    <a:pt x="702078" y="50468"/>
                  </a:cubicBezTo>
                  <a:close/>
                  <a:moveTo>
                    <a:pt x="863922" y="0"/>
                  </a:moveTo>
                  <a:lnTo>
                    <a:pt x="863922" y="117036"/>
                  </a:lnTo>
                  <a:cubicBezTo>
                    <a:pt x="863922" y="124941"/>
                    <a:pt x="864145" y="129617"/>
                    <a:pt x="864574" y="131068"/>
                  </a:cubicBezTo>
                  <a:cubicBezTo>
                    <a:pt x="865163" y="133462"/>
                    <a:pt x="866245" y="135237"/>
                    <a:pt x="867836" y="136397"/>
                  </a:cubicBezTo>
                  <a:cubicBezTo>
                    <a:pt x="869506" y="137559"/>
                    <a:pt x="872370" y="138283"/>
                    <a:pt x="876428" y="138574"/>
                  </a:cubicBezTo>
                  <a:lnTo>
                    <a:pt x="876428" y="142162"/>
                  </a:lnTo>
                  <a:lnTo>
                    <a:pt x="833469" y="150538"/>
                  </a:lnTo>
                  <a:lnTo>
                    <a:pt x="833469" y="134440"/>
                  </a:lnTo>
                  <a:cubicBezTo>
                    <a:pt x="828313" y="140676"/>
                    <a:pt x="823715" y="144918"/>
                    <a:pt x="819658" y="147166"/>
                  </a:cubicBezTo>
                  <a:cubicBezTo>
                    <a:pt x="815665" y="149415"/>
                    <a:pt x="811130" y="150538"/>
                    <a:pt x="806054" y="150538"/>
                  </a:cubicBezTo>
                  <a:cubicBezTo>
                    <a:pt x="793087" y="150538"/>
                    <a:pt x="782825" y="144737"/>
                    <a:pt x="775283" y="133135"/>
                  </a:cubicBezTo>
                  <a:cubicBezTo>
                    <a:pt x="769189" y="123708"/>
                    <a:pt x="766150" y="112142"/>
                    <a:pt x="766150" y="98437"/>
                  </a:cubicBezTo>
                  <a:cubicBezTo>
                    <a:pt x="766150" y="87487"/>
                    <a:pt x="768028" y="77698"/>
                    <a:pt x="771798" y="69069"/>
                  </a:cubicBezTo>
                  <a:cubicBezTo>
                    <a:pt x="775569" y="60367"/>
                    <a:pt x="780724" y="53805"/>
                    <a:pt x="787248" y="49382"/>
                  </a:cubicBezTo>
                  <a:cubicBezTo>
                    <a:pt x="793835" y="44958"/>
                    <a:pt x="800915" y="42746"/>
                    <a:pt x="808457" y="42746"/>
                  </a:cubicBezTo>
                  <a:cubicBezTo>
                    <a:pt x="813310" y="42746"/>
                    <a:pt x="817622" y="43688"/>
                    <a:pt x="821392" y="45574"/>
                  </a:cubicBezTo>
                  <a:cubicBezTo>
                    <a:pt x="825163" y="47460"/>
                    <a:pt x="829189" y="50760"/>
                    <a:pt x="833469" y="55473"/>
                  </a:cubicBezTo>
                  <a:lnTo>
                    <a:pt x="833469" y="24800"/>
                  </a:lnTo>
                  <a:cubicBezTo>
                    <a:pt x="833469" y="17040"/>
                    <a:pt x="833150" y="12363"/>
                    <a:pt x="832498" y="10767"/>
                  </a:cubicBezTo>
                  <a:cubicBezTo>
                    <a:pt x="831623" y="8665"/>
                    <a:pt x="830318" y="7106"/>
                    <a:pt x="828568" y="6091"/>
                  </a:cubicBezTo>
                  <a:cubicBezTo>
                    <a:pt x="826834" y="5076"/>
                    <a:pt x="823572" y="4568"/>
                    <a:pt x="818783" y="4568"/>
                  </a:cubicBezTo>
                  <a:lnTo>
                    <a:pt x="818783" y="0"/>
                  </a:lnTo>
                  <a:lnTo>
                    <a:pt x="863922" y="0"/>
                  </a:lnTo>
                  <a:close/>
                  <a:moveTo>
                    <a:pt x="833469" y="68961"/>
                  </a:moveTo>
                  <a:cubicBezTo>
                    <a:pt x="828107" y="58663"/>
                    <a:pt x="821535" y="53515"/>
                    <a:pt x="813787" y="53515"/>
                  </a:cubicBezTo>
                  <a:cubicBezTo>
                    <a:pt x="811098" y="53515"/>
                    <a:pt x="808887" y="54239"/>
                    <a:pt x="807152" y="55691"/>
                  </a:cubicBezTo>
                  <a:cubicBezTo>
                    <a:pt x="804463" y="57937"/>
                    <a:pt x="802252" y="61890"/>
                    <a:pt x="800517" y="67546"/>
                  </a:cubicBezTo>
                  <a:cubicBezTo>
                    <a:pt x="798847" y="73203"/>
                    <a:pt x="798019" y="81868"/>
                    <a:pt x="798019" y="93543"/>
                  </a:cubicBezTo>
                  <a:cubicBezTo>
                    <a:pt x="798019" y="106377"/>
                    <a:pt x="798958" y="115876"/>
                    <a:pt x="800836" y="122040"/>
                  </a:cubicBezTo>
                  <a:cubicBezTo>
                    <a:pt x="802729" y="128204"/>
                    <a:pt x="805307" y="132663"/>
                    <a:pt x="808568" y="135419"/>
                  </a:cubicBezTo>
                  <a:cubicBezTo>
                    <a:pt x="810223" y="136797"/>
                    <a:pt x="812514" y="137486"/>
                    <a:pt x="815410" y="137486"/>
                  </a:cubicBezTo>
                  <a:cubicBezTo>
                    <a:pt x="821790" y="137486"/>
                    <a:pt x="827820" y="132481"/>
                    <a:pt x="833469" y="122475"/>
                  </a:cubicBezTo>
                  <a:lnTo>
                    <a:pt x="833469" y="68961"/>
                  </a:lnTo>
                  <a:close/>
                  <a:moveTo>
                    <a:pt x="975186" y="92998"/>
                  </a:moveTo>
                  <a:lnTo>
                    <a:pt x="919387" y="92998"/>
                  </a:lnTo>
                  <a:cubicBezTo>
                    <a:pt x="920039" y="106487"/>
                    <a:pt x="923635" y="117146"/>
                    <a:pt x="930158" y="124977"/>
                  </a:cubicBezTo>
                  <a:cubicBezTo>
                    <a:pt x="935170" y="130995"/>
                    <a:pt x="941184" y="134004"/>
                    <a:pt x="948217" y="134004"/>
                  </a:cubicBezTo>
                  <a:cubicBezTo>
                    <a:pt x="952560" y="134004"/>
                    <a:pt x="956522" y="132808"/>
                    <a:pt x="960070" y="130416"/>
                  </a:cubicBezTo>
                  <a:cubicBezTo>
                    <a:pt x="963619" y="127950"/>
                    <a:pt x="967437" y="123563"/>
                    <a:pt x="971494" y="117254"/>
                  </a:cubicBezTo>
                  <a:lnTo>
                    <a:pt x="975186" y="119647"/>
                  </a:lnTo>
                  <a:cubicBezTo>
                    <a:pt x="969680" y="130887"/>
                    <a:pt x="963587" y="138864"/>
                    <a:pt x="956920" y="143577"/>
                  </a:cubicBezTo>
                  <a:cubicBezTo>
                    <a:pt x="950253" y="148218"/>
                    <a:pt x="942521" y="150538"/>
                    <a:pt x="933754" y="150538"/>
                  </a:cubicBezTo>
                  <a:cubicBezTo>
                    <a:pt x="918671" y="150538"/>
                    <a:pt x="907247" y="144737"/>
                    <a:pt x="899482" y="133135"/>
                  </a:cubicBezTo>
                  <a:cubicBezTo>
                    <a:pt x="893261" y="123781"/>
                    <a:pt x="890143" y="112178"/>
                    <a:pt x="890143" y="98329"/>
                  </a:cubicBezTo>
                  <a:cubicBezTo>
                    <a:pt x="890143" y="81361"/>
                    <a:pt x="894709" y="67872"/>
                    <a:pt x="903842" y="57866"/>
                  </a:cubicBezTo>
                  <a:cubicBezTo>
                    <a:pt x="913054" y="47786"/>
                    <a:pt x="923810" y="42746"/>
                    <a:pt x="936141" y="42746"/>
                  </a:cubicBezTo>
                  <a:cubicBezTo>
                    <a:pt x="946435" y="42746"/>
                    <a:pt x="955361" y="46988"/>
                    <a:pt x="962902" y="55473"/>
                  </a:cubicBezTo>
                  <a:cubicBezTo>
                    <a:pt x="970508" y="63883"/>
                    <a:pt x="974613" y="76393"/>
                    <a:pt x="975186" y="92998"/>
                  </a:cubicBezTo>
                  <a:close/>
                  <a:moveTo>
                    <a:pt x="948440" y="85711"/>
                  </a:moveTo>
                  <a:cubicBezTo>
                    <a:pt x="948440" y="74037"/>
                    <a:pt x="947787" y="66024"/>
                    <a:pt x="946483" y="61672"/>
                  </a:cubicBezTo>
                  <a:cubicBezTo>
                    <a:pt x="945242" y="57321"/>
                    <a:pt x="943285" y="54023"/>
                    <a:pt x="940596" y="51775"/>
                  </a:cubicBezTo>
                  <a:cubicBezTo>
                    <a:pt x="939084" y="50468"/>
                    <a:pt x="937047" y="49816"/>
                    <a:pt x="934518" y="49816"/>
                  </a:cubicBezTo>
                  <a:cubicBezTo>
                    <a:pt x="930747" y="49816"/>
                    <a:pt x="927660" y="51665"/>
                    <a:pt x="925274" y="55364"/>
                  </a:cubicBezTo>
                  <a:cubicBezTo>
                    <a:pt x="920994" y="61818"/>
                    <a:pt x="918846" y="70663"/>
                    <a:pt x="918846" y="81903"/>
                  </a:cubicBezTo>
                  <a:lnTo>
                    <a:pt x="918846" y="85711"/>
                  </a:lnTo>
                  <a:lnTo>
                    <a:pt x="948440" y="85711"/>
                  </a:lnTo>
                  <a:close/>
                </a:path>
              </a:pathLst>
            </a:custGeom>
            <a:solidFill>
              <a:srgbClr val="000000"/>
            </a:solidFill>
            <a:ln w="1591" cap="flat">
              <a:noFill/>
              <a:prstDash val="solid"/>
              <a:miter/>
            </a:ln>
          </p:spPr>
        </p:sp>
        <p:sp>
          <p:nvSpPr>
            <p:cNvPr id="55" name="任意形状 54">
              <a:extLst>
                <a:ext uri="{FF2B5EF4-FFF2-40B4-BE49-F238E27FC236}">
                  <a16:creationId xmlns:a16="http://schemas.microsoft.com/office/drawing/2014/main" id="{D611E6D9-5AA2-5ABB-36B9-15025719A1D8}"/>
                </a:ext>
              </a:extLst>
            </p:cNvPr>
            <p:cNvSpPr/>
            <p:nvPr/>
          </p:nvSpPr>
          <p:spPr>
            <a:xfrm>
              <a:off x="3548033" y="3633013"/>
              <a:ext cx="1305938" cy="458492"/>
            </a:xfrm>
            <a:custGeom>
              <a:avLst/>
              <a:gdLst>
                <a:gd name="csX0" fmla="*/ 40238 w 1305938"/>
                <a:gd name="csY0" fmla="*/ 13063 h 458492"/>
                <a:gd name="csX1" fmla="*/ 47955 w 1305938"/>
                <a:gd name="csY1" fmla="*/ 16214 h 458492"/>
                <a:gd name="csX2" fmla="*/ 51105 w 1305938"/>
                <a:gd name="csY2" fmla="*/ 23931 h 458492"/>
                <a:gd name="csX3" fmla="*/ 47844 w 1305938"/>
                <a:gd name="csY3" fmla="*/ 31664 h 458492"/>
                <a:gd name="csX4" fmla="*/ 40238 w 1305938"/>
                <a:gd name="csY4" fmla="*/ 34815 h 458492"/>
                <a:gd name="csX5" fmla="*/ 32521 w 1305938"/>
                <a:gd name="csY5" fmla="*/ 31664 h 458492"/>
                <a:gd name="csX6" fmla="*/ 29355 w 1305938"/>
                <a:gd name="csY6" fmla="*/ 23931 h 458492"/>
                <a:gd name="csX7" fmla="*/ 32521 w 1305938"/>
                <a:gd name="csY7" fmla="*/ 16214 h 458492"/>
                <a:gd name="csX8" fmla="*/ 40238 w 1305938"/>
                <a:gd name="csY8" fmla="*/ 13063 h 458492"/>
                <a:gd name="csX9" fmla="*/ 41654 w 1305938"/>
                <a:gd name="csY9" fmla="*/ 56232 h 458492"/>
                <a:gd name="csX10" fmla="*/ 20111 w 1305938"/>
                <a:gd name="csY10" fmla="*/ 132480 h 458492"/>
                <a:gd name="csX11" fmla="*/ 17931 w 1305938"/>
                <a:gd name="csY11" fmla="*/ 141740 h 458492"/>
                <a:gd name="csX12" fmla="*/ 18918 w 1305938"/>
                <a:gd name="csY12" fmla="*/ 144557 h 458492"/>
                <a:gd name="csX13" fmla="*/ 21416 w 1305938"/>
                <a:gd name="csY13" fmla="*/ 145655 h 458492"/>
                <a:gd name="csX14" fmla="*/ 25330 w 1305938"/>
                <a:gd name="csY14" fmla="*/ 143904 h 458492"/>
                <a:gd name="csX15" fmla="*/ 37836 w 1305938"/>
                <a:gd name="csY15" fmla="*/ 129982 h 458492"/>
                <a:gd name="csX16" fmla="*/ 41654 w 1305938"/>
                <a:gd name="csY16" fmla="*/ 132480 h 458492"/>
                <a:gd name="csX17" fmla="*/ 24248 w 1305938"/>
                <a:gd name="csY17" fmla="*/ 151526 h 458492"/>
                <a:gd name="csX18" fmla="*/ 10103 w 1305938"/>
                <a:gd name="csY18" fmla="*/ 157286 h 458492"/>
                <a:gd name="csX19" fmla="*/ 2816 w 1305938"/>
                <a:gd name="csY19" fmla="*/ 154676 h 458492"/>
                <a:gd name="csX20" fmla="*/ 0 w 1305938"/>
                <a:gd name="csY20" fmla="*/ 147930 h 458492"/>
                <a:gd name="csX21" fmla="*/ 2705 w 1305938"/>
                <a:gd name="csY21" fmla="*/ 134548 h 458492"/>
                <a:gd name="csX22" fmla="*/ 16849 w 1305938"/>
                <a:gd name="csY22" fmla="*/ 85827 h 458492"/>
                <a:gd name="csX23" fmla="*/ 20334 w 1305938"/>
                <a:gd name="csY23" fmla="*/ 70807 h 458492"/>
                <a:gd name="csX24" fmla="*/ 18600 w 1305938"/>
                <a:gd name="csY24" fmla="*/ 66892 h 458492"/>
                <a:gd name="csX25" fmla="*/ 14017 w 1305938"/>
                <a:gd name="csY25" fmla="*/ 65381 h 458492"/>
                <a:gd name="csX26" fmla="*/ 4121 w 1305938"/>
                <a:gd name="csY26" fmla="*/ 66574 h 458492"/>
                <a:gd name="csX27" fmla="*/ 4121 w 1305938"/>
                <a:gd name="csY27" fmla="*/ 62326 h 458492"/>
                <a:gd name="csX28" fmla="*/ 41654 w 1305938"/>
                <a:gd name="csY28" fmla="*/ 56232 h 458492"/>
                <a:gd name="csX29" fmla="*/ 118440 w 1305938"/>
                <a:gd name="csY29" fmla="*/ 58857 h 458492"/>
                <a:gd name="csX30" fmla="*/ 116483 w 1305938"/>
                <a:gd name="csY30" fmla="*/ 66033 h 458492"/>
                <a:gd name="csX31" fmla="*/ 100604 w 1305938"/>
                <a:gd name="csY31" fmla="*/ 66033 h 458492"/>
                <a:gd name="csX32" fmla="*/ 88639 w 1305938"/>
                <a:gd name="csY32" fmla="*/ 113561 h 458492"/>
                <a:gd name="csX33" fmla="*/ 72649 w 1305938"/>
                <a:gd name="csY33" fmla="*/ 162187 h 458492"/>
                <a:gd name="csX34" fmla="*/ 48066 w 1305938"/>
                <a:gd name="csY34" fmla="*/ 195681 h 458492"/>
                <a:gd name="csX35" fmla="*/ 28051 w 1305938"/>
                <a:gd name="csY35" fmla="*/ 202745 h 458492"/>
                <a:gd name="csX36" fmla="*/ 16961 w 1305938"/>
                <a:gd name="csY36" fmla="*/ 198831 h 458492"/>
                <a:gd name="csX37" fmla="*/ 13588 w 1305938"/>
                <a:gd name="csY37" fmla="*/ 191766 h 458492"/>
                <a:gd name="csX38" fmla="*/ 16420 w 1305938"/>
                <a:gd name="csY38" fmla="*/ 185672 h 458492"/>
                <a:gd name="csX39" fmla="*/ 23166 w 1305938"/>
                <a:gd name="csY39" fmla="*/ 183174 h 458492"/>
                <a:gd name="csX40" fmla="*/ 28162 w 1305938"/>
                <a:gd name="csY40" fmla="*/ 185020 h 458492"/>
                <a:gd name="csX41" fmla="*/ 30119 w 1305938"/>
                <a:gd name="csY41" fmla="*/ 189268 h 458492"/>
                <a:gd name="csX42" fmla="*/ 27844 w 1305938"/>
                <a:gd name="csY42" fmla="*/ 193724 h 458492"/>
                <a:gd name="csX43" fmla="*/ 26094 w 1305938"/>
                <a:gd name="csY43" fmla="*/ 196015 h 458492"/>
                <a:gd name="csX44" fmla="*/ 26857 w 1305938"/>
                <a:gd name="csY44" fmla="*/ 197526 h 458492"/>
                <a:gd name="csX45" fmla="*/ 29896 w 1305938"/>
                <a:gd name="csY45" fmla="*/ 198290 h 458492"/>
                <a:gd name="csX46" fmla="*/ 39809 w 1305938"/>
                <a:gd name="csY46" fmla="*/ 195362 h 458492"/>
                <a:gd name="csX47" fmla="*/ 48941 w 1305938"/>
                <a:gd name="csY47" fmla="*/ 186547 h 458492"/>
                <a:gd name="csX48" fmla="*/ 56547 w 1305938"/>
                <a:gd name="csY48" fmla="*/ 169792 h 458492"/>
                <a:gd name="csX49" fmla="*/ 64709 w 1305938"/>
                <a:gd name="csY49" fmla="*/ 139672 h 458492"/>
                <a:gd name="csX50" fmla="*/ 83627 w 1305938"/>
                <a:gd name="csY50" fmla="*/ 66033 h 458492"/>
                <a:gd name="csX51" fmla="*/ 64709 w 1305938"/>
                <a:gd name="csY51" fmla="*/ 66033 h 458492"/>
                <a:gd name="csX52" fmla="*/ 66236 w 1305938"/>
                <a:gd name="csY52" fmla="*/ 58857 h 458492"/>
                <a:gd name="csX53" fmla="*/ 78854 w 1305938"/>
                <a:gd name="csY53" fmla="*/ 57648 h 458492"/>
                <a:gd name="csX54" fmla="*/ 85377 w 1305938"/>
                <a:gd name="csY54" fmla="*/ 52874 h 458492"/>
                <a:gd name="csX55" fmla="*/ 93205 w 1305938"/>
                <a:gd name="csY55" fmla="*/ 39604 h 458492"/>
                <a:gd name="csX56" fmla="*/ 105488 w 1305938"/>
                <a:gd name="csY56" fmla="*/ 19364 h 458492"/>
                <a:gd name="csX57" fmla="*/ 122354 w 1305938"/>
                <a:gd name="csY57" fmla="*/ 4901 h 458492"/>
                <a:gd name="csX58" fmla="*/ 139108 w 1305938"/>
                <a:gd name="csY58" fmla="*/ 0 h 458492"/>
                <a:gd name="csX59" fmla="*/ 152377 w 1305938"/>
                <a:gd name="csY59" fmla="*/ 4248 h 458492"/>
                <a:gd name="csX60" fmla="*/ 157373 w 1305938"/>
                <a:gd name="csY60" fmla="*/ 13270 h 458492"/>
                <a:gd name="csX61" fmla="*/ 154875 w 1305938"/>
                <a:gd name="csY61" fmla="*/ 19699 h 458492"/>
                <a:gd name="csX62" fmla="*/ 148463 w 1305938"/>
                <a:gd name="csY62" fmla="*/ 22308 h 458492"/>
                <a:gd name="csX63" fmla="*/ 142910 w 1305938"/>
                <a:gd name="csY63" fmla="*/ 20351 h 458492"/>
                <a:gd name="csX64" fmla="*/ 140842 w 1305938"/>
                <a:gd name="csY64" fmla="*/ 15673 h 458492"/>
                <a:gd name="csX65" fmla="*/ 142258 w 1305938"/>
                <a:gd name="csY65" fmla="*/ 11425 h 458492"/>
                <a:gd name="csX66" fmla="*/ 143674 w 1305938"/>
                <a:gd name="csY66" fmla="*/ 7940 h 458492"/>
                <a:gd name="csX67" fmla="*/ 142687 w 1305938"/>
                <a:gd name="csY67" fmla="*/ 5665 h 458492"/>
                <a:gd name="csX68" fmla="*/ 138567 w 1305938"/>
                <a:gd name="csY68" fmla="*/ 4567 h 458492"/>
                <a:gd name="csX69" fmla="*/ 126268 w 1305938"/>
                <a:gd name="csY69" fmla="*/ 8926 h 458492"/>
                <a:gd name="csX70" fmla="*/ 113221 w 1305938"/>
                <a:gd name="csY70" fmla="*/ 26986 h 458492"/>
                <a:gd name="csX71" fmla="*/ 102449 w 1305938"/>
                <a:gd name="csY71" fmla="*/ 58857 h 458492"/>
                <a:gd name="csX72" fmla="*/ 118440 w 1305938"/>
                <a:gd name="csY72" fmla="*/ 58857 h 458492"/>
                <a:gd name="csX73" fmla="*/ 219377 w 1305938"/>
                <a:gd name="csY73" fmla="*/ 56232 h 458492"/>
                <a:gd name="csX74" fmla="*/ 211868 w 1305938"/>
                <a:gd name="csY74" fmla="*/ 81260 h 458492"/>
                <a:gd name="csX75" fmla="*/ 232965 w 1305938"/>
                <a:gd name="csY75" fmla="*/ 61785 h 458492"/>
                <a:gd name="csX76" fmla="*/ 251994 w 1305938"/>
                <a:gd name="csY76" fmla="*/ 56232 h 458492"/>
                <a:gd name="csX77" fmla="*/ 268526 w 1305938"/>
                <a:gd name="csY77" fmla="*/ 63965 h 458492"/>
                <a:gd name="csX78" fmla="*/ 275383 w 1305938"/>
                <a:gd name="csY78" fmla="*/ 83870 h 458492"/>
                <a:gd name="csX79" fmla="*/ 255924 w 1305938"/>
                <a:gd name="csY79" fmla="*/ 132591 h 458492"/>
                <a:gd name="csX80" fmla="*/ 210563 w 1305938"/>
                <a:gd name="csY80" fmla="*/ 157286 h 458492"/>
                <a:gd name="csX81" fmla="*/ 200889 w 1305938"/>
                <a:gd name="csY81" fmla="*/ 156093 h 458492"/>
                <a:gd name="csX82" fmla="*/ 191534 w 1305938"/>
                <a:gd name="csY82" fmla="*/ 151844 h 458492"/>
                <a:gd name="csX83" fmla="*/ 183594 w 1305938"/>
                <a:gd name="csY83" fmla="*/ 179912 h 458492"/>
                <a:gd name="csX84" fmla="*/ 181192 w 1305938"/>
                <a:gd name="csY84" fmla="*/ 190684 h 458492"/>
                <a:gd name="csX85" fmla="*/ 182385 w 1305938"/>
                <a:gd name="csY85" fmla="*/ 194710 h 458492"/>
                <a:gd name="csX86" fmla="*/ 186522 w 1305938"/>
                <a:gd name="csY86" fmla="*/ 197320 h 458492"/>
                <a:gd name="csX87" fmla="*/ 197723 w 1305938"/>
                <a:gd name="csY87" fmla="*/ 198290 h 458492"/>
                <a:gd name="csX88" fmla="*/ 196752 w 1305938"/>
                <a:gd name="csY88" fmla="*/ 202316 h 458492"/>
                <a:gd name="csX89" fmla="*/ 145520 w 1305938"/>
                <a:gd name="csY89" fmla="*/ 202316 h 458492"/>
                <a:gd name="csX90" fmla="*/ 146602 w 1305938"/>
                <a:gd name="csY90" fmla="*/ 198290 h 458492"/>
                <a:gd name="csX91" fmla="*/ 160317 w 1305938"/>
                <a:gd name="csY91" fmla="*/ 194805 h 458492"/>
                <a:gd name="csX92" fmla="*/ 167715 w 1305938"/>
                <a:gd name="csY92" fmla="*/ 177955 h 458492"/>
                <a:gd name="csX93" fmla="*/ 195225 w 1305938"/>
                <a:gd name="csY93" fmla="*/ 82677 h 458492"/>
                <a:gd name="csX94" fmla="*/ 197723 w 1305938"/>
                <a:gd name="csY94" fmla="*/ 71475 h 458492"/>
                <a:gd name="csX95" fmla="*/ 195988 w 1305938"/>
                <a:gd name="csY95" fmla="*/ 66892 h 458492"/>
                <a:gd name="csX96" fmla="*/ 190881 w 1305938"/>
                <a:gd name="csY96" fmla="*/ 65269 h 458492"/>
                <a:gd name="csX97" fmla="*/ 182067 w 1305938"/>
                <a:gd name="csY97" fmla="*/ 66033 h 458492"/>
                <a:gd name="csX98" fmla="*/ 182067 w 1305938"/>
                <a:gd name="csY98" fmla="*/ 61785 h 458492"/>
                <a:gd name="csX99" fmla="*/ 219377 w 1305938"/>
                <a:gd name="csY99" fmla="*/ 56232 h 458492"/>
                <a:gd name="csX100" fmla="*/ 194031 w 1305938"/>
                <a:gd name="csY100" fmla="*/ 143252 h 458492"/>
                <a:gd name="csX101" fmla="*/ 212186 w 1305938"/>
                <a:gd name="csY101" fmla="*/ 151303 h 458492"/>
                <a:gd name="csX102" fmla="*/ 223721 w 1305938"/>
                <a:gd name="csY102" fmla="*/ 148153 h 458492"/>
                <a:gd name="csX103" fmla="*/ 235145 w 1305938"/>
                <a:gd name="csY103" fmla="*/ 138797 h 458492"/>
                <a:gd name="csX104" fmla="*/ 245264 w 1305938"/>
                <a:gd name="csY104" fmla="*/ 124540 h 458492"/>
                <a:gd name="csX105" fmla="*/ 253204 w 1305938"/>
                <a:gd name="csY105" fmla="*/ 105398 h 458492"/>
                <a:gd name="csX106" fmla="*/ 256784 w 1305938"/>
                <a:gd name="csY106" fmla="*/ 83647 h 458492"/>
                <a:gd name="csX107" fmla="*/ 252758 w 1305938"/>
                <a:gd name="csY107" fmla="*/ 70377 h 458492"/>
                <a:gd name="csX108" fmla="*/ 243514 w 1305938"/>
                <a:gd name="csY108" fmla="*/ 65699 h 458492"/>
                <a:gd name="csX109" fmla="*/ 220236 w 1305938"/>
                <a:gd name="csY109" fmla="*/ 79192 h 458492"/>
                <a:gd name="csX110" fmla="*/ 203499 w 1305938"/>
                <a:gd name="csY110" fmla="*/ 110729 h 458492"/>
                <a:gd name="csX111" fmla="*/ 194031 w 1305938"/>
                <a:gd name="csY111" fmla="*/ 143252 h 458492"/>
                <a:gd name="csX112" fmla="*/ 308016 w 1305938"/>
                <a:gd name="csY112" fmla="*/ 113672 h 458492"/>
                <a:gd name="csX113" fmla="*/ 307252 w 1305938"/>
                <a:gd name="csY113" fmla="*/ 122694 h 458492"/>
                <a:gd name="csX114" fmla="*/ 314110 w 1305938"/>
                <a:gd name="csY114" fmla="*/ 139226 h 458492"/>
                <a:gd name="csX115" fmla="*/ 330753 w 1305938"/>
                <a:gd name="csY115" fmla="*/ 145973 h 458492"/>
                <a:gd name="csX116" fmla="*/ 345756 w 1305938"/>
                <a:gd name="csY116" fmla="*/ 142822 h 458492"/>
                <a:gd name="csX117" fmla="*/ 367300 w 1305938"/>
                <a:gd name="csY117" fmla="*/ 128566 h 458492"/>
                <a:gd name="csX118" fmla="*/ 369575 w 1305938"/>
                <a:gd name="csY118" fmla="*/ 131732 h 458492"/>
                <a:gd name="csX119" fmla="*/ 320411 w 1305938"/>
                <a:gd name="csY119" fmla="*/ 157286 h 458492"/>
                <a:gd name="csX120" fmla="*/ 296481 w 1305938"/>
                <a:gd name="csY120" fmla="*/ 147278 h 458492"/>
                <a:gd name="csX121" fmla="*/ 288430 w 1305938"/>
                <a:gd name="csY121" fmla="*/ 125192 h 458492"/>
                <a:gd name="csX122" fmla="*/ 298438 w 1305938"/>
                <a:gd name="csY122" fmla="*/ 92017 h 458492"/>
                <a:gd name="csX123" fmla="*/ 323561 w 1305938"/>
                <a:gd name="csY123" fmla="*/ 65699 h 458492"/>
                <a:gd name="csX124" fmla="*/ 354682 w 1305938"/>
                <a:gd name="csY124" fmla="*/ 56232 h 458492"/>
                <a:gd name="csX125" fmla="*/ 371755 w 1305938"/>
                <a:gd name="csY125" fmla="*/ 60909 h 458492"/>
                <a:gd name="csX126" fmla="*/ 377292 w 1305938"/>
                <a:gd name="csY126" fmla="*/ 72016 h 458492"/>
                <a:gd name="csX127" fmla="*/ 370116 w 1305938"/>
                <a:gd name="csY127" fmla="*/ 89312 h 458492"/>
                <a:gd name="csX128" fmla="*/ 342272 w 1305938"/>
                <a:gd name="csY128" fmla="*/ 106703 h 458492"/>
                <a:gd name="csX129" fmla="*/ 308016 w 1305938"/>
                <a:gd name="csY129" fmla="*/ 113672 h 458492"/>
                <a:gd name="csX130" fmla="*/ 308780 w 1305938"/>
                <a:gd name="csY130" fmla="*/ 108342 h 458492"/>
                <a:gd name="csX131" fmla="*/ 334985 w 1305938"/>
                <a:gd name="csY131" fmla="*/ 102025 h 458492"/>
                <a:gd name="csX132" fmla="*/ 355001 w 1305938"/>
                <a:gd name="csY132" fmla="*/ 87784 h 458492"/>
                <a:gd name="csX133" fmla="*/ 361747 w 1305938"/>
                <a:gd name="csY133" fmla="*/ 71904 h 458492"/>
                <a:gd name="csX134" fmla="*/ 358803 w 1305938"/>
                <a:gd name="csY134" fmla="*/ 64506 h 458492"/>
                <a:gd name="csX135" fmla="*/ 350657 w 1305938"/>
                <a:gd name="csY135" fmla="*/ 61673 h 458492"/>
                <a:gd name="csX136" fmla="*/ 327045 w 1305938"/>
                <a:gd name="csY136" fmla="*/ 73527 h 458492"/>
                <a:gd name="csX137" fmla="*/ 308780 w 1305938"/>
                <a:gd name="csY137" fmla="*/ 108342 h 458492"/>
                <a:gd name="csX138" fmla="*/ 392088 w 1305938"/>
                <a:gd name="csY138" fmla="*/ 62326 h 458492"/>
                <a:gd name="csX139" fmla="*/ 429622 w 1305938"/>
                <a:gd name="csY139" fmla="*/ 56232 h 458492"/>
                <a:gd name="csX140" fmla="*/ 413950 w 1305938"/>
                <a:gd name="csY140" fmla="*/ 109106 h 458492"/>
                <a:gd name="csX141" fmla="*/ 448540 w 1305938"/>
                <a:gd name="csY141" fmla="*/ 63630 h 458492"/>
                <a:gd name="csX142" fmla="*/ 462891 w 1305938"/>
                <a:gd name="csY142" fmla="*/ 56232 h 458492"/>
                <a:gd name="csX143" fmla="*/ 468556 w 1305938"/>
                <a:gd name="csY143" fmla="*/ 58411 h 458492"/>
                <a:gd name="csX144" fmla="*/ 470624 w 1305938"/>
                <a:gd name="csY144" fmla="*/ 64506 h 458492"/>
                <a:gd name="csX145" fmla="*/ 466917 w 1305938"/>
                <a:gd name="csY145" fmla="*/ 78205 h 458492"/>
                <a:gd name="csX146" fmla="*/ 459423 w 1305938"/>
                <a:gd name="csY146" fmla="*/ 83106 h 458492"/>
                <a:gd name="csX147" fmla="*/ 455063 w 1305938"/>
                <a:gd name="csY147" fmla="*/ 81467 h 458492"/>
                <a:gd name="csX148" fmla="*/ 452884 w 1305938"/>
                <a:gd name="csY148" fmla="*/ 76471 h 458492"/>
                <a:gd name="csX149" fmla="*/ 451913 w 1305938"/>
                <a:gd name="csY149" fmla="*/ 73750 h 458492"/>
                <a:gd name="csX150" fmla="*/ 449845 w 1305938"/>
                <a:gd name="csY150" fmla="*/ 72875 h 458492"/>
                <a:gd name="csX151" fmla="*/ 446360 w 1305938"/>
                <a:gd name="csY151" fmla="*/ 73750 h 458492"/>
                <a:gd name="csX152" fmla="*/ 437768 w 1305938"/>
                <a:gd name="csY152" fmla="*/ 82231 h 458492"/>
                <a:gd name="csX153" fmla="*/ 418198 w 1305938"/>
                <a:gd name="csY153" fmla="*/ 109869 h 458492"/>
                <a:gd name="csX154" fmla="*/ 410370 w 1305938"/>
                <a:gd name="csY154" fmla="*/ 126067 h 458492"/>
                <a:gd name="csX155" fmla="*/ 405135 w 1305938"/>
                <a:gd name="csY155" fmla="*/ 140977 h 458492"/>
                <a:gd name="csX156" fmla="*/ 401667 w 1305938"/>
                <a:gd name="csY156" fmla="*/ 154676 h 458492"/>
                <a:gd name="csX157" fmla="*/ 385024 w 1305938"/>
                <a:gd name="csY157" fmla="*/ 154676 h 458492"/>
                <a:gd name="csX158" fmla="*/ 405135 w 1305938"/>
                <a:gd name="csY158" fmla="*/ 87132 h 458492"/>
                <a:gd name="csX159" fmla="*/ 408620 w 1305938"/>
                <a:gd name="csY159" fmla="*/ 70377 h 458492"/>
                <a:gd name="csX160" fmla="*/ 406997 w 1305938"/>
                <a:gd name="csY160" fmla="*/ 67115 h 458492"/>
                <a:gd name="csX161" fmla="*/ 401221 w 1305938"/>
                <a:gd name="csY161" fmla="*/ 65381 h 458492"/>
                <a:gd name="csX162" fmla="*/ 392852 w 1305938"/>
                <a:gd name="csY162" fmla="*/ 66351 h 458492"/>
                <a:gd name="csX163" fmla="*/ 392088 w 1305938"/>
                <a:gd name="csY163" fmla="*/ 62326 h 458492"/>
                <a:gd name="csX164" fmla="*/ 533265 w 1305938"/>
                <a:gd name="csY164" fmla="*/ 58857 h 458492"/>
                <a:gd name="csX165" fmla="*/ 531308 w 1305938"/>
                <a:gd name="csY165" fmla="*/ 66033 h 458492"/>
                <a:gd name="csX166" fmla="*/ 515429 w 1305938"/>
                <a:gd name="csY166" fmla="*/ 66033 h 458492"/>
                <a:gd name="csX167" fmla="*/ 503464 w 1305938"/>
                <a:gd name="csY167" fmla="*/ 113561 h 458492"/>
                <a:gd name="csX168" fmla="*/ 487473 w 1305938"/>
                <a:gd name="csY168" fmla="*/ 162187 h 458492"/>
                <a:gd name="csX169" fmla="*/ 462891 w 1305938"/>
                <a:gd name="csY169" fmla="*/ 195681 h 458492"/>
                <a:gd name="csX170" fmla="*/ 442892 w 1305938"/>
                <a:gd name="csY170" fmla="*/ 202745 h 458492"/>
                <a:gd name="csX171" fmla="*/ 431786 w 1305938"/>
                <a:gd name="csY171" fmla="*/ 198831 h 458492"/>
                <a:gd name="csX172" fmla="*/ 428413 w 1305938"/>
                <a:gd name="csY172" fmla="*/ 191766 h 458492"/>
                <a:gd name="csX173" fmla="*/ 431245 w 1305938"/>
                <a:gd name="csY173" fmla="*/ 185672 h 458492"/>
                <a:gd name="csX174" fmla="*/ 437991 w 1305938"/>
                <a:gd name="csY174" fmla="*/ 183174 h 458492"/>
                <a:gd name="csX175" fmla="*/ 442987 w 1305938"/>
                <a:gd name="csY175" fmla="*/ 185020 h 458492"/>
                <a:gd name="csX176" fmla="*/ 444944 w 1305938"/>
                <a:gd name="csY176" fmla="*/ 189268 h 458492"/>
                <a:gd name="csX177" fmla="*/ 442669 w 1305938"/>
                <a:gd name="csY177" fmla="*/ 193724 h 458492"/>
                <a:gd name="csX178" fmla="*/ 440919 w 1305938"/>
                <a:gd name="csY178" fmla="*/ 196015 h 458492"/>
                <a:gd name="csX179" fmla="*/ 441682 w 1305938"/>
                <a:gd name="csY179" fmla="*/ 197526 h 458492"/>
                <a:gd name="csX180" fmla="*/ 444737 w 1305938"/>
                <a:gd name="csY180" fmla="*/ 198290 h 458492"/>
                <a:gd name="csX181" fmla="*/ 454634 w 1305938"/>
                <a:gd name="csY181" fmla="*/ 195362 h 458492"/>
                <a:gd name="csX182" fmla="*/ 463766 w 1305938"/>
                <a:gd name="csY182" fmla="*/ 186547 h 458492"/>
                <a:gd name="csX183" fmla="*/ 471388 w 1305938"/>
                <a:gd name="csY183" fmla="*/ 169792 h 458492"/>
                <a:gd name="csX184" fmla="*/ 479534 w 1305938"/>
                <a:gd name="csY184" fmla="*/ 139672 h 458492"/>
                <a:gd name="csX185" fmla="*/ 498468 w 1305938"/>
                <a:gd name="csY185" fmla="*/ 66033 h 458492"/>
                <a:gd name="csX186" fmla="*/ 479534 w 1305938"/>
                <a:gd name="csY186" fmla="*/ 66033 h 458492"/>
                <a:gd name="csX187" fmla="*/ 481061 w 1305938"/>
                <a:gd name="csY187" fmla="*/ 58857 h 458492"/>
                <a:gd name="csX188" fmla="*/ 493679 w 1305938"/>
                <a:gd name="csY188" fmla="*/ 57648 h 458492"/>
                <a:gd name="csX189" fmla="*/ 500202 w 1305938"/>
                <a:gd name="csY189" fmla="*/ 52874 h 458492"/>
                <a:gd name="csX190" fmla="*/ 508030 w 1305938"/>
                <a:gd name="csY190" fmla="*/ 39604 h 458492"/>
                <a:gd name="csX191" fmla="*/ 520329 w 1305938"/>
                <a:gd name="csY191" fmla="*/ 19364 h 458492"/>
                <a:gd name="csX192" fmla="*/ 537179 w 1305938"/>
                <a:gd name="csY192" fmla="*/ 4901 h 458492"/>
                <a:gd name="csX193" fmla="*/ 553933 w 1305938"/>
                <a:gd name="csY193" fmla="*/ 0 h 458492"/>
                <a:gd name="csX194" fmla="*/ 567202 w 1305938"/>
                <a:gd name="csY194" fmla="*/ 4248 h 458492"/>
                <a:gd name="csX195" fmla="*/ 572198 w 1305938"/>
                <a:gd name="csY195" fmla="*/ 13270 h 458492"/>
                <a:gd name="csX196" fmla="*/ 569700 w 1305938"/>
                <a:gd name="csY196" fmla="*/ 19699 h 458492"/>
                <a:gd name="csX197" fmla="*/ 563288 w 1305938"/>
                <a:gd name="csY197" fmla="*/ 22308 h 458492"/>
                <a:gd name="csX198" fmla="*/ 557735 w 1305938"/>
                <a:gd name="csY198" fmla="*/ 20351 h 458492"/>
                <a:gd name="csX199" fmla="*/ 555667 w 1305938"/>
                <a:gd name="csY199" fmla="*/ 15673 h 458492"/>
                <a:gd name="csX200" fmla="*/ 557083 w 1305938"/>
                <a:gd name="csY200" fmla="*/ 11425 h 458492"/>
                <a:gd name="csX201" fmla="*/ 558499 w 1305938"/>
                <a:gd name="csY201" fmla="*/ 7940 h 458492"/>
                <a:gd name="csX202" fmla="*/ 557529 w 1305938"/>
                <a:gd name="csY202" fmla="*/ 5665 h 458492"/>
                <a:gd name="csX203" fmla="*/ 553392 w 1305938"/>
                <a:gd name="csY203" fmla="*/ 4567 h 458492"/>
                <a:gd name="csX204" fmla="*/ 541093 w 1305938"/>
                <a:gd name="csY204" fmla="*/ 8926 h 458492"/>
                <a:gd name="csX205" fmla="*/ 528046 w 1305938"/>
                <a:gd name="csY205" fmla="*/ 26986 h 458492"/>
                <a:gd name="csX206" fmla="*/ 517274 w 1305938"/>
                <a:gd name="csY206" fmla="*/ 58857 h 458492"/>
                <a:gd name="csX207" fmla="*/ 533265 w 1305938"/>
                <a:gd name="csY207" fmla="*/ 58857 h 458492"/>
                <a:gd name="csX208" fmla="*/ 632245 w 1305938"/>
                <a:gd name="csY208" fmla="*/ 90282 h 458492"/>
                <a:gd name="csX209" fmla="*/ 623542 w 1305938"/>
                <a:gd name="csY209" fmla="*/ 122583 h 458492"/>
                <a:gd name="csX210" fmla="*/ 599501 w 1305938"/>
                <a:gd name="csY210" fmla="*/ 147930 h 458492"/>
                <a:gd name="csX211" fmla="*/ 569493 w 1305938"/>
                <a:gd name="csY211" fmla="*/ 157286 h 458492"/>
                <a:gd name="csX212" fmla="*/ 545118 w 1305938"/>
                <a:gd name="csY212" fmla="*/ 147819 h 458492"/>
                <a:gd name="csX213" fmla="*/ 535763 w 1305938"/>
                <a:gd name="csY213" fmla="*/ 123140 h 458492"/>
                <a:gd name="csX214" fmla="*/ 544911 w 1305938"/>
                <a:gd name="csY214" fmla="*/ 91046 h 458492"/>
                <a:gd name="csX215" fmla="*/ 569493 w 1305938"/>
                <a:gd name="csY215" fmla="*/ 65588 h 458492"/>
                <a:gd name="csX216" fmla="*/ 599294 w 1305938"/>
                <a:gd name="csY216" fmla="*/ 56232 h 458492"/>
                <a:gd name="csX217" fmla="*/ 622890 w 1305938"/>
                <a:gd name="csY217" fmla="*/ 65699 h 458492"/>
                <a:gd name="csX218" fmla="*/ 632245 w 1305938"/>
                <a:gd name="csY218" fmla="*/ 90282 h 458492"/>
                <a:gd name="csX219" fmla="*/ 614187 w 1305938"/>
                <a:gd name="csY219" fmla="*/ 82772 h 458492"/>
                <a:gd name="csX220" fmla="*/ 609191 w 1305938"/>
                <a:gd name="csY220" fmla="*/ 67338 h 458492"/>
                <a:gd name="csX221" fmla="*/ 596462 w 1305938"/>
                <a:gd name="csY221" fmla="*/ 61896 h 458492"/>
                <a:gd name="csX222" fmla="*/ 566979 w 1305938"/>
                <a:gd name="csY222" fmla="*/ 84841 h 458492"/>
                <a:gd name="csX223" fmla="*/ 553598 w 1305938"/>
                <a:gd name="csY223" fmla="*/ 130316 h 458492"/>
                <a:gd name="csX224" fmla="*/ 558833 w 1305938"/>
                <a:gd name="csY224" fmla="*/ 146307 h 458492"/>
                <a:gd name="csX225" fmla="*/ 571991 w 1305938"/>
                <a:gd name="csY225" fmla="*/ 151844 h 458492"/>
                <a:gd name="csX226" fmla="*/ 600694 w 1305938"/>
                <a:gd name="csY226" fmla="*/ 129122 h 458492"/>
                <a:gd name="csX227" fmla="*/ 614187 w 1305938"/>
                <a:gd name="csY227" fmla="*/ 82772 h 458492"/>
                <a:gd name="csX228" fmla="*/ 652261 w 1305938"/>
                <a:gd name="csY228" fmla="*/ 62326 h 458492"/>
                <a:gd name="csX229" fmla="*/ 689779 w 1305938"/>
                <a:gd name="csY229" fmla="*/ 56232 h 458492"/>
                <a:gd name="csX230" fmla="*/ 674122 w 1305938"/>
                <a:gd name="csY230" fmla="*/ 109106 h 458492"/>
                <a:gd name="csX231" fmla="*/ 708712 w 1305938"/>
                <a:gd name="csY231" fmla="*/ 63630 h 458492"/>
                <a:gd name="csX232" fmla="*/ 723064 w 1305938"/>
                <a:gd name="csY232" fmla="*/ 56232 h 458492"/>
                <a:gd name="csX233" fmla="*/ 728712 w 1305938"/>
                <a:gd name="csY233" fmla="*/ 58411 h 458492"/>
                <a:gd name="csX234" fmla="*/ 730781 w 1305938"/>
                <a:gd name="csY234" fmla="*/ 64506 h 458492"/>
                <a:gd name="csX235" fmla="*/ 727089 w 1305938"/>
                <a:gd name="csY235" fmla="*/ 78205 h 458492"/>
                <a:gd name="csX236" fmla="*/ 719579 w 1305938"/>
                <a:gd name="csY236" fmla="*/ 83106 h 458492"/>
                <a:gd name="csX237" fmla="*/ 715236 w 1305938"/>
                <a:gd name="csY237" fmla="*/ 81467 h 458492"/>
                <a:gd name="csX238" fmla="*/ 713056 w 1305938"/>
                <a:gd name="csY238" fmla="*/ 76471 h 458492"/>
                <a:gd name="csX239" fmla="*/ 712070 w 1305938"/>
                <a:gd name="csY239" fmla="*/ 73750 h 458492"/>
                <a:gd name="csX240" fmla="*/ 710017 w 1305938"/>
                <a:gd name="csY240" fmla="*/ 72875 h 458492"/>
                <a:gd name="csX241" fmla="*/ 706533 w 1305938"/>
                <a:gd name="csY241" fmla="*/ 73750 h 458492"/>
                <a:gd name="csX242" fmla="*/ 697941 w 1305938"/>
                <a:gd name="csY242" fmla="*/ 82231 h 458492"/>
                <a:gd name="csX243" fmla="*/ 678355 w 1305938"/>
                <a:gd name="csY243" fmla="*/ 109869 h 458492"/>
                <a:gd name="csX244" fmla="*/ 670527 w 1305938"/>
                <a:gd name="csY244" fmla="*/ 126067 h 458492"/>
                <a:gd name="csX245" fmla="*/ 665308 w 1305938"/>
                <a:gd name="csY245" fmla="*/ 140977 h 458492"/>
                <a:gd name="csX246" fmla="*/ 661823 w 1305938"/>
                <a:gd name="csY246" fmla="*/ 154676 h 458492"/>
                <a:gd name="csX247" fmla="*/ 645181 w 1305938"/>
                <a:gd name="csY247" fmla="*/ 154676 h 458492"/>
                <a:gd name="csX248" fmla="*/ 665308 w 1305938"/>
                <a:gd name="csY248" fmla="*/ 87132 h 458492"/>
                <a:gd name="csX249" fmla="*/ 668792 w 1305938"/>
                <a:gd name="csY249" fmla="*/ 70377 h 458492"/>
                <a:gd name="csX250" fmla="*/ 667153 w 1305938"/>
                <a:gd name="csY250" fmla="*/ 67115 h 458492"/>
                <a:gd name="csX251" fmla="*/ 661394 w 1305938"/>
                <a:gd name="csY251" fmla="*/ 65381 h 458492"/>
                <a:gd name="csX252" fmla="*/ 653025 w 1305938"/>
                <a:gd name="csY252" fmla="*/ 66351 h 458492"/>
                <a:gd name="csX253" fmla="*/ 652261 w 1305938"/>
                <a:gd name="csY253" fmla="*/ 62326 h 458492"/>
                <a:gd name="csX254" fmla="*/ 775697 w 1305938"/>
                <a:gd name="csY254" fmla="*/ 56232 h 458492"/>
                <a:gd name="csX255" fmla="*/ 761568 w 1305938"/>
                <a:gd name="csY255" fmla="*/ 105287 h 458492"/>
                <a:gd name="csX256" fmla="*/ 777670 w 1305938"/>
                <a:gd name="csY256" fmla="*/ 79303 h 458492"/>
                <a:gd name="csX257" fmla="*/ 797781 w 1305938"/>
                <a:gd name="csY257" fmla="*/ 59716 h 458492"/>
                <a:gd name="csX258" fmla="*/ 809857 w 1305938"/>
                <a:gd name="csY258" fmla="*/ 56232 h 458492"/>
                <a:gd name="csX259" fmla="*/ 818878 w 1305938"/>
                <a:gd name="csY259" fmla="*/ 59716 h 458492"/>
                <a:gd name="csX260" fmla="*/ 822474 w 1305938"/>
                <a:gd name="csY260" fmla="*/ 68643 h 458492"/>
                <a:gd name="csX261" fmla="*/ 819976 w 1305938"/>
                <a:gd name="csY261" fmla="*/ 82565 h 458492"/>
                <a:gd name="csX262" fmla="*/ 812244 w 1305938"/>
                <a:gd name="csY262" fmla="*/ 110188 h 458492"/>
                <a:gd name="csX263" fmla="*/ 845863 w 1305938"/>
                <a:gd name="csY263" fmla="*/ 63630 h 458492"/>
                <a:gd name="csX264" fmla="*/ 863253 w 1305938"/>
                <a:gd name="csY264" fmla="*/ 56232 h 458492"/>
                <a:gd name="csX265" fmla="*/ 871416 w 1305938"/>
                <a:gd name="csY265" fmla="*/ 59716 h 458492"/>
                <a:gd name="csX266" fmla="*/ 874677 w 1305938"/>
                <a:gd name="csY266" fmla="*/ 70265 h 458492"/>
                <a:gd name="csX267" fmla="*/ 872720 w 1305938"/>
                <a:gd name="csY267" fmla="*/ 83647 h 458492"/>
                <a:gd name="csX268" fmla="*/ 860756 w 1305938"/>
                <a:gd name="csY268" fmla="*/ 125956 h 458492"/>
                <a:gd name="csX269" fmla="*/ 856842 w 1305938"/>
                <a:gd name="csY269" fmla="*/ 141295 h 458492"/>
                <a:gd name="csX270" fmla="*/ 857828 w 1305938"/>
                <a:gd name="csY270" fmla="*/ 143904 h 458492"/>
                <a:gd name="csX271" fmla="*/ 859562 w 1305938"/>
                <a:gd name="csY271" fmla="*/ 144668 h 458492"/>
                <a:gd name="csX272" fmla="*/ 863365 w 1305938"/>
                <a:gd name="csY272" fmla="*/ 142600 h 458492"/>
                <a:gd name="csX273" fmla="*/ 875011 w 1305938"/>
                <a:gd name="csY273" fmla="*/ 129982 h 458492"/>
                <a:gd name="csX274" fmla="*/ 878591 w 1305938"/>
                <a:gd name="csY274" fmla="*/ 132273 h 458492"/>
                <a:gd name="csX275" fmla="*/ 868918 w 1305938"/>
                <a:gd name="csY275" fmla="*/ 144238 h 458492"/>
                <a:gd name="csX276" fmla="*/ 857176 w 1305938"/>
                <a:gd name="csY276" fmla="*/ 154565 h 458492"/>
                <a:gd name="csX277" fmla="*/ 848138 w 1305938"/>
                <a:gd name="csY277" fmla="*/ 157286 h 458492"/>
                <a:gd name="csX278" fmla="*/ 841726 w 1305938"/>
                <a:gd name="csY278" fmla="*/ 154676 h 458492"/>
                <a:gd name="csX279" fmla="*/ 839228 w 1305938"/>
                <a:gd name="csY279" fmla="*/ 148264 h 458492"/>
                <a:gd name="csX280" fmla="*/ 843683 w 1305938"/>
                <a:gd name="csY280" fmla="*/ 127261 h 458492"/>
                <a:gd name="csX281" fmla="*/ 853580 w 1305938"/>
                <a:gd name="csY281" fmla="*/ 92351 h 458492"/>
                <a:gd name="csX282" fmla="*/ 857176 w 1305938"/>
                <a:gd name="csY282" fmla="*/ 78969 h 458492"/>
                <a:gd name="csX283" fmla="*/ 857494 w 1305938"/>
                <a:gd name="csY283" fmla="*/ 74944 h 458492"/>
                <a:gd name="csX284" fmla="*/ 856300 w 1305938"/>
                <a:gd name="csY284" fmla="*/ 70711 h 458492"/>
                <a:gd name="csX285" fmla="*/ 853357 w 1305938"/>
                <a:gd name="csY285" fmla="*/ 69184 h 458492"/>
                <a:gd name="csX286" fmla="*/ 843683 w 1305938"/>
                <a:gd name="csY286" fmla="*/ 73862 h 458492"/>
                <a:gd name="csX287" fmla="*/ 815617 w 1305938"/>
                <a:gd name="csY287" fmla="*/ 112575 h 458492"/>
                <a:gd name="csX288" fmla="*/ 799531 w 1305938"/>
                <a:gd name="csY288" fmla="*/ 154676 h 458492"/>
                <a:gd name="csX289" fmla="*/ 783095 w 1305938"/>
                <a:gd name="csY289" fmla="*/ 154676 h 458492"/>
                <a:gd name="csX290" fmla="*/ 801695 w 1305938"/>
                <a:gd name="csY290" fmla="*/ 88866 h 458492"/>
                <a:gd name="csX291" fmla="*/ 804750 w 1305938"/>
                <a:gd name="csY291" fmla="*/ 74625 h 458492"/>
                <a:gd name="csX292" fmla="*/ 803541 w 1305938"/>
                <a:gd name="csY292" fmla="*/ 70265 h 458492"/>
                <a:gd name="csX293" fmla="*/ 800613 w 1305938"/>
                <a:gd name="csY293" fmla="*/ 68850 h 458492"/>
                <a:gd name="csX294" fmla="*/ 792992 w 1305938"/>
                <a:gd name="csY294" fmla="*/ 71475 h 458492"/>
                <a:gd name="csX295" fmla="*/ 776142 w 1305938"/>
                <a:gd name="csY295" fmla="*/ 89630 h 458492"/>
                <a:gd name="csX296" fmla="*/ 760263 w 1305938"/>
                <a:gd name="csY296" fmla="*/ 116282 h 458492"/>
                <a:gd name="csX297" fmla="*/ 747312 w 1305938"/>
                <a:gd name="csY297" fmla="*/ 154676 h 458492"/>
                <a:gd name="csX298" fmla="*/ 731226 w 1305938"/>
                <a:gd name="csY298" fmla="*/ 154676 h 458492"/>
                <a:gd name="csX299" fmla="*/ 751337 w 1305938"/>
                <a:gd name="csY299" fmla="*/ 84188 h 458492"/>
                <a:gd name="csX300" fmla="*/ 753947 w 1305938"/>
                <a:gd name="csY300" fmla="*/ 75055 h 458492"/>
                <a:gd name="csX301" fmla="*/ 754710 w 1305938"/>
                <a:gd name="csY301" fmla="*/ 72016 h 458492"/>
                <a:gd name="csX302" fmla="*/ 752531 w 1305938"/>
                <a:gd name="csY302" fmla="*/ 67767 h 458492"/>
                <a:gd name="csX303" fmla="*/ 746994 w 1305938"/>
                <a:gd name="csY303" fmla="*/ 65810 h 458492"/>
                <a:gd name="csX304" fmla="*/ 739166 w 1305938"/>
                <a:gd name="csY304" fmla="*/ 67115 h 458492"/>
                <a:gd name="csX305" fmla="*/ 738179 w 1305938"/>
                <a:gd name="csY305" fmla="*/ 63089 h 458492"/>
                <a:gd name="csX306" fmla="*/ 775697 w 1305938"/>
                <a:gd name="csY306" fmla="*/ 56232 h 458492"/>
                <a:gd name="csX307" fmla="*/ 992910 w 1305938"/>
                <a:gd name="csY307" fmla="*/ 56232 h 458492"/>
                <a:gd name="csX308" fmla="*/ 971701 w 1305938"/>
                <a:gd name="csY308" fmla="*/ 129982 h 458492"/>
                <a:gd name="csX309" fmla="*/ 969299 w 1305938"/>
                <a:gd name="csY309" fmla="*/ 139879 h 458492"/>
                <a:gd name="csX310" fmla="*/ 968980 w 1305938"/>
                <a:gd name="csY310" fmla="*/ 142281 h 458492"/>
                <a:gd name="csX311" fmla="*/ 970062 w 1305938"/>
                <a:gd name="csY311" fmla="*/ 145320 h 458492"/>
                <a:gd name="csX312" fmla="*/ 972242 w 1305938"/>
                <a:gd name="csY312" fmla="*/ 146307 h 458492"/>
                <a:gd name="csX313" fmla="*/ 975933 w 1305938"/>
                <a:gd name="csY313" fmla="*/ 144557 h 458492"/>
                <a:gd name="csX314" fmla="*/ 987246 w 1305938"/>
                <a:gd name="csY314" fmla="*/ 131509 h 458492"/>
                <a:gd name="csX315" fmla="*/ 990953 w 1305938"/>
                <a:gd name="csY315" fmla="*/ 134119 h 458492"/>
                <a:gd name="csX316" fmla="*/ 975504 w 1305938"/>
                <a:gd name="csY316" fmla="*/ 151415 h 458492"/>
                <a:gd name="csX317" fmla="*/ 960818 w 1305938"/>
                <a:gd name="csY317" fmla="*/ 157286 h 458492"/>
                <a:gd name="csX318" fmla="*/ 953754 w 1305938"/>
                <a:gd name="csY318" fmla="*/ 154899 h 458492"/>
                <a:gd name="csX319" fmla="*/ 951463 w 1305938"/>
                <a:gd name="csY319" fmla="*/ 148153 h 458492"/>
                <a:gd name="csX320" fmla="*/ 953865 w 1305938"/>
                <a:gd name="csY320" fmla="*/ 134119 h 458492"/>
                <a:gd name="csX321" fmla="*/ 956140 w 1305938"/>
                <a:gd name="csY321" fmla="*/ 125956 h 458492"/>
                <a:gd name="csX322" fmla="*/ 929935 w 1305938"/>
                <a:gd name="csY322" fmla="*/ 151956 h 458492"/>
                <a:gd name="csX323" fmla="*/ 913070 w 1305938"/>
                <a:gd name="csY323" fmla="*/ 157286 h 458492"/>
                <a:gd name="csX324" fmla="*/ 899371 w 1305938"/>
                <a:gd name="csY324" fmla="*/ 150762 h 458492"/>
                <a:gd name="csX325" fmla="*/ 893611 w 1305938"/>
                <a:gd name="csY325" fmla="*/ 132591 h 458492"/>
                <a:gd name="csX326" fmla="*/ 903937 w 1305938"/>
                <a:gd name="csY326" fmla="*/ 96154 h 458492"/>
                <a:gd name="csX327" fmla="*/ 930365 w 1305938"/>
                <a:gd name="csY327" fmla="*/ 65381 h 458492"/>
                <a:gd name="csX328" fmla="*/ 953977 w 1305938"/>
                <a:gd name="csY328" fmla="*/ 56232 h 458492"/>
                <a:gd name="csX329" fmla="*/ 964955 w 1305938"/>
                <a:gd name="csY329" fmla="*/ 59716 h 458492"/>
                <a:gd name="csX330" fmla="*/ 971701 w 1305938"/>
                <a:gd name="csY330" fmla="*/ 71252 h 458492"/>
                <a:gd name="csX331" fmla="*/ 975615 w 1305938"/>
                <a:gd name="csY331" fmla="*/ 58857 h 458492"/>
                <a:gd name="csX332" fmla="*/ 992910 w 1305938"/>
                <a:gd name="csY332" fmla="*/ 56232 h 458492"/>
                <a:gd name="csX333" fmla="*/ 954183 w 1305938"/>
                <a:gd name="csY333" fmla="*/ 61896 h 458492"/>
                <a:gd name="csX334" fmla="*/ 939402 w 1305938"/>
                <a:gd name="csY334" fmla="*/ 68420 h 458492"/>
                <a:gd name="csX335" fmla="*/ 919593 w 1305938"/>
                <a:gd name="csY335" fmla="*/ 95836 h 458492"/>
                <a:gd name="csX336" fmla="*/ 911002 w 1305938"/>
                <a:gd name="csY336" fmla="*/ 128677 h 458492"/>
                <a:gd name="csX337" fmla="*/ 914709 w 1305938"/>
                <a:gd name="csY337" fmla="*/ 140420 h 458492"/>
                <a:gd name="csX338" fmla="*/ 923189 w 1305938"/>
                <a:gd name="csY338" fmla="*/ 144668 h 458492"/>
                <a:gd name="csX339" fmla="*/ 948965 w 1305938"/>
                <a:gd name="csY339" fmla="*/ 127165 h 458492"/>
                <a:gd name="csX340" fmla="*/ 967564 w 1305938"/>
                <a:gd name="csY340" fmla="*/ 79415 h 458492"/>
                <a:gd name="csX341" fmla="*/ 963969 w 1305938"/>
                <a:gd name="csY341" fmla="*/ 66033 h 458492"/>
                <a:gd name="csX342" fmla="*/ 954183 w 1305938"/>
                <a:gd name="csY342" fmla="*/ 61896 h 458492"/>
                <a:gd name="csX343" fmla="*/ 1048916 w 1305938"/>
                <a:gd name="csY343" fmla="*/ 56232 h 458492"/>
                <a:gd name="csX344" fmla="*/ 1034453 w 1305938"/>
                <a:gd name="csY344" fmla="*/ 105732 h 458492"/>
                <a:gd name="csX345" fmla="*/ 1065559 w 1305938"/>
                <a:gd name="csY345" fmla="*/ 65810 h 458492"/>
                <a:gd name="csX346" fmla="*/ 1086450 w 1305938"/>
                <a:gd name="csY346" fmla="*/ 56232 h 458492"/>
                <a:gd name="csX347" fmla="*/ 1095359 w 1305938"/>
                <a:gd name="csY347" fmla="*/ 59828 h 458492"/>
                <a:gd name="csX348" fmla="*/ 1098955 w 1305938"/>
                <a:gd name="csY348" fmla="*/ 69184 h 458492"/>
                <a:gd name="csX349" fmla="*/ 1095805 w 1305938"/>
                <a:gd name="csY349" fmla="*/ 86591 h 458492"/>
                <a:gd name="csX350" fmla="*/ 1082535 w 1305938"/>
                <a:gd name="csY350" fmla="*/ 132384 h 458492"/>
                <a:gd name="csX351" fmla="*/ 1080244 w 1305938"/>
                <a:gd name="csY351" fmla="*/ 142059 h 458492"/>
                <a:gd name="csX352" fmla="*/ 1081119 w 1305938"/>
                <a:gd name="csY352" fmla="*/ 144668 h 458492"/>
                <a:gd name="csX353" fmla="*/ 1082965 w 1305938"/>
                <a:gd name="csY353" fmla="*/ 145655 h 458492"/>
                <a:gd name="csX354" fmla="*/ 1086115 w 1305938"/>
                <a:gd name="csY354" fmla="*/ 144238 h 458492"/>
                <a:gd name="csX355" fmla="*/ 1098733 w 1305938"/>
                <a:gd name="csY355" fmla="*/ 130316 h 458492"/>
                <a:gd name="csX356" fmla="*/ 1102106 w 1305938"/>
                <a:gd name="csY356" fmla="*/ 132384 h 458492"/>
                <a:gd name="csX357" fmla="*/ 1082965 w 1305938"/>
                <a:gd name="csY357" fmla="*/ 153038 h 458492"/>
                <a:gd name="csX358" fmla="*/ 1071653 w 1305938"/>
                <a:gd name="csY358" fmla="*/ 157286 h 458492"/>
                <a:gd name="csX359" fmla="*/ 1065241 w 1305938"/>
                <a:gd name="csY359" fmla="*/ 154788 h 458492"/>
                <a:gd name="csX360" fmla="*/ 1062838 w 1305938"/>
                <a:gd name="csY360" fmla="*/ 148264 h 458492"/>
                <a:gd name="csX361" fmla="*/ 1066545 w 1305938"/>
                <a:gd name="csY361" fmla="*/ 130316 h 458492"/>
                <a:gd name="csX362" fmla="*/ 1079162 w 1305938"/>
                <a:gd name="csY362" fmla="*/ 86591 h 458492"/>
                <a:gd name="csX363" fmla="*/ 1081549 w 1305938"/>
                <a:gd name="csY363" fmla="*/ 73862 h 458492"/>
                <a:gd name="csX364" fmla="*/ 1080133 w 1305938"/>
                <a:gd name="csY364" fmla="*/ 70377 h 458492"/>
                <a:gd name="csX365" fmla="*/ 1076664 w 1305938"/>
                <a:gd name="csY365" fmla="*/ 68961 h 458492"/>
                <a:gd name="csX366" fmla="*/ 1069362 w 1305938"/>
                <a:gd name="csY366" fmla="*/ 71570 h 458492"/>
                <a:gd name="csX367" fmla="*/ 1052623 w 1305938"/>
                <a:gd name="csY367" fmla="*/ 87784 h 458492"/>
                <a:gd name="csX368" fmla="*/ 1034230 w 1305938"/>
                <a:gd name="csY368" fmla="*/ 116505 h 458492"/>
                <a:gd name="csX369" fmla="*/ 1025750 w 1305938"/>
                <a:gd name="csY369" fmla="*/ 136728 h 458492"/>
                <a:gd name="csX370" fmla="*/ 1020309 w 1305938"/>
                <a:gd name="csY370" fmla="*/ 154676 h 458492"/>
                <a:gd name="csX371" fmla="*/ 1004000 w 1305938"/>
                <a:gd name="csY371" fmla="*/ 154676 h 458492"/>
                <a:gd name="csX372" fmla="*/ 1023793 w 1305938"/>
                <a:gd name="csY372" fmla="*/ 86591 h 458492"/>
                <a:gd name="csX373" fmla="*/ 1027277 w 1305938"/>
                <a:gd name="csY373" fmla="*/ 71793 h 458492"/>
                <a:gd name="csX374" fmla="*/ 1025320 w 1305938"/>
                <a:gd name="csY374" fmla="*/ 67656 h 458492"/>
                <a:gd name="csX375" fmla="*/ 1020643 w 1305938"/>
                <a:gd name="csY375" fmla="*/ 65810 h 458492"/>
                <a:gd name="csX376" fmla="*/ 1016076 w 1305938"/>
                <a:gd name="csY376" fmla="*/ 66240 h 458492"/>
                <a:gd name="csX377" fmla="*/ 1011939 w 1305938"/>
                <a:gd name="csY377" fmla="*/ 66892 h 458492"/>
                <a:gd name="csX378" fmla="*/ 1011287 w 1305938"/>
                <a:gd name="csY378" fmla="*/ 62978 h 458492"/>
                <a:gd name="csX379" fmla="*/ 1048916 w 1305938"/>
                <a:gd name="csY379" fmla="*/ 56232 h 458492"/>
                <a:gd name="csX380" fmla="*/ 1197172 w 1305938"/>
                <a:gd name="csY380" fmla="*/ 130968 h 458492"/>
                <a:gd name="csX381" fmla="*/ 1174325 w 1305938"/>
                <a:gd name="csY381" fmla="*/ 150985 h 458492"/>
                <a:gd name="csX382" fmla="*/ 1149965 w 1305938"/>
                <a:gd name="csY382" fmla="*/ 157286 h 458492"/>
                <a:gd name="csX383" fmla="*/ 1125813 w 1305938"/>
                <a:gd name="csY383" fmla="*/ 148582 h 458492"/>
                <a:gd name="csX384" fmla="*/ 1117221 w 1305938"/>
                <a:gd name="csY384" fmla="*/ 125192 h 458492"/>
                <a:gd name="csX385" fmla="*/ 1126465 w 1305938"/>
                <a:gd name="csY385" fmla="*/ 92462 h 458492"/>
                <a:gd name="csX386" fmla="*/ 1151493 w 1305938"/>
                <a:gd name="csY386" fmla="*/ 66351 h 458492"/>
                <a:gd name="csX387" fmla="*/ 1182375 w 1305938"/>
                <a:gd name="csY387" fmla="*/ 56232 h 458492"/>
                <a:gd name="csX388" fmla="*/ 1200100 w 1305938"/>
                <a:gd name="csY388" fmla="*/ 61244 h 458492"/>
                <a:gd name="csX389" fmla="*/ 1205971 w 1305938"/>
                <a:gd name="csY389" fmla="*/ 73321 h 458492"/>
                <a:gd name="csX390" fmla="*/ 1201850 w 1305938"/>
                <a:gd name="csY390" fmla="*/ 84841 h 458492"/>
                <a:gd name="csX391" fmla="*/ 1194340 w 1305938"/>
                <a:gd name="csY391" fmla="*/ 88548 h 458492"/>
                <a:gd name="csX392" fmla="*/ 1188692 w 1305938"/>
                <a:gd name="csY392" fmla="*/ 86368 h 458492"/>
                <a:gd name="csX393" fmla="*/ 1186512 w 1305938"/>
                <a:gd name="csY393" fmla="*/ 80926 h 458492"/>
                <a:gd name="csX394" fmla="*/ 1187276 w 1305938"/>
                <a:gd name="csY394" fmla="*/ 77123 h 458492"/>
                <a:gd name="csX395" fmla="*/ 1190649 w 1305938"/>
                <a:gd name="csY395" fmla="*/ 72986 h 458492"/>
                <a:gd name="csX396" fmla="*/ 1193799 w 1305938"/>
                <a:gd name="csY396" fmla="*/ 69406 h 458492"/>
                <a:gd name="csX397" fmla="*/ 1194340 w 1305938"/>
                <a:gd name="csY397" fmla="*/ 67115 h 458492"/>
                <a:gd name="csX398" fmla="*/ 1192272 w 1305938"/>
                <a:gd name="csY398" fmla="*/ 63312 h 458492"/>
                <a:gd name="csX399" fmla="*/ 1183362 w 1305938"/>
                <a:gd name="csY399" fmla="*/ 61132 h 458492"/>
                <a:gd name="csX400" fmla="*/ 1162248 w 1305938"/>
                <a:gd name="csY400" fmla="*/ 68643 h 458492"/>
                <a:gd name="csX401" fmla="*/ 1144412 w 1305938"/>
                <a:gd name="csY401" fmla="*/ 89964 h 458492"/>
                <a:gd name="csX402" fmla="*/ 1135502 w 1305938"/>
                <a:gd name="csY402" fmla="*/ 123458 h 458492"/>
                <a:gd name="csX403" fmla="*/ 1141803 w 1305938"/>
                <a:gd name="csY403" fmla="*/ 141088 h 458492"/>
                <a:gd name="csX404" fmla="*/ 1158987 w 1305938"/>
                <a:gd name="csY404" fmla="*/ 147500 h 458492"/>
                <a:gd name="csX405" fmla="*/ 1175518 w 1305938"/>
                <a:gd name="csY405" fmla="*/ 143363 h 458492"/>
                <a:gd name="csX406" fmla="*/ 1194006 w 1305938"/>
                <a:gd name="csY406" fmla="*/ 128136 h 458492"/>
                <a:gd name="csX407" fmla="*/ 1197172 w 1305938"/>
                <a:gd name="csY407" fmla="*/ 130968 h 458492"/>
                <a:gd name="csX408" fmla="*/ 1236647 w 1305938"/>
                <a:gd name="csY408" fmla="*/ 113672 h 458492"/>
                <a:gd name="csX409" fmla="*/ 1235883 w 1305938"/>
                <a:gd name="csY409" fmla="*/ 122694 h 458492"/>
                <a:gd name="csX410" fmla="*/ 1242741 w 1305938"/>
                <a:gd name="csY410" fmla="*/ 139226 h 458492"/>
                <a:gd name="csX411" fmla="*/ 1259383 w 1305938"/>
                <a:gd name="csY411" fmla="*/ 145973 h 458492"/>
                <a:gd name="csX412" fmla="*/ 1274387 w 1305938"/>
                <a:gd name="csY412" fmla="*/ 142822 h 458492"/>
                <a:gd name="csX413" fmla="*/ 1295930 w 1305938"/>
                <a:gd name="csY413" fmla="*/ 128566 h 458492"/>
                <a:gd name="csX414" fmla="*/ 1298206 w 1305938"/>
                <a:gd name="csY414" fmla="*/ 131732 h 458492"/>
                <a:gd name="csX415" fmla="*/ 1249041 w 1305938"/>
                <a:gd name="csY415" fmla="*/ 157286 h 458492"/>
                <a:gd name="csX416" fmla="*/ 1225128 w 1305938"/>
                <a:gd name="csY416" fmla="*/ 147278 h 458492"/>
                <a:gd name="csX417" fmla="*/ 1217077 w 1305938"/>
                <a:gd name="csY417" fmla="*/ 125192 h 458492"/>
                <a:gd name="csX418" fmla="*/ 1227085 w 1305938"/>
                <a:gd name="csY418" fmla="*/ 92017 h 458492"/>
                <a:gd name="csX419" fmla="*/ 1252208 w 1305938"/>
                <a:gd name="csY419" fmla="*/ 65699 h 458492"/>
                <a:gd name="csX420" fmla="*/ 1283313 w 1305938"/>
                <a:gd name="csY420" fmla="*/ 56232 h 458492"/>
                <a:gd name="csX421" fmla="*/ 1300386 w 1305938"/>
                <a:gd name="csY421" fmla="*/ 60909 h 458492"/>
                <a:gd name="csX422" fmla="*/ 1305938 w 1305938"/>
                <a:gd name="csY422" fmla="*/ 72016 h 458492"/>
                <a:gd name="csX423" fmla="*/ 1298747 w 1305938"/>
                <a:gd name="csY423" fmla="*/ 89312 h 458492"/>
                <a:gd name="csX424" fmla="*/ 1270903 w 1305938"/>
                <a:gd name="csY424" fmla="*/ 106703 h 458492"/>
                <a:gd name="csX425" fmla="*/ 1236647 w 1305938"/>
                <a:gd name="csY425" fmla="*/ 113672 h 458492"/>
                <a:gd name="csX426" fmla="*/ 1237411 w 1305938"/>
                <a:gd name="csY426" fmla="*/ 108342 h 458492"/>
                <a:gd name="csX427" fmla="*/ 1263616 w 1305938"/>
                <a:gd name="csY427" fmla="*/ 102025 h 458492"/>
                <a:gd name="csX428" fmla="*/ 1283631 w 1305938"/>
                <a:gd name="csY428" fmla="*/ 87784 h 458492"/>
                <a:gd name="csX429" fmla="*/ 1290378 w 1305938"/>
                <a:gd name="csY429" fmla="*/ 71904 h 458492"/>
                <a:gd name="csX430" fmla="*/ 1287450 w 1305938"/>
                <a:gd name="csY430" fmla="*/ 64506 h 458492"/>
                <a:gd name="csX431" fmla="*/ 1279288 w 1305938"/>
                <a:gd name="csY431" fmla="*/ 61673 h 458492"/>
                <a:gd name="csX432" fmla="*/ 1255676 w 1305938"/>
                <a:gd name="csY432" fmla="*/ 73527 h 458492"/>
                <a:gd name="csX433" fmla="*/ 1237411 w 1305938"/>
                <a:gd name="csY433" fmla="*/ 108342 h 458492"/>
                <a:gd name="csX434" fmla="*/ 40238 w 1305938"/>
                <a:gd name="csY434" fmla="*/ 269240 h 458492"/>
                <a:gd name="csX435" fmla="*/ 47955 w 1305938"/>
                <a:gd name="csY435" fmla="*/ 272390 h 458492"/>
                <a:gd name="csX436" fmla="*/ 51105 w 1305938"/>
                <a:gd name="csY436" fmla="*/ 280107 h 458492"/>
                <a:gd name="csX437" fmla="*/ 47844 w 1305938"/>
                <a:gd name="csY437" fmla="*/ 287840 h 458492"/>
                <a:gd name="csX438" fmla="*/ 40238 w 1305938"/>
                <a:gd name="csY438" fmla="*/ 290991 h 458492"/>
                <a:gd name="csX439" fmla="*/ 32521 w 1305938"/>
                <a:gd name="csY439" fmla="*/ 287840 h 458492"/>
                <a:gd name="csX440" fmla="*/ 29355 w 1305938"/>
                <a:gd name="csY440" fmla="*/ 280107 h 458492"/>
                <a:gd name="csX441" fmla="*/ 32521 w 1305938"/>
                <a:gd name="csY441" fmla="*/ 272390 h 458492"/>
                <a:gd name="csX442" fmla="*/ 40238 w 1305938"/>
                <a:gd name="csY442" fmla="*/ 269240 h 458492"/>
                <a:gd name="csX443" fmla="*/ 41654 w 1305938"/>
                <a:gd name="csY443" fmla="*/ 312408 h 458492"/>
                <a:gd name="csX444" fmla="*/ 20111 w 1305938"/>
                <a:gd name="csY444" fmla="*/ 388656 h 458492"/>
                <a:gd name="csX445" fmla="*/ 17931 w 1305938"/>
                <a:gd name="csY445" fmla="*/ 397917 h 458492"/>
                <a:gd name="csX446" fmla="*/ 18918 w 1305938"/>
                <a:gd name="csY446" fmla="*/ 400733 h 458492"/>
                <a:gd name="csX447" fmla="*/ 21416 w 1305938"/>
                <a:gd name="csY447" fmla="*/ 401831 h 458492"/>
                <a:gd name="csX448" fmla="*/ 25330 w 1305938"/>
                <a:gd name="csY448" fmla="*/ 400081 h 458492"/>
                <a:gd name="csX449" fmla="*/ 37836 w 1305938"/>
                <a:gd name="csY449" fmla="*/ 386158 h 458492"/>
                <a:gd name="csX450" fmla="*/ 41654 w 1305938"/>
                <a:gd name="csY450" fmla="*/ 388656 h 458492"/>
                <a:gd name="csX451" fmla="*/ 24248 w 1305938"/>
                <a:gd name="csY451" fmla="*/ 407702 h 458492"/>
                <a:gd name="csX452" fmla="*/ 10103 w 1305938"/>
                <a:gd name="csY452" fmla="*/ 413462 h 458492"/>
                <a:gd name="csX453" fmla="*/ 2816 w 1305938"/>
                <a:gd name="csY453" fmla="*/ 410853 h 458492"/>
                <a:gd name="csX454" fmla="*/ 0 w 1305938"/>
                <a:gd name="csY454" fmla="*/ 404106 h 458492"/>
                <a:gd name="csX455" fmla="*/ 2705 w 1305938"/>
                <a:gd name="csY455" fmla="*/ 390725 h 458492"/>
                <a:gd name="csX456" fmla="*/ 16849 w 1305938"/>
                <a:gd name="csY456" fmla="*/ 342003 h 458492"/>
                <a:gd name="csX457" fmla="*/ 20334 w 1305938"/>
                <a:gd name="csY457" fmla="*/ 326983 h 458492"/>
                <a:gd name="csX458" fmla="*/ 18600 w 1305938"/>
                <a:gd name="csY458" fmla="*/ 323069 h 458492"/>
                <a:gd name="csX459" fmla="*/ 14017 w 1305938"/>
                <a:gd name="csY459" fmla="*/ 321557 h 458492"/>
                <a:gd name="csX460" fmla="*/ 4121 w 1305938"/>
                <a:gd name="csY460" fmla="*/ 322750 h 458492"/>
                <a:gd name="csX461" fmla="*/ 4121 w 1305938"/>
                <a:gd name="csY461" fmla="*/ 318502 h 458492"/>
                <a:gd name="csX462" fmla="*/ 41654 w 1305938"/>
                <a:gd name="csY462" fmla="*/ 312408 h 458492"/>
                <a:gd name="csX463" fmla="*/ 100715 w 1305938"/>
                <a:gd name="csY463" fmla="*/ 312408 h 458492"/>
                <a:gd name="csX464" fmla="*/ 86570 w 1305938"/>
                <a:gd name="csY464" fmla="*/ 361463 h 458492"/>
                <a:gd name="csX465" fmla="*/ 102672 w 1305938"/>
                <a:gd name="csY465" fmla="*/ 335480 h 458492"/>
                <a:gd name="csX466" fmla="*/ 122783 w 1305938"/>
                <a:gd name="csY466" fmla="*/ 315893 h 458492"/>
                <a:gd name="csX467" fmla="*/ 134860 w 1305938"/>
                <a:gd name="csY467" fmla="*/ 312408 h 458492"/>
                <a:gd name="csX468" fmla="*/ 143897 w 1305938"/>
                <a:gd name="csY468" fmla="*/ 315893 h 458492"/>
                <a:gd name="csX469" fmla="*/ 147477 w 1305938"/>
                <a:gd name="csY469" fmla="*/ 324819 h 458492"/>
                <a:gd name="csX470" fmla="*/ 144979 w 1305938"/>
                <a:gd name="csY470" fmla="*/ 338742 h 458492"/>
                <a:gd name="csX471" fmla="*/ 137262 w 1305938"/>
                <a:gd name="csY471" fmla="*/ 366364 h 458492"/>
                <a:gd name="csX472" fmla="*/ 170866 w 1305938"/>
                <a:gd name="csY472" fmla="*/ 319807 h 458492"/>
                <a:gd name="csX473" fmla="*/ 188272 w 1305938"/>
                <a:gd name="csY473" fmla="*/ 312408 h 458492"/>
                <a:gd name="csX474" fmla="*/ 196418 w 1305938"/>
                <a:gd name="csY474" fmla="*/ 315893 h 458492"/>
                <a:gd name="csX475" fmla="*/ 199680 w 1305938"/>
                <a:gd name="csY475" fmla="*/ 326442 h 458492"/>
                <a:gd name="csX476" fmla="*/ 197723 w 1305938"/>
                <a:gd name="csY476" fmla="*/ 339824 h 458492"/>
                <a:gd name="csX477" fmla="*/ 185758 w 1305938"/>
                <a:gd name="csY477" fmla="*/ 382132 h 458492"/>
                <a:gd name="csX478" fmla="*/ 181844 w 1305938"/>
                <a:gd name="csY478" fmla="*/ 397471 h 458492"/>
                <a:gd name="csX479" fmla="*/ 182830 w 1305938"/>
                <a:gd name="csY479" fmla="*/ 400081 h 458492"/>
                <a:gd name="csX480" fmla="*/ 184565 w 1305938"/>
                <a:gd name="csY480" fmla="*/ 400844 h 458492"/>
                <a:gd name="csX481" fmla="*/ 188367 w 1305938"/>
                <a:gd name="csY481" fmla="*/ 398776 h 458492"/>
                <a:gd name="csX482" fmla="*/ 200014 w 1305938"/>
                <a:gd name="csY482" fmla="*/ 386158 h 458492"/>
                <a:gd name="csX483" fmla="*/ 203594 w 1305938"/>
                <a:gd name="csY483" fmla="*/ 388449 h 458492"/>
                <a:gd name="csX484" fmla="*/ 193920 w 1305938"/>
                <a:gd name="csY484" fmla="*/ 400415 h 458492"/>
                <a:gd name="csX485" fmla="*/ 182178 w 1305938"/>
                <a:gd name="csY485" fmla="*/ 410742 h 458492"/>
                <a:gd name="csX486" fmla="*/ 173141 w 1305938"/>
                <a:gd name="csY486" fmla="*/ 413462 h 458492"/>
                <a:gd name="csX487" fmla="*/ 166729 w 1305938"/>
                <a:gd name="csY487" fmla="*/ 410853 h 458492"/>
                <a:gd name="csX488" fmla="*/ 164231 w 1305938"/>
                <a:gd name="csY488" fmla="*/ 404440 h 458492"/>
                <a:gd name="csX489" fmla="*/ 168686 w 1305938"/>
                <a:gd name="csY489" fmla="*/ 383437 h 458492"/>
                <a:gd name="csX490" fmla="*/ 178582 w 1305938"/>
                <a:gd name="csY490" fmla="*/ 348527 h 458492"/>
                <a:gd name="csX491" fmla="*/ 182178 w 1305938"/>
                <a:gd name="csY491" fmla="*/ 335146 h 458492"/>
                <a:gd name="csX492" fmla="*/ 182496 w 1305938"/>
                <a:gd name="csY492" fmla="*/ 331120 h 458492"/>
                <a:gd name="csX493" fmla="*/ 181303 w 1305938"/>
                <a:gd name="csY493" fmla="*/ 326887 h 458492"/>
                <a:gd name="csX494" fmla="*/ 178359 w 1305938"/>
                <a:gd name="csY494" fmla="*/ 325360 h 458492"/>
                <a:gd name="csX495" fmla="*/ 168686 w 1305938"/>
                <a:gd name="csY495" fmla="*/ 330038 h 458492"/>
                <a:gd name="csX496" fmla="*/ 140619 w 1305938"/>
                <a:gd name="csY496" fmla="*/ 368751 h 458492"/>
                <a:gd name="csX497" fmla="*/ 124533 w 1305938"/>
                <a:gd name="csY497" fmla="*/ 410853 h 458492"/>
                <a:gd name="csX498" fmla="*/ 108098 w 1305938"/>
                <a:gd name="csY498" fmla="*/ 410853 h 458492"/>
                <a:gd name="csX499" fmla="*/ 126697 w 1305938"/>
                <a:gd name="csY499" fmla="*/ 345043 h 458492"/>
                <a:gd name="csX500" fmla="*/ 129752 w 1305938"/>
                <a:gd name="csY500" fmla="*/ 330802 h 458492"/>
                <a:gd name="csX501" fmla="*/ 128559 w 1305938"/>
                <a:gd name="csY501" fmla="*/ 326442 h 458492"/>
                <a:gd name="csX502" fmla="*/ 125615 w 1305938"/>
                <a:gd name="csY502" fmla="*/ 325026 h 458492"/>
                <a:gd name="csX503" fmla="*/ 118010 w 1305938"/>
                <a:gd name="csY503" fmla="*/ 327651 h 458492"/>
                <a:gd name="csX504" fmla="*/ 101145 w 1305938"/>
                <a:gd name="csY504" fmla="*/ 345806 h 458492"/>
                <a:gd name="csX505" fmla="*/ 85266 w 1305938"/>
                <a:gd name="csY505" fmla="*/ 372458 h 458492"/>
                <a:gd name="csX506" fmla="*/ 72314 w 1305938"/>
                <a:gd name="csY506" fmla="*/ 410853 h 458492"/>
                <a:gd name="csX507" fmla="*/ 56229 w 1305938"/>
                <a:gd name="csY507" fmla="*/ 410853 h 458492"/>
                <a:gd name="csX508" fmla="*/ 76340 w 1305938"/>
                <a:gd name="csY508" fmla="*/ 340365 h 458492"/>
                <a:gd name="csX509" fmla="*/ 78949 w 1305938"/>
                <a:gd name="csY509" fmla="*/ 331231 h 458492"/>
                <a:gd name="csX510" fmla="*/ 79713 w 1305938"/>
                <a:gd name="csY510" fmla="*/ 328192 h 458492"/>
                <a:gd name="csX511" fmla="*/ 77549 w 1305938"/>
                <a:gd name="csY511" fmla="*/ 323944 h 458492"/>
                <a:gd name="csX512" fmla="*/ 71996 w 1305938"/>
                <a:gd name="csY512" fmla="*/ 321987 h 458492"/>
                <a:gd name="csX513" fmla="*/ 64168 w 1305938"/>
                <a:gd name="csY513" fmla="*/ 323291 h 458492"/>
                <a:gd name="csX514" fmla="*/ 63182 w 1305938"/>
                <a:gd name="csY514" fmla="*/ 319266 h 458492"/>
                <a:gd name="csX515" fmla="*/ 100715 w 1305938"/>
                <a:gd name="csY515" fmla="*/ 312408 h 458492"/>
                <a:gd name="csX516" fmla="*/ 262655 w 1305938"/>
                <a:gd name="csY516" fmla="*/ 312408 h 458492"/>
                <a:gd name="csX517" fmla="*/ 255161 w 1305938"/>
                <a:gd name="csY517" fmla="*/ 337437 h 458492"/>
                <a:gd name="csX518" fmla="*/ 276258 w 1305938"/>
                <a:gd name="csY518" fmla="*/ 317961 h 458492"/>
                <a:gd name="csX519" fmla="*/ 295288 w 1305938"/>
                <a:gd name="csY519" fmla="*/ 312408 h 458492"/>
                <a:gd name="csX520" fmla="*/ 311819 w 1305938"/>
                <a:gd name="csY520" fmla="*/ 320141 h 458492"/>
                <a:gd name="csX521" fmla="*/ 318676 w 1305938"/>
                <a:gd name="csY521" fmla="*/ 340046 h 458492"/>
                <a:gd name="csX522" fmla="*/ 299201 w 1305938"/>
                <a:gd name="csY522" fmla="*/ 388768 h 458492"/>
                <a:gd name="csX523" fmla="*/ 253856 w 1305938"/>
                <a:gd name="csY523" fmla="*/ 413462 h 458492"/>
                <a:gd name="csX524" fmla="*/ 244166 w 1305938"/>
                <a:gd name="csY524" fmla="*/ 412269 h 458492"/>
                <a:gd name="csX525" fmla="*/ 234811 w 1305938"/>
                <a:gd name="csY525" fmla="*/ 408021 h 458492"/>
                <a:gd name="csX526" fmla="*/ 226871 w 1305938"/>
                <a:gd name="csY526" fmla="*/ 436089 h 458492"/>
                <a:gd name="csX527" fmla="*/ 224485 w 1305938"/>
                <a:gd name="csY527" fmla="*/ 446861 h 458492"/>
                <a:gd name="csX528" fmla="*/ 225678 w 1305938"/>
                <a:gd name="csY528" fmla="*/ 450886 h 458492"/>
                <a:gd name="csX529" fmla="*/ 229815 w 1305938"/>
                <a:gd name="csY529" fmla="*/ 453496 h 458492"/>
                <a:gd name="csX530" fmla="*/ 241016 w 1305938"/>
                <a:gd name="csY530" fmla="*/ 454467 h 458492"/>
                <a:gd name="csX531" fmla="*/ 240030 w 1305938"/>
                <a:gd name="csY531" fmla="*/ 458492 h 458492"/>
                <a:gd name="csX532" fmla="*/ 188813 w 1305938"/>
                <a:gd name="csY532" fmla="*/ 458492 h 458492"/>
                <a:gd name="csX533" fmla="*/ 189895 w 1305938"/>
                <a:gd name="csY533" fmla="*/ 454467 h 458492"/>
                <a:gd name="csX534" fmla="*/ 203594 w 1305938"/>
                <a:gd name="csY534" fmla="*/ 450982 h 458492"/>
                <a:gd name="csX535" fmla="*/ 210992 w 1305938"/>
                <a:gd name="csY535" fmla="*/ 434132 h 458492"/>
                <a:gd name="csX536" fmla="*/ 238518 w 1305938"/>
                <a:gd name="csY536" fmla="*/ 338853 h 458492"/>
                <a:gd name="csX537" fmla="*/ 241016 w 1305938"/>
                <a:gd name="csY537" fmla="*/ 327651 h 458492"/>
                <a:gd name="csX538" fmla="*/ 239282 w 1305938"/>
                <a:gd name="csY538" fmla="*/ 323069 h 458492"/>
                <a:gd name="csX539" fmla="*/ 234158 w 1305938"/>
                <a:gd name="csY539" fmla="*/ 321446 h 458492"/>
                <a:gd name="csX540" fmla="*/ 225360 w 1305938"/>
                <a:gd name="csY540" fmla="*/ 322210 h 458492"/>
                <a:gd name="csX541" fmla="*/ 225360 w 1305938"/>
                <a:gd name="csY541" fmla="*/ 317961 h 458492"/>
                <a:gd name="csX542" fmla="*/ 262655 w 1305938"/>
                <a:gd name="csY542" fmla="*/ 312408 h 458492"/>
                <a:gd name="csX543" fmla="*/ 237325 w 1305938"/>
                <a:gd name="csY543" fmla="*/ 399428 h 458492"/>
                <a:gd name="csX544" fmla="*/ 255479 w 1305938"/>
                <a:gd name="csY544" fmla="*/ 407480 h 458492"/>
                <a:gd name="csX545" fmla="*/ 267014 w 1305938"/>
                <a:gd name="csY545" fmla="*/ 404329 h 458492"/>
                <a:gd name="csX546" fmla="*/ 278438 w 1305938"/>
                <a:gd name="csY546" fmla="*/ 394973 h 458492"/>
                <a:gd name="csX547" fmla="*/ 288541 w 1305938"/>
                <a:gd name="csY547" fmla="*/ 380716 h 458492"/>
                <a:gd name="csX548" fmla="*/ 296481 w 1305938"/>
                <a:gd name="csY548" fmla="*/ 361575 h 458492"/>
                <a:gd name="csX549" fmla="*/ 300077 w 1305938"/>
                <a:gd name="csY549" fmla="*/ 339824 h 458492"/>
                <a:gd name="csX550" fmla="*/ 296051 w 1305938"/>
                <a:gd name="csY550" fmla="*/ 326553 h 458492"/>
                <a:gd name="csX551" fmla="*/ 286807 w 1305938"/>
                <a:gd name="csY551" fmla="*/ 321875 h 458492"/>
                <a:gd name="csX552" fmla="*/ 263530 w 1305938"/>
                <a:gd name="csY552" fmla="*/ 335368 h 458492"/>
                <a:gd name="csX553" fmla="*/ 246776 w 1305938"/>
                <a:gd name="csY553" fmla="*/ 366905 h 458492"/>
                <a:gd name="csX554" fmla="*/ 237325 w 1305938"/>
                <a:gd name="csY554" fmla="*/ 399428 h 458492"/>
                <a:gd name="csX555" fmla="*/ 336401 w 1305938"/>
                <a:gd name="csY555" fmla="*/ 318502 h 458492"/>
                <a:gd name="csX556" fmla="*/ 373934 w 1305938"/>
                <a:gd name="csY556" fmla="*/ 312408 h 458492"/>
                <a:gd name="csX557" fmla="*/ 358262 w 1305938"/>
                <a:gd name="csY557" fmla="*/ 365282 h 458492"/>
                <a:gd name="csX558" fmla="*/ 392852 w 1305938"/>
                <a:gd name="csY558" fmla="*/ 319807 h 458492"/>
                <a:gd name="csX559" fmla="*/ 407204 w 1305938"/>
                <a:gd name="csY559" fmla="*/ 312408 h 458492"/>
                <a:gd name="csX560" fmla="*/ 412868 w 1305938"/>
                <a:gd name="csY560" fmla="*/ 314588 h 458492"/>
                <a:gd name="csX561" fmla="*/ 414936 w 1305938"/>
                <a:gd name="csY561" fmla="*/ 320682 h 458492"/>
                <a:gd name="csX562" fmla="*/ 411229 w 1305938"/>
                <a:gd name="csY562" fmla="*/ 334382 h 458492"/>
                <a:gd name="csX563" fmla="*/ 403735 w 1305938"/>
                <a:gd name="csY563" fmla="*/ 339283 h 458492"/>
                <a:gd name="csX564" fmla="*/ 399376 w 1305938"/>
                <a:gd name="csY564" fmla="*/ 337644 h 458492"/>
                <a:gd name="csX565" fmla="*/ 397196 w 1305938"/>
                <a:gd name="csY565" fmla="*/ 332647 h 458492"/>
                <a:gd name="csX566" fmla="*/ 396225 w 1305938"/>
                <a:gd name="csY566" fmla="*/ 329927 h 458492"/>
                <a:gd name="csX567" fmla="*/ 394157 w 1305938"/>
                <a:gd name="csY567" fmla="*/ 329051 h 458492"/>
                <a:gd name="csX568" fmla="*/ 390673 w 1305938"/>
                <a:gd name="csY568" fmla="*/ 329927 h 458492"/>
                <a:gd name="csX569" fmla="*/ 382081 w 1305938"/>
                <a:gd name="csY569" fmla="*/ 338407 h 458492"/>
                <a:gd name="csX570" fmla="*/ 362510 w 1305938"/>
                <a:gd name="csY570" fmla="*/ 366046 h 458492"/>
                <a:gd name="csX571" fmla="*/ 354682 w 1305938"/>
                <a:gd name="csY571" fmla="*/ 382244 h 458492"/>
                <a:gd name="csX572" fmla="*/ 349448 w 1305938"/>
                <a:gd name="csY572" fmla="*/ 397153 h 458492"/>
                <a:gd name="csX573" fmla="*/ 345979 w 1305938"/>
                <a:gd name="csY573" fmla="*/ 410853 h 458492"/>
                <a:gd name="csX574" fmla="*/ 329337 w 1305938"/>
                <a:gd name="csY574" fmla="*/ 410853 h 458492"/>
                <a:gd name="csX575" fmla="*/ 349448 w 1305938"/>
                <a:gd name="csY575" fmla="*/ 343308 h 458492"/>
                <a:gd name="csX576" fmla="*/ 352932 w 1305938"/>
                <a:gd name="csY576" fmla="*/ 326553 h 458492"/>
                <a:gd name="csX577" fmla="*/ 351309 w 1305938"/>
                <a:gd name="csY577" fmla="*/ 323291 h 458492"/>
                <a:gd name="csX578" fmla="*/ 345534 w 1305938"/>
                <a:gd name="csY578" fmla="*/ 321557 h 458492"/>
                <a:gd name="csX579" fmla="*/ 337165 w 1305938"/>
                <a:gd name="csY579" fmla="*/ 322528 h 458492"/>
                <a:gd name="csX580" fmla="*/ 336401 w 1305938"/>
                <a:gd name="csY580" fmla="*/ 318502 h 458492"/>
                <a:gd name="csX581" fmla="*/ 506296 w 1305938"/>
                <a:gd name="csY581" fmla="*/ 346459 h 458492"/>
                <a:gd name="csX582" fmla="*/ 497593 w 1305938"/>
                <a:gd name="csY582" fmla="*/ 378759 h 458492"/>
                <a:gd name="csX583" fmla="*/ 473552 w 1305938"/>
                <a:gd name="csY583" fmla="*/ 404106 h 458492"/>
                <a:gd name="csX584" fmla="*/ 443544 w 1305938"/>
                <a:gd name="csY584" fmla="*/ 413462 h 458492"/>
                <a:gd name="csX585" fmla="*/ 419169 w 1305938"/>
                <a:gd name="csY585" fmla="*/ 403995 h 458492"/>
                <a:gd name="csX586" fmla="*/ 409813 w 1305938"/>
                <a:gd name="csY586" fmla="*/ 379316 h 458492"/>
                <a:gd name="csX587" fmla="*/ 418962 w 1305938"/>
                <a:gd name="csY587" fmla="*/ 347223 h 458492"/>
                <a:gd name="csX588" fmla="*/ 443544 w 1305938"/>
                <a:gd name="csY588" fmla="*/ 321764 h 458492"/>
                <a:gd name="csX589" fmla="*/ 473345 w 1305938"/>
                <a:gd name="csY589" fmla="*/ 312408 h 458492"/>
                <a:gd name="csX590" fmla="*/ 496940 w 1305938"/>
                <a:gd name="csY590" fmla="*/ 321875 h 458492"/>
                <a:gd name="csX591" fmla="*/ 506296 w 1305938"/>
                <a:gd name="csY591" fmla="*/ 346459 h 458492"/>
                <a:gd name="csX592" fmla="*/ 488237 w 1305938"/>
                <a:gd name="csY592" fmla="*/ 338949 h 458492"/>
                <a:gd name="csX593" fmla="*/ 483241 w 1305938"/>
                <a:gd name="csY593" fmla="*/ 323514 h 458492"/>
                <a:gd name="csX594" fmla="*/ 470513 w 1305938"/>
                <a:gd name="csY594" fmla="*/ 318072 h 458492"/>
                <a:gd name="csX595" fmla="*/ 441030 w 1305938"/>
                <a:gd name="csY595" fmla="*/ 341017 h 458492"/>
                <a:gd name="csX596" fmla="*/ 427649 w 1305938"/>
                <a:gd name="csY596" fmla="*/ 386492 h 458492"/>
                <a:gd name="csX597" fmla="*/ 432884 w 1305938"/>
                <a:gd name="csY597" fmla="*/ 402483 h 458492"/>
                <a:gd name="csX598" fmla="*/ 446042 w 1305938"/>
                <a:gd name="csY598" fmla="*/ 408021 h 458492"/>
                <a:gd name="csX599" fmla="*/ 474745 w 1305938"/>
                <a:gd name="csY599" fmla="*/ 385299 h 458492"/>
                <a:gd name="csX600" fmla="*/ 488237 w 1305938"/>
                <a:gd name="csY600" fmla="*/ 338949 h 458492"/>
                <a:gd name="csX601" fmla="*/ 519454 w 1305938"/>
                <a:gd name="csY601" fmla="*/ 319154 h 458492"/>
                <a:gd name="csX602" fmla="*/ 550894 w 1305938"/>
                <a:gd name="csY602" fmla="*/ 312408 h 458492"/>
                <a:gd name="csX603" fmla="*/ 556319 w 1305938"/>
                <a:gd name="csY603" fmla="*/ 328845 h 458492"/>
                <a:gd name="csX604" fmla="*/ 561108 w 1305938"/>
                <a:gd name="csY604" fmla="*/ 357995 h 458492"/>
                <a:gd name="csX605" fmla="*/ 563511 w 1305938"/>
                <a:gd name="csY605" fmla="*/ 393891 h 458492"/>
                <a:gd name="csX606" fmla="*/ 579708 w 1305938"/>
                <a:gd name="csY606" fmla="*/ 375291 h 458492"/>
                <a:gd name="csX607" fmla="*/ 596239 w 1305938"/>
                <a:gd name="csY607" fmla="*/ 352442 h 458492"/>
                <a:gd name="csX608" fmla="*/ 601251 w 1305938"/>
                <a:gd name="csY608" fmla="*/ 342322 h 458492"/>
                <a:gd name="csX609" fmla="*/ 602445 w 1305938"/>
                <a:gd name="csY609" fmla="*/ 336132 h 458492"/>
                <a:gd name="csX610" fmla="*/ 597337 w 1305938"/>
                <a:gd name="csY610" fmla="*/ 329608 h 458492"/>
                <a:gd name="csX611" fmla="*/ 592325 w 1305938"/>
                <a:gd name="csY611" fmla="*/ 321334 h 458492"/>
                <a:gd name="csX612" fmla="*/ 595046 w 1305938"/>
                <a:gd name="csY612" fmla="*/ 315129 h 458492"/>
                <a:gd name="csX613" fmla="*/ 601681 w 1305938"/>
                <a:gd name="csY613" fmla="*/ 312408 h 458492"/>
                <a:gd name="csX614" fmla="*/ 609732 w 1305938"/>
                <a:gd name="csY614" fmla="*/ 316227 h 458492"/>
                <a:gd name="csX615" fmla="*/ 613216 w 1305938"/>
                <a:gd name="csY615" fmla="*/ 325471 h 458492"/>
                <a:gd name="csX616" fmla="*/ 611466 w 1305938"/>
                <a:gd name="csY616" fmla="*/ 336132 h 458492"/>
                <a:gd name="csX617" fmla="*/ 600917 w 1305938"/>
                <a:gd name="csY617" fmla="*/ 356356 h 458492"/>
                <a:gd name="csX618" fmla="*/ 576017 w 1305938"/>
                <a:gd name="csY618" fmla="*/ 388227 h 458492"/>
                <a:gd name="csX619" fmla="*/ 551864 w 1305938"/>
                <a:gd name="csY619" fmla="*/ 413462 h 458492"/>
                <a:gd name="csX620" fmla="*/ 547839 w 1305938"/>
                <a:gd name="csY620" fmla="*/ 413462 h 458492"/>
                <a:gd name="csX621" fmla="*/ 536972 w 1305938"/>
                <a:gd name="csY621" fmla="*/ 327540 h 458492"/>
                <a:gd name="csX622" fmla="*/ 527934 w 1305938"/>
                <a:gd name="csY622" fmla="*/ 321987 h 458492"/>
                <a:gd name="csX623" fmla="*/ 520218 w 1305938"/>
                <a:gd name="csY623" fmla="*/ 322973 h 458492"/>
                <a:gd name="csX624" fmla="*/ 519454 w 1305938"/>
                <a:gd name="csY624" fmla="*/ 319154 h 458492"/>
                <a:gd name="csX625" fmla="*/ 640185 w 1305938"/>
                <a:gd name="csY625" fmla="*/ 369849 h 458492"/>
                <a:gd name="csX626" fmla="*/ 639421 w 1305938"/>
                <a:gd name="csY626" fmla="*/ 378871 h 458492"/>
                <a:gd name="csX627" fmla="*/ 646279 w 1305938"/>
                <a:gd name="csY627" fmla="*/ 395403 h 458492"/>
                <a:gd name="csX628" fmla="*/ 662921 w 1305938"/>
                <a:gd name="csY628" fmla="*/ 402149 h 458492"/>
                <a:gd name="csX629" fmla="*/ 677925 w 1305938"/>
                <a:gd name="csY629" fmla="*/ 398999 h 458492"/>
                <a:gd name="csX630" fmla="*/ 699452 w 1305938"/>
                <a:gd name="csY630" fmla="*/ 384742 h 458492"/>
                <a:gd name="csX631" fmla="*/ 701743 w 1305938"/>
                <a:gd name="csY631" fmla="*/ 387908 h 458492"/>
                <a:gd name="csX632" fmla="*/ 652579 w 1305938"/>
                <a:gd name="csY632" fmla="*/ 413462 h 458492"/>
                <a:gd name="csX633" fmla="*/ 628650 w 1305938"/>
                <a:gd name="csY633" fmla="*/ 403454 h 458492"/>
                <a:gd name="csX634" fmla="*/ 620599 w 1305938"/>
                <a:gd name="csY634" fmla="*/ 381369 h 458492"/>
                <a:gd name="csX635" fmla="*/ 630607 w 1305938"/>
                <a:gd name="csY635" fmla="*/ 348193 h 458492"/>
                <a:gd name="csX636" fmla="*/ 655730 w 1305938"/>
                <a:gd name="csY636" fmla="*/ 321875 h 458492"/>
                <a:gd name="csX637" fmla="*/ 686851 w 1305938"/>
                <a:gd name="csY637" fmla="*/ 312408 h 458492"/>
                <a:gd name="csX638" fmla="*/ 703923 w 1305938"/>
                <a:gd name="csY638" fmla="*/ 317086 h 458492"/>
                <a:gd name="csX639" fmla="*/ 709460 w 1305938"/>
                <a:gd name="csY639" fmla="*/ 328192 h 458492"/>
                <a:gd name="csX640" fmla="*/ 702285 w 1305938"/>
                <a:gd name="csY640" fmla="*/ 345488 h 458492"/>
                <a:gd name="csX641" fmla="*/ 674441 w 1305938"/>
                <a:gd name="csY641" fmla="*/ 362879 h 458492"/>
                <a:gd name="csX642" fmla="*/ 640185 w 1305938"/>
                <a:gd name="csY642" fmla="*/ 369849 h 458492"/>
                <a:gd name="csX643" fmla="*/ 640949 w 1305938"/>
                <a:gd name="csY643" fmla="*/ 364518 h 458492"/>
                <a:gd name="csX644" fmla="*/ 667153 w 1305938"/>
                <a:gd name="csY644" fmla="*/ 358202 h 458492"/>
                <a:gd name="csX645" fmla="*/ 687169 w 1305938"/>
                <a:gd name="csY645" fmla="*/ 343961 h 458492"/>
                <a:gd name="csX646" fmla="*/ 693915 w 1305938"/>
                <a:gd name="csY646" fmla="*/ 328081 h 458492"/>
                <a:gd name="csX647" fmla="*/ 690972 w 1305938"/>
                <a:gd name="csY647" fmla="*/ 320682 h 458492"/>
                <a:gd name="csX648" fmla="*/ 682826 w 1305938"/>
                <a:gd name="csY648" fmla="*/ 317850 h 458492"/>
                <a:gd name="csX649" fmla="*/ 659214 w 1305938"/>
                <a:gd name="csY649" fmla="*/ 329704 h 458492"/>
                <a:gd name="csX650" fmla="*/ 640949 w 1305938"/>
                <a:gd name="csY650" fmla="*/ 364518 h 458492"/>
                <a:gd name="csX651" fmla="*/ 793437 w 1305938"/>
                <a:gd name="csY651" fmla="*/ 312408 h 458492"/>
                <a:gd name="csX652" fmla="*/ 786802 w 1305938"/>
                <a:gd name="csY652" fmla="*/ 345806 h 458492"/>
                <a:gd name="csX653" fmla="*/ 782777 w 1305938"/>
                <a:gd name="csY653" fmla="*/ 345806 h 458492"/>
                <a:gd name="csX654" fmla="*/ 776572 w 1305938"/>
                <a:gd name="csY654" fmla="*/ 324596 h 458492"/>
                <a:gd name="csX655" fmla="*/ 762539 w 1305938"/>
                <a:gd name="csY655" fmla="*/ 317961 h 458492"/>
                <a:gd name="csX656" fmla="*/ 751783 w 1305938"/>
                <a:gd name="csY656" fmla="*/ 321668 h 458492"/>
                <a:gd name="csX657" fmla="*/ 747853 w 1305938"/>
                <a:gd name="csY657" fmla="*/ 330579 h 458492"/>
                <a:gd name="csX658" fmla="*/ 749380 w 1305938"/>
                <a:gd name="csY658" fmla="*/ 337437 h 458492"/>
                <a:gd name="csX659" fmla="*/ 756349 w 1305938"/>
                <a:gd name="csY659" fmla="*/ 346570 h 458492"/>
                <a:gd name="csX660" fmla="*/ 774615 w 1305938"/>
                <a:gd name="csY660" fmla="*/ 369849 h 458492"/>
                <a:gd name="csX661" fmla="*/ 778751 w 1305938"/>
                <a:gd name="csY661" fmla="*/ 384647 h 458492"/>
                <a:gd name="csX662" fmla="*/ 769285 w 1305938"/>
                <a:gd name="csY662" fmla="*/ 404759 h 458492"/>
                <a:gd name="csX663" fmla="*/ 745578 w 1305938"/>
                <a:gd name="csY663" fmla="*/ 413462 h 458492"/>
                <a:gd name="csX664" fmla="*/ 727519 w 1305938"/>
                <a:gd name="csY664" fmla="*/ 409771 h 458492"/>
                <a:gd name="csX665" fmla="*/ 721982 w 1305938"/>
                <a:gd name="csY665" fmla="*/ 408466 h 458492"/>
                <a:gd name="csX666" fmla="*/ 714584 w 1305938"/>
                <a:gd name="csY666" fmla="*/ 413462 h 458492"/>
                <a:gd name="csX667" fmla="*/ 710558 w 1305938"/>
                <a:gd name="csY667" fmla="*/ 413462 h 458492"/>
                <a:gd name="csX668" fmla="*/ 717193 w 1305938"/>
                <a:gd name="csY668" fmla="*/ 378218 h 458492"/>
                <a:gd name="csX669" fmla="*/ 721218 w 1305938"/>
                <a:gd name="csY669" fmla="*/ 378218 h 458492"/>
                <a:gd name="csX670" fmla="*/ 728060 w 1305938"/>
                <a:gd name="csY670" fmla="*/ 401608 h 458492"/>
                <a:gd name="csX671" fmla="*/ 745037 w 1305938"/>
                <a:gd name="csY671" fmla="*/ 408466 h 458492"/>
                <a:gd name="csX672" fmla="*/ 758083 w 1305938"/>
                <a:gd name="csY672" fmla="*/ 403884 h 458492"/>
                <a:gd name="csX673" fmla="*/ 762984 w 1305938"/>
                <a:gd name="csY673" fmla="*/ 392475 h 458492"/>
                <a:gd name="csX674" fmla="*/ 761234 w 1305938"/>
                <a:gd name="csY674" fmla="*/ 384424 h 458492"/>
                <a:gd name="csX675" fmla="*/ 748410 w 1305938"/>
                <a:gd name="csY675" fmla="*/ 366364 h 458492"/>
                <a:gd name="csX676" fmla="*/ 735904 w 1305938"/>
                <a:gd name="csY676" fmla="*/ 349068 h 458492"/>
                <a:gd name="csX677" fmla="*/ 733183 w 1305938"/>
                <a:gd name="csY677" fmla="*/ 337548 h 458492"/>
                <a:gd name="csX678" fmla="*/ 740788 w 1305938"/>
                <a:gd name="csY678" fmla="*/ 319695 h 458492"/>
                <a:gd name="csX679" fmla="*/ 760582 w 1305938"/>
                <a:gd name="csY679" fmla="*/ 312408 h 458492"/>
                <a:gd name="csX680" fmla="*/ 766898 w 1305938"/>
                <a:gd name="csY680" fmla="*/ 312965 h 458492"/>
                <a:gd name="csX681" fmla="*/ 773962 w 1305938"/>
                <a:gd name="csY681" fmla="*/ 315463 h 458492"/>
                <a:gd name="csX682" fmla="*/ 781472 w 1305938"/>
                <a:gd name="csY682" fmla="*/ 317531 h 458492"/>
                <a:gd name="csX683" fmla="*/ 789300 w 1305938"/>
                <a:gd name="csY683" fmla="*/ 312408 h 458492"/>
                <a:gd name="csX684" fmla="*/ 793437 w 1305938"/>
                <a:gd name="csY684" fmla="*/ 312408 h 458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Lst>
              <a:rect l="l" t="t" r="r" b="b"/>
              <a:pathLst>
                <a:path w="1305938" h="458492">
                  <a:moveTo>
                    <a:pt x="40238" y="13063"/>
                  </a:moveTo>
                  <a:cubicBezTo>
                    <a:pt x="43277" y="13063"/>
                    <a:pt x="45855" y="14114"/>
                    <a:pt x="47955" y="16214"/>
                  </a:cubicBezTo>
                  <a:cubicBezTo>
                    <a:pt x="50055" y="18314"/>
                    <a:pt x="51105" y="20892"/>
                    <a:pt x="51105" y="23931"/>
                  </a:cubicBezTo>
                  <a:cubicBezTo>
                    <a:pt x="51105" y="26907"/>
                    <a:pt x="50023" y="29484"/>
                    <a:pt x="47844" y="31664"/>
                  </a:cubicBezTo>
                  <a:cubicBezTo>
                    <a:pt x="45743" y="33764"/>
                    <a:pt x="43214" y="34815"/>
                    <a:pt x="40238" y="34815"/>
                  </a:cubicBezTo>
                  <a:cubicBezTo>
                    <a:pt x="37263" y="34815"/>
                    <a:pt x="34685" y="33764"/>
                    <a:pt x="32521" y="31664"/>
                  </a:cubicBezTo>
                  <a:cubicBezTo>
                    <a:pt x="30405" y="29484"/>
                    <a:pt x="29355" y="26907"/>
                    <a:pt x="29355" y="23931"/>
                  </a:cubicBezTo>
                  <a:cubicBezTo>
                    <a:pt x="29355" y="20892"/>
                    <a:pt x="30405" y="18314"/>
                    <a:pt x="32521" y="16214"/>
                  </a:cubicBezTo>
                  <a:cubicBezTo>
                    <a:pt x="34622" y="14114"/>
                    <a:pt x="37183" y="13063"/>
                    <a:pt x="40238" y="13063"/>
                  </a:cubicBezTo>
                  <a:close/>
                  <a:moveTo>
                    <a:pt x="41654" y="56232"/>
                  </a:moveTo>
                  <a:lnTo>
                    <a:pt x="20111" y="132480"/>
                  </a:lnTo>
                  <a:cubicBezTo>
                    <a:pt x="18663" y="137635"/>
                    <a:pt x="17931" y="140722"/>
                    <a:pt x="17931" y="141740"/>
                  </a:cubicBezTo>
                  <a:cubicBezTo>
                    <a:pt x="17931" y="142886"/>
                    <a:pt x="18266" y="143841"/>
                    <a:pt x="18918" y="144557"/>
                  </a:cubicBezTo>
                  <a:cubicBezTo>
                    <a:pt x="19650" y="145289"/>
                    <a:pt x="20477" y="145655"/>
                    <a:pt x="21416" y="145655"/>
                  </a:cubicBezTo>
                  <a:cubicBezTo>
                    <a:pt x="22514" y="145655"/>
                    <a:pt x="23818" y="145066"/>
                    <a:pt x="25330" y="143904"/>
                  </a:cubicBezTo>
                  <a:cubicBezTo>
                    <a:pt x="29467" y="140643"/>
                    <a:pt x="33635" y="135996"/>
                    <a:pt x="37836" y="129982"/>
                  </a:cubicBezTo>
                  <a:lnTo>
                    <a:pt x="41654" y="132480"/>
                  </a:lnTo>
                  <a:cubicBezTo>
                    <a:pt x="36722" y="140022"/>
                    <a:pt x="30914" y="146371"/>
                    <a:pt x="24248" y="151526"/>
                  </a:cubicBezTo>
                  <a:cubicBezTo>
                    <a:pt x="19316" y="155361"/>
                    <a:pt x="14606" y="157286"/>
                    <a:pt x="10103" y="157286"/>
                  </a:cubicBezTo>
                  <a:cubicBezTo>
                    <a:pt x="7128" y="157286"/>
                    <a:pt x="4710" y="156411"/>
                    <a:pt x="2816" y="154676"/>
                  </a:cubicBezTo>
                  <a:cubicBezTo>
                    <a:pt x="939" y="152863"/>
                    <a:pt x="0" y="150619"/>
                    <a:pt x="0" y="147930"/>
                  </a:cubicBezTo>
                  <a:cubicBezTo>
                    <a:pt x="0" y="145257"/>
                    <a:pt x="907" y="140786"/>
                    <a:pt x="2705" y="134548"/>
                  </a:cubicBezTo>
                  <a:lnTo>
                    <a:pt x="16849" y="85827"/>
                  </a:lnTo>
                  <a:cubicBezTo>
                    <a:pt x="19172" y="77855"/>
                    <a:pt x="20334" y="72843"/>
                    <a:pt x="20334" y="70807"/>
                  </a:cubicBezTo>
                  <a:cubicBezTo>
                    <a:pt x="20334" y="69215"/>
                    <a:pt x="19745" y="67911"/>
                    <a:pt x="18600" y="66892"/>
                  </a:cubicBezTo>
                  <a:cubicBezTo>
                    <a:pt x="17502" y="65890"/>
                    <a:pt x="15974" y="65381"/>
                    <a:pt x="14017" y="65381"/>
                  </a:cubicBezTo>
                  <a:cubicBezTo>
                    <a:pt x="12426" y="65381"/>
                    <a:pt x="9133" y="65779"/>
                    <a:pt x="4121" y="66574"/>
                  </a:cubicBezTo>
                  <a:lnTo>
                    <a:pt x="4121" y="62326"/>
                  </a:lnTo>
                  <a:lnTo>
                    <a:pt x="41654" y="56232"/>
                  </a:lnTo>
                  <a:close/>
                  <a:moveTo>
                    <a:pt x="118440" y="58857"/>
                  </a:moveTo>
                  <a:lnTo>
                    <a:pt x="116483" y="66033"/>
                  </a:lnTo>
                  <a:lnTo>
                    <a:pt x="100604" y="66033"/>
                  </a:lnTo>
                  <a:lnTo>
                    <a:pt x="88639" y="113561"/>
                  </a:lnTo>
                  <a:cubicBezTo>
                    <a:pt x="83341" y="134516"/>
                    <a:pt x="78010" y="150730"/>
                    <a:pt x="72649" y="162187"/>
                  </a:cubicBezTo>
                  <a:cubicBezTo>
                    <a:pt x="65027" y="178353"/>
                    <a:pt x="56833" y="189523"/>
                    <a:pt x="48066" y="195681"/>
                  </a:cubicBezTo>
                  <a:cubicBezTo>
                    <a:pt x="41400" y="200390"/>
                    <a:pt x="34733" y="202745"/>
                    <a:pt x="28051" y="202745"/>
                  </a:cubicBezTo>
                  <a:cubicBezTo>
                    <a:pt x="23707" y="202745"/>
                    <a:pt x="20000" y="201441"/>
                    <a:pt x="16961" y="198831"/>
                  </a:cubicBezTo>
                  <a:cubicBezTo>
                    <a:pt x="14717" y="197017"/>
                    <a:pt x="13588" y="194662"/>
                    <a:pt x="13588" y="191766"/>
                  </a:cubicBezTo>
                  <a:cubicBezTo>
                    <a:pt x="13588" y="189443"/>
                    <a:pt x="14527" y="187422"/>
                    <a:pt x="16420" y="185672"/>
                  </a:cubicBezTo>
                  <a:cubicBezTo>
                    <a:pt x="18234" y="184002"/>
                    <a:pt x="20477" y="183174"/>
                    <a:pt x="23166" y="183174"/>
                  </a:cubicBezTo>
                  <a:cubicBezTo>
                    <a:pt x="25123" y="183174"/>
                    <a:pt x="26778" y="183795"/>
                    <a:pt x="28162" y="185020"/>
                  </a:cubicBezTo>
                  <a:cubicBezTo>
                    <a:pt x="29467" y="186261"/>
                    <a:pt x="30119" y="187677"/>
                    <a:pt x="30119" y="189268"/>
                  </a:cubicBezTo>
                  <a:cubicBezTo>
                    <a:pt x="30119" y="190859"/>
                    <a:pt x="29355" y="192355"/>
                    <a:pt x="27844" y="193724"/>
                  </a:cubicBezTo>
                  <a:cubicBezTo>
                    <a:pt x="26682" y="194742"/>
                    <a:pt x="26094" y="195506"/>
                    <a:pt x="26094" y="196015"/>
                  </a:cubicBezTo>
                  <a:cubicBezTo>
                    <a:pt x="26094" y="196667"/>
                    <a:pt x="26348" y="197176"/>
                    <a:pt x="26857" y="197526"/>
                  </a:cubicBezTo>
                  <a:cubicBezTo>
                    <a:pt x="27510" y="198036"/>
                    <a:pt x="28528" y="198290"/>
                    <a:pt x="29896" y="198290"/>
                  </a:cubicBezTo>
                  <a:cubicBezTo>
                    <a:pt x="33015" y="198290"/>
                    <a:pt x="36324" y="197320"/>
                    <a:pt x="39809" y="195362"/>
                  </a:cubicBezTo>
                  <a:cubicBezTo>
                    <a:pt x="43214" y="193405"/>
                    <a:pt x="46252" y="190462"/>
                    <a:pt x="48941" y="186547"/>
                  </a:cubicBezTo>
                  <a:cubicBezTo>
                    <a:pt x="51614" y="182697"/>
                    <a:pt x="54160" y="177112"/>
                    <a:pt x="56547" y="169792"/>
                  </a:cubicBezTo>
                  <a:cubicBezTo>
                    <a:pt x="57565" y="166753"/>
                    <a:pt x="60286" y="156713"/>
                    <a:pt x="64709" y="139672"/>
                  </a:cubicBezTo>
                  <a:lnTo>
                    <a:pt x="83627" y="66033"/>
                  </a:lnTo>
                  <a:lnTo>
                    <a:pt x="64709" y="66033"/>
                  </a:lnTo>
                  <a:lnTo>
                    <a:pt x="66236" y="58857"/>
                  </a:lnTo>
                  <a:cubicBezTo>
                    <a:pt x="72251" y="58857"/>
                    <a:pt x="76451" y="58443"/>
                    <a:pt x="78854" y="57648"/>
                  </a:cubicBezTo>
                  <a:cubicBezTo>
                    <a:pt x="81240" y="56788"/>
                    <a:pt x="83420" y="55181"/>
                    <a:pt x="85377" y="52874"/>
                  </a:cubicBezTo>
                  <a:cubicBezTo>
                    <a:pt x="87398" y="50472"/>
                    <a:pt x="90007" y="46048"/>
                    <a:pt x="93205" y="39604"/>
                  </a:cubicBezTo>
                  <a:cubicBezTo>
                    <a:pt x="97485" y="30900"/>
                    <a:pt x="101574" y="24154"/>
                    <a:pt x="105488" y="19364"/>
                  </a:cubicBezTo>
                  <a:cubicBezTo>
                    <a:pt x="110866" y="12904"/>
                    <a:pt x="116483" y="8083"/>
                    <a:pt x="122354" y="4901"/>
                  </a:cubicBezTo>
                  <a:cubicBezTo>
                    <a:pt x="128304" y="1639"/>
                    <a:pt x="133889" y="0"/>
                    <a:pt x="139108" y="0"/>
                  </a:cubicBezTo>
                  <a:cubicBezTo>
                    <a:pt x="144613" y="0"/>
                    <a:pt x="149036" y="1416"/>
                    <a:pt x="152377" y="4248"/>
                  </a:cubicBezTo>
                  <a:cubicBezTo>
                    <a:pt x="155703" y="7001"/>
                    <a:pt x="157373" y="10008"/>
                    <a:pt x="157373" y="13270"/>
                  </a:cubicBezTo>
                  <a:cubicBezTo>
                    <a:pt x="157373" y="15816"/>
                    <a:pt x="156546" y="17948"/>
                    <a:pt x="154875" y="19699"/>
                  </a:cubicBezTo>
                  <a:cubicBezTo>
                    <a:pt x="153205" y="21433"/>
                    <a:pt x="151072" y="22308"/>
                    <a:pt x="148463" y="22308"/>
                  </a:cubicBezTo>
                  <a:cubicBezTo>
                    <a:pt x="146204" y="22308"/>
                    <a:pt x="144358" y="21656"/>
                    <a:pt x="142910" y="20351"/>
                  </a:cubicBezTo>
                  <a:cubicBezTo>
                    <a:pt x="141526" y="19046"/>
                    <a:pt x="140842" y="17487"/>
                    <a:pt x="140842" y="15673"/>
                  </a:cubicBezTo>
                  <a:cubicBezTo>
                    <a:pt x="140842" y="14511"/>
                    <a:pt x="141319" y="13095"/>
                    <a:pt x="142258" y="11425"/>
                  </a:cubicBezTo>
                  <a:cubicBezTo>
                    <a:pt x="143197" y="9690"/>
                    <a:pt x="143674" y="8529"/>
                    <a:pt x="143674" y="7940"/>
                  </a:cubicBezTo>
                  <a:cubicBezTo>
                    <a:pt x="143674" y="6938"/>
                    <a:pt x="143340" y="6174"/>
                    <a:pt x="142687" y="5665"/>
                  </a:cubicBezTo>
                  <a:cubicBezTo>
                    <a:pt x="141749" y="4933"/>
                    <a:pt x="140365" y="4567"/>
                    <a:pt x="138567" y="4567"/>
                  </a:cubicBezTo>
                  <a:cubicBezTo>
                    <a:pt x="133984" y="4567"/>
                    <a:pt x="129895" y="6031"/>
                    <a:pt x="126268" y="8926"/>
                  </a:cubicBezTo>
                  <a:cubicBezTo>
                    <a:pt x="121415" y="12761"/>
                    <a:pt x="117055" y="18792"/>
                    <a:pt x="113221" y="26986"/>
                  </a:cubicBezTo>
                  <a:cubicBezTo>
                    <a:pt x="111264" y="31250"/>
                    <a:pt x="107668" y="41879"/>
                    <a:pt x="102449" y="58857"/>
                  </a:cubicBezTo>
                  <a:lnTo>
                    <a:pt x="118440" y="58857"/>
                  </a:lnTo>
                  <a:close/>
                  <a:moveTo>
                    <a:pt x="219377" y="56232"/>
                  </a:moveTo>
                  <a:lnTo>
                    <a:pt x="211868" y="81260"/>
                  </a:lnTo>
                  <a:cubicBezTo>
                    <a:pt x="219775" y="71968"/>
                    <a:pt x="226808" y="65492"/>
                    <a:pt x="232965" y="61785"/>
                  </a:cubicBezTo>
                  <a:cubicBezTo>
                    <a:pt x="239202" y="58093"/>
                    <a:pt x="245550" y="56232"/>
                    <a:pt x="251994" y="56232"/>
                  </a:cubicBezTo>
                  <a:cubicBezTo>
                    <a:pt x="258454" y="56232"/>
                    <a:pt x="263959" y="58809"/>
                    <a:pt x="268526" y="63965"/>
                  </a:cubicBezTo>
                  <a:cubicBezTo>
                    <a:pt x="273108" y="69040"/>
                    <a:pt x="275383" y="75675"/>
                    <a:pt x="275383" y="83870"/>
                  </a:cubicBezTo>
                  <a:cubicBezTo>
                    <a:pt x="275383" y="99813"/>
                    <a:pt x="268892" y="116059"/>
                    <a:pt x="255924" y="132591"/>
                  </a:cubicBezTo>
                  <a:cubicBezTo>
                    <a:pt x="242941" y="149060"/>
                    <a:pt x="227826" y="157286"/>
                    <a:pt x="210563" y="157286"/>
                  </a:cubicBezTo>
                  <a:cubicBezTo>
                    <a:pt x="206935" y="157286"/>
                    <a:pt x="203705" y="156888"/>
                    <a:pt x="200889" y="156093"/>
                  </a:cubicBezTo>
                  <a:cubicBezTo>
                    <a:pt x="198121" y="155297"/>
                    <a:pt x="195002" y="153881"/>
                    <a:pt x="191534" y="151844"/>
                  </a:cubicBezTo>
                  <a:lnTo>
                    <a:pt x="183594" y="179912"/>
                  </a:lnTo>
                  <a:cubicBezTo>
                    <a:pt x="181987" y="185418"/>
                    <a:pt x="181192" y="189014"/>
                    <a:pt x="181192" y="190684"/>
                  </a:cubicBezTo>
                  <a:cubicBezTo>
                    <a:pt x="181192" y="192276"/>
                    <a:pt x="181589" y="193612"/>
                    <a:pt x="182385" y="194710"/>
                  </a:cubicBezTo>
                  <a:cubicBezTo>
                    <a:pt x="183260" y="195872"/>
                    <a:pt x="184644" y="196731"/>
                    <a:pt x="186522" y="197320"/>
                  </a:cubicBezTo>
                  <a:cubicBezTo>
                    <a:pt x="188415" y="197972"/>
                    <a:pt x="192138" y="198290"/>
                    <a:pt x="197723" y="198290"/>
                  </a:cubicBezTo>
                  <a:lnTo>
                    <a:pt x="196752" y="202316"/>
                  </a:lnTo>
                  <a:lnTo>
                    <a:pt x="145520" y="202316"/>
                  </a:lnTo>
                  <a:lnTo>
                    <a:pt x="146602" y="198290"/>
                  </a:lnTo>
                  <a:cubicBezTo>
                    <a:pt x="153348" y="198004"/>
                    <a:pt x="157914" y="196842"/>
                    <a:pt x="160317" y="194805"/>
                  </a:cubicBezTo>
                  <a:cubicBezTo>
                    <a:pt x="162640" y="192785"/>
                    <a:pt x="165106" y="187168"/>
                    <a:pt x="167715" y="177955"/>
                  </a:cubicBezTo>
                  <a:lnTo>
                    <a:pt x="195225" y="82677"/>
                  </a:lnTo>
                  <a:cubicBezTo>
                    <a:pt x="196896" y="76646"/>
                    <a:pt x="197723" y="72923"/>
                    <a:pt x="197723" y="71475"/>
                  </a:cubicBezTo>
                  <a:cubicBezTo>
                    <a:pt x="197723" y="69502"/>
                    <a:pt x="197150" y="67990"/>
                    <a:pt x="195988" y="66892"/>
                  </a:cubicBezTo>
                  <a:cubicBezTo>
                    <a:pt x="194907" y="65810"/>
                    <a:pt x="193188" y="65269"/>
                    <a:pt x="190881" y="65269"/>
                  </a:cubicBezTo>
                  <a:cubicBezTo>
                    <a:pt x="188765" y="65269"/>
                    <a:pt x="185837" y="65524"/>
                    <a:pt x="182067" y="66033"/>
                  </a:cubicBezTo>
                  <a:lnTo>
                    <a:pt x="182067" y="61785"/>
                  </a:lnTo>
                  <a:lnTo>
                    <a:pt x="219377" y="56232"/>
                  </a:lnTo>
                  <a:close/>
                  <a:moveTo>
                    <a:pt x="194031" y="143252"/>
                  </a:moveTo>
                  <a:cubicBezTo>
                    <a:pt x="198518" y="148614"/>
                    <a:pt x="204580" y="151303"/>
                    <a:pt x="212186" y="151303"/>
                  </a:cubicBezTo>
                  <a:cubicBezTo>
                    <a:pt x="215957" y="151303"/>
                    <a:pt x="219807" y="150253"/>
                    <a:pt x="223721" y="148153"/>
                  </a:cubicBezTo>
                  <a:cubicBezTo>
                    <a:pt x="227635" y="146052"/>
                    <a:pt x="231438" y="142934"/>
                    <a:pt x="235145" y="138797"/>
                  </a:cubicBezTo>
                  <a:cubicBezTo>
                    <a:pt x="238916" y="134660"/>
                    <a:pt x="242289" y="129918"/>
                    <a:pt x="245264" y="124540"/>
                  </a:cubicBezTo>
                  <a:cubicBezTo>
                    <a:pt x="248224" y="119114"/>
                    <a:pt x="250881" y="112734"/>
                    <a:pt x="253204" y="105398"/>
                  </a:cubicBezTo>
                  <a:cubicBezTo>
                    <a:pt x="255590" y="98079"/>
                    <a:pt x="256784" y="90823"/>
                    <a:pt x="256784" y="83647"/>
                  </a:cubicBezTo>
                  <a:cubicBezTo>
                    <a:pt x="256784" y="77855"/>
                    <a:pt x="255447" y="73432"/>
                    <a:pt x="252758" y="70377"/>
                  </a:cubicBezTo>
                  <a:cubicBezTo>
                    <a:pt x="250149" y="67258"/>
                    <a:pt x="247078" y="65699"/>
                    <a:pt x="243514" y="65699"/>
                  </a:cubicBezTo>
                  <a:cubicBezTo>
                    <a:pt x="235686" y="65699"/>
                    <a:pt x="227921" y="70202"/>
                    <a:pt x="220236" y="79192"/>
                  </a:cubicBezTo>
                  <a:cubicBezTo>
                    <a:pt x="212631" y="88182"/>
                    <a:pt x="207047" y="98699"/>
                    <a:pt x="203499" y="110729"/>
                  </a:cubicBezTo>
                  <a:lnTo>
                    <a:pt x="194031" y="143252"/>
                  </a:lnTo>
                  <a:close/>
                  <a:moveTo>
                    <a:pt x="308016" y="113672"/>
                  </a:moveTo>
                  <a:cubicBezTo>
                    <a:pt x="307507" y="117300"/>
                    <a:pt x="307252" y="120308"/>
                    <a:pt x="307252" y="122694"/>
                  </a:cubicBezTo>
                  <a:cubicBezTo>
                    <a:pt x="307252" y="129154"/>
                    <a:pt x="309543" y="134660"/>
                    <a:pt x="314110" y="139226"/>
                  </a:cubicBezTo>
                  <a:cubicBezTo>
                    <a:pt x="318676" y="143729"/>
                    <a:pt x="324213" y="145973"/>
                    <a:pt x="330753" y="145973"/>
                  </a:cubicBezTo>
                  <a:cubicBezTo>
                    <a:pt x="335971" y="145973"/>
                    <a:pt x="340967" y="144923"/>
                    <a:pt x="345756" y="142822"/>
                  </a:cubicBezTo>
                  <a:cubicBezTo>
                    <a:pt x="350609" y="140643"/>
                    <a:pt x="357801" y="135901"/>
                    <a:pt x="367300" y="128566"/>
                  </a:cubicBezTo>
                  <a:lnTo>
                    <a:pt x="369575" y="131732"/>
                  </a:lnTo>
                  <a:cubicBezTo>
                    <a:pt x="352391" y="148773"/>
                    <a:pt x="336003" y="157286"/>
                    <a:pt x="320411" y="157286"/>
                  </a:cubicBezTo>
                  <a:cubicBezTo>
                    <a:pt x="309830" y="157286"/>
                    <a:pt x="301859" y="153945"/>
                    <a:pt x="296481" y="147278"/>
                  </a:cubicBezTo>
                  <a:cubicBezTo>
                    <a:pt x="291119" y="140611"/>
                    <a:pt x="288430" y="133244"/>
                    <a:pt x="288430" y="125192"/>
                  </a:cubicBezTo>
                  <a:cubicBezTo>
                    <a:pt x="288430" y="114388"/>
                    <a:pt x="291771" y="103330"/>
                    <a:pt x="298438" y="92017"/>
                  </a:cubicBezTo>
                  <a:cubicBezTo>
                    <a:pt x="305120" y="80720"/>
                    <a:pt x="313490" y="71936"/>
                    <a:pt x="323561" y="65699"/>
                  </a:cubicBezTo>
                  <a:cubicBezTo>
                    <a:pt x="333648" y="59398"/>
                    <a:pt x="344022" y="56232"/>
                    <a:pt x="354682" y="56232"/>
                  </a:cubicBezTo>
                  <a:cubicBezTo>
                    <a:pt x="362367" y="56232"/>
                    <a:pt x="368047" y="57791"/>
                    <a:pt x="371755" y="60909"/>
                  </a:cubicBezTo>
                  <a:cubicBezTo>
                    <a:pt x="375446" y="64028"/>
                    <a:pt x="377292" y="67736"/>
                    <a:pt x="377292" y="72016"/>
                  </a:cubicBezTo>
                  <a:cubicBezTo>
                    <a:pt x="377292" y="78030"/>
                    <a:pt x="374905" y="83790"/>
                    <a:pt x="370116" y="89312"/>
                  </a:cubicBezTo>
                  <a:cubicBezTo>
                    <a:pt x="363815" y="96488"/>
                    <a:pt x="354523" y="102280"/>
                    <a:pt x="342272" y="106703"/>
                  </a:cubicBezTo>
                  <a:cubicBezTo>
                    <a:pt x="334158" y="109678"/>
                    <a:pt x="322734" y="112002"/>
                    <a:pt x="308016" y="113672"/>
                  </a:cubicBezTo>
                  <a:close/>
                  <a:moveTo>
                    <a:pt x="308780" y="108342"/>
                  </a:moveTo>
                  <a:cubicBezTo>
                    <a:pt x="319504" y="107101"/>
                    <a:pt x="328239" y="105001"/>
                    <a:pt x="334985" y="102025"/>
                  </a:cubicBezTo>
                  <a:cubicBezTo>
                    <a:pt x="343911" y="98047"/>
                    <a:pt x="350577" y="93290"/>
                    <a:pt x="355001" y="87784"/>
                  </a:cubicBezTo>
                  <a:cubicBezTo>
                    <a:pt x="359503" y="82199"/>
                    <a:pt x="361747" y="76901"/>
                    <a:pt x="361747" y="71904"/>
                  </a:cubicBezTo>
                  <a:cubicBezTo>
                    <a:pt x="361747" y="68850"/>
                    <a:pt x="360760" y="66383"/>
                    <a:pt x="358803" y="64506"/>
                  </a:cubicBezTo>
                  <a:cubicBezTo>
                    <a:pt x="356926" y="62628"/>
                    <a:pt x="354205" y="61673"/>
                    <a:pt x="350657" y="61673"/>
                  </a:cubicBezTo>
                  <a:cubicBezTo>
                    <a:pt x="343258" y="61673"/>
                    <a:pt x="335383" y="65635"/>
                    <a:pt x="327045" y="73527"/>
                  </a:cubicBezTo>
                  <a:cubicBezTo>
                    <a:pt x="318788" y="81372"/>
                    <a:pt x="312694" y="92971"/>
                    <a:pt x="308780" y="108342"/>
                  </a:cubicBezTo>
                  <a:close/>
                  <a:moveTo>
                    <a:pt x="392088" y="62326"/>
                  </a:moveTo>
                  <a:lnTo>
                    <a:pt x="429622" y="56232"/>
                  </a:lnTo>
                  <a:lnTo>
                    <a:pt x="413950" y="109106"/>
                  </a:lnTo>
                  <a:cubicBezTo>
                    <a:pt x="426647" y="87418"/>
                    <a:pt x="438166" y="72270"/>
                    <a:pt x="448540" y="63630"/>
                  </a:cubicBezTo>
                  <a:cubicBezTo>
                    <a:pt x="454411" y="58698"/>
                    <a:pt x="459200" y="56232"/>
                    <a:pt x="462891" y="56232"/>
                  </a:cubicBezTo>
                  <a:cubicBezTo>
                    <a:pt x="465294" y="56232"/>
                    <a:pt x="467171" y="56963"/>
                    <a:pt x="468556" y="58411"/>
                  </a:cubicBezTo>
                  <a:cubicBezTo>
                    <a:pt x="469924" y="59796"/>
                    <a:pt x="470624" y="61817"/>
                    <a:pt x="470624" y="64506"/>
                  </a:cubicBezTo>
                  <a:cubicBezTo>
                    <a:pt x="470624" y="69295"/>
                    <a:pt x="469383" y="73862"/>
                    <a:pt x="466917" y="78205"/>
                  </a:cubicBezTo>
                  <a:cubicBezTo>
                    <a:pt x="465183" y="81467"/>
                    <a:pt x="462684" y="83106"/>
                    <a:pt x="459423" y="83106"/>
                  </a:cubicBezTo>
                  <a:cubicBezTo>
                    <a:pt x="457752" y="83106"/>
                    <a:pt x="456304" y="82565"/>
                    <a:pt x="455063" y="81467"/>
                  </a:cubicBezTo>
                  <a:cubicBezTo>
                    <a:pt x="453902" y="80385"/>
                    <a:pt x="453186" y="78715"/>
                    <a:pt x="452884" y="76471"/>
                  </a:cubicBezTo>
                  <a:cubicBezTo>
                    <a:pt x="452740" y="75087"/>
                    <a:pt x="452422" y="74180"/>
                    <a:pt x="451913" y="73750"/>
                  </a:cubicBezTo>
                  <a:cubicBezTo>
                    <a:pt x="451324" y="73177"/>
                    <a:pt x="450640" y="72875"/>
                    <a:pt x="449845" y="72875"/>
                  </a:cubicBezTo>
                  <a:cubicBezTo>
                    <a:pt x="448619" y="72875"/>
                    <a:pt x="447458" y="73177"/>
                    <a:pt x="446360" y="73750"/>
                  </a:cubicBezTo>
                  <a:cubicBezTo>
                    <a:pt x="444483" y="74769"/>
                    <a:pt x="441619" y="77601"/>
                    <a:pt x="437768" y="82231"/>
                  </a:cubicBezTo>
                  <a:cubicBezTo>
                    <a:pt x="431754" y="89343"/>
                    <a:pt x="425231" y="98556"/>
                    <a:pt x="418198" y="109869"/>
                  </a:cubicBezTo>
                  <a:cubicBezTo>
                    <a:pt x="415143" y="114643"/>
                    <a:pt x="412534" y="120053"/>
                    <a:pt x="410370" y="126067"/>
                  </a:cubicBezTo>
                  <a:cubicBezTo>
                    <a:pt x="407315" y="134341"/>
                    <a:pt x="405581" y="139306"/>
                    <a:pt x="405135" y="140977"/>
                  </a:cubicBezTo>
                  <a:lnTo>
                    <a:pt x="401667" y="154676"/>
                  </a:lnTo>
                  <a:lnTo>
                    <a:pt x="385024" y="154676"/>
                  </a:lnTo>
                  <a:lnTo>
                    <a:pt x="405135" y="87132"/>
                  </a:lnTo>
                  <a:cubicBezTo>
                    <a:pt x="407458" y="79303"/>
                    <a:pt x="408620" y="73718"/>
                    <a:pt x="408620" y="70377"/>
                  </a:cubicBezTo>
                  <a:cubicBezTo>
                    <a:pt x="408620" y="69072"/>
                    <a:pt x="408079" y="67990"/>
                    <a:pt x="406997" y="67115"/>
                  </a:cubicBezTo>
                  <a:cubicBezTo>
                    <a:pt x="405533" y="65954"/>
                    <a:pt x="403624" y="65381"/>
                    <a:pt x="401221" y="65381"/>
                  </a:cubicBezTo>
                  <a:cubicBezTo>
                    <a:pt x="399710" y="65381"/>
                    <a:pt x="396909" y="65699"/>
                    <a:pt x="392852" y="66351"/>
                  </a:cubicBezTo>
                  <a:lnTo>
                    <a:pt x="392088" y="62326"/>
                  </a:lnTo>
                  <a:close/>
                  <a:moveTo>
                    <a:pt x="533265" y="58857"/>
                  </a:moveTo>
                  <a:lnTo>
                    <a:pt x="531308" y="66033"/>
                  </a:lnTo>
                  <a:lnTo>
                    <a:pt x="515429" y="66033"/>
                  </a:lnTo>
                  <a:lnTo>
                    <a:pt x="503464" y="113561"/>
                  </a:lnTo>
                  <a:cubicBezTo>
                    <a:pt x="498165" y="134516"/>
                    <a:pt x="492835" y="150730"/>
                    <a:pt x="487473" y="162187"/>
                  </a:cubicBezTo>
                  <a:cubicBezTo>
                    <a:pt x="479868" y="178353"/>
                    <a:pt x="471674" y="189523"/>
                    <a:pt x="462891" y="195681"/>
                  </a:cubicBezTo>
                  <a:cubicBezTo>
                    <a:pt x="456225" y="200390"/>
                    <a:pt x="449558" y="202745"/>
                    <a:pt x="442892" y="202745"/>
                  </a:cubicBezTo>
                  <a:cubicBezTo>
                    <a:pt x="438532" y="202745"/>
                    <a:pt x="434841" y="201441"/>
                    <a:pt x="431786" y="198831"/>
                  </a:cubicBezTo>
                  <a:cubicBezTo>
                    <a:pt x="429542" y="197017"/>
                    <a:pt x="428413" y="194662"/>
                    <a:pt x="428413" y="191766"/>
                  </a:cubicBezTo>
                  <a:cubicBezTo>
                    <a:pt x="428413" y="189443"/>
                    <a:pt x="429367" y="187422"/>
                    <a:pt x="431245" y="185672"/>
                  </a:cubicBezTo>
                  <a:cubicBezTo>
                    <a:pt x="433059" y="184002"/>
                    <a:pt x="435302" y="183174"/>
                    <a:pt x="437991" y="183174"/>
                  </a:cubicBezTo>
                  <a:cubicBezTo>
                    <a:pt x="439948" y="183174"/>
                    <a:pt x="441619" y="183795"/>
                    <a:pt x="442987" y="185020"/>
                  </a:cubicBezTo>
                  <a:cubicBezTo>
                    <a:pt x="444292" y="186261"/>
                    <a:pt x="444944" y="187677"/>
                    <a:pt x="444944" y="189268"/>
                  </a:cubicBezTo>
                  <a:cubicBezTo>
                    <a:pt x="444944" y="190859"/>
                    <a:pt x="444196" y="192355"/>
                    <a:pt x="442669" y="193724"/>
                  </a:cubicBezTo>
                  <a:cubicBezTo>
                    <a:pt x="441507" y="194742"/>
                    <a:pt x="440919" y="195506"/>
                    <a:pt x="440919" y="196015"/>
                  </a:cubicBezTo>
                  <a:cubicBezTo>
                    <a:pt x="440919" y="196667"/>
                    <a:pt x="441173" y="197176"/>
                    <a:pt x="441682" y="197526"/>
                  </a:cubicBezTo>
                  <a:cubicBezTo>
                    <a:pt x="442335" y="198036"/>
                    <a:pt x="443353" y="198290"/>
                    <a:pt x="444737" y="198290"/>
                  </a:cubicBezTo>
                  <a:cubicBezTo>
                    <a:pt x="447856" y="198290"/>
                    <a:pt x="451149" y="197320"/>
                    <a:pt x="454634" y="195362"/>
                  </a:cubicBezTo>
                  <a:cubicBezTo>
                    <a:pt x="458039" y="193405"/>
                    <a:pt x="461078" y="190462"/>
                    <a:pt x="463766" y="186547"/>
                  </a:cubicBezTo>
                  <a:cubicBezTo>
                    <a:pt x="466455" y="182697"/>
                    <a:pt x="468985" y="177112"/>
                    <a:pt x="471388" y="169792"/>
                  </a:cubicBezTo>
                  <a:cubicBezTo>
                    <a:pt x="472390" y="166753"/>
                    <a:pt x="475111" y="156713"/>
                    <a:pt x="479534" y="139672"/>
                  </a:cubicBezTo>
                  <a:lnTo>
                    <a:pt x="498468" y="66033"/>
                  </a:lnTo>
                  <a:lnTo>
                    <a:pt x="479534" y="66033"/>
                  </a:lnTo>
                  <a:lnTo>
                    <a:pt x="481061" y="58857"/>
                  </a:lnTo>
                  <a:cubicBezTo>
                    <a:pt x="487076" y="58857"/>
                    <a:pt x="491276" y="58443"/>
                    <a:pt x="493679" y="57648"/>
                  </a:cubicBezTo>
                  <a:cubicBezTo>
                    <a:pt x="496065" y="56788"/>
                    <a:pt x="498245" y="55181"/>
                    <a:pt x="500202" y="52874"/>
                  </a:cubicBezTo>
                  <a:cubicBezTo>
                    <a:pt x="502239" y="50472"/>
                    <a:pt x="504848" y="46048"/>
                    <a:pt x="508030" y="39604"/>
                  </a:cubicBezTo>
                  <a:cubicBezTo>
                    <a:pt x="512310" y="30900"/>
                    <a:pt x="516415" y="24154"/>
                    <a:pt x="520329" y="19364"/>
                  </a:cubicBezTo>
                  <a:cubicBezTo>
                    <a:pt x="525691" y="12904"/>
                    <a:pt x="531308" y="8083"/>
                    <a:pt x="537179" y="4901"/>
                  </a:cubicBezTo>
                  <a:cubicBezTo>
                    <a:pt x="543129" y="1639"/>
                    <a:pt x="548714" y="0"/>
                    <a:pt x="553933" y="0"/>
                  </a:cubicBezTo>
                  <a:cubicBezTo>
                    <a:pt x="559438" y="0"/>
                    <a:pt x="563861" y="1416"/>
                    <a:pt x="567202" y="4248"/>
                  </a:cubicBezTo>
                  <a:cubicBezTo>
                    <a:pt x="570543" y="7001"/>
                    <a:pt x="572198" y="10008"/>
                    <a:pt x="572198" y="13270"/>
                  </a:cubicBezTo>
                  <a:cubicBezTo>
                    <a:pt x="572198" y="15816"/>
                    <a:pt x="571371" y="17948"/>
                    <a:pt x="569700" y="19699"/>
                  </a:cubicBezTo>
                  <a:cubicBezTo>
                    <a:pt x="568030" y="21433"/>
                    <a:pt x="565897" y="22308"/>
                    <a:pt x="563288" y="22308"/>
                  </a:cubicBezTo>
                  <a:cubicBezTo>
                    <a:pt x="561045" y="22308"/>
                    <a:pt x="559183" y="21656"/>
                    <a:pt x="557735" y="20351"/>
                  </a:cubicBezTo>
                  <a:cubicBezTo>
                    <a:pt x="556367" y="19046"/>
                    <a:pt x="555667" y="17487"/>
                    <a:pt x="555667" y="15673"/>
                  </a:cubicBezTo>
                  <a:cubicBezTo>
                    <a:pt x="555667" y="14511"/>
                    <a:pt x="556144" y="13095"/>
                    <a:pt x="557083" y="11425"/>
                  </a:cubicBezTo>
                  <a:cubicBezTo>
                    <a:pt x="558022" y="9690"/>
                    <a:pt x="558499" y="8529"/>
                    <a:pt x="558499" y="7940"/>
                  </a:cubicBezTo>
                  <a:cubicBezTo>
                    <a:pt x="558499" y="6938"/>
                    <a:pt x="558181" y="6174"/>
                    <a:pt x="557529" y="5665"/>
                  </a:cubicBezTo>
                  <a:cubicBezTo>
                    <a:pt x="556574" y="4933"/>
                    <a:pt x="555205" y="4567"/>
                    <a:pt x="553392" y="4567"/>
                  </a:cubicBezTo>
                  <a:cubicBezTo>
                    <a:pt x="548825" y="4567"/>
                    <a:pt x="544720" y="6031"/>
                    <a:pt x="541093" y="8926"/>
                  </a:cubicBezTo>
                  <a:cubicBezTo>
                    <a:pt x="536240" y="12761"/>
                    <a:pt x="531896" y="18792"/>
                    <a:pt x="528046" y="26986"/>
                  </a:cubicBezTo>
                  <a:cubicBezTo>
                    <a:pt x="526089" y="31250"/>
                    <a:pt x="522493" y="41879"/>
                    <a:pt x="517274" y="58857"/>
                  </a:cubicBezTo>
                  <a:lnTo>
                    <a:pt x="533265" y="58857"/>
                  </a:lnTo>
                  <a:close/>
                  <a:moveTo>
                    <a:pt x="632245" y="90282"/>
                  </a:moveTo>
                  <a:cubicBezTo>
                    <a:pt x="632245" y="101166"/>
                    <a:pt x="629350" y="111922"/>
                    <a:pt x="623542" y="122583"/>
                  </a:cubicBezTo>
                  <a:cubicBezTo>
                    <a:pt x="617814" y="133244"/>
                    <a:pt x="609795" y="141693"/>
                    <a:pt x="599501" y="147930"/>
                  </a:cubicBezTo>
                  <a:cubicBezTo>
                    <a:pt x="589207" y="154167"/>
                    <a:pt x="579199" y="157286"/>
                    <a:pt x="569493" y="157286"/>
                  </a:cubicBezTo>
                  <a:cubicBezTo>
                    <a:pt x="559549" y="157286"/>
                    <a:pt x="551435" y="154136"/>
                    <a:pt x="545118" y="147819"/>
                  </a:cubicBezTo>
                  <a:cubicBezTo>
                    <a:pt x="538881" y="141438"/>
                    <a:pt x="535763" y="133212"/>
                    <a:pt x="535763" y="123140"/>
                  </a:cubicBezTo>
                  <a:cubicBezTo>
                    <a:pt x="535763" y="112479"/>
                    <a:pt x="538818" y="101770"/>
                    <a:pt x="544911" y="91046"/>
                  </a:cubicBezTo>
                  <a:cubicBezTo>
                    <a:pt x="551069" y="80306"/>
                    <a:pt x="559263" y="71825"/>
                    <a:pt x="569493" y="65588"/>
                  </a:cubicBezTo>
                  <a:cubicBezTo>
                    <a:pt x="579788" y="59350"/>
                    <a:pt x="589716" y="56232"/>
                    <a:pt x="599294" y="56232"/>
                  </a:cubicBezTo>
                  <a:cubicBezTo>
                    <a:pt x="608856" y="56232"/>
                    <a:pt x="616732" y="59398"/>
                    <a:pt x="622890" y="65699"/>
                  </a:cubicBezTo>
                  <a:cubicBezTo>
                    <a:pt x="629127" y="72016"/>
                    <a:pt x="632245" y="80210"/>
                    <a:pt x="632245" y="90282"/>
                  </a:cubicBezTo>
                  <a:close/>
                  <a:moveTo>
                    <a:pt x="614187" y="82772"/>
                  </a:moveTo>
                  <a:cubicBezTo>
                    <a:pt x="614187" y="76041"/>
                    <a:pt x="612516" y="70886"/>
                    <a:pt x="609191" y="67338"/>
                  </a:cubicBezTo>
                  <a:cubicBezTo>
                    <a:pt x="605929" y="63710"/>
                    <a:pt x="601681" y="61896"/>
                    <a:pt x="596462" y="61896"/>
                  </a:cubicBezTo>
                  <a:cubicBezTo>
                    <a:pt x="585802" y="61896"/>
                    <a:pt x="575969" y="69550"/>
                    <a:pt x="566979" y="84841"/>
                  </a:cubicBezTo>
                  <a:cubicBezTo>
                    <a:pt x="558069" y="100068"/>
                    <a:pt x="553598" y="115232"/>
                    <a:pt x="553598" y="130316"/>
                  </a:cubicBezTo>
                  <a:cubicBezTo>
                    <a:pt x="553598" y="137206"/>
                    <a:pt x="555349" y="142536"/>
                    <a:pt x="558833" y="146307"/>
                  </a:cubicBezTo>
                  <a:cubicBezTo>
                    <a:pt x="562302" y="149999"/>
                    <a:pt x="566693" y="151844"/>
                    <a:pt x="571991" y="151844"/>
                  </a:cubicBezTo>
                  <a:cubicBezTo>
                    <a:pt x="582206" y="151844"/>
                    <a:pt x="591784" y="144270"/>
                    <a:pt x="600694" y="129122"/>
                  </a:cubicBezTo>
                  <a:cubicBezTo>
                    <a:pt x="609700" y="113895"/>
                    <a:pt x="614187" y="98445"/>
                    <a:pt x="614187" y="82772"/>
                  </a:cubicBezTo>
                  <a:close/>
                  <a:moveTo>
                    <a:pt x="652261" y="62326"/>
                  </a:moveTo>
                  <a:lnTo>
                    <a:pt x="689779" y="56232"/>
                  </a:lnTo>
                  <a:lnTo>
                    <a:pt x="674122" y="109106"/>
                  </a:lnTo>
                  <a:cubicBezTo>
                    <a:pt x="686803" y="87418"/>
                    <a:pt x="698339" y="72270"/>
                    <a:pt x="708712" y="63630"/>
                  </a:cubicBezTo>
                  <a:cubicBezTo>
                    <a:pt x="714584" y="58698"/>
                    <a:pt x="719357" y="56232"/>
                    <a:pt x="723064" y="56232"/>
                  </a:cubicBezTo>
                  <a:cubicBezTo>
                    <a:pt x="725450" y="56232"/>
                    <a:pt x="727344" y="56963"/>
                    <a:pt x="728712" y="58411"/>
                  </a:cubicBezTo>
                  <a:cubicBezTo>
                    <a:pt x="730096" y="59796"/>
                    <a:pt x="730781" y="61817"/>
                    <a:pt x="730781" y="64506"/>
                  </a:cubicBezTo>
                  <a:cubicBezTo>
                    <a:pt x="730781" y="69295"/>
                    <a:pt x="729556" y="73862"/>
                    <a:pt x="727089" y="78205"/>
                  </a:cubicBezTo>
                  <a:cubicBezTo>
                    <a:pt x="725339" y="81467"/>
                    <a:pt x="722841" y="83106"/>
                    <a:pt x="719579" y="83106"/>
                  </a:cubicBezTo>
                  <a:cubicBezTo>
                    <a:pt x="717909" y="83106"/>
                    <a:pt x="716461" y="82565"/>
                    <a:pt x="715236" y="81467"/>
                  </a:cubicBezTo>
                  <a:cubicBezTo>
                    <a:pt x="714074" y="80385"/>
                    <a:pt x="713342" y="78715"/>
                    <a:pt x="713056" y="76471"/>
                  </a:cubicBezTo>
                  <a:cubicBezTo>
                    <a:pt x="712913" y="75087"/>
                    <a:pt x="712579" y="74180"/>
                    <a:pt x="712070" y="73750"/>
                  </a:cubicBezTo>
                  <a:cubicBezTo>
                    <a:pt x="711497" y="73177"/>
                    <a:pt x="710813" y="72875"/>
                    <a:pt x="710017" y="72875"/>
                  </a:cubicBezTo>
                  <a:cubicBezTo>
                    <a:pt x="708776" y="72875"/>
                    <a:pt x="707615" y="73177"/>
                    <a:pt x="706533" y="73750"/>
                  </a:cubicBezTo>
                  <a:cubicBezTo>
                    <a:pt x="704639" y="74769"/>
                    <a:pt x="701775" y="77601"/>
                    <a:pt x="697941" y="82231"/>
                  </a:cubicBezTo>
                  <a:cubicBezTo>
                    <a:pt x="691927" y="89343"/>
                    <a:pt x="685387" y="98556"/>
                    <a:pt x="678355" y="109869"/>
                  </a:cubicBezTo>
                  <a:cubicBezTo>
                    <a:pt x="675316" y="114643"/>
                    <a:pt x="672706" y="120053"/>
                    <a:pt x="670527" y="126067"/>
                  </a:cubicBezTo>
                  <a:cubicBezTo>
                    <a:pt x="667488" y="134341"/>
                    <a:pt x="665737" y="139306"/>
                    <a:pt x="665308" y="140977"/>
                  </a:cubicBezTo>
                  <a:lnTo>
                    <a:pt x="661823" y="154676"/>
                  </a:lnTo>
                  <a:lnTo>
                    <a:pt x="645181" y="154676"/>
                  </a:lnTo>
                  <a:lnTo>
                    <a:pt x="665308" y="87132"/>
                  </a:lnTo>
                  <a:cubicBezTo>
                    <a:pt x="667631" y="79303"/>
                    <a:pt x="668792" y="73718"/>
                    <a:pt x="668792" y="70377"/>
                  </a:cubicBezTo>
                  <a:cubicBezTo>
                    <a:pt x="668792" y="69072"/>
                    <a:pt x="668251" y="67990"/>
                    <a:pt x="667153" y="67115"/>
                  </a:cubicBezTo>
                  <a:cubicBezTo>
                    <a:pt x="665706" y="65954"/>
                    <a:pt x="663780" y="65381"/>
                    <a:pt x="661394" y="65381"/>
                  </a:cubicBezTo>
                  <a:cubicBezTo>
                    <a:pt x="659866" y="65381"/>
                    <a:pt x="657082" y="65699"/>
                    <a:pt x="653025" y="66351"/>
                  </a:cubicBezTo>
                  <a:lnTo>
                    <a:pt x="652261" y="62326"/>
                  </a:lnTo>
                  <a:close/>
                  <a:moveTo>
                    <a:pt x="775697" y="56232"/>
                  </a:moveTo>
                  <a:lnTo>
                    <a:pt x="761568" y="105287"/>
                  </a:lnTo>
                  <a:cubicBezTo>
                    <a:pt x="767869" y="93767"/>
                    <a:pt x="773246" y="85095"/>
                    <a:pt x="777670" y="79303"/>
                  </a:cubicBezTo>
                  <a:cubicBezTo>
                    <a:pt x="784543" y="70313"/>
                    <a:pt x="791257" y="63774"/>
                    <a:pt x="797781" y="59716"/>
                  </a:cubicBezTo>
                  <a:cubicBezTo>
                    <a:pt x="801631" y="57393"/>
                    <a:pt x="805657" y="56232"/>
                    <a:pt x="809857" y="56232"/>
                  </a:cubicBezTo>
                  <a:cubicBezTo>
                    <a:pt x="813485" y="56232"/>
                    <a:pt x="816492" y="57393"/>
                    <a:pt x="818878" y="59716"/>
                  </a:cubicBezTo>
                  <a:cubicBezTo>
                    <a:pt x="821281" y="62039"/>
                    <a:pt x="822474" y="65015"/>
                    <a:pt x="822474" y="68643"/>
                  </a:cubicBezTo>
                  <a:cubicBezTo>
                    <a:pt x="822474" y="72191"/>
                    <a:pt x="821647" y="76837"/>
                    <a:pt x="819976" y="82565"/>
                  </a:cubicBezTo>
                  <a:lnTo>
                    <a:pt x="812244" y="110188"/>
                  </a:lnTo>
                  <a:cubicBezTo>
                    <a:pt x="824065" y="88071"/>
                    <a:pt x="835266" y="72557"/>
                    <a:pt x="845863" y="63630"/>
                  </a:cubicBezTo>
                  <a:cubicBezTo>
                    <a:pt x="851734" y="58698"/>
                    <a:pt x="857526" y="56232"/>
                    <a:pt x="863253" y="56232"/>
                  </a:cubicBezTo>
                  <a:cubicBezTo>
                    <a:pt x="866595" y="56232"/>
                    <a:pt x="869316" y="57393"/>
                    <a:pt x="871416" y="59716"/>
                  </a:cubicBezTo>
                  <a:cubicBezTo>
                    <a:pt x="873595" y="61976"/>
                    <a:pt x="874677" y="65492"/>
                    <a:pt x="874677" y="70265"/>
                  </a:cubicBezTo>
                  <a:cubicBezTo>
                    <a:pt x="874677" y="74482"/>
                    <a:pt x="874025" y="78937"/>
                    <a:pt x="872720" y="83647"/>
                  </a:cubicBezTo>
                  <a:lnTo>
                    <a:pt x="860756" y="125956"/>
                  </a:lnTo>
                  <a:cubicBezTo>
                    <a:pt x="858146" y="135169"/>
                    <a:pt x="856842" y="140276"/>
                    <a:pt x="856842" y="141295"/>
                  </a:cubicBezTo>
                  <a:cubicBezTo>
                    <a:pt x="856842" y="142313"/>
                    <a:pt x="857176" y="143188"/>
                    <a:pt x="857828" y="143904"/>
                  </a:cubicBezTo>
                  <a:cubicBezTo>
                    <a:pt x="858257" y="144414"/>
                    <a:pt x="858830" y="144668"/>
                    <a:pt x="859562" y="144668"/>
                  </a:cubicBezTo>
                  <a:cubicBezTo>
                    <a:pt x="860294" y="144668"/>
                    <a:pt x="861551" y="143984"/>
                    <a:pt x="863365" y="142600"/>
                  </a:cubicBezTo>
                  <a:cubicBezTo>
                    <a:pt x="867502" y="139417"/>
                    <a:pt x="871384" y="135201"/>
                    <a:pt x="875011" y="129982"/>
                  </a:cubicBezTo>
                  <a:lnTo>
                    <a:pt x="878591" y="132273"/>
                  </a:lnTo>
                  <a:cubicBezTo>
                    <a:pt x="876778" y="135169"/>
                    <a:pt x="873564" y="139163"/>
                    <a:pt x="868918" y="144238"/>
                  </a:cubicBezTo>
                  <a:cubicBezTo>
                    <a:pt x="864351" y="149314"/>
                    <a:pt x="860437" y="152751"/>
                    <a:pt x="857176" y="154565"/>
                  </a:cubicBezTo>
                  <a:cubicBezTo>
                    <a:pt x="853914" y="156379"/>
                    <a:pt x="850891" y="157286"/>
                    <a:pt x="848138" y="157286"/>
                  </a:cubicBezTo>
                  <a:cubicBezTo>
                    <a:pt x="845608" y="157286"/>
                    <a:pt x="843461" y="156411"/>
                    <a:pt x="841726" y="154676"/>
                  </a:cubicBezTo>
                  <a:cubicBezTo>
                    <a:pt x="840056" y="152942"/>
                    <a:pt x="839228" y="150794"/>
                    <a:pt x="839228" y="148264"/>
                  </a:cubicBezTo>
                  <a:cubicBezTo>
                    <a:pt x="839228" y="144780"/>
                    <a:pt x="840708" y="137778"/>
                    <a:pt x="843683" y="127261"/>
                  </a:cubicBezTo>
                  <a:lnTo>
                    <a:pt x="853580" y="92351"/>
                  </a:lnTo>
                  <a:cubicBezTo>
                    <a:pt x="855823" y="84300"/>
                    <a:pt x="857017" y="79844"/>
                    <a:pt x="857176" y="78969"/>
                  </a:cubicBezTo>
                  <a:cubicBezTo>
                    <a:pt x="857382" y="77601"/>
                    <a:pt x="857494" y="76248"/>
                    <a:pt x="857494" y="74944"/>
                  </a:cubicBezTo>
                  <a:cubicBezTo>
                    <a:pt x="857494" y="73130"/>
                    <a:pt x="857096" y="71713"/>
                    <a:pt x="856300" y="70711"/>
                  </a:cubicBezTo>
                  <a:cubicBezTo>
                    <a:pt x="855425" y="69693"/>
                    <a:pt x="854455" y="69184"/>
                    <a:pt x="853357" y="69184"/>
                  </a:cubicBezTo>
                  <a:cubicBezTo>
                    <a:pt x="850318" y="69184"/>
                    <a:pt x="847088" y="70743"/>
                    <a:pt x="843683" y="73862"/>
                  </a:cubicBezTo>
                  <a:cubicBezTo>
                    <a:pt x="833675" y="83074"/>
                    <a:pt x="824320" y="95979"/>
                    <a:pt x="815617" y="112575"/>
                  </a:cubicBezTo>
                  <a:cubicBezTo>
                    <a:pt x="809889" y="123538"/>
                    <a:pt x="804527" y="137556"/>
                    <a:pt x="799531" y="154676"/>
                  </a:cubicBezTo>
                  <a:lnTo>
                    <a:pt x="783095" y="154676"/>
                  </a:lnTo>
                  <a:lnTo>
                    <a:pt x="801695" y="88866"/>
                  </a:lnTo>
                  <a:cubicBezTo>
                    <a:pt x="803731" y="81770"/>
                    <a:pt x="804750" y="77012"/>
                    <a:pt x="804750" y="74625"/>
                  </a:cubicBezTo>
                  <a:cubicBezTo>
                    <a:pt x="804750" y="72668"/>
                    <a:pt x="804352" y="71220"/>
                    <a:pt x="803541" y="70265"/>
                  </a:cubicBezTo>
                  <a:cubicBezTo>
                    <a:pt x="802745" y="69327"/>
                    <a:pt x="801774" y="68850"/>
                    <a:pt x="800613" y="68850"/>
                  </a:cubicBezTo>
                  <a:cubicBezTo>
                    <a:pt x="798226" y="68850"/>
                    <a:pt x="795681" y="69725"/>
                    <a:pt x="792992" y="71475"/>
                  </a:cubicBezTo>
                  <a:cubicBezTo>
                    <a:pt x="788648" y="74291"/>
                    <a:pt x="783032" y="80354"/>
                    <a:pt x="776142" y="89630"/>
                  </a:cubicBezTo>
                  <a:cubicBezTo>
                    <a:pt x="769317" y="98906"/>
                    <a:pt x="764034" y="107801"/>
                    <a:pt x="760263" y="116282"/>
                  </a:cubicBezTo>
                  <a:cubicBezTo>
                    <a:pt x="758449" y="120276"/>
                    <a:pt x="754138" y="133069"/>
                    <a:pt x="747312" y="154676"/>
                  </a:cubicBezTo>
                  <a:lnTo>
                    <a:pt x="731226" y="154676"/>
                  </a:lnTo>
                  <a:lnTo>
                    <a:pt x="751337" y="84188"/>
                  </a:lnTo>
                  <a:lnTo>
                    <a:pt x="753947" y="75055"/>
                  </a:lnTo>
                  <a:cubicBezTo>
                    <a:pt x="754456" y="73687"/>
                    <a:pt x="754710" y="72668"/>
                    <a:pt x="754710" y="72016"/>
                  </a:cubicBezTo>
                  <a:cubicBezTo>
                    <a:pt x="754710" y="70409"/>
                    <a:pt x="753994" y="69009"/>
                    <a:pt x="752531" y="67767"/>
                  </a:cubicBezTo>
                  <a:cubicBezTo>
                    <a:pt x="751083" y="66463"/>
                    <a:pt x="749237" y="65810"/>
                    <a:pt x="746994" y="65810"/>
                  </a:cubicBezTo>
                  <a:cubicBezTo>
                    <a:pt x="746055" y="65810"/>
                    <a:pt x="743430" y="66240"/>
                    <a:pt x="739166" y="67115"/>
                  </a:cubicBezTo>
                  <a:lnTo>
                    <a:pt x="738179" y="63089"/>
                  </a:lnTo>
                  <a:lnTo>
                    <a:pt x="775697" y="56232"/>
                  </a:lnTo>
                  <a:close/>
                  <a:moveTo>
                    <a:pt x="992910" y="56232"/>
                  </a:moveTo>
                  <a:lnTo>
                    <a:pt x="971701" y="129982"/>
                  </a:lnTo>
                  <a:lnTo>
                    <a:pt x="969299" y="139879"/>
                  </a:lnTo>
                  <a:cubicBezTo>
                    <a:pt x="969092" y="140833"/>
                    <a:pt x="968980" y="141629"/>
                    <a:pt x="968980" y="142281"/>
                  </a:cubicBezTo>
                  <a:cubicBezTo>
                    <a:pt x="968980" y="143443"/>
                    <a:pt x="969346" y="144445"/>
                    <a:pt x="970062" y="145320"/>
                  </a:cubicBezTo>
                  <a:cubicBezTo>
                    <a:pt x="970651" y="145973"/>
                    <a:pt x="971367" y="146307"/>
                    <a:pt x="972242" y="146307"/>
                  </a:cubicBezTo>
                  <a:cubicBezTo>
                    <a:pt x="973181" y="146307"/>
                    <a:pt x="974422" y="145718"/>
                    <a:pt x="975933" y="144557"/>
                  </a:cubicBezTo>
                  <a:cubicBezTo>
                    <a:pt x="978766" y="142456"/>
                    <a:pt x="982536" y="138112"/>
                    <a:pt x="987246" y="131509"/>
                  </a:cubicBezTo>
                  <a:lnTo>
                    <a:pt x="990953" y="134119"/>
                  </a:lnTo>
                  <a:cubicBezTo>
                    <a:pt x="985941" y="141661"/>
                    <a:pt x="980802" y="147421"/>
                    <a:pt x="975504" y="151415"/>
                  </a:cubicBezTo>
                  <a:cubicBezTo>
                    <a:pt x="970206" y="155329"/>
                    <a:pt x="965321" y="157286"/>
                    <a:pt x="960818" y="157286"/>
                  </a:cubicBezTo>
                  <a:cubicBezTo>
                    <a:pt x="957700" y="157286"/>
                    <a:pt x="955345" y="156490"/>
                    <a:pt x="953754" y="154899"/>
                  </a:cubicBezTo>
                  <a:cubicBezTo>
                    <a:pt x="952226" y="153372"/>
                    <a:pt x="951463" y="151128"/>
                    <a:pt x="951463" y="148153"/>
                  </a:cubicBezTo>
                  <a:cubicBezTo>
                    <a:pt x="951463" y="144605"/>
                    <a:pt x="952258" y="139926"/>
                    <a:pt x="953865" y="134119"/>
                  </a:cubicBezTo>
                  <a:lnTo>
                    <a:pt x="956140" y="125956"/>
                  </a:lnTo>
                  <a:cubicBezTo>
                    <a:pt x="946642" y="138367"/>
                    <a:pt x="937907" y="147023"/>
                    <a:pt x="929935" y="151956"/>
                  </a:cubicBezTo>
                  <a:cubicBezTo>
                    <a:pt x="924208" y="155504"/>
                    <a:pt x="918591" y="157286"/>
                    <a:pt x="913070" y="157286"/>
                  </a:cubicBezTo>
                  <a:cubicBezTo>
                    <a:pt x="907788" y="157286"/>
                    <a:pt x="903205" y="155106"/>
                    <a:pt x="899371" y="150762"/>
                  </a:cubicBezTo>
                  <a:cubicBezTo>
                    <a:pt x="895520" y="146339"/>
                    <a:pt x="893611" y="140276"/>
                    <a:pt x="893611" y="132591"/>
                  </a:cubicBezTo>
                  <a:cubicBezTo>
                    <a:pt x="893611" y="121071"/>
                    <a:pt x="897048" y="108915"/>
                    <a:pt x="903937" y="96154"/>
                  </a:cubicBezTo>
                  <a:cubicBezTo>
                    <a:pt x="910906" y="83329"/>
                    <a:pt x="919705" y="73066"/>
                    <a:pt x="930365" y="65381"/>
                  </a:cubicBezTo>
                  <a:cubicBezTo>
                    <a:pt x="938702" y="59287"/>
                    <a:pt x="946578" y="56232"/>
                    <a:pt x="953977" y="56232"/>
                  </a:cubicBezTo>
                  <a:cubicBezTo>
                    <a:pt x="958400" y="56232"/>
                    <a:pt x="962059" y="57393"/>
                    <a:pt x="964955" y="59716"/>
                  </a:cubicBezTo>
                  <a:cubicBezTo>
                    <a:pt x="967930" y="62039"/>
                    <a:pt x="970174" y="65890"/>
                    <a:pt x="971701" y="71252"/>
                  </a:cubicBezTo>
                  <a:lnTo>
                    <a:pt x="975615" y="58857"/>
                  </a:lnTo>
                  <a:lnTo>
                    <a:pt x="992910" y="56232"/>
                  </a:lnTo>
                  <a:close/>
                  <a:moveTo>
                    <a:pt x="954183" y="61896"/>
                  </a:moveTo>
                  <a:cubicBezTo>
                    <a:pt x="949553" y="61896"/>
                    <a:pt x="944621" y="64076"/>
                    <a:pt x="939402" y="68420"/>
                  </a:cubicBezTo>
                  <a:cubicBezTo>
                    <a:pt x="932004" y="74578"/>
                    <a:pt x="925401" y="83727"/>
                    <a:pt x="919593" y="95836"/>
                  </a:cubicBezTo>
                  <a:cubicBezTo>
                    <a:pt x="913866" y="107944"/>
                    <a:pt x="911002" y="118891"/>
                    <a:pt x="911002" y="128677"/>
                  </a:cubicBezTo>
                  <a:cubicBezTo>
                    <a:pt x="911002" y="133610"/>
                    <a:pt x="912243" y="137524"/>
                    <a:pt x="914709" y="140420"/>
                  </a:cubicBezTo>
                  <a:cubicBezTo>
                    <a:pt x="917175" y="143252"/>
                    <a:pt x="919991" y="144668"/>
                    <a:pt x="923189" y="144668"/>
                  </a:cubicBezTo>
                  <a:cubicBezTo>
                    <a:pt x="931097" y="144668"/>
                    <a:pt x="939689" y="138829"/>
                    <a:pt x="948965" y="127165"/>
                  </a:cubicBezTo>
                  <a:cubicBezTo>
                    <a:pt x="961359" y="111636"/>
                    <a:pt x="967564" y="95724"/>
                    <a:pt x="967564" y="79415"/>
                  </a:cubicBezTo>
                  <a:cubicBezTo>
                    <a:pt x="967564" y="73241"/>
                    <a:pt x="966371" y="68786"/>
                    <a:pt x="963969" y="66033"/>
                  </a:cubicBezTo>
                  <a:cubicBezTo>
                    <a:pt x="961582" y="63280"/>
                    <a:pt x="958320" y="61896"/>
                    <a:pt x="954183" y="61896"/>
                  </a:cubicBezTo>
                  <a:close/>
                  <a:moveTo>
                    <a:pt x="1048916" y="56232"/>
                  </a:moveTo>
                  <a:lnTo>
                    <a:pt x="1034453" y="105732"/>
                  </a:lnTo>
                  <a:cubicBezTo>
                    <a:pt x="1048009" y="85493"/>
                    <a:pt x="1058383" y="72191"/>
                    <a:pt x="1065559" y="65810"/>
                  </a:cubicBezTo>
                  <a:cubicBezTo>
                    <a:pt x="1072814" y="59430"/>
                    <a:pt x="1079767" y="56232"/>
                    <a:pt x="1086450" y="56232"/>
                  </a:cubicBezTo>
                  <a:cubicBezTo>
                    <a:pt x="1090077" y="56232"/>
                    <a:pt x="1093037" y="57441"/>
                    <a:pt x="1095359" y="59828"/>
                  </a:cubicBezTo>
                  <a:cubicBezTo>
                    <a:pt x="1097762" y="62214"/>
                    <a:pt x="1098955" y="65333"/>
                    <a:pt x="1098955" y="69184"/>
                  </a:cubicBezTo>
                  <a:cubicBezTo>
                    <a:pt x="1098955" y="73527"/>
                    <a:pt x="1097905" y="79335"/>
                    <a:pt x="1095805" y="86591"/>
                  </a:cubicBezTo>
                  <a:lnTo>
                    <a:pt x="1082535" y="132384"/>
                  </a:lnTo>
                  <a:cubicBezTo>
                    <a:pt x="1081008" y="137667"/>
                    <a:pt x="1080244" y="140897"/>
                    <a:pt x="1080244" y="142059"/>
                  </a:cubicBezTo>
                  <a:cubicBezTo>
                    <a:pt x="1080244" y="143077"/>
                    <a:pt x="1080531" y="143952"/>
                    <a:pt x="1081119" y="144668"/>
                  </a:cubicBezTo>
                  <a:cubicBezTo>
                    <a:pt x="1081692" y="145320"/>
                    <a:pt x="1082313" y="145655"/>
                    <a:pt x="1082965" y="145655"/>
                  </a:cubicBezTo>
                  <a:cubicBezTo>
                    <a:pt x="1083840" y="145655"/>
                    <a:pt x="1084890" y="145177"/>
                    <a:pt x="1086115" y="144238"/>
                  </a:cubicBezTo>
                  <a:cubicBezTo>
                    <a:pt x="1089966" y="141184"/>
                    <a:pt x="1094166" y="136553"/>
                    <a:pt x="1098733" y="130316"/>
                  </a:cubicBezTo>
                  <a:lnTo>
                    <a:pt x="1102106" y="132384"/>
                  </a:lnTo>
                  <a:cubicBezTo>
                    <a:pt x="1095359" y="142027"/>
                    <a:pt x="1088979" y="148917"/>
                    <a:pt x="1082965" y="153038"/>
                  </a:cubicBezTo>
                  <a:cubicBezTo>
                    <a:pt x="1078765" y="155870"/>
                    <a:pt x="1074994" y="157286"/>
                    <a:pt x="1071653" y="157286"/>
                  </a:cubicBezTo>
                  <a:cubicBezTo>
                    <a:pt x="1068964" y="157286"/>
                    <a:pt x="1066832" y="156459"/>
                    <a:pt x="1065241" y="154788"/>
                  </a:cubicBezTo>
                  <a:cubicBezTo>
                    <a:pt x="1063634" y="153197"/>
                    <a:pt x="1062838" y="151017"/>
                    <a:pt x="1062838" y="148264"/>
                  </a:cubicBezTo>
                  <a:cubicBezTo>
                    <a:pt x="1062838" y="144780"/>
                    <a:pt x="1064079" y="138797"/>
                    <a:pt x="1066545" y="130316"/>
                  </a:cubicBezTo>
                  <a:lnTo>
                    <a:pt x="1079162" y="86591"/>
                  </a:lnTo>
                  <a:cubicBezTo>
                    <a:pt x="1080753" y="81149"/>
                    <a:pt x="1081549" y="76901"/>
                    <a:pt x="1081549" y="73862"/>
                  </a:cubicBezTo>
                  <a:cubicBezTo>
                    <a:pt x="1081549" y="72414"/>
                    <a:pt x="1081088" y="71252"/>
                    <a:pt x="1080133" y="70377"/>
                  </a:cubicBezTo>
                  <a:cubicBezTo>
                    <a:pt x="1079194" y="69438"/>
                    <a:pt x="1078033" y="68961"/>
                    <a:pt x="1076664" y="68961"/>
                  </a:cubicBezTo>
                  <a:cubicBezTo>
                    <a:pt x="1074628" y="68961"/>
                    <a:pt x="1072193" y="69836"/>
                    <a:pt x="1069362" y="71570"/>
                  </a:cubicBezTo>
                  <a:cubicBezTo>
                    <a:pt x="1063999" y="74832"/>
                    <a:pt x="1058415" y="80242"/>
                    <a:pt x="1052623" y="87784"/>
                  </a:cubicBezTo>
                  <a:cubicBezTo>
                    <a:pt x="1046816" y="95247"/>
                    <a:pt x="1040690" y="104826"/>
                    <a:pt x="1034230" y="116505"/>
                  </a:cubicBezTo>
                  <a:cubicBezTo>
                    <a:pt x="1030825" y="122662"/>
                    <a:pt x="1028009" y="129409"/>
                    <a:pt x="1025750" y="136728"/>
                  </a:cubicBezTo>
                  <a:lnTo>
                    <a:pt x="1020309" y="154676"/>
                  </a:lnTo>
                  <a:lnTo>
                    <a:pt x="1004000" y="154676"/>
                  </a:lnTo>
                  <a:lnTo>
                    <a:pt x="1023793" y="86591"/>
                  </a:lnTo>
                  <a:cubicBezTo>
                    <a:pt x="1026116" y="78396"/>
                    <a:pt x="1027277" y="73464"/>
                    <a:pt x="1027277" y="71793"/>
                  </a:cubicBezTo>
                  <a:cubicBezTo>
                    <a:pt x="1027277" y="70202"/>
                    <a:pt x="1026625" y="68818"/>
                    <a:pt x="1025320" y="67656"/>
                  </a:cubicBezTo>
                  <a:cubicBezTo>
                    <a:pt x="1024079" y="66431"/>
                    <a:pt x="1022520" y="65810"/>
                    <a:pt x="1020643" y="65810"/>
                  </a:cubicBezTo>
                  <a:cubicBezTo>
                    <a:pt x="1019767" y="65810"/>
                    <a:pt x="1018256" y="65954"/>
                    <a:pt x="1016076" y="66240"/>
                  </a:cubicBezTo>
                  <a:lnTo>
                    <a:pt x="1011939" y="66892"/>
                  </a:lnTo>
                  <a:lnTo>
                    <a:pt x="1011287" y="62978"/>
                  </a:lnTo>
                  <a:lnTo>
                    <a:pt x="1048916" y="56232"/>
                  </a:lnTo>
                  <a:close/>
                  <a:moveTo>
                    <a:pt x="1197172" y="130968"/>
                  </a:moveTo>
                  <a:cubicBezTo>
                    <a:pt x="1189631" y="140022"/>
                    <a:pt x="1182009" y="146705"/>
                    <a:pt x="1174325" y="150985"/>
                  </a:cubicBezTo>
                  <a:cubicBezTo>
                    <a:pt x="1166640" y="155186"/>
                    <a:pt x="1158525" y="157286"/>
                    <a:pt x="1149965" y="157286"/>
                  </a:cubicBezTo>
                  <a:cubicBezTo>
                    <a:pt x="1139671" y="157286"/>
                    <a:pt x="1131620" y="154390"/>
                    <a:pt x="1125813" y="148582"/>
                  </a:cubicBezTo>
                  <a:cubicBezTo>
                    <a:pt x="1120085" y="142791"/>
                    <a:pt x="1117221" y="134994"/>
                    <a:pt x="1117221" y="125192"/>
                  </a:cubicBezTo>
                  <a:cubicBezTo>
                    <a:pt x="1117221" y="114102"/>
                    <a:pt x="1120307" y="103187"/>
                    <a:pt x="1126465" y="92462"/>
                  </a:cubicBezTo>
                  <a:cubicBezTo>
                    <a:pt x="1132702" y="81722"/>
                    <a:pt x="1141039" y="73018"/>
                    <a:pt x="1151493" y="66351"/>
                  </a:cubicBezTo>
                  <a:cubicBezTo>
                    <a:pt x="1161994" y="59605"/>
                    <a:pt x="1172304" y="56232"/>
                    <a:pt x="1182375" y="56232"/>
                  </a:cubicBezTo>
                  <a:cubicBezTo>
                    <a:pt x="1190283" y="56232"/>
                    <a:pt x="1196186" y="57902"/>
                    <a:pt x="1200100" y="61244"/>
                  </a:cubicBezTo>
                  <a:cubicBezTo>
                    <a:pt x="1204014" y="64506"/>
                    <a:pt x="1205971" y="68531"/>
                    <a:pt x="1205971" y="73321"/>
                  </a:cubicBezTo>
                  <a:cubicBezTo>
                    <a:pt x="1205971" y="77808"/>
                    <a:pt x="1204603" y="81658"/>
                    <a:pt x="1201850" y="84841"/>
                  </a:cubicBezTo>
                  <a:cubicBezTo>
                    <a:pt x="1199814" y="87307"/>
                    <a:pt x="1197316" y="88548"/>
                    <a:pt x="1194340" y="88548"/>
                  </a:cubicBezTo>
                  <a:cubicBezTo>
                    <a:pt x="1192097" y="88548"/>
                    <a:pt x="1190204" y="87816"/>
                    <a:pt x="1188692" y="86368"/>
                  </a:cubicBezTo>
                  <a:cubicBezTo>
                    <a:pt x="1187228" y="84920"/>
                    <a:pt x="1186512" y="83106"/>
                    <a:pt x="1186512" y="80926"/>
                  </a:cubicBezTo>
                  <a:cubicBezTo>
                    <a:pt x="1186512" y="79558"/>
                    <a:pt x="1186767" y="78285"/>
                    <a:pt x="1187276" y="77123"/>
                  </a:cubicBezTo>
                  <a:cubicBezTo>
                    <a:pt x="1187849" y="75962"/>
                    <a:pt x="1188978" y="74578"/>
                    <a:pt x="1190649" y="72986"/>
                  </a:cubicBezTo>
                  <a:cubicBezTo>
                    <a:pt x="1192383" y="71316"/>
                    <a:pt x="1193434" y="70122"/>
                    <a:pt x="1193799" y="69406"/>
                  </a:cubicBezTo>
                  <a:cubicBezTo>
                    <a:pt x="1194165" y="68674"/>
                    <a:pt x="1194340" y="67911"/>
                    <a:pt x="1194340" y="67115"/>
                  </a:cubicBezTo>
                  <a:cubicBezTo>
                    <a:pt x="1194340" y="65588"/>
                    <a:pt x="1193656" y="64330"/>
                    <a:pt x="1192272" y="63312"/>
                  </a:cubicBezTo>
                  <a:cubicBezTo>
                    <a:pt x="1190172" y="61864"/>
                    <a:pt x="1187196" y="61132"/>
                    <a:pt x="1183362" y="61132"/>
                  </a:cubicBezTo>
                  <a:cubicBezTo>
                    <a:pt x="1176250" y="61132"/>
                    <a:pt x="1169217" y="63630"/>
                    <a:pt x="1162248" y="68643"/>
                  </a:cubicBezTo>
                  <a:cubicBezTo>
                    <a:pt x="1155295" y="73639"/>
                    <a:pt x="1149345" y="80751"/>
                    <a:pt x="1144412" y="89964"/>
                  </a:cubicBezTo>
                  <a:cubicBezTo>
                    <a:pt x="1138478" y="101118"/>
                    <a:pt x="1135502" y="112288"/>
                    <a:pt x="1135502" y="123458"/>
                  </a:cubicBezTo>
                  <a:cubicBezTo>
                    <a:pt x="1135502" y="130857"/>
                    <a:pt x="1137603" y="136728"/>
                    <a:pt x="1141803" y="141088"/>
                  </a:cubicBezTo>
                  <a:cubicBezTo>
                    <a:pt x="1146019" y="145352"/>
                    <a:pt x="1151747" y="147500"/>
                    <a:pt x="1158987" y="147500"/>
                  </a:cubicBezTo>
                  <a:cubicBezTo>
                    <a:pt x="1164571" y="147500"/>
                    <a:pt x="1170092" y="146116"/>
                    <a:pt x="1175518" y="143363"/>
                  </a:cubicBezTo>
                  <a:cubicBezTo>
                    <a:pt x="1181039" y="140531"/>
                    <a:pt x="1187196" y="135455"/>
                    <a:pt x="1194006" y="128136"/>
                  </a:cubicBezTo>
                  <a:lnTo>
                    <a:pt x="1197172" y="130968"/>
                  </a:lnTo>
                  <a:close/>
                  <a:moveTo>
                    <a:pt x="1236647" y="113672"/>
                  </a:moveTo>
                  <a:cubicBezTo>
                    <a:pt x="1236138" y="117300"/>
                    <a:pt x="1235883" y="120308"/>
                    <a:pt x="1235883" y="122694"/>
                  </a:cubicBezTo>
                  <a:cubicBezTo>
                    <a:pt x="1235883" y="129154"/>
                    <a:pt x="1238174" y="134660"/>
                    <a:pt x="1242741" y="139226"/>
                  </a:cubicBezTo>
                  <a:cubicBezTo>
                    <a:pt x="1247307" y="143729"/>
                    <a:pt x="1252860" y="145973"/>
                    <a:pt x="1259383" y="145973"/>
                  </a:cubicBezTo>
                  <a:cubicBezTo>
                    <a:pt x="1264602" y="145973"/>
                    <a:pt x="1269598" y="144923"/>
                    <a:pt x="1274387" y="142822"/>
                  </a:cubicBezTo>
                  <a:cubicBezTo>
                    <a:pt x="1279256" y="140643"/>
                    <a:pt x="1286432" y="135901"/>
                    <a:pt x="1295930" y="128566"/>
                  </a:cubicBezTo>
                  <a:lnTo>
                    <a:pt x="1298206" y="131732"/>
                  </a:lnTo>
                  <a:cubicBezTo>
                    <a:pt x="1281022" y="148773"/>
                    <a:pt x="1264634" y="157286"/>
                    <a:pt x="1249041" y="157286"/>
                  </a:cubicBezTo>
                  <a:cubicBezTo>
                    <a:pt x="1238461" y="157286"/>
                    <a:pt x="1230489" y="153945"/>
                    <a:pt x="1225128" y="147278"/>
                  </a:cubicBezTo>
                  <a:cubicBezTo>
                    <a:pt x="1219750" y="140611"/>
                    <a:pt x="1217077" y="133244"/>
                    <a:pt x="1217077" y="125192"/>
                  </a:cubicBezTo>
                  <a:cubicBezTo>
                    <a:pt x="1217077" y="114388"/>
                    <a:pt x="1220402" y="103330"/>
                    <a:pt x="1227085" y="92017"/>
                  </a:cubicBezTo>
                  <a:cubicBezTo>
                    <a:pt x="1233751" y="80720"/>
                    <a:pt x="1242120" y="71936"/>
                    <a:pt x="1252208" y="65699"/>
                  </a:cubicBezTo>
                  <a:cubicBezTo>
                    <a:pt x="1262279" y="59398"/>
                    <a:pt x="1272653" y="56232"/>
                    <a:pt x="1283313" y="56232"/>
                  </a:cubicBezTo>
                  <a:cubicBezTo>
                    <a:pt x="1290998" y="56232"/>
                    <a:pt x="1296694" y="57791"/>
                    <a:pt x="1300386" y="60909"/>
                  </a:cubicBezTo>
                  <a:cubicBezTo>
                    <a:pt x="1304077" y="64028"/>
                    <a:pt x="1305938" y="67736"/>
                    <a:pt x="1305938" y="72016"/>
                  </a:cubicBezTo>
                  <a:cubicBezTo>
                    <a:pt x="1305938" y="78030"/>
                    <a:pt x="1303536" y="83790"/>
                    <a:pt x="1298747" y="89312"/>
                  </a:cubicBezTo>
                  <a:cubicBezTo>
                    <a:pt x="1292446" y="96488"/>
                    <a:pt x="1283170" y="102280"/>
                    <a:pt x="1270903" y="106703"/>
                  </a:cubicBezTo>
                  <a:cubicBezTo>
                    <a:pt x="1262788" y="109678"/>
                    <a:pt x="1251364" y="112002"/>
                    <a:pt x="1236647" y="113672"/>
                  </a:cubicBezTo>
                  <a:close/>
                  <a:moveTo>
                    <a:pt x="1237411" y="108342"/>
                  </a:moveTo>
                  <a:cubicBezTo>
                    <a:pt x="1248150" y="107101"/>
                    <a:pt x="1256885" y="105001"/>
                    <a:pt x="1263616" y="102025"/>
                  </a:cubicBezTo>
                  <a:cubicBezTo>
                    <a:pt x="1272542" y="98047"/>
                    <a:pt x="1279208" y="93290"/>
                    <a:pt x="1283631" y="87784"/>
                  </a:cubicBezTo>
                  <a:cubicBezTo>
                    <a:pt x="1288134" y="82199"/>
                    <a:pt x="1290378" y="76901"/>
                    <a:pt x="1290378" y="71904"/>
                  </a:cubicBezTo>
                  <a:cubicBezTo>
                    <a:pt x="1290378" y="68850"/>
                    <a:pt x="1289407" y="66383"/>
                    <a:pt x="1287450" y="64506"/>
                  </a:cubicBezTo>
                  <a:cubicBezTo>
                    <a:pt x="1285557" y="62628"/>
                    <a:pt x="1282836" y="61673"/>
                    <a:pt x="1279288" y="61673"/>
                  </a:cubicBezTo>
                  <a:cubicBezTo>
                    <a:pt x="1271889" y="61673"/>
                    <a:pt x="1264029" y="65635"/>
                    <a:pt x="1255676" y="73527"/>
                  </a:cubicBezTo>
                  <a:cubicBezTo>
                    <a:pt x="1247419" y="81372"/>
                    <a:pt x="1241325" y="92971"/>
                    <a:pt x="1237411" y="108342"/>
                  </a:cubicBezTo>
                  <a:close/>
                  <a:moveTo>
                    <a:pt x="40238" y="269240"/>
                  </a:moveTo>
                  <a:cubicBezTo>
                    <a:pt x="43277" y="269240"/>
                    <a:pt x="45855" y="270290"/>
                    <a:pt x="47955" y="272390"/>
                  </a:cubicBezTo>
                  <a:cubicBezTo>
                    <a:pt x="50055" y="274491"/>
                    <a:pt x="51105" y="277068"/>
                    <a:pt x="51105" y="280107"/>
                  </a:cubicBezTo>
                  <a:cubicBezTo>
                    <a:pt x="51105" y="283083"/>
                    <a:pt x="50023" y="285661"/>
                    <a:pt x="47844" y="287840"/>
                  </a:cubicBezTo>
                  <a:cubicBezTo>
                    <a:pt x="45743" y="289941"/>
                    <a:pt x="43214" y="290991"/>
                    <a:pt x="40238" y="290991"/>
                  </a:cubicBezTo>
                  <a:cubicBezTo>
                    <a:pt x="37263" y="290991"/>
                    <a:pt x="34685" y="289941"/>
                    <a:pt x="32521" y="287840"/>
                  </a:cubicBezTo>
                  <a:cubicBezTo>
                    <a:pt x="30405" y="285661"/>
                    <a:pt x="29355" y="283083"/>
                    <a:pt x="29355" y="280107"/>
                  </a:cubicBezTo>
                  <a:cubicBezTo>
                    <a:pt x="29355" y="277068"/>
                    <a:pt x="30405" y="274491"/>
                    <a:pt x="32521" y="272390"/>
                  </a:cubicBezTo>
                  <a:cubicBezTo>
                    <a:pt x="34622" y="270290"/>
                    <a:pt x="37183" y="269240"/>
                    <a:pt x="40238" y="269240"/>
                  </a:cubicBezTo>
                  <a:close/>
                  <a:moveTo>
                    <a:pt x="41654" y="312408"/>
                  </a:moveTo>
                  <a:lnTo>
                    <a:pt x="20111" y="388656"/>
                  </a:lnTo>
                  <a:cubicBezTo>
                    <a:pt x="18663" y="393812"/>
                    <a:pt x="17931" y="396898"/>
                    <a:pt x="17931" y="397917"/>
                  </a:cubicBezTo>
                  <a:cubicBezTo>
                    <a:pt x="17931" y="399062"/>
                    <a:pt x="18266" y="400017"/>
                    <a:pt x="18918" y="400733"/>
                  </a:cubicBezTo>
                  <a:cubicBezTo>
                    <a:pt x="19650" y="401465"/>
                    <a:pt x="20477" y="401831"/>
                    <a:pt x="21416" y="401831"/>
                  </a:cubicBezTo>
                  <a:cubicBezTo>
                    <a:pt x="22514" y="401831"/>
                    <a:pt x="23818" y="401242"/>
                    <a:pt x="25330" y="400081"/>
                  </a:cubicBezTo>
                  <a:cubicBezTo>
                    <a:pt x="29467" y="396819"/>
                    <a:pt x="33635" y="392173"/>
                    <a:pt x="37836" y="386158"/>
                  </a:cubicBezTo>
                  <a:lnTo>
                    <a:pt x="41654" y="388656"/>
                  </a:lnTo>
                  <a:cubicBezTo>
                    <a:pt x="36722" y="396198"/>
                    <a:pt x="30914" y="402547"/>
                    <a:pt x="24248" y="407702"/>
                  </a:cubicBezTo>
                  <a:cubicBezTo>
                    <a:pt x="19316" y="411537"/>
                    <a:pt x="14606" y="413462"/>
                    <a:pt x="10103" y="413462"/>
                  </a:cubicBezTo>
                  <a:cubicBezTo>
                    <a:pt x="7128" y="413462"/>
                    <a:pt x="4710" y="412587"/>
                    <a:pt x="2816" y="410853"/>
                  </a:cubicBezTo>
                  <a:cubicBezTo>
                    <a:pt x="939" y="409039"/>
                    <a:pt x="0" y="406795"/>
                    <a:pt x="0" y="404106"/>
                  </a:cubicBezTo>
                  <a:cubicBezTo>
                    <a:pt x="0" y="401433"/>
                    <a:pt x="907" y="396962"/>
                    <a:pt x="2705" y="390725"/>
                  </a:cubicBezTo>
                  <a:lnTo>
                    <a:pt x="16849" y="342003"/>
                  </a:lnTo>
                  <a:cubicBezTo>
                    <a:pt x="19172" y="334032"/>
                    <a:pt x="20334" y="329020"/>
                    <a:pt x="20334" y="326983"/>
                  </a:cubicBezTo>
                  <a:cubicBezTo>
                    <a:pt x="20334" y="325392"/>
                    <a:pt x="19745" y="324087"/>
                    <a:pt x="18600" y="323069"/>
                  </a:cubicBezTo>
                  <a:cubicBezTo>
                    <a:pt x="17502" y="322066"/>
                    <a:pt x="15974" y="321557"/>
                    <a:pt x="14017" y="321557"/>
                  </a:cubicBezTo>
                  <a:cubicBezTo>
                    <a:pt x="12426" y="321557"/>
                    <a:pt x="9133" y="321955"/>
                    <a:pt x="4121" y="322750"/>
                  </a:cubicBezTo>
                  <a:lnTo>
                    <a:pt x="4121" y="318502"/>
                  </a:lnTo>
                  <a:lnTo>
                    <a:pt x="41654" y="312408"/>
                  </a:lnTo>
                  <a:close/>
                  <a:moveTo>
                    <a:pt x="100715" y="312408"/>
                  </a:moveTo>
                  <a:lnTo>
                    <a:pt x="86570" y="361463"/>
                  </a:lnTo>
                  <a:cubicBezTo>
                    <a:pt x="92871" y="349943"/>
                    <a:pt x="98249" y="341272"/>
                    <a:pt x="102672" y="335480"/>
                  </a:cubicBezTo>
                  <a:cubicBezTo>
                    <a:pt x="109561" y="326490"/>
                    <a:pt x="116260" y="319950"/>
                    <a:pt x="122783" y="315893"/>
                  </a:cubicBezTo>
                  <a:cubicBezTo>
                    <a:pt x="126634" y="313569"/>
                    <a:pt x="130659" y="312408"/>
                    <a:pt x="134860" y="312408"/>
                  </a:cubicBezTo>
                  <a:cubicBezTo>
                    <a:pt x="138487" y="312408"/>
                    <a:pt x="141494" y="313569"/>
                    <a:pt x="143897" y="315893"/>
                  </a:cubicBezTo>
                  <a:cubicBezTo>
                    <a:pt x="146283" y="318216"/>
                    <a:pt x="147477" y="321191"/>
                    <a:pt x="147477" y="324819"/>
                  </a:cubicBezTo>
                  <a:cubicBezTo>
                    <a:pt x="147477" y="328367"/>
                    <a:pt x="146649" y="333013"/>
                    <a:pt x="144979" y="338742"/>
                  </a:cubicBezTo>
                  <a:lnTo>
                    <a:pt x="137262" y="366364"/>
                  </a:lnTo>
                  <a:cubicBezTo>
                    <a:pt x="149068" y="344247"/>
                    <a:pt x="160269" y="328733"/>
                    <a:pt x="170866" y="319807"/>
                  </a:cubicBezTo>
                  <a:cubicBezTo>
                    <a:pt x="176737" y="314874"/>
                    <a:pt x="182544" y="312408"/>
                    <a:pt x="188272" y="312408"/>
                  </a:cubicBezTo>
                  <a:cubicBezTo>
                    <a:pt x="191597" y="312408"/>
                    <a:pt x="194318" y="313569"/>
                    <a:pt x="196418" y="315893"/>
                  </a:cubicBezTo>
                  <a:cubicBezTo>
                    <a:pt x="198598" y="318152"/>
                    <a:pt x="199680" y="321668"/>
                    <a:pt x="199680" y="326442"/>
                  </a:cubicBezTo>
                  <a:cubicBezTo>
                    <a:pt x="199680" y="330659"/>
                    <a:pt x="199027" y="335114"/>
                    <a:pt x="197723" y="339824"/>
                  </a:cubicBezTo>
                  <a:lnTo>
                    <a:pt x="185758" y="382132"/>
                  </a:lnTo>
                  <a:cubicBezTo>
                    <a:pt x="183149" y="391345"/>
                    <a:pt x="181844" y="396453"/>
                    <a:pt x="181844" y="397471"/>
                  </a:cubicBezTo>
                  <a:cubicBezTo>
                    <a:pt x="181844" y="398490"/>
                    <a:pt x="182178" y="399365"/>
                    <a:pt x="182830" y="400081"/>
                  </a:cubicBezTo>
                  <a:cubicBezTo>
                    <a:pt x="183260" y="400590"/>
                    <a:pt x="183849" y="400844"/>
                    <a:pt x="184565" y="400844"/>
                  </a:cubicBezTo>
                  <a:cubicBezTo>
                    <a:pt x="185297" y="400844"/>
                    <a:pt x="186554" y="400160"/>
                    <a:pt x="188367" y="398776"/>
                  </a:cubicBezTo>
                  <a:cubicBezTo>
                    <a:pt x="192504" y="395594"/>
                    <a:pt x="196386" y="391377"/>
                    <a:pt x="200014" y="386158"/>
                  </a:cubicBezTo>
                  <a:lnTo>
                    <a:pt x="203594" y="388449"/>
                  </a:lnTo>
                  <a:cubicBezTo>
                    <a:pt x="201796" y="391345"/>
                    <a:pt x="198566" y="395339"/>
                    <a:pt x="193920" y="400415"/>
                  </a:cubicBezTo>
                  <a:cubicBezTo>
                    <a:pt x="189354" y="405491"/>
                    <a:pt x="185440" y="408928"/>
                    <a:pt x="182178" y="410742"/>
                  </a:cubicBezTo>
                  <a:cubicBezTo>
                    <a:pt x="178916" y="412555"/>
                    <a:pt x="175909" y="413462"/>
                    <a:pt x="173141" y="413462"/>
                  </a:cubicBezTo>
                  <a:cubicBezTo>
                    <a:pt x="170611" y="413462"/>
                    <a:pt x="168463" y="412587"/>
                    <a:pt x="166729" y="410853"/>
                  </a:cubicBezTo>
                  <a:cubicBezTo>
                    <a:pt x="165058" y="409119"/>
                    <a:pt x="164231" y="406971"/>
                    <a:pt x="164231" y="404440"/>
                  </a:cubicBezTo>
                  <a:cubicBezTo>
                    <a:pt x="164231" y="400956"/>
                    <a:pt x="165710" y="393955"/>
                    <a:pt x="168686" y="383437"/>
                  </a:cubicBezTo>
                  <a:lnTo>
                    <a:pt x="178582" y="348527"/>
                  </a:lnTo>
                  <a:cubicBezTo>
                    <a:pt x="180826" y="340476"/>
                    <a:pt x="182035" y="336021"/>
                    <a:pt x="182178" y="335146"/>
                  </a:cubicBezTo>
                  <a:cubicBezTo>
                    <a:pt x="182385" y="333777"/>
                    <a:pt x="182496" y="332425"/>
                    <a:pt x="182496" y="331120"/>
                  </a:cubicBezTo>
                  <a:cubicBezTo>
                    <a:pt x="182496" y="329306"/>
                    <a:pt x="182098" y="327890"/>
                    <a:pt x="181303" y="326887"/>
                  </a:cubicBezTo>
                  <a:cubicBezTo>
                    <a:pt x="180428" y="325869"/>
                    <a:pt x="179457" y="325360"/>
                    <a:pt x="178359" y="325360"/>
                  </a:cubicBezTo>
                  <a:cubicBezTo>
                    <a:pt x="175320" y="325360"/>
                    <a:pt x="172091" y="326919"/>
                    <a:pt x="168686" y="330038"/>
                  </a:cubicBezTo>
                  <a:cubicBezTo>
                    <a:pt x="158678" y="339251"/>
                    <a:pt x="149322" y="352155"/>
                    <a:pt x="140619" y="368751"/>
                  </a:cubicBezTo>
                  <a:cubicBezTo>
                    <a:pt x="134891" y="379714"/>
                    <a:pt x="129529" y="393732"/>
                    <a:pt x="124533" y="410853"/>
                  </a:cubicBezTo>
                  <a:lnTo>
                    <a:pt x="108098" y="410853"/>
                  </a:lnTo>
                  <a:lnTo>
                    <a:pt x="126697" y="345043"/>
                  </a:lnTo>
                  <a:cubicBezTo>
                    <a:pt x="128734" y="337946"/>
                    <a:pt x="129752" y="333188"/>
                    <a:pt x="129752" y="330802"/>
                  </a:cubicBezTo>
                  <a:cubicBezTo>
                    <a:pt x="129752" y="328845"/>
                    <a:pt x="129354" y="327397"/>
                    <a:pt x="128559" y="326442"/>
                  </a:cubicBezTo>
                  <a:cubicBezTo>
                    <a:pt x="127763" y="325503"/>
                    <a:pt x="126777" y="325026"/>
                    <a:pt x="125615" y="325026"/>
                  </a:cubicBezTo>
                  <a:cubicBezTo>
                    <a:pt x="123229" y="325026"/>
                    <a:pt x="120683" y="325901"/>
                    <a:pt x="118010" y="327651"/>
                  </a:cubicBezTo>
                  <a:cubicBezTo>
                    <a:pt x="113650" y="330468"/>
                    <a:pt x="108034" y="336530"/>
                    <a:pt x="101145" y="345806"/>
                  </a:cubicBezTo>
                  <a:cubicBezTo>
                    <a:pt x="94335" y="355083"/>
                    <a:pt x="89036" y="363977"/>
                    <a:pt x="85266" y="372458"/>
                  </a:cubicBezTo>
                  <a:cubicBezTo>
                    <a:pt x="83452" y="376452"/>
                    <a:pt x="79140" y="389245"/>
                    <a:pt x="72314" y="410853"/>
                  </a:cubicBezTo>
                  <a:lnTo>
                    <a:pt x="56229" y="410853"/>
                  </a:lnTo>
                  <a:lnTo>
                    <a:pt x="76340" y="340365"/>
                  </a:lnTo>
                  <a:lnTo>
                    <a:pt x="78949" y="331231"/>
                  </a:lnTo>
                  <a:cubicBezTo>
                    <a:pt x="79458" y="329863"/>
                    <a:pt x="79713" y="328845"/>
                    <a:pt x="79713" y="328192"/>
                  </a:cubicBezTo>
                  <a:cubicBezTo>
                    <a:pt x="79713" y="326585"/>
                    <a:pt x="78997" y="325185"/>
                    <a:pt x="77549" y="323944"/>
                  </a:cubicBezTo>
                  <a:cubicBezTo>
                    <a:pt x="76085" y="322639"/>
                    <a:pt x="74240" y="321987"/>
                    <a:pt x="71996" y="321987"/>
                  </a:cubicBezTo>
                  <a:cubicBezTo>
                    <a:pt x="71057" y="321987"/>
                    <a:pt x="68448" y="322416"/>
                    <a:pt x="64168" y="323291"/>
                  </a:cubicBezTo>
                  <a:lnTo>
                    <a:pt x="63182" y="319266"/>
                  </a:lnTo>
                  <a:lnTo>
                    <a:pt x="100715" y="312408"/>
                  </a:lnTo>
                  <a:close/>
                  <a:moveTo>
                    <a:pt x="262655" y="312408"/>
                  </a:moveTo>
                  <a:lnTo>
                    <a:pt x="255161" y="337437"/>
                  </a:lnTo>
                  <a:cubicBezTo>
                    <a:pt x="263052" y="328145"/>
                    <a:pt x="270085" y="321668"/>
                    <a:pt x="276258" y="317961"/>
                  </a:cubicBezTo>
                  <a:cubicBezTo>
                    <a:pt x="282495" y="314270"/>
                    <a:pt x="288844" y="312408"/>
                    <a:pt x="295288" y="312408"/>
                  </a:cubicBezTo>
                  <a:cubicBezTo>
                    <a:pt x="301747" y="312408"/>
                    <a:pt x="307252" y="314986"/>
                    <a:pt x="311819" y="320141"/>
                  </a:cubicBezTo>
                  <a:cubicBezTo>
                    <a:pt x="316385" y="325217"/>
                    <a:pt x="318676" y="331852"/>
                    <a:pt x="318676" y="340046"/>
                  </a:cubicBezTo>
                  <a:cubicBezTo>
                    <a:pt x="318676" y="355990"/>
                    <a:pt x="312185" y="372235"/>
                    <a:pt x="299201" y="388768"/>
                  </a:cubicBezTo>
                  <a:cubicBezTo>
                    <a:pt x="286218" y="405236"/>
                    <a:pt x="271103" y="413462"/>
                    <a:pt x="253856" y="413462"/>
                  </a:cubicBezTo>
                  <a:cubicBezTo>
                    <a:pt x="250228" y="413462"/>
                    <a:pt x="246998" y="413065"/>
                    <a:pt x="244166" y="412269"/>
                  </a:cubicBezTo>
                  <a:cubicBezTo>
                    <a:pt x="241414" y="411473"/>
                    <a:pt x="238295" y="410057"/>
                    <a:pt x="234811" y="408021"/>
                  </a:cubicBezTo>
                  <a:lnTo>
                    <a:pt x="226871" y="436089"/>
                  </a:lnTo>
                  <a:cubicBezTo>
                    <a:pt x="225280" y="441594"/>
                    <a:pt x="224485" y="445190"/>
                    <a:pt x="224485" y="446861"/>
                  </a:cubicBezTo>
                  <a:cubicBezTo>
                    <a:pt x="224485" y="448452"/>
                    <a:pt x="224882" y="449788"/>
                    <a:pt x="225678" y="450886"/>
                  </a:cubicBezTo>
                  <a:cubicBezTo>
                    <a:pt x="226553" y="452048"/>
                    <a:pt x="227921" y="452907"/>
                    <a:pt x="229815" y="453496"/>
                  </a:cubicBezTo>
                  <a:cubicBezTo>
                    <a:pt x="231692" y="454148"/>
                    <a:pt x="235431" y="454467"/>
                    <a:pt x="241016" y="454467"/>
                  </a:cubicBezTo>
                  <a:lnTo>
                    <a:pt x="240030" y="458492"/>
                  </a:lnTo>
                  <a:lnTo>
                    <a:pt x="188813" y="458492"/>
                  </a:lnTo>
                  <a:lnTo>
                    <a:pt x="189895" y="454467"/>
                  </a:lnTo>
                  <a:cubicBezTo>
                    <a:pt x="196641" y="454180"/>
                    <a:pt x="201207" y="453019"/>
                    <a:pt x="203594" y="450982"/>
                  </a:cubicBezTo>
                  <a:cubicBezTo>
                    <a:pt x="205917" y="448961"/>
                    <a:pt x="208383" y="443344"/>
                    <a:pt x="210992" y="434132"/>
                  </a:cubicBezTo>
                  <a:lnTo>
                    <a:pt x="238518" y="338853"/>
                  </a:lnTo>
                  <a:cubicBezTo>
                    <a:pt x="240189" y="332822"/>
                    <a:pt x="241016" y="329099"/>
                    <a:pt x="241016" y="327651"/>
                  </a:cubicBezTo>
                  <a:cubicBezTo>
                    <a:pt x="241016" y="325678"/>
                    <a:pt x="240443" y="324167"/>
                    <a:pt x="239282" y="323069"/>
                  </a:cubicBezTo>
                  <a:cubicBezTo>
                    <a:pt x="238184" y="321987"/>
                    <a:pt x="236481" y="321446"/>
                    <a:pt x="234158" y="321446"/>
                  </a:cubicBezTo>
                  <a:cubicBezTo>
                    <a:pt x="232058" y="321446"/>
                    <a:pt x="229131" y="321700"/>
                    <a:pt x="225360" y="322210"/>
                  </a:cubicBezTo>
                  <a:lnTo>
                    <a:pt x="225360" y="317961"/>
                  </a:lnTo>
                  <a:lnTo>
                    <a:pt x="262655" y="312408"/>
                  </a:lnTo>
                  <a:close/>
                  <a:moveTo>
                    <a:pt x="237325" y="399428"/>
                  </a:moveTo>
                  <a:cubicBezTo>
                    <a:pt x="241812" y="404790"/>
                    <a:pt x="247874" y="407480"/>
                    <a:pt x="255479" y="407480"/>
                  </a:cubicBezTo>
                  <a:cubicBezTo>
                    <a:pt x="259250" y="407480"/>
                    <a:pt x="263100" y="406429"/>
                    <a:pt x="267014" y="404329"/>
                  </a:cubicBezTo>
                  <a:cubicBezTo>
                    <a:pt x="270928" y="402229"/>
                    <a:pt x="274731" y="399110"/>
                    <a:pt x="278438" y="394973"/>
                  </a:cubicBezTo>
                  <a:cubicBezTo>
                    <a:pt x="282209" y="390836"/>
                    <a:pt x="285566" y="386094"/>
                    <a:pt x="288541" y="380716"/>
                  </a:cubicBezTo>
                  <a:cubicBezTo>
                    <a:pt x="291517" y="375291"/>
                    <a:pt x="294158" y="368910"/>
                    <a:pt x="296481" y="361575"/>
                  </a:cubicBezTo>
                  <a:cubicBezTo>
                    <a:pt x="298883" y="354255"/>
                    <a:pt x="300077" y="347000"/>
                    <a:pt x="300077" y="339824"/>
                  </a:cubicBezTo>
                  <a:cubicBezTo>
                    <a:pt x="300077" y="334032"/>
                    <a:pt x="298740" y="329608"/>
                    <a:pt x="296051" y="326553"/>
                  </a:cubicBezTo>
                  <a:cubicBezTo>
                    <a:pt x="293442" y="323435"/>
                    <a:pt x="290355" y="321875"/>
                    <a:pt x="286807" y="321875"/>
                  </a:cubicBezTo>
                  <a:cubicBezTo>
                    <a:pt x="278979" y="321875"/>
                    <a:pt x="271215" y="326378"/>
                    <a:pt x="263530" y="335368"/>
                  </a:cubicBezTo>
                  <a:cubicBezTo>
                    <a:pt x="255924" y="344358"/>
                    <a:pt x="250340" y="354876"/>
                    <a:pt x="246776" y="366905"/>
                  </a:cubicBezTo>
                  <a:lnTo>
                    <a:pt x="237325" y="399428"/>
                  </a:lnTo>
                  <a:close/>
                  <a:moveTo>
                    <a:pt x="336401" y="318502"/>
                  </a:moveTo>
                  <a:lnTo>
                    <a:pt x="373934" y="312408"/>
                  </a:lnTo>
                  <a:lnTo>
                    <a:pt x="358262" y="365282"/>
                  </a:lnTo>
                  <a:cubicBezTo>
                    <a:pt x="370959" y="343595"/>
                    <a:pt x="382478" y="328447"/>
                    <a:pt x="392852" y="319807"/>
                  </a:cubicBezTo>
                  <a:cubicBezTo>
                    <a:pt x="398723" y="314874"/>
                    <a:pt x="403512" y="312408"/>
                    <a:pt x="407204" y="312408"/>
                  </a:cubicBezTo>
                  <a:cubicBezTo>
                    <a:pt x="409606" y="312408"/>
                    <a:pt x="411484" y="313140"/>
                    <a:pt x="412868" y="314588"/>
                  </a:cubicBezTo>
                  <a:cubicBezTo>
                    <a:pt x="414236" y="315972"/>
                    <a:pt x="414936" y="317993"/>
                    <a:pt x="414936" y="320682"/>
                  </a:cubicBezTo>
                  <a:cubicBezTo>
                    <a:pt x="414936" y="325471"/>
                    <a:pt x="413695" y="330038"/>
                    <a:pt x="411229" y="334382"/>
                  </a:cubicBezTo>
                  <a:cubicBezTo>
                    <a:pt x="409495" y="337644"/>
                    <a:pt x="406997" y="339283"/>
                    <a:pt x="403735" y="339283"/>
                  </a:cubicBezTo>
                  <a:cubicBezTo>
                    <a:pt x="402065" y="339283"/>
                    <a:pt x="400617" y="338742"/>
                    <a:pt x="399376" y="337644"/>
                  </a:cubicBezTo>
                  <a:cubicBezTo>
                    <a:pt x="398214" y="336562"/>
                    <a:pt x="397498" y="334891"/>
                    <a:pt x="397196" y="332647"/>
                  </a:cubicBezTo>
                  <a:cubicBezTo>
                    <a:pt x="397053" y="331263"/>
                    <a:pt x="396734" y="330356"/>
                    <a:pt x="396225" y="329927"/>
                  </a:cubicBezTo>
                  <a:cubicBezTo>
                    <a:pt x="395637" y="329354"/>
                    <a:pt x="394952" y="329051"/>
                    <a:pt x="394157" y="329051"/>
                  </a:cubicBezTo>
                  <a:cubicBezTo>
                    <a:pt x="392932" y="329051"/>
                    <a:pt x="391770" y="329354"/>
                    <a:pt x="390673" y="329927"/>
                  </a:cubicBezTo>
                  <a:cubicBezTo>
                    <a:pt x="388795" y="330945"/>
                    <a:pt x="385931" y="333777"/>
                    <a:pt x="382081" y="338407"/>
                  </a:cubicBezTo>
                  <a:cubicBezTo>
                    <a:pt x="376066" y="345520"/>
                    <a:pt x="369543" y="354733"/>
                    <a:pt x="362510" y="366046"/>
                  </a:cubicBezTo>
                  <a:cubicBezTo>
                    <a:pt x="359455" y="370819"/>
                    <a:pt x="356846" y="376229"/>
                    <a:pt x="354682" y="382244"/>
                  </a:cubicBezTo>
                  <a:cubicBezTo>
                    <a:pt x="351628" y="390518"/>
                    <a:pt x="349893" y="395482"/>
                    <a:pt x="349448" y="397153"/>
                  </a:cubicBezTo>
                  <a:lnTo>
                    <a:pt x="345979" y="410853"/>
                  </a:lnTo>
                  <a:lnTo>
                    <a:pt x="329337" y="410853"/>
                  </a:lnTo>
                  <a:lnTo>
                    <a:pt x="349448" y="343308"/>
                  </a:lnTo>
                  <a:cubicBezTo>
                    <a:pt x="351771" y="335480"/>
                    <a:pt x="352932" y="329895"/>
                    <a:pt x="352932" y="326553"/>
                  </a:cubicBezTo>
                  <a:cubicBezTo>
                    <a:pt x="352932" y="325249"/>
                    <a:pt x="352391" y="324167"/>
                    <a:pt x="351309" y="323291"/>
                  </a:cubicBezTo>
                  <a:cubicBezTo>
                    <a:pt x="349846" y="322130"/>
                    <a:pt x="347936" y="321557"/>
                    <a:pt x="345534" y="321557"/>
                  </a:cubicBezTo>
                  <a:cubicBezTo>
                    <a:pt x="344022" y="321557"/>
                    <a:pt x="341222" y="321875"/>
                    <a:pt x="337165" y="322528"/>
                  </a:cubicBezTo>
                  <a:lnTo>
                    <a:pt x="336401" y="318502"/>
                  </a:lnTo>
                  <a:close/>
                  <a:moveTo>
                    <a:pt x="506296" y="346459"/>
                  </a:moveTo>
                  <a:cubicBezTo>
                    <a:pt x="506296" y="357342"/>
                    <a:pt x="503400" y="368098"/>
                    <a:pt x="497593" y="378759"/>
                  </a:cubicBezTo>
                  <a:cubicBezTo>
                    <a:pt x="491865" y="389420"/>
                    <a:pt x="483846" y="397869"/>
                    <a:pt x="473552" y="404106"/>
                  </a:cubicBezTo>
                  <a:cubicBezTo>
                    <a:pt x="463257" y="410344"/>
                    <a:pt x="453249" y="413462"/>
                    <a:pt x="443544" y="413462"/>
                  </a:cubicBezTo>
                  <a:cubicBezTo>
                    <a:pt x="433600" y="413462"/>
                    <a:pt x="425485" y="410312"/>
                    <a:pt x="419169" y="403995"/>
                  </a:cubicBezTo>
                  <a:cubicBezTo>
                    <a:pt x="412932" y="397615"/>
                    <a:pt x="409813" y="389388"/>
                    <a:pt x="409813" y="379316"/>
                  </a:cubicBezTo>
                  <a:cubicBezTo>
                    <a:pt x="409813" y="368655"/>
                    <a:pt x="412868" y="357947"/>
                    <a:pt x="418962" y="347223"/>
                  </a:cubicBezTo>
                  <a:cubicBezTo>
                    <a:pt x="425119" y="336482"/>
                    <a:pt x="433313" y="328001"/>
                    <a:pt x="443544" y="321764"/>
                  </a:cubicBezTo>
                  <a:cubicBezTo>
                    <a:pt x="453838" y="315527"/>
                    <a:pt x="463766" y="312408"/>
                    <a:pt x="473345" y="312408"/>
                  </a:cubicBezTo>
                  <a:cubicBezTo>
                    <a:pt x="482907" y="312408"/>
                    <a:pt x="490783" y="315574"/>
                    <a:pt x="496940" y="321875"/>
                  </a:cubicBezTo>
                  <a:cubicBezTo>
                    <a:pt x="503177" y="328192"/>
                    <a:pt x="506296" y="336387"/>
                    <a:pt x="506296" y="346459"/>
                  </a:cubicBezTo>
                  <a:close/>
                  <a:moveTo>
                    <a:pt x="488237" y="338949"/>
                  </a:moveTo>
                  <a:cubicBezTo>
                    <a:pt x="488237" y="332218"/>
                    <a:pt x="486566" y="327062"/>
                    <a:pt x="483241" y="323514"/>
                  </a:cubicBezTo>
                  <a:cubicBezTo>
                    <a:pt x="479979" y="319886"/>
                    <a:pt x="475731" y="318072"/>
                    <a:pt x="470513" y="318072"/>
                  </a:cubicBezTo>
                  <a:cubicBezTo>
                    <a:pt x="459852" y="318072"/>
                    <a:pt x="450020" y="325726"/>
                    <a:pt x="441030" y="341017"/>
                  </a:cubicBezTo>
                  <a:cubicBezTo>
                    <a:pt x="432120" y="356244"/>
                    <a:pt x="427649" y="371408"/>
                    <a:pt x="427649" y="386492"/>
                  </a:cubicBezTo>
                  <a:cubicBezTo>
                    <a:pt x="427649" y="393382"/>
                    <a:pt x="429399" y="398712"/>
                    <a:pt x="432884" y="402483"/>
                  </a:cubicBezTo>
                  <a:cubicBezTo>
                    <a:pt x="436352" y="406175"/>
                    <a:pt x="440744" y="408021"/>
                    <a:pt x="446042" y="408021"/>
                  </a:cubicBezTo>
                  <a:cubicBezTo>
                    <a:pt x="456257" y="408021"/>
                    <a:pt x="465835" y="400447"/>
                    <a:pt x="474745" y="385299"/>
                  </a:cubicBezTo>
                  <a:cubicBezTo>
                    <a:pt x="483750" y="370072"/>
                    <a:pt x="488237" y="354621"/>
                    <a:pt x="488237" y="338949"/>
                  </a:cubicBezTo>
                  <a:close/>
                  <a:moveTo>
                    <a:pt x="519454" y="319154"/>
                  </a:moveTo>
                  <a:lnTo>
                    <a:pt x="550894" y="312408"/>
                  </a:lnTo>
                  <a:cubicBezTo>
                    <a:pt x="553137" y="317786"/>
                    <a:pt x="554951" y="323260"/>
                    <a:pt x="556319" y="328845"/>
                  </a:cubicBezTo>
                  <a:cubicBezTo>
                    <a:pt x="558276" y="337039"/>
                    <a:pt x="559883" y="346745"/>
                    <a:pt x="561108" y="357995"/>
                  </a:cubicBezTo>
                  <a:cubicBezTo>
                    <a:pt x="561697" y="363643"/>
                    <a:pt x="562493" y="375609"/>
                    <a:pt x="563511" y="393891"/>
                  </a:cubicBezTo>
                  <a:cubicBezTo>
                    <a:pt x="572564" y="383883"/>
                    <a:pt x="577974" y="377677"/>
                    <a:pt x="579708" y="375291"/>
                  </a:cubicBezTo>
                  <a:cubicBezTo>
                    <a:pt x="589286" y="362307"/>
                    <a:pt x="594791" y="354685"/>
                    <a:pt x="596239" y="352442"/>
                  </a:cubicBezTo>
                  <a:cubicBezTo>
                    <a:pt x="598642" y="348607"/>
                    <a:pt x="600297" y="345234"/>
                    <a:pt x="601251" y="342322"/>
                  </a:cubicBezTo>
                  <a:cubicBezTo>
                    <a:pt x="602047" y="340158"/>
                    <a:pt x="602445" y="338089"/>
                    <a:pt x="602445" y="336132"/>
                  </a:cubicBezTo>
                  <a:cubicBezTo>
                    <a:pt x="602445" y="334239"/>
                    <a:pt x="600742" y="332075"/>
                    <a:pt x="597337" y="329608"/>
                  </a:cubicBezTo>
                  <a:cubicBezTo>
                    <a:pt x="593996" y="327142"/>
                    <a:pt x="592325" y="324374"/>
                    <a:pt x="592325" y="321334"/>
                  </a:cubicBezTo>
                  <a:cubicBezTo>
                    <a:pt x="592325" y="319011"/>
                    <a:pt x="593232" y="316943"/>
                    <a:pt x="595046" y="315129"/>
                  </a:cubicBezTo>
                  <a:cubicBezTo>
                    <a:pt x="596923" y="313315"/>
                    <a:pt x="599135" y="312408"/>
                    <a:pt x="601681" y="312408"/>
                  </a:cubicBezTo>
                  <a:cubicBezTo>
                    <a:pt x="604720" y="312408"/>
                    <a:pt x="607409" y="313681"/>
                    <a:pt x="609732" y="316227"/>
                  </a:cubicBezTo>
                  <a:cubicBezTo>
                    <a:pt x="612055" y="318693"/>
                    <a:pt x="613216" y="321764"/>
                    <a:pt x="613216" y="325471"/>
                  </a:cubicBezTo>
                  <a:cubicBezTo>
                    <a:pt x="613216" y="329163"/>
                    <a:pt x="612628" y="332727"/>
                    <a:pt x="611466" y="336132"/>
                  </a:cubicBezTo>
                  <a:cubicBezTo>
                    <a:pt x="609588" y="341638"/>
                    <a:pt x="606072" y="348384"/>
                    <a:pt x="600917" y="356356"/>
                  </a:cubicBezTo>
                  <a:cubicBezTo>
                    <a:pt x="595778" y="364264"/>
                    <a:pt x="587473" y="374893"/>
                    <a:pt x="576017" y="388227"/>
                  </a:cubicBezTo>
                  <a:cubicBezTo>
                    <a:pt x="574569" y="389897"/>
                    <a:pt x="566518" y="398315"/>
                    <a:pt x="551864" y="413462"/>
                  </a:cubicBezTo>
                  <a:lnTo>
                    <a:pt x="547839" y="413462"/>
                  </a:lnTo>
                  <a:cubicBezTo>
                    <a:pt x="546105" y="367558"/>
                    <a:pt x="542477" y="338917"/>
                    <a:pt x="536972" y="327540"/>
                  </a:cubicBezTo>
                  <a:cubicBezTo>
                    <a:pt x="535158" y="323833"/>
                    <a:pt x="532151" y="321987"/>
                    <a:pt x="527934" y="321987"/>
                  </a:cubicBezTo>
                  <a:cubicBezTo>
                    <a:pt x="526121" y="321987"/>
                    <a:pt x="523543" y="322321"/>
                    <a:pt x="520218" y="322973"/>
                  </a:cubicBezTo>
                  <a:lnTo>
                    <a:pt x="519454" y="319154"/>
                  </a:lnTo>
                  <a:close/>
                  <a:moveTo>
                    <a:pt x="640185" y="369849"/>
                  </a:moveTo>
                  <a:cubicBezTo>
                    <a:pt x="639676" y="373477"/>
                    <a:pt x="639421" y="376484"/>
                    <a:pt x="639421" y="378871"/>
                  </a:cubicBezTo>
                  <a:cubicBezTo>
                    <a:pt x="639421" y="385331"/>
                    <a:pt x="641712" y="390836"/>
                    <a:pt x="646279" y="395403"/>
                  </a:cubicBezTo>
                  <a:cubicBezTo>
                    <a:pt x="650845" y="399906"/>
                    <a:pt x="656382" y="402149"/>
                    <a:pt x="662921" y="402149"/>
                  </a:cubicBezTo>
                  <a:cubicBezTo>
                    <a:pt x="668140" y="402149"/>
                    <a:pt x="673136" y="401099"/>
                    <a:pt x="677925" y="398999"/>
                  </a:cubicBezTo>
                  <a:cubicBezTo>
                    <a:pt x="682778" y="396819"/>
                    <a:pt x="689954" y="392077"/>
                    <a:pt x="699452" y="384742"/>
                  </a:cubicBezTo>
                  <a:lnTo>
                    <a:pt x="701743" y="387908"/>
                  </a:lnTo>
                  <a:cubicBezTo>
                    <a:pt x="684560" y="404950"/>
                    <a:pt x="668172" y="413462"/>
                    <a:pt x="652579" y="413462"/>
                  </a:cubicBezTo>
                  <a:cubicBezTo>
                    <a:pt x="641999" y="413462"/>
                    <a:pt x="634027" y="410121"/>
                    <a:pt x="628650" y="403454"/>
                  </a:cubicBezTo>
                  <a:cubicBezTo>
                    <a:pt x="623288" y="396787"/>
                    <a:pt x="620599" y="389420"/>
                    <a:pt x="620599" y="381369"/>
                  </a:cubicBezTo>
                  <a:cubicBezTo>
                    <a:pt x="620599" y="370565"/>
                    <a:pt x="623940" y="359506"/>
                    <a:pt x="630607" y="348193"/>
                  </a:cubicBezTo>
                  <a:cubicBezTo>
                    <a:pt x="637289" y="336896"/>
                    <a:pt x="645658" y="328113"/>
                    <a:pt x="655730" y="321875"/>
                  </a:cubicBezTo>
                  <a:cubicBezTo>
                    <a:pt x="665817" y="315574"/>
                    <a:pt x="676191" y="312408"/>
                    <a:pt x="686851" y="312408"/>
                  </a:cubicBezTo>
                  <a:cubicBezTo>
                    <a:pt x="694536" y="312408"/>
                    <a:pt x="700216" y="313967"/>
                    <a:pt x="703923" y="317086"/>
                  </a:cubicBezTo>
                  <a:cubicBezTo>
                    <a:pt x="707615" y="320205"/>
                    <a:pt x="709460" y="323912"/>
                    <a:pt x="709460" y="328192"/>
                  </a:cubicBezTo>
                  <a:cubicBezTo>
                    <a:pt x="709460" y="334207"/>
                    <a:pt x="707074" y="339967"/>
                    <a:pt x="702285" y="345488"/>
                  </a:cubicBezTo>
                  <a:cubicBezTo>
                    <a:pt x="695984" y="352664"/>
                    <a:pt x="686692" y="358456"/>
                    <a:pt x="674441" y="362879"/>
                  </a:cubicBezTo>
                  <a:cubicBezTo>
                    <a:pt x="666326" y="365855"/>
                    <a:pt x="654902" y="368178"/>
                    <a:pt x="640185" y="369849"/>
                  </a:cubicBezTo>
                  <a:close/>
                  <a:moveTo>
                    <a:pt x="640949" y="364518"/>
                  </a:moveTo>
                  <a:cubicBezTo>
                    <a:pt x="651672" y="363277"/>
                    <a:pt x="660407" y="361177"/>
                    <a:pt x="667153" y="358202"/>
                  </a:cubicBezTo>
                  <a:cubicBezTo>
                    <a:pt x="676079" y="354224"/>
                    <a:pt x="682746" y="349466"/>
                    <a:pt x="687169" y="343961"/>
                  </a:cubicBezTo>
                  <a:cubicBezTo>
                    <a:pt x="691672" y="338376"/>
                    <a:pt x="693915" y="333077"/>
                    <a:pt x="693915" y="328081"/>
                  </a:cubicBezTo>
                  <a:cubicBezTo>
                    <a:pt x="693915" y="325026"/>
                    <a:pt x="692929" y="322560"/>
                    <a:pt x="690972" y="320682"/>
                  </a:cubicBezTo>
                  <a:cubicBezTo>
                    <a:pt x="689094" y="318804"/>
                    <a:pt x="686374" y="317850"/>
                    <a:pt x="682826" y="317850"/>
                  </a:cubicBezTo>
                  <a:cubicBezTo>
                    <a:pt x="675427" y="317850"/>
                    <a:pt x="667551" y="321812"/>
                    <a:pt x="659214" y="329704"/>
                  </a:cubicBezTo>
                  <a:cubicBezTo>
                    <a:pt x="650956" y="337548"/>
                    <a:pt x="644862" y="349148"/>
                    <a:pt x="640949" y="364518"/>
                  </a:cubicBezTo>
                  <a:close/>
                  <a:moveTo>
                    <a:pt x="793437" y="312408"/>
                  </a:moveTo>
                  <a:lnTo>
                    <a:pt x="786802" y="345806"/>
                  </a:lnTo>
                  <a:lnTo>
                    <a:pt x="782777" y="345806"/>
                  </a:lnTo>
                  <a:cubicBezTo>
                    <a:pt x="782411" y="336084"/>
                    <a:pt x="780343" y="329020"/>
                    <a:pt x="776572" y="324596"/>
                  </a:cubicBezTo>
                  <a:cubicBezTo>
                    <a:pt x="772801" y="320173"/>
                    <a:pt x="768123" y="317961"/>
                    <a:pt x="762539" y="317961"/>
                  </a:cubicBezTo>
                  <a:cubicBezTo>
                    <a:pt x="758052" y="317961"/>
                    <a:pt x="754456" y="319202"/>
                    <a:pt x="751783" y="321668"/>
                  </a:cubicBezTo>
                  <a:cubicBezTo>
                    <a:pt x="749173" y="324119"/>
                    <a:pt x="747853" y="327094"/>
                    <a:pt x="747853" y="330579"/>
                  </a:cubicBezTo>
                  <a:cubicBezTo>
                    <a:pt x="747853" y="332966"/>
                    <a:pt x="748362" y="335257"/>
                    <a:pt x="749380" y="337437"/>
                  </a:cubicBezTo>
                  <a:cubicBezTo>
                    <a:pt x="750478" y="339601"/>
                    <a:pt x="752785" y="342656"/>
                    <a:pt x="756349" y="346570"/>
                  </a:cubicBezTo>
                  <a:cubicBezTo>
                    <a:pt x="765768" y="356865"/>
                    <a:pt x="771862" y="364630"/>
                    <a:pt x="774615" y="369849"/>
                  </a:cubicBezTo>
                  <a:cubicBezTo>
                    <a:pt x="777367" y="375068"/>
                    <a:pt x="778751" y="380000"/>
                    <a:pt x="778751" y="384647"/>
                  </a:cubicBezTo>
                  <a:cubicBezTo>
                    <a:pt x="778751" y="392173"/>
                    <a:pt x="775601" y="398887"/>
                    <a:pt x="769285" y="404759"/>
                  </a:cubicBezTo>
                  <a:cubicBezTo>
                    <a:pt x="763048" y="410566"/>
                    <a:pt x="755140" y="413462"/>
                    <a:pt x="745578" y="413462"/>
                  </a:cubicBezTo>
                  <a:cubicBezTo>
                    <a:pt x="740359" y="413462"/>
                    <a:pt x="734345" y="412237"/>
                    <a:pt x="727519" y="409771"/>
                  </a:cubicBezTo>
                  <a:cubicBezTo>
                    <a:pt x="725132" y="408896"/>
                    <a:pt x="723287" y="408466"/>
                    <a:pt x="721982" y="408466"/>
                  </a:cubicBezTo>
                  <a:cubicBezTo>
                    <a:pt x="718704" y="408466"/>
                    <a:pt x="716238" y="410121"/>
                    <a:pt x="714584" y="413462"/>
                  </a:cubicBezTo>
                  <a:lnTo>
                    <a:pt x="710558" y="413462"/>
                  </a:lnTo>
                  <a:lnTo>
                    <a:pt x="717193" y="378218"/>
                  </a:lnTo>
                  <a:lnTo>
                    <a:pt x="721218" y="378218"/>
                  </a:lnTo>
                  <a:cubicBezTo>
                    <a:pt x="721648" y="389245"/>
                    <a:pt x="723939" y="397042"/>
                    <a:pt x="728060" y="401608"/>
                  </a:cubicBezTo>
                  <a:cubicBezTo>
                    <a:pt x="732197" y="406175"/>
                    <a:pt x="737861" y="408466"/>
                    <a:pt x="745037" y="408466"/>
                  </a:cubicBezTo>
                  <a:cubicBezTo>
                    <a:pt x="750542" y="408466"/>
                    <a:pt x="754901" y="406939"/>
                    <a:pt x="758083" y="403884"/>
                  </a:cubicBezTo>
                  <a:cubicBezTo>
                    <a:pt x="761345" y="400781"/>
                    <a:pt x="762984" y="396962"/>
                    <a:pt x="762984" y="392475"/>
                  </a:cubicBezTo>
                  <a:cubicBezTo>
                    <a:pt x="762984" y="389563"/>
                    <a:pt x="762395" y="386890"/>
                    <a:pt x="761234" y="384424"/>
                  </a:cubicBezTo>
                  <a:cubicBezTo>
                    <a:pt x="759213" y="380064"/>
                    <a:pt x="754933" y="374049"/>
                    <a:pt x="748410" y="366364"/>
                  </a:cubicBezTo>
                  <a:cubicBezTo>
                    <a:pt x="741950" y="358679"/>
                    <a:pt x="737781" y="352919"/>
                    <a:pt x="735904" y="349068"/>
                  </a:cubicBezTo>
                  <a:cubicBezTo>
                    <a:pt x="734090" y="345234"/>
                    <a:pt x="733183" y="341383"/>
                    <a:pt x="733183" y="337548"/>
                  </a:cubicBezTo>
                  <a:cubicBezTo>
                    <a:pt x="733183" y="330515"/>
                    <a:pt x="735713" y="324564"/>
                    <a:pt x="740788" y="319695"/>
                  </a:cubicBezTo>
                  <a:cubicBezTo>
                    <a:pt x="745944" y="314842"/>
                    <a:pt x="752531" y="312408"/>
                    <a:pt x="760582" y="312408"/>
                  </a:cubicBezTo>
                  <a:cubicBezTo>
                    <a:pt x="762904" y="312408"/>
                    <a:pt x="765005" y="312599"/>
                    <a:pt x="766898" y="312965"/>
                  </a:cubicBezTo>
                  <a:cubicBezTo>
                    <a:pt x="767916" y="313172"/>
                    <a:pt x="770271" y="314015"/>
                    <a:pt x="773962" y="315463"/>
                  </a:cubicBezTo>
                  <a:cubicBezTo>
                    <a:pt x="777733" y="316831"/>
                    <a:pt x="780231" y="317531"/>
                    <a:pt x="781472" y="317531"/>
                  </a:cubicBezTo>
                  <a:cubicBezTo>
                    <a:pt x="784591" y="317531"/>
                    <a:pt x="787200" y="315829"/>
                    <a:pt x="789300" y="312408"/>
                  </a:cubicBezTo>
                  <a:lnTo>
                    <a:pt x="793437" y="312408"/>
                  </a:lnTo>
                  <a:close/>
                </a:path>
              </a:pathLst>
            </a:custGeom>
            <a:solidFill>
              <a:srgbClr val="000000"/>
            </a:solidFill>
            <a:ln w="1591" cap="flat">
              <a:noFill/>
              <a:prstDash val="solid"/>
              <a:miter/>
            </a:ln>
          </p:spPr>
        </p:sp>
        <p:sp>
          <p:nvSpPr>
            <p:cNvPr id="56" name="任意形状 55">
              <a:extLst>
                <a:ext uri="{FF2B5EF4-FFF2-40B4-BE49-F238E27FC236}">
                  <a16:creationId xmlns:a16="http://schemas.microsoft.com/office/drawing/2014/main" id="{98E20948-7617-1C56-51F9-F17B9934D72A}"/>
                </a:ext>
              </a:extLst>
            </p:cNvPr>
            <p:cNvSpPr/>
            <p:nvPr/>
          </p:nvSpPr>
          <p:spPr>
            <a:xfrm>
              <a:off x="2809077" y="2783339"/>
              <a:ext cx="1778850" cy="202312"/>
            </a:xfrm>
            <a:custGeom>
              <a:avLst/>
              <a:gdLst>
                <a:gd name="csX0" fmla="*/ 77880 w 1778850"/>
                <a:gd name="csY0" fmla="*/ 15011 h 202312"/>
                <a:gd name="csX1" fmla="*/ 60474 w 1778850"/>
                <a:gd name="csY1" fmla="*/ 73421 h 202312"/>
                <a:gd name="csX2" fmla="*/ 79837 w 1778850"/>
                <a:gd name="csY2" fmla="*/ 73421 h 202312"/>
                <a:gd name="csX3" fmla="*/ 99296 w 1778850"/>
                <a:gd name="csY3" fmla="*/ 69395 h 202312"/>
                <a:gd name="csX4" fmla="*/ 112677 w 1778850"/>
                <a:gd name="csY4" fmla="*/ 52209 h 202312"/>
                <a:gd name="csX5" fmla="*/ 116814 w 1778850"/>
                <a:gd name="csY5" fmla="*/ 52209 h 202312"/>
                <a:gd name="csX6" fmla="*/ 101476 w 1778850"/>
                <a:gd name="csY6" fmla="*/ 105942 h 202312"/>
                <a:gd name="csX7" fmla="*/ 97132 w 1778850"/>
                <a:gd name="csY7" fmla="*/ 105942 h 202312"/>
                <a:gd name="csX8" fmla="*/ 98755 w 1778850"/>
                <a:gd name="csY8" fmla="*/ 95174 h 202312"/>
                <a:gd name="csX9" fmla="*/ 94300 w 1778850"/>
                <a:gd name="csY9" fmla="*/ 84950 h 202312"/>
                <a:gd name="csX10" fmla="*/ 77880 w 1778850"/>
                <a:gd name="csY10" fmla="*/ 81251 h 202312"/>
                <a:gd name="csX11" fmla="*/ 58299 w 1778850"/>
                <a:gd name="csY11" fmla="*/ 81251 h 202312"/>
                <a:gd name="csX12" fmla="*/ 45463 w 1778850"/>
                <a:gd name="csY12" fmla="*/ 125738 h 202312"/>
                <a:gd name="csX13" fmla="*/ 41984 w 1778850"/>
                <a:gd name="csY13" fmla="*/ 141511 h 202312"/>
                <a:gd name="csX14" fmla="*/ 44919 w 1778850"/>
                <a:gd name="csY14" fmla="*/ 147710 h 202312"/>
                <a:gd name="csX15" fmla="*/ 59603 w 1778850"/>
                <a:gd name="csY15" fmla="*/ 150648 h 202312"/>
                <a:gd name="csX16" fmla="*/ 58299 w 1778850"/>
                <a:gd name="csY16" fmla="*/ 154672 h 202312"/>
                <a:gd name="csX17" fmla="*/ 0 w 1778850"/>
                <a:gd name="csY17" fmla="*/ 154672 h 202312"/>
                <a:gd name="csX18" fmla="*/ 1415 w 1778850"/>
                <a:gd name="csY18" fmla="*/ 150648 h 202312"/>
                <a:gd name="csX19" fmla="*/ 12725 w 1778850"/>
                <a:gd name="csY19" fmla="*/ 149125 h 202312"/>
                <a:gd name="csX20" fmla="*/ 19142 w 1778850"/>
                <a:gd name="csY20" fmla="*/ 144121 h 202312"/>
                <a:gd name="csX21" fmla="*/ 26103 w 1778850"/>
                <a:gd name="csY21" fmla="*/ 125738 h 202312"/>
                <a:gd name="csX22" fmla="*/ 52098 w 1778850"/>
                <a:gd name="csY22" fmla="*/ 36874 h 202312"/>
                <a:gd name="csX23" fmla="*/ 55253 w 1778850"/>
                <a:gd name="csY23" fmla="*/ 20014 h 202312"/>
                <a:gd name="csX24" fmla="*/ 53839 w 1778850"/>
                <a:gd name="csY24" fmla="*/ 15227 h 202312"/>
                <a:gd name="csX25" fmla="*/ 49597 w 1778850"/>
                <a:gd name="csY25" fmla="*/ 12182 h 202312"/>
                <a:gd name="csX26" fmla="*/ 38612 w 1778850"/>
                <a:gd name="csY26" fmla="*/ 11203 h 202312"/>
                <a:gd name="csX27" fmla="*/ 39917 w 1778850"/>
                <a:gd name="csY27" fmla="*/ 7179 h 202312"/>
                <a:gd name="csX28" fmla="*/ 154331 w 1778850"/>
                <a:gd name="csY28" fmla="*/ 7179 h 202312"/>
                <a:gd name="csX29" fmla="*/ 143464 w 1778850"/>
                <a:gd name="csY29" fmla="*/ 44487 h 202312"/>
                <a:gd name="csX30" fmla="*/ 139327 w 1778850"/>
                <a:gd name="csY30" fmla="*/ 44487 h 202312"/>
                <a:gd name="csX31" fmla="*/ 140521 w 1778850"/>
                <a:gd name="csY31" fmla="*/ 33392 h 202312"/>
                <a:gd name="csX32" fmla="*/ 136495 w 1778850"/>
                <a:gd name="csY32" fmla="*/ 22081 h 202312"/>
                <a:gd name="csX33" fmla="*/ 126392 w 1778850"/>
                <a:gd name="csY33" fmla="*/ 16098 h 202312"/>
                <a:gd name="csX34" fmla="*/ 106917 w 1778850"/>
                <a:gd name="csY34" fmla="*/ 15011 h 202312"/>
                <a:gd name="csX35" fmla="*/ 77880 w 1778850"/>
                <a:gd name="csY35" fmla="*/ 15011 h 202312"/>
                <a:gd name="csX36" fmla="*/ 244609 w 1778850"/>
                <a:gd name="csY36" fmla="*/ 90279 h 202312"/>
                <a:gd name="csX37" fmla="*/ 235905 w 1778850"/>
                <a:gd name="csY37" fmla="*/ 122584 h 202312"/>
                <a:gd name="csX38" fmla="*/ 211880 w 1778850"/>
                <a:gd name="csY38" fmla="*/ 147928 h 202312"/>
                <a:gd name="csX39" fmla="*/ 181857 w 1778850"/>
                <a:gd name="csY39" fmla="*/ 157283 h 202312"/>
                <a:gd name="csX40" fmla="*/ 157497 w 1778850"/>
                <a:gd name="csY40" fmla="*/ 147819 h 202312"/>
                <a:gd name="csX41" fmla="*/ 148142 w 1778850"/>
                <a:gd name="csY41" fmla="*/ 123129 h 202312"/>
                <a:gd name="csX42" fmla="*/ 157275 w 1778850"/>
                <a:gd name="csY42" fmla="*/ 91041 h 202312"/>
                <a:gd name="csX43" fmla="*/ 181857 w 1778850"/>
                <a:gd name="csY43" fmla="*/ 65589 h 202312"/>
                <a:gd name="csX44" fmla="*/ 211658 w 1778850"/>
                <a:gd name="csY44" fmla="*/ 56235 h 202312"/>
                <a:gd name="csX45" fmla="*/ 235253 w 1778850"/>
                <a:gd name="csY45" fmla="*/ 65697 h 202312"/>
                <a:gd name="csX46" fmla="*/ 244609 w 1778850"/>
                <a:gd name="csY46" fmla="*/ 90279 h 202312"/>
                <a:gd name="csX47" fmla="*/ 226550 w 1778850"/>
                <a:gd name="csY47" fmla="*/ 82774 h 202312"/>
                <a:gd name="csX48" fmla="*/ 221554 w 1778850"/>
                <a:gd name="csY48" fmla="*/ 67328 h 202312"/>
                <a:gd name="csX49" fmla="*/ 208825 w 1778850"/>
                <a:gd name="csY49" fmla="*/ 61890 h 202312"/>
                <a:gd name="csX50" fmla="*/ 179359 w 1778850"/>
                <a:gd name="csY50" fmla="*/ 84840 h 202312"/>
                <a:gd name="csX51" fmla="*/ 165978 w 1778850"/>
                <a:gd name="csY51" fmla="*/ 130308 h 202312"/>
                <a:gd name="csX52" fmla="*/ 171197 w 1778850"/>
                <a:gd name="csY52" fmla="*/ 146296 h 202312"/>
                <a:gd name="csX53" fmla="*/ 184355 w 1778850"/>
                <a:gd name="csY53" fmla="*/ 151844 h 202312"/>
                <a:gd name="csX54" fmla="*/ 213074 w 1778850"/>
                <a:gd name="csY54" fmla="*/ 129111 h 202312"/>
                <a:gd name="csX55" fmla="*/ 226550 w 1778850"/>
                <a:gd name="csY55" fmla="*/ 82774 h 202312"/>
                <a:gd name="csX56" fmla="*/ 264624 w 1778850"/>
                <a:gd name="csY56" fmla="*/ 62326 h 202312"/>
                <a:gd name="csX57" fmla="*/ 302142 w 1778850"/>
                <a:gd name="csY57" fmla="*/ 56235 h 202312"/>
                <a:gd name="csX58" fmla="*/ 286486 w 1778850"/>
                <a:gd name="csY58" fmla="*/ 109096 h 202312"/>
                <a:gd name="csX59" fmla="*/ 321076 w 1778850"/>
                <a:gd name="csY59" fmla="*/ 63630 h 202312"/>
                <a:gd name="csX60" fmla="*/ 335427 w 1778850"/>
                <a:gd name="csY60" fmla="*/ 56235 h 202312"/>
                <a:gd name="csX61" fmla="*/ 341091 w 1778850"/>
                <a:gd name="csY61" fmla="*/ 58410 h 202312"/>
                <a:gd name="csX62" fmla="*/ 343160 w 1778850"/>
                <a:gd name="csY62" fmla="*/ 64501 h 202312"/>
                <a:gd name="csX63" fmla="*/ 339453 w 1778850"/>
                <a:gd name="csY63" fmla="*/ 78205 h 202312"/>
                <a:gd name="csX64" fmla="*/ 331943 w 1778850"/>
                <a:gd name="csY64" fmla="*/ 83101 h 202312"/>
                <a:gd name="csX65" fmla="*/ 327599 w 1778850"/>
                <a:gd name="csY65" fmla="*/ 81469 h 202312"/>
                <a:gd name="csX66" fmla="*/ 325419 w 1778850"/>
                <a:gd name="csY66" fmla="*/ 76466 h 202312"/>
                <a:gd name="csX67" fmla="*/ 324449 w 1778850"/>
                <a:gd name="csY67" fmla="*/ 73747 h 202312"/>
                <a:gd name="csX68" fmla="*/ 322380 w 1778850"/>
                <a:gd name="csY68" fmla="*/ 72877 h 202312"/>
                <a:gd name="csX69" fmla="*/ 318896 w 1778850"/>
                <a:gd name="csY69" fmla="*/ 73747 h 202312"/>
                <a:gd name="csX70" fmla="*/ 310304 w 1778850"/>
                <a:gd name="csY70" fmla="*/ 82231 h 202312"/>
                <a:gd name="csX71" fmla="*/ 290734 w 1778850"/>
                <a:gd name="csY71" fmla="*/ 109858 h 202312"/>
                <a:gd name="csX72" fmla="*/ 282890 w 1778850"/>
                <a:gd name="csY72" fmla="*/ 126064 h 202312"/>
                <a:gd name="csX73" fmla="*/ 277671 w 1778850"/>
                <a:gd name="csY73" fmla="*/ 140967 h 202312"/>
                <a:gd name="csX74" fmla="*/ 274203 w 1778850"/>
                <a:gd name="csY74" fmla="*/ 154672 h 202312"/>
                <a:gd name="csX75" fmla="*/ 257560 w 1778850"/>
                <a:gd name="csY75" fmla="*/ 154672 h 202312"/>
                <a:gd name="csX76" fmla="*/ 277671 w 1778850"/>
                <a:gd name="csY76" fmla="*/ 87125 h 202312"/>
                <a:gd name="csX77" fmla="*/ 281156 w 1778850"/>
                <a:gd name="csY77" fmla="*/ 70374 h 202312"/>
                <a:gd name="csX78" fmla="*/ 279533 w 1778850"/>
                <a:gd name="csY78" fmla="*/ 67112 h 202312"/>
                <a:gd name="csX79" fmla="*/ 273757 w 1778850"/>
                <a:gd name="csY79" fmla="*/ 65371 h 202312"/>
                <a:gd name="csX80" fmla="*/ 265388 w 1778850"/>
                <a:gd name="csY80" fmla="*/ 66350 h 202312"/>
                <a:gd name="csX81" fmla="*/ 264624 w 1778850"/>
                <a:gd name="csY81" fmla="*/ 62326 h 202312"/>
                <a:gd name="csX82" fmla="*/ 444527 w 1778850"/>
                <a:gd name="csY82" fmla="*/ 52971 h 202312"/>
                <a:gd name="csX83" fmla="*/ 444527 w 1778850"/>
                <a:gd name="csY83" fmla="*/ 66132 h 202312"/>
                <a:gd name="csX84" fmla="*/ 459531 w 1778850"/>
                <a:gd name="csY84" fmla="*/ 53842 h 202312"/>
                <a:gd name="csX85" fmla="*/ 474980 w 1778850"/>
                <a:gd name="csY85" fmla="*/ 49926 h 202312"/>
                <a:gd name="csX86" fmla="*/ 491400 w 1778850"/>
                <a:gd name="csY86" fmla="*/ 55473 h 202312"/>
                <a:gd name="csX87" fmla="*/ 500104 w 1778850"/>
                <a:gd name="csY87" fmla="*/ 69069 h 202312"/>
                <a:gd name="csX88" fmla="*/ 501838 w 1778850"/>
                <a:gd name="csY88" fmla="*/ 92890 h 202312"/>
                <a:gd name="csX89" fmla="*/ 501838 w 1778850"/>
                <a:gd name="csY89" fmla="*/ 132483 h 202312"/>
                <a:gd name="csX90" fmla="*/ 503906 w 1778850"/>
                <a:gd name="csY90" fmla="*/ 147166 h 202312"/>
                <a:gd name="csX91" fmla="*/ 512832 w 1778850"/>
                <a:gd name="csY91" fmla="*/ 150756 h 202312"/>
                <a:gd name="csX92" fmla="*/ 512832 w 1778850"/>
                <a:gd name="csY92" fmla="*/ 154672 h 202312"/>
                <a:gd name="csX93" fmla="*/ 461377 w 1778850"/>
                <a:gd name="csY93" fmla="*/ 154672 h 202312"/>
                <a:gd name="csX94" fmla="*/ 461377 w 1778850"/>
                <a:gd name="csY94" fmla="*/ 150756 h 202312"/>
                <a:gd name="csX95" fmla="*/ 469650 w 1778850"/>
                <a:gd name="csY95" fmla="*/ 145970 h 202312"/>
                <a:gd name="csX96" fmla="*/ 471385 w 1778850"/>
                <a:gd name="csY96" fmla="*/ 132483 h 202312"/>
                <a:gd name="csX97" fmla="*/ 471385 w 1778850"/>
                <a:gd name="csY97" fmla="*/ 87234 h 202312"/>
                <a:gd name="csX98" fmla="*/ 470414 w 1778850"/>
                <a:gd name="csY98" fmla="*/ 71462 h 202312"/>
                <a:gd name="csX99" fmla="*/ 467041 w 1778850"/>
                <a:gd name="csY99" fmla="*/ 66459 h 202312"/>
                <a:gd name="csX100" fmla="*/ 461918 w 1778850"/>
                <a:gd name="csY100" fmla="*/ 64609 h 202312"/>
                <a:gd name="csX101" fmla="*/ 444527 w 1778850"/>
                <a:gd name="csY101" fmla="*/ 77989 h 202312"/>
                <a:gd name="csX102" fmla="*/ 444527 w 1778850"/>
                <a:gd name="csY102" fmla="*/ 132483 h 202312"/>
                <a:gd name="csX103" fmla="*/ 446596 w 1778850"/>
                <a:gd name="csY103" fmla="*/ 146948 h 202312"/>
                <a:gd name="csX104" fmla="*/ 454535 w 1778850"/>
                <a:gd name="csY104" fmla="*/ 150756 h 202312"/>
                <a:gd name="csX105" fmla="*/ 454535 w 1778850"/>
                <a:gd name="csY105" fmla="*/ 154672 h 202312"/>
                <a:gd name="csX106" fmla="*/ 403080 w 1778850"/>
                <a:gd name="csY106" fmla="*/ 154672 h 202312"/>
                <a:gd name="csX107" fmla="*/ 403080 w 1778850"/>
                <a:gd name="csY107" fmla="*/ 150756 h 202312"/>
                <a:gd name="csX108" fmla="*/ 412213 w 1778850"/>
                <a:gd name="csY108" fmla="*/ 146622 h 202312"/>
                <a:gd name="csX109" fmla="*/ 414074 w 1778850"/>
                <a:gd name="csY109" fmla="*/ 132483 h 202312"/>
                <a:gd name="csX110" fmla="*/ 414074 w 1778850"/>
                <a:gd name="csY110" fmla="*/ 75052 h 202312"/>
                <a:gd name="csX111" fmla="*/ 411894 w 1778850"/>
                <a:gd name="csY111" fmla="*/ 60695 h 202312"/>
                <a:gd name="csX112" fmla="*/ 403080 w 1778850"/>
                <a:gd name="csY112" fmla="*/ 56995 h 202312"/>
                <a:gd name="csX113" fmla="*/ 403080 w 1778850"/>
                <a:gd name="csY113" fmla="*/ 52971 h 202312"/>
                <a:gd name="csX114" fmla="*/ 444527 w 1778850"/>
                <a:gd name="csY114" fmla="*/ 52971 h 202312"/>
                <a:gd name="csX115" fmla="*/ 574932 w 1778850"/>
                <a:gd name="csY115" fmla="*/ 49926 h 202312"/>
                <a:gd name="csX116" fmla="*/ 599625 w 1778850"/>
                <a:gd name="csY116" fmla="*/ 56779 h 202312"/>
                <a:gd name="csX117" fmla="*/ 616920 w 1778850"/>
                <a:gd name="csY117" fmla="*/ 76248 h 202312"/>
                <a:gd name="csX118" fmla="*/ 622903 w 1778850"/>
                <a:gd name="csY118" fmla="*/ 103876 h 202312"/>
                <a:gd name="csX119" fmla="*/ 611908 w 1778850"/>
                <a:gd name="csY119" fmla="*/ 140097 h 202312"/>
                <a:gd name="csX120" fmla="*/ 575250 w 1778850"/>
                <a:gd name="csY120" fmla="*/ 157717 h 202312"/>
                <a:gd name="csX121" fmla="*/ 539912 w 1778850"/>
                <a:gd name="csY121" fmla="*/ 141619 h 202312"/>
                <a:gd name="csX122" fmla="*/ 527502 w 1778850"/>
                <a:gd name="csY122" fmla="*/ 104311 h 202312"/>
                <a:gd name="csX123" fmla="*/ 540119 w 1778850"/>
                <a:gd name="csY123" fmla="*/ 66242 h 202312"/>
                <a:gd name="csX124" fmla="*/ 574932 w 1778850"/>
                <a:gd name="csY124" fmla="*/ 49926 h 202312"/>
                <a:gd name="csX125" fmla="*/ 575361 w 1778850"/>
                <a:gd name="csY125" fmla="*/ 57648 h 202312"/>
                <a:gd name="csX126" fmla="*/ 565799 w 1778850"/>
                <a:gd name="csY126" fmla="*/ 61890 h 202312"/>
                <a:gd name="csX127" fmla="*/ 560580 w 1778850"/>
                <a:gd name="csY127" fmla="*/ 78423 h 202312"/>
                <a:gd name="csX128" fmla="*/ 559371 w 1778850"/>
                <a:gd name="csY128" fmla="*/ 112686 h 202312"/>
                <a:gd name="csX129" fmla="*/ 560898 w 1778850"/>
                <a:gd name="csY129" fmla="*/ 134440 h 202312"/>
                <a:gd name="csX130" fmla="*/ 566006 w 1778850"/>
                <a:gd name="csY130" fmla="*/ 146188 h 202312"/>
                <a:gd name="csX131" fmla="*/ 574932 w 1778850"/>
                <a:gd name="csY131" fmla="*/ 150212 h 202312"/>
                <a:gd name="csX132" fmla="*/ 583094 w 1778850"/>
                <a:gd name="csY132" fmla="*/ 147492 h 202312"/>
                <a:gd name="csX133" fmla="*/ 588742 w 1778850"/>
                <a:gd name="csY133" fmla="*/ 137159 h 202312"/>
                <a:gd name="csX134" fmla="*/ 590922 w 1778850"/>
                <a:gd name="csY134" fmla="*/ 95392 h 202312"/>
                <a:gd name="csX135" fmla="*/ 588854 w 1778850"/>
                <a:gd name="csY135" fmla="*/ 70048 h 202312"/>
                <a:gd name="csX136" fmla="*/ 582760 w 1778850"/>
                <a:gd name="csY136" fmla="*/ 59933 h 202312"/>
                <a:gd name="csX137" fmla="*/ 575361 w 1778850"/>
                <a:gd name="csY137" fmla="*/ 57648 h 202312"/>
                <a:gd name="csX138" fmla="*/ 737206 w 1778850"/>
                <a:gd name="csY138" fmla="*/ 7179 h 202312"/>
                <a:gd name="csX139" fmla="*/ 737206 w 1778850"/>
                <a:gd name="csY139" fmla="*/ 124215 h 202312"/>
                <a:gd name="csX140" fmla="*/ 737858 w 1778850"/>
                <a:gd name="csY140" fmla="*/ 138248 h 202312"/>
                <a:gd name="csX141" fmla="*/ 741120 w 1778850"/>
                <a:gd name="csY141" fmla="*/ 143577 h 202312"/>
                <a:gd name="csX142" fmla="*/ 749711 w 1778850"/>
                <a:gd name="csY142" fmla="*/ 145753 h 202312"/>
                <a:gd name="csX143" fmla="*/ 749711 w 1778850"/>
                <a:gd name="csY143" fmla="*/ 149341 h 202312"/>
                <a:gd name="csX144" fmla="*/ 706752 w 1778850"/>
                <a:gd name="csY144" fmla="*/ 157717 h 202312"/>
                <a:gd name="csX145" fmla="*/ 706752 w 1778850"/>
                <a:gd name="csY145" fmla="*/ 141619 h 202312"/>
                <a:gd name="csX146" fmla="*/ 692942 w 1778850"/>
                <a:gd name="csY146" fmla="*/ 154345 h 202312"/>
                <a:gd name="csX147" fmla="*/ 679338 w 1778850"/>
                <a:gd name="csY147" fmla="*/ 157717 h 202312"/>
                <a:gd name="csX148" fmla="*/ 648567 w 1778850"/>
                <a:gd name="csY148" fmla="*/ 140315 h 202312"/>
                <a:gd name="csX149" fmla="*/ 639434 w 1778850"/>
                <a:gd name="csY149" fmla="*/ 105616 h 202312"/>
                <a:gd name="csX150" fmla="*/ 645082 w 1778850"/>
                <a:gd name="csY150" fmla="*/ 76248 h 202312"/>
                <a:gd name="csX151" fmla="*/ 660532 w 1778850"/>
                <a:gd name="csY151" fmla="*/ 56561 h 202312"/>
                <a:gd name="csX152" fmla="*/ 681741 w 1778850"/>
                <a:gd name="csY152" fmla="*/ 49926 h 202312"/>
                <a:gd name="csX153" fmla="*/ 694676 w 1778850"/>
                <a:gd name="csY153" fmla="*/ 52753 h 202312"/>
                <a:gd name="csX154" fmla="*/ 706752 w 1778850"/>
                <a:gd name="csY154" fmla="*/ 62652 h 202312"/>
                <a:gd name="csX155" fmla="*/ 706752 w 1778850"/>
                <a:gd name="csY155" fmla="*/ 31979 h 202312"/>
                <a:gd name="csX156" fmla="*/ 705782 w 1778850"/>
                <a:gd name="csY156" fmla="*/ 17947 h 202312"/>
                <a:gd name="csX157" fmla="*/ 701868 w 1778850"/>
                <a:gd name="csY157" fmla="*/ 13270 h 202312"/>
                <a:gd name="csX158" fmla="*/ 692067 w 1778850"/>
                <a:gd name="csY158" fmla="*/ 11748 h 202312"/>
                <a:gd name="csX159" fmla="*/ 692067 w 1778850"/>
                <a:gd name="csY159" fmla="*/ 7179 h 202312"/>
                <a:gd name="csX160" fmla="*/ 737206 w 1778850"/>
                <a:gd name="csY160" fmla="*/ 7179 h 202312"/>
                <a:gd name="csX161" fmla="*/ 706752 w 1778850"/>
                <a:gd name="csY161" fmla="*/ 76140 h 202312"/>
                <a:gd name="csX162" fmla="*/ 687071 w 1778850"/>
                <a:gd name="csY162" fmla="*/ 60695 h 202312"/>
                <a:gd name="csX163" fmla="*/ 680436 w 1778850"/>
                <a:gd name="csY163" fmla="*/ 62870 h 202312"/>
                <a:gd name="csX164" fmla="*/ 673801 w 1778850"/>
                <a:gd name="csY164" fmla="*/ 74726 h 202312"/>
                <a:gd name="csX165" fmla="*/ 671303 w 1778850"/>
                <a:gd name="csY165" fmla="*/ 100722 h 202312"/>
                <a:gd name="csX166" fmla="*/ 674119 w 1778850"/>
                <a:gd name="csY166" fmla="*/ 129220 h 202312"/>
                <a:gd name="csX167" fmla="*/ 681852 w 1778850"/>
                <a:gd name="csY167" fmla="*/ 142598 h 202312"/>
                <a:gd name="csX168" fmla="*/ 688694 w 1778850"/>
                <a:gd name="csY168" fmla="*/ 144665 h 202312"/>
                <a:gd name="csX169" fmla="*/ 706752 w 1778850"/>
                <a:gd name="csY169" fmla="*/ 129654 h 202312"/>
                <a:gd name="csX170" fmla="*/ 706752 w 1778850"/>
                <a:gd name="csY170" fmla="*/ 76140 h 202312"/>
                <a:gd name="csX171" fmla="*/ 848469 w 1778850"/>
                <a:gd name="csY171" fmla="*/ 100178 h 202312"/>
                <a:gd name="csX172" fmla="*/ 792686 w 1778850"/>
                <a:gd name="csY172" fmla="*/ 100178 h 202312"/>
                <a:gd name="csX173" fmla="*/ 803442 w 1778850"/>
                <a:gd name="csY173" fmla="*/ 132157 h 202312"/>
                <a:gd name="csX174" fmla="*/ 821501 w 1778850"/>
                <a:gd name="csY174" fmla="*/ 141183 h 202312"/>
                <a:gd name="csX175" fmla="*/ 833354 w 1778850"/>
                <a:gd name="csY175" fmla="*/ 137595 h 202312"/>
                <a:gd name="csX176" fmla="*/ 844778 w 1778850"/>
                <a:gd name="csY176" fmla="*/ 124433 h 202312"/>
                <a:gd name="csX177" fmla="*/ 848469 w 1778850"/>
                <a:gd name="csY177" fmla="*/ 126826 h 202312"/>
                <a:gd name="csX178" fmla="*/ 830204 w 1778850"/>
                <a:gd name="csY178" fmla="*/ 150756 h 202312"/>
                <a:gd name="csX179" fmla="*/ 807038 w 1778850"/>
                <a:gd name="csY179" fmla="*/ 157717 h 202312"/>
                <a:gd name="csX180" fmla="*/ 772782 w 1778850"/>
                <a:gd name="csY180" fmla="*/ 140315 h 202312"/>
                <a:gd name="csX181" fmla="*/ 763426 w 1778850"/>
                <a:gd name="csY181" fmla="*/ 105508 h 202312"/>
                <a:gd name="csX182" fmla="*/ 777126 w 1778850"/>
                <a:gd name="csY182" fmla="*/ 65045 h 202312"/>
                <a:gd name="csX183" fmla="*/ 809424 w 1778850"/>
                <a:gd name="csY183" fmla="*/ 49926 h 202312"/>
                <a:gd name="csX184" fmla="*/ 836186 w 1778850"/>
                <a:gd name="csY184" fmla="*/ 62652 h 202312"/>
                <a:gd name="csX185" fmla="*/ 848469 w 1778850"/>
                <a:gd name="csY185" fmla="*/ 100178 h 202312"/>
                <a:gd name="csX186" fmla="*/ 821723 w 1778850"/>
                <a:gd name="csY186" fmla="*/ 92890 h 202312"/>
                <a:gd name="csX187" fmla="*/ 819766 w 1778850"/>
                <a:gd name="csY187" fmla="*/ 68851 h 202312"/>
                <a:gd name="csX188" fmla="*/ 813895 w 1778850"/>
                <a:gd name="csY188" fmla="*/ 58954 h 202312"/>
                <a:gd name="csX189" fmla="*/ 807802 w 1778850"/>
                <a:gd name="csY189" fmla="*/ 56995 h 202312"/>
                <a:gd name="csX190" fmla="*/ 798557 w 1778850"/>
                <a:gd name="csY190" fmla="*/ 62544 h 202312"/>
                <a:gd name="csX191" fmla="*/ 792129 w 1778850"/>
                <a:gd name="csY191" fmla="*/ 89083 h 202312"/>
                <a:gd name="csX192" fmla="*/ 792129 w 1778850"/>
                <a:gd name="csY192" fmla="*/ 92890 h 202312"/>
                <a:gd name="csX193" fmla="*/ 821723 w 1778850"/>
                <a:gd name="csY193" fmla="*/ 92890 h 202312"/>
                <a:gd name="csX194" fmla="*/ 959304 w 1778850"/>
                <a:gd name="csY194" fmla="*/ 13052 h 202312"/>
                <a:gd name="csX195" fmla="*/ 967036 w 1778850"/>
                <a:gd name="csY195" fmla="*/ 16208 h 202312"/>
                <a:gd name="csX196" fmla="*/ 970186 w 1778850"/>
                <a:gd name="csY196" fmla="*/ 23929 h 202312"/>
                <a:gd name="csX197" fmla="*/ 966925 w 1778850"/>
                <a:gd name="csY197" fmla="*/ 31653 h 202312"/>
                <a:gd name="csX198" fmla="*/ 959304 w 1778850"/>
                <a:gd name="csY198" fmla="*/ 34807 h 202312"/>
                <a:gd name="csX199" fmla="*/ 951587 w 1778850"/>
                <a:gd name="csY199" fmla="*/ 31653 h 202312"/>
                <a:gd name="csX200" fmla="*/ 948437 w 1778850"/>
                <a:gd name="csY200" fmla="*/ 23929 h 202312"/>
                <a:gd name="csX201" fmla="*/ 951587 w 1778850"/>
                <a:gd name="csY201" fmla="*/ 16208 h 202312"/>
                <a:gd name="csX202" fmla="*/ 959304 w 1778850"/>
                <a:gd name="csY202" fmla="*/ 13052 h 202312"/>
                <a:gd name="csX203" fmla="*/ 960720 w 1778850"/>
                <a:gd name="csY203" fmla="*/ 56235 h 202312"/>
                <a:gd name="csX204" fmla="*/ 939192 w 1778850"/>
                <a:gd name="csY204" fmla="*/ 132483 h 202312"/>
                <a:gd name="csX205" fmla="*/ 937013 w 1778850"/>
                <a:gd name="csY205" fmla="*/ 141728 h 202312"/>
                <a:gd name="csX206" fmla="*/ 937983 w 1778850"/>
                <a:gd name="csY206" fmla="*/ 144557 h 202312"/>
                <a:gd name="csX207" fmla="*/ 940497 w 1778850"/>
                <a:gd name="csY207" fmla="*/ 145643 h 202312"/>
                <a:gd name="csX208" fmla="*/ 944411 w 1778850"/>
                <a:gd name="csY208" fmla="*/ 143903 h 202312"/>
                <a:gd name="csX209" fmla="*/ 956917 w 1778850"/>
                <a:gd name="csY209" fmla="*/ 129980 h 202312"/>
                <a:gd name="csX210" fmla="*/ 960720 w 1778850"/>
                <a:gd name="csY210" fmla="*/ 132483 h 202312"/>
                <a:gd name="csX211" fmla="*/ 943313 w 1778850"/>
                <a:gd name="csY211" fmla="*/ 151518 h 202312"/>
                <a:gd name="csX212" fmla="*/ 929184 w 1778850"/>
                <a:gd name="csY212" fmla="*/ 157283 h 202312"/>
                <a:gd name="csX213" fmla="*/ 921897 w 1778850"/>
                <a:gd name="csY213" fmla="*/ 154672 h 202312"/>
                <a:gd name="csX214" fmla="*/ 919065 w 1778850"/>
                <a:gd name="csY214" fmla="*/ 147928 h 202312"/>
                <a:gd name="csX215" fmla="*/ 921786 w 1778850"/>
                <a:gd name="csY215" fmla="*/ 134550 h 202312"/>
                <a:gd name="csX216" fmla="*/ 935915 w 1778850"/>
                <a:gd name="csY216" fmla="*/ 85821 h 202312"/>
                <a:gd name="csX217" fmla="*/ 939399 w 1778850"/>
                <a:gd name="csY217" fmla="*/ 70810 h 202312"/>
                <a:gd name="csX218" fmla="*/ 937665 w 1778850"/>
                <a:gd name="csY218" fmla="*/ 66894 h 202312"/>
                <a:gd name="csX219" fmla="*/ 933099 w 1778850"/>
                <a:gd name="csY219" fmla="*/ 65371 h 202312"/>
                <a:gd name="csX220" fmla="*/ 923202 w 1778850"/>
                <a:gd name="csY220" fmla="*/ 66568 h 202312"/>
                <a:gd name="csX221" fmla="*/ 923202 w 1778850"/>
                <a:gd name="csY221" fmla="*/ 62326 h 202312"/>
                <a:gd name="csX222" fmla="*/ 960720 w 1778850"/>
                <a:gd name="csY222" fmla="*/ 56235 h 202312"/>
                <a:gd name="csX223" fmla="*/ 1020655 w 1778850"/>
                <a:gd name="csY223" fmla="*/ 56235 h 202312"/>
                <a:gd name="csX224" fmla="*/ 1006177 w 1778850"/>
                <a:gd name="csY224" fmla="*/ 105724 h 202312"/>
                <a:gd name="csX225" fmla="*/ 1037298 w 1778850"/>
                <a:gd name="csY225" fmla="*/ 65806 h 202312"/>
                <a:gd name="csX226" fmla="*/ 1058173 w 1778850"/>
                <a:gd name="csY226" fmla="*/ 56235 h 202312"/>
                <a:gd name="csX227" fmla="*/ 1067099 w 1778850"/>
                <a:gd name="csY227" fmla="*/ 59824 h 202312"/>
                <a:gd name="csX228" fmla="*/ 1070679 w 1778850"/>
                <a:gd name="csY228" fmla="*/ 69179 h 202312"/>
                <a:gd name="csX229" fmla="*/ 1067529 w 1778850"/>
                <a:gd name="csY229" fmla="*/ 86581 h 202312"/>
                <a:gd name="csX230" fmla="*/ 1054259 w 1778850"/>
                <a:gd name="csY230" fmla="*/ 132373 h 202312"/>
                <a:gd name="csX231" fmla="*/ 1051968 w 1778850"/>
                <a:gd name="csY231" fmla="*/ 142054 h 202312"/>
                <a:gd name="csX232" fmla="*/ 1052843 w 1778850"/>
                <a:gd name="csY232" fmla="*/ 144665 h 202312"/>
                <a:gd name="csX233" fmla="*/ 1054688 w 1778850"/>
                <a:gd name="csY233" fmla="*/ 145643 h 202312"/>
                <a:gd name="csX234" fmla="*/ 1057855 w 1778850"/>
                <a:gd name="csY234" fmla="*/ 144230 h 202312"/>
                <a:gd name="csX235" fmla="*/ 1070472 w 1778850"/>
                <a:gd name="csY235" fmla="*/ 130308 h 202312"/>
                <a:gd name="csX236" fmla="*/ 1073829 w 1778850"/>
                <a:gd name="csY236" fmla="*/ 132373 h 202312"/>
                <a:gd name="csX237" fmla="*/ 1054688 w 1778850"/>
                <a:gd name="csY237" fmla="*/ 153041 h 202312"/>
                <a:gd name="csX238" fmla="*/ 1043376 w 1778850"/>
                <a:gd name="csY238" fmla="*/ 157283 h 202312"/>
                <a:gd name="csX239" fmla="*/ 1036964 w 1778850"/>
                <a:gd name="csY239" fmla="*/ 154780 h 202312"/>
                <a:gd name="csX240" fmla="*/ 1034577 w 1778850"/>
                <a:gd name="csY240" fmla="*/ 148255 h 202312"/>
                <a:gd name="csX241" fmla="*/ 1038269 w 1778850"/>
                <a:gd name="csY241" fmla="*/ 130308 h 202312"/>
                <a:gd name="csX242" fmla="*/ 1050886 w 1778850"/>
                <a:gd name="csY242" fmla="*/ 86581 h 202312"/>
                <a:gd name="csX243" fmla="*/ 1053272 w 1778850"/>
                <a:gd name="csY243" fmla="*/ 73855 h 202312"/>
                <a:gd name="csX244" fmla="*/ 1051872 w 1778850"/>
                <a:gd name="csY244" fmla="*/ 70374 h 202312"/>
                <a:gd name="csX245" fmla="*/ 1048388 w 1778850"/>
                <a:gd name="csY245" fmla="*/ 68961 h 202312"/>
                <a:gd name="csX246" fmla="*/ 1041101 w 1778850"/>
                <a:gd name="csY246" fmla="*/ 71570 h 202312"/>
                <a:gd name="csX247" fmla="*/ 1024347 w 1778850"/>
                <a:gd name="csY247" fmla="*/ 87778 h 202312"/>
                <a:gd name="csX248" fmla="*/ 1005970 w 1778850"/>
                <a:gd name="csY248" fmla="*/ 116493 h 202312"/>
                <a:gd name="csX249" fmla="*/ 997489 w 1778850"/>
                <a:gd name="csY249" fmla="*/ 136725 h 202312"/>
                <a:gd name="csX250" fmla="*/ 992048 w 1778850"/>
                <a:gd name="csY250" fmla="*/ 154672 h 202312"/>
                <a:gd name="csX251" fmla="*/ 975723 w 1778850"/>
                <a:gd name="csY251" fmla="*/ 154672 h 202312"/>
                <a:gd name="csX252" fmla="*/ 995532 w 1778850"/>
                <a:gd name="csY252" fmla="*/ 86581 h 202312"/>
                <a:gd name="csX253" fmla="*/ 999001 w 1778850"/>
                <a:gd name="csY253" fmla="*/ 71788 h 202312"/>
                <a:gd name="csX254" fmla="*/ 997044 w 1778850"/>
                <a:gd name="csY254" fmla="*/ 67654 h 202312"/>
                <a:gd name="csX255" fmla="*/ 992366 w 1778850"/>
                <a:gd name="csY255" fmla="*/ 65806 h 202312"/>
                <a:gd name="csX256" fmla="*/ 987800 w 1778850"/>
                <a:gd name="csY256" fmla="*/ 66242 h 202312"/>
                <a:gd name="csX257" fmla="*/ 983663 w 1778850"/>
                <a:gd name="csY257" fmla="*/ 66894 h 202312"/>
                <a:gd name="csX258" fmla="*/ 983011 w 1778850"/>
                <a:gd name="csY258" fmla="*/ 62978 h 202312"/>
                <a:gd name="csX259" fmla="*/ 1020655 w 1778850"/>
                <a:gd name="csY259" fmla="*/ 56235 h 202312"/>
                <a:gd name="csX260" fmla="*/ 1298871 w 1778850"/>
                <a:gd name="csY260" fmla="*/ 3808 h 202312"/>
                <a:gd name="csX261" fmla="*/ 1287892 w 1778850"/>
                <a:gd name="csY261" fmla="*/ 50252 h 202312"/>
                <a:gd name="csX262" fmla="*/ 1283756 w 1778850"/>
                <a:gd name="csY262" fmla="*/ 50252 h 202312"/>
                <a:gd name="csX263" fmla="*/ 1284726 w 1778850"/>
                <a:gd name="csY263" fmla="*/ 38178 h 202312"/>
                <a:gd name="csX264" fmla="*/ 1275275 w 1778850"/>
                <a:gd name="csY264" fmla="*/ 19361 h 202312"/>
                <a:gd name="csX265" fmla="*/ 1249388 w 1778850"/>
                <a:gd name="csY265" fmla="*/ 11095 h 202312"/>
                <a:gd name="csX266" fmla="*/ 1194130 w 1778850"/>
                <a:gd name="csY266" fmla="*/ 42856 h 202312"/>
                <a:gd name="csX267" fmla="*/ 1177058 w 1778850"/>
                <a:gd name="csY267" fmla="*/ 99089 h 202312"/>
                <a:gd name="csX268" fmla="*/ 1187607 w 1778850"/>
                <a:gd name="csY268" fmla="*/ 134766 h 202312"/>
                <a:gd name="csX269" fmla="*/ 1220128 w 1778850"/>
                <a:gd name="csY269" fmla="*/ 149777 h 202312"/>
                <a:gd name="csX270" fmla="*/ 1230343 w 1778850"/>
                <a:gd name="csY270" fmla="*/ 148799 h 202312"/>
                <a:gd name="csX271" fmla="*/ 1245029 w 1778850"/>
                <a:gd name="csY271" fmla="*/ 144447 h 202312"/>
                <a:gd name="csX272" fmla="*/ 1255800 w 1778850"/>
                <a:gd name="csY272" fmla="*/ 106487 h 202312"/>
                <a:gd name="csX273" fmla="*/ 1258076 w 1778850"/>
                <a:gd name="csY273" fmla="*/ 93977 h 202312"/>
                <a:gd name="csX274" fmla="*/ 1255259 w 1778850"/>
                <a:gd name="csY274" fmla="*/ 87996 h 202312"/>
                <a:gd name="csX275" fmla="*/ 1240462 w 1778850"/>
                <a:gd name="csY275" fmla="*/ 84840 h 202312"/>
                <a:gd name="csX276" fmla="*/ 1237424 w 1778850"/>
                <a:gd name="csY276" fmla="*/ 84840 h 202312"/>
                <a:gd name="csX277" fmla="*/ 1238617 w 1778850"/>
                <a:gd name="csY277" fmla="*/ 80599 h 202312"/>
                <a:gd name="csX278" fmla="*/ 1299953 w 1778850"/>
                <a:gd name="csY278" fmla="*/ 80599 h 202312"/>
                <a:gd name="csX279" fmla="*/ 1298871 w 1778850"/>
                <a:gd name="csY279" fmla="*/ 84840 h 202312"/>
                <a:gd name="csX280" fmla="*/ 1286683 w 1778850"/>
                <a:gd name="csY280" fmla="*/ 86799 h 202312"/>
                <a:gd name="csX281" fmla="*/ 1280160 w 1778850"/>
                <a:gd name="csY281" fmla="*/ 93108 h 202312"/>
                <a:gd name="csX282" fmla="*/ 1274177 w 1778850"/>
                <a:gd name="csY282" fmla="*/ 110185 h 202312"/>
                <a:gd name="csX283" fmla="*/ 1263310 w 1778850"/>
                <a:gd name="csY283" fmla="*/ 147492 h 202312"/>
                <a:gd name="csX284" fmla="*/ 1239269 w 1778850"/>
                <a:gd name="csY284" fmla="*/ 155976 h 202312"/>
                <a:gd name="csX285" fmla="*/ 1220017 w 1778850"/>
                <a:gd name="csY285" fmla="*/ 158153 h 202312"/>
                <a:gd name="csX286" fmla="*/ 1182277 w 1778850"/>
                <a:gd name="csY286" fmla="*/ 149451 h 202312"/>
                <a:gd name="csX287" fmla="*/ 1160845 w 1778850"/>
                <a:gd name="csY287" fmla="*/ 126282 h 202312"/>
                <a:gd name="csX288" fmla="*/ 1154003 w 1778850"/>
                <a:gd name="csY288" fmla="*/ 97567 h 202312"/>
                <a:gd name="csX289" fmla="*/ 1162038 w 1778850"/>
                <a:gd name="csY289" fmla="*/ 61237 h 202312"/>
                <a:gd name="csX290" fmla="*/ 1182054 w 1778850"/>
                <a:gd name="csY290" fmla="*/ 32087 h 202312"/>
                <a:gd name="csX291" fmla="*/ 1208275 w 1778850"/>
                <a:gd name="csY291" fmla="*/ 13270 h 202312"/>
                <a:gd name="csX292" fmla="*/ 1249166 w 1778850"/>
                <a:gd name="csY292" fmla="*/ 3808 h 202312"/>
                <a:gd name="csX293" fmla="*/ 1277662 w 1778850"/>
                <a:gd name="csY293" fmla="*/ 9028 h 202312"/>
                <a:gd name="csX294" fmla="*/ 1285172 w 1778850"/>
                <a:gd name="csY294" fmla="*/ 11095 h 202312"/>
                <a:gd name="csX295" fmla="*/ 1289738 w 1778850"/>
                <a:gd name="csY295" fmla="*/ 9899 h 202312"/>
                <a:gd name="csX296" fmla="*/ 1294734 w 1778850"/>
                <a:gd name="csY296" fmla="*/ 3808 h 202312"/>
                <a:gd name="csX297" fmla="*/ 1298871 w 1778850"/>
                <a:gd name="csY297" fmla="*/ 3808 h 202312"/>
                <a:gd name="csX298" fmla="*/ 1311154 w 1778850"/>
                <a:gd name="csY298" fmla="*/ 62326 h 202312"/>
                <a:gd name="csX299" fmla="*/ 1348687 w 1778850"/>
                <a:gd name="csY299" fmla="*/ 56235 h 202312"/>
                <a:gd name="csX300" fmla="*/ 1333015 w 1778850"/>
                <a:gd name="csY300" fmla="*/ 109096 h 202312"/>
                <a:gd name="csX301" fmla="*/ 1367605 w 1778850"/>
                <a:gd name="csY301" fmla="*/ 63630 h 202312"/>
                <a:gd name="csX302" fmla="*/ 1381973 w 1778850"/>
                <a:gd name="csY302" fmla="*/ 56235 h 202312"/>
                <a:gd name="csX303" fmla="*/ 1387621 w 1778850"/>
                <a:gd name="csY303" fmla="*/ 58410 h 202312"/>
                <a:gd name="csX304" fmla="*/ 1389689 w 1778850"/>
                <a:gd name="csY304" fmla="*/ 64501 h 202312"/>
                <a:gd name="csX305" fmla="*/ 1385998 w 1778850"/>
                <a:gd name="csY305" fmla="*/ 78205 h 202312"/>
                <a:gd name="csX306" fmla="*/ 1378488 w 1778850"/>
                <a:gd name="csY306" fmla="*/ 83101 h 202312"/>
                <a:gd name="csX307" fmla="*/ 1374129 w 1778850"/>
                <a:gd name="csY307" fmla="*/ 81469 h 202312"/>
                <a:gd name="csX308" fmla="*/ 1371965 w 1778850"/>
                <a:gd name="csY308" fmla="*/ 76466 h 202312"/>
                <a:gd name="csX309" fmla="*/ 1370978 w 1778850"/>
                <a:gd name="csY309" fmla="*/ 73747 h 202312"/>
                <a:gd name="csX310" fmla="*/ 1368910 w 1778850"/>
                <a:gd name="csY310" fmla="*/ 72877 h 202312"/>
                <a:gd name="csX311" fmla="*/ 1365441 w 1778850"/>
                <a:gd name="csY311" fmla="*/ 73747 h 202312"/>
                <a:gd name="csX312" fmla="*/ 1356850 w 1778850"/>
                <a:gd name="csY312" fmla="*/ 82231 h 202312"/>
                <a:gd name="csX313" fmla="*/ 1337264 w 1778850"/>
                <a:gd name="csY313" fmla="*/ 109858 h 202312"/>
                <a:gd name="csX314" fmla="*/ 1329435 w 1778850"/>
                <a:gd name="csY314" fmla="*/ 126064 h 202312"/>
                <a:gd name="csX315" fmla="*/ 1324217 w 1778850"/>
                <a:gd name="csY315" fmla="*/ 140967 h 202312"/>
                <a:gd name="csX316" fmla="*/ 1320732 w 1778850"/>
                <a:gd name="csY316" fmla="*/ 154672 h 202312"/>
                <a:gd name="csX317" fmla="*/ 1304089 w 1778850"/>
                <a:gd name="csY317" fmla="*/ 154672 h 202312"/>
                <a:gd name="csX318" fmla="*/ 1324217 w 1778850"/>
                <a:gd name="csY318" fmla="*/ 87125 h 202312"/>
                <a:gd name="csX319" fmla="*/ 1327685 w 1778850"/>
                <a:gd name="csY319" fmla="*/ 70374 h 202312"/>
                <a:gd name="csX320" fmla="*/ 1326062 w 1778850"/>
                <a:gd name="csY320" fmla="*/ 67112 h 202312"/>
                <a:gd name="csX321" fmla="*/ 1320303 w 1778850"/>
                <a:gd name="csY321" fmla="*/ 65371 h 202312"/>
                <a:gd name="csX322" fmla="*/ 1311918 w 1778850"/>
                <a:gd name="csY322" fmla="*/ 66350 h 202312"/>
                <a:gd name="csX323" fmla="*/ 1311154 w 1778850"/>
                <a:gd name="csY323" fmla="*/ 62326 h 202312"/>
                <a:gd name="csX324" fmla="*/ 1490834 w 1778850"/>
                <a:gd name="csY324" fmla="*/ 56235 h 202312"/>
                <a:gd name="csX325" fmla="*/ 1469625 w 1778850"/>
                <a:gd name="csY325" fmla="*/ 129980 h 202312"/>
                <a:gd name="csX326" fmla="*/ 1467238 w 1778850"/>
                <a:gd name="csY326" fmla="*/ 139879 h 202312"/>
                <a:gd name="csX327" fmla="*/ 1466904 w 1778850"/>
                <a:gd name="csY327" fmla="*/ 142272 h 202312"/>
                <a:gd name="csX328" fmla="*/ 1468002 w 1778850"/>
                <a:gd name="csY328" fmla="*/ 145317 h 202312"/>
                <a:gd name="csX329" fmla="*/ 1470182 w 1778850"/>
                <a:gd name="csY329" fmla="*/ 146296 h 202312"/>
                <a:gd name="csX330" fmla="*/ 1473873 w 1778850"/>
                <a:gd name="csY330" fmla="*/ 144557 h 202312"/>
                <a:gd name="csX331" fmla="*/ 1485186 w 1778850"/>
                <a:gd name="csY331" fmla="*/ 131503 h 202312"/>
                <a:gd name="csX332" fmla="*/ 1488877 w 1778850"/>
                <a:gd name="csY332" fmla="*/ 134114 h 202312"/>
                <a:gd name="csX333" fmla="*/ 1473444 w 1778850"/>
                <a:gd name="csY333" fmla="*/ 151408 h 202312"/>
                <a:gd name="csX334" fmla="*/ 1458758 w 1778850"/>
                <a:gd name="csY334" fmla="*/ 157283 h 202312"/>
                <a:gd name="csX335" fmla="*/ 1451678 w 1778850"/>
                <a:gd name="csY335" fmla="*/ 154890 h 202312"/>
                <a:gd name="csX336" fmla="*/ 1449402 w 1778850"/>
                <a:gd name="csY336" fmla="*/ 148145 h 202312"/>
                <a:gd name="csX337" fmla="*/ 1451789 w 1778850"/>
                <a:gd name="csY337" fmla="*/ 134114 h 202312"/>
                <a:gd name="csX338" fmla="*/ 1454080 w 1778850"/>
                <a:gd name="csY338" fmla="*/ 125956 h 202312"/>
                <a:gd name="csX339" fmla="*/ 1427859 w 1778850"/>
                <a:gd name="csY339" fmla="*/ 151952 h 202312"/>
                <a:gd name="csX340" fmla="*/ 1411010 w 1778850"/>
                <a:gd name="csY340" fmla="*/ 157283 h 202312"/>
                <a:gd name="csX341" fmla="*/ 1397295 w 1778850"/>
                <a:gd name="csY341" fmla="*/ 150756 h 202312"/>
                <a:gd name="csX342" fmla="*/ 1391535 w 1778850"/>
                <a:gd name="csY342" fmla="*/ 132591 h 202312"/>
                <a:gd name="csX343" fmla="*/ 1401877 w 1778850"/>
                <a:gd name="csY343" fmla="*/ 96154 h 202312"/>
                <a:gd name="csX344" fmla="*/ 1428305 w 1778850"/>
                <a:gd name="csY344" fmla="*/ 65371 h 202312"/>
                <a:gd name="csX345" fmla="*/ 1451900 w 1778850"/>
                <a:gd name="csY345" fmla="*/ 56235 h 202312"/>
                <a:gd name="csX346" fmla="*/ 1462895 w 1778850"/>
                <a:gd name="csY346" fmla="*/ 59715 h 202312"/>
                <a:gd name="csX347" fmla="*/ 1469625 w 1778850"/>
                <a:gd name="csY347" fmla="*/ 71244 h 202312"/>
                <a:gd name="csX348" fmla="*/ 1473539 w 1778850"/>
                <a:gd name="csY348" fmla="*/ 58844 h 202312"/>
                <a:gd name="csX349" fmla="*/ 1490834 w 1778850"/>
                <a:gd name="csY349" fmla="*/ 56235 h 202312"/>
                <a:gd name="csX350" fmla="*/ 1452123 w 1778850"/>
                <a:gd name="csY350" fmla="*/ 61890 h 202312"/>
                <a:gd name="csX351" fmla="*/ 1437326 w 1778850"/>
                <a:gd name="csY351" fmla="*/ 68417 h 202312"/>
                <a:gd name="csX352" fmla="*/ 1417533 w 1778850"/>
                <a:gd name="csY352" fmla="*/ 95827 h 202312"/>
                <a:gd name="csX353" fmla="*/ 1408941 w 1778850"/>
                <a:gd name="csY353" fmla="*/ 128675 h 202312"/>
                <a:gd name="csX354" fmla="*/ 1412633 w 1778850"/>
                <a:gd name="csY354" fmla="*/ 140423 h 202312"/>
                <a:gd name="csX355" fmla="*/ 1421129 w 1778850"/>
                <a:gd name="csY355" fmla="*/ 144665 h 202312"/>
                <a:gd name="csX356" fmla="*/ 1446904 w 1778850"/>
                <a:gd name="csY356" fmla="*/ 127153 h 202312"/>
                <a:gd name="csX357" fmla="*/ 1465504 w 1778850"/>
                <a:gd name="csY357" fmla="*/ 79402 h 202312"/>
                <a:gd name="csX358" fmla="*/ 1461908 w 1778850"/>
                <a:gd name="csY358" fmla="*/ 66023 h 202312"/>
                <a:gd name="csX359" fmla="*/ 1452123 w 1778850"/>
                <a:gd name="csY359" fmla="*/ 61890 h 202312"/>
                <a:gd name="csX360" fmla="*/ 1546967 w 1778850"/>
                <a:gd name="csY360" fmla="*/ 56235 h 202312"/>
                <a:gd name="csX361" fmla="*/ 1539457 w 1778850"/>
                <a:gd name="csY361" fmla="*/ 81251 h 202312"/>
                <a:gd name="csX362" fmla="*/ 1560555 w 1778850"/>
                <a:gd name="csY362" fmla="*/ 61781 h 202312"/>
                <a:gd name="csX363" fmla="*/ 1579600 w 1778850"/>
                <a:gd name="csY363" fmla="*/ 56235 h 202312"/>
                <a:gd name="csX364" fmla="*/ 1596131 w 1778850"/>
                <a:gd name="csY364" fmla="*/ 63957 h 202312"/>
                <a:gd name="csX365" fmla="*/ 1602973 w 1778850"/>
                <a:gd name="csY365" fmla="*/ 83862 h 202312"/>
                <a:gd name="csX366" fmla="*/ 1583514 w 1778850"/>
                <a:gd name="csY366" fmla="*/ 132591 h 202312"/>
                <a:gd name="csX367" fmla="*/ 1538152 w 1778850"/>
                <a:gd name="csY367" fmla="*/ 157283 h 202312"/>
                <a:gd name="csX368" fmla="*/ 1528479 w 1778850"/>
                <a:gd name="csY368" fmla="*/ 156086 h 202312"/>
                <a:gd name="csX369" fmla="*/ 1519123 w 1778850"/>
                <a:gd name="csY369" fmla="*/ 151844 h 202312"/>
                <a:gd name="csX370" fmla="*/ 1511184 w 1778850"/>
                <a:gd name="csY370" fmla="*/ 179906 h 202312"/>
                <a:gd name="csX371" fmla="*/ 1508781 w 1778850"/>
                <a:gd name="csY371" fmla="*/ 190675 h 202312"/>
                <a:gd name="csX372" fmla="*/ 1509990 w 1778850"/>
                <a:gd name="csY372" fmla="*/ 194699 h 202312"/>
                <a:gd name="csX373" fmla="*/ 1514111 w 1778850"/>
                <a:gd name="csY373" fmla="*/ 197310 h 202312"/>
                <a:gd name="csX374" fmla="*/ 1525313 w 1778850"/>
                <a:gd name="csY374" fmla="*/ 198288 h 202312"/>
                <a:gd name="csX375" fmla="*/ 1524342 w 1778850"/>
                <a:gd name="csY375" fmla="*/ 202313 h 202312"/>
                <a:gd name="csX376" fmla="*/ 1473109 w 1778850"/>
                <a:gd name="csY376" fmla="*/ 202313 h 202312"/>
                <a:gd name="csX377" fmla="*/ 1474191 w 1778850"/>
                <a:gd name="csY377" fmla="*/ 198288 h 202312"/>
                <a:gd name="csX378" fmla="*/ 1487906 w 1778850"/>
                <a:gd name="csY378" fmla="*/ 194809 h 202312"/>
                <a:gd name="csX379" fmla="*/ 1495305 w 1778850"/>
                <a:gd name="csY379" fmla="*/ 177949 h 202312"/>
                <a:gd name="csX380" fmla="*/ 1522815 w 1778850"/>
                <a:gd name="csY380" fmla="*/ 82665 h 202312"/>
                <a:gd name="csX381" fmla="*/ 1525313 w 1778850"/>
                <a:gd name="csY381" fmla="*/ 71462 h 202312"/>
                <a:gd name="csX382" fmla="*/ 1523578 w 1778850"/>
                <a:gd name="csY382" fmla="*/ 66894 h 202312"/>
                <a:gd name="csX383" fmla="*/ 1518471 w 1778850"/>
                <a:gd name="csY383" fmla="*/ 65263 h 202312"/>
                <a:gd name="csX384" fmla="*/ 1509656 w 1778850"/>
                <a:gd name="csY384" fmla="*/ 66023 h 202312"/>
                <a:gd name="csX385" fmla="*/ 1509656 w 1778850"/>
                <a:gd name="csY385" fmla="*/ 61781 h 202312"/>
                <a:gd name="csX386" fmla="*/ 1546967 w 1778850"/>
                <a:gd name="csY386" fmla="*/ 56235 h 202312"/>
                <a:gd name="csX387" fmla="*/ 1521621 w 1778850"/>
                <a:gd name="csY387" fmla="*/ 143250 h 202312"/>
                <a:gd name="csX388" fmla="*/ 1539791 w 1778850"/>
                <a:gd name="csY388" fmla="*/ 151300 h 202312"/>
                <a:gd name="csX389" fmla="*/ 1551311 w 1778850"/>
                <a:gd name="csY389" fmla="*/ 148145 h 202312"/>
                <a:gd name="csX390" fmla="*/ 1562735 w 1778850"/>
                <a:gd name="csY390" fmla="*/ 138792 h 202312"/>
                <a:gd name="csX391" fmla="*/ 1572854 w 1778850"/>
                <a:gd name="csY391" fmla="*/ 124542 h 202312"/>
                <a:gd name="csX392" fmla="*/ 1580793 w 1778850"/>
                <a:gd name="csY392" fmla="*/ 105398 h 202312"/>
                <a:gd name="csX393" fmla="*/ 1584373 w 1778850"/>
                <a:gd name="csY393" fmla="*/ 83644 h 202312"/>
                <a:gd name="csX394" fmla="*/ 1580348 w 1778850"/>
                <a:gd name="csY394" fmla="*/ 70374 h 202312"/>
                <a:gd name="csX395" fmla="*/ 1571104 w 1778850"/>
                <a:gd name="csY395" fmla="*/ 65697 h 202312"/>
                <a:gd name="csX396" fmla="*/ 1547826 w 1778850"/>
                <a:gd name="csY396" fmla="*/ 79186 h 202312"/>
                <a:gd name="csX397" fmla="*/ 1531088 w 1778850"/>
                <a:gd name="csY397" fmla="*/ 110729 h 202312"/>
                <a:gd name="csX398" fmla="*/ 1521621 w 1778850"/>
                <a:gd name="csY398" fmla="*/ 143250 h 202312"/>
                <a:gd name="csX399" fmla="*/ 1674428 w 1778850"/>
                <a:gd name="csY399" fmla="*/ 0 h 202312"/>
                <a:gd name="csX400" fmla="*/ 1643879 w 1778850"/>
                <a:gd name="csY400" fmla="*/ 105616 h 202312"/>
                <a:gd name="csX401" fmla="*/ 1674762 w 1778850"/>
                <a:gd name="csY401" fmla="*/ 66023 h 202312"/>
                <a:gd name="csX402" fmla="*/ 1695971 w 1778850"/>
                <a:gd name="csY402" fmla="*/ 56235 h 202312"/>
                <a:gd name="csX403" fmla="*/ 1704674 w 1778850"/>
                <a:gd name="csY403" fmla="*/ 59824 h 202312"/>
                <a:gd name="csX404" fmla="*/ 1708159 w 1778850"/>
                <a:gd name="csY404" fmla="*/ 69395 h 202312"/>
                <a:gd name="csX405" fmla="*/ 1705104 w 1778850"/>
                <a:gd name="csY405" fmla="*/ 86799 h 202312"/>
                <a:gd name="csX406" fmla="*/ 1691834 w 1778850"/>
                <a:gd name="csY406" fmla="*/ 132373 h 202312"/>
                <a:gd name="csX407" fmla="*/ 1689336 w 1778850"/>
                <a:gd name="csY407" fmla="*/ 141511 h 202312"/>
                <a:gd name="csX408" fmla="*/ 1690212 w 1778850"/>
                <a:gd name="csY408" fmla="*/ 144013 h 202312"/>
                <a:gd name="csX409" fmla="*/ 1692375 w 1778850"/>
                <a:gd name="csY409" fmla="*/ 144991 h 202312"/>
                <a:gd name="csX410" fmla="*/ 1695637 w 1778850"/>
                <a:gd name="csY410" fmla="*/ 143577 h 202312"/>
                <a:gd name="csX411" fmla="*/ 1707936 w 1778850"/>
                <a:gd name="csY411" fmla="*/ 130308 h 202312"/>
                <a:gd name="csX412" fmla="*/ 1711309 w 1778850"/>
                <a:gd name="csY412" fmla="*/ 132373 h 202312"/>
                <a:gd name="csX413" fmla="*/ 1700967 w 1778850"/>
                <a:gd name="csY413" fmla="*/ 145099 h 202312"/>
                <a:gd name="csX414" fmla="*/ 1689655 w 1778850"/>
                <a:gd name="csY414" fmla="*/ 154672 h 202312"/>
                <a:gd name="csX415" fmla="*/ 1681286 w 1778850"/>
                <a:gd name="csY415" fmla="*/ 157283 h 202312"/>
                <a:gd name="csX416" fmla="*/ 1674651 w 1778850"/>
                <a:gd name="csY416" fmla="*/ 154672 h 202312"/>
                <a:gd name="csX417" fmla="*/ 1672153 w 1778850"/>
                <a:gd name="csY417" fmla="*/ 148145 h 202312"/>
                <a:gd name="csX418" fmla="*/ 1675956 w 1778850"/>
                <a:gd name="csY418" fmla="*/ 130308 h 202312"/>
                <a:gd name="csX419" fmla="*/ 1688461 w 1778850"/>
                <a:gd name="csY419" fmla="*/ 86799 h 202312"/>
                <a:gd name="csX420" fmla="*/ 1690864 w 1778850"/>
                <a:gd name="csY420" fmla="*/ 73963 h 202312"/>
                <a:gd name="csX421" fmla="*/ 1689448 w 1778850"/>
                <a:gd name="csY421" fmla="*/ 70484 h 202312"/>
                <a:gd name="csX422" fmla="*/ 1685963 w 1778850"/>
                <a:gd name="csY422" fmla="*/ 69179 h 202312"/>
                <a:gd name="csX423" fmla="*/ 1678788 w 1778850"/>
                <a:gd name="csY423" fmla="*/ 71570 h 202312"/>
                <a:gd name="csX424" fmla="*/ 1661715 w 1778850"/>
                <a:gd name="csY424" fmla="*/ 88540 h 202312"/>
                <a:gd name="csX425" fmla="*/ 1644309 w 1778850"/>
                <a:gd name="csY425" fmla="*/ 115731 h 202312"/>
                <a:gd name="csX426" fmla="*/ 1636799 w 1778850"/>
                <a:gd name="csY426" fmla="*/ 132373 h 202312"/>
                <a:gd name="csX427" fmla="*/ 1629846 w 1778850"/>
                <a:gd name="csY427" fmla="*/ 154672 h 202312"/>
                <a:gd name="csX428" fmla="*/ 1613522 w 1778850"/>
                <a:gd name="csY428" fmla="*/ 154672 h 202312"/>
                <a:gd name="csX429" fmla="*/ 1649305 w 1778850"/>
                <a:gd name="csY429" fmla="*/ 30238 h 202312"/>
                <a:gd name="csX430" fmla="*/ 1653123 w 1778850"/>
                <a:gd name="csY430" fmla="*/ 16750 h 202312"/>
                <a:gd name="csX431" fmla="*/ 1650721 w 1778850"/>
                <a:gd name="csY431" fmla="*/ 11748 h 202312"/>
                <a:gd name="csX432" fmla="*/ 1645073 w 1778850"/>
                <a:gd name="csY432" fmla="*/ 9572 h 202312"/>
                <a:gd name="csX433" fmla="*/ 1639090 w 1778850"/>
                <a:gd name="csY433" fmla="*/ 10225 h 202312"/>
                <a:gd name="csX434" fmla="*/ 1636799 w 1778850"/>
                <a:gd name="csY434" fmla="*/ 10551 h 202312"/>
                <a:gd name="csX435" fmla="*/ 1636799 w 1778850"/>
                <a:gd name="csY435" fmla="*/ 6309 h 202312"/>
                <a:gd name="csX436" fmla="*/ 1674428 w 1778850"/>
                <a:gd name="csY436" fmla="*/ 0 h 202312"/>
                <a:gd name="csX437" fmla="*/ 1767760 w 1778850"/>
                <a:gd name="csY437" fmla="*/ 56125 h 202312"/>
                <a:gd name="csX438" fmla="*/ 1775589 w 1778850"/>
                <a:gd name="csY438" fmla="*/ 59388 h 202312"/>
                <a:gd name="csX439" fmla="*/ 1778850 w 1778850"/>
                <a:gd name="csY439" fmla="*/ 67112 h 202312"/>
                <a:gd name="csX440" fmla="*/ 1775589 w 1778850"/>
                <a:gd name="csY440" fmla="*/ 74944 h 202312"/>
                <a:gd name="csX441" fmla="*/ 1767760 w 1778850"/>
                <a:gd name="csY441" fmla="*/ 78205 h 202312"/>
                <a:gd name="csX442" fmla="*/ 1759932 w 1778850"/>
                <a:gd name="csY442" fmla="*/ 74944 h 202312"/>
                <a:gd name="csX443" fmla="*/ 1756655 w 1778850"/>
                <a:gd name="csY443" fmla="*/ 67112 h 202312"/>
                <a:gd name="csX444" fmla="*/ 1759932 w 1778850"/>
                <a:gd name="csY444" fmla="*/ 59388 h 202312"/>
                <a:gd name="csX445" fmla="*/ 1767760 w 1778850"/>
                <a:gd name="csY445" fmla="*/ 56125 h 202312"/>
                <a:gd name="csX446" fmla="*/ 1744690 w 1778850"/>
                <a:gd name="csY446" fmla="*/ 134876 h 202312"/>
                <a:gd name="csX447" fmla="*/ 1752423 w 1778850"/>
                <a:gd name="csY447" fmla="*/ 138138 h 202312"/>
                <a:gd name="csX448" fmla="*/ 1755573 w 1778850"/>
                <a:gd name="csY448" fmla="*/ 145861 h 202312"/>
                <a:gd name="csX449" fmla="*/ 1752311 w 1778850"/>
                <a:gd name="csY449" fmla="*/ 153583 h 202312"/>
                <a:gd name="csX450" fmla="*/ 1744690 w 1778850"/>
                <a:gd name="csY450" fmla="*/ 156739 h 202312"/>
                <a:gd name="csX451" fmla="*/ 1736862 w 1778850"/>
                <a:gd name="csY451" fmla="*/ 153583 h 202312"/>
                <a:gd name="csX452" fmla="*/ 1733711 w 1778850"/>
                <a:gd name="csY452" fmla="*/ 145861 h 202312"/>
                <a:gd name="csX453" fmla="*/ 1736862 w 1778850"/>
                <a:gd name="csY453" fmla="*/ 138138 h 202312"/>
                <a:gd name="csX454" fmla="*/ 1744690 w 1778850"/>
                <a:gd name="csY454" fmla="*/ 134876 h 2023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Lst>
              <a:rect l="l" t="t" r="r" b="b"/>
              <a:pathLst>
                <a:path w="1778850" h="202312">
                  <a:moveTo>
                    <a:pt x="77880" y="15011"/>
                  </a:moveTo>
                  <a:lnTo>
                    <a:pt x="60474" y="73421"/>
                  </a:lnTo>
                  <a:lnTo>
                    <a:pt x="79837" y="73421"/>
                  </a:lnTo>
                  <a:cubicBezTo>
                    <a:pt x="88540" y="73421"/>
                    <a:pt x="95032" y="72078"/>
                    <a:pt x="99296" y="69395"/>
                  </a:cubicBezTo>
                  <a:cubicBezTo>
                    <a:pt x="103655" y="66712"/>
                    <a:pt x="108110" y="60984"/>
                    <a:pt x="112677" y="52209"/>
                  </a:cubicBezTo>
                  <a:lnTo>
                    <a:pt x="116814" y="52209"/>
                  </a:lnTo>
                  <a:lnTo>
                    <a:pt x="101476" y="105942"/>
                  </a:lnTo>
                  <a:lnTo>
                    <a:pt x="97132" y="105942"/>
                  </a:lnTo>
                  <a:cubicBezTo>
                    <a:pt x="98214" y="101592"/>
                    <a:pt x="98755" y="98003"/>
                    <a:pt x="98755" y="95174"/>
                  </a:cubicBezTo>
                  <a:cubicBezTo>
                    <a:pt x="98755" y="90750"/>
                    <a:pt x="97275" y="87343"/>
                    <a:pt x="94300" y="84950"/>
                  </a:cubicBezTo>
                  <a:cubicBezTo>
                    <a:pt x="91404" y="82484"/>
                    <a:pt x="85931" y="81251"/>
                    <a:pt x="77880" y="81251"/>
                  </a:cubicBezTo>
                  <a:lnTo>
                    <a:pt x="58299" y="81251"/>
                  </a:lnTo>
                  <a:lnTo>
                    <a:pt x="45463" y="125738"/>
                  </a:lnTo>
                  <a:cubicBezTo>
                    <a:pt x="43144" y="133643"/>
                    <a:pt x="41984" y="138900"/>
                    <a:pt x="41984" y="141511"/>
                  </a:cubicBezTo>
                  <a:cubicBezTo>
                    <a:pt x="41984" y="144194"/>
                    <a:pt x="42962" y="146261"/>
                    <a:pt x="44919" y="147710"/>
                  </a:cubicBezTo>
                  <a:cubicBezTo>
                    <a:pt x="46950" y="149160"/>
                    <a:pt x="51845" y="150140"/>
                    <a:pt x="59603" y="150648"/>
                  </a:cubicBezTo>
                  <a:lnTo>
                    <a:pt x="58299" y="154672"/>
                  </a:lnTo>
                  <a:lnTo>
                    <a:pt x="0" y="154672"/>
                  </a:lnTo>
                  <a:lnTo>
                    <a:pt x="1415" y="150648"/>
                  </a:lnTo>
                  <a:cubicBezTo>
                    <a:pt x="7069" y="150503"/>
                    <a:pt x="10840" y="149995"/>
                    <a:pt x="12725" y="149125"/>
                  </a:cubicBezTo>
                  <a:cubicBezTo>
                    <a:pt x="15626" y="147892"/>
                    <a:pt x="17764" y="146224"/>
                    <a:pt x="19142" y="144121"/>
                  </a:cubicBezTo>
                  <a:cubicBezTo>
                    <a:pt x="21101" y="141148"/>
                    <a:pt x="23421" y="135021"/>
                    <a:pt x="26103" y="125738"/>
                  </a:cubicBezTo>
                  <a:lnTo>
                    <a:pt x="52098" y="36874"/>
                  </a:lnTo>
                  <a:cubicBezTo>
                    <a:pt x="54202" y="29694"/>
                    <a:pt x="55253" y="24074"/>
                    <a:pt x="55253" y="20014"/>
                  </a:cubicBezTo>
                  <a:cubicBezTo>
                    <a:pt x="55253" y="18128"/>
                    <a:pt x="54781" y="16534"/>
                    <a:pt x="53839" y="15227"/>
                  </a:cubicBezTo>
                  <a:cubicBezTo>
                    <a:pt x="52895" y="13849"/>
                    <a:pt x="51482" y="12834"/>
                    <a:pt x="49597" y="12182"/>
                  </a:cubicBezTo>
                  <a:cubicBezTo>
                    <a:pt x="47785" y="11530"/>
                    <a:pt x="44122" y="11203"/>
                    <a:pt x="38612" y="11203"/>
                  </a:cubicBezTo>
                  <a:lnTo>
                    <a:pt x="39917" y="7179"/>
                  </a:lnTo>
                  <a:lnTo>
                    <a:pt x="154331" y="7179"/>
                  </a:lnTo>
                  <a:lnTo>
                    <a:pt x="143464" y="44487"/>
                  </a:lnTo>
                  <a:lnTo>
                    <a:pt x="139327" y="44487"/>
                  </a:lnTo>
                  <a:cubicBezTo>
                    <a:pt x="140123" y="39991"/>
                    <a:pt x="140521" y="36293"/>
                    <a:pt x="140521" y="33392"/>
                  </a:cubicBezTo>
                  <a:cubicBezTo>
                    <a:pt x="140521" y="28606"/>
                    <a:pt x="139184" y="24836"/>
                    <a:pt x="136495" y="22081"/>
                  </a:cubicBezTo>
                  <a:cubicBezTo>
                    <a:pt x="133886" y="19253"/>
                    <a:pt x="130513" y="17258"/>
                    <a:pt x="126392" y="16098"/>
                  </a:cubicBezTo>
                  <a:cubicBezTo>
                    <a:pt x="123480" y="15372"/>
                    <a:pt x="116989" y="15011"/>
                    <a:pt x="106917" y="15011"/>
                  </a:cubicBezTo>
                  <a:lnTo>
                    <a:pt x="77880" y="15011"/>
                  </a:lnTo>
                  <a:close/>
                  <a:moveTo>
                    <a:pt x="244609" y="90279"/>
                  </a:moveTo>
                  <a:cubicBezTo>
                    <a:pt x="244609" y="101156"/>
                    <a:pt x="241713" y="111925"/>
                    <a:pt x="235905" y="122584"/>
                  </a:cubicBezTo>
                  <a:cubicBezTo>
                    <a:pt x="230178" y="133244"/>
                    <a:pt x="222175" y="141691"/>
                    <a:pt x="211880" y="147928"/>
                  </a:cubicBezTo>
                  <a:cubicBezTo>
                    <a:pt x="201570" y="154164"/>
                    <a:pt x="191578" y="157283"/>
                    <a:pt x="181857" y="157283"/>
                  </a:cubicBezTo>
                  <a:cubicBezTo>
                    <a:pt x="171928" y="157283"/>
                    <a:pt x="163798" y="154128"/>
                    <a:pt x="157497" y="147819"/>
                  </a:cubicBezTo>
                  <a:cubicBezTo>
                    <a:pt x="151260" y="141438"/>
                    <a:pt x="148142" y="133207"/>
                    <a:pt x="148142" y="123129"/>
                  </a:cubicBezTo>
                  <a:cubicBezTo>
                    <a:pt x="148142" y="112469"/>
                    <a:pt x="151181" y="101774"/>
                    <a:pt x="157275" y="91041"/>
                  </a:cubicBezTo>
                  <a:cubicBezTo>
                    <a:pt x="163432" y="80309"/>
                    <a:pt x="171626" y="71825"/>
                    <a:pt x="181857" y="65589"/>
                  </a:cubicBezTo>
                  <a:cubicBezTo>
                    <a:pt x="192151" y="59352"/>
                    <a:pt x="202079" y="56235"/>
                    <a:pt x="211658" y="56235"/>
                  </a:cubicBezTo>
                  <a:cubicBezTo>
                    <a:pt x="221220" y="56235"/>
                    <a:pt x="229096" y="59388"/>
                    <a:pt x="235253" y="65697"/>
                  </a:cubicBezTo>
                  <a:cubicBezTo>
                    <a:pt x="241490" y="72006"/>
                    <a:pt x="244609" y="80201"/>
                    <a:pt x="244609" y="90279"/>
                  </a:cubicBezTo>
                  <a:close/>
                  <a:moveTo>
                    <a:pt x="226550" y="82774"/>
                  </a:moveTo>
                  <a:cubicBezTo>
                    <a:pt x="226550" y="76030"/>
                    <a:pt x="224895" y="70881"/>
                    <a:pt x="221554" y="67328"/>
                  </a:cubicBezTo>
                  <a:cubicBezTo>
                    <a:pt x="218292" y="63704"/>
                    <a:pt x="214044" y="61890"/>
                    <a:pt x="208825" y="61890"/>
                  </a:cubicBezTo>
                  <a:cubicBezTo>
                    <a:pt x="198165" y="61890"/>
                    <a:pt x="188348" y="69540"/>
                    <a:pt x="179359" y="84840"/>
                  </a:cubicBezTo>
                  <a:cubicBezTo>
                    <a:pt x="170433" y="100070"/>
                    <a:pt x="165978" y="115224"/>
                    <a:pt x="165978" y="130308"/>
                  </a:cubicBezTo>
                  <a:cubicBezTo>
                    <a:pt x="165978" y="137196"/>
                    <a:pt x="167712" y="142526"/>
                    <a:pt x="171197" y="146296"/>
                  </a:cubicBezTo>
                  <a:cubicBezTo>
                    <a:pt x="174681" y="149995"/>
                    <a:pt x="179056" y="151844"/>
                    <a:pt x="184355" y="151844"/>
                  </a:cubicBezTo>
                  <a:cubicBezTo>
                    <a:pt x="194585" y="151844"/>
                    <a:pt x="204148" y="144266"/>
                    <a:pt x="213074" y="129111"/>
                  </a:cubicBezTo>
                  <a:cubicBezTo>
                    <a:pt x="222063" y="113882"/>
                    <a:pt x="226550" y="98437"/>
                    <a:pt x="226550" y="82774"/>
                  </a:cubicBezTo>
                  <a:close/>
                  <a:moveTo>
                    <a:pt x="264624" y="62326"/>
                  </a:moveTo>
                  <a:lnTo>
                    <a:pt x="302142" y="56235"/>
                  </a:lnTo>
                  <a:lnTo>
                    <a:pt x="286486" y="109096"/>
                  </a:lnTo>
                  <a:cubicBezTo>
                    <a:pt x="299183" y="87415"/>
                    <a:pt x="310702" y="72259"/>
                    <a:pt x="321076" y="63630"/>
                  </a:cubicBezTo>
                  <a:cubicBezTo>
                    <a:pt x="326947" y="58699"/>
                    <a:pt x="331736" y="56235"/>
                    <a:pt x="335427" y="56235"/>
                  </a:cubicBezTo>
                  <a:cubicBezTo>
                    <a:pt x="337830" y="56235"/>
                    <a:pt x="339707" y="56959"/>
                    <a:pt x="341091" y="58410"/>
                  </a:cubicBezTo>
                  <a:cubicBezTo>
                    <a:pt x="342460" y="59788"/>
                    <a:pt x="343160" y="61818"/>
                    <a:pt x="343160" y="64501"/>
                  </a:cubicBezTo>
                  <a:cubicBezTo>
                    <a:pt x="343160" y="69287"/>
                    <a:pt x="341919" y="73855"/>
                    <a:pt x="339453" y="78205"/>
                  </a:cubicBezTo>
                  <a:cubicBezTo>
                    <a:pt x="337718" y="81469"/>
                    <a:pt x="335220" y="83101"/>
                    <a:pt x="331943" y="83101"/>
                  </a:cubicBezTo>
                  <a:cubicBezTo>
                    <a:pt x="330288" y="83101"/>
                    <a:pt x="328840" y="82557"/>
                    <a:pt x="327599" y="81469"/>
                  </a:cubicBezTo>
                  <a:cubicBezTo>
                    <a:pt x="326438" y="80382"/>
                    <a:pt x="325722" y="78713"/>
                    <a:pt x="325419" y="76466"/>
                  </a:cubicBezTo>
                  <a:cubicBezTo>
                    <a:pt x="325276" y="75088"/>
                    <a:pt x="324958" y="74181"/>
                    <a:pt x="324449" y="73747"/>
                  </a:cubicBezTo>
                  <a:cubicBezTo>
                    <a:pt x="323860" y="73166"/>
                    <a:pt x="323176" y="72877"/>
                    <a:pt x="322380" y="72877"/>
                  </a:cubicBezTo>
                  <a:cubicBezTo>
                    <a:pt x="321139" y="72877"/>
                    <a:pt x="319994" y="73166"/>
                    <a:pt x="318896" y="73747"/>
                  </a:cubicBezTo>
                  <a:cubicBezTo>
                    <a:pt x="317018" y="74762"/>
                    <a:pt x="314155" y="77590"/>
                    <a:pt x="310304" y="82231"/>
                  </a:cubicBezTo>
                  <a:cubicBezTo>
                    <a:pt x="304290" y="89337"/>
                    <a:pt x="297766" y="98547"/>
                    <a:pt x="290734" y="109858"/>
                  </a:cubicBezTo>
                  <a:cubicBezTo>
                    <a:pt x="287679" y="114645"/>
                    <a:pt x="285070" y="120047"/>
                    <a:pt x="282890" y="126064"/>
                  </a:cubicBezTo>
                  <a:cubicBezTo>
                    <a:pt x="279851" y="134332"/>
                    <a:pt x="278117" y="139299"/>
                    <a:pt x="277671" y="140967"/>
                  </a:cubicBezTo>
                  <a:lnTo>
                    <a:pt x="274203" y="154672"/>
                  </a:lnTo>
                  <a:lnTo>
                    <a:pt x="257560" y="154672"/>
                  </a:lnTo>
                  <a:lnTo>
                    <a:pt x="277671" y="87125"/>
                  </a:lnTo>
                  <a:cubicBezTo>
                    <a:pt x="279994" y="79294"/>
                    <a:pt x="281156" y="73710"/>
                    <a:pt x="281156" y="70374"/>
                  </a:cubicBezTo>
                  <a:cubicBezTo>
                    <a:pt x="281156" y="69069"/>
                    <a:pt x="280615" y="67982"/>
                    <a:pt x="279533" y="67112"/>
                  </a:cubicBezTo>
                  <a:cubicBezTo>
                    <a:pt x="278069" y="65952"/>
                    <a:pt x="276160" y="65371"/>
                    <a:pt x="273757" y="65371"/>
                  </a:cubicBezTo>
                  <a:cubicBezTo>
                    <a:pt x="272246" y="65371"/>
                    <a:pt x="269445" y="65697"/>
                    <a:pt x="265388" y="66350"/>
                  </a:cubicBezTo>
                  <a:lnTo>
                    <a:pt x="264624" y="62326"/>
                  </a:lnTo>
                  <a:close/>
                  <a:moveTo>
                    <a:pt x="444527" y="52971"/>
                  </a:moveTo>
                  <a:lnTo>
                    <a:pt x="444527" y="66132"/>
                  </a:lnTo>
                  <a:cubicBezTo>
                    <a:pt x="449746" y="60477"/>
                    <a:pt x="454742" y="56380"/>
                    <a:pt x="459531" y="53842"/>
                  </a:cubicBezTo>
                  <a:cubicBezTo>
                    <a:pt x="464320" y="51230"/>
                    <a:pt x="469459" y="49926"/>
                    <a:pt x="474980" y="49926"/>
                  </a:cubicBezTo>
                  <a:cubicBezTo>
                    <a:pt x="481567" y="49926"/>
                    <a:pt x="487057" y="51775"/>
                    <a:pt x="491400" y="55473"/>
                  </a:cubicBezTo>
                  <a:cubicBezTo>
                    <a:pt x="495744" y="59099"/>
                    <a:pt x="498656" y="63630"/>
                    <a:pt x="500104" y="69069"/>
                  </a:cubicBezTo>
                  <a:cubicBezTo>
                    <a:pt x="501265" y="73203"/>
                    <a:pt x="501838" y="81143"/>
                    <a:pt x="501838" y="92890"/>
                  </a:cubicBezTo>
                  <a:lnTo>
                    <a:pt x="501838" y="132483"/>
                  </a:lnTo>
                  <a:cubicBezTo>
                    <a:pt x="501838" y="140315"/>
                    <a:pt x="502538" y="145209"/>
                    <a:pt x="503906" y="147166"/>
                  </a:cubicBezTo>
                  <a:cubicBezTo>
                    <a:pt x="505354" y="149052"/>
                    <a:pt x="508329" y="150248"/>
                    <a:pt x="512832" y="150756"/>
                  </a:cubicBezTo>
                  <a:lnTo>
                    <a:pt x="512832" y="154672"/>
                  </a:lnTo>
                  <a:lnTo>
                    <a:pt x="461377" y="154672"/>
                  </a:lnTo>
                  <a:lnTo>
                    <a:pt x="461377" y="150756"/>
                  </a:lnTo>
                  <a:cubicBezTo>
                    <a:pt x="465227" y="150248"/>
                    <a:pt x="467980" y="148652"/>
                    <a:pt x="469650" y="145970"/>
                  </a:cubicBezTo>
                  <a:cubicBezTo>
                    <a:pt x="470812" y="144157"/>
                    <a:pt x="471385" y="139661"/>
                    <a:pt x="471385" y="132483"/>
                  </a:cubicBezTo>
                  <a:lnTo>
                    <a:pt x="471385" y="87234"/>
                  </a:lnTo>
                  <a:cubicBezTo>
                    <a:pt x="471385" y="78894"/>
                    <a:pt x="471066" y="73637"/>
                    <a:pt x="470414" y="71462"/>
                  </a:cubicBezTo>
                  <a:cubicBezTo>
                    <a:pt x="469762" y="69287"/>
                    <a:pt x="468632" y="67619"/>
                    <a:pt x="467041" y="66459"/>
                  </a:cubicBezTo>
                  <a:cubicBezTo>
                    <a:pt x="465514" y="65226"/>
                    <a:pt x="463811" y="64609"/>
                    <a:pt x="461918" y="64609"/>
                  </a:cubicBezTo>
                  <a:cubicBezTo>
                    <a:pt x="455697" y="64609"/>
                    <a:pt x="449889" y="69069"/>
                    <a:pt x="444527" y="77989"/>
                  </a:cubicBezTo>
                  <a:lnTo>
                    <a:pt x="444527" y="132483"/>
                  </a:lnTo>
                  <a:cubicBezTo>
                    <a:pt x="444527" y="140097"/>
                    <a:pt x="445211" y="144918"/>
                    <a:pt x="446596" y="146948"/>
                  </a:cubicBezTo>
                  <a:cubicBezTo>
                    <a:pt x="448044" y="148980"/>
                    <a:pt x="450685" y="150248"/>
                    <a:pt x="454535" y="150756"/>
                  </a:cubicBezTo>
                  <a:lnTo>
                    <a:pt x="454535" y="154672"/>
                  </a:lnTo>
                  <a:lnTo>
                    <a:pt x="403080" y="154672"/>
                  </a:lnTo>
                  <a:lnTo>
                    <a:pt x="403080" y="150756"/>
                  </a:lnTo>
                  <a:cubicBezTo>
                    <a:pt x="407360" y="150321"/>
                    <a:pt x="410399" y="148944"/>
                    <a:pt x="412213" y="146622"/>
                  </a:cubicBezTo>
                  <a:cubicBezTo>
                    <a:pt x="413453" y="145028"/>
                    <a:pt x="414074" y="140315"/>
                    <a:pt x="414074" y="132483"/>
                  </a:cubicBezTo>
                  <a:lnTo>
                    <a:pt x="414074" y="75052"/>
                  </a:lnTo>
                  <a:cubicBezTo>
                    <a:pt x="414074" y="67365"/>
                    <a:pt x="413342" y="62579"/>
                    <a:pt x="411894" y="60695"/>
                  </a:cubicBezTo>
                  <a:cubicBezTo>
                    <a:pt x="410510" y="58809"/>
                    <a:pt x="407582" y="57576"/>
                    <a:pt x="403080" y="56995"/>
                  </a:cubicBezTo>
                  <a:lnTo>
                    <a:pt x="403080" y="52971"/>
                  </a:lnTo>
                  <a:lnTo>
                    <a:pt x="444527" y="52971"/>
                  </a:lnTo>
                  <a:close/>
                  <a:moveTo>
                    <a:pt x="574932" y="49926"/>
                  </a:moveTo>
                  <a:cubicBezTo>
                    <a:pt x="583778" y="49926"/>
                    <a:pt x="592004" y="52209"/>
                    <a:pt x="599625" y="56779"/>
                  </a:cubicBezTo>
                  <a:cubicBezTo>
                    <a:pt x="607231" y="61347"/>
                    <a:pt x="613006" y="67836"/>
                    <a:pt x="616920" y="76248"/>
                  </a:cubicBezTo>
                  <a:cubicBezTo>
                    <a:pt x="620898" y="84659"/>
                    <a:pt x="622903" y="93869"/>
                    <a:pt x="622903" y="103876"/>
                  </a:cubicBezTo>
                  <a:cubicBezTo>
                    <a:pt x="622903" y="118306"/>
                    <a:pt x="619227" y="130379"/>
                    <a:pt x="611908" y="140097"/>
                  </a:cubicBezTo>
                  <a:cubicBezTo>
                    <a:pt x="603062" y="151844"/>
                    <a:pt x="590843" y="157717"/>
                    <a:pt x="575250" y="157717"/>
                  </a:cubicBezTo>
                  <a:cubicBezTo>
                    <a:pt x="559960" y="157717"/>
                    <a:pt x="548170" y="152352"/>
                    <a:pt x="539912" y="141619"/>
                  </a:cubicBezTo>
                  <a:cubicBezTo>
                    <a:pt x="531639" y="130887"/>
                    <a:pt x="527502" y="118451"/>
                    <a:pt x="527502" y="104311"/>
                  </a:cubicBezTo>
                  <a:cubicBezTo>
                    <a:pt x="527502" y="89735"/>
                    <a:pt x="531718" y="77045"/>
                    <a:pt x="540119" y="66242"/>
                  </a:cubicBezTo>
                  <a:cubicBezTo>
                    <a:pt x="548615" y="55364"/>
                    <a:pt x="560214" y="49926"/>
                    <a:pt x="574932" y="49926"/>
                  </a:cubicBezTo>
                  <a:close/>
                  <a:moveTo>
                    <a:pt x="575361" y="57648"/>
                  </a:moveTo>
                  <a:cubicBezTo>
                    <a:pt x="571670" y="57648"/>
                    <a:pt x="568472" y="59062"/>
                    <a:pt x="565799" y="61890"/>
                  </a:cubicBezTo>
                  <a:cubicBezTo>
                    <a:pt x="563190" y="64646"/>
                    <a:pt x="561439" y="70157"/>
                    <a:pt x="560580" y="78423"/>
                  </a:cubicBezTo>
                  <a:cubicBezTo>
                    <a:pt x="559769" y="86618"/>
                    <a:pt x="559371" y="98039"/>
                    <a:pt x="559371" y="112686"/>
                  </a:cubicBezTo>
                  <a:cubicBezTo>
                    <a:pt x="559371" y="120446"/>
                    <a:pt x="559880" y="127697"/>
                    <a:pt x="560898" y="134440"/>
                  </a:cubicBezTo>
                  <a:cubicBezTo>
                    <a:pt x="561694" y="139589"/>
                    <a:pt x="563397" y="143505"/>
                    <a:pt x="566006" y="146188"/>
                  </a:cubicBezTo>
                  <a:cubicBezTo>
                    <a:pt x="568615" y="148870"/>
                    <a:pt x="571590" y="150212"/>
                    <a:pt x="574932" y="150212"/>
                  </a:cubicBezTo>
                  <a:cubicBezTo>
                    <a:pt x="578193" y="150212"/>
                    <a:pt x="580914" y="149306"/>
                    <a:pt x="583094" y="147492"/>
                  </a:cubicBezTo>
                  <a:cubicBezTo>
                    <a:pt x="585910" y="145028"/>
                    <a:pt x="587804" y="141583"/>
                    <a:pt x="588742" y="137159"/>
                  </a:cubicBezTo>
                  <a:cubicBezTo>
                    <a:pt x="590190" y="130271"/>
                    <a:pt x="590922" y="116349"/>
                    <a:pt x="590922" y="95392"/>
                  </a:cubicBezTo>
                  <a:cubicBezTo>
                    <a:pt x="590922" y="83065"/>
                    <a:pt x="590238" y="74617"/>
                    <a:pt x="588854" y="70048"/>
                  </a:cubicBezTo>
                  <a:cubicBezTo>
                    <a:pt x="587470" y="65408"/>
                    <a:pt x="585449" y="62036"/>
                    <a:pt x="582760" y="59933"/>
                  </a:cubicBezTo>
                  <a:cubicBezTo>
                    <a:pt x="580882" y="58410"/>
                    <a:pt x="578416" y="57648"/>
                    <a:pt x="575361" y="57648"/>
                  </a:cubicBezTo>
                  <a:close/>
                  <a:moveTo>
                    <a:pt x="737206" y="7179"/>
                  </a:moveTo>
                  <a:lnTo>
                    <a:pt x="737206" y="124215"/>
                  </a:lnTo>
                  <a:cubicBezTo>
                    <a:pt x="737206" y="132120"/>
                    <a:pt x="737428" y="136797"/>
                    <a:pt x="737858" y="138248"/>
                  </a:cubicBezTo>
                  <a:cubicBezTo>
                    <a:pt x="738446" y="140641"/>
                    <a:pt x="739528" y="142417"/>
                    <a:pt x="741120" y="143577"/>
                  </a:cubicBezTo>
                  <a:cubicBezTo>
                    <a:pt x="742790" y="144738"/>
                    <a:pt x="745654" y="145462"/>
                    <a:pt x="749711" y="145753"/>
                  </a:cubicBezTo>
                  <a:lnTo>
                    <a:pt x="749711" y="149341"/>
                  </a:lnTo>
                  <a:lnTo>
                    <a:pt x="706752" y="157717"/>
                  </a:lnTo>
                  <a:lnTo>
                    <a:pt x="706752" y="141619"/>
                  </a:lnTo>
                  <a:cubicBezTo>
                    <a:pt x="701613" y="147855"/>
                    <a:pt x="696999" y="152097"/>
                    <a:pt x="692942" y="154345"/>
                  </a:cubicBezTo>
                  <a:cubicBezTo>
                    <a:pt x="688948" y="156594"/>
                    <a:pt x="684414" y="157717"/>
                    <a:pt x="679338" y="157717"/>
                  </a:cubicBezTo>
                  <a:cubicBezTo>
                    <a:pt x="666371" y="157717"/>
                    <a:pt x="656108" y="151916"/>
                    <a:pt x="648567" y="140315"/>
                  </a:cubicBezTo>
                  <a:cubicBezTo>
                    <a:pt x="642473" y="130887"/>
                    <a:pt x="639434" y="119321"/>
                    <a:pt x="639434" y="105616"/>
                  </a:cubicBezTo>
                  <a:cubicBezTo>
                    <a:pt x="639434" y="94666"/>
                    <a:pt x="641311" y="84877"/>
                    <a:pt x="645082" y="76248"/>
                  </a:cubicBezTo>
                  <a:cubicBezTo>
                    <a:pt x="648853" y="67546"/>
                    <a:pt x="654008" y="60984"/>
                    <a:pt x="660532" y="56561"/>
                  </a:cubicBezTo>
                  <a:cubicBezTo>
                    <a:pt x="667135" y="52137"/>
                    <a:pt x="674199" y="49926"/>
                    <a:pt x="681741" y="49926"/>
                  </a:cubicBezTo>
                  <a:cubicBezTo>
                    <a:pt x="686593" y="49926"/>
                    <a:pt x="690905" y="50868"/>
                    <a:pt x="694676" y="52753"/>
                  </a:cubicBezTo>
                  <a:cubicBezTo>
                    <a:pt x="698447" y="54639"/>
                    <a:pt x="702472" y="57939"/>
                    <a:pt x="706752" y="62652"/>
                  </a:cubicBezTo>
                  <a:lnTo>
                    <a:pt x="706752" y="31979"/>
                  </a:lnTo>
                  <a:cubicBezTo>
                    <a:pt x="706752" y="24219"/>
                    <a:pt x="706434" y="19543"/>
                    <a:pt x="705782" y="17947"/>
                  </a:cubicBezTo>
                  <a:cubicBezTo>
                    <a:pt x="704907" y="15845"/>
                    <a:pt x="703602" y="14285"/>
                    <a:pt x="701868" y="13270"/>
                  </a:cubicBezTo>
                  <a:cubicBezTo>
                    <a:pt x="700117" y="12255"/>
                    <a:pt x="696856" y="11748"/>
                    <a:pt x="692067" y="11748"/>
                  </a:cubicBezTo>
                  <a:lnTo>
                    <a:pt x="692067" y="7179"/>
                  </a:lnTo>
                  <a:lnTo>
                    <a:pt x="737206" y="7179"/>
                  </a:lnTo>
                  <a:close/>
                  <a:moveTo>
                    <a:pt x="706752" y="76140"/>
                  </a:moveTo>
                  <a:cubicBezTo>
                    <a:pt x="701390" y="65842"/>
                    <a:pt x="694819" y="60695"/>
                    <a:pt x="687071" y="60695"/>
                  </a:cubicBezTo>
                  <a:cubicBezTo>
                    <a:pt x="684382" y="60695"/>
                    <a:pt x="682170" y="61419"/>
                    <a:pt x="680436" y="62870"/>
                  </a:cubicBezTo>
                  <a:cubicBezTo>
                    <a:pt x="677747" y="65117"/>
                    <a:pt x="675535" y="69069"/>
                    <a:pt x="673801" y="74726"/>
                  </a:cubicBezTo>
                  <a:cubicBezTo>
                    <a:pt x="672131" y="80382"/>
                    <a:pt x="671303" y="89048"/>
                    <a:pt x="671303" y="100722"/>
                  </a:cubicBezTo>
                  <a:cubicBezTo>
                    <a:pt x="671303" y="113556"/>
                    <a:pt x="672242" y="123055"/>
                    <a:pt x="674119" y="129220"/>
                  </a:cubicBezTo>
                  <a:cubicBezTo>
                    <a:pt x="676013" y="135384"/>
                    <a:pt x="678590" y="139842"/>
                    <a:pt x="681852" y="142598"/>
                  </a:cubicBezTo>
                  <a:cubicBezTo>
                    <a:pt x="683523" y="143976"/>
                    <a:pt x="685798" y="144665"/>
                    <a:pt x="688694" y="144665"/>
                  </a:cubicBezTo>
                  <a:cubicBezTo>
                    <a:pt x="695074" y="144665"/>
                    <a:pt x="701104" y="139661"/>
                    <a:pt x="706752" y="129654"/>
                  </a:cubicBezTo>
                  <a:lnTo>
                    <a:pt x="706752" y="76140"/>
                  </a:lnTo>
                  <a:close/>
                  <a:moveTo>
                    <a:pt x="848469" y="100178"/>
                  </a:moveTo>
                  <a:lnTo>
                    <a:pt x="792686" y="100178"/>
                  </a:lnTo>
                  <a:cubicBezTo>
                    <a:pt x="793338" y="113666"/>
                    <a:pt x="796918" y="124325"/>
                    <a:pt x="803442" y="132157"/>
                  </a:cubicBezTo>
                  <a:cubicBezTo>
                    <a:pt x="808454" y="138175"/>
                    <a:pt x="814468" y="141183"/>
                    <a:pt x="821501" y="141183"/>
                  </a:cubicBezTo>
                  <a:cubicBezTo>
                    <a:pt x="825844" y="141183"/>
                    <a:pt x="829806" y="139987"/>
                    <a:pt x="833354" y="137595"/>
                  </a:cubicBezTo>
                  <a:cubicBezTo>
                    <a:pt x="836902" y="135129"/>
                    <a:pt x="840721" y="130742"/>
                    <a:pt x="844778" y="124433"/>
                  </a:cubicBezTo>
                  <a:lnTo>
                    <a:pt x="848469" y="126826"/>
                  </a:lnTo>
                  <a:cubicBezTo>
                    <a:pt x="842964" y="138066"/>
                    <a:pt x="836870" y="146043"/>
                    <a:pt x="830204" y="150756"/>
                  </a:cubicBezTo>
                  <a:cubicBezTo>
                    <a:pt x="823537" y="155397"/>
                    <a:pt x="815804" y="157717"/>
                    <a:pt x="807038" y="157717"/>
                  </a:cubicBezTo>
                  <a:cubicBezTo>
                    <a:pt x="791954" y="157717"/>
                    <a:pt x="780530" y="151916"/>
                    <a:pt x="772782" y="140315"/>
                  </a:cubicBezTo>
                  <a:cubicBezTo>
                    <a:pt x="766545" y="130960"/>
                    <a:pt x="763426" y="119358"/>
                    <a:pt x="763426" y="105508"/>
                  </a:cubicBezTo>
                  <a:cubicBezTo>
                    <a:pt x="763426" y="88540"/>
                    <a:pt x="767993" y="75052"/>
                    <a:pt x="777126" y="65045"/>
                  </a:cubicBezTo>
                  <a:cubicBezTo>
                    <a:pt x="786338" y="54965"/>
                    <a:pt x="797109" y="49926"/>
                    <a:pt x="809424" y="49926"/>
                  </a:cubicBezTo>
                  <a:cubicBezTo>
                    <a:pt x="819719" y="49926"/>
                    <a:pt x="828645" y="54168"/>
                    <a:pt x="836186" y="62652"/>
                  </a:cubicBezTo>
                  <a:cubicBezTo>
                    <a:pt x="843792" y="71063"/>
                    <a:pt x="847897" y="83572"/>
                    <a:pt x="848469" y="100178"/>
                  </a:cubicBezTo>
                  <a:close/>
                  <a:moveTo>
                    <a:pt x="821723" y="92890"/>
                  </a:moveTo>
                  <a:cubicBezTo>
                    <a:pt x="821723" y="81216"/>
                    <a:pt x="821071" y="73203"/>
                    <a:pt x="819766" y="68851"/>
                  </a:cubicBezTo>
                  <a:cubicBezTo>
                    <a:pt x="818525" y="64501"/>
                    <a:pt x="816568" y="61202"/>
                    <a:pt x="813895" y="58954"/>
                  </a:cubicBezTo>
                  <a:cubicBezTo>
                    <a:pt x="812368" y="57648"/>
                    <a:pt x="810331" y="56995"/>
                    <a:pt x="807802" y="56995"/>
                  </a:cubicBezTo>
                  <a:cubicBezTo>
                    <a:pt x="804031" y="56995"/>
                    <a:pt x="800944" y="58844"/>
                    <a:pt x="798557" y="62544"/>
                  </a:cubicBezTo>
                  <a:cubicBezTo>
                    <a:pt x="794277" y="68997"/>
                    <a:pt x="792129" y="77843"/>
                    <a:pt x="792129" y="89083"/>
                  </a:cubicBezTo>
                  <a:lnTo>
                    <a:pt x="792129" y="92890"/>
                  </a:lnTo>
                  <a:lnTo>
                    <a:pt x="821723" y="92890"/>
                  </a:lnTo>
                  <a:close/>
                  <a:moveTo>
                    <a:pt x="959304" y="13052"/>
                  </a:moveTo>
                  <a:cubicBezTo>
                    <a:pt x="962359" y="13052"/>
                    <a:pt x="964920" y="14104"/>
                    <a:pt x="967036" y="16208"/>
                  </a:cubicBezTo>
                  <a:cubicBezTo>
                    <a:pt x="969136" y="18309"/>
                    <a:pt x="970186" y="20884"/>
                    <a:pt x="970186" y="23929"/>
                  </a:cubicBezTo>
                  <a:cubicBezTo>
                    <a:pt x="970186" y="26903"/>
                    <a:pt x="969089" y="29476"/>
                    <a:pt x="966925" y="31653"/>
                  </a:cubicBezTo>
                  <a:cubicBezTo>
                    <a:pt x="964825" y="33755"/>
                    <a:pt x="962279" y="34807"/>
                    <a:pt x="959304" y="34807"/>
                  </a:cubicBezTo>
                  <a:cubicBezTo>
                    <a:pt x="956328" y="34807"/>
                    <a:pt x="953767" y="33755"/>
                    <a:pt x="951587" y="31653"/>
                  </a:cubicBezTo>
                  <a:cubicBezTo>
                    <a:pt x="949487" y="29476"/>
                    <a:pt x="948437" y="26903"/>
                    <a:pt x="948437" y="23929"/>
                  </a:cubicBezTo>
                  <a:cubicBezTo>
                    <a:pt x="948437" y="20884"/>
                    <a:pt x="949487" y="18309"/>
                    <a:pt x="951587" y="16208"/>
                  </a:cubicBezTo>
                  <a:cubicBezTo>
                    <a:pt x="953687" y="14104"/>
                    <a:pt x="956265" y="13052"/>
                    <a:pt x="959304" y="13052"/>
                  </a:cubicBezTo>
                  <a:close/>
                  <a:moveTo>
                    <a:pt x="960720" y="56235"/>
                  </a:moveTo>
                  <a:lnTo>
                    <a:pt x="939192" y="132483"/>
                  </a:lnTo>
                  <a:cubicBezTo>
                    <a:pt x="937729" y="137630"/>
                    <a:pt x="937013" y="140712"/>
                    <a:pt x="937013" y="141728"/>
                  </a:cubicBezTo>
                  <a:cubicBezTo>
                    <a:pt x="937013" y="142888"/>
                    <a:pt x="937331" y="143831"/>
                    <a:pt x="937983" y="144557"/>
                  </a:cubicBezTo>
                  <a:cubicBezTo>
                    <a:pt x="938715" y="145281"/>
                    <a:pt x="939542" y="145643"/>
                    <a:pt x="940497" y="145643"/>
                  </a:cubicBezTo>
                  <a:cubicBezTo>
                    <a:pt x="941579" y="145643"/>
                    <a:pt x="942884" y="145064"/>
                    <a:pt x="944411" y="143903"/>
                  </a:cubicBezTo>
                  <a:cubicBezTo>
                    <a:pt x="948532" y="140641"/>
                    <a:pt x="952701" y="135999"/>
                    <a:pt x="956917" y="129980"/>
                  </a:cubicBezTo>
                  <a:lnTo>
                    <a:pt x="960720" y="132483"/>
                  </a:lnTo>
                  <a:cubicBezTo>
                    <a:pt x="955787" y="140023"/>
                    <a:pt x="949996" y="146369"/>
                    <a:pt x="943313" y="151518"/>
                  </a:cubicBezTo>
                  <a:cubicBezTo>
                    <a:pt x="938381" y="155361"/>
                    <a:pt x="933671" y="157283"/>
                    <a:pt x="929184" y="157283"/>
                  </a:cubicBezTo>
                  <a:cubicBezTo>
                    <a:pt x="926209" y="157283"/>
                    <a:pt x="923775" y="156412"/>
                    <a:pt x="921897" y="154672"/>
                  </a:cubicBezTo>
                  <a:cubicBezTo>
                    <a:pt x="920004" y="152859"/>
                    <a:pt x="919065" y="150611"/>
                    <a:pt x="919065" y="147928"/>
                  </a:cubicBezTo>
                  <a:cubicBezTo>
                    <a:pt x="919065" y="145246"/>
                    <a:pt x="919972" y="140786"/>
                    <a:pt x="921786" y="134550"/>
                  </a:cubicBezTo>
                  <a:lnTo>
                    <a:pt x="935915" y="85821"/>
                  </a:lnTo>
                  <a:cubicBezTo>
                    <a:pt x="938238" y="77843"/>
                    <a:pt x="939399" y="72840"/>
                    <a:pt x="939399" y="70810"/>
                  </a:cubicBezTo>
                  <a:cubicBezTo>
                    <a:pt x="939399" y="69214"/>
                    <a:pt x="938826" y="67909"/>
                    <a:pt x="937665" y="66894"/>
                  </a:cubicBezTo>
                  <a:cubicBezTo>
                    <a:pt x="936567" y="65879"/>
                    <a:pt x="935056" y="65371"/>
                    <a:pt x="933099" y="65371"/>
                  </a:cubicBezTo>
                  <a:cubicBezTo>
                    <a:pt x="931492" y="65371"/>
                    <a:pt x="928198" y="65770"/>
                    <a:pt x="923202" y="66568"/>
                  </a:cubicBezTo>
                  <a:lnTo>
                    <a:pt x="923202" y="62326"/>
                  </a:lnTo>
                  <a:lnTo>
                    <a:pt x="960720" y="56235"/>
                  </a:lnTo>
                  <a:close/>
                  <a:moveTo>
                    <a:pt x="1020655" y="56235"/>
                  </a:moveTo>
                  <a:lnTo>
                    <a:pt x="1006177" y="105724"/>
                  </a:lnTo>
                  <a:cubicBezTo>
                    <a:pt x="1019749" y="85493"/>
                    <a:pt x="1030106" y="72188"/>
                    <a:pt x="1037298" y="65806"/>
                  </a:cubicBezTo>
                  <a:cubicBezTo>
                    <a:pt x="1044537" y="59425"/>
                    <a:pt x="1051506" y="56235"/>
                    <a:pt x="1058173" y="56235"/>
                  </a:cubicBezTo>
                  <a:cubicBezTo>
                    <a:pt x="1061801" y="56235"/>
                    <a:pt x="1064776" y="57431"/>
                    <a:pt x="1067099" y="59824"/>
                  </a:cubicBezTo>
                  <a:cubicBezTo>
                    <a:pt x="1069486" y="62217"/>
                    <a:pt x="1070679" y="65335"/>
                    <a:pt x="1070679" y="69179"/>
                  </a:cubicBezTo>
                  <a:cubicBezTo>
                    <a:pt x="1070679" y="73529"/>
                    <a:pt x="1069629" y="79330"/>
                    <a:pt x="1067529" y="86581"/>
                  </a:cubicBezTo>
                  <a:lnTo>
                    <a:pt x="1054259" y="132373"/>
                  </a:lnTo>
                  <a:cubicBezTo>
                    <a:pt x="1052731" y="137667"/>
                    <a:pt x="1051968" y="140894"/>
                    <a:pt x="1051968" y="142054"/>
                  </a:cubicBezTo>
                  <a:cubicBezTo>
                    <a:pt x="1051968" y="143069"/>
                    <a:pt x="1052270" y="143939"/>
                    <a:pt x="1052843" y="144665"/>
                  </a:cubicBezTo>
                  <a:cubicBezTo>
                    <a:pt x="1053432" y="145317"/>
                    <a:pt x="1054036" y="145643"/>
                    <a:pt x="1054688" y="145643"/>
                  </a:cubicBezTo>
                  <a:cubicBezTo>
                    <a:pt x="1055564" y="145643"/>
                    <a:pt x="1056614" y="145173"/>
                    <a:pt x="1057855" y="144230"/>
                  </a:cubicBezTo>
                  <a:cubicBezTo>
                    <a:pt x="1061689" y="141183"/>
                    <a:pt x="1065890" y="136544"/>
                    <a:pt x="1070472" y="130308"/>
                  </a:cubicBezTo>
                  <a:lnTo>
                    <a:pt x="1073829" y="132373"/>
                  </a:lnTo>
                  <a:cubicBezTo>
                    <a:pt x="1067099" y="142019"/>
                    <a:pt x="1060719" y="148907"/>
                    <a:pt x="1054688" y="153041"/>
                  </a:cubicBezTo>
                  <a:cubicBezTo>
                    <a:pt x="1050488" y="155868"/>
                    <a:pt x="1046717" y="157283"/>
                    <a:pt x="1043376" y="157283"/>
                  </a:cubicBezTo>
                  <a:cubicBezTo>
                    <a:pt x="1040703" y="157283"/>
                    <a:pt x="1038555" y="156449"/>
                    <a:pt x="1036964" y="154780"/>
                  </a:cubicBezTo>
                  <a:cubicBezTo>
                    <a:pt x="1035373" y="153186"/>
                    <a:pt x="1034577" y="151010"/>
                    <a:pt x="1034577" y="148255"/>
                  </a:cubicBezTo>
                  <a:cubicBezTo>
                    <a:pt x="1034577" y="144773"/>
                    <a:pt x="1035802" y="138792"/>
                    <a:pt x="1038269" y="130308"/>
                  </a:cubicBezTo>
                  <a:lnTo>
                    <a:pt x="1050886" y="86581"/>
                  </a:lnTo>
                  <a:cubicBezTo>
                    <a:pt x="1052477" y="81143"/>
                    <a:pt x="1053272" y="76901"/>
                    <a:pt x="1053272" y="73855"/>
                  </a:cubicBezTo>
                  <a:cubicBezTo>
                    <a:pt x="1053272" y="72406"/>
                    <a:pt x="1052811" y="71244"/>
                    <a:pt x="1051872" y="70374"/>
                  </a:cubicBezTo>
                  <a:cubicBezTo>
                    <a:pt x="1050918" y="69432"/>
                    <a:pt x="1049756" y="68961"/>
                    <a:pt x="1048388" y="68961"/>
                  </a:cubicBezTo>
                  <a:cubicBezTo>
                    <a:pt x="1046351" y="68961"/>
                    <a:pt x="1043933" y="69831"/>
                    <a:pt x="1041101" y="71570"/>
                  </a:cubicBezTo>
                  <a:cubicBezTo>
                    <a:pt x="1035739" y="74834"/>
                    <a:pt x="1030154" y="80236"/>
                    <a:pt x="1024347" y="87778"/>
                  </a:cubicBezTo>
                  <a:cubicBezTo>
                    <a:pt x="1018539" y="95247"/>
                    <a:pt x="1012414" y="104819"/>
                    <a:pt x="1005970" y="116493"/>
                  </a:cubicBezTo>
                  <a:cubicBezTo>
                    <a:pt x="1002565" y="122658"/>
                    <a:pt x="999733" y="129401"/>
                    <a:pt x="997489" y="136725"/>
                  </a:cubicBezTo>
                  <a:lnTo>
                    <a:pt x="992048" y="154672"/>
                  </a:lnTo>
                  <a:lnTo>
                    <a:pt x="975723" y="154672"/>
                  </a:lnTo>
                  <a:lnTo>
                    <a:pt x="995532" y="86581"/>
                  </a:lnTo>
                  <a:cubicBezTo>
                    <a:pt x="997839" y="78387"/>
                    <a:pt x="999001" y="73456"/>
                    <a:pt x="999001" y="71788"/>
                  </a:cubicBezTo>
                  <a:cubicBezTo>
                    <a:pt x="999001" y="70194"/>
                    <a:pt x="998349" y="68816"/>
                    <a:pt x="997044" y="67654"/>
                  </a:cubicBezTo>
                  <a:cubicBezTo>
                    <a:pt x="995819" y="66423"/>
                    <a:pt x="994259" y="65806"/>
                    <a:pt x="992366" y="65806"/>
                  </a:cubicBezTo>
                  <a:cubicBezTo>
                    <a:pt x="991507" y="65806"/>
                    <a:pt x="989980" y="65952"/>
                    <a:pt x="987800" y="66242"/>
                  </a:cubicBezTo>
                  <a:lnTo>
                    <a:pt x="983663" y="66894"/>
                  </a:lnTo>
                  <a:lnTo>
                    <a:pt x="983011" y="62978"/>
                  </a:lnTo>
                  <a:lnTo>
                    <a:pt x="1020655" y="56235"/>
                  </a:lnTo>
                  <a:close/>
                  <a:moveTo>
                    <a:pt x="1298871" y="3808"/>
                  </a:moveTo>
                  <a:lnTo>
                    <a:pt x="1287892" y="50252"/>
                  </a:lnTo>
                  <a:lnTo>
                    <a:pt x="1283756" y="50252"/>
                  </a:lnTo>
                  <a:cubicBezTo>
                    <a:pt x="1284408" y="44813"/>
                    <a:pt x="1284726" y="40789"/>
                    <a:pt x="1284726" y="38178"/>
                  </a:cubicBezTo>
                  <a:cubicBezTo>
                    <a:pt x="1284726" y="31072"/>
                    <a:pt x="1281576" y="24800"/>
                    <a:pt x="1275275" y="19361"/>
                  </a:cubicBezTo>
                  <a:cubicBezTo>
                    <a:pt x="1269038" y="13849"/>
                    <a:pt x="1260399" y="11095"/>
                    <a:pt x="1249388" y="11095"/>
                  </a:cubicBezTo>
                  <a:cubicBezTo>
                    <a:pt x="1226827" y="11095"/>
                    <a:pt x="1208418" y="21681"/>
                    <a:pt x="1194130" y="42856"/>
                  </a:cubicBezTo>
                  <a:cubicBezTo>
                    <a:pt x="1182738" y="59606"/>
                    <a:pt x="1177058" y="78352"/>
                    <a:pt x="1177058" y="99089"/>
                  </a:cubicBezTo>
                  <a:cubicBezTo>
                    <a:pt x="1177058" y="112867"/>
                    <a:pt x="1180574" y="124759"/>
                    <a:pt x="1187607" y="134766"/>
                  </a:cubicBezTo>
                  <a:cubicBezTo>
                    <a:pt x="1194640" y="144773"/>
                    <a:pt x="1205475" y="149777"/>
                    <a:pt x="1220128" y="149777"/>
                  </a:cubicBezTo>
                  <a:cubicBezTo>
                    <a:pt x="1223756" y="149777"/>
                    <a:pt x="1227161" y="149451"/>
                    <a:pt x="1230343" y="148799"/>
                  </a:cubicBezTo>
                  <a:cubicBezTo>
                    <a:pt x="1233605" y="148145"/>
                    <a:pt x="1238505" y="146695"/>
                    <a:pt x="1245029" y="144447"/>
                  </a:cubicBezTo>
                  <a:lnTo>
                    <a:pt x="1255800" y="106487"/>
                  </a:lnTo>
                  <a:cubicBezTo>
                    <a:pt x="1257328" y="101266"/>
                    <a:pt x="1258076" y="97096"/>
                    <a:pt x="1258076" y="93977"/>
                  </a:cubicBezTo>
                  <a:cubicBezTo>
                    <a:pt x="1258076" y="91368"/>
                    <a:pt x="1257137" y="89374"/>
                    <a:pt x="1255259" y="87996"/>
                  </a:cubicBezTo>
                  <a:cubicBezTo>
                    <a:pt x="1252205" y="85892"/>
                    <a:pt x="1247272" y="84840"/>
                    <a:pt x="1240462" y="84840"/>
                  </a:cubicBezTo>
                  <a:lnTo>
                    <a:pt x="1237424" y="84840"/>
                  </a:lnTo>
                  <a:lnTo>
                    <a:pt x="1238617" y="80599"/>
                  </a:lnTo>
                  <a:lnTo>
                    <a:pt x="1299953" y="80599"/>
                  </a:lnTo>
                  <a:lnTo>
                    <a:pt x="1298871" y="84840"/>
                  </a:lnTo>
                  <a:cubicBezTo>
                    <a:pt x="1293286" y="84914"/>
                    <a:pt x="1289229" y="85566"/>
                    <a:pt x="1286683" y="86799"/>
                  </a:cubicBezTo>
                  <a:cubicBezTo>
                    <a:pt x="1284153" y="88031"/>
                    <a:pt x="1281974" y="90134"/>
                    <a:pt x="1280160" y="93108"/>
                  </a:cubicBezTo>
                  <a:cubicBezTo>
                    <a:pt x="1278935" y="95065"/>
                    <a:pt x="1276930" y="100758"/>
                    <a:pt x="1274177" y="110185"/>
                  </a:cubicBezTo>
                  <a:lnTo>
                    <a:pt x="1263310" y="147492"/>
                  </a:lnTo>
                  <a:cubicBezTo>
                    <a:pt x="1253366" y="151771"/>
                    <a:pt x="1245363" y="154598"/>
                    <a:pt x="1239269" y="155976"/>
                  </a:cubicBezTo>
                  <a:cubicBezTo>
                    <a:pt x="1233175" y="157428"/>
                    <a:pt x="1226763" y="158153"/>
                    <a:pt x="1220017" y="158153"/>
                  </a:cubicBezTo>
                  <a:cubicBezTo>
                    <a:pt x="1204504" y="158153"/>
                    <a:pt x="1191919" y="155252"/>
                    <a:pt x="1182277" y="149451"/>
                  </a:cubicBezTo>
                  <a:cubicBezTo>
                    <a:pt x="1172635" y="143577"/>
                    <a:pt x="1165491" y="135855"/>
                    <a:pt x="1160845" y="126282"/>
                  </a:cubicBezTo>
                  <a:cubicBezTo>
                    <a:pt x="1156279" y="116638"/>
                    <a:pt x="1154003" y="107066"/>
                    <a:pt x="1154003" y="97567"/>
                  </a:cubicBezTo>
                  <a:cubicBezTo>
                    <a:pt x="1154003" y="84804"/>
                    <a:pt x="1156677" y="72695"/>
                    <a:pt x="1162038" y="61237"/>
                  </a:cubicBezTo>
                  <a:cubicBezTo>
                    <a:pt x="1167416" y="49708"/>
                    <a:pt x="1174083" y="39991"/>
                    <a:pt x="1182054" y="32087"/>
                  </a:cubicBezTo>
                  <a:cubicBezTo>
                    <a:pt x="1190105" y="24111"/>
                    <a:pt x="1198840" y="17838"/>
                    <a:pt x="1208275" y="13270"/>
                  </a:cubicBezTo>
                  <a:cubicBezTo>
                    <a:pt x="1221242" y="6961"/>
                    <a:pt x="1234878" y="3808"/>
                    <a:pt x="1249166" y="3808"/>
                  </a:cubicBezTo>
                  <a:cubicBezTo>
                    <a:pt x="1259683" y="3808"/>
                    <a:pt x="1269181" y="5547"/>
                    <a:pt x="1277662" y="9028"/>
                  </a:cubicBezTo>
                  <a:cubicBezTo>
                    <a:pt x="1281067" y="10406"/>
                    <a:pt x="1283565" y="11095"/>
                    <a:pt x="1285172" y="11095"/>
                  </a:cubicBezTo>
                  <a:cubicBezTo>
                    <a:pt x="1286985" y="11095"/>
                    <a:pt x="1288497" y="10696"/>
                    <a:pt x="1289738" y="9899"/>
                  </a:cubicBezTo>
                  <a:cubicBezTo>
                    <a:pt x="1291043" y="9028"/>
                    <a:pt x="1292713" y="6998"/>
                    <a:pt x="1294734" y="3808"/>
                  </a:cubicBezTo>
                  <a:lnTo>
                    <a:pt x="1298871" y="3808"/>
                  </a:lnTo>
                  <a:close/>
                  <a:moveTo>
                    <a:pt x="1311154" y="62326"/>
                  </a:moveTo>
                  <a:lnTo>
                    <a:pt x="1348687" y="56235"/>
                  </a:lnTo>
                  <a:lnTo>
                    <a:pt x="1333015" y="109096"/>
                  </a:lnTo>
                  <a:cubicBezTo>
                    <a:pt x="1345712" y="87415"/>
                    <a:pt x="1357247" y="72259"/>
                    <a:pt x="1367605" y="63630"/>
                  </a:cubicBezTo>
                  <a:cubicBezTo>
                    <a:pt x="1373476" y="58699"/>
                    <a:pt x="1378265" y="56235"/>
                    <a:pt x="1381973" y="56235"/>
                  </a:cubicBezTo>
                  <a:cubicBezTo>
                    <a:pt x="1384359" y="56235"/>
                    <a:pt x="1386253" y="56959"/>
                    <a:pt x="1387621" y="58410"/>
                  </a:cubicBezTo>
                  <a:cubicBezTo>
                    <a:pt x="1389005" y="59788"/>
                    <a:pt x="1389689" y="61818"/>
                    <a:pt x="1389689" y="64501"/>
                  </a:cubicBezTo>
                  <a:cubicBezTo>
                    <a:pt x="1389689" y="69287"/>
                    <a:pt x="1388464" y="73855"/>
                    <a:pt x="1385998" y="78205"/>
                  </a:cubicBezTo>
                  <a:cubicBezTo>
                    <a:pt x="1384248" y="81469"/>
                    <a:pt x="1381750" y="83101"/>
                    <a:pt x="1378488" y="83101"/>
                  </a:cubicBezTo>
                  <a:cubicBezTo>
                    <a:pt x="1376818" y="83101"/>
                    <a:pt x="1375370" y="82557"/>
                    <a:pt x="1374129" y="81469"/>
                  </a:cubicBezTo>
                  <a:cubicBezTo>
                    <a:pt x="1372983" y="80382"/>
                    <a:pt x="1372251" y="78713"/>
                    <a:pt x="1371965" y="76466"/>
                  </a:cubicBezTo>
                  <a:cubicBezTo>
                    <a:pt x="1371822" y="75088"/>
                    <a:pt x="1371487" y="74181"/>
                    <a:pt x="1370978" y="73747"/>
                  </a:cubicBezTo>
                  <a:cubicBezTo>
                    <a:pt x="1370406" y="73166"/>
                    <a:pt x="1369705" y="72877"/>
                    <a:pt x="1368910" y="72877"/>
                  </a:cubicBezTo>
                  <a:cubicBezTo>
                    <a:pt x="1367685" y="72877"/>
                    <a:pt x="1366523" y="73166"/>
                    <a:pt x="1365441" y="73747"/>
                  </a:cubicBezTo>
                  <a:cubicBezTo>
                    <a:pt x="1363548" y="74762"/>
                    <a:pt x="1360684" y="77590"/>
                    <a:pt x="1356850" y="82231"/>
                  </a:cubicBezTo>
                  <a:cubicBezTo>
                    <a:pt x="1350819" y="89337"/>
                    <a:pt x="1344296" y="98547"/>
                    <a:pt x="1337264" y="109858"/>
                  </a:cubicBezTo>
                  <a:cubicBezTo>
                    <a:pt x="1334224" y="114645"/>
                    <a:pt x="1331615" y="120047"/>
                    <a:pt x="1329435" y="126064"/>
                  </a:cubicBezTo>
                  <a:cubicBezTo>
                    <a:pt x="1326380" y="134332"/>
                    <a:pt x="1324646" y="139299"/>
                    <a:pt x="1324217" y="140967"/>
                  </a:cubicBezTo>
                  <a:lnTo>
                    <a:pt x="1320732" y="154672"/>
                  </a:lnTo>
                  <a:lnTo>
                    <a:pt x="1304089" y="154672"/>
                  </a:lnTo>
                  <a:lnTo>
                    <a:pt x="1324217" y="87125"/>
                  </a:lnTo>
                  <a:cubicBezTo>
                    <a:pt x="1326539" y="79294"/>
                    <a:pt x="1327685" y="73710"/>
                    <a:pt x="1327685" y="70374"/>
                  </a:cubicBezTo>
                  <a:cubicBezTo>
                    <a:pt x="1327685" y="69069"/>
                    <a:pt x="1327144" y="67982"/>
                    <a:pt x="1326062" y="67112"/>
                  </a:cubicBezTo>
                  <a:cubicBezTo>
                    <a:pt x="1324614" y="65952"/>
                    <a:pt x="1322689" y="65371"/>
                    <a:pt x="1320303" y="65371"/>
                  </a:cubicBezTo>
                  <a:cubicBezTo>
                    <a:pt x="1318775" y="65371"/>
                    <a:pt x="1315975" y="65697"/>
                    <a:pt x="1311918" y="66350"/>
                  </a:cubicBezTo>
                  <a:lnTo>
                    <a:pt x="1311154" y="62326"/>
                  </a:lnTo>
                  <a:close/>
                  <a:moveTo>
                    <a:pt x="1490834" y="56235"/>
                  </a:moveTo>
                  <a:lnTo>
                    <a:pt x="1469625" y="129980"/>
                  </a:lnTo>
                  <a:lnTo>
                    <a:pt x="1467238" y="139879"/>
                  </a:lnTo>
                  <a:cubicBezTo>
                    <a:pt x="1467016" y="140822"/>
                    <a:pt x="1466904" y="141619"/>
                    <a:pt x="1466904" y="142272"/>
                  </a:cubicBezTo>
                  <a:cubicBezTo>
                    <a:pt x="1466904" y="143432"/>
                    <a:pt x="1467270" y="144447"/>
                    <a:pt x="1468002" y="145317"/>
                  </a:cubicBezTo>
                  <a:cubicBezTo>
                    <a:pt x="1468575" y="145970"/>
                    <a:pt x="1469307" y="146296"/>
                    <a:pt x="1470182" y="146296"/>
                  </a:cubicBezTo>
                  <a:cubicBezTo>
                    <a:pt x="1471120" y="146296"/>
                    <a:pt x="1472346" y="145717"/>
                    <a:pt x="1473873" y="144557"/>
                  </a:cubicBezTo>
                  <a:cubicBezTo>
                    <a:pt x="1476705" y="142453"/>
                    <a:pt x="1480476" y="138103"/>
                    <a:pt x="1485186" y="131503"/>
                  </a:cubicBezTo>
                  <a:lnTo>
                    <a:pt x="1488877" y="134114"/>
                  </a:lnTo>
                  <a:cubicBezTo>
                    <a:pt x="1483881" y="141656"/>
                    <a:pt x="1478726" y="147421"/>
                    <a:pt x="1473444" y="151408"/>
                  </a:cubicBezTo>
                  <a:cubicBezTo>
                    <a:pt x="1468145" y="155324"/>
                    <a:pt x="1463245" y="157283"/>
                    <a:pt x="1458758" y="157283"/>
                  </a:cubicBezTo>
                  <a:cubicBezTo>
                    <a:pt x="1455639" y="157283"/>
                    <a:pt x="1453285" y="156484"/>
                    <a:pt x="1451678" y="154890"/>
                  </a:cubicBezTo>
                  <a:cubicBezTo>
                    <a:pt x="1450166" y="153367"/>
                    <a:pt x="1449402" y="151119"/>
                    <a:pt x="1449402" y="148145"/>
                  </a:cubicBezTo>
                  <a:cubicBezTo>
                    <a:pt x="1449402" y="144592"/>
                    <a:pt x="1450198" y="139915"/>
                    <a:pt x="1451789" y="134114"/>
                  </a:cubicBezTo>
                  <a:lnTo>
                    <a:pt x="1454080" y="125956"/>
                  </a:lnTo>
                  <a:cubicBezTo>
                    <a:pt x="1444581" y="138356"/>
                    <a:pt x="1435846" y="147021"/>
                    <a:pt x="1427859" y="151952"/>
                  </a:cubicBezTo>
                  <a:cubicBezTo>
                    <a:pt x="1422131" y="155505"/>
                    <a:pt x="1416515" y="157283"/>
                    <a:pt x="1411010" y="157283"/>
                  </a:cubicBezTo>
                  <a:cubicBezTo>
                    <a:pt x="1405711" y="157283"/>
                    <a:pt x="1401145" y="155106"/>
                    <a:pt x="1397295" y="150756"/>
                  </a:cubicBezTo>
                  <a:cubicBezTo>
                    <a:pt x="1393460" y="146332"/>
                    <a:pt x="1391535" y="140278"/>
                    <a:pt x="1391535" y="132591"/>
                  </a:cubicBezTo>
                  <a:cubicBezTo>
                    <a:pt x="1391535" y="121062"/>
                    <a:pt x="1394988" y="108915"/>
                    <a:pt x="1401877" y="96154"/>
                  </a:cubicBezTo>
                  <a:cubicBezTo>
                    <a:pt x="1408830" y="83318"/>
                    <a:pt x="1417644" y="73058"/>
                    <a:pt x="1428305" y="65371"/>
                  </a:cubicBezTo>
                  <a:cubicBezTo>
                    <a:pt x="1436642" y="59280"/>
                    <a:pt x="1444502" y="56235"/>
                    <a:pt x="1451900" y="56235"/>
                  </a:cubicBezTo>
                  <a:cubicBezTo>
                    <a:pt x="1456324" y="56235"/>
                    <a:pt x="1459983" y="57395"/>
                    <a:pt x="1462895" y="59715"/>
                  </a:cubicBezTo>
                  <a:cubicBezTo>
                    <a:pt x="1465854" y="62036"/>
                    <a:pt x="1468113" y="65879"/>
                    <a:pt x="1469625" y="71244"/>
                  </a:cubicBezTo>
                  <a:lnTo>
                    <a:pt x="1473539" y="58844"/>
                  </a:lnTo>
                  <a:lnTo>
                    <a:pt x="1490834" y="56235"/>
                  </a:lnTo>
                  <a:close/>
                  <a:moveTo>
                    <a:pt x="1452123" y="61890"/>
                  </a:moveTo>
                  <a:cubicBezTo>
                    <a:pt x="1447477" y="61890"/>
                    <a:pt x="1442545" y="64066"/>
                    <a:pt x="1437326" y="68417"/>
                  </a:cubicBezTo>
                  <a:cubicBezTo>
                    <a:pt x="1429928" y="74581"/>
                    <a:pt x="1423341" y="83717"/>
                    <a:pt x="1417533" y="95827"/>
                  </a:cubicBezTo>
                  <a:cubicBezTo>
                    <a:pt x="1411805" y="107936"/>
                    <a:pt x="1408941" y="118887"/>
                    <a:pt x="1408941" y="128675"/>
                  </a:cubicBezTo>
                  <a:cubicBezTo>
                    <a:pt x="1408941" y="133606"/>
                    <a:pt x="1410166" y="137522"/>
                    <a:pt x="1412633" y="140423"/>
                  </a:cubicBezTo>
                  <a:cubicBezTo>
                    <a:pt x="1415099" y="143250"/>
                    <a:pt x="1417931" y="144665"/>
                    <a:pt x="1421129" y="144665"/>
                  </a:cubicBezTo>
                  <a:cubicBezTo>
                    <a:pt x="1429021" y="144665"/>
                    <a:pt x="1437612" y="138827"/>
                    <a:pt x="1446904" y="127153"/>
                  </a:cubicBezTo>
                  <a:cubicBezTo>
                    <a:pt x="1459299" y="111634"/>
                    <a:pt x="1465504" y="95718"/>
                    <a:pt x="1465504" y="79402"/>
                  </a:cubicBezTo>
                  <a:cubicBezTo>
                    <a:pt x="1465504" y="73239"/>
                    <a:pt x="1464295" y="68779"/>
                    <a:pt x="1461908" y="66023"/>
                  </a:cubicBezTo>
                  <a:cubicBezTo>
                    <a:pt x="1459522" y="63268"/>
                    <a:pt x="1456260" y="61890"/>
                    <a:pt x="1452123" y="61890"/>
                  </a:cubicBezTo>
                  <a:close/>
                  <a:moveTo>
                    <a:pt x="1546967" y="56235"/>
                  </a:moveTo>
                  <a:lnTo>
                    <a:pt x="1539457" y="81251"/>
                  </a:lnTo>
                  <a:cubicBezTo>
                    <a:pt x="1547365" y="71970"/>
                    <a:pt x="1554397" y="65479"/>
                    <a:pt x="1560555" y="61781"/>
                  </a:cubicBezTo>
                  <a:cubicBezTo>
                    <a:pt x="1566792" y="58084"/>
                    <a:pt x="1573140" y="56235"/>
                    <a:pt x="1579600" y="56235"/>
                  </a:cubicBezTo>
                  <a:cubicBezTo>
                    <a:pt x="1586044" y="56235"/>
                    <a:pt x="1591549" y="58809"/>
                    <a:pt x="1596131" y="63957"/>
                  </a:cubicBezTo>
                  <a:cubicBezTo>
                    <a:pt x="1600698" y="69032"/>
                    <a:pt x="1602973" y="75668"/>
                    <a:pt x="1602973" y="83862"/>
                  </a:cubicBezTo>
                  <a:cubicBezTo>
                    <a:pt x="1602973" y="99815"/>
                    <a:pt x="1596481" y="116057"/>
                    <a:pt x="1583514" y="132591"/>
                  </a:cubicBezTo>
                  <a:cubicBezTo>
                    <a:pt x="1570531" y="149052"/>
                    <a:pt x="1555416" y="157283"/>
                    <a:pt x="1538152" y="157283"/>
                  </a:cubicBezTo>
                  <a:cubicBezTo>
                    <a:pt x="1534525" y="157283"/>
                    <a:pt x="1531295" y="156883"/>
                    <a:pt x="1528479" y="156086"/>
                  </a:cubicBezTo>
                  <a:cubicBezTo>
                    <a:pt x="1525710" y="155287"/>
                    <a:pt x="1522592" y="153875"/>
                    <a:pt x="1519123" y="151844"/>
                  </a:cubicBezTo>
                  <a:lnTo>
                    <a:pt x="1511184" y="179906"/>
                  </a:lnTo>
                  <a:cubicBezTo>
                    <a:pt x="1509577" y="185418"/>
                    <a:pt x="1508781" y="189007"/>
                    <a:pt x="1508781" y="190675"/>
                  </a:cubicBezTo>
                  <a:cubicBezTo>
                    <a:pt x="1508781" y="192271"/>
                    <a:pt x="1509179" y="193612"/>
                    <a:pt x="1509990" y="194699"/>
                  </a:cubicBezTo>
                  <a:cubicBezTo>
                    <a:pt x="1510850" y="195859"/>
                    <a:pt x="1512234" y="196729"/>
                    <a:pt x="1514111" y="197310"/>
                  </a:cubicBezTo>
                  <a:cubicBezTo>
                    <a:pt x="1516005" y="197962"/>
                    <a:pt x="1519728" y="198288"/>
                    <a:pt x="1525313" y="198288"/>
                  </a:cubicBezTo>
                  <a:lnTo>
                    <a:pt x="1524342" y="202313"/>
                  </a:lnTo>
                  <a:lnTo>
                    <a:pt x="1473109" y="202313"/>
                  </a:lnTo>
                  <a:lnTo>
                    <a:pt x="1474191" y="198288"/>
                  </a:lnTo>
                  <a:cubicBezTo>
                    <a:pt x="1480937" y="197999"/>
                    <a:pt x="1485504" y="196839"/>
                    <a:pt x="1487906" y="194809"/>
                  </a:cubicBezTo>
                  <a:cubicBezTo>
                    <a:pt x="1490229" y="192778"/>
                    <a:pt x="1492695" y="187158"/>
                    <a:pt x="1495305" y="177949"/>
                  </a:cubicBezTo>
                  <a:lnTo>
                    <a:pt x="1522815" y="82665"/>
                  </a:lnTo>
                  <a:cubicBezTo>
                    <a:pt x="1524485" y="76648"/>
                    <a:pt x="1525313" y="72913"/>
                    <a:pt x="1525313" y="71462"/>
                  </a:cubicBezTo>
                  <a:cubicBezTo>
                    <a:pt x="1525313" y="69505"/>
                    <a:pt x="1524740" y="67982"/>
                    <a:pt x="1523578" y="66894"/>
                  </a:cubicBezTo>
                  <a:cubicBezTo>
                    <a:pt x="1522496" y="65806"/>
                    <a:pt x="1520794" y="65263"/>
                    <a:pt x="1518471" y="65263"/>
                  </a:cubicBezTo>
                  <a:cubicBezTo>
                    <a:pt x="1516371" y="65263"/>
                    <a:pt x="1513427" y="65516"/>
                    <a:pt x="1509656" y="66023"/>
                  </a:cubicBezTo>
                  <a:lnTo>
                    <a:pt x="1509656" y="61781"/>
                  </a:lnTo>
                  <a:lnTo>
                    <a:pt x="1546967" y="56235"/>
                  </a:lnTo>
                  <a:close/>
                  <a:moveTo>
                    <a:pt x="1521621" y="143250"/>
                  </a:moveTo>
                  <a:cubicBezTo>
                    <a:pt x="1526124" y="148617"/>
                    <a:pt x="1532170" y="151300"/>
                    <a:pt x="1539791" y="151300"/>
                  </a:cubicBezTo>
                  <a:cubicBezTo>
                    <a:pt x="1543562" y="151300"/>
                    <a:pt x="1547397" y="150248"/>
                    <a:pt x="1551311" y="148145"/>
                  </a:cubicBezTo>
                  <a:cubicBezTo>
                    <a:pt x="1555225" y="146043"/>
                    <a:pt x="1559043" y="142924"/>
                    <a:pt x="1562735" y="138792"/>
                  </a:cubicBezTo>
                  <a:cubicBezTo>
                    <a:pt x="1566505" y="134658"/>
                    <a:pt x="1569879" y="129909"/>
                    <a:pt x="1572854" y="124542"/>
                  </a:cubicBezTo>
                  <a:cubicBezTo>
                    <a:pt x="1575829" y="119103"/>
                    <a:pt x="1578470" y="112722"/>
                    <a:pt x="1580793" y="105398"/>
                  </a:cubicBezTo>
                  <a:cubicBezTo>
                    <a:pt x="1583180" y="98074"/>
                    <a:pt x="1584373" y="90823"/>
                    <a:pt x="1584373" y="83644"/>
                  </a:cubicBezTo>
                  <a:cubicBezTo>
                    <a:pt x="1584373" y="77843"/>
                    <a:pt x="1583037" y="73421"/>
                    <a:pt x="1580348" y="70374"/>
                  </a:cubicBezTo>
                  <a:cubicBezTo>
                    <a:pt x="1577738" y="67257"/>
                    <a:pt x="1574668" y="65697"/>
                    <a:pt x="1571104" y="65697"/>
                  </a:cubicBezTo>
                  <a:cubicBezTo>
                    <a:pt x="1563276" y="65697"/>
                    <a:pt x="1555527" y="70194"/>
                    <a:pt x="1547826" y="79186"/>
                  </a:cubicBezTo>
                  <a:cubicBezTo>
                    <a:pt x="1540221" y="88177"/>
                    <a:pt x="1534636" y="98692"/>
                    <a:pt x="1531088" y="110729"/>
                  </a:cubicBezTo>
                  <a:lnTo>
                    <a:pt x="1521621" y="143250"/>
                  </a:lnTo>
                  <a:close/>
                  <a:moveTo>
                    <a:pt x="1674428" y="0"/>
                  </a:moveTo>
                  <a:lnTo>
                    <a:pt x="1643879" y="105616"/>
                  </a:lnTo>
                  <a:cubicBezTo>
                    <a:pt x="1657070" y="85747"/>
                    <a:pt x="1667364" y="72550"/>
                    <a:pt x="1674762" y="66023"/>
                  </a:cubicBezTo>
                  <a:cubicBezTo>
                    <a:pt x="1682161" y="59498"/>
                    <a:pt x="1689225" y="56235"/>
                    <a:pt x="1695971" y="56235"/>
                  </a:cubicBezTo>
                  <a:cubicBezTo>
                    <a:pt x="1699456" y="56235"/>
                    <a:pt x="1702351" y="57431"/>
                    <a:pt x="1704674" y="59824"/>
                  </a:cubicBezTo>
                  <a:cubicBezTo>
                    <a:pt x="1706997" y="62217"/>
                    <a:pt x="1708159" y="65408"/>
                    <a:pt x="1708159" y="69395"/>
                  </a:cubicBezTo>
                  <a:cubicBezTo>
                    <a:pt x="1708159" y="74181"/>
                    <a:pt x="1707141" y="79983"/>
                    <a:pt x="1705104" y="86799"/>
                  </a:cubicBezTo>
                  <a:lnTo>
                    <a:pt x="1691834" y="132373"/>
                  </a:lnTo>
                  <a:cubicBezTo>
                    <a:pt x="1690164" y="137885"/>
                    <a:pt x="1689336" y="140930"/>
                    <a:pt x="1689336" y="141511"/>
                  </a:cubicBezTo>
                  <a:cubicBezTo>
                    <a:pt x="1689336" y="142526"/>
                    <a:pt x="1689623" y="143360"/>
                    <a:pt x="1690212" y="144013"/>
                  </a:cubicBezTo>
                  <a:cubicBezTo>
                    <a:pt x="1690864" y="144665"/>
                    <a:pt x="1691580" y="144991"/>
                    <a:pt x="1692375" y="144991"/>
                  </a:cubicBezTo>
                  <a:cubicBezTo>
                    <a:pt x="1693330" y="144991"/>
                    <a:pt x="1694412" y="144520"/>
                    <a:pt x="1695637" y="143577"/>
                  </a:cubicBezTo>
                  <a:cubicBezTo>
                    <a:pt x="1699774" y="140386"/>
                    <a:pt x="1703879" y="135963"/>
                    <a:pt x="1707936" y="130308"/>
                  </a:cubicBezTo>
                  <a:lnTo>
                    <a:pt x="1711309" y="132373"/>
                  </a:lnTo>
                  <a:cubicBezTo>
                    <a:pt x="1708843" y="136217"/>
                    <a:pt x="1705390" y="140459"/>
                    <a:pt x="1700967" y="145099"/>
                  </a:cubicBezTo>
                  <a:cubicBezTo>
                    <a:pt x="1696624" y="149667"/>
                    <a:pt x="1692853" y="152859"/>
                    <a:pt x="1689655" y="154672"/>
                  </a:cubicBezTo>
                  <a:cubicBezTo>
                    <a:pt x="1686552" y="156412"/>
                    <a:pt x="1683752" y="157283"/>
                    <a:pt x="1681286" y="157283"/>
                  </a:cubicBezTo>
                  <a:cubicBezTo>
                    <a:pt x="1678613" y="157283"/>
                    <a:pt x="1676401" y="156412"/>
                    <a:pt x="1674651" y="154672"/>
                  </a:cubicBezTo>
                  <a:cubicBezTo>
                    <a:pt x="1672980" y="153004"/>
                    <a:pt x="1672153" y="150829"/>
                    <a:pt x="1672153" y="148145"/>
                  </a:cubicBezTo>
                  <a:cubicBezTo>
                    <a:pt x="1672153" y="144954"/>
                    <a:pt x="1673426" y="139008"/>
                    <a:pt x="1675956" y="130308"/>
                  </a:cubicBezTo>
                  <a:lnTo>
                    <a:pt x="1688461" y="86799"/>
                  </a:lnTo>
                  <a:cubicBezTo>
                    <a:pt x="1690068" y="81361"/>
                    <a:pt x="1690864" y="77082"/>
                    <a:pt x="1690864" y="73963"/>
                  </a:cubicBezTo>
                  <a:cubicBezTo>
                    <a:pt x="1690864" y="72514"/>
                    <a:pt x="1690387" y="71354"/>
                    <a:pt x="1689448" y="70484"/>
                  </a:cubicBezTo>
                  <a:cubicBezTo>
                    <a:pt x="1688573" y="69613"/>
                    <a:pt x="1687411" y="69179"/>
                    <a:pt x="1685963" y="69179"/>
                  </a:cubicBezTo>
                  <a:cubicBezTo>
                    <a:pt x="1683863" y="69179"/>
                    <a:pt x="1681477" y="69976"/>
                    <a:pt x="1678788" y="71570"/>
                  </a:cubicBezTo>
                  <a:cubicBezTo>
                    <a:pt x="1673855" y="74617"/>
                    <a:pt x="1668159" y="80272"/>
                    <a:pt x="1661715" y="88540"/>
                  </a:cubicBezTo>
                  <a:cubicBezTo>
                    <a:pt x="1659965" y="90787"/>
                    <a:pt x="1654174" y="99852"/>
                    <a:pt x="1644309" y="115731"/>
                  </a:cubicBezTo>
                  <a:cubicBezTo>
                    <a:pt x="1641254" y="120807"/>
                    <a:pt x="1638756" y="126355"/>
                    <a:pt x="1636799" y="132373"/>
                  </a:cubicBezTo>
                  <a:lnTo>
                    <a:pt x="1629846" y="154672"/>
                  </a:lnTo>
                  <a:lnTo>
                    <a:pt x="1613522" y="154672"/>
                  </a:lnTo>
                  <a:lnTo>
                    <a:pt x="1649305" y="30238"/>
                  </a:lnTo>
                  <a:lnTo>
                    <a:pt x="1653123" y="16750"/>
                  </a:lnTo>
                  <a:cubicBezTo>
                    <a:pt x="1653123" y="14865"/>
                    <a:pt x="1652312" y="13197"/>
                    <a:pt x="1650721" y="11748"/>
                  </a:cubicBezTo>
                  <a:cubicBezTo>
                    <a:pt x="1649210" y="10296"/>
                    <a:pt x="1647316" y="9572"/>
                    <a:pt x="1645073" y="9572"/>
                  </a:cubicBezTo>
                  <a:cubicBezTo>
                    <a:pt x="1643768" y="9572"/>
                    <a:pt x="1641763" y="9789"/>
                    <a:pt x="1639090" y="10225"/>
                  </a:cubicBezTo>
                  <a:lnTo>
                    <a:pt x="1636799" y="10551"/>
                  </a:lnTo>
                  <a:lnTo>
                    <a:pt x="1636799" y="6309"/>
                  </a:lnTo>
                  <a:lnTo>
                    <a:pt x="1674428" y="0"/>
                  </a:lnTo>
                  <a:close/>
                  <a:moveTo>
                    <a:pt x="1767760" y="56125"/>
                  </a:moveTo>
                  <a:cubicBezTo>
                    <a:pt x="1770800" y="56125"/>
                    <a:pt x="1773409" y="57213"/>
                    <a:pt x="1775589" y="59388"/>
                  </a:cubicBezTo>
                  <a:cubicBezTo>
                    <a:pt x="1777768" y="61492"/>
                    <a:pt x="1778850" y="64066"/>
                    <a:pt x="1778850" y="67112"/>
                  </a:cubicBezTo>
                  <a:cubicBezTo>
                    <a:pt x="1778850" y="70157"/>
                    <a:pt x="1777768" y="72767"/>
                    <a:pt x="1775589" y="74944"/>
                  </a:cubicBezTo>
                  <a:cubicBezTo>
                    <a:pt x="1773409" y="77119"/>
                    <a:pt x="1770800" y="78205"/>
                    <a:pt x="1767760" y="78205"/>
                  </a:cubicBezTo>
                  <a:cubicBezTo>
                    <a:pt x="1764706" y="78205"/>
                    <a:pt x="1762096" y="77119"/>
                    <a:pt x="1759932" y="74944"/>
                  </a:cubicBezTo>
                  <a:cubicBezTo>
                    <a:pt x="1757753" y="72767"/>
                    <a:pt x="1756655" y="70157"/>
                    <a:pt x="1756655" y="67112"/>
                  </a:cubicBezTo>
                  <a:cubicBezTo>
                    <a:pt x="1756655" y="64066"/>
                    <a:pt x="1757753" y="61492"/>
                    <a:pt x="1759932" y="59388"/>
                  </a:cubicBezTo>
                  <a:cubicBezTo>
                    <a:pt x="1762096" y="57213"/>
                    <a:pt x="1764706" y="56125"/>
                    <a:pt x="1767760" y="56125"/>
                  </a:cubicBezTo>
                  <a:close/>
                  <a:moveTo>
                    <a:pt x="1744690" y="134876"/>
                  </a:moveTo>
                  <a:cubicBezTo>
                    <a:pt x="1747745" y="134876"/>
                    <a:pt x="1750322" y="135963"/>
                    <a:pt x="1752423" y="138138"/>
                  </a:cubicBezTo>
                  <a:cubicBezTo>
                    <a:pt x="1754523" y="140242"/>
                    <a:pt x="1755573" y="142816"/>
                    <a:pt x="1755573" y="145861"/>
                  </a:cubicBezTo>
                  <a:cubicBezTo>
                    <a:pt x="1755573" y="148834"/>
                    <a:pt x="1754491" y="151408"/>
                    <a:pt x="1752311" y="153583"/>
                  </a:cubicBezTo>
                  <a:cubicBezTo>
                    <a:pt x="1750211" y="155687"/>
                    <a:pt x="1747665" y="156739"/>
                    <a:pt x="1744690" y="156739"/>
                  </a:cubicBezTo>
                  <a:cubicBezTo>
                    <a:pt x="1741651" y="156739"/>
                    <a:pt x="1739042" y="155687"/>
                    <a:pt x="1736862" y="153583"/>
                  </a:cubicBezTo>
                  <a:cubicBezTo>
                    <a:pt x="1734761" y="151408"/>
                    <a:pt x="1733711" y="148834"/>
                    <a:pt x="1733711" y="145861"/>
                  </a:cubicBezTo>
                  <a:cubicBezTo>
                    <a:pt x="1733711" y="142816"/>
                    <a:pt x="1734761" y="140242"/>
                    <a:pt x="1736862" y="138138"/>
                  </a:cubicBezTo>
                  <a:cubicBezTo>
                    <a:pt x="1739042" y="135963"/>
                    <a:pt x="1741651" y="134876"/>
                    <a:pt x="1744690" y="134876"/>
                  </a:cubicBezTo>
                  <a:close/>
                </a:path>
              </a:pathLst>
            </a:custGeom>
            <a:solidFill>
              <a:srgbClr val="000000"/>
            </a:solidFill>
            <a:ln w="1591" cap="flat">
              <a:noFill/>
              <a:prstDash val="solid"/>
              <a:miter/>
            </a:ln>
          </p:spPr>
        </p:sp>
      </p:grpSp>
      <p:grpSp>
        <p:nvGrpSpPr>
          <p:cNvPr id="176" name="组合 175">
            <a:extLst>
              <a:ext uri="{FF2B5EF4-FFF2-40B4-BE49-F238E27FC236}">
                <a16:creationId xmlns:a16="http://schemas.microsoft.com/office/drawing/2014/main" id="{159C521F-4475-544E-38D2-1AA3B9DA4D38}"/>
              </a:ext>
            </a:extLst>
          </p:cNvPr>
          <p:cNvGrpSpPr/>
          <p:nvPr/>
        </p:nvGrpSpPr>
        <p:grpSpPr>
          <a:xfrm>
            <a:off x="5245797" y="3438649"/>
            <a:ext cx="981608" cy="1087255"/>
            <a:chOff x="5328057" y="2501398"/>
            <a:chExt cx="981608" cy="1087255"/>
          </a:xfrm>
        </p:grpSpPr>
        <p:sp>
          <p:nvSpPr>
            <p:cNvPr id="95" name="任意形状 94">
              <a:extLst>
                <a:ext uri="{FF2B5EF4-FFF2-40B4-BE49-F238E27FC236}">
                  <a16:creationId xmlns:a16="http://schemas.microsoft.com/office/drawing/2014/main" id="{135E8A2C-76DD-62F3-EECA-BF1F7B314F92}"/>
                </a:ext>
              </a:extLst>
            </p:cNvPr>
            <p:cNvSpPr/>
            <p:nvPr/>
          </p:nvSpPr>
          <p:spPr>
            <a:xfrm>
              <a:off x="5878714" y="3183212"/>
              <a:ext cx="403160" cy="405441"/>
            </a:xfrm>
            <a:custGeom>
              <a:avLst/>
              <a:gdLst>
                <a:gd name="csX0" fmla="*/ 346132 w 403160"/>
                <a:gd name="csY0" fmla="*/ 329391 h 405441"/>
                <a:gd name="csX1" fmla="*/ 283491 w 403160"/>
                <a:gd name="csY1" fmla="*/ 376600 h 405441"/>
                <a:gd name="csX2" fmla="*/ 82952 w 403160"/>
                <a:gd name="csY2" fmla="*/ 348421 h 405441"/>
                <a:gd name="csX3" fmla="*/ 28839 w 403160"/>
                <a:gd name="csY3" fmla="*/ 276596 h 405441"/>
                <a:gd name="csX4" fmla="*/ 57017 w 403160"/>
                <a:gd name="csY4" fmla="*/ 76046 h 405441"/>
                <a:gd name="csX5" fmla="*/ 119658 w 403160"/>
                <a:gd name="csY5" fmla="*/ 28853 h 405441"/>
                <a:gd name="csX6" fmla="*/ 320197 w 403160"/>
                <a:gd name="csY6" fmla="*/ 57032 h 405441"/>
                <a:gd name="csX7" fmla="*/ 374310 w 403160"/>
                <a:gd name="csY7" fmla="*/ 128841 h 405441"/>
                <a:gd name="csX8" fmla="*/ 346132 w 403160"/>
                <a:gd name="csY8" fmla="*/ 329391 h 405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3160" h="405441">
                  <a:moveTo>
                    <a:pt x="346132" y="329391"/>
                  </a:moveTo>
                  <a:lnTo>
                    <a:pt x="283491" y="376600"/>
                  </a:lnTo>
                  <a:cubicBezTo>
                    <a:pt x="220325" y="424192"/>
                    <a:pt x="130541" y="411574"/>
                    <a:pt x="82952" y="348421"/>
                  </a:cubicBezTo>
                  <a:lnTo>
                    <a:pt x="28839" y="276596"/>
                  </a:lnTo>
                  <a:cubicBezTo>
                    <a:pt x="-18749" y="213443"/>
                    <a:pt x="-6132" y="123654"/>
                    <a:pt x="57017" y="76046"/>
                  </a:cubicBezTo>
                  <a:lnTo>
                    <a:pt x="119658" y="28853"/>
                  </a:lnTo>
                  <a:cubicBezTo>
                    <a:pt x="182824" y="-18755"/>
                    <a:pt x="272608" y="-6137"/>
                    <a:pt x="320197" y="57032"/>
                  </a:cubicBezTo>
                  <a:lnTo>
                    <a:pt x="374310" y="128841"/>
                  </a:lnTo>
                  <a:cubicBezTo>
                    <a:pt x="421915" y="192010"/>
                    <a:pt x="409297" y="281799"/>
                    <a:pt x="346132" y="329391"/>
                  </a:cubicBezTo>
                  <a:close/>
                </a:path>
              </a:pathLst>
            </a:custGeom>
            <a:solidFill>
              <a:srgbClr val="F39E85">
                <a:alpha val="80000"/>
              </a:srgbClr>
            </a:solidFill>
            <a:ln w="1591" cap="flat">
              <a:noFill/>
              <a:prstDash val="solid"/>
              <a:miter/>
            </a:ln>
          </p:spPr>
        </p:sp>
        <p:sp>
          <p:nvSpPr>
            <p:cNvPr id="96" name="任意形状 95">
              <a:extLst>
                <a:ext uri="{FF2B5EF4-FFF2-40B4-BE49-F238E27FC236}">
                  <a16:creationId xmlns:a16="http://schemas.microsoft.com/office/drawing/2014/main" id="{5CAA8939-506A-ADC5-DD56-8062BA0BC954}"/>
                </a:ext>
              </a:extLst>
            </p:cNvPr>
            <p:cNvSpPr/>
            <p:nvPr/>
          </p:nvSpPr>
          <p:spPr>
            <a:xfrm>
              <a:off x="5328057" y="2501398"/>
              <a:ext cx="981608" cy="760624"/>
            </a:xfrm>
            <a:custGeom>
              <a:avLst/>
              <a:gdLst>
                <a:gd name="csX0" fmla="*/ 912142 w 981608"/>
                <a:gd name="csY0" fmla="*/ 354324 h 760624"/>
                <a:gd name="csX1" fmla="*/ 270048 w 981608"/>
                <a:gd name="csY1" fmla="*/ 740151 h 760624"/>
                <a:gd name="csX2" fmla="*/ 73566 w 981608"/>
                <a:gd name="csY2" fmla="*/ 691159 h 760624"/>
                <a:gd name="csX3" fmla="*/ 20472 w 981608"/>
                <a:gd name="csY3" fmla="*/ 602802 h 760624"/>
                <a:gd name="csX4" fmla="*/ 69477 w 981608"/>
                <a:gd name="csY4" fmla="*/ 406304 h 760624"/>
                <a:gd name="csX5" fmla="*/ 711556 w 981608"/>
                <a:gd name="csY5" fmla="*/ 20477 h 760624"/>
                <a:gd name="csX6" fmla="*/ 908053 w 981608"/>
                <a:gd name="csY6" fmla="*/ 69470 h 760624"/>
                <a:gd name="csX7" fmla="*/ 961132 w 981608"/>
                <a:gd name="csY7" fmla="*/ 157819 h 760624"/>
                <a:gd name="csX8" fmla="*/ 912142 w 981608"/>
                <a:gd name="csY8" fmla="*/ 354324 h 7606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81608" h="760624">
                  <a:moveTo>
                    <a:pt x="912142" y="354324"/>
                  </a:moveTo>
                  <a:lnTo>
                    <a:pt x="270048" y="740151"/>
                  </a:lnTo>
                  <a:cubicBezTo>
                    <a:pt x="202269" y="780885"/>
                    <a:pt x="114298" y="758942"/>
                    <a:pt x="73566" y="691159"/>
                  </a:cubicBezTo>
                  <a:lnTo>
                    <a:pt x="20472" y="602802"/>
                  </a:lnTo>
                  <a:cubicBezTo>
                    <a:pt x="-20259" y="535019"/>
                    <a:pt x="1682" y="447044"/>
                    <a:pt x="69477" y="406304"/>
                  </a:cubicBezTo>
                  <a:lnTo>
                    <a:pt x="711556" y="20477"/>
                  </a:lnTo>
                  <a:cubicBezTo>
                    <a:pt x="779351" y="-20259"/>
                    <a:pt x="867322" y="1677"/>
                    <a:pt x="908053" y="69470"/>
                  </a:cubicBezTo>
                  <a:lnTo>
                    <a:pt x="961132" y="157819"/>
                  </a:lnTo>
                  <a:cubicBezTo>
                    <a:pt x="1001863" y="225612"/>
                    <a:pt x="979938" y="313590"/>
                    <a:pt x="912142" y="354324"/>
                  </a:cubicBezTo>
                  <a:close/>
                </a:path>
              </a:pathLst>
            </a:custGeom>
            <a:solidFill>
              <a:srgbClr val="D9EDF8"/>
            </a:solidFill>
            <a:ln w="1591" cap="flat">
              <a:noFill/>
              <a:prstDash val="solid"/>
              <a:miter/>
            </a:ln>
          </p:spPr>
        </p:sp>
        <p:sp>
          <p:nvSpPr>
            <p:cNvPr id="97" name="任意形状 96">
              <a:extLst>
                <a:ext uri="{FF2B5EF4-FFF2-40B4-BE49-F238E27FC236}">
                  <a16:creationId xmlns:a16="http://schemas.microsoft.com/office/drawing/2014/main" id="{017C8F6A-1565-6BC8-66CA-3C960A5307EE}"/>
                </a:ext>
              </a:extLst>
            </p:cNvPr>
            <p:cNvSpPr/>
            <p:nvPr/>
          </p:nvSpPr>
          <p:spPr>
            <a:xfrm>
              <a:off x="5999582" y="2643757"/>
              <a:ext cx="92998" cy="139576"/>
            </a:xfrm>
            <a:custGeom>
              <a:avLst/>
              <a:gdLst>
                <a:gd name="csX0" fmla="*/ 0 w 92998"/>
                <a:gd name="csY0" fmla="*/ 62545 h 139576"/>
                <a:gd name="csX1" fmla="*/ 16547 w 92998"/>
                <a:gd name="csY1" fmla="*/ 20410 h 139576"/>
                <a:gd name="csX2" fmla="*/ 53794 w 92998"/>
                <a:gd name="csY2" fmla="*/ 220 h 139576"/>
                <a:gd name="csX3" fmla="*/ 73842 w 92998"/>
                <a:gd name="csY3" fmla="*/ 11631 h 139576"/>
                <a:gd name="csX4" fmla="*/ 74923 w 92998"/>
                <a:gd name="csY4" fmla="*/ 10314 h 139576"/>
                <a:gd name="csX5" fmla="*/ 77326 w 92998"/>
                <a:gd name="csY5" fmla="*/ 7900 h 139576"/>
                <a:gd name="csX6" fmla="*/ 80811 w 92998"/>
                <a:gd name="csY6" fmla="*/ 5267 h 139576"/>
                <a:gd name="csX7" fmla="*/ 90834 w 92998"/>
                <a:gd name="csY7" fmla="*/ 0 h 139576"/>
                <a:gd name="csX8" fmla="*/ 92346 w 92998"/>
                <a:gd name="csY8" fmla="*/ 657 h 139576"/>
                <a:gd name="csX9" fmla="*/ 92998 w 92998"/>
                <a:gd name="csY9" fmla="*/ 1755 h 139576"/>
                <a:gd name="csX10" fmla="*/ 77979 w 92998"/>
                <a:gd name="csY10" fmla="*/ 64302 h 139576"/>
                <a:gd name="csX11" fmla="*/ 62513 w 92998"/>
                <a:gd name="csY11" fmla="*/ 127506 h 139576"/>
                <a:gd name="csX12" fmla="*/ 72314 w 92998"/>
                <a:gd name="csY12" fmla="*/ 129480 h 139576"/>
                <a:gd name="csX13" fmla="*/ 77756 w 92998"/>
                <a:gd name="csY13" fmla="*/ 129480 h 139576"/>
                <a:gd name="csX14" fmla="*/ 79060 w 92998"/>
                <a:gd name="csY14" fmla="*/ 131457 h 139576"/>
                <a:gd name="csX15" fmla="*/ 78408 w 92998"/>
                <a:gd name="csY15" fmla="*/ 135406 h 139576"/>
                <a:gd name="csX16" fmla="*/ 76228 w 92998"/>
                <a:gd name="csY16" fmla="*/ 139576 h 139576"/>
                <a:gd name="csX17" fmla="*/ 73396 w 92998"/>
                <a:gd name="csY17" fmla="*/ 139576 h 139576"/>
                <a:gd name="csX18" fmla="*/ 49880 w 92998"/>
                <a:gd name="csY18" fmla="*/ 139137 h 139576"/>
                <a:gd name="csX19" fmla="*/ 38774 w 92998"/>
                <a:gd name="csY19" fmla="*/ 139137 h 139576"/>
                <a:gd name="csX20" fmla="*/ 30708 w 92998"/>
                <a:gd name="csY20" fmla="*/ 139137 h 139576"/>
                <a:gd name="csX21" fmla="*/ 27000 w 92998"/>
                <a:gd name="csY21" fmla="*/ 139357 h 139576"/>
                <a:gd name="csX22" fmla="*/ 23962 w 92998"/>
                <a:gd name="csY22" fmla="*/ 137602 h 139576"/>
                <a:gd name="csX23" fmla="*/ 24391 w 92998"/>
                <a:gd name="csY23" fmla="*/ 134310 h 139576"/>
                <a:gd name="csX24" fmla="*/ 25919 w 92998"/>
                <a:gd name="csY24" fmla="*/ 130139 h 139576"/>
                <a:gd name="csX25" fmla="*/ 30278 w 92998"/>
                <a:gd name="csY25" fmla="*/ 129480 h 139576"/>
                <a:gd name="csX26" fmla="*/ 42911 w 92998"/>
                <a:gd name="csY26" fmla="*/ 127945 h 139576"/>
                <a:gd name="csX27" fmla="*/ 49005 w 92998"/>
                <a:gd name="csY27" fmla="*/ 108632 h 139576"/>
                <a:gd name="csX28" fmla="*/ 53587 w 92998"/>
                <a:gd name="csY28" fmla="*/ 89978 h 139576"/>
                <a:gd name="csX29" fmla="*/ 52060 w 92998"/>
                <a:gd name="csY29" fmla="*/ 90637 h 139576"/>
                <a:gd name="csX30" fmla="*/ 30278 w 92998"/>
                <a:gd name="csY30" fmla="*/ 99196 h 139576"/>
                <a:gd name="csX31" fmla="*/ 9149 w 92998"/>
                <a:gd name="csY31" fmla="*/ 90418 h 139576"/>
                <a:gd name="csX32" fmla="*/ 0 w 92998"/>
                <a:gd name="csY32" fmla="*/ 62545 h 139576"/>
                <a:gd name="csX33" fmla="*/ 69482 w 92998"/>
                <a:gd name="csY33" fmla="*/ 25457 h 139576"/>
                <a:gd name="csX34" fmla="*/ 53142 w 92998"/>
                <a:gd name="csY34" fmla="*/ 8120 h 139576"/>
                <a:gd name="csX35" fmla="*/ 38552 w 92998"/>
                <a:gd name="csY35" fmla="*/ 14924 h 139576"/>
                <a:gd name="csX36" fmla="*/ 27653 w 92998"/>
                <a:gd name="csY36" fmla="*/ 32698 h 139576"/>
                <a:gd name="csX37" fmla="*/ 18727 w 92998"/>
                <a:gd name="csY37" fmla="*/ 68690 h 139576"/>
                <a:gd name="csX38" fmla="*/ 18727 w 92998"/>
                <a:gd name="csY38" fmla="*/ 71104 h 139576"/>
                <a:gd name="csX39" fmla="*/ 18504 w 92998"/>
                <a:gd name="csY39" fmla="*/ 73738 h 139576"/>
                <a:gd name="csX40" fmla="*/ 22434 w 92998"/>
                <a:gd name="csY40" fmla="*/ 87345 h 139576"/>
                <a:gd name="csX41" fmla="*/ 31790 w 92998"/>
                <a:gd name="csY41" fmla="*/ 91294 h 139576"/>
                <a:gd name="csX42" fmla="*/ 55974 w 92998"/>
                <a:gd name="csY42" fmla="*/ 75494 h 139576"/>
                <a:gd name="csX43" fmla="*/ 57724 w 92998"/>
                <a:gd name="csY43" fmla="*/ 73080 h 139576"/>
                <a:gd name="csX44" fmla="*/ 69482 w 92998"/>
                <a:gd name="csY44" fmla="*/ 25457 h 139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2998" h="139576">
                  <a:moveTo>
                    <a:pt x="0" y="62545"/>
                  </a:moveTo>
                  <a:cubicBezTo>
                    <a:pt x="0" y="47768"/>
                    <a:pt x="5521" y="33723"/>
                    <a:pt x="16547" y="20410"/>
                  </a:cubicBezTo>
                  <a:cubicBezTo>
                    <a:pt x="27589" y="7095"/>
                    <a:pt x="39999" y="364"/>
                    <a:pt x="53794" y="220"/>
                  </a:cubicBezTo>
                  <a:cubicBezTo>
                    <a:pt x="62513" y="220"/>
                    <a:pt x="69196" y="4022"/>
                    <a:pt x="73842" y="11631"/>
                  </a:cubicBezTo>
                  <a:cubicBezTo>
                    <a:pt x="73985" y="11485"/>
                    <a:pt x="74351" y="11046"/>
                    <a:pt x="74923" y="10314"/>
                  </a:cubicBezTo>
                  <a:cubicBezTo>
                    <a:pt x="75512" y="9582"/>
                    <a:pt x="76308" y="8778"/>
                    <a:pt x="77326" y="7900"/>
                  </a:cubicBezTo>
                  <a:cubicBezTo>
                    <a:pt x="78345" y="7022"/>
                    <a:pt x="79506" y="6145"/>
                    <a:pt x="80811" y="5267"/>
                  </a:cubicBezTo>
                  <a:cubicBezTo>
                    <a:pt x="85743" y="1755"/>
                    <a:pt x="89084" y="0"/>
                    <a:pt x="90834" y="0"/>
                  </a:cubicBezTo>
                  <a:cubicBezTo>
                    <a:pt x="91407" y="0"/>
                    <a:pt x="91916" y="220"/>
                    <a:pt x="92346" y="657"/>
                  </a:cubicBezTo>
                  <a:cubicBezTo>
                    <a:pt x="92792" y="1096"/>
                    <a:pt x="92998" y="1462"/>
                    <a:pt x="92998" y="1755"/>
                  </a:cubicBezTo>
                  <a:cubicBezTo>
                    <a:pt x="92998" y="3073"/>
                    <a:pt x="88002" y="23920"/>
                    <a:pt x="77979" y="64302"/>
                  </a:cubicBezTo>
                  <a:cubicBezTo>
                    <a:pt x="67668" y="105852"/>
                    <a:pt x="62513" y="126920"/>
                    <a:pt x="62513" y="127506"/>
                  </a:cubicBezTo>
                  <a:cubicBezTo>
                    <a:pt x="62513" y="128677"/>
                    <a:pt x="65775" y="129334"/>
                    <a:pt x="72314" y="129480"/>
                  </a:cubicBezTo>
                  <a:lnTo>
                    <a:pt x="77756" y="129480"/>
                  </a:lnTo>
                  <a:cubicBezTo>
                    <a:pt x="78631" y="130652"/>
                    <a:pt x="79060" y="131310"/>
                    <a:pt x="79060" y="131457"/>
                  </a:cubicBezTo>
                  <a:cubicBezTo>
                    <a:pt x="79060" y="131603"/>
                    <a:pt x="78854" y="132919"/>
                    <a:pt x="78408" y="135406"/>
                  </a:cubicBezTo>
                  <a:cubicBezTo>
                    <a:pt x="77835" y="137309"/>
                    <a:pt x="77103" y="138698"/>
                    <a:pt x="76228" y="139576"/>
                  </a:cubicBezTo>
                  <a:lnTo>
                    <a:pt x="73396" y="139576"/>
                  </a:lnTo>
                  <a:cubicBezTo>
                    <a:pt x="68894" y="139284"/>
                    <a:pt x="61065" y="139137"/>
                    <a:pt x="49880" y="139137"/>
                  </a:cubicBezTo>
                  <a:cubicBezTo>
                    <a:pt x="45807" y="139137"/>
                    <a:pt x="42116" y="139137"/>
                    <a:pt x="38774" y="139137"/>
                  </a:cubicBezTo>
                  <a:cubicBezTo>
                    <a:pt x="35433" y="139137"/>
                    <a:pt x="32744" y="139137"/>
                    <a:pt x="30708" y="139137"/>
                  </a:cubicBezTo>
                  <a:cubicBezTo>
                    <a:pt x="28671" y="139137"/>
                    <a:pt x="27446" y="139210"/>
                    <a:pt x="27000" y="139357"/>
                  </a:cubicBezTo>
                  <a:cubicBezTo>
                    <a:pt x="24980" y="139357"/>
                    <a:pt x="23962" y="138771"/>
                    <a:pt x="23962" y="137602"/>
                  </a:cubicBezTo>
                  <a:cubicBezTo>
                    <a:pt x="23962" y="137163"/>
                    <a:pt x="24105" y="136065"/>
                    <a:pt x="24391" y="134310"/>
                  </a:cubicBezTo>
                  <a:cubicBezTo>
                    <a:pt x="24980" y="131968"/>
                    <a:pt x="25473" y="130578"/>
                    <a:pt x="25919" y="130139"/>
                  </a:cubicBezTo>
                  <a:cubicBezTo>
                    <a:pt x="26348" y="129700"/>
                    <a:pt x="27812" y="129480"/>
                    <a:pt x="30278" y="129480"/>
                  </a:cubicBezTo>
                  <a:cubicBezTo>
                    <a:pt x="37247" y="129480"/>
                    <a:pt x="41448" y="128968"/>
                    <a:pt x="42911" y="127945"/>
                  </a:cubicBezTo>
                  <a:cubicBezTo>
                    <a:pt x="44073" y="127213"/>
                    <a:pt x="46093" y="120775"/>
                    <a:pt x="49005" y="108632"/>
                  </a:cubicBezTo>
                  <a:cubicBezTo>
                    <a:pt x="51917" y="96489"/>
                    <a:pt x="53428" y="90271"/>
                    <a:pt x="53587" y="89978"/>
                  </a:cubicBezTo>
                  <a:cubicBezTo>
                    <a:pt x="53587" y="89832"/>
                    <a:pt x="53078" y="90052"/>
                    <a:pt x="52060" y="90637"/>
                  </a:cubicBezTo>
                  <a:cubicBezTo>
                    <a:pt x="45091" y="96343"/>
                    <a:pt x="37820" y="99196"/>
                    <a:pt x="30278" y="99196"/>
                  </a:cubicBezTo>
                  <a:cubicBezTo>
                    <a:pt x="22291" y="99196"/>
                    <a:pt x="15243" y="96270"/>
                    <a:pt x="9149" y="90418"/>
                  </a:cubicBezTo>
                  <a:cubicBezTo>
                    <a:pt x="3039" y="84565"/>
                    <a:pt x="0" y="75275"/>
                    <a:pt x="0" y="62545"/>
                  </a:cubicBezTo>
                  <a:close/>
                  <a:moveTo>
                    <a:pt x="69482" y="25457"/>
                  </a:moveTo>
                  <a:cubicBezTo>
                    <a:pt x="66141" y="13899"/>
                    <a:pt x="60699" y="8120"/>
                    <a:pt x="53142" y="8120"/>
                  </a:cubicBezTo>
                  <a:cubicBezTo>
                    <a:pt x="48066" y="8120"/>
                    <a:pt x="43198" y="10387"/>
                    <a:pt x="38552" y="14924"/>
                  </a:cubicBezTo>
                  <a:cubicBezTo>
                    <a:pt x="33906" y="19458"/>
                    <a:pt x="30278" y="25384"/>
                    <a:pt x="27653" y="32698"/>
                  </a:cubicBezTo>
                  <a:cubicBezTo>
                    <a:pt x="23452" y="44257"/>
                    <a:pt x="20477" y="56254"/>
                    <a:pt x="18727" y="68690"/>
                  </a:cubicBezTo>
                  <a:cubicBezTo>
                    <a:pt x="18727" y="69130"/>
                    <a:pt x="18727" y="69935"/>
                    <a:pt x="18727" y="71104"/>
                  </a:cubicBezTo>
                  <a:cubicBezTo>
                    <a:pt x="18727" y="72275"/>
                    <a:pt x="18663" y="73154"/>
                    <a:pt x="18504" y="73738"/>
                  </a:cubicBezTo>
                  <a:cubicBezTo>
                    <a:pt x="18504" y="80322"/>
                    <a:pt x="19825" y="84858"/>
                    <a:pt x="22434" y="87345"/>
                  </a:cubicBezTo>
                  <a:cubicBezTo>
                    <a:pt x="25044" y="89832"/>
                    <a:pt x="28162" y="91148"/>
                    <a:pt x="31790" y="91294"/>
                  </a:cubicBezTo>
                  <a:cubicBezTo>
                    <a:pt x="39634" y="91294"/>
                    <a:pt x="47700" y="86028"/>
                    <a:pt x="55974" y="75494"/>
                  </a:cubicBezTo>
                  <a:lnTo>
                    <a:pt x="57724" y="73080"/>
                  </a:lnTo>
                  <a:lnTo>
                    <a:pt x="69482" y="25457"/>
                  </a:lnTo>
                  <a:close/>
                </a:path>
              </a:pathLst>
            </a:custGeom>
            <a:solidFill>
              <a:srgbClr val="000000"/>
            </a:solidFill>
            <a:ln w="1591" cap="flat">
              <a:noFill/>
              <a:prstDash val="solid"/>
              <a:miter/>
            </a:ln>
          </p:spPr>
        </p:sp>
        <p:sp>
          <p:nvSpPr>
            <p:cNvPr id="98" name="任意形状 97">
              <a:extLst>
                <a:ext uri="{FF2B5EF4-FFF2-40B4-BE49-F238E27FC236}">
                  <a16:creationId xmlns:a16="http://schemas.microsoft.com/office/drawing/2014/main" id="{E6F0AA90-D238-3905-69BA-94E613936239}"/>
                </a:ext>
              </a:extLst>
            </p:cNvPr>
            <p:cNvSpPr/>
            <p:nvPr/>
          </p:nvSpPr>
          <p:spPr>
            <a:xfrm>
              <a:off x="6097242" y="2670339"/>
              <a:ext cx="61447" cy="103336"/>
            </a:xfrm>
            <a:custGeom>
              <a:avLst/>
              <a:gdLst>
                <a:gd name="csX0" fmla="*/ 9085 w 61447"/>
                <a:gd name="csY0" fmla="*/ 36772 h 103336"/>
                <a:gd name="csX1" fmla="*/ 2466 w 61447"/>
                <a:gd name="csY1" fmla="*/ 33979 h 103336"/>
                <a:gd name="csX2" fmla="*/ 0 w 61447"/>
                <a:gd name="csY2" fmla="*/ 27153 h 103336"/>
                <a:gd name="csX3" fmla="*/ 8162 w 61447"/>
                <a:gd name="csY3" fmla="*/ 8069 h 103336"/>
                <a:gd name="csX4" fmla="*/ 28480 w 61447"/>
                <a:gd name="csY4" fmla="*/ 0 h 103336"/>
                <a:gd name="csX5" fmla="*/ 51901 w 61447"/>
                <a:gd name="csY5" fmla="*/ 8689 h 103336"/>
                <a:gd name="csX6" fmla="*/ 61447 w 61447"/>
                <a:gd name="csY6" fmla="*/ 31187 h 103336"/>
                <a:gd name="csX7" fmla="*/ 58361 w 61447"/>
                <a:gd name="csY7" fmla="*/ 43910 h 103336"/>
                <a:gd name="csX8" fmla="*/ 50978 w 61447"/>
                <a:gd name="csY8" fmla="*/ 54461 h 103336"/>
                <a:gd name="csX9" fmla="*/ 38647 w 61447"/>
                <a:gd name="csY9" fmla="*/ 65942 h 103336"/>
                <a:gd name="csX10" fmla="*/ 23246 w 61447"/>
                <a:gd name="csY10" fmla="*/ 80217 h 103336"/>
                <a:gd name="csX11" fmla="*/ 14161 w 61447"/>
                <a:gd name="csY11" fmla="*/ 88906 h 103336"/>
                <a:gd name="csX12" fmla="*/ 25871 w 61447"/>
                <a:gd name="csY12" fmla="*/ 89060 h 103336"/>
                <a:gd name="csX13" fmla="*/ 51583 w 61447"/>
                <a:gd name="csY13" fmla="*/ 88285 h 103336"/>
                <a:gd name="csX14" fmla="*/ 55290 w 61447"/>
                <a:gd name="csY14" fmla="*/ 74476 h 103336"/>
                <a:gd name="csX15" fmla="*/ 55290 w 61447"/>
                <a:gd name="csY15" fmla="*/ 74011 h 103336"/>
                <a:gd name="csX16" fmla="*/ 61447 w 61447"/>
                <a:gd name="csY16" fmla="*/ 74011 h 103336"/>
                <a:gd name="csX17" fmla="*/ 61447 w 61447"/>
                <a:gd name="csY17" fmla="*/ 74476 h 103336"/>
                <a:gd name="csX18" fmla="*/ 59443 w 61447"/>
                <a:gd name="csY18" fmla="*/ 88596 h 103336"/>
                <a:gd name="csX19" fmla="*/ 57136 w 61447"/>
                <a:gd name="csY19" fmla="*/ 102870 h 103336"/>
                <a:gd name="csX20" fmla="*/ 57136 w 61447"/>
                <a:gd name="csY20" fmla="*/ 103336 h 103336"/>
                <a:gd name="csX21" fmla="*/ 0 w 61447"/>
                <a:gd name="csY21" fmla="*/ 103336 h 103336"/>
                <a:gd name="csX22" fmla="*/ 0 w 61447"/>
                <a:gd name="csY22" fmla="*/ 100388 h 103336"/>
                <a:gd name="csX23" fmla="*/ 0 w 61447"/>
                <a:gd name="csY23" fmla="*/ 98526 h 103336"/>
                <a:gd name="csX24" fmla="*/ 923 w 61447"/>
                <a:gd name="csY24" fmla="*/ 96198 h 103336"/>
                <a:gd name="csX25" fmla="*/ 5537 w 61447"/>
                <a:gd name="csY25" fmla="*/ 90768 h 103336"/>
                <a:gd name="csX26" fmla="*/ 13238 w 61447"/>
                <a:gd name="csY26" fmla="*/ 82078 h 103336"/>
                <a:gd name="csX27" fmla="*/ 18473 w 61447"/>
                <a:gd name="csY27" fmla="*/ 76337 h 103336"/>
                <a:gd name="csX28" fmla="*/ 23707 w 61447"/>
                <a:gd name="csY28" fmla="*/ 70597 h 103336"/>
                <a:gd name="csX29" fmla="*/ 28178 w 61447"/>
                <a:gd name="csY29" fmla="*/ 65476 h 103336"/>
                <a:gd name="csX30" fmla="*/ 32490 w 61447"/>
                <a:gd name="csY30" fmla="*/ 60201 h 103336"/>
                <a:gd name="csX31" fmla="*/ 36038 w 61447"/>
                <a:gd name="csY31" fmla="*/ 55547 h 103336"/>
                <a:gd name="csX32" fmla="*/ 39268 w 61447"/>
                <a:gd name="csY32" fmla="*/ 50581 h 103336"/>
                <a:gd name="csX33" fmla="*/ 41575 w 61447"/>
                <a:gd name="csY33" fmla="*/ 46082 h 103336"/>
                <a:gd name="csX34" fmla="*/ 43580 w 61447"/>
                <a:gd name="csY34" fmla="*/ 41117 h 103336"/>
                <a:gd name="csX35" fmla="*/ 44662 w 61447"/>
                <a:gd name="csY35" fmla="*/ 36461 h 103336"/>
                <a:gd name="csX36" fmla="*/ 45123 w 61447"/>
                <a:gd name="csY36" fmla="*/ 31343 h 103336"/>
                <a:gd name="csX37" fmla="*/ 39888 w 61447"/>
                <a:gd name="csY37" fmla="*/ 14430 h 103336"/>
                <a:gd name="csX38" fmla="*/ 24948 w 61447"/>
                <a:gd name="csY38" fmla="*/ 7292 h 103336"/>
                <a:gd name="csX39" fmla="*/ 16006 w 61447"/>
                <a:gd name="csY39" fmla="*/ 9930 h 103336"/>
                <a:gd name="csX40" fmla="*/ 10629 w 61447"/>
                <a:gd name="csY40" fmla="*/ 15051 h 103336"/>
                <a:gd name="csX41" fmla="*/ 9085 w 61447"/>
                <a:gd name="csY41" fmla="*/ 17998 h 103336"/>
                <a:gd name="csX42" fmla="*/ 9849 w 61447"/>
                <a:gd name="csY42" fmla="*/ 18154 h 103336"/>
                <a:gd name="csX43" fmla="*/ 15545 w 61447"/>
                <a:gd name="csY43" fmla="*/ 20326 h 103336"/>
                <a:gd name="csX44" fmla="*/ 18473 w 61447"/>
                <a:gd name="csY44" fmla="*/ 27463 h 103336"/>
                <a:gd name="csX45" fmla="*/ 16006 w 61447"/>
                <a:gd name="csY45" fmla="*/ 33979 h 103336"/>
                <a:gd name="csX46" fmla="*/ 9085 w 61447"/>
                <a:gd name="csY46" fmla="*/ 36772 h 1033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1447" h="103336">
                  <a:moveTo>
                    <a:pt x="9085" y="36772"/>
                  </a:moveTo>
                  <a:cubicBezTo>
                    <a:pt x="6317" y="36772"/>
                    <a:pt x="4105" y="35841"/>
                    <a:pt x="2466" y="33979"/>
                  </a:cubicBezTo>
                  <a:cubicBezTo>
                    <a:pt x="811" y="32118"/>
                    <a:pt x="0" y="29842"/>
                    <a:pt x="0" y="27153"/>
                  </a:cubicBezTo>
                  <a:cubicBezTo>
                    <a:pt x="0" y="19808"/>
                    <a:pt x="2721" y="13447"/>
                    <a:pt x="8162" y="8069"/>
                  </a:cubicBezTo>
                  <a:cubicBezTo>
                    <a:pt x="13604" y="2689"/>
                    <a:pt x="20382" y="0"/>
                    <a:pt x="28480" y="0"/>
                  </a:cubicBezTo>
                  <a:cubicBezTo>
                    <a:pt x="37836" y="0"/>
                    <a:pt x="45632" y="2896"/>
                    <a:pt x="51901" y="8689"/>
                  </a:cubicBezTo>
                  <a:cubicBezTo>
                    <a:pt x="58154" y="14481"/>
                    <a:pt x="61336" y="21980"/>
                    <a:pt x="61447" y="31187"/>
                  </a:cubicBezTo>
                  <a:cubicBezTo>
                    <a:pt x="61447" y="35634"/>
                    <a:pt x="60413" y="39876"/>
                    <a:pt x="58361" y="43910"/>
                  </a:cubicBezTo>
                  <a:cubicBezTo>
                    <a:pt x="56308" y="47943"/>
                    <a:pt x="53842" y="51461"/>
                    <a:pt x="50978" y="54461"/>
                  </a:cubicBezTo>
                  <a:cubicBezTo>
                    <a:pt x="48098" y="57460"/>
                    <a:pt x="43993" y="61288"/>
                    <a:pt x="38647" y="65942"/>
                  </a:cubicBezTo>
                  <a:cubicBezTo>
                    <a:pt x="34956" y="69149"/>
                    <a:pt x="29817" y="73908"/>
                    <a:pt x="23246" y="80217"/>
                  </a:cubicBezTo>
                  <a:lnTo>
                    <a:pt x="14161" y="88906"/>
                  </a:lnTo>
                  <a:lnTo>
                    <a:pt x="25871" y="89060"/>
                  </a:lnTo>
                  <a:cubicBezTo>
                    <a:pt x="41989" y="89060"/>
                    <a:pt x="50564" y="88803"/>
                    <a:pt x="51583" y="88285"/>
                  </a:cubicBezTo>
                  <a:cubicBezTo>
                    <a:pt x="52299" y="88079"/>
                    <a:pt x="53540" y="83475"/>
                    <a:pt x="55290" y="74476"/>
                  </a:cubicBezTo>
                  <a:lnTo>
                    <a:pt x="55290" y="74011"/>
                  </a:lnTo>
                  <a:lnTo>
                    <a:pt x="61447" y="74011"/>
                  </a:lnTo>
                  <a:lnTo>
                    <a:pt x="61447" y="74476"/>
                  </a:lnTo>
                  <a:cubicBezTo>
                    <a:pt x="61336" y="74786"/>
                    <a:pt x="60668" y="79493"/>
                    <a:pt x="59443" y="88596"/>
                  </a:cubicBezTo>
                  <a:cubicBezTo>
                    <a:pt x="58202" y="97699"/>
                    <a:pt x="57438" y="102456"/>
                    <a:pt x="57136" y="102870"/>
                  </a:cubicBezTo>
                  <a:lnTo>
                    <a:pt x="57136" y="103336"/>
                  </a:lnTo>
                  <a:lnTo>
                    <a:pt x="0" y="103336"/>
                  </a:lnTo>
                  <a:lnTo>
                    <a:pt x="0" y="100388"/>
                  </a:lnTo>
                  <a:lnTo>
                    <a:pt x="0" y="98526"/>
                  </a:lnTo>
                  <a:cubicBezTo>
                    <a:pt x="0" y="97802"/>
                    <a:pt x="303" y="97026"/>
                    <a:pt x="923" y="96198"/>
                  </a:cubicBezTo>
                  <a:cubicBezTo>
                    <a:pt x="1543" y="95371"/>
                    <a:pt x="3071" y="93560"/>
                    <a:pt x="5537" y="90768"/>
                  </a:cubicBezTo>
                  <a:cubicBezTo>
                    <a:pt x="8512" y="87458"/>
                    <a:pt x="11090" y="84561"/>
                    <a:pt x="13238" y="82078"/>
                  </a:cubicBezTo>
                  <a:cubicBezTo>
                    <a:pt x="14161" y="81044"/>
                    <a:pt x="15911" y="79132"/>
                    <a:pt x="18473" y="76337"/>
                  </a:cubicBezTo>
                  <a:cubicBezTo>
                    <a:pt x="21050" y="73545"/>
                    <a:pt x="22784" y="71631"/>
                    <a:pt x="23707" y="70597"/>
                  </a:cubicBezTo>
                  <a:cubicBezTo>
                    <a:pt x="24630" y="69562"/>
                    <a:pt x="26126" y="67857"/>
                    <a:pt x="28178" y="65476"/>
                  </a:cubicBezTo>
                  <a:cubicBezTo>
                    <a:pt x="30230" y="63097"/>
                    <a:pt x="31663" y="61339"/>
                    <a:pt x="32490" y="60201"/>
                  </a:cubicBezTo>
                  <a:cubicBezTo>
                    <a:pt x="33317" y="59064"/>
                    <a:pt x="34495" y="57512"/>
                    <a:pt x="36038" y="55547"/>
                  </a:cubicBezTo>
                  <a:cubicBezTo>
                    <a:pt x="37565" y="53581"/>
                    <a:pt x="38647" y="51926"/>
                    <a:pt x="39268" y="50581"/>
                  </a:cubicBezTo>
                  <a:cubicBezTo>
                    <a:pt x="39888" y="49237"/>
                    <a:pt x="40652" y="47736"/>
                    <a:pt x="41575" y="46082"/>
                  </a:cubicBezTo>
                  <a:cubicBezTo>
                    <a:pt x="42498" y="44427"/>
                    <a:pt x="43166" y="42772"/>
                    <a:pt x="43580" y="41117"/>
                  </a:cubicBezTo>
                  <a:cubicBezTo>
                    <a:pt x="43993" y="39462"/>
                    <a:pt x="44343" y="37911"/>
                    <a:pt x="44662" y="36461"/>
                  </a:cubicBezTo>
                  <a:cubicBezTo>
                    <a:pt x="44964" y="35013"/>
                    <a:pt x="45123" y="33308"/>
                    <a:pt x="45123" y="31343"/>
                  </a:cubicBezTo>
                  <a:cubicBezTo>
                    <a:pt x="45123" y="24825"/>
                    <a:pt x="43373" y="19188"/>
                    <a:pt x="39888" y="14430"/>
                  </a:cubicBezTo>
                  <a:cubicBezTo>
                    <a:pt x="36388" y="9671"/>
                    <a:pt x="31408" y="7292"/>
                    <a:pt x="24948" y="7292"/>
                  </a:cubicBezTo>
                  <a:cubicBezTo>
                    <a:pt x="21559" y="7292"/>
                    <a:pt x="18584" y="8172"/>
                    <a:pt x="16006" y="9930"/>
                  </a:cubicBezTo>
                  <a:cubicBezTo>
                    <a:pt x="13445" y="11689"/>
                    <a:pt x="11647" y="13396"/>
                    <a:pt x="10629" y="15051"/>
                  </a:cubicBezTo>
                  <a:cubicBezTo>
                    <a:pt x="9594" y="16706"/>
                    <a:pt x="9085" y="17687"/>
                    <a:pt x="9085" y="17998"/>
                  </a:cubicBezTo>
                  <a:cubicBezTo>
                    <a:pt x="9085" y="18101"/>
                    <a:pt x="9340" y="18154"/>
                    <a:pt x="9849" y="18154"/>
                  </a:cubicBezTo>
                  <a:cubicBezTo>
                    <a:pt x="11695" y="18154"/>
                    <a:pt x="13604" y="18878"/>
                    <a:pt x="15545" y="20326"/>
                  </a:cubicBezTo>
                  <a:cubicBezTo>
                    <a:pt x="17502" y="21773"/>
                    <a:pt x="18473" y="24152"/>
                    <a:pt x="18473" y="27463"/>
                  </a:cubicBezTo>
                  <a:cubicBezTo>
                    <a:pt x="18473" y="30049"/>
                    <a:pt x="17661" y="32221"/>
                    <a:pt x="16006" y="33979"/>
                  </a:cubicBezTo>
                  <a:cubicBezTo>
                    <a:pt x="14367" y="35737"/>
                    <a:pt x="12060" y="36668"/>
                    <a:pt x="9085" y="36772"/>
                  </a:cubicBezTo>
                  <a:close/>
                </a:path>
              </a:pathLst>
            </a:custGeom>
            <a:solidFill>
              <a:srgbClr val="000000"/>
            </a:solidFill>
            <a:ln w="1591" cap="flat">
              <a:noFill/>
              <a:prstDash val="solid"/>
              <a:miter/>
            </a:ln>
          </p:spPr>
        </p:sp>
        <p:sp>
          <p:nvSpPr>
            <p:cNvPr id="99" name="任意形状 98">
              <a:extLst>
                <a:ext uri="{FF2B5EF4-FFF2-40B4-BE49-F238E27FC236}">
                  <a16:creationId xmlns:a16="http://schemas.microsoft.com/office/drawing/2014/main" id="{E6CC3052-6D60-3029-CC6B-9F8DF6627AA9}"/>
                </a:ext>
              </a:extLst>
            </p:cNvPr>
            <p:cNvSpPr/>
            <p:nvPr/>
          </p:nvSpPr>
          <p:spPr>
            <a:xfrm>
              <a:off x="5487256" y="2966756"/>
              <a:ext cx="95034" cy="141565"/>
            </a:xfrm>
            <a:custGeom>
              <a:avLst/>
              <a:gdLst>
                <a:gd name="csX0" fmla="*/ 0 w 95034"/>
                <a:gd name="csY0" fmla="*/ 63439 h 141565"/>
                <a:gd name="csX1" fmla="*/ 16913 w 95034"/>
                <a:gd name="csY1" fmla="*/ 20701 h 141565"/>
                <a:gd name="csX2" fmla="*/ 54972 w 95034"/>
                <a:gd name="csY2" fmla="*/ 223 h 141565"/>
                <a:gd name="csX3" fmla="*/ 75449 w 95034"/>
                <a:gd name="csY3" fmla="*/ 11806 h 141565"/>
                <a:gd name="csX4" fmla="*/ 76562 w 95034"/>
                <a:gd name="csY4" fmla="*/ 10470 h 141565"/>
                <a:gd name="csX5" fmla="*/ 79013 w 95034"/>
                <a:gd name="csY5" fmla="*/ 8019 h 141565"/>
                <a:gd name="csX6" fmla="*/ 82561 w 95034"/>
                <a:gd name="csY6" fmla="*/ 5346 h 141565"/>
                <a:gd name="csX7" fmla="*/ 92808 w 95034"/>
                <a:gd name="csY7" fmla="*/ 0 h 141565"/>
                <a:gd name="csX8" fmla="*/ 94367 w 95034"/>
                <a:gd name="csY8" fmla="*/ 668 h 141565"/>
                <a:gd name="csX9" fmla="*/ 95035 w 95034"/>
                <a:gd name="csY9" fmla="*/ 1782 h 141565"/>
                <a:gd name="csX10" fmla="*/ 79665 w 95034"/>
                <a:gd name="csY10" fmla="*/ 65222 h 141565"/>
                <a:gd name="csX11" fmla="*/ 63866 w 95034"/>
                <a:gd name="csY11" fmla="*/ 129313 h 141565"/>
                <a:gd name="csX12" fmla="*/ 73889 w 95034"/>
                <a:gd name="csY12" fmla="*/ 131318 h 141565"/>
                <a:gd name="csX13" fmla="*/ 79442 w 95034"/>
                <a:gd name="csY13" fmla="*/ 131318 h 141565"/>
                <a:gd name="csX14" fmla="*/ 80779 w 95034"/>
                <a:gd name="csY14" fmla="*/ 133323 h 141565"/>
                <a:gd name="csX15" fmla="*/ 80110 w 95034"/>
                <a:gd name="csY15" fmla="*/ 137333 h 141565"/>
                <a:gd name="csX16" fmla="*/ 77899 w 95034"/>
                <a:gd name="csY16" fmla="*/ 141565 h 141565"/>
                <a:gd name="csX17" fmla="*/ 75003 w 95034"/>
                <a:gd name="csY17" fmla="*/ 141565 h 141565"/>
                <a:gd name="csX18" fmla="*/ 50962 w 95034"/>
                <a:gd name="csY18" fmla="*/ 141120 h 141565"/>
                <a:gd name="csX19" fmla="*/ 39618 w 95034"/>
                <a:gd name="csY19" fmla="*/ 141120 h 141565"/>
                <a:gd name="csX20" fmla="*/ 31376 w 95034"/>
                <a:gd name="csY20" fmla="*/ 141120 h 141565"/>
                <a:gd name="csX21" fmla="*/ 27589 w 95034"/>
                <a:gd name="csY21" fmla="*/ 141343 h 141565"/>
                <a:gd name="csX22" fmla="*/ 24471 w 95034"/>
                <a:gd name="csY22" fmla="*/ 139561 h 141565"/>
                <a:gd name="csX23" fmla="*/ 24916 w 95034"/>
                <a:gd name="csY23" fmla="*/ 136219 h 141565"/>
                <a:gd name="csX24" fmla="*/ 26475 w 95034"/>
                <a:gd name="csY24" fmla="*/ 131987 h 141565"/>
                <a:gd name="csX25" fmla="*/ 30930 w 95034"/>
                <a:gd name="csY25" fmla="*/ 131318 h 141565"/>
                <a:gd name="csX26" fmla="*/ 43834 w 95034"/>
                <a:gd name="csY26" fmla="*/ 129759 h 141565"/>
                <a:gd name="csX27" fmla="*/ 50071 w 95034"/>
                <a:gd name="csY27" fmla="*/ 110172 h 141565"/>
                <a:gd name="csX28" fmla="*/ 54749 w 95034"/>
                <a:gd name="csY28" fmla="*/ 91253 h 141565"/>
                <a:gd name="csX29" fmla="*/ 53190 w 95034"/>
                <a:gd name="csY29" fmla="*/ 91921 h 141565"/>
                <a:gd name="csX30" fmla="*/ 30930 w 95034"/>
                <a:gd name="csY30" fmla="*/ 100609 h 141565"/>
                <a:gd name="csX31" fmla="*/ 9339 w 95034"/>
                <a:gd name="csY31" fmla="*/ 91698 h 141565"/>
                <a:gd name="csX32" fmla="*/ 0 w 95034"/>
                <a:gd name="csY32" fmla="*/ 63439 h 141565"/>
                <a:gd name="csX33" fmla="*/ 70994 w 95034"/>
                <a:gd name="csY33" fmla="*/ 25825 h 141565"/>
                <a:gd name="csX34" fmla="*/ 54303 w 95034"/>
                <a:gd name="csY34" fmla="*/ 8242 h 141565"/>
                <a:gd name="csX35" fmla="*/ 39395 w 95034"/>
                <a:gd name="csY35" fmla="*/ 15148 h 141565"/>
                <a:gd name="csX36" fmla="*/ 28258 w 95034"/>
                <a:gd name="csY36" fmla="*/ 33176 h 141565"/>
                <a:gd name="csX37" fmla="*/ 19141 w 95034"/>
                <a:gd name="csY37" fmla="*/ 69677 h 141565"/>
                <a:gd name="csX38" fmla="*/ 19141 w 95034"/>
                <a:gd name="csY38" fmla="*/ 72111 h 141565"/>
                <a:gd name="csX39" fmla="*/ 18918 w 95034"/>
                <a:gd name="csY39" fmla="*/ 74784 h 141565"/>
                <a:gd name="csX40" fmla="*/ 22911 w 95034"/>
                <a:gd name="csY40" fmla="*/ 88596 h 141565"/>
                <a:gd name="csX41" fmla="*/ 32490 w 95034"/>
                <a:gd name="csY41" fmla="*/ 92590 h 141565"/>
                <a:gd name="csX42" fmla="*/ 57199 w 95034"/>
                <a:gd name="csY42" fmla="*/ 76567 h 141565"/>
                <a:gd name="csX43" fmla="*/ 58981 w 95034"/>
                <a:gd name="csY43" fmla="*/ 74116 h 141565"/>
                <a:gd name="csX44" fmla="*/ 70994 w 95034"/>
                <a:gd name="csY44" fmla="*/ 25825 h 141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5034" h="141565">
                  <a:moveTo>
                    <a:pt x="0" y="63439"/>
                  </a:moveTo>
                  <a:cubicBezTo>
                    <a:pt x="0" y="48451"/>
                    <a:pt x="5632" y="34210"/>
                    <a:pt x="16913" y="20701"/>
                  </a:cubicBezTo>
                  <a:cubicBezTo>
                    <a:pt x="28194" y="7208"/>
                    <a:pt x="40875" y="382"/>
                    <a:pt x="54972" y="223"/>
                  </a:cubicBezTo>
                  <a:cubicBezTo>
                    <a:pt x="63866" y="223"/>
                    <a:pt x="70691" y="4089"/>
                    <a:pt x="75449" y="11806"/>
                  </a:cubicBezTo>
                  <a:cubicBezTo>
                    <a:pt x="75592" y="11647"/>
                    <a:pt x="75958" y="11202"/>
                    <a:pt x="76562" y="10470"/>
                  </a:cubicBezTo>
                  <a:cubicBezTo>
                    <a:pt x="77151" y="9722"/>
                    <a:pt x="77963" y="8911"/>
                    <a:pt x="79013" y="8019"/>
                  </a:cubicBezTo>
                  <a:cubicBezTo>
                    <a:pt x="80047" y="7129"/>
                    <a:pt x="81224" y="6237"/>
                    <a:pt x="82561" y="5346"/>
                  </a:cubicBezTo>
                  <a:cubicBezTo>
                    <a:pt x="87605" y="1782"/>
                    <a:pt x="91025" y="0"/>
                    <a:pt x="92808" y="0"/>
                  </a:cubicBezTo>
                  <a:cubicBezTo>
                    <a:pt x="93396" y="0"/>
                    <a:pt x="93921" y="223"/>
                    <a:pt x="94367" y="668"/>
                  </a:cubicBezTo>
                  <a:cubicBezTo>
                    <a:pt x="94812" y="1114"/>
                    <a:pt x="95035" y="1496"/>
                    <a:pt x="95035" y="1782"/>
                  </a:cubicBezTo>
                  <a:cubicBezTo>
                    <a:pt x="95035" y="3119"/>
                    <a:pt x="89912" y="24265"/>
                    <a:pt x="79665" y="65222"/>
                  </a:cubicBezTo>
                  <a:cubicBezTo>
                    <a:pt x="69132" y="107356"/>
                    <a:pt x="63866" y="128725"/>
                    <a:pt x="63866" y="129313"/>
                  </a:cubicBezTo>
                  <a:cubicBezTo>
                    <a:pt x="63866" y="130507"/>
                    <a:pt x="67207" y="131175"/>
                    <a:pt x="73889" y="131318"/>
                  </a:cubicBezTo>
                  <a:lnTo>
                    <a:pt x="79442" y="131318"/>
                  </a:lnTo>
                  <a:cubicBezTo>
                    <a:pt x="80333" y="132512"/>
                    <a:pt x="80779" y="133180"/>
                    <a:pt x="80779" y="133323"/>
                  </a:cubicBezTo>
                  <a:cubicBezTo>
                    <a:pt x="80779" y="133482"/>
                    <a:pt x="80556" y="134803"/>
                    <a:pt x="80110" y="137333"/>
                  </a:cubicBezTo>
                  <a:cubicBezTo>
                    <a:pt x="79522" y="139258"/>
                    <a:pt x="78790" y="140674"/>
                    <a:pt x="77899" y="141565"/>
                  </a:cubicBezTo>
                  <a:lnTo>
                    <a:pt x="75003" y="141565"/>
                  </a:lnTo>
                  <a:cubicBezTo>
                    <a:pt x="70405" y="141263"/>
                    <a:pt x="62386" y="141120"/>
                    <a:pt x="50962" y="141120"/>
                  </a:cubicBezTo>
                  <a:cubicBezTo>
                    <a:pt x="46809" y="141120"/>
                    <a:pt x="43023" y="141120"/>
                    <a:pt x="39618" y="141120"/>
                  </a:cubicBezTo>
                  <a:cubicBezTo>
                    <a:pt x="36197" y="141120"/>
                    <a:pt x="33460" y="141120"/>
                    <a:pt x="31376" y="141120"/>
                  </a:cubicBezTo>
                  <a:cubicBezTo>
                    <a:pt x="29292" y="141120"/>
                    <a:pt x="28035" y="141184"/>
                    <a:pt x="27589" y="141343"/>
                  </a:cubicBezTo>
                  <a:cubicBezTo>
                    <a:pt x="25521" y="141343"/>
                    <a:pt x="24471" y="140754"/>
                    <a:pt x="24471" y="139561"/>
                  </a:cubicBezTo>
                  <a:cubicBezTo>
                    <a:pt x="24471" y="139115"/>
                    <a:pt x="24630" y="138001"/>
                    <a:pt x="24916" y="136219"/>
                  </a:cubicBezTo>
                  <a:cubicBezTo>
                    <a:pt x="25521" y="133848"/>
                    <a:pt x="26030" y="132432"/>
                    <a:pt x="26475" y="131987"/>
                  </a:cubicBezTo>
                  <a:cubicBezTo>
                    <a:pt x="26921" y="131541"/>
                    <a:pt x="28416" y="131318"/>
                    <a:pt x="30930" y="131318"/>
                  </a:cubicBezTo>
                  <a:cubicBezTo>
                    <a:pt x="38058" y="131318"/>
                    <a:pt x="42354" y="130809"/>
                    <a:pt x="43834" y="129759"/>
                  </a:cubicBezTo>
                  <a:cubicBezTo>
                    <a:pt x="45027" y="129027"/>
                    <a:pt x="47112" y="122487"/>
                    <a:pt x="50071" y="110172"/>
                  </a:cubicBezTo>
                  <a:cubicBezTo>
                    <a:pt x="53046" y="97856"/>
                    <a:pt x="54590" y="91555"/>
                    <a:pt x="54749" y="91253"/>
                  </a:cubicBezTo>
                  <a:cubicBezTo>
                    <a:pt x="54749" y="91110"/>
                    <a:pt x="54224" y="91332"/>
                    <a:pt x="53190" y="91921"/>
                  </a:cubicBezTo>
                  <a:cubicBezTo>
                    <a:pt x="46062" y="97713"/>
                    <a:pt x="38647" y="100609"/>
                    <a:pt x="30930" y="100609"/>
                  </a:cubicBezTo>
                  <a:cubicBezTo>
                    <a:pt x="22768" y="100609"/>
                    <a:pt x="15577" y="97634"/>
                    <a:pt x="9339" y="91698"/>
                  </a:cubicBezTo>
                  <a:cubicBezTo>
                    <a:pt x="3118" y="85763"/>
                    <a:pt x="0" y="76344"/>
                    <a:pt x="0" y="63439"/>
                  </a:cubicBezTo>
                  <a:close/>
                  <a:moveTo>
                    <a:pt x="70994" y="25825"/>
                  </a:moveTo>
                  <a:cubicBezTo>
                    <a:pt x="67573" y="14098"/>
                    <a:pt x="62020" y="8242"/>
                    <a:pt x="54303" y="8242"/>
                  </a:cubicBezTo>
                  <a:cubicBezTo>
                    <a:pt x="49100" y="8242"/>
                    <a:pt x="44136" y="10533"/>
                    <a:pt x="39395" y="15148"/>
                  </a:cubicBezTo>
                  <a:cubicBezTo>
                    <a:pt x="34638" y="19746"/>
                    <a:pt x="30930" y="25745"/>
                    <a:pt x="28258" y="33176"/>
                  </a:cubicBezTo>
                  <a:cubicBezTo>
                    <a:pt x="23962" y="44887"/>
                    <a:pt x="20922" y="57059"/>
                    <a:pt x="19141" y="69677"/>
                  </a:cubicBezTo>
                  <a:cubicBezTo>
                    <a:pt x="19141" y="70122"/>
                    <a:pt x="19141" y="70934"/>
                    <a:pt x="19141" y="72111"/>
                  </a:cubicBezTo>
                  <a:cubicBezTo>
                    <a:pt x="19141" y="73305"/>
                    <a:pt x="19061" y="74196"/>
                    <a:pt x="18918" y="74784"/>
                  </a:cubicBezTo>
                  <a:cubicBezTo>
                    <a:pt x="18918" y="81467"/>
                    <a:pt x="20254" y="86066"/>
                    <a:pt x="22911" y="88596"/>
                  </a:cubicBezTo>
                  <a:cubicBezTo>
                    <a:pt x="25585" y="91110"/>
                    <a:pt x="28782" y="92446"/>
                    <a:pt x="32490" y="92590"/>
                  </a:cubicBezTo>
                  <a:cubicBezTo>
                    <a:pt x="40509" y="92590"/>
                    <a:pt x="48734" y="87259"/>
                    <a:pt x="57199" y="76567"/>
                  </a:cubicBezTo>
                  <a:lnTo>
                    <a:pt x="58981" y="74116"/>
                  </a:lnTo>
                  <a:lnTo>
                    <a:pt x="70994" y="25825"/>
                  </a:lnTo>
                  <a:close/>
                </a:path>
              </a:pathLst>
            </a:custGeom>
            <a:solidFill>
              <a:srgbClr val="000000"/>
            </a:solidFill>
            <a:ln w="1591" cap="flat">
              <a:noFill/>
              <a:prstDash val="solid"/>
              <a:miter/>
            </a:ln>
          </p:spPr>
        </p:sp>
        <p:sp>
          <p:nvSpPr>
            <p:cNvPr id="100" name="任意形状 99">
              <a:extLst>
                <a:ext uri="{FF2B5EF4-FFF2-40B4-BE49-F238E27FC236}">
                  <a16:creationId xmlns:a16="http://schemas.microsoft.com/office/drawing/2014/main" id="{3E47FB80-C618-5826-DEAB-9C1A05635922}"/>
                </a:ext>
              </a:extLst>
            </p:cNvPr>
            <p:cNvSpPr/>
            <p:nvPr/>
          </p:nvSpPr>
          <p:spPr>
            <a:xfrm>
              <a:off x="5592235" y="2993726"/>
              <a:ext cx="54128" cy="104793"/>
            </a:xfrm>
            <a:custGeom>
              <a:avLst/>
              <a:gdLst>
                <a:gd name="csX0" fmla="*/ 20445 w 54128"/>
                <a:gd name="csY0" fmla="*/ 13843 h 104793"/>
                <a:gd name="csX1" fmla="*/ 18409 w 54128"/>
                <a:gd name="csY1" fmla="*/ 14639 h 104793"/>
                <a:gd name="csX2" fmla="*/ 12108 w 54128"/>
                <a:gd name="csY2" fmla="*/ 16198 h 104793"/>
                <a:gd name="csX3" fmla="*/ 2991 w 54128"/>
                <a:gd name="csY3" fmla="*/ 17312 h 104793"/>
                <a:gd name="csX4" fmla="*/ 0 w 54128"/>
                <a:gd name="csY4" fmla="*/ 17312 h 104793"/>
                <a:gd name="csX5" fmla="*/ 0 w 54128"/>
                <a:gd name="csY5" fmla="*/ 10072 h 104793"/>
                <a:gd name="csX6" fmla="*/ 2991 w 54128"/>
                <a:gd name="csY6" fmla="*/ 10072 h 104793"/>
                <a:gd name="csX7" fmla="*/ 16674 w 54128"/>
                <a:gd name="csY7" fmla="*/ 7701 h 104793"/>
                <a:gd name="csX8" fmla="*/ 25489 w 54128"/>
                <a:gd name="csY8" fmla="*/ 3930 h 104793"/>
                <a:gd name="csX9" fmla="*/ 29896 w 54128"/>
                <a:gd name="csY9" fmla="*/ 477 h 104793"/>
                <a:gd name="csX10" fmla="*/ 31774 w 54128"/>
                <a:gd name="csY10" fmla="*/ 0 h 104793"/>
                <a:gd name="csX11" fmla="*/ 34463 w 54128"/>
                <a:gd name="csY11" fmla="*/ 939 h 104793"/>
                <a:gd name="csX12" fmla="*/ 34463 w 54128"/>
                <a:gd name="csY12" fmla="*/ 47989 h 104793"/>
                <a:gd name="csX13" fmla="*/ 34606 w 54128"/>
                <a:gd name="csY13" fmla="*/ 95199 h 104793"/>
                <a:gd name="csX14" fmla="*/ 36499 w 54128"/>
                <a:gd name="csY14" fmla="*/ 96615 h 104793"/>
                <a:gd name="csX15" fmla="*/ 40286 w 54128"/>
                <a:gd name="csY15" fmla="*/ 97252 h 104793"/>
                <a:gd name="csX16" fmla="*/ 50039 w 54128"/>
                <a:gd name="csY16" fmla="*/ 97554 h 104793"/>
                <a:gd name="csX17" fmla="*/ 54128 w 54128"/>
                <a:gd name="csY17" fmla="*/ 97554 h 104793"/>
                <a:gd name="csX18" fmla="*/ 54128 w 54128"/>
                <a:gd name="csY18" fmla="*/ 104794 h 104793"/>
                <a:gd name="csX19" fmla="*/ 52394 w 54128"/>
                <a:gd name="csY19" fmla="*/ 104794 h 104793"/>
                <a:gd name="csX20" fmla="*/ 27382 w 54128"/>
                <a:gd name="csY20" fmla="*/ 104332 h 104793"/>
                <a:gd name="csX21" fmla="*/ 2673 w 54128"/>
                <a:gd name="csY21" fmla="*/ 104794 h 104793"/>
                <a:gd name="csX22" fmla="*/ 780 w 54128"/>
                <a:gd name="csY22" fmla="*/ 104794 h 104793"/>
                <a:gd name="csX23" fmla="*/ 780 w 54128"/>
                <a:gd name="csY23" fmla="*/ 97554 h 104793"/>
                <a:gd name="csX24" fmla="*/ 4869 w 54128"/>
                <a:gd name="csY24" fmla="*/ 97554 h 104793"/>
                <a:gd name="csX25" fmla="*/ 10851 w 54128"/>
                <a:gd name="csY25" fmla="*/ 97554 h 104793"/>
                <a:gd name="csX26" fmla="*/ 14781 w 54128"/>
                <a:gd name="csY26" fmla="*/ 97411 h 104793"/>
                <a:gd name="csX27" fmla="*/ 17311 w 54128"/>
                <a:gd name="csY27" fmla="*/ 96933 h 104793"/>
                <a:gd name="csX28" fmla="*/ 18568 w 54128"/>
                <a:gd name="csY28" fmla="*/ 96615 h 104793"/>
                <a:gd name="csX29" fmla="*/ 19507 w 54128"/>
                <a:gd name="csY29" fmla="*/ 95835 h 104793"/>
                <a:gd name="csX30" fmla="*/ 20445 w 54128"/>
                <a:gd name="csY30" fmla="*/ 95199 h 104793"/>
                <a:gd name="csX31" fmla="*/ 20445 w 54128"/>
                <a:gd name="csY31" fmla="*/ 13843 h 10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4128" h="104793">
                  <a:moveTo>
                    <a:pt x="20445" y="13843"/>
                  </a:moveTo>
                  <a:lnTo>
                    <a:pt x="18409" y="14639"/>
                  </a:lnTo>
                  <a:cubicBezTo>
                    <a:pt x="16945" y="15164"/>
                    <a:pt x="14845" y="15689"/>
                    <a:pt x="12108" y="16198"/>
                  </a:cubicBezTo>
                  <a:cubicBezTo>
                    <a:pt x="9387" y="16723"/>
                    <a:pt x="6348" y="17105"/>
                    <a:pt x="2991" y="17312"/>
                  </a:cubicBezTo>
                  <a:lnTo>
                    <a:pt x="0" y="17312"/>
                  </a:lnTo>
                  <a:lnTo>
                    <a:pt x="0" y="10072"/>
                  </a:lnTo>
                  <a:lnTo>
                    <a:pt x="2991" y="10072"/>
                  </a:lnTo>
                  <a:cubicBezTo>
                    <a:pt x="7924" y="9865"/>
                    <a:pt x="12474" y="9070"/>
                    <a:pt x="16674" y="7701"/>
                  </a:cubicBezTo>
                  <a:cubicBezTo>
                    <a:pt x="20875" y="6349"/>
                    <a:pt x="23802" y="5092"/>
                    <a:pt x="25489" y="3930"/>
                  </a:cubicBezTo>
                  <a:cubicBezTo>
                    <a:pt x="27160" y="2785"/>
                    <a:pt x="28639" y="1623"/>
                    <a:pt x="29896" y="477"/>
                  </a:cubicBezTo>
                  <a:cubicBezTo>
                    <a:pt x="30103" y="159"/>
                    <a:pt x="30740" y="0"/>
                    <a:pt x="31774" y="0"/>
                  </a:cubicBezTo>
                  <a:cubicBezTo>
                    <a:pt x="32729" y="0"/>
                    <a:pt x="33619" y="318"/>
                    <a:pt x="34463" y="939"/>
                  </a:cubicBezTo>
                  <a:lnTo>
                    <a:pt x="34463" y="47989"/>
                  </a:lnTo>
                  <a:lnTo>
                    <a:pt x="34606" y="95199"/>
                  </a:lnTo>
                  <a:cubicBezTo>
                    <a:pt x="35354" y="95931"/>
                    <a:pt x="35974" y="96408"/>
                    <a:pt x="36499" y="96615"/>
                  </a:cubicBezTo>
                  <a:cubicBezTo>
                    <a:pt x="37024" y="96822"/>
                    <a:pt x="38281" y="97029"/>
                    <a:pt x="40286" y="97252"/>
                  </a:cubicBezTo>
                  <a:cubicBezTo>
                    <a:pt x="42275" y="97458"/>
                    <a:pt x="45520" y="97554"/>
                    <a:pt x="50039" y="97554"/>
                  </a:cubicBezTo>
                  <a:lnTo>
                    <a:pt x="54128" y="97554"/>
                  </a:lnTo>
                  <a:lnTo>
                    <a:pt x="54128" y="104794"/>
                  </a:lnTo>
                  <a:lnTo>
                    <a:pt x="52394" y="104794"/>
                  </a:lnTo>
                  <a:cubicBezTo>
                    <a:pt x="50198" y="104491"/>
                    <a:pt x="41845" y="104332"/>
                    <a:pt x="27382" y="104332"/>
                  </a:cubicBezTo>
                  <a:cubicBezTo>
                    <a:pt x="13110" y="104332"/>
                    <a:pt x="4869" y="104491"/>
                    <a:pt x="2673" y="104794"/>
                  </a:cubicBezTo>
                  <a:lnTo>
                    <a:pt x="780" y="104794"/>
                  </a:lnTo>
                  <a:lnTo>
                    <a:pt x="780" y="97554"/>
                  </a:lnTo>
                  <a:lnTo>
                    <a:pt x="4869" y="97554"/>
                  </a:lnTo>
                  <a:cubicBezTo>
                    <a:pt x="7176" y="97554"/>
                    <a:pt x="9181" y="97554"/>
                    <a:pt x="10851" y="97554"/>
                  </a:cubicBezTo>
                  <a:cubicBezTo>
                    <a:pt x="12537" y="97554"/>
                    <a:pt x="13842" y="97506"/>
                    <a:pt x="14781" y="97411"/>
                  </a:cubicBezTo>
                  <a:cubicBezTo>
                    <a:pt x="15736" y="97299"/>
                    <a:pt x="16563" y="97140"/>
                    <a:pt x="17311" y="96933"/>
                  </a:cubicBezTo>
                  <a:cubicBezTo>
                    <a:pt x="18043" y="96726"/>
                    <a:pt x="18457" y="96615"/>
                    <a:pt x="18568" y="96615"/>
                  </a:cubicBezTo>
                  <a:cubicBezTo>
                    <a:pt x="18663" y="96615"/>
                    <a:pt x="18981" y="96360"/>
                    <a:pt x="19507" y="95835"/>
                  </a:cubicBezTo>
                  <a:cubicBezTo>
                    <a:pt x="20032" y="95310"/>
                    <a:pt x="20350" y="95104"/>
                    <a:pt x="20445" y="95199"/>
                  </a:cubicBezTo>
                  <a:lnTo>
                    <a:pt x="20445" y="13843"/>
                  </a:lnTo>
                  <a:close/>
                </a:path>
              </a:pathLst>
            </a:custGeom>
            <a:solidFill>
              <a:srgbClr val="000000"/>
            </a:solidFill>
            <a:ln w="1591" cap="flat">
              <a:noFill/>
              <a:prstDash val="solid"/>
              <a:miter/>
            </a:ln>
          </p:spPr>
        </p:sp>
        <p:sp>
          <p:nvSpPr>
            <p:cNvPr id="101" name="任意形状 100">
              <a:extLst>
                <a:ext uri="{FF2B5EF4-FFF2-40B4-BE49-F238E27FC236}">
                  <a16:creationId xmlns:a16="http://schemas.microsoft.com/office/drawing/2014/main" id="{ABCDD3D3-4A2B-8521-930F-AD5F1B53F641}"/>
                </a:ext>
              </a:extLst>
            </p:cNvPr>
            <p:cNvSpPr/>
            <p:nvPr/>
          </p:nvSpPr>
          <p:spPr>
            <a:xfrm>
              <a:off x="5943894" y="2584883"/>
              <a:ext cx="270482" cy="270496"/>
            </a:xfrm>
            <a:custGeom>
              <a:avLst/>
              <a:gdLst>
                <a:gd name="csX0" fmla="*/ 270483 w 270482"/>
                <a:gd name="csY0" fmla="*/ 135248 h 270496"/>
                <a:gd name="csX1" fmla="*/ 135241 w 270482"/>
                <a:gd name="csY1" fmla="*/ 270497 h 270496"/>
                <a:gd name="csX2" fmla="*/ 0 w 270482"/>
                <a:gd name="csY2" fmla="*/ 135248 h 270496"/>
                <a:gd name="csX3" fmla="*/ 135241 w 270482"/>
                <a:gd name="csY3" fmla="*/ 0 h 270496"/>
                <a:gd name="csX4" fmla="*/ 270483 w 270482"/>
                <a:gd name="csY4" fmla="*/ 135248 h 270496"/>
              </a:gdLst>
              <a:ahLst/>
              <a:cxnLst>
                <a:cxn ang="0">
                  <a:pos x="csX0" y="csY0"/>
                </a:cxn>
                <a:cxn ang="0">
                  <a:pos x="csX1" y="csY1"/>
                </a:cxn>
                <a:cxn ang="0">
                  <a:pos x="csX2" y="csY2"/>
                </a:cxn>
                <a:cxn ang="0">
                  <a:pos x="csX3" y="csY3"/>
                </a:cxn>
                <a:cxn ang="0">
                  <a:pos x="csX4" y="csY4"/>
                </a:cxn>
              </a:cxnLst>
              <a:rect l="l" t="t" r="r" b="b"/>
              <a:pathLst>
                <a:path w="270482" h="270496">
                  <a:moveTo>
                    <a:pt x="270483" y="135248"/>
                  </a:moveTo>
                  <a:cubicBezTo>
                    <a:pt x="270483" y="209944"/>
                    <a:pt x="209933" y="270497"/>
                    <a:pt x="135241" y="270497"/>
                  </a:cubicBezTo>
                  <a:cubicBezTo>
                    <a:pt x="60550" y="270497"/>
                    <a:pt x="0" y="209944"/>
                    <a:pt x="0" y="135248"/>
                  </a:cubicBezTo>
                  <a:cubicBezTo>
                    <a:pt x="0" y="60553"/>
                    <a:pt x="60550" y="0"/>
                    <a:pt x="135241" y="0"/>
                  </a:cubicBezTo>
                  <a:cubicBezTo>
                    <a:pt x="209933" y="0"/>
                    <a:pt x="270483" y="60553"/>
                    <a:pt x="270483" y="135248"/>
                  </a:cubicBezTo>
                  <a:close/>
                </a:path>
              </a:pathLst>
            </a:custGeom>
            <a:noFill/>
            <a:ln w="15911" cap="flat">
              <a:solidFill>
                <a:srgbClr val="000000"/>
              </a:solidFill>
              <a:prstDash val="solid"/>
              <a:miter/>
            </a:ln>
          </p:spPr>
        </p:sp>
        <p:sp>
          <p:nvSpPr>
            <p:cNvPr id="102" name="任意形状 101">
              <a:extLst>
                <a:ext uri="{FF2B5EF4-FFF2-40B4-BE49-F238E27FC236}">
                  <a16:creationId xmlns:a16="http://schemas.microsoft.com/office/drawing/2014/main" id="{B5CD598E-7C32-6D99-490F-2EC57D66FF93}"/>
                </a:ext>
              </a:extLst>
            </p:cNvPr>
            <p:cNvSpPr/>
            <p:nvPr/>
          </p:nvSpPr>
          <p:spPr>
            <a:xfrm>
              <a:off x="5431568" y="2901519"/>
              <a:ext cx="270482" cy="270496"/>
            </a:xfrm>
            <a:custGeom>
              <a:avLst/>
              <a:gdLst>
                <a:gd name="csX0" fmla="*/ 270483 w 270482"/>
                <a:gd name="csY0" fmla="*/ 135248 h 270496"/>
                <a:gd name="csX1" fmla="*/ 135241 w 270482"/>
                <a:gd name="csY1" fmla="*/ 270497 h 270496"/>
                <a:gd name="csX2" fmla="*/ 0 w 270482"/>
                <a:gd name="csY2" fmla="*/ 135248 h 270496"/>
                <a:gd name="csX3" fmla="*/ 135241 w 270482"/>
                <a:gd name="csY3" fmla="*/ 0 h 270496"/>
                <a:gd name="csX4" fmla="*/ 270483 w 270482"/>
                <a:gd name="csY4" fmla="*/ 135248 h 270496"/>
              </a:gdLst>
              <a:ahLst/>
              <a:cxnLst>
                <a:cxn ang="0">
                  <a:pos x="csX0" y="csY0"/>
                </a:cxn>
                <a:cxn ang="0">
                  <a:pos x="csX1" y="csY1"/>
                </a:cxn>
                <a:cxn ang="0">
                  <a:pos x="csX2" y="csY2"/>
                </a:cxn>
                <a:cxn ang="0">
                  <a:pos x="csX3" y="csY3"/>
                </a:cxn>
                <a:cxn ang="0">
                  <a:pos x="csX4" y="csY4"/>
                </a:cxn>
              </a:cxnLst>
              <a:rect l="l" t="t" r="r" b="b"/>
              <a:pathLst>
                <a:path w="270482" h="270496">
                  <a:moveTo>
                    <a:pt x="270483" y="135248"/>
                  </a:moveTo>
                  <a:cubicBezTo>
                    <a:pt x="270483" y="209944"/>
                    <a:pt x="209933" y="270497"/>
                    <a:pt x="135241" y="270497"/>
                  </a:cubicBezTo>
                  <a:cubicBezTo>
                    <a:pt x="60550" y="270497"/>
                    <a:pt x="0" y="209944"/>
                    <a:pt x="0" y="135248"/>
                  </a:cubicBezTo>
                  <a:cubicBezTo>
                    <a:pt x="0" y="60553"/>
                    <a:pt x="60550" y="0"/>
                    <a:pt x="135241" y="0"/>
                  </a:cubicBezTo>
                  <a:cubicBezTo>
                    <a:pt x="209933" y="0"/>
                    <a:pt x="270483" y="60553"/>
                    <a:pt x="270483" y="135248"/>
                  </a:cubicBezTo>
                  <a:close/>
                </a:path>
              </a:pathLst>
            </a:custGeom>
            <a:noFill/>
            <a:ln w="15911" cap="flat">
              <a:solidFill>
                <a:srgbClr val="000000"/>
              </a:solidFill>
              <a:prstDash val="solid"/>
              <a:miter/>
            </a:ln>
          </p:spPr>
        </p:sp>
        <p:sp>
          <p:nvSpPr>
            <p:cNvPr id="103" name="任意形状 102">
              <a:extLst>
                <a:ext uri="{FF2B5EF4-FFF2-40B4-BE49-F238E27FC236}">
                  <a16:creationId xmlns:a16="http://schemas.microsoft.com/office/drawing/2014/main" id="{F9EE6825-5CB9-7A69-89A7-0DD891B20FDB}"/>
                </a:ext>
              </a:extLst>
            </p:cNvPr>
            <p:cNvSpPr/>
            <p:nvPr/>
          </p:nvSpPr>
          <p:spPr>
            <a:xfrm>
              <a:off x="5942303" y="3254756"/>
              <a:ext cx="270482" cy="270496"/>
            </a:xfrm>
            <a:custGeom>
              <a:avLst/>
              <a:gdLst>
                <a:gd name="csX0" fmla="*/ 270483 w 270482"/>
                <a:gd name="csY0" fmla="*/ 135248 h 270496"/>
                <a:gd name="csX1" fmla="*/ 135241 w 270482"/>
                <a:gd name="csY1" fmla="*/ 270497 h 270496"/>
                <a:gd name="csX2" fmla="*/ 0 w 270482"/>
                <a:gd name="csY2" fmla="*/ 135248 h 270496"/>
                <a:gd name="csX3" fmla="*/ 135241 w 270482"/>
                <a:gd name="csY3" fmla="*/ 0 h 270496"/>
                <a:gd name="csX4" fmla="*/ 270483 w 270482"/>
                <a:gd name="csY4" fmla="*/ 135248 h 270496"/>
              </a:gdLst>
              <a:ahLst/>
              <a:cxnLst>
                <a:cxn ang="0">
                  <a:pos x="csX0" y="csY0"/>
                </a:cxn>
                <a:cxn ang="0">
                  <a:pos x="csX1" y="csY1"/>
                </a:cxn>
                <a:cxn ang="0">
                  <a:pos x="csX2" y="csY2"/>
                </a:cxn>
                <a:cxn ang="0">
                  <a:pos x="csX3" y="csY3"/>
                </a:cxn>
                <a:cxn ang="0">
                  <a:pos x="csX4" y="csY4"/>
                </a:cxn>
              </a:cxnLst>
              <a:rect l="l" t="t" r="r" b="b"/>
              <a:pathLst>
                <a:path w="270482" h="270496">
                  <a:moveTo>
                    <a:pt x="270483" y="135248"/>
                  </a:moveTo>
                  <a:cubicBezTo>
                    <a:pt x="270483" y="209944"/>
                    <a:pt x="209933" y="270497"/>
                    <a:pt x="135241" y="270497"/>
                  </a:cubicBezTo>
                  <a:cubicBezTo>
                    <a:pt x="60550" y="270497"/>
                    <a:pt x="0" y="209944"/>
                    <a:pt x="0" y="135248"/>
                  </a:cubicBezTo>
                  <a:cubicBezTo>
                    <a:pt x="0" y="60553"/>
                    <a:pt x="60550" y="0"/>
                    <a:pt x="135241" y="0"/>
                  </a:cubicBezTo>
                  <a:cubicBezTo>
                    <a:pt x="209933" y="0"/>
                    <a:pt x="270483" y="60553"/>
                    <a:pt x="270483" y="135248"/>
                  </a:cubicBezTo>
                  <a:close/>
                </a:path>
              </a:pathLst>
            </a:custGeom>
            <a:noFill/>
            <a:ln w="15911" cap="flat">
              <a:solidFill>
                <a:srgbClr val="000000"/>
              </a:solidFill>
              <a:prstDash val="solid"/>
              <a:miter/>
            </a:ln>
          </p:spPr>
        </p:sp>
        <p:sp>
          <p:nvSpPr>
            <p:cNvPr id="104" name="任意形状 103">
              <a:extLst>
                <a:ext uri="{FF2B5EF4-FFF2-40B4-BE49-F238E27FC236}">
                  <a16:creationId xmlns:a16="http://schemas.microsoft.com/office/drawing/2014/main" id="{FB1DEB51-26FC-B215-D24B-32A936012F8E}"/>
                </a:ext>
              </a:extLst>
            </p:cNvPr>
            <p:cNvSpPr/>
            <p:nvPr/>
          </p:nvSpPr>
          <p:spPr>
            <a:xfrm>
              <a:off x="6001173" y="3318402"/>
              <a:ext cx="92298" cy="137491"/>
            </a:xfrm>
            <a:custGeom>
              <a:avLst/>
              <a:gdLst>
                <a:gd name="csX0" fmla="*/ 0 w 92298"/>
                <a:gd name="csY0" fmla="*/ 61610 h 137491"/>
                <a:gd name="csX1" fmla="*/ 16420 w 92298"/>
                <a:gd name="csY1" fmla="*/ 20112 h 137491"/>
                <a:gd name="csX2" fmla="*/ 53381 w 92298"/>
                <a:gd name="csY2" fmla="*/ 223 h 137491"/>
                <a:gd name="csX3" fmla="*/ 73269 w 92298"/>
                <a:gd name="csY3" fmla="*/ 11456 h 137491"/>
                <a:gd name="csX4" fmla="*/ 74351 w 92298"/>
                <a:gd name="csY4" fmla="*/ 10168 h 137491"/>
                <a:gd name="csX5" fmla="*/ 76722 w 92298"/>
                <a:gd name="csY5" fmla="*/ 7781 h 137491"/>
                <a:gd name="csX6" fmla="*/ 80190 w 92298"/>
                <a:gd name="csY6" fmla="*/ 5187 h 137491"/>
                <a:gd name="csX7" fmla="*/ 90134 w 92298"/>
                <a:gd name="csY7" fmla="*/ 0 h 137491"/>
                <a:gd name="csX8" fmla="*/ 91646 w 92298"/>
                <a:gd name="csY8" fmla="*/ 652 h 137491"/>
                <a:gd name="csX9" fmla="*/ 92298 w 92298"/>
                <a:gd name="csY9" fmla="*/ 1735 h 137491"/>
                <a:gd name="csX10" fmla="*/ 77374 w 92298"/>
                <a:gd name="csY10" fmla="*/ 63344 h 137491"/>
                <a:gd name="csX11" fmla="*/ 62036 w 92298"/>
                <a:gd name="csY11" fmla="*/ 125590 h 137491"/>
                <a:gd name="csX12" fmla="*/ 71757 w 92298"/>
                <a:gd name="csY12" fmla="*/ 127547 h 137491"/>
                <a:gd name="csX13" fmla="*/ 77167 w 92298"/>
                <a:gd name="csY13" fmla="*/ 127547 h 137491"/>
                <a:gd name="csX14" fmla="*/ 78456 w 92298"/>
                <a:gd name="csY14" fmla="*/ 129488 h 137491"/>
                <a:gd name="csX15" fmla="*/ 77803 w 92298"/>
                <a:gd name="csY15" fmla="*/ 133371 h 137491"/>
                <a:gd name="csX16" fmla="*/ 75656 w 92298"/>
                <a:gd name="csY16" fmla="*/ 137492 h 137491"/>
                <a:gd name="csX17" fmla="*/ 72839 w 92298"/>
                <a:gd name="csY17" fmla="*/ 137492 h 137491"/>
                <a:gd name="csX18" fmla="*/ 49498 w 92298"/>
                <a:gd name="csY18" fmla="*/ 137046 h 137491"/>
                <a:gd name="csX19" fmla="*/ 38472 w 92298"/>
                <a:gd name="csY19" fmla="*/ 137046 h 137491"/>
                <a:gd name="csX20" fmla="*/ 30469 w 92298"/>
                <a:gd name="csY20" fmla="*/ 137046 h 137491"/>
                <a:gd name="csX21" fmla="*/ 26793 w 92298"/>
                <a:gd name="csY21" fmla="*/ 137269 h 137491"/>
                <a:gd name="csX22" fmla="*/ 23771 w 92298"/>
                <a:gd name="csY22" fmla="*/ 135535 h 137491"/>
                <a:gd name="csX23" fmla="*/ 24200 w 92298"/>
                <a:gd name="csY23" fmla="*/ 132305 h 137491"/>
                <a:gd name="csX24" fmla="*/ 25712 w 92298"/>
                <a:gd name="csY24" fmla="*/ 128184 h 137491"/>
                <a:gd name="csX25" fmla="*/ 30039 w 92298"/>
                <a:gd name="csY25" fmla="*/ 127547 h 137491"/>
                <a:gd name="csX26" fmla="*/ 42577 w 92298"/>
                <a:gd name="csY26" fmla="*/ 126036 h 137491"/>
                <a:gd name="csX27" fmla="*/ 48623 w 92298"/>
                <a:gd name="csY27" fmla="*/ 107005 h 137491"/>
                <a:gd name="csX28" fmla="*/ 53174 w 92298"/>
                <a:gd name="csY28" fmla="*/ 88628 h 137491"/>
                <a:gd name="csX29" fmla="*/ 51662 w 92298"/>
                <a:gd name="csY29" fmla="*/ 89280 h 137491"/>
                <a:gd name="csX30" fmla="*/ 30039 w 92298"/>
                <a:gd name="csY30" fmla="*/ 97713 h 137491"/>
                <a:gd name="csX31" fmla="*/ 9069 w 92298"/>
                <a:gd name="csY31" fmla="*/ 89057 h 137491"/>
                <a:gd name="csX32" fmla="*/ 0 w 92298"/>
                <a:gd name="csY32" fmla="*/ 61610 h 137491"/>
                <a:gd name="csX33" fmla="*/ 68941 w 92298"/>
                <a:gd name="csY33" fmla="*/ 25077 h 137491"/>
                <a:gd name="csX34" fmla="*/ 52728 w 92298"/>
                <a:gd name="csY34" fmla="*/ 8004 h 137491"/>
                <a:gd name="csX35" fmla="*/ 38250 w 92298"/>
                <a:gd name="csY35" fmla="*/ 14702 h 137491"/>
                <a:gd name="csX36" fmla="*/ 27446 w 92298"/>
                <a:gd name="csY36" fmla="*/ 32221 h 137491"/>
                <a:gd name="csX37" fmla="*/ 18584 w 92298"/>
                <a:gd name="csY37" fmla="*/ 67672 h 137491"/>
                <a:gd name="csX38" fmla="*/ 18584 w 92298"/>
                <a:gd name="csY38" fmla="*/ 70043 h 137491"/>
                <a:gd name="csX39" fmla="*/ 18361 w 92298"/>
                <a:gd name="csY39" fmla="*/ 72636 h 137491"/>
                <a:gd name="csX40" fmla="*/ 22259 w 92298"/>
                <a:gd name="csY40" fmla="*/ 86034 h 137491"/>
                <a:gd name="csX41" fmla="*/ 31551 w 92298"/>
                <a:gd name="csY41" fmla="*/ 89932 h 137491"/>
                <a:gd name="csX42" fmla="*/ 55544 w 92298"/>
                <a:gd name="csY42" fmla="*/ 74371 h 137491"/>
                <a:gd name="csX43" fmla="*/ 57279 w 92298"/>
                <a:gd name="csY43" fmla="*/ 71984 h 137491"/>
                <a:gd name="csX44" fmla="*/ 68941 w 92298"/>
                <a:gd name="csY44" fmla="*/ 25077 h 1374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2298" h="137491">
                  <a:moveTo>
                    <a:pt x="0" y="61610"/>
                  </a:moveTo>
                  <a:cubicBezTo>
                    <a:pt x="0" y="47051"/>
                    <a:pt x="5473" y="33223"/>
                    <a:pt x="16420" y="20112"/>
                  </a:cubicBezTo>
                  <a:cubicBezTo>
                    <a:pt x="27366" y="7001"/>
                    <a:pt x="39697" y="366"/>
                    <a:pt x="53381" y="223"/>
                  </a:cubicBezTo>
                  <a:cubicBezTo>
                    <a:pt x="62036" y="223"/>
                    <a:pt x="68655" y="3962"/>
                    <a:pt x="73269" y="11456"/>
                  </a:cubicBezTo>
                  <a:cubicBezTo>
                    <a:pt x="73412" y="11313"/>
                    <a:pt x="73778" y="10884"/>
                    <a:pt x="74351" y="10168"/>
                  </a:cubicBezTo>
                  <a:cubicBezTo>
                    <a:pt x="74923" y="9452"/>
                    <a:pt x="75719" y="8656"/>
                    <a:pt x="76722" y="7781"/>
                  </a:cubicBezTo>
                  <a:cubicBezTo>
                    <a:pt x="77740" y="6922"/>
                    <a:pt x="78886" y="6062"/>
                    <a:pt x="80190" y="5187"/>
                  </a:cubicBezTo>
                  <a:cubicBezTo>
                    <a:pt x="85091" y="1735"/>
                    <a:pt x="88400" y="0"/>
                    <a:pt x="90134" y="0"/>
                  </a:cubicBezTo>
                  <a:cubicBezTo>
                    <a:pt x="90707" y="0"/>
                    <a:pt x="91216" y="223"/>
                    <a:pt x="91646" y="652"/>
                  </a:cubicBezTo>
                  <a:cubicBezTo>
                    <a:pt x="92075" y="1082"/>
                    <a:pt x="92298" y="1448"/>
                    <a:pt x="92298" y="1735"/>
                  </a:cubicBezTo>
                  <a:cubicBezTo>
                    <a:pt x="92298" y="3039"/>
                    <a:pt x="87318" y="23565"/>
                    <a:pt x="77374" y="63344"/>
                  </a:cubicBezTo>
                  <a:cubicBezTo>
                    <a:pt x="67143" y="104269"/>
                    <a:pt x="62036" y="125017"/>
                    <a:pt x="62036" y="125590"/>
                  </a:cubicBezTo>
                  <a:cubicBezTo>
                    <a:pt x="62036" y="126752"/>
                    <a:pt x="65266" y="127404"/>
                    <a:pt x="71757" y="127547"/>
                  </a:cubicBezTo>
                  <a:lnTo>
                    <a:pt x="77167" y="127547"/>
                  </a:lnTo>
                  <a:cubicBezTo>
                    <a:pt x="78026" y="128693"/>
                    <a:pt x="78456" y="129345"/>
                    <a:pt x="78456" y="129488"/>
                  </a:cubicBezTo>
                  <a:cubicBezTo>
                    <a:pt x="78456" y="129632"/>
                    <a:pt x="78249" y="130921"/>
                    <a:pt x="77803" y="133371"/>
                  </a:cubicBezTo>
                  <a:cubicBezTo>
                    <a:pt x="77231" y="135248"/>
                    <a:pt x="76515" y="136617"/>
                    <a:pt x="75656" y="137492"/>
                  </a:cubicBezTo>
                  <a:lnTo>
                    <a:pt x="72839" y="137492"/>
                  </a:lnTo>
                  <a:cubicBezTo>
                    <a:pt x="68368" y="137190"/>
                    <a:pt x="60588" y="137046"/>
                    <a:pt x="49498" y="137046"/>
                  </a:cubicBezTo>
                  <a:cubicBezTo>
                    <a:pt x="45457" y="137046"/>
                    <a:pt x="41782" y="137046"/>
                    <a:pt x="38472" y="137046"/>
                  </a:cubicBezTo>
                  <a:cubicBezTo>
                    <a:pt x="35163" y="137046"/>
                    <a:pt x="32490" y="137046"/>
                    <a:pt x="30469" y="137046"/>
                  </a:cubicBezTo>
                  <a:cubicBezTo>
                    <a:pt x="28448" y="137046"/>
                    <a:pt x="27223" y="137126"/>
                    <a:pt x="26793" y="137269"/>
                  </a:cubicBezTo>
                  <a:cubicBezTo>
                    <a:pt x="24773" y="137269"/>
                    <a:pt x="23771" y="136696"/>
                    <a:pt x="23771" y="135535"/>
                  </a:cubicBezTo>
                  <a:cubicBezTo>
                    <a:pt x="23771" y="135105"/>
                    <a:pt x="23914" y="134023"/>
                    <a:pt x="24200" y="132305"/>
                  </a:cubicBezTo>
                  <a:cubicBezTo>
                    <a:pt x="24773" y="129998"/>
                    <a:pt x="25282" y="128629"/>
                    <a:pt x="25712" y="128184"/>
                  </a:cubicBezTo>
                  <a:cubicBezTo>
                    <a:pt x="26157" y="127754"/>
                    <a:pt x="27589" y="127547"/>
                    <a:pt x="30039" y="127547"/>
                  </a:cubicBezTo>
                  <a:cubicBezTo>
                    <a:pt x="36961" y="127547"/>
                    <a:pt x="41129" y="127038"/>
                    <a:pt x="42577" y="126036"/>
                  </a:cubicBezTo>
                  <a:cubicBezTo>
                    <a:pt x="43723" y="125304"/>
                    <a:pt x="45743" y="118971"/>
                    <a:pt x="48623" y="107005"/>
                  </a:cubicBezTo>
                  <a:cubicBezTo>
                    <a:pt x="51503" y="95040"/>
                    <a:pt x="53031" y="88914"/>
                    <a:pt x="53174" y="88628"/>
                  </a:cubicBezTo>
                  <a:cubicBezTo>
                    <a:pt x="53174" y="88484"/>
                    <a:pt x="52664" y="88707"/>
                    <a:pt x="51662" y="89280"/>
                  </a:cubicBezTo>
                  <a:cubicBezTo>
                    <a:pt x="44741" y="94897"/>
                    <a:pt x="37533" y="97713"/>
                    <a:pt x="30039" y="97713"/>
                  </a:cubicBezTo>
                  <a:cubicBezTo>
                    <a:pt x="22116" y="97713"/>
                    <a:pt x="15131" y="94833"/>
                    <a:pt x="9069" y="89057"/>
                  </a:cubicBezTo>
                  <a:cubicBezTo>
                    <a:pt x="3023" y="83297"/>
                    <a:pt x="0" y="74148"/>
                    <a:pt x="0" y="61610"/>
                  </a:cubicBezTo>
                  <a:close/>
                  <a:moveTo>
                    <a:pt x="68941" y="25077"/>
                  </a:moveTo>
                  <a:cubicBezTo>
                    <a:pt x="65632" y="13700"/>
                    <a:pt x="60222" y="8004"/>
                    <a:pt x="52728" y="8004"/>
                  </a:cubicBezTo>
                  <a:cubicBezTo>
                    <a:pt x="47684" y="8004"/>
                    <a:pt x="42863" y="10231"/>
                    <a:pt x="38250" y="14702"/>
                  </a:cubicBezTo>
                  <a:cubicBezTo>
                    <a:pt x="33635" y="19174"/>
                    <a:pt x="30039" y="25013"/>
                    <a:pt x="27446" y="32221"/>
                  </a:cubicBezTo>
                  <a:cubicBezTo>
                    <a:pt x="23261" y="43598"/>
                    <a:pt x="20318" y="55420"/>
                    <a:pt x="18584" y="67672"/>
                  </a:cubicBezTo>
                  <a:cubicBezTo>
                    <a:pt x="18584" y="68102"/>
                    <a:pt x="18584" y="68897"/>
                    <a:pt x="18584" y="70043"/>
                  </a:cubicBezTo>
                  <a:cubicBezTo>
                    <a:pt x="18584" y="71188"/>
                    <a:pt x="18520" y="72064"/>
                    <a:pt x="18361" y="72636"/>
                  </a:cubicBezTo>
                  <a:cubicBezTo>
                    <a:pt x="18361" y="79128"/>
                    <a:pt x="19665" y="83584"/>
                    <a:pt x="22259" y="86034"/>
                  </a:cubicBezTo>
                  <a:cubicBezTo>
                    <a:pt x="24852" y="88484"/>
                    <a:pt x="27955" y="89789"/>
                    <a:pt x="31551" y="89932"/>
                  </a:cubicBezTo>
                  <a:cubicBezTo>
                    <a:pt x="39331" y="89932"/>
                    <a:pt x="47334" y="84745"/>
                    <a:pt x="55544" y="74371"/>
                  </a:cubicBezTo>
                  <a:lnTo>
                    <a:pt x="57279" y="71984"/>
                  </a:lnTo>
                  <a:lnTo>
                    <a:pt x="68941" y="25077"/>
                  </a:lnTo>
                  <a:close/>
                </a:path>
              </a:pathLst>
            </a:custGeom>
            <a:solidFill>
              <a:srgbClr val="000000"/>
            </a:solidFill>
            <a:ln w="1591" cap="flat">
              <a:noFill/>
              <a:prstDash val="solid"/>
              <a:miter/>
            </a:ln>
          </p:spPr>
        </p:sp>
        <p:sp>
          <p:nvSpPr>
            <p:cNvPr id="105" name="任意形状 104">
              <a:extLst>
                <a:ext uri="{FF2B5EF4-FFF2-40B4-BE49-F238E27FC236}">
                  <a16:creationId xmlns:a16="http://schemas.microsoft.com/office/drawing/2014/main" id="{DE12DD97-96A2-B28A-377A-B818149F6AF9}"/>
                </a:ext>
              </a:extLst>
            </p:cNvPr>
            <p:cNvSpPr/>
            <p:nvPr/>
          </p:nvSpPr>
          <p:spPr>
            <a:xfrm>
              <a:off x="6096860" y="3344752"/>
              <a:ext cx="63420" cy="104984"/>
            </a:xfrm>
            <a:custGeom>
              <a:avLst/>
              <a:gdLst>
                <a:gd name="csX0" fmla="*/ 12983 w 63420"/>
                <a:gd name="csY0" fmla="*/ 30869 h 104984"/>
                <a:gd name="csX1" fmla="*/ 6571 w 63420"/>
                <a:gd name="csY1" fmla="*/ 28275 h 104984"/>
                <a:gd name="csX2" fmla="*/ 4121 w 63420"/>
                <a:gd name="csY2" fmla="*/ 21544 h 104984"/>
                <a:gd name="csX3" fmla="*/ 11456 w 63420"/>
                <a:gd name="csY3" fmla="*/ 6571 h 104984"/>
                <a:gd name="csX4" fmla="*/ 29180 w 63420"/>
                <a:gd name="csY4" fmla="*/ 0 h 104984"/>
                <a:gd name="csX5" fmla="*/ 35911 w 63420"/>
                <a:gd name="csY5" fmla="*/ 143 h 104984"/>
                <a:gd name="csX6" fmla="*/ 53174 w 63420"/>
                <a:gd name="csY6" fmla="*/ 8242 h 104984"/>
                <a:gd name="csX7" fmla="*/ 59283 w 63420"/>
                <a:gd name="csY7" fmla="*/ 21847 h 104984"/>
                <a:gd name="csX8" fmla="*/ 54097 w 63420"/>
                <a:gd name="csY8" fmla="*/ 37281 h 104984"/>
                <a:gd name="csX9" fmla="*/ 39729 w 63420"/>
                <a:gd name="csY9" fmla="*/ 48133 h 104984"/>
                <a:gd name="csX10" fmla="*/ 39268 w 63420"/>
                <a:gd name="csY10" fmla="*/ 48435 h 104984"/>
                <a:gd name="csX11" fmla="*/ 40652 w 63420"/>
                <a:gd name="csY11" fmla="*/ 48896 h 104984"/>
                <a:gd name="csX12" fmla="*/ 45075 w 63420"/>
                <a:gd name="csY12" fmla="*/ 50281 h 104984"/>
                <a:gd name="csX13" fmla="*/ 50883 w 63420"/>
                <a:gd name="csY13" fmla="*/ 53479 h 104984"/>
                <a:gd name="csX14" fmla="*/ 63420 w 63420"/>
                <a:gd name="csY14" fmla="*/ 74880 h 104984"/>
                <a:gd name="csX15" fmla="*/ 53938 w 63420"/>
                <a:gd name="csY15" fmla="*/ 95979 h 104984"/>
                <a:gd name="csX16" fmla="*/ 29944 w 63420"/>
                <a:gd name="csY16" fmla="*/ 104985 h 104984"/>
                <a:gd name="csX17" fmla="*/ 8862 w 63420"/>
                <a:gd name="csY17" fmla="*/ 98413 h 104984"/>
                <a:gd name="csX18" fmla="*/ 0 w 63420"/>
                <a:gd name="csY18" fmla="*/ 81754 h 104984"/>
                <a:gd name="csX19" fmla="*/ 2753 w 63420"/>
                <a:gd name="csY19" fmla="*/ 74880 h 104984"/>
                <a:gd name="csX20" fmla="*/ 9626 w 63420"/>
                <a:gd name="csY20" fmla="*/ 72127 h 104984"/>
                <a:gd name="csX21" fmla="*/ 16659 w 63420"/>
                <a:gd name="csY21" fmla="*/ 74880 h 104984"/>
                <a:gd name="csX22" fmla="*/ 19411 w 63420"/>
                <a:gd name="csY22" fmla="*/ 81754 h 104984"/>
                <a:gd name="csX23" fmla="*/ 18950 w 63420"/>
                <a:gd name="csY23" fmla="*/ 84809 h 104984"/>
                <a:gd name="csX24" fmla="*/ 17884 w 63420"/>
                <a:gd name="csY24" fmla="*/ 87259 h 104984"/>
                <a:gd name="csX25" fmla="*/ 16197 w 63420"/>
                <a:gd name="csY25" fmla="*/ 89089 h 104984"/>
                <a:gd name="csX26" fmla="*/ 14367 w 63420"/>
                <a:gd name="csY26" fmla="*/ 90314 h 104984"/>
                <a:gd name="csX27" fmla="*/ 12840 w 63420"/>
                <a:gd name="csY27" fmla="*/ 90935 h 104984"/>
                <a:gd name="csX28" fmla="*/ 11615 w 63420"/>
                <a:gd name="csY28" fmla="*/ 91380 h 104984"/>
                <a:gd name="csX29" fmla="*/ 10995 w 63420"/>
                <a:gd name="csY29" fmla="*/ 91539 h 104984"/>
                <a:gd name="csX30" fmla="*/ 29944 w 63420"/>
                <a:gd name="csY30" fmla="*/ 98413 h 104984"/>
                <a:gd name="csX31" fmla="*/ 42625 w 63420"/>
                <a:gd name="csY31" fmla="*/ 90314 h 104984"/>
                <a:gd name="csX32" fmla="*/ 45235 w 63420"/>
                <a:gd name="csY32" fmla="*/ 74880 h 104984"/>
                <a:gd name="csX33" fmla="*/ 45235 w 63420"/>
                <a:gd name="csY33" fmla="*/ 71825 h 104984"/>
                <a:gd name="csX34" fmla="*/ 35449 w 63420"/>
                <a:gd name="csY34" fmla="*/ 52413 h 104984"/>
                <a:gd name="csX35" fmla="*/ 26126 w 63420"/>
                <a:gd name="csY35" fmla="*/ 51347 h 104984"/>
                <a:gd name="csX36" fmla="*/ 19714 w 63420"/>
                <a:gd name="csY36" fmla="*/ 51188 h 104984"/>
                <a:gd name="csX37" fmla="*/ 19252 w 63420"/>
                <a:gd name="csY37" fmla="*/ 50885 h 104984"/>
                <a:gd name="csX38" fmla="*/ 18950 w 63420"/>
                <a:gd name="csY38" fmla="*/ 48435 h 104984"/>
                <a:gd name="csX39" fmla="*/ 20175 w 63420"/>
                <a:gd name="csY39" fmla="*/ 45698 h 104984"/>
                <a:gd name="csX40" fmla="*/ 29037 w 63420"/>
                <a:gd name="csY40" fmla="*/ 44934 h 104984"/>
                <a:gd name="csX41" fmla="*/ 38504 w 63420"/>
                <a:gd name="csY41" fmla="*/ 38506 h 104984"/>
                <a:gd name="csX42" fmla="*/ 42784 w 63420"/>
                <a:gd name="csY42" fmla="*/ 21385 h 104984"/>
                <a:gd name="csX43" fmla="*/ 42784 w 63420"/>
                <a:gd name="csY43" fmla="*/ 20176 h 104984"/>
                <a:gd name="csX44" fmla="*/ 37438 w 63420"/>
                <a:gd name="csY44" fmla="*/ 8099 h 104984"/>
                <a:gd name="csX45" fmla="*/ 30262 w 63420"/>
                <a:gd name="csY45" fmla="*/ 5951 h 104984"/>
                <a:gd name="csX46" fmla="*/ 21241 w 63420"/>
                <a:gd name="csY46" fmla="*/ 7638 h 104984"/>
                <a:gd name="csX47" fmla="*/ 15433 w 63420"/>
                <a:gd name="csY47" fmla="*/ 11154 h 104984"/>
                <a:gd name="csX48" fmla="*/ 13747 w 63420"/>
                <a:gd name="csY48" fmla="*/ 12984 h 104984"/>
                <a:gd name="csX49" fmla="*/ 14209 w 63420"/>
                <a:gd name="csY49" fmla="*/ 12984 h 104984"/>
                <a:gd name="csX50" fmla="*/ 15433 w 63420"/>
                <a:gd name="csY50" fmla="*/ 13286 h 104984"/>
                <a:gd name="csX51" fmla="*/ 16961 w 63420"/>
                <a:gd name="csY51" fmla="*/ 14050 h 104984"/>
                <a:gd name="csX52" fmla="*/ 18791 w 63420"/>
                <a:gd name="csY52" fmla="*/ 15132 h 104984"/>
                <a:gd name="csX53" fmla="*/ 20318 w 63420"/>
                <a:gd name="csY53" fmla="*/ 16803 h 104984"/>
                <a:gd name="csX54" fmla="*/ 21543 w 63420"/>
                <a:gd name="csY54" fmla="*/ 19094 h 104984"/>
                <a:gd name="csX55" fmla="*/ 22005 w 63420"/>
                <a:gd name="csY55" fmla="*/ 22149 h 104984"/>
                <a:gd name="csX56" fmla="*/ 19857 w 63420"/>
                <a:gd name="csY56" fmla="*/ 28116 h 104984"/>
                <a:gd name="csX57" fmla="*/ 12983 w 63420"/>
                <a:gd name="csY57" fmla="*/ 30869 h 104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63420" h="104984">
                  <a:moveTo>
                    <a:pt x="12983" y="30869"/>
                  </a:moveTo>
                  <a:cubicBezTo>
                    <a:pt x="10231" y="30869"/>
                    <a:pt x="8099" y="30009"/>
                    <a:pt x="6571" y="28275"/>
                  </a:cubicBezTo>
                  <a:cubicBezTo>
                    <a:pt x="5044" y="26540"/>
                    <a:pt x="4233" y="24297"/>
                    <a:pt x="4121" y="21544"/>
                  </a:cubicBezTo>
                  <a:cubicBezTo>
                    <a:pt x="4121" y="15943"/>
                    <a:pt x="6571" y="10947"/>
                    <a:pt x="11456" y="6571"/>
                  </a:cubicBezTo>
                  <a:cubicBezTo>
                    <a:pt x="16340" y="2180"/>
                    <a:pt x="22259" y="0"/>
                    <a:pt x="29180" y="0"/>
                  </a:cubicBezTo>
                  <a:cubicBezTo>
                    <a:pt x="32744" y="0"/>
                    <a:pt x="34988" y="48"/>
                    <a:pt x="35911" y="143"/>
                  </a:cubicBezTo>
                  <a:cubicBezTo>
                    <a:pt x="43452" y="1368"/>
                    <a:pt x="49196" y="4073"/>
                    <a:pt x="53174" y="8242"/>
                  </a:cubicBezTo>
                  <a:cubicBezTo>
                    <a:pt x="57152" y="12427"/>
                    <a:pt x="59188" y="16962"/>
                    <a:pt x="59283" y="21847"/>
                  </a:cubicBezTo>
                  <a:cubicBezTo>
                    <a:pt x="59283" y="27145"/>
                    <a:pt x="57565" y="32301"/>
                    <a:pt x="54097" y="37281"/>
                  </a:cubicBezTo>
                  <a:cubicBezTo>
                    <a:pt x="50628" y="42277"/>
                    <a:pt x="45839" y="45889"/>
                    <a:pt x="39729" y="48133"/>
                  </a:cubicBezTo>
                  <a:lnTo>
                    <a:pt x="39268" y="48435"/>
                  </a:lnTo>
                  <a:cubicBezTo>
                    <a:pt x="39268" y="48546"/>
                    <a:pt x="39729" y="48689"/>
                    <a:pt x="40652" y="48896"/>
                  </a:cubicBezTo>
                  <a:cubicBezTo>
                    <a:pt x="41559" y="49103"/>
                    <a:pt x="43039" y="49565"/>
                    <a:pt x="45075" y="50281"/>
                  </a:cubicBezTo>
                  <a:cubicBezTo>
                    <a:pt x="47112" y="50997"/>
                    <a:pt x="49053" y="52063"/>
                    <a:pt x="50883" y="53479"/>
                  </a:cubicBezTo>
                  <a:cubicBezTo>
                    <a:pt x="59236" y="58889"/>
                    <a:pt x="63420" y="66017"/>
                    <a:pt x="63420" y="74880"/>
                  </a:cubicBezTo>
                  <a:cubicBezTo>
                    <a:pt x="63420" y="82931"/>
                    <a:pt x="60254" y="89964"/>
                    <a:pt x="53938" y="95979"/>
                  </a:cubicBezTo>
                  <a:cubicBezTo>
                    <a:pt x="47621" y="101977"/>
                    <a:pt x="39634" y="104985"/>
                    <a:pt x="29944" y="104985"/>
                  </a:cubicBezTo>
                  <a:cubicBezTo>
                    <a:pt x="21798" y="104985"/>
                    <a:pt x="14765" y="102805"/>
                    <a:pt x="8862" y="98413"/>
                  </a:cubicBezTo>
                  <a:cubicBezTo>
                    <a:pt x="2944" y="94037"/>
                    <a:pt x="0" y="88484"/>
                    <a:pt x="0" y="81754"/>
                  </a:cubicBezTo>
                  <a:cubicBezTo>
                    <a:pt x="0" y="78905"/>
                    <a:pt x="907" y="76614"/>
                    <a:pt x="2753" y="74880"/>
                  </a:cubicBezTo>
                  <a:cubicBezTo>
                    <a:pt x="4582" y="73145"/>
                    <a:pt x="6874" y="72239"/>
                    <a:pt x="9626" y="72127"/>
                  </a:cubicBezTo>
                  <a:cubicBezTo>
                    <a:pt x="12474" y="72127"/>
                    <a:pt x="14813" y="73050"/>
                    <a:pt x="16659" y="74880"/>
                  </a:cubicBezTo>
                  <a:cubicBezTo>
                    <a:pt x="18488" y="76710"/>
                    <a:pt x="19411" y="79001"/>
                    <a:pt x="19411" y="81754"/>
                  </a:cubicBezTo>
                  <a:cubicBezTo>
                    <a:pt x="19411" y="82883"/>
                    <a:pt x="19252" y="83902"/>
                    <a:pt x="18950" y="84809"/>
                  </a:cubicBezTo>
                  <a:cubicBezTo>
                    <a:pt x="18647" y="85732"/>
                    <a:pt x="18281" y="86543"/>
                    <a:pt x="17884" y="87259"/>
                  </a:cubicBezTo>
                  <a:cubicBezTo>
                    <a:pt x="17470" y="87975"/>
                    <a:pt x="16913" y="88580"/>
                    <a:pt x="16197" y="89089"/>
                  </a:cubicBezTo>
                  <a:cubicBezTo>
                    <a:pt x="15481" y="89598"/>
                    <a:pt x="14877" y="90012"/>
                    <a:pt x="14367" y="90314"/>
                  </a:cubicBezTo>
                  <a:cubicBezTo>
                    <a:pt x="13858" y="90616"/>
                    <a:pt x="13349" y="90823"/>
                    <a:pt x="12840" y="90935"/>
                  </a:cubicBezTo>
                  <a:cubicBezTo>
                    <a:pt x="12331" y="91030"/>
                    <a:pt x="11917" y="91189"/>
                    <a:pt x="11615" y="91380"/>
                  </a:cubicBezTo>
                  <a:lnTo>
                    <a:pt x="10995" y="91539"/>
                  </a:lnTo>
                  <a:cubicBezTo>
                    <a:pt x="16197" y="96122"/>
                    <a:pt x="22514" y="98413"/>
                    <a:pt x="29944" y="98413"/>
                  </a:cubicBezTo>
                  <a:cubicBezTo>
                    <a:pt x="35545" y="98413"/>
                    <a:pt x="39777" y="95724"/>
                    <a:pt x="42625" y="90314"/>
                  </a:cubicBezTo>
                  <a:cubicBezTo>
                    <a:pt x="44359" y="86957"/>
                    <a:pt x="45235" y="81817"/>
                    <a:pt x="45235" y="74880"/>
                  </a:cubicBezTo>
                  <a:lnTo>
                    <a:pt x="45235" y="71825"/>
                  </a:lnTo>
                  <a:cubicBezTo>
                    <a:pt x="45235" y="62151"/>
                    <a:pt x="41973" y="55675"/>
                    <a:pt x="35449" y="52413"/>
                  </a:cubicBezTo>
                  <a:cubicBezTo>
                    <a:pt x="33922" y="51808"/>
                    <a:pt x="30819" y="51442"/>
                    <a:pt x="26126" y="51347"/>
                  </a:cubicBezTo>
                  <a:lnTo>
                    <a:pt x="19714" y="51188"/>
                  </a:lnTo>
                  <a:lnTo>
                    <a:pt x="19252" y="50885"/>
                  </a:lnTo>
                  <a:cubicBezTo>
                    <a:pt x="19045" y="50583"/>
                    <a:pt x="18950" y="49771"/>
                    <a:pt x="18950" y="48435"/>
                  </a:cubicBezTo>
                  <a:cubicBezTo>
                    <a:pt x="18950" y="46605"/>
                    <a:pt x="19348" y="45698"/>
                    <a:pt x="20175" y="45698"/>
                  </a:cubicBezTo>
                  <a:cubicBezTo>
                    <a:pt x="23023" y="45698"/>
                    <a:pt x="25982" y="45443"/>
                    <a:pt x="29037" y="44934"/>
                  </a:cubicBezTo>
                  <a:cubicBezTo>
                    <a:pt x="32490" y="44425"/>
                    <a:pt x="35656" y="42277"/>
                    <a:pt x="38504" y="38506"/>
                  </a:cubicBezTo>
                  <a:cubicBezTo>
                    <a:pt x="41352" y="34735"/>
                    <a:pt x="42784" y="29039"/>
                    <a:pt x="42784" y="21385"/>
                  </a:cubicBezTo>
                  <a:lnTo>
                    <a:pt x="42784" y="20176"/>
                  </a:lnTo>
                  <a:cubicBezTo>
                    <a:pt x="42784" y="14368"/>
                    <a:pt x="41002" y="10343"/>
                    <a:pt x="37438" y="8099"/>
                  </a:cubicBezTo>
                  <a:cubicBezTo>
                    <a:pt x="35195" y="6667"/>
                    <a:pt x="32808" y="5951"/>
                    <a:pt x="30262" y="5951"/>
                  </a:cubicBezTo>
                  <a:cubicBezTo>
                    <a:pt x="27000" y="5951"/>
                    <a:pt x="23994" y="6524"/>
                    <a:pt x="21241" y="7638"/>
                  </a:cubicBezTo>
                  <a:cubicBezTo>
                    <a:pt x="18488" y="8751"/>
                    <a:pt x="16547" y="9929"/>
                    <a:pt x="15433" y="11154"/>
                  </a:cubicBezTo>
                  <a:cubicBezTo>
                    <a:pt x="14304" y="12379"/>
                    <a:pt x="13747" y="12984"/>
                    <a:pt x="13747" y="12984"/>
                  </a:cubicBezTo>
                  <a:lnTo>
                    <a:pt x="14209" y="12984"/>
                  </a:lnTo>
                  <a:cubicBezTo>
                    <a:pt x="14511" y="13095"/>
                    <a:pt x="14924" y="13191"/>
                    <a:pt x="15433" y="13286"/>
                  </a:cubicBezTo>
                  <a:cubicBezTo>
                    <a:pt x="15943" y="13398"/>
                    <a:pt x="16452" y="13652"/>
                    <a:pt x="16961" y="14050"/>
                  </a:cubicBezTo>
                  <a:cubicBezTo>
                    <a:pt x="17470" y="14464"/>
                    <a:pt x="18075" y="14814"/>
                    <a:pt x="18791" y="15132"/>
                  </a:cubicBezTo>
                  <a:cubicBezTo>
                    <a:pt x="19507" y="15434"/>
                    <a:pt x="20016" y="15991"/>
                    <a:pt x="20318" y="16803"/>
                  </a:cubicBezTo>
                  <a:cubicBezTo>
                    <a:pt x="20620" y="17630"/>
                    <a:pt x="21034" y="18394"/>
                    <a:pt x="21543" y="19094"/>
                  </a:cubicBezTo>
                  <a:cubicBezTo>
                    <a:pt x="22052" y="19810"/>
                    <a:pt x="22211" y="20828"/>
                    <a:pt x="22005" y="22149"/>
                  </a:cubicBezTo>
                  <a:cubicBezTo>
                    <a:pt x="22005" y="24392"/>
                    <a:pt x="21289" y="26381"/>
                    <a:pt x="19857" y="28116"/>
                  </a:cubicBezTo>
                  <a:cubicBezTo>
                    <a:pt x="18441" y="29850"/>
                    <a:pt x="16150" y="30773"/>
                    <a:pt x="12983" y="30869"/>
                  </a:cubicBezTo>
                  <a:close/>
                </a:path>
              </a:pathLst>
            </a:custGeom>
            <a:solidFill>
              <a:srgbClr val="000000"/>
            </a:solidFill>
            <a:ln w="1591" cap="flat">
              <a:noFill/>
              <a:prstDash val="solid"/>
              <a:miter/>
            </a:ln>
          </p:spPr>
        </p:sp>
        <p:sp>
          <p:nvSpPr>
            <p:cNvPr id="106" name="任意形状 105">
              <a:extLst>
                <a:ext uri="{FF2B5EF4-FFF2-40B4-BE49-F238E27FC236}">
                  <a16:creationId xmlns:a16="http://schemas.microsoft.com/office/drawing/2014/main" id="{FBDC8657-9DF6-EDC3-B2CA-EE334B1EA806}"/>
                </a:ext>
              </a:extLst>
            </p:cNvPr>
            <p:cNvSpPr/>
            <p:nvPr/>
          </p:nvSpPr>
          <p:spPr>
            <a:xfrm>
              <a:off x="5685726" y="2780887"/>
              <a:ext cx="272073" cy="178216"/>
            </a:xfrm>
            <a:custGeom>
              <a:avLst/>
              <a:gdLst>
                <a:gd name="csX0" fmla="*/ 272074 w 272073"/>
                <a:gd name="csY0" fmla="*/ 0 h 178216"/>
                <a:gd name="csX1" fmla="*/ 0 w 272073"/>
                <a:gd name="csY1" fmla="*/ 178216 h 178216"/>
              </a:gdLst>
              <a:ahLst/>
              <a:cxnLst>
                <a:cxn ang="0">
                  <a:pos x="csX0" y="csY0"/>
                </a:cxn>
                <a:cxn ang="0">
                  <a:pos x="csX1" y="csY1"/>
                </a:cxn>
              </a:cxnLst>
              <a:rect l="l" t="t" r="r" b="b"/>
              <a:pathLst>
                <a:path w="272073" h="178216">
                  <a:moveTo>
                    <a:pt x="272074" y="0"/>
                  </a:moveTo>
                  <a:lnTo>
                    <a:pt x="0" y="178216"/>
                  </a:lnTo>
                </a:path>
              </a:pathLst>
            </a:custGeom>
            <a:ln w="15911" cap="flat">
              <a:solidFill>
                <a:srgbClr val="000000"/>
              </a:solidFill>
              <a:prstDash val="solid"/>
              <a:miter/>
            </a:ln>
          </p:spPr>
        </p:sp>
        <p:sp>
          <p:nvSpPr>
            <p:cNvPr id="107" name="任意形状 106">
              <a:extLst>
                <a:ext uri="{FF2B5EF4-FFF2-40B4-BE49-F238E27FC236}">
                  <a16:creationId xmlns:a16="http://schemas.microsoft.com/office/drawing/2014/main" id="{61291FDA-7115-6D3E-6D98-BD56F28D8DF2}"/>
                </a:ext>
              </a:extLst>
            </p:cNvPr>
            <p:cNvSpPr/>
            <p:nvPr/>
          </p:nvSpPr>
          <p:spPr>
            <a:xfrm>
              <a:off x="5676355" y="3128895"/>
              <a:ext cx="281620" cy="195712"/>
            </a:xfrm>
            <a:custGeom>
              <a:avLst/>
              <a:gdLst>
                <a:gd name="csX0" fmla="*/ 0 w 281620"/>
                <a:gd name="csY0" fmla="*/ 0 h 195712"/>
                <a:gd name="csX1" fmla="*/ 281620 w 281620"/>
                <a:gd name="csY1" fmla="*/ 195712 h 195712"/>
              </a:gdLst>
              <a:ahLst/>
              <a:cxnLst>
                <a:cxn ang="0">
                  <a:pos x="csX0" y="csY0"/>
                </a:cxn>
                <a:cxn ang="0">
                  <a:pos x="csX1" y="csY1"/>
                </a:cxn>
              </a:cxnLst>
              <a:rect l="l" t="t" r="r" b="b"/>
              <a:pathLst>
                <a:path w="281620" h="195712">
                  <a:moveTo>
                    <a:pt x="0" y="0"/>
                  </a:moveTo>
                  <a:lnTo>
                    <a:pt x="281620" y="195712"/>
                  </a:lnTo>
                </a:path>
              </a:pathLst>
            </a:custGeom>
            <a:ln w="15911" cap="flat">
              <a:solidFill>
                <a:srgbClr val="000000"/>
              </a:solidFill>
              <a:prstDash val="solid"/>
              <a:miter/>
            </a:ln>
          </p:spPr>
        </p:sp>
        <p:sp>
          <p:nvSpPr>
            <p:cNvPr id="108" name="任意形状 107">
              <a:extLst>
                <a:ext uri="{FF2B5EF4-FFF2-40B4-BE49-F238E27FC236}">
                  <a16:creationId xmlns:a16="http://schemas.microsoft.com/office/drawing/2014/main" id="{894DDD8C-E236-89AE-EFC6-BA6FEDCA7452}"/>
                </a:ext>
              </a:extLst>
            </p:cNvPr>
            <p:cNvSpPr/>
            <p:nvPr/>
          </p:nvSpPr>
          <p:spPr>
            <a:xfrm>
              <a:off x="6087091" y="2856971"/>
              <a:ext cx="1591" cy="389828"/>
            </a:xfrm>
            <a:custGeom>
              <a:avLst/>
              <a:gdLst>
                <a:gd name="csX0" fmla="*/ 0 w 1591"/>
                <a:gd name="csY0" fmla="*/ 0 h 389828"/>
                <a:gd name="csX1" fmla="*/ 0 w 1591"/>
                <a:gd name="csY1" fmla="*/ 389829 h 389828"/>
              </a:gdLst>
              <a:ahLst/>
              <a:cxnLst>
                <a:cxn ang="0">
                  <a:pos x="csX0" y="csY0"/>
                </a:cxn>
                <a:cxn ang="0">
                  <a:pos x="csX1" y="csY1"/>
                </a:cxn>
              </a:cxnLst>
              <a:rect l="l" t="t" r="r" b="b"/>
              <a:pathLst>
                <a:path w="1591" h="389828">
                  <a:moveTo>
                    <a:pt x="0" y="0"/>
                  </a:moveTo>
                  <a:lnTo>
                    <a:pt x="0" y="389829"/>
                  </a:lnTo>
                </a:path>
              </a:pathLst>
            </a:custGeom>
            <a:ln w="15911" cap="flat">
              <a:solidFill>
                <a:srgbClr val="000000"/>
              </a:solidFill>
              <a:prstDash val="solid"/>
              <a:miter/>
            </a:ln>
          </p:spPr>
        </p:sp>
      </p:grpSp>
      <p:grpSp>
        <p:nvGrpSpPr>
          <p:cNvPr id="177" name="组合 176">
            <a:extLst>
              <a:ext uri="{FF2B5EF4-FFF2-40B4-BE49-F238E27FC236}">
                <a16:creationId xmlns:a16="http://schemas.microsoft.com/office/drawing/2014/main" id="{FD93EBCF-DA29-6B1A-FA3E-0887E1CA038C}"/>
              </a:ext>
            </a:extLst>
          </p:cNvPr>
          <p:cNvGrpSpPr/>
          <p:nvPr/>
        </p:nvGrpSpPr>
        <p:grpSpPr>
          <a:xfrm>
            <a:off x="10375413" y="3438649"/>
            <a:ext cx="907100" cy="1035525"/>
            <a:chOff x="10274745" y="2532832"/>
            <a:chExt cx="907100" cy="1035525"/>
          </a:xfrm>
        </p:grpSpPr>
        <p:sp>
          <p:nvSpPr>
            <p:cNvPr id="14" name="任意形状 13">
              <a:extLst>
                <a:ext uri="{FF2B5EF4-FFF2-40B4-BE49-F238E27FC236}">
                  <a16:creationId xmlns:a16="http://schemas.microsoft.com/office/drawing/2014/main" id="{085C03D7-51C1-BB09-F737-DA54BA2C97AB}"/>
                </a:ext>
              </a:extLst>
            </p:cNvPr>
            <p:cNvSpPr/>
            <p:nvPr/>
          </p:nvSpPr>
          <p:spPr>
            <a:xfrm>
              <a:off x="10274745" y="2839981"/>
              <a:ext cx="403160" cy="405443"/>
            </a:xfrm>
            <a:custGeom>
              <a:avLst/>
              <a:gdLst>
                <a:gd name="csX0" fmla="*/ 346133 w 403160"/>
                <a:gd name="csY0" fmla="*/ 329394 h 405443"/>
                <a:gd name="csX1" fmla="*/ 283496 w 403160"/>
                <a:gd name="csY1" fmla="*/ 376603 h 405443"/>
                <a:gd name="csX2" fmla="*/ 82957 w 403160"/>
                <a:gd name="csY2" fmla="*/ 348408 h 405443"/>
                <a:gd name="csX3" fmla="*/ 28842 w 403160"/>
                <a:gd name="csY3" fmla="*/ 276599 h 405443"/>
                <a:gd name="csX4" fmla="*/ 57027 w 403160"/>
                <a:gd name="csY4" fmla="*/ 76048 h 405443"/>
                <a:gd name="csX5" fmla="*/ 119664 w 403160"/>
                <a:gd name="csY5" fmla="*/ 28845 h 405443"/>
                <a:gd name="csX6" fmla="*/ 320205 w 403160"/>
                <a:gd name="csY6" fmla="*/ 57031 h 405443"/>
                <a:gd name="csX7" fmla="*/ 374317 w 403160"/>
                <a:gd name="csY7" fmla="*/ 128844 h 405443"/>
                <a:gd name="csX8" fmla="*/ 346133 w 403160"/>
                <a:gd name="csY8" fmla="*/ 329394 h 405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3160" h="405443">
                  <a:moveTo>
                    <a:pt x="346133" y="329394"/>
                  </a:moveTo>
                  <a:lnTo>
                    <a:pt x="283496" y="376603"/>
                  </a:lnTo>
                  <a:cubicBezTo>
                    <a:pt x="220335" y="424195"/>
                    <a:pt x="130550" y="411577"/>
                    <a:pt x="82957" y="348408"/>
                  </a:cubicBezTo>
                  <a:lnTo>
                    <a:pt x="28842" y="276599"/>
                  </a:lnTo>
                  <a:cubicBezTo>
                    <a:pt x="-18752" y="213430"/>
                    <a:pt x="-6133" y="123644"/>
                    <a:pt x="57027" y="76048"/>
                  </a:cubicBezTo>
                  <a:lnTo>
                    <a:pt x="119664" y="28845"/>
                  </a:lnTo>
                  <a:cubicBezTo>
                    <a:pt x="182825" y="-18753"/>
                    <a:pt x="272609" y="-6134"/>
                    <a:pt x="320205" y="57031"/>
                  </a:cubicBezTo>
                  <a:lnTo>
                    <a:pt x="374317" y="128844"/>
                  </a:lnTo>
                  <a:cubicBezTo>
                    <a:pt x="421913" y="192013"/>
                    <a:pt x="409294" y="281802"/>
                    <a:pt x="346133" y="329394"/>
                  </a:cubicBezTo>
                  <a:close/>
                </a:path>
              </a:pathLst>
            </a:custGeom>
            <a:solidFill>
              <a:srgbClr val="D9EDF8">
                <a:alpha val="80000"/>
              </a:srgbClr>
            </a:solidFill>
            <a:ln w="1591" cap="flat">
              <a:noFill/>
              <a:prstDash val="solid"/>
              <a:miter/>
            </a:ln>
          </p:spPr>
        </p:sp>
        <p:sp>
          <p:nvSpPr>
            <p:cNvPr id="58" name="任意形状 57">
              <a:extLst>
                <a:ext uri="{FF2B5EF4-FFF2-40B4-BE49-F238E27FC236}">
                  <a16:creationId xmlns:a16="http://schemas.microsoft.com/office/drawing/2014/main" id="{8107A2E0-876C-2E4F-DC4E-FE490B76BE31}"/>
                </a:ext>
              </a:extLst>
            </p:cNvPr>
            <p:cNvSpPr/>
            <p:nvPr/>
          </p:nvSpPr>
          <p:spPr>
            <a:xfrm>
              <a:off x="10780650" y="2532832"/>
              <a:ext cx="401195" cy="1035525"/>
            </a:xfrm>
            <a:custGeom>
              <a:avLst/>
              <a:gdLst>
                <a:gd name="csX0" fmla="*/ 401196 w 401195"/>
                <a:gd name="csY0" fmla="*/ 143204 h 1035525"/>
                <a:gd name="csX1" fmla="*/ 401196 w 401195"/>
                <a:gd name="csY1" fmla="*/ 892321 h 1035525"/>
                <a:gd name="csX2" fmla="*/ 257999 w 401195"/>
                <a:gd name="csY2" fmla="*/ 1035526 h 1035525"/>
                <a:gd name="csX3" fmla="*/ 143197 w 401195"/>
                <a:gd name="csY3" fmla="*/ 1035526 h 1035525"/>
                <a:gd name="csX4" fmla="*/ 0 w 401195"/>
                <a:gd name="csY4" fmla="*/ 892321 h 1035525"/>
                <a:gd name="csX5" fmla="*/ 0 w 401195"/>
                <a:gd name="csY5" fmla="*/ 143204 h 1035525"/>
                <a:gd name="csX6" fmla="*/ 143197 w 401195"/>
                <a:gd name="csY6" fmla="*/ 0 h 1035525"/>
                <a:gd name="csX7" fmla="*/ 257999 w 401195"/>
                <a:gd name="csY7" fmla="*/ 0 h 1035525"/>
                <a:gd name="csX8" fmla="*/ 401196 w 401195"/>
                <a:gd name="csY8" fmla="*/ 143204 h 1035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1195" h="1035525">
                  <a:moveTo>
                    <a:pt x="401196" y="143204"/>
                  </a:moveTo>
                  <a:lnTo>
                    <a:pt x="401196" y="892321"/>
                  </a:lnTo>
                  <a:cubicBezTo>
                    <a:pt x="401196" y="971418"/>
                    <a:pt x="337085" y="1035526"/>
                    <a:pt x="257999" y="1035526"/>
                  </a:cubicBezTo>
                  <a:lnTo>
                    <a:pt x="143197" y="1035526"/>
                  </a:lnTo>
                  <a:cubicBezTo>
                    <a:pt x="64111" y="1035526"/>
                    <a:pt x="0" y="971418"/>
                    <a:pt x="0" y="892321"/>
                  </a:cubicBezTo>
                  <a:lnTo>
                    <a:pt x="0" y="143204"/>
                  </a:lnTo>
                  <a:cubicBezTo>
                    <a:pt x="0" y="64114"/>
                    <a:pt x="64111" y="0"/>
                    <a:pt x="143197" y="0"/>
                  </a:cubicBezTo>
                  <a:lnTo>
                    <a:pt x="257999" y="0"/>
                  </a:lnTo>
                  <a:cubicBezTo>
                    <a:pt x="337085" y="0"/>
                    <a:pt x="401196" y="64114"/>
                    <a:pt x="401196" y="143204"/>
                  </a:cubicBezTo>
                  <a:close/>
                </a:path>
              </a:pathLst>
            </a:custGeom>
            <a:solidFill>
              <a:srgbClr val="F39E85">
                <a:alpha val="80000"/>
              </a:srgbClr>
            </a:solidFill>
            <a:ln w="1591" cap="flat">
              <a:noFill/>
              <a:prstDash val="solid"/>
              <a:miter/>
            </a:ln>
          </p:spPr>
        </p:sp>
        <p:sp>
          <p:nvSpPr>
            <p:cNvPr id="113" name="任意形状 112">
              <a:extLst>
                <a:ext uri="{FF2B5EF4-FFF2-40B4-BE49-F238E27FC236}">
                  <a16:creationId xmlns:a16="http://schemas.microsoft.com/office/drawing/2014/main" id="{A78E0258-B7C2-B4B9-E6AA-1D957FAECA6B}"/>
                </a:ext>
              </a:extLst>
            </p:cNvPr>
            <p:cNvSpPr/>
            <p:nvPr/>
          </p:nvSpPr>
          <p:spPr>
            <a:xfrm>
              <a:off x="10903166" y="2641031"/>
              <a:ext cx="93011" cy="139577"/>
            </a:xfrm>
            <a:custGeom>
              <a:avLst/>
              <a:gdLst>
                <a:gd name="csX0" fmla="*/ 0 w 93011"/>
                <a:gd name="csY0" fmla="*/ 62547 h 139577"/>
                <a:gd name="csX1" fmla="*/ 16555 w 93011"/>
                <a:gd name="csY1" fmla="*/ 20411 h 139577"/>
                <a:gd name="csX2" fmla="*/ 53802 w 93011"/>
                <a:gd name="csY2" fmla="*/ 220 h 139577"/>
                <a:gd name="csX3" fmla="*/ 73842 w 93011"/>
                <a:gd name="csY3" fmla="*/ 11633 h 139577"/>
                <a:gd name="csX4" fmla="*/ 74932 w 93011"/>
                <a:gd name="csY4" fmla="*/ 10315 h 139577"/>
                <a:gd name="csX5" fmla="*/ 77328 w 93011"/>
                <a:gd name="csY5" fmla="*/ 7902 h 139577"/>
                <a:gd name="csX6" fmla="*/ 80812 w 93011"/>
                <a:gd name="csY6" fmla="*/ 5268 h 139577"/>
                <a:gd name="csX7" fmla="*/ 90833 w 93011"/>
                <a:gd name="csY7" fmla="*/ 0 h 139577"/>
                <a:gd name="csX8" fmla="*/ 92357 w 93011"/>
                <a:gd name="csY8" fmla="*/ 659 h 139577"/>
                <a:gd name="csX9" fmla="*/ 93011 w 93011"/>
                <a:gd name="csY9" fmla="*/ 1757 h 139577"/>
                <a:gd name="csX10" fmla="*/ 77980 w 93011"/>
                <a:gd name="csY10" fmla="*/ 64302 h 139577"/>
                <a:gd name="csX11" fmla="*/ 62515 w 93011"/>
                <a:gd name="csY11" fmla="*/ 127507 h 139577"/>
                <a:gd name="csX12" fmla="*/ 72317 w 93011"/>
                <a:gd name="csY12" fmla="*/ 129482 h 139577"/>
                <a:gd name="csX13" fmla="*/ 77762 w 93011"/>
                <a:gd name="csY13" fmla="*/ 129482 h 139577"/>
                <a:gd name="csX14" fmla="*/ 79070 w 93011"/>
                <a:gd name="csY14" fmla="*/ 131457 h 139577"/>
                <a:gd name="csX15" fmla="*/ 78416 w 93011"/>
                <a:gd name="csY15" fmla="*/ 135407 h 139577"/>
                <a:gd name="csX16" fmla="*/ 76238 w 93011"/>
                <a:gd name="csY16" fmla="*/ 139578 h 139577"/>
                <a:gd name="csX17" fmla="*/ 73406 w 93011"/>
                <a:gd name="csY17" fmla="*/ 139578 h 139577"/>
                <a:gd name="csX18" fmla="*/ 49882 w 93011"/>
                <a:gd name="csY18" fmla="*/ 139139 h 139577"/>
                <a:gd name="csX19" fmla="*/ 38773 w 93011"/>
                <a:gd name="csY19" fmla="*/ 139139 h 139577"/>
                <a:gd name="csX20" fmla="*/ 30712 w 93011"/>
                <a:gd name="csY20" fmla="*/ 139139 h 139577"/>
                <a:gd name="csX21" fmla="*/ 27010 w 93011"/>
                <a:gd name="csY21" fmla="*/ 139358 h 139577"/>
                <a:gd name="csX22" fmla="*/ 23960 w 93011"/>
                <a:gd name="csY22" fmla="*/ 137602 h 139577"/>
                <a:gd name="csX23" fmla="*/ 24396 w 93011"/>
                <a:gd name="csY23" fmla="*/ 134311 h 139577"/>
                <a:gd name="csX24" fmla="*/ 25920 w 93011"/>
                <a:gd name="csY24" fmla="*/ 130141 h 139577"/>
                <a:gd name="csX25" fmla="*/ 30277 w 93011"/>
                <a:gd name="csY25" fmla="*/ 129482 h 139577"/>
                <a:gd name="csX26" fmla="*/ 42911 w 93011"/>
                <a:gd name="csY26" fmla="*/ 127947 h 139577"/>
                <a:gd name="csX27" fmla="*/ 49010 w 93011"/>
                <a:gd name="csY27" fmla="*/ 108633 h 139577"/>
                <a:gd name="csX28" fmla="*/ 53584 w 93011"/>
                <a:gd name="csY28" fmla="*/ 89980 h 139577"/>
                <a:gd name="csX29" fmla="*/ 52060 w 93011"/>
                <a:gd name="csY29" fmla="*/ 90637 h 139577"/>
                <a:gd name="csX30" fmla="*/ 30277 w 93011"/>
                <a:gd name="csY30" fmla="*/ 99198 h 139577"/>
                <a:gd name="csX31" fmla="*/ 9149 w 93011"/>
                <a:gd name="csY31" fmla="*/ 90419 h 139577"/>
                <a:gd name="csX32" fmla="*/ 0 w 93011"/>
                <a:gd name="csY32" fmla="*/ 62547 h 139577"/>
                <a:gd name="csX33" fmla="*/ 69485 w 93011"/>
                <a:gd name="csY33" fmla="*/ 25459 h 139577"/>
                <a:gd name="csX34" fmla="*/ 53148 w 93011"/>
                <a:gd name="csY34" fmla="*/ 8121 h 139577"/>
                <a:gd name="csX35" fmla="*/ 38555 w 93011"/>
                <a:gd name="csY35" fmla="*/ 14924 h 139577"/>
                <a:gd name="csX36" fmla="*/ 27664 w 93011"/>
                <a:gd name="csY36" fmla="*/ 32700 h 139577"/>
                <a:gd name="csX37" fmla="*/ 18733 w 93011"/>
                <a:gd name="csY37" fmla="*/ 68692 h 139577"/>
                <a:gd name="csX38" fmla="*/ 18733 w 93011"/>
                <a:gd name="csY38" fmla="*/ 71106 h 139577"/>
                <a:gd name="csX39" fmla="*/ 18515 w 93011"/>
                <a:gd name="csY39" fmla="*/ 73739 h 139577"/>
                <a:gd name="csX40" fmla="*/ 22436 w 93011"/>
                <a:gd name="csY40" fmla="*/ 87347 h 139577"/>
                <a:gd name="csX41" fmla="*/ 31802 w 93011"/>
                <a:gd name="csY41" fmla="*/ 91296 h 139577"/>
                <a:gd name="csX42" fmla="*/ 55980 w 93011"/>
                <a:gd name="csY42" fmla="*/ 75496 h 139577"/>
                <a:gd name="csX43" fmla="*/ 57723 w 93011"/>
                <a:gd name="csY43" fmla="*/ 73080 h 139577"/>
                <a:gd name="csX44" fmla="*/ 69485 w 93011"/>
                <a:gd name="csY44" fmla="*/ 25459 h 1395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3011" h="139577">
                  <a:moveTo>
                    <a:pt x="0" y="62547"/>
                  </a:moveTo>
                  <a:cubicBezTo>
                    <a:pt x="0" y="47770"/>
                    <a:pt x="5518" y="33725"/>
                    <a:pt x="16555" y="20411"/>
                  </a:cubicBezTo>
                  <a:cubicBezTo>
                    <a:pt x="27591" y="7097"/>
                    <a:pt x="40008" y="366"/>
                    <a:pt x="53802" y="220"/>
                  </a:cubicBezTo>
                  <a:cubicBezTo>
                    <a:pt x="62515" y="220"/>
                    <a:pt x="69196" y="4024"/>
                    <a:pt x="73842" y="11633"/>
                  </a:cubicBezTo>
                  <a:cubicBezTo>
                    <a:pt x="73987" y="11487"/>
                    <a:pt x="74351" y="11047"/>
                    <a:pt x="74932" y="10315"/>
                  </a:cubicBezTo>
                  <a:cubicBezTo>
                    <a:pt x="75512" y="9584"/>
                    <a:pt x="76311" y="8778"/>
                    <a:pt x="77328" y="7902"/>
                  </a:cubicBezTo>
                  <a:cubicBezTo>
                    <a:pt x="78343" y="7023"/>
                    <a:pt x="79506" y="6145"/>
                    <a:pt x="80812" y="5268"/>
                  </a:cubicBezTo>
                  <a:cubicBezTo>
                    <a:pt x="85749" y="1757"/>
                    <a:pt x="89089" y="0"/>
                    <a:pt x="90833" y="0"/>
                  </a:cubicBezTo>
                  <a:cubicBezTo>
                    <a:pt x="91414" y="0"/>
                    <a:pt x="91921" y="220"/>
                    <a:pt x="92357" y="659"/>
                  </a:cubicBezTo>
                  <a:cubicBezTo>
                    <a:pt x="92793" y="1098"/>
                    <a:pt x="93011" y="1464"/>
                    <a:pt x="93011" y="1757"/>
                  </a:cubicBezTo>
                  <a:cubicBezTo>
                    <a:pt x="93011" y="3073"/>
                    <a:pt x="88001" y="23921"/>
                    <a:pt x="77980" y="64302"/>
                  </a:cubicBezTo>
                  <a:cubicBezTo>
                    <a:pt x="67670" y="105853"/>
                    <a:pt x="62515" y="126922"/>
                    <a:pt x="62515" y="127507"/>
                  </a:cubicBezTo>
                  <a:cubicBezTo>
                    <a:pt x="62515" y="128677"/>
                    <a:pt x="65783" y="129336"/>
                    <a:pt x="72317" y="129482"/>
                  </a:cubicBezTo>
                  <a:lnTo>
                    <a:pt x="77762" y="129482"/>
                  </a:lnTo>
                  <a:cubicBezTo>
                    <a:pt x="78634" y="130653"/>
                    <a:pt x="79070" y="131312"/>
                    <a:pt x="79070" y="131457"/>
                  </a:cubicBezTo>
                  <a:cubicBezTo>
                    <a:pt x="79070" y="131603"/>
                    <a:pt x="78852" y="132921"/>
                    <a:pt x="78416" y="135407"/>
                  </a:cubicBezTo>
                  <a:cubicBezTo>
                    <a:pt x="77835" y="137309"/>
                    <a:pt x="77110" y="138700"/>
                    <a:pt x="76238" y="139578"/>
                  </a:cubicBezTo>
                  <a:lnTo>
                    <a:pt x="73406" y="139578"/>
                  </a:lnTo>
                  <a:cubicBezTo>
                    <a:pt x="68905" y="139285"/>
                    <a:pt x="61062" y="139139"/>
                    <a:pt x="49882" y="139139"/>
                  </a:cubicBezTo>
                  <a:cubicBezTo>
                    <a:pt x="45815" y="139139"/>
                    <a:pt x="42112" y="139139"/>
                    <a:pt x="38773" y="139139"/>
                  </a:cubicBezTo>
                  <a:cubicBezTo>
                    <a:pt x="35433" y="139139"/>
                    <a:pt x="32746" y="139139"/>
                    <a:pt x="30712" y="139139"/>
                  </a:cubicBezTo>
                  <a:cubicBezTo>
                    <a:pt x="28681" y="139139"/>
                    <a:pt x="27446" y="139212"/>
                    <a:pt x="27010" y="139358"/>
                  </a:cubicBezTo>
                  <a:cubicBezTo>
                    <a:pt x="24977" y="139358"/>
                    <a:pt x="23960" y="138773"/>
                    <a:pt x="23960" y="137602"/>
                  </a:cubicBezTo>
                  <a:cubicBezTo>
                    <a:pt x="23960" y="137164"/>
                    <a:pt x="24106" y="136066"/>
                    <a:pt x="24396" y="134311"/>
                  </a:cubicBezTo>
                  <a:cubicBezTo>
                    <a:pt x="24977" y="131969"/>
                    <a:pt x="25486" y="130580"/>
                    <a:pt x="25920" y="130141"/>
                  </a:cubicBezTo>
                  <a:cubicBezTo>
                    <a:pt x="26356" y="129702"/>
                    <a:pt x="27809" y="129482"/>
                    <a:pt x="30277" y="129482"/>
                  </a:cubicBezTo>
                  <a:cubicBezTo>
                    <a:pt x="37247" y="129482"/>
                    <a:pt x="41459" y="128970"/>
                    <a:pt x="42911" y="127947"/>
                  </a:cubicBezTo>
                  <a:cubicBezTo>
                    <a:pt x="44073" y="127215"/>
                    <a:pt x="46106" y="120777"/>
                    <a:pt x="49010" y="108633"/>
                  </a:cubicBezTo>
                  <a:cubicBezTo>
                    <a:pt x="51915" y="96489"/>
                    <a:pt x="53439" y="90273"/>
                    <a:pt x="53584" y="89980"/>
                  </a:cubicBezTo>
                  <a:cubicBezTo>
                    <a:pt x="53584" y="89834"/>
                    <a:pt x="53077" y="90053"/>
                    <a:pt x="52060" y="90637"/>
                  </a:cubicBezTo>
                  <a:cubicBezTo>
                    <a:pt x="45089" y="96345"/>
                    <a:pt x="37828" y="99198"/>
                    <a:pt x="30277" y="99198"/>
                  </a:cubicBezTo>
                  <a:cubicBezTo>
                    <a:pt x="22291" y="99198"/>
                    <a:pt x="15247" y="96271"/>
                    <a:pt x="9149" y="90419"/>
                  </a:cubicBezTo>
                  <a:cubicBezTo>
                    <a:pt x="3050" y="84567"/>
                    <a:pt x="0" y="75276"/>
                    <a:pt x="0" y="62547"/>
                  </a:cubicBezTo>
                  <a:close/>
                  <a:moveTo>
                    <a:pt x="69485" y="25459"/>
                  </a:moveTo>
                  <a:cubicBezTo>
                    <a:pt x="66146" y="13900"/>
                    <a:pt x="60699" y="8121"/>
                    <a:pt x="53148" y="8121"/>
                  </a:cubicBezTo>
                  <a:cubicBezTo>
                    <a:pt x="48066" y="8121"/>
                    <a:pt x="43201" y="10389"/>
                    <a:pt x="38555" y="14924"/>
                  </a:cubicBezTo>
                  <a:cubicBezTo>
                    <a:pt x="33907" y="19460"/>
                    <a:pt x="30277" y="25385"/>
                    <a:pt x="27664" y="32700"/>
                  </a:cubicBezTo>
                  <a:cubicBezTo>
                    <a:pt x="23452" y="44258"/>
                    <a:pt x="20476" y="56255"/>
                    <a:pt x="18733" y="68692"/>
                  </a:cubicBezTo>
                  <a:cubicBezTo>
                    <a:pt x="18733" y="69131"/>
                    <a:pt x="18733" y="69936"/>
                    <a:pt x="18733" y="71106"/>
                  </a:cubicBezTo>
                  <a:cubicBezTo>
                    <a:pt x="18733" y="72277"/>
                    <a:pt x="18660" y="73153"/>
                    <a:pt x="18515" y="73739"/>
                  </a:cubicBezTo>
                  <a:cubicBezTo>
                    <a:pt x="18515" y="80323"/>
                    <a:pt x="19822" y="84858"/>
                    <a:pt x="22436" y="87347"/>
                  </a:cubicBezTo>
                  <a:cubicBezTo>
                    <a:pt x="25050" y="89834"/>
                    <a:pt x="28172" y="91149"/>
                    <a:pt x="31802" y="91296"/>
                  </a:cubicBezTo>
                  <a:cubicBezTo>
                    <a:pt x="39643" y="91296"/>
                    <a:pt x="47704" y="86029"/>
                    <a:pt x="55980" y="75496"/>
                  </a:cubicBezTo>
                  <a:lnTo>
                    <a:pt x="57723" y="73080"/>
                  </a:lnTo>
                  <a:lnTo>
                    <a:pt x="69485" y="25459"/>
                  </a:lnTo>
                  <a:close/>
                </a:path>
              </a:pathLst>
            </a:custGeom>
            <a:solidFill>
              <a:srgbClr val="000000"/>
            </a:solidFill>
            <a:ln w="1591" cap="flat">
              <a:noFill/>
              <a:prstDash val="solid"/>
              <a:miter/>
            </a:ln>
          </p:spPr>
        </p:sp>
        <p:sp>
          <p:nvSpPr>
            <p:cNvPr id="114" name="任意形状 113">
              <a:extLst>
                <a:ext uri="{FF2B5EF4-FFF2-40B4-BE49-F238E27FC236}">
                  <a16:creationId xmlns:a16="http://schemas.microsoft.com/office/drawing/2014/main" id="{7836C76E-5531-258B-7A7C-FDD427BF2995}"/>
                </a:ext>
              </a:extLst>
            </p:cNvPr>
            <p:cNvSpPr/>
            <p:nvPr/>
          </p:nvSpPr>
          <p:spPr>
            <a:xfrm>
              <a:off x="11000828" y="2667614"/>
              <a:ext cx="61445" cy="103334"/>
            </a:xfrm>
            <a:custGeom>
              <a:avLst/>
              <a:gdLst>
                <a:gd name="csX0" fmla="*/ 9085 w 61445"/>
                <a:gd name="csY0" fmla="*/ 36772 h 103334"/>
                <a:gd name="csX1" fmla="*/ 2463 w 61445"/>
                <a:gd name="csY1" fmla="*/ 33979 h 103334"/>
                <a:gd name="csX2" fmla="*/ 0 w 61445"/>
                <a:gd name="csY2" fmla="*/ 27153 h 103334"/>
                <a:gd name="csX3" fmla="*/ 8162 w 61445"/>
                <a:gd name="csY3" fmla="*/ 8067 h 103334"/>
                <a:gd name="csX4" fmla="*/ 28490 w 61445"/>
                <a:gd name="csY4" fmla="*/ 0 h 103334"/>
                <a:gd name="csX5" fmla="*/ 51898 w 61445"/>
                <a:gd name="csY5" fmla="*/ 8689 h 103334"/>
                <a:gd name="csX6" fmla="*/ 61446 w 61445"/>
                <a:gd name="csY6" fmla="*/ 31187 h 103334"/>
                <a:gd name="csX7" fmla="*/ 58365 w 61445"/>
                <a:gd name="csY7" fmla="*/ 43910 h 103334"/>
                <a:gd name="csX8" fmla="*/ 50973 w 61445"/>
                <a:gd name="csY8" fmla="*/ 54461 h 103334"/>
                <a:gd name="csX9" fmla="*/ 38654 w 61445"/>
                <a:gd name="csY9" fmla="*/ 65942 h 103334"/>
                <a:gd name="csX10" fmla="*/ 23254 w 61445"/>
                <a:gd name="csY10" fmla="*/ 80217 h 103334"/>
                <a:gd name="csX11" fmla="*/ 14169 w 61445"/>
                <a:gd name="csY11" fmla="*/ 88906 h 103334"/>
                <a:gd name="csX12" fmla="*/ 25872 w 61445"/>
                <a:gd name="csY12" fmla="*/ 89060 h 103334"/>
                <a:gd name="csX13" fmla="*/ 51591 w 61445"/>
                <a:gd name="csY13" fmla="*/ 88285 h 103334"/>
                <a:gd name="csX14" fmla="*/ 55287 w 61445"/>
                <a:gd name="csY14" fmla="*/ 74476 h 103334"/>
                <a:gd name="csX15" fmla="*/ 55287 w 61445"/>
                <a:gd name="csY15" fmla="*/ 74010 h 103334"/>
                <a:gd name="csX16" fmla="*/ 61446 w 61445"/>
                <a:gd name="csY16" fmla="*/ 74010 h 103334"/>
                <a:gd name="csX17" fmla="*/ 61446 w 61445"/>
                <a:gd name="csY17" fmla="*/ 74476 h 103334"/>
                <a:gd name="csX18" fmla="*/ 59444 w 61445"/>
                <a:gd name="csY18" fmla="*/ 88596 h 103334"/>
                <a:gd name="csX19" fmla="*/ 57134 w 61445"/>
                <a:gd name="csY19" fmla="*/ 102870 h 103334"/>
                <a:gd name="csX20" fmla="*/ 57134 w 61445"/>
                <a:gd name="csY20" fmla="*/ 103335 h 103334"/>
                <a:gd name="csX21" fmla="*/ 0 w 61445"/>
                <a:gd name="csY21" fmla="*/ 103335 h 103334"/>
                <a:gd name="csX22" fmla="*/ 0 w 61445"/>
                <a:gd name="csY22" fmla="*/ 100388 h 103334"/>
                <a:gd name="csX23" fmla="*/ 0 w 61445"/>
                <a:gd name="csY23" fmla="*/ 98525 h 103334"/>
                <a:gd name="csX24" fmla="*/ 924 w 61445"/>
                <a:gd name="csY24" fmla="*/ 96198 h 103334"/>
                <a:gd name="csX25" fmla="*/ 5543 w 61445"/>
                <a:gd name="csY25" fmla="*/ 90768 h 103334"/>
                <a:gd name="csX26" fmla="*/ 13244 w 61445"/>
                <a:gd name="csY26" fmla="*/ 82078 h 103334"/>
                <a:gd name="csX27" fmla="*/ 18480 w 61445"/>
                <a:gd name="csY27" fmla="*/ 76337 h 103334"/>
                <a:gd name="csX28" fmla="*/ 23717 w 61445"/>
                <a:gd name="csY28" fmla="*/ 70597 h 103334"/>
                <a:gd name="csX29" fmla="*/ 28181 w 61445"/>
                <a:gd name="csY29" fmla="*/ 65476 h 103334"/>
                <a:gd name="csX30" fmla="*/ 32495 w 61445"/>
                <a:gd name="csY30" fmla="*/ 60201 h 103334"/>
                <a:gd name="csX31" fmla="*/ 36036 w 61445"/>
                <a:gd name="csY31" fmla="*/ 55546 h 103334"/>
                <a:gd name="csX32" fmla="*/ 39269 w 61445"/>
                <a:gd name="csY32" fmla="*/ 50581 h 103334"/>
                <a:gd name="csX33" fmla="*/ 41580 w 61445"/>
                <a:gd name="csY33" fmla="*/ 46082 h 103334"/>
                <a:gd name="csX34" fmla="*/ 43583 w 61445"/>
                <a:gd name="csY34" fmla="*/ 41117 h 103334"/>
                <a:gd name="csX35" fmla="*/ 44660 w 61445"/>
                <a:gd name="csY35" fmla="*/ 36461 h 103334"/>
                <a:gd name="csX36" fmla="*/ 45121 w 61445"/>
                <a:gd name="csY36" fmla="*/ 31341 h 103334"/>
                <a:gd name="csX37" fmla="*/ 39887 w 61445"/>
                <a:gd name="csY37" fmla="*/ 14430 h 103334"/>
                <a:gd name="csX38" fmla="*/ 24948 w 61445"/>
                <a:gd name="csY38" fmla="*/ 7292 h 103334"/>
                <a:gd name="csX39" fmla="*/ 16016 w 61445"/>
                <a:gd name="csY39" fmla="*/ 9930 h 103334"/>
                <a:gd name="csX40" fmla="*/ 10625 w 61445"/>
                <a:gd name="csY40" fmla="*/ 15051 h 103334"/>
                <a:gd name="csX41" fmla="*/ 9085 w 61445"/>
                <a:gd name="csY41" fmla="*/ 17998 h 103334"/>
                <a:gd name="csX42" fmla="*/ 9855 w 61445"/>
                <a:gd name="csY42" fmla="*/ 18154 h 103334"/>
                <a:gd name="csX43" fmla="*/ 15554 w 61445"/>
                <a:gd name="csY43" fmla="*/ 20326 h 103334"/>
                <a:gd name="csX44" fmla="*/ 18480 w 61445"/>
                <a:gd name="csY44" fmla="*/ 27463 h 103334"/>
                <a:gd name="csX45" fmla="*/ 16016 w 61445"/>
                <a:gd name="csY45" fmla="*/ 33979 h 103334"/>
                <a:gd name="csX46" fmla="*/ 9085 w 61445"/>
                <a:gd name="csY46" fmla="*/ 36772 h 103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1445" h="103334">
                  <a:moveTo>
                    <a:pt x="9085" y="36772"/>
                  </a:moveTo>
                  <a:cubicBezTo>
                    <a:pt x="6313" y="36772"/>
                    <a:pt x="4107" y="35841"/>
                    <a:pt x="2463" y="33979"/>
                  </a:cubicBezTo>
                  <a:cubicBezTo>
                    <a:pt x="821" y="32118"/>
                    <a:pt x="0" y="29842"/>
                    <a:pt x="0" y="27153"/>
                  </a:cubicBezTo>
                  <a:cubicBezTo>
                    <a:pt x="0" y="19808"/>
                    <a:pt x="2721" y="13447"/>
                    <a:pt x="8162" y="8067"/>
                  </a:cubicBezTo>
                  <a:cubicBezTo>
                    <a:pt x="13604" y="2689"/>
                    <a:pt x="20378" y="0"/>
                    <a:pt x="28490" y="0"/>
                  </a:cubicBezTo>
                  <a:cubicBezTo>
                    <a:pt x="37833" y="0"/>
                    <a:pt x="45635" y="2896"/>
                    <a:pt x="51898" y="8689"/>
                  </a:cubicBezTo>
                  <a:cubicBezTo>
                    <a:pt x="58160" y="14481"/>
                    <a:pt x="61344" y="21980"/>
                    <a:pt x="61446" y="31187"/>
                  </a:cubicBezTo>
                  <a:cubicBezTo>
                    <a:pt x="61446" y="35634"/>
                    <a:pt x="60419" y="39876"/>
                    <a:pt x="58365" y="43910"/>
                  </a:cubicBezTo>
                  <a:cubicBezTo>
                    <a:pt x="56313" y="47943"/>
                    <a:pt x="53848" y="51461"/>
                    <a:pt x="50973" y="54461"/>
                  </a:cubicBezTo>
                  <a:cubicBezTo>
                    <a:pt x="48100" y="57460"/>
                    <a:pt x="43993" y="61287"/>
                    <a:pt x="38654" y="65942"/>
                  </a:cubicBezTo>
                  <a:cubicBezTo>
                    <a:pt x="34958" y="69149"/>
                    <a:pt x="29825" y="73906"/>
                    <a:pt x="23254" y="80217"/>
                  </a:cubicBezTo>
                  <a:lnTo>
                    <a:pt x="14169" y="88906"/>
                  </a:lnTo>
                  <a:lnTo>
                    <a:pt x="25872" y="89060"/>
                  </a:lnTo>
                  <a:cubicBezTo>
                    <a:pt x="41990" y="89060"/>
                    <a:pt x="50563" y="88803"/>
                    <a:pt x="51591" y="88285"/>
                  </a:cubicBezTo>
                  <a:cubicBezTo>
                    <a:pt x="52308" y="88079"/>
                    <a:pt x="53541" y="83475"/>
                    <a:pt x="55287" y="74476"/>
                  </a:cubicBezTo>
                  <a:lnTo>
                    <a:pt x="55287" y="74010"/>
                  </a:lnTo>
                  <a:lnTo>
                    <a:pt x="61446" y="74010"/>
                  </a:lnTo>
                  <a:lnTo>
                    <a:pt x="61446" y="74476"/>
                  </a:lnTo>
                  <a:cubicBezTo>
                    <a:pt x="61344" y="74786"/>
                    <a:pt x="60676" y="79493"/>
                    <a:pt x="59444" y="88596"/>
                  </a:cubicBezTo>
                  <a:cubicBezTo>
                    <a:pt x="58213" y="97697"/>
                    <a:pt x="57443" y="102456"/>
                    <a:pt x="57134" y="102870"/>
                  </a:cubicBezTo>
                  <a:lnTo>
                    <a:pt x="57134" y="103335"/>
                  </a:lnTo>
                  <a:lnTo>
                    <a:pt x="0" y="103335"/>
                  </a:lnTo>
                  <a:lnTo>
                    <a:pt x="0" y="100388"/>
                  </a:lnTo>
                  <a:lnTo>
                    <a:pt x="0" y="98525"/>
                  </a:lnTo>
                  <a:cubicBezTo>
                    <a:pt x="0" y="97801"/>
                    <a:pt x="307" y="97026"/>
                    <a:pt x="924" y="96198"/>
                  </a:cubicBezTo>
                  <a:cubicBezTo>
                    <a:pt x="1540" y="95371"/>
                    <a:pt x="3080" y="93560"/>
                    <a:pt x="5543" y="90768"/>
                  </a:cubicBezTo>
                  <a:cubicBezTo>
                    <a:pt x="8522" y="87458"/>
                    <a:pt x="11088" y="84561"/>
                    <a:pt x="13244" y="82078"/>
                  </a:cubicBezTo>
                  <a:cubicBezTo>
                    <a:pt x="14169" y="81044"/>
                    <a:pt x="15914" y="79130"/>
                    <a:pt x="18480" y="76337"/>
                  </a:cubicBezTo>
                  <a:cubicBezTo>
                    <a:pt x="21047" y="73545"/>
                    <a:pt x="22792" y="71631"/>
                    <a:pt x="23717" y="70597"/>
                  </a:cubicBezTo>
                  <a:cubicBezTo>
                    <a:pt x="24639" y="69562"/>
                    <a:pt x="26129" y="67855"/>
                    <a:pt x="28181" y="65476"/>
                  </a:cubicBezTo>
                  <a:cubicBezTo>
                    <a:pt x="30235" y="63097"/>
                    <a:pt x="31672" y="61339"/>
                    <a:pt x="32495" y="60201"/>
                  </a:cubicBezTo>
                  <a:cubicBezTo>
                    <a:pt x="33316" y="59064"/>
                    <a:pt x="34496" y="57512"/>
                    <a:pt x="36036" y="55546"/>
                  </a:cubicBezTo>
                  <a:cubicBezTo>
                    <a:pt x="37576" y="53581"/>
                    <a:pt x="38654" y="51926"/>
                    <a:pt x="39269" y="50581"/>
                  </a:cubicBezTo>
                  <a:cubicBezTo>
                    <a:pt x="39887" y="49237"/>
                    <a:pt x="40657" y="47736"/>
                    <a:pt x="41580" y="46082"/>
                  </a:cubicBezTo>
                  <a:cubicBezTo>
                    <a:pt x="42504" y="44427"/>
                    <a:pt x="43171" y="42772"/>
                    <a:pt x="43583" y="41117"/>
                  </a:cubicBezTo>
                  <a:cubicBezTo>
                    <a:pt x="43993" y="39462"/>
                    <a:pt x="44351" y="37909"/>
                    <a:pt x="44660" y="36461"/>
                  </a:cubicBezTo>
                  <a:cubicBezTo>
                    <a:pt x="44969" y="35013"/>
                    <a:pt x="45121" y="33308"/>
                    <a:pt x="45121" y="31341"/>
                  </a:cubicBezTo>
                  <a:cubicBezTo>
                    <a:pt x="45121" y="24825"/>
                    <a:pt x="43376" y="19188"/>
                    <a:pt x="39887" y="14430"/>
                  </a:cubicBezTo>
                  <a:cubicBezTo>
                    <a:pt x="36396" y="9671"/>
                    <a:pt x="31416" y="7292"/>
                    <a:pt x="24948" y="7292"/>
                  </a:cubicBezTo>
                  <a:cubicBezTo>
                    <a:pt x="21559" y="7292"/>
                    <a:pt x="18582" y="8171"/>
                    <a:pt x="16016" y="9930"/>
                  </a:cubicBezTo>
                  <a:cubicBezTo>
                    <a:pt x="13449" y="11689"/>
                    <a:pt x="11653" y="13394"/>
                    <a:pt x="10625" y="15051"/>
                  </a:cubicBezTo>
                  <a:cubicBezTo>
                    <a:pt x="9599" y="16706"/>
                    <a:pt x="9085" y="17687"/>
                    <a:pt x="9085" y="17998"/>
                  </a:cubicBezTo>
                  <a:cubicBezTo>
                    <a:pt x="9085" y="18101"/>
                    <a:pt x="9343" y="18154"/>
                    <a:pt x="9855" y="18154"/>
                  </a:cubicBezTo>
                  <a:cubicBezTo>
                    <a:pt x="11704" y="18154"/>
                    <a:pt x="13604" y="18878"/>
                    <a:pt x="15554" y="20326"/>
                  </a:cubicBezTo>
                  <a:cubicBezTo>
                    <a:pt x="17505" y="21773"/>
                    <a:pt x="18480" y="24152"/>
                    <a:pt x="18480" y="27463"/>
                  </a:cubicBezTo>
                  <a:cubicBezTo>
                    <a:pt x="18480" y="30049"/>
                    <a:pt x="17658" y="32221"/>
                    <a:pt x="16016" y="33979"/>
                  </a:cubicBezTo>
                  <a:cubicBezTo>
                    <a:pt x="14374" y="35737"/>
                    <a:pt x="12064" y="36668"/>
                    <a:pt x="9085" y="36772"/>
                  </a:cubicBezTo>
                  <a:close/>
                </a:path>
              </a:pathLst>
            </a:custGeom>
            <a:solidFill>
              <a:srgbClr val="000000"/>
            </a:solidFill>
            <a:ln w="1591" cap="flat">
              <a:noFill/>
              <a:prstDash val="solid"/>
              <a:miter/>
            </a:ln>
          </p:spPr>
        </p:sp>
        <p:sp>
          <p:nvSpPr>
            <p:cNvPr id="115" name="任意形状 114">
              <a:extLst>
                <a:ext uri="{FF2B5EF4-FFF2-40B4-BE49-F238E27FC236}">
                  <a16:creationId xmlns:a16="http://schemas.microsoft.com/office/drawing/2014/main" id="{51F685C1-AB6B-040E-6EDF-1F1CBDFD562E}"/>
                </a:ext>
              </a:extLst>
            </p:cNvPr>
            <p:cNvSpPr/>
            <p:nvPr/>
          </p:nvSpPr>
          <p:spPr>
            <a:xfrm>
              <a:off x="10390840" y="2964036"/>
              <a:ext cx="95034" cy="141549"/>
            </a:xfrm>
            <a:custGeom>
              <a:avLst/>
              <a:gdLst>
                <a:gd name="csX0" fmla="*/ 0 w 95034"/>
                <a:gd name="csY0" fmla="*/ 63439 h 141549"/>
                <a:gd name="csX1" fmla="*/ 16915 w 95034"/>
                <a:gd name="csY1" fmla="*/ 20701 h 141549"/>
                <a:gd name="csX2" fmla="*/ 54973 w 95034"/>
                <a:gd name="csY2" fmla="*/ 223 h 141549"/>
                <a:gd name="csX3" fmla="*/ 75449 w 95034"/>
                <a:gd name="csY3" fmla="*/ 11797 h 141549"/>
                <a:gd name="csX4" fmla="*/ 76561 w 95034"/>
                <a:gd name="csY4" fmla="*/ 10460 h 141549"/>
                <a:gd name="csX5" fmla="*/ 79010 w 95034"/>
                <a:gd name="csY5" fmla="*/ 8013 h 141549"/>
                <a:gd name="csX6" fmla="*/ 82570 w 95034"/>
                <a:gd name="csY6" fmla="*/ 5342 h 141549"/>
                <a:gd name="csX7" fmla="*/ 92809 w 95034"/>
                <a:gd name="csY7" fmla="*/ 0 h 141549"/>
                <a:gd name="csX8" fmla="*/ 94367 w 95034"/>
                <a:gd name="csY8" fmla="*/ 668 h 141549"/>
                <a:gd name="csX9" fmla="*/ 95035 w 95034"/>
                <a:gd name="csY9" fmla="*/ 1781 h 141549"/>
                <a:gd name="csX10" fmla="*/ 79678 w 95034"/>
                <a:gd name="csY10" fmla="*/ 65222 h 141549"/>
                <a:gd name="csX11" fmla="*/ 63875 w 95034"/>
                <a:gd name="csY11" fmla="*/ 129313 h 141549"/>
                <a:gd name="csX12" fmla="*/ 73891 w 95034"/>
                <a:gd name="csY12" fmla="*/ 131318 h 141549"/>
                <a:gd name="csX13" fmla="*/ 79455 w 95034"/>
                <a:gd name="csY13" fmla="*/ 131318 h 141549"/>
                <a:gd name="csX14" fmla="*/ 80790 w 95034"/>
                <a:gd name="csY14" fmla="*/ 133323 h 141549"/>
                <a:gd name="csX15" fmla="*/ 80122 w 95034"/>
                <a:gd name="csY15" fmla="*/ 137333 h 141549"/>
                <a:gd name="csX16" fmla="*/ 77897 w 95034"/>
                <a:gd name="csY16" fmla="*/ 141549 h 141549"/>
                <a:gd name="csX17" fmla="*/ 75003 w 95034"/>
                <a:gd name="csY17" fmla="*/ 141549 h 141549"/>
                <a:gd name="csX18" fmla="*/ 50967 w 95034"/>
                <a:gd name="csY18" fmla="*/ 141120 h 141549"/>
                <a:gd name="csX19" fmla="*/ 39616 w 95034"/>
                <a:gd name="csY19" fmla="*/ 141120 h 141549"/>
                <a:gd name="csX20" fmla="*/ 31381 w 95034"/>
                <a:gd name="csY20" fmla="*/ 141120 h 141549"/>
                <a:gd name="csX21" fmla="*/ 27597 w 95034"/>
                <a:gd name="csY21" fmla="*/ 141327 h 141549"/>
                <a:gd name="csX22" fmla="*/ 24482 w 95034"/>
                <a:gd name="csY22" fmla="*/ 139560 h 141549"/>
                <a:gd name="csX23" fmla="*/ 24927 w 95034"/>
                <a:gd name="csY23" fmla="*/ 136219 h 141549"/>
                <a:gd name="csX24" fmla="*/ 26485 w 95034"/>
                <a:gd name="csY24" fmla="*/ 131986 h 141549"/>
                <a:gd name="csX25" fmla="*/ 30937 w 95034"/>
                <a:gd name="csY25" fmla="*/ 131318 h 141549"/>
                <a:gd name="csX26" fmla="*/ 43845 w 95034"/>
                <a:gd name="csY26" fmla="*/ 129759 h 141549"/>
                <a:gd name="csX27" fmla="*/ 50076 w 95034"/>
                <a:gd name="csY27" fmla="*/ 110172 h 141549"/>
                <a:gd name="csX28" fmla="*/ 54750 w 95034"/>
                <a:gd name="csY28" fmla="*/ 91253 h 141549"/>
                <a:gd name="csX29" fmla="*/ 53193 w 95034"/>
                <a:gd name="csY29" fmla="*/ 91921 h 141549"/>
                <a:gd name="csX30" fmla="*/ 30937 w 95034"/>
                <a:gd name="csY30" fmla="*/ 100609 h 141549"/>
                <a:gd name="csX31" fmla="*/ 9348 w 95034"/>
                <a:gd name="csY31" fmla="*/ 91698 h 141549"/>
                <a:gd name="csX32" fmla="*/ 0 w 95034"/>
                <a:gd name="csY32" fmla="*/ 63439 h 141549"/>
                <a:gd name="csX33" fmla="*/ 70997 w 95034"/>
                <a:gd name="csY33" fmla="*/ 25824 h 141549"/>
                <a:gd name="csX34" fmla="*/ 54305 w 95034"/>
                <a:gd name="csY34" fmla="*/ 8236 h 141549"/>
                <a:gd name="csX35" fmla="*/ 39393 w 95034"/>
                <a:gd name="csY35" fmla="*/ 15132 h 141549"/>
                <a:gd name="csX36" fmla="*/ 28265 w 95034"/>
                <a:gd name="csY36" fmla="*/ 33160 h 141549"/>
                <a:gd name="csX37" fmla="*/ 19141 w 95034"/>
                <a:gd name="csY37" fmla="*/ 69661 h 141549"/>
                <a:gd name="csX38" fmla="*/ 19141 w 95034"/>
                <a:gd name="csY38" fmla="*/ 72111 h 141549"/>
                <a:gd name="csX39" fmla="*/ 18918 w 95034"/>
                <a:gd name="csY39" fmla="*/ 74784 h 141549"/>
                <a:gd name="csX40" fmla="*/ 22924 w 95034"/>
                <a:gd name="csY40" fmla="*/ 88580 h 141549"/>
                <a:gd name="csX41" fmla="*/ 32495 w 95034"/>
                <a:gd name="csY41" fmla="*/ 92589 h 141549"/>
                <a:gd name="csX42" fmla="*/ 57199 w 95034"/>
                <a:gd name="csY42" fmla="*/ 76567 h 141549"/>
                <a:gd name="csX43" fmla="*/ 58980 w 95034"/>
                <a:gd name="csY43" fmla="*/ 74116 h 141549"/>
                <a:gd name="csX44" fmla="*/ 70997 w 95034"/>
                <a:gd name="csY44" fmla="*/ 25824 h 1415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5034" h="141549">
                  <a:moveTo>
                    <a:pt x="0" y="63439"/>
                  </a:moveTo>
                  <a:cubicBezTo>
                    <a:pt x="0" y="48451"/>
                    <a:pt x="5639" y="34210"/>
                    <a:pt x="16915" y="20701"/>
                  </a:cubicBezTo>
                  <a:cubicBezTo>
                    <a:pt x="28191" y="7197"/>
                    <a:pt x="40878" y="371"/>
                    <a:pt x="54973" y="223"/>
                  </a:cubicBezTo>
                  <a:cubicBezTo>
                    <a:pt x="63875" y="223"/>
                    <a:pt x="70701" y="4080"/>
                    <a:pt x="75449" y="11797"/>
                  </a:cubicBezTo>
                  <a:cubicBezTo>
                    <a:pt x="75597" y="11647"/>
                    <a:pt x="75967" y="11203"/>
                    <a:pt x="76561" y="10460"/>
                  </a:cubicBezTo>
                  <a:cubicBezTo>
                    <a:pt x="77154" y="9719"/>
                    <a:pt x="77971" y="8902"/>
                    <a:pt x="79010" y="8013"/>
                  </a:cubicBezTo>
                  <a:cubicBezTo>
                    <a:pt x="80049" y="7122"/>
                    <a:pt x="81236" y="6233"/>
                    <a:pt x="82570" y="5342"/>
                  </a:cubicBezTo>
                  <a:cubicBezTo>
                    <a:pt x="87616" y="1781"/>
                    <a:pt x="91029" y="0"/>
                    <a:pt x="92809" y="0"/>
                  </a:cubicBezTo>
                  <a:cubicBezTo>
                    <a:pt x="93402" y="0"/>
                    <a:pt x="93921" y="223"/>
                    <a:pt x="94367" y="668"/>
                  </a:cubicBezTo>
                  <a:cubicBezTo>
                    <a:pt x="94812" y="1112"/>
                    <a:pt x="95035" y="1485"/>
                    <a:pt x="95035" y="1781"/>
                  </a:cubicBezTo>
                  <a:cubicBezTo>
                    <a:pt x="95035" y="3115"/>
                    <a:pt x="89915" y="24265"/>
                    <a:pt x="79678" y="65222"/>
                  </a:cubicBezTo>
                  <a:cubicBezTo>
                    <a:pt x="69143" y="107355"/>
                    <a:pt x="63875" y="128725"/>
                    <a:pt x="63875" y="129313"/>
                  </a:cubicBezTo>
                  <a:cubicBezTo>
                    <a:pt x="63875" y="130507"/>
                    <a:pt x="67213" y="131175"/>
                    <a:pt x="73891" y="131318"/>
                  </a:cubicBezTo>
                  <a:lnTo>
                    <a:pt x="79455" y="131318"/>
                  </a:lnTo>
                  <a:cubicBezTo>
                    <a:pt x="80344" y="132512"/>
                    <a:pt x="80790" y="133180"/>
                    <a:pt x="80790" y="133323"/>
                  </a:cubicBezTo>
                  <a:cubicBezTo>
                    <a:pt x="80790" y="133466"/>
                    <a:pt x="80567" y="134803"/>
                    <a:pt x="80122" y="137333"/>
                  </a:cubicBezTo>
                  <a:cubicBezTo>
                    <a:pt x="79528" y="139258"/>
                    <a:pt x="78787" y="140674"/>
                    <a:pt x="77897" y="141549"/>
                  </a:cubicBezTo>
                  <a:lnTo>
                    <a:pt x="75003" y="141549"/>
                  </a:lnTo>
                  <a:cubicBezTo>
                    <a:pt x="70403" y="141263"/>
                    <a:pt x="62392" y="141120"/>
                    <a:pt x="50967" y="141120"/>
                  </a:cubicBezTo>
                  <a:cubicBezTo>
                    <a:pt x="46813" y="141120"/>
                    <a:pt x="43029" y="141120"/>
                    <a:pt x="39616" y="141120"/>
                  </a:cubicBezTo>
                  <a:cubicBezTo>
                    <a:pt x="36203" y="141120"/>
                    <a:pt x="33459" y="141120"/>
                    <a:pt x="31381" y="141120"/>
                  </a:cubicBezTo>
                  <a:cubicBezTo>
                    <a:pt x="29304" y="141120"/>
                    <a:pt x="28043" y="141183"/>
                    <a:pt x="27597" y="141327"/>
                  </a:cubicBezTo>
                  <a:cubicBezTo>
                    <a:pt x="25521" y="141327"/>
                    <a:pt x="24482" y="140738"/>
                    <a:pt x="24482" y="139560"/>
                  </a:cubicBezTo>
                  <a:cubicBezTo>
                    <a:pt x="24482" y="139115"/>
                    <a:pt x="24630" y="138001"/>
                    <a:pt x="24927" y="136219"/>
                  </a:cubicBezTo>
                  <a:cubicBezTo>
                    <a:pt x="25521" y="133848"/>
                    <a:pt x="26040" y="132432"/>
                    <a:pt x="26485" y="131986"/>
                  </a:cubicBezTo>
                  <a:cubicBezTo>
                    <a:pt x="26931" y="131541"/>
                    <a:pt x="28413" y="131318"/>
                    <a:pt x="30937" y="131318"/>
                  </a:cubicBezTo>
                  <a:cubicBezTo>
                    <a:pt x="38059" y="131318"/>
                    <a:pt x="42361" y="130793"/>
                    <a:pt x="43845" y="129759"/>
                  </a:cubicBezTo>
                  <a:cubicBezTo>
                    <a:pt x="45032" y="129011"/>
                    <a:pt x="47109" y="122487"/>
                    <a:pt x="50076" y="110172"/>
                  </a:cubicBezTo>
                  <a:cubicBezTo>
                    <a:pt x="53043" y="97856"/>
                    <a:pt x="54603" y="91555"/>
                    <a:pt x="54750" y="91253"/>
                  </a:cubicBezTo>
                  <a:cubicBezTo>
                    <a:pt x="54750" y="91110"/>
                    <a:pt x="54232" y="91332"/>
                    <a:pt x="53193" y="91921"/>
                  </a:cubicBezTo>
                  <a:cubicBezTo>
                    <a:pt x="46070" y="97713"/>
                    <a:pt x="38652" y="100609"/>
                    <a:pt x="30937" y="100609"/>
                  </a:cubicBezTo>
                  <a:cubicBezTo>
                    <a:pt x="22776" y="100609"/>
                    <a:pt x="15580" y="97633"/>
                    <a:pt x="9348" y="91698"/>
                  </a:cubicBezTo>
                  <a:cubicBezTo>
                    <a:pt x="3115" y="85763"/>
                    <a:pt x="0" y="76344"/>
                    <a:pt x="0" y="63439"/>
                  </a:cubicBezTo>
                  <a:close/>
                  <a:moveTo>
                    <a:pt x="70997" y="25824"/>
                  </a:moveTo>
                  <a:cubicBezTo>
                    <a:pt x="67584" y="14098"/>
                    <a:pt x="62020" y="8236"/>
                    <a:pt x="54305" y="8236"/>
                  </a:cubicBezTo>
                  <a:cubicBezTo>
                    <a:pt x="49112" y="8236"/>
                    <a:pt x="44141" y="10535"/>
                    <a:pt x="39393" y="15132"/>
                  </a:cubicBezTo>
                  <a:cubicBezTo>
                    <a:pt x="34646" y="19730"/>
                    <a:pt x="30937" y="25745"/>
                    <a:pt x="28265" y="33160"/>
                  </a:cubicBezTo>
                  <a:cubicBezTo>
                    <a:pt x="23963" y="44887"/>
                    <a:pt x="20921" y="57059"/>
                    <a:pt x="19141" y="69661"/>
                  </a:cubicBezTo>
                  <a:cubicBezTo>
                    <a:pt x="19141" y="70107"/>
                    <a:pt x="19141" y="70934"/>
                    <a:pt x="19141" y="72111"/>
                  </a:cubicBezTo>
                  <a:cubicBezTo>
                    <a:pt x="19141" y="73305"/>
                    <a:pt x="19066" y="74196"/>
                    <a:pt x="18918" y="74784"/>
                  </a:cubicBezTo>
                  <a:cubicBezTo>
                    <a:pt x="18918" y="81467"/>
                    <a:pt x="20253" y="86066"/>
                    <a:pt x="22924" y="88580"/>
                  </a:cubicBezTo>
                  <a:cubicBezTo>
                    <a:pt x="25594" y="91110"/>
                    <a:pt x="28784" y="92446"/>
                    <a:pt x="32495" y="92589"/>
                  </a:cubicBezTo>
                  <a:cubicBezTo>
                    <a:pt x="40506" y="92589"/>
                    <a:pt x="48741" y="87243"/>
                    <a:pt x="57199" y="76567"/>
                  </a:cubicBezTo>
                  <a:lnTo>
                    <a:pt x="58980" y="74116"/>
                  </a:lnTo>
                  <a:lnTo>
                    <a:pt x="70997" y="25824"/>
                  </a:lnTo>
                  <a:close/>
                </a:path>
              </a:pathLst>
            </a:custGeom>
            <a:solidFill>
              <a:srgbClr val="000000"/>
            </a:solidFill>
            <a:ln w="1591" cap="flat">
              <a:noFill/>
              <a:prstDash val="solid"/>
              <a:miter/>
            </a:ln>
          </p:spPr>
        </p:sp>
        <p:sp>
          <p:nvSpPr>
            <p:cNvPr id="116" name="任意形状 115">
              <a:extLst>
                <a:ext uri="{FF2B5EF4-FFF2-40B4-BE49-F238E27FC236}">
                  <a16:creationId xmlns:a16="http://schemas.microsoft.com/office/drawing/2014/main" id="{D845F677-7D3E-7AB8-2222-137318A72396}"/>
                </a:ext>
              </a:extLst>
            </p:cNvPr>
            <p:cNvSpPr/>
            <p:nvPr/>
          </p:nvSpPr>
          <p:spPr>
            <a:xfrm>
              <a:off x="10495819" y="2991006"/>
              <a:ext cx="54129" cy="104793"/>
            </a:xfrm>
            <a:custGeom>
              <a:avLst/>
              <a:gdLst>
                <a:gd name="csX0" fmla="*/ 20456 w 54129"/>
                <a:gd name="csY0" fmla="*/ 13843 h 104793"/>
                <a:gd name="csX1" fmla="*/ 18410 w 54129"/>
                <a:gd name="csY1" fmla="*/ 14623 h 104793"/>
                <a:gd name="csX2" fmla="*/ 12116 w 54129"/>
                <a:gd name="csY2" fmla="*/ 16198 h 104793"/>
                <a:gd name="csX3" fmla="*/ 2990 w 54129"/>
                <a:gd name="csY3" fmla="*/ 17296 h 104793"/>
                <a:gd name="csX4" fmla="*/ 0 w 54129"/>
                <a:gd name="csY4" fmla="*/ 17296 h 104793"/>
                <a:gd name="csX5" fmla="*/ 0 w 54129"/>
                <a:gd name="csY5" fmla="*/ 10056 h 104793"/>
                <a:gd name="csX6" fmla="*/ 2990 w 54129"/>
                <a:gd name="csY6" fmla="*/ 10056 h 104793"/>
                <a:gd name="csX7" fmla="*/ 16679 w 54129"/>
                <a:gd name="csY7" fmla="*/ 7701 h 104793"/>
                <a:gd name="csX8" fmla="*/ 25492 w 54129"/>
                <a:gd name="csY8" fmla="*/ 3930 h 104793"/>
                <a:gd name="csX9" fmla="*/ 29898 w 54129"/>
                <a:gd name="csY9" fmla="*/ 461 h 104793"/>
                <a:gd name="csX10" fmla="*/ 31787 w 54129"/>
                <a:gd name="csY10" fmla="*/ 0 h 104793"/>
                <a:gd name="csX11" fmla="*/ 34461 w 54129"/>
                <a:gd name="csY11" fmla="*/ 939 h 104793"/>
                <a:gd name="csX12" fmla="*/ 34461 w 54129"/>
                <a:gd name="csY12" fmla="*/ 47989 h 104793"/>
                <a:gd name="csX13" fmla="*/ 34619 w 54129"/>
                <a:gd name="csY13" fmla="*/ 95199 h 104793"/>
                <a:gd name="csX14" fmla="*/ 36506 w 54129"/>
                <a:gd name="csY14" fmla="*/ 96615 h 104793"/>
                <a:gd name="csX15" fmla="*/ 40283 w 54129"/>
                <a:gd name="csY15" fmla="*/ 97236 h 104793"/>
                <a:gd name="csX16" fmla="*/ 50039 w 54129"/>
                <a:gd name="csY16" fmla="*/ 97554 h 104793"/>
                <a:gd name="csX17" fmla="*/ 54130 w 54129"/>
                <a:gd name="csY17" fmla="*/ 97554 h 104793"/>
                <a:gd name="csX18" fmla="*/ 54130 w 54129"/>
                <a:gd name="csY18" fmla="*/ 104794 h 104793"/>
                <a:gd name="csX19" fmla="*/ 52399 w 54129"/>
                <a:gd name="csY19" fmla="*/ 104794 h 104793"/>
                <a:gd name="csX20" fmla="*/ 27379 w 54129"/>
                <a:gd name="csY20" fmla="*/ 104316 h 104793"/>
                <a:gd name="csX21" fmla="*/ 2676 w 54129"/>
                <a:gd name="csY21" fmla="*/ 104794 h 104793"/>
                <a:gd name="csX22" fmla="*/ 788 w 54129"/>
                <a:gd name="csY22" fmla="*/ 104794 h 104793"/>
                <a:gd name="csX23" fmla="*/ 788 w 54129"/>
                <a:gd name="csY23" fmla="*/ 97554 h 104793"/>
                <a:gd name="csX24" fmla="*/ 4878 w 54129"/>
                <a:gd name="csY24" fmla="*/ 97554 h 104793"/>
                <a:gd name="csX25" fmla="*/ 10858 w 54129"/>
                <a:gd name="csY25" fmla="*/ 97554 h 104793"/>
                <a:gd name="csX26" fmla="*/ 14792 w 54129"/>
                <a:gd name="csY26" fmla="*/ 97395 h 104793"/>
                <a:gd name="csX27" fmla="*/ 17309 w 54129"/>
                <a:gd name="csY27" fmla="*/ 96933 h 104793"/>
                <a:gd name="csX28" fmla="*/ 18568 w 54129"/>
                <a:gd name="csY28" fmla="*/ 96615 h 104793"/>
                <a:gd name="csX29" fmla="*/ 19513 w 54129"/>
                <a:gd name="csY29" fmla="*/ 95820 h 104793"/>
                <a:gd name="csX30" fmla="*/ 20456 w 54129"/>
                <a:gd name="csY30" fmla="*/ 95199 h 104793"/>
                <a:gd name="csX31" fmla="*/ 20456 w 54129"/>
                <a:gd name="csY31" fmla="*/ 13843 h 10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4129" h="104793">
                  <a:moveTo>
                    <a:pt x="20456" y="13843"/>
                  </a:moveTo>
                  <a:lnTo>
                    <a:pt x="18410" y="14623"/>
                  </a:lnTo>
                  <a:cubicBezTo>
                    <a:pt x="16942" y="15148"/>
                    <a:pt x="14845" y="15673"/>
                    <a:pt x="12116" y="16198"/>
                  </a:cubicBezTo>
                  <a:cubicBezTo>
                    <a:pt x="9389" y="16723"/>
                    <a:pt x="6347" y="17089"/>
                    <a:pt x="2990" y="17296"/>
                  </a:cubicBezTo>
                  <a:lnTo>
                    <a:pt x="0" y="17296"/>
                  </a:lnTo>
                  <a:lnTo>
                    <a:pt x="0" y="10056"/>
                  </a:lnTo>
                  <a:lnTo>
                    <a:pt x="2990" y="10056"/>
                  </a:lnTo>
                  <a:cubicBezTo>
                    <a:pt x="7920" y="9849"/>
                    <a:pt x="12484" y="9070"/>
                    <a:pt x="16679" y="7701"/>
                  </a:cubicBezTo>
                  <a:cubicBezTo>
                    <a:pt x="20876" y="6333"/>
                    <a:pt x="23814" y="5076"/>
                    <a:pt x="25492" y="3930"/>
                  </a:cubicBezTo>
                  <a:cubicBezTo>
                    <a:pt x="27171" y="2769"/>
                    <a:pt x="28639" y="1623"/>
                    <a:pt x="29898" y="461"/>
                  </a:cubicBezTo>
                  <a:cubicBezTo>
                    <a:pt x="30108" y="143"/>
                    <a:pt x="30736" y="0"/>
                    <a:pt x="31787" y="0"/>
                  </a:cubicBezTo>
                  <a:cubicBezTo>
                    <a:pt x="32730" y="0"/>
                    <a:pt x="33621" y="302"/>
                    <a:pt x="34461" y="939"/>
                  </a:cubicBezTo>
                  <a:lnTo>
                    <a:pt x="34461" y="47989"/>
                  </a:lnTo>
                  <a:lnTo>
                    <a:pt x="34619" y="95199"/>
                  </a:lnTo>
                  <a:cubicBezTo>
                    <a:pt x="35352" y="95931"/>
                    <a:pt x="35982" y="96408"/>
                    <a:pt x="36506" y="96615"/>
                  </a:cubicBezTo>
                  <a:cubicBezTo>
                    <a:pt x="37031" y="96822"/>
                    <a:pt x="38289" y="97029"/>
                    <a:pt x="40283" y="97236"/>
                  </a:cubicBezTo>
                  <a:cubicBezTo>
                    <a:pt x="42276" y="97458"/>
                    <a:pt x="45527" y="97554"/>
                    <a:pt x="50039" y="97554"/>
                  </a:cubicBezTo>
                  <a:lnTo>
                    <a:pt x="54130" y="97554"/>
                  </a:lnTo>
                  <a:lnTo>
                    <a:pt x="54130" y="104794"/>
                  </a:lnTo>
                  <a:lnTo>
                    <a:pt x="52399" y="104794"/>
                  </a:lnTo>
                  <a:cubicBezTo>
                    <a:pt x="50195" y="104475"/>
                    <a:pt x="41856" y="104316"/>
                    <a:pt x="27379" y="104316"/>
                  </a:cubicBezTo>
                  <a:cubicBezTo>
                    <a:pt x="13114" y="104316"/>
                    <a:pt x="4878" y="104475"/>
                    <a:pt x="2676" y="104794"/>
                  </a:cubicBezTo>
                  <a:lnTo>
                    <a:pt x="788" y="104794"/>
                  </a:lnTo>
                  <a:lnTo>
                    <a:pt x="788" y="97554"/>
                  </a:lnTo>
                  <a:lnTo>
                    <a:pt x="4878" y="97554"/>
                  </a:lnTo>
                  <a:cubicBezTo>
                    <a:pt x="7187" y="97554"/>
                    <a:pt x="9179" y="97554"/>
                    <a:pt x="10858" y="97554"/>
                  </a:cubicBezTo>
                  <a:cubicBezTo>
                    <a:pt x="12536" y="97554"/>
                    <a:pt x="13847" y="97506"/>
                    <a:pt x="14792" y="97395"/>
                  </a:cubicBezTo>
                  <a:cubicBezTo>
                    <a:pt x="15736" y="97299"/>
                    <a:pt x="16576" y="97140"/>
                    <a:pt x="17309" y="96933"/>
                  </a:cubicBezTo>
                  <a:cubicBezTo>
                    <a:pt x="18044" y="96711"/>
                    <a:pt x="18463" y="96615"/>
                    <a:pt x="18568" y="96615"/>
                  </a:cubicBezTo>
                  <a:cubicBezTo>
                    <a:pt x="18673" y="96615"/>
                    <a:pt x="18988" y="96345"/>
                    <a:pt x="19513" y="95820"/>
                  </a:cubicBezTo>
                  <a:cubicBezTo>
                    <a:pt x="20036" y="95294"/>
                    <a:pt x="20351" y="95088"/>
                    <a:pt x="20456" y="95199"/>
                  </a:cubicBezTo>
                  <a:lnTo>
                    <a:pt x="20456" y="13843"/>
                  </a:lnTo>
                  <a:close/>
                </a:path>
              </a:pathLst>
            </a:custGeom>
            <a:solidFill>
              <a:srgbClr val="000000"/>
            </a:solidFill>
            <a:ln w="1591" cap="flat">
              <a:noFill/>
              <a:prstDash val="solid"/>
              <a:miter/>
            </a:ln>
          </p:spPr>
        </p:sp>
        <p:sp>
          <p:nvSpPr>
            <p:cNvPr id="117" name="任意形状 116">
              <a:extLst>
                <a:ext uri="{FF2B5EF4-FFF2-40B4-BE49-F238E27FC236}">
                  <a16:creationId xmlns:a16="http://schemas.microsoft.com/office/drawing/2014/main" id="{90E064CD-670A-6464-25BA-6A1C9935DAB3}"/>
                </a:ext>
              </a:extLst>
            </p:cNvPr>
            <p:cNvSpPr/>
            <p:nvPr/>
          </p:nvSpPr>
          <p:spPr>
            <a:xfrm>
              <a:off x="10847479" y="2582158"/>
              <a:ext cx="270482" cy="270496"/>
            </a:xfrm>
            <a:custGeom>
              <a:avLst/>
              <a:gdLst>
                <a:gd name="csX0" fmla="*/ 270483 w 270482"/>
                <a:gd name="csY0" fmla="*/ 135248 h 270496"/>
                <a:gd name="csX1" fmla="*/ 135241 w 270482"/>
                <a:gd name="csY1" fmla="*/ 270497 h 270496"/>
                <a:gd name="csX2" fmla="*/ 0 w 270482"/>
                <a:gd name="csY2" fmla="*/ 135248 h 270496"/>
                <a:gd name="csX3" fmla="*/ 135241 w 270482"/>
                <a:gd name="csY3" fmla="*/ 0 h 270496"/>
                <a:gd name="csX4" fmla="*/ 270483 w 270482"/>
                <a:gd name="csY4" fmla="*/ 135248 h 270496"/>
              </a:gdLst>
              <a:ahLst/>
              <a:cxnLst>
                <a:cxn ang="0">
                  <a:pos x="csX0" y="csY0"/>
                </a:cxn>
                <a:cxn ang="0">
                  <a:pos x="csX1" y="csY1"/>
                </a:cxn>
                <a:cxn ang="0">
                  <a:pos x="csX2" y="csY2"/>
                </a:cxn>
                <a:cxn ang="0">
                  <a:pos x="csX3" y="csY3"/>
                </a:cxn>
                <a:cxn ang="0">
                  <a:pos x="csX4" y="csY4"/>
                </a:cxn>
              </a:cxnLst>
              <a:rect l="l" t="t" r="r" b="b"/>
              <a:pathLst>
                <a:path w="270482" h="270496">
                  <a:moveTo>
                    <a:pt x="270483" y="135248"/>
                  </a:moveTo>
                  <a:cubicBezTo>
                    <a:pt x="270483" y="209944"/>
                    <a:pt x="209933" y="270497"/>
                    <a:pt x="135241" y="270497"/>
                  </a:cubicBezTo>
                  <a:cubicBezTo>
                    <a:pt x="60550" y="270497"/>
                    <a:pt x="0" y="209944"/>
                    <a:pt x="0" y="135248"/>
                  </a:cubicBezTo>
                  <a:cubicBezTo>
                    <a:pt x="0" y="60553"/>
                    <a:pt x="60550" y="0"/>
                    <a:pt x="135241" y="0"/>
                  </a:cubicBezTo>
                  <a:cubicBezTo>
                    <a:pt x="209933" y="0"/>
                    <a:pt x="270483" y="60553"/>
                    <a:pt x="270483" y="135248"/>
                  </a:cubicBezTo>
                  <a:close/>
                </a:path>
              </a:pathLst>
            </a:custGeom>
            <a:noFill/>
            <a:ln w="15911" cap="flat">
              <a:solidFill>
                <a:srgbClr val="000000"/>
              </a:solidFill>
              <a:prstDash val="solid"/>
              <a:miter/>
            </a:ln>
          </p:spPr>
        </p:sp>
        <p:sp>
          <p:nvSpPr>
            <p:cNvPr id="118" name="任意形状 117">
              <a:extLst>
                <a:ext uri="{FF2B5EF4-FFF2-40B4-BE49-F238E27FC236}">
                  <a16:creationId xmlns:a16="http://schemas.microsoft.com/office/drawing/2014/main" id="{700F10D0-FCA2-D39B-0E56-133C9A673C3A}"/>
                </a:ext>
              </a:extLst>
            </p:cNvPr>
            <p:cNvSpPr/>
            <p:nvPr/>
          </p:nvSpPr>
          <p:spPr>
            <a:xfrm>
              <a:off x="10335153" y="2898799"/>
              <a:ext cx="270482" cy="270496"/>
            </a:xfrm>
            <a:custGeom>
              <a:avLst/>
              <a:gdLst>
                <a:gd name="csX0" fmla="*/ 270483 w 270482"/>
                <a:gd name="csY0" fmla="*/ 135248 h 270496"/>
                <a:gd name="csX1" fmla="*/ 135241 w 270482"/>
                <a:gd name="csY1" fmla="*/ 270497 h 270496"/>
                <a:gd name="csX2" fmla="*/ 0 w 270482"/>
                <a:gd name="csY2" fmla="*/ 135248 h 270496"/>
                <a:gd name="csX3" fmla="*/ 135241 w 270482"/>
                <a:gd name="csY3" fmla="*/ 0 h 270496"/>
                <a:gd name="csX4" fmla="*/ 270483 w 270482"/>
                <a:gd name="csY4" fmla="*/ 135248 h 270496"/>
              </a:gdLst>
              <a:ahLst/>
              <a:cxnLst>
                <a:cxn ang="0">
                  <a:pos x="csX0" y="csY0"/>
                </a:cxn>
                <a:cxn ang="0">
                  <a:pos x="csX1" y="csY1"/>
                </a:cxn>
                <a:cxn ang="0">
                  <a:pos x="csX2" y="csY2"/>
                </a:cxn>
                <a:cxn ang="0">
                  <a:pos x="csX3" y="csY3"/>
                </a:cxn>
                <a:cxn ang="0">
                  <a:pos x="csX4" y="csY4"/>
                </a:cxn>
              </a:cxnLst>
              <a:rect l="l" t="t" r="r" b="b"/>
              <a:pathLst>
                <a:path w="270482" h="270496">
                  <a:moveTo>
                    <a:pt x="270483" y="135248"/>
                  </a:moveTo>
                  <a:cubicBezTo>
                    <a:pt x="270483" y="209944"/>
                    <a:pt x="209933" y="270497"/>
                    <a:pt x="135241" y="270497"/>
                  </a:cubicBezTo>
                  <a:cubicBezTo>
                    <a:pt x="60550" y="270497"/>
                    <a:pt x="0" y="209944"/>
                    <a:pt x="0" y="135248"/>
                  </a:cubicBezTo>
                  <a:cubicBezTo>
                    <a:pt x="0" y="60553"/>
                    <a:pt x="60550" y="0"/>
                    <a:pt x="135241" y="0"/>
                  </a:cubicBezTo>
                  <a:cubicBezTo>
                    <a:pt x="209933" y="0"/>
                    <a:pt x="270483" y="60553"/>
                    <a:pt x="270483" y="135248"/>
                  </a:cubicBezTo>
                  <a:close/>
                </a:path>
              </a:pathLst>
            </a:custGeom>
            <a:noFill/>
            <a:ln w="15911" cap="flat">
              <a:solidFill>
                <a:srgbClr val="000000"/>
              </a:solidFill>
              <a:prstDash val="solid"/>
              <a:miter/>
            </a:ln>
          </p:spPr>
        </p:sp>
        <p:sp>
          <p:nvSpPr>
            <p:cNvPr id="119" name="任意形状 118">
              <a:extLst>
                <a:ext uri="{FF2B5EF4-FFF2-40B4-BE49-F238E27FC236}">
                  <a16:creationId xmlns:a16="http://schemas.microsoft.com/office/drawing/2014/main" id="{EBAA6205-EBB4-901F-7B9B-3E0ED0FAEC68}"/>
                </a:ext>
              </a:extLst>
            </p:cNvPr>
            <p:cNvSpPr/>
            <p:nvPr/>
          </p:nvSpPr>
          <p:spPr>
            <a:xfrm>
              <a:off x="10845888" y="3252036"/>
              <a:ext cx="270482" cy="270496"/>
            </a:xfrm>
            <a:custGeom>
              <a:avLst/>
              <a:gdLst>
                <a:gd name="csX0" fmla="*/ 270483 w 270482"/>
                <a:gd name="csY0" fmla="*/ 135248 h 270496"/>
                <a:gd name="csX1" fmla="*/ 135241 w 270482"/>
                <a:gd name="csY1" fmla="*/ 270497 h 270496"/>
                <a:gd name="csX2" fmla="*/ 0 w 270482"/>
                <a:gd name="csY2" fmla="*/ 135248 h 270496"/>
                <a:gd name="csX3" fmla="*/ 135241 w 270482"/>
                <a:gd name="csY3" fmla="*/ 0 h 270496"/>
                <a:gd name="csX4" fmla="*/ 270483 w 270482"/>
                <a:gd name="csY4" fmla="*/ 135248 h 270496"/>
              </a:gdLst>
              <a:ahLst/>
              <a:cxnLst>
                <a:cxn ang="0">
                  <a:pos x="csX0" y="csY0"/>
                </a:cxn>
                <a:cxn ang="0">
                  <a:pos x="csX1" y="csY1"/>
                </a:cxn>
                <a:cxn ang="0">
                  <a:pos x="csX2" y="csY2"/>
                </a:cxn>
                <a:cxn ang="0">
                  <a:pos x="csX3" y="csY3"/>
                </a:cxn>
                <a:cxn ang="0">
                  <a:pos x="csX4" y="csY4"/>
                </a:cxn>
              </a:cxnLst>
              <a:rect l="l" t="t" r="r" b="b"/>
              <a:pathLst>
                <a:path w="270482" h="270496">
                  <a:moveTo>
                    <a:pt x="270483" y="135248"/>
                  </a:moveTo>
                  <a:cubicBezTo>
                    <a:pt x="270483" y="209944"/>
                    <a:pt x="209933" y="270497"/>
                    <a:pt x="135241" y="270497"/>
                  </a:cubicBezTo>
                  <a:cubicBezTo>
                    <a:pt x="60550" y="270497"/>
                    <a:pt x="0" y="209944"/>
                    <a:pt x="0" y="135248"/>
                  </a:cubicBezTo>
                  <a:cubicBezTo>
                    <a:pt x="0" y="60553"/>
                    <a:pt x="60550" y="0"/>
                    <a:pt x="135241" y="0"/>
                  </a:cubicBezTo>
                  <a:cubicBezTo>
                    <a:pt x="209933" y="0"/>
                    <a:pt x="270483" y="60553"/>
                    <a:pt x="270483" y="135248"/>
                  </a:cubicBezTo>
                  <a:close/>
                </a:path>
              </a:pathLst>
            </a:custGeom>
            <a:noFill/>
            <a:ln w="15911" cap="flat">
              <a:solidFill>
                <a:srgbClr val="000000"/>
              </a:solidFill>
              <a:prstDash val="solid"/>
              <a:miter/>
            </a:ln>
          </p:spPr>
        </p:sp>
        <p:sp>
          <p:nvSpPr>
            <p:cNvPr id="125" name="任意形状 124">
              <a:extLst>
                <a:ext uri="{FF2B5EF4-FFF2-40B4-BE49-F238E27FC236}">
                  <a16:creationId xmlns:a16="http://schemas.microsoft.com/office/drawing/2014/main" id="{00439838-565C-6D27-3C4C-5A9DA4392790}"/>
                </a:ext>
              </a:extLst>
            </p:cNvPr>
            <p:cNvSpPr/>
            <p:nvPr/>
          </p:nvSpPr>
          <p:spPr>
            <a:xfrm>
              <a:off x="10904757" y="3315682"/>
              <a:ext cx="92295" cy="137476"/>
            </a:xfrm>
            <a:custGeom>
              <a:avLst/>
              <a:gdLst>
                <a:gd name="csX0" fmla="*/ 0 w 92295"/>
                <a:gd name="csY0" fmla="*/ 61610 h 137476"/>
                <a:gd name="csX1" fmla="*/ 16428 w 92295"/>
                <a:gd name="csY1" fmla="*/ 20112 h 137476"/>
                <a:gd name="csX2" fmla="*/ 53389 w 92295"/>
                <a:gd name="csY2" fmla="*/ 223 h 137476"/>
                <a:gd name="csX3" fmla="*/ 73275 w 92295"/>
                <a:gd name="csY3" fmla="*/ 11456 h 137476"/>
                <a:gd name="csX4" fmla="*/ 74356 w 92295"/>
                <a:gd name="csY4" fmla="*/ 10168 h 137476"/>
                <a:gd name="csX5" fmla="*/ 76733 w 92295"/>
                <a:gd name="csY5" fmla="*/ 7781 h 137476"/>
                <a:gd name="csX6" fmla="*/ 80192 w 92295"/>
                <a:gd name="csY6" fmla="*/ 5187 h 137476"/>
                <a:gd name="csX7" fmla="*/ 90134 w 92295"/>
                <a:gd name="csY7" fmla="*/ 0 h 137476"/>
                <a:gd name="csX8" fmla="*/ 91648 w 92295"/>
                <a:gd name="csY8" fmla="*/ 652 h 137476"/>
                <a:gd name="csX9" fmla="*/ 92295 w 92295"/>
                <a:gd name="csY9" fmla="*/ 1734 h 137476"/>
                <a:gd name="csX10" fmla="*/ 77382 w 92295"/>
                <a:gd name="csY10" fmla="*/ 63344 h 137476"/>
                <a:gd name="csX11" fmla="*/ 62034 w 92295"/>
                <a:gd name="csY11" fmla="*/ 125590 h 137476"/>
                <a:gd name="csX12" fmla="*/ 71762 w 92295"/>
                <a:gd name="csY12" fmla="*/ 127531 h 137476"/>
                <a:gd name="csX13" fmla="*/ 77165 w 92295"/>
                <a:gd name="csY13" fmla="*/ 127531 h 137476"/>
                <a:gd name="csX14" fmla="*/ 78462 w 92295"/>
                <a:gd name="csY14" fmla="*/ 129488 h 137476"/>
                <a:gd name="csX15" fmla="*/ 77813 w 92295"/>
                <a:gd name="csY15" fmla="*/ 133371 h 137476"/>
                <a:gd name="csX16" fmla="*/ 75652 w 92295"/>
                <a:gd name="csY16" fmla="*/ 137476 h 137476"/>
                <a:gd name="csX17" fmla="*/ 72843 w 92295"/>
                <a:gd name="csY17" fmla="*/ 137476 h 137476"/>
                <a:gd name="csX18" fmla="*/ 49498 w 92295"/>
                <a:gd name="csY18" fmla="*/ 137046 h 137476"/>
                <a:gd name="csX19" fmla="*/ 38474 w 92295"/>
                <a:gd name="csY19" fmla="*/ 137046 h 137476"/>
                <a:gd name="csX20" fmla="*/ 30477 w 92295"/>
                <a:gd name="csY20" fmla="*/ 137046 h 137476"/>
                <a:gd name="csX21" fmla="*/ 26803 w 92295"/>
                <a:gd name="csY21" fmla="*/ 137269 h 137476"/>
                <a:gd name="csX22" fmla="*/ 23777 w 92295"/>
                <a:gd name="csY22" fmla="*/ 135535 h 137476"/>
                <a:gd name="csX23" fmla="*/ 24208 w 92295"/>
                <a:gd name="csY23" fmla="*/ 132289 h 137476"/>
                <a:gd name="csX24" fmla="*/ 25721 w 92295"/>
                <a:gd name="csY24" fmla="*/ 128184 h 137476"/>
                <a:gd name="csX25" fmla="*/ 30044 w 92295"/>
                <a:gd name="csY25" fmla="*/ 127531 h 137476"/>
                <a:gd name="csX26" fmla="*/ 42582 w 92295"/>
                <a:gd name="csY26" fmla="*/ 126020 h 137476"/>
                <a:gd name="csX27" fmla="*/ 48633 w 92295"/>
                <a:gd name="csY27" fmla="*/ 107005 h 137476"/>
                <a:gd name="csX28" fmla="*/ 53172 w 92295"/>
                <a:gd name="csY28" fmla="*/ 88627 h 137476"/>
                <a:gd name="csX29" fmla="*/ 51659 w 92295"/>
                <a:gd name="csY29" fmla="*/ 89280 h 137476"/>
                <a:gd name="csX30" fmla="*/ 30044 w 92295"/>
                <a:gd name="csY30" fmla="*/ 97713 h 137476"/>
                <a:gd name="csX31" fmla="*/ 9079 w 92295"/>
                <a:gd name="csY31" fmla="*/ 89057 h 137476"/>
                <a:gd name="csX32" fmla="*/ 0 w 92295"/>
                <a:gd name="csY32" fmla="*/ 61610 h 137476"/>
                <a:gd name="csX33" fmla="*/ 68952 w 92295"/>
                <a:gd name="csY33" fmla="*/ 25077 h 137476"/>
                <a:gd name="csX34" fmla="*/ 52741 w 92295"/>
                <a:gd name="csY34" fmla="*/ 8004 h 137476"/>
                <a:gd name="csX35" fmla="*/ 38259 w 92295"/>
                <a:gd name="csY35" fmla="*/ 14702 h 137476"/>
                <a:gd name="csX36" fmla="*/ 27451 w 92295"/>
                <a:gd name="csY36" fmla="*/ 32205 h 137476"/>
                <a:gd name="csX37" fmla="*/ 18589 w 92295"/>
                <a:gd name="csY37" fmla="*/ 67656 h 137476"/>
                <a:gd name="csX38" fmla="*/ 18589 w 92295"/>
                <a:gd name="csY38" fmla="*/ 70043 h 137476"/>
                <a:gd name="csX39" fmla="*/ 18372 w 92295"/>
                <a:gd name="csY39" fmla="*/ 72636 h 137476"/>
                <a:gd name="csX40" fmla="*/ 22264 w 92295"/>
                <a:gd name="csY40" fmla="*/ 86034 h 137476"/>
                <a:gd name="csX41" fmla="*/ 31557 w 92295"/>
                <a:gd name="csY41" fmla="*/ 89932 h 137476"/>
                <a:gd name="csX42" fmla="*/ 55551 w 92295"/>
                <a:gd name="csY42" fmla="*/ 74355 h 137476"/>
                <a:gd name="csX43" fmla="*/ 57280 w 92295"/>
                <a:gd name="csY43" fmla="*/ 71984 h 137476"/>
                <a:gd name="csX44" fmla="*/ 68952 w 92295"/>
                <a:gd name="csY44" fmla="*/ 25077 h 137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2295" h="137476">
                  <a:moveTo>
                    <a:pt x="0" y="61610"/>
                  </a:moveTo>
                  <a:cubicBezTo>
                    <a:pt x="0" y="47050"/>
                    <a:pt x="5476" y="33223"/>
                    <a:pt x="16428" y="20112"/>
                  </a:cubicBezTo>
                  <a:cubicBezTo>
                    <a:pt x="27379" y="6985"/>
                    <a:pt x="39699" y="366"/>
                    <a:pt x="53389" y="223"/>
                  </a:cubicBezTo>
                  <a:cubicBezTo>
                    <a:pt x="62034" y="223"/>
                    <a:pt x="68663" y="3962"/>
                    <a:pt x="73275" y="11456"/>
                  </a:cubicBezTo>
                  <a:cubicBezTo>
                    <a:pt x="73419" y="11313"/>
                    <a:pt x="73780" y="10883"/>
                    <a:pt x="74356" y="10168"/>
                  </a:cubicBezTo>
                  <a:cubicBezTo>
                    <a:pt x="74932" y="9436"/>
                    <a:pt x="75724" y="8640"/>
                    <a:pt x="76733" y="7781"/>
                  </a:cubicBezTo>
                  <a:cubicBezTo>
                    <a:pt x="77741" y="6921"/>
                    <a:pt x="78895" y="6046"/>
                    <a:pt x="80192" y="5187"/>
                  </a:cubicBezTo>
                  <a:cubicBezTo>
                    <a:pt x="85091" y="1734"/>
                    <a:pt x="88405" y="0"/>
                    <a:pt x="90134" y="0"/>
                  </a:cubicBezTo>
                  <a:cubicBezTo>
                    <a:pt x="90710" y="0"/>
                    <a:pt x="91215" y="223"/>
                    <a:pt x="91648" y="652"/>
                  </a:cubicBezTo>
                  <a:cubicBezTo>
                    <a:pt x="92080" y="1082"/>
                    <a:pt x="92295" y="1448"/>
                    <a:pt x="92295" y="1734"/>
                  </a:cubicBezTo>
                  <a:cubicBezTo>
                    <a:pt x="92295" y="3023"/>
                    <a:pt x="87325" y="23565"/>
                    <a:pt x="77382" y="63344"/>
                  </a:cubicBezTo>
                  <a:cubicBezTo>
                    <a:pt x="67150" y="104269"/>
                    <a:pt x="62034" y="125017"/>
                    <a:pt x="62034" y="125590"/>
                  </a:cubicBezTo>
                  <a:cubicBezTo>
                    <a:pt x="62034" y="126752"/>
                    <a:pt x="65277" y="127388"/>
                    <a:pt x="71762" y="127531"/>
                  </a:cubicBezTo>
                  <a:lnTo>
                    <a:pt x="77165" y="127531"/>
                  </a:lnTo>
                  <a:cubicBezTo>
                    <a:pt x="78029" y="128693"/>
                    <a:pt x="78462" y="129345"/>
                    <a:pt x="78462" y="129488"/>
                  </a:cubicBezTo>
                  <a:cubicBezTo>
                    <a:pt x="78462" y="129632"/>
                    <a:pt x="78246" y="130921"/>
                    <a:pt x="77813" y="133371"/>
                  </a:cubicBezTo>
                  <a:cubicBezTo>
                    <a:pt x="77237" y="135248"/>
                    <a:pt x="76516" y="136617"/>
                    <a:pt x="75652" y="137476"/>
                  </a:cubicBezTo>
                  <a:lnTo>
                    <a:pt x="72843" y="137476"/>
                  </a:lnTo>
                  <a:cubicBezTo>
                    <a:pt x="68375" y="137190"/>
                    <a:pt x="60594" y="137046"/>
                    <a:pt x="49498" y="137046"/>
                  </a:cubicBezTo>
                  <a:cubicBezTo>
                    <a:pt x="45463" y="137046"/>
                    <a:pt x="41790" y="137046"/>
                    <a:pt x="38474" y="137046"/>
                  </a:cubicBezTo>
                  <a:cubicBezTo>
                    <a:pt x="35160" y="137046"/>
                    <a:pt x="32494" y="137046"/>
                    <a:pt x="30477" y="137046"/>
                  </a:cubicBezTo>
                  <a:cubicBezTo>
                    <a:pt x="28460" y="137046"/>
                    <a:pt x="27234" y="137126"/>
                    <a:pt x="26803" y="137269"/>
                  </a:cubicBezTo>
                  <a:cubicBezTo>
                    <a:pt x="24786" y="137269"/>
                    <a:pt x="23777" y="136680"/>
                    <a:pt x="23777" y="135535"/>
                  </a:cubicBezTo>
                  <a:cubicBezTo>
                    <a:pt x="23777" y="135105"/>
                    <a:pt x="23920" y="134023"/>
                    <a:pt x="24208" y="132289"/>
                  </a:cubicBezTo>
                  <a:cubicBezTo>
                    <a:pt x="24786" y="129982"/>
                    <a:pt x="25290" y="128613"/>
                    <a:pt x="25721" y="128184"/>
                  </a:cubicBezTo>
                  <a:cubicBezTo>
                    <a:pt x="26154" y="127754"/>
                    <a:pt x="27596" y="127531"/>
                    <a:pt x="30044" y="127531"/>
                  </a:cubicBezTo>
                  <a:cubicBezTo>
                    <a:pt x="36962" y="127531"/>
                    <a:pt x="41140" y="127038"/>
                    <a:pt x="42582" y="126020"/>
                  </a:cubicBezTo>
                  <a:cubicBezTo>
                    <a:pt x="43734" y="125304"/>
                    <a:pt x="45751" y="118955"/>
                    <a:pt x="48633" y="107005"/>
                  </a:cubicBezTo>
                  <a:cubicBezTo>
                    <a:pt x="51516" y="95040"/>
                    <a:pt x="53029" y="88914"/>
                    <a:pt x="53172" y="88627"/>
                  </a:cubicBezTo>
                  <a:cubicBezTo>
                    <a:pt x="53172" y="88484"/>
                    <a:pt x="52668" y="88707"/>
                    <a:pt x="51659" y="89280"/>
                  </a:cubicBezTo>
                  <a:cubicBezTo>
                    <a:pt x="44743" y="94897"/>
                    <a:pt x="37538" y="97713"/>
                    <a:pt x="30044" y="97713"/>
                  </a:cubicBezTo>
                  <a:cubicBezTo>
                    <a:pt x="22119" y="97713"/>
                    <a:pt x="15131" y="94817"/>
                    <a:pt x="9079" y="89057"/>
                  </a:cubicBezTo>
                  <a:cubicBezTo>
                    <a:pt x="3026" y="83297"/>
                    <a:pt x="0" y="74148"/>
                    <a:pt x="0" y="61610"/>
                  </a:cubicBezTo>
                  <a:close/>
                  <a:moveTo>
                    <a:pt x="68952" y="25077"/>
                  </a:moveTo>
                  <a:cubicBezTo>
                    <a:pt x="65637" y="13684"/>
                    <a:pt x="60233" y="8004"/>
                    <a:pt x="52741" y="8004"/>
                  </a:cubicBezTo>
                  <a:cubicBezTo>
                    <a:pt x="47697" y="8004"/>
                    <a:pt x="42870" y="10231"/>
                    <a:pt x="38259" y="14702"/>
                  </a:cubicBezTo>
                  <a:cubicBezTo>
                    <a:pt x="33646" y="19174"/>
                    <a:pt x="30044" y="24997"/>
                    <a:pt x="27451" y="32205"/>
                  </a:cubicBezTo>
                  <a:cubicBezTo>
                    <a:pt x="23273" y="43598"/>
                    <a:pt x="20318" y="55404"/>
                    <a:pt x="18589" y="67656"/>
                  </a:cubicBezTo>
                  <a:cubicBezTo>
                    <a:pt x="18589" y="68086"/>
                    <a:pt x="18589" y="68881"/>
                    <a:pt x="18589" y="70043"/>
                  </a:cubicBezTo>
                  <a:cubicBezTo>
                    <a:pt x="18589" y="71188"/>
                    <a:pt x="18517" y="72048"/>
                    <a:pt x="18372" y="72636"/>
                  </a:cubicBezTo>
                  <a:cubicBezTo>
                    <a:pt x="18372" y="79112"/>
                    <a:pt x="19669" y="83584"/>
                    <a:pt x="22264" y="86034"/>
                  </a:cubicBezTo>
                  <a:cubicBezTo>
                    <a:pt x="24857" y="88484"/>
                    <a:pt x="27955" y="89773"/>
                    <a:pt x="31557" y="89932"/>
                  </a:cubicBezTo>
                  <a:cubicBezTo>
                    <a:pt x="39339" y="89932"/>
                    <a:pt x="47336" y="84729"/>
                    <a:pt x="55551" y="74355"/>
                  </a:cubicBezTo>
                  <a:lnTo>
                    <a:pt x="57280" y="71984"/>
                  </a:lnTo>
                  <a:lnTo>
                    <a:pt x="68952" y="25077"/>
                  </a:lnTo>
                  <a:close/>
                </a:path>
              </a:pathLst>
            </a:custGeom>
            <a:solidFill>
              <a:srgbClr val="000000"/>
            </a:solidFill>
            <a:ln w="1591" cap="flat">
              <a:noFill/>
              <a:prstDash val="solid"/>
              <a:miter/>
            </a:ln>
          </p:spPr>
        </p:sp>
        <p:sp>
          <p:nvSpPr>
            <p:cNvPr id="126" name="任意形状 125">
              <a:extLst>
                <a:ext uri="{FF2B5EF4-FFF2-40B4-BE49-F238E27FC236}">
                  <a16:creationId xmlns:a16="http://schemas.microsoft.com/office/drawing/2014/main" id="{84E784E6-4B51-7C1B-4BFE-12DBDC49F3B9}"/>
                </a:ext>
              </a:extLst>
            </p:cNvPr>
            <p:cNvSpPr/>
            <p:nvPr/>
          </p:nvSpPr>
          <p:spPr>
            <a:xfrm>
              <a:off x="11000446" y="3342016"/>
              <a:ext cx="63418" cy="105000"/>
            </a:xfrm>
            <a:custGeom>
              <a:avLst/>
              <a:gdLst>
                <a:gd name="csX0" fmla="*/ 12990 w 63418"/>
                <a:gd name="csY0" fmla="*/ 30884 h 105000"/>
                <a:gd name="csX1" fmla="*/ 6571 w 63418"/>
                <a:gd name="csY1" fmla="*/ 28275 h 105000"/>
                <a:gd name="csX2" fmla="*/ 4126 w 63418"/>
                <a:gd name="csY2" fmla="*/ 21560 h 105000"/>
                <a:gd name="csX3" fmla="*/ 11461 w 63418"/>
                <a:gd name="csY3" fmla="*/ 6571 h 105000"/>
                <a:gd name="csX4" fmla="*/ 29188 w 63418"/>
                <a:gd name="csY4" fmla="*/ 0 h 105000"/>
                <a:gd name="csX5" fmla="*/ 35912 w 63418"/>
                <a:gd name="csY5" fmla="*/ 159 h 105000"/>
                <a:gd name="csX6" fmla="*/ 53180 w 63418"/>
                <a:gd name="csY6" fmla="*/ 8258 h 105000"/>
                <a:gd name="csX7" fmla="*/ 59293 w 63418"/>
                <a:gd name="csY7" fmla="*/ 21862 h 105000"/>
                <a:gd name="csX8" fmla="*/ 54097 w 63418"/>
                <a:gd name="csY8" fmla="*/ 37297 h 105000"/>
                <a:gd name="csX9" fmla="*/ 39732 w 63418"/>
                <a:gd name="csY9" fmla="*/ 48148 h 105000"/>
                <a:gd name="csX10" fmla="*/ 39274 w 63418"/>
                <a:gd name="csY10" fmla="*/ 48451 h 105000"/>
                <a:gd name="csX11" fmla="*/ 40649 w 63418"/>
                <a:gd name="csY11" fmla="*/ 48912 h 105000"/>
                <a:gd name="csX12" fmla="*/ 45080 w 63418"/>
                <a:gd name="csY12" fmla="*/ 50281 h 105000"/>
                <a:gd name="csX13" fmla="*/ 50887 w 63418"/>
                <a:gd name="csY13" fmla="*/ 53495 h 105000"/>
                <a:gd name="csX14" fmla="*/ 63419 w 63418"/>
                <a:gd name="csY14" fmla="*/ 74896 h 105000"/>
                <a:gd name="csX15" fmla="*/ 53944 w 63418"/>
                <a:gd name="csY15" fmla="*/ 95979 h 105000"/>
                <a:gd name="csX16" fmla="*/ 29952 w 63418"/>
                <a:gd name="csY16" fmla="*/ 105000 h 105000"/>
                <a:gd name="csX17" fmla="*/ 8862 w 63418"/>
                <a:gd name="csY17" fmla="*/ 98429 h 105000"/>
                <a:gd name="csX18" fmla="*/ 0 w 63418"/>
                <a:gd name="csY18" fmla="*/ 81769 h 105000"/>
                <a:gd name="csX19" fmla="*/ 2749 w 63418"/>
                <a:gd name="csY19" fmla="*/ 74896 h 105000"/>
                <a:gd name="csX20" fmla="*/ 9628 w 63418"/>
                <a:gd name="csY20" fmla="*/ 72143 h 105000"/>
                <a:gd name="csX21" fmla="*/ 16657 w 63418"/>
                <a:gd name="csY21" fmla="*/ 74896 h 105000"/>
                <a:gd name="csX22" fmla="*/ 19408 w 63418"/>
                <a:gd name="csY22" fmla="*/ 81769 h 105000"/>
                <a:gd name="csX23" fmla="*/ 18948 w 63418"/>
                <a:gd name="csY23" fmla="*/ 84825 h 105000"/>
                <a:gd name="csX24" fmla="*/ 17879 w 63418"/>
                <a:gd name="csY24" fmla="*/ 87275 h 105000"/>
                <a:gd name="csX25" fmla="*/ 16199 w 63418"/>
                <a:gd name="csY25" fmla="*/ 89105 h 105000"/>
                <a:gd name="csX26" fmla="*/ 14364 w 63418"/>
                <a:gd name="csY26" fmla="*/ 90330 h 105000"/>
                <a:gd name="csX27" fmla="*/ 12837 w 63418"/>
                <a:gd name="csY27" fmla="*/ 90935 h 105000"/>
                <a:gd name="csX28" fmla="*/ 11613 w 63418"/>
                <a:gd name="csY28" fmla="*/ 91396 h 105000"/>
                <a:gd name="csX29" fmla="*/ 11002 w 63418"/>
                <a:gd name="csY29" fmla="*/ 91555 h 105000"/>
                <a:gd name="csX30" fmla="*/ 29952 w 63418"/>
                <a:gd name="csY30" fmla="*/ 98429 h 105000"/>
                <a:gd name="csX31" fmla="*/ 42636 w 63418"/>
                <a:gd name="csY31" fmla="*/ 90330 h 105000"/>
                <a:gd name="csX32" fmla="*/ 45233 w 63418"/>
                <a:gd name="csY32" fmla="*/ 74896 h 105000"/>
                <a:gd name="csX33" fmla="*/ 45233 w 63418"/>
                <a:gd name="csY33" fmla="*/ 71841 h 105000"/>
                <a:gd name="csX34" fmla="*/ 35452 w 63418"/>
                <a:gd name="csY34" fmla="*/ 52429 h 105000"/>
                <a:gd name="csX35" fmla="*/ 26132 w 63418"/>
                <a:gd name="csY35" fmla="*/ 51362 h 105000"/>
                <a:gd name="csX36" fmla="*/ 19713 w 63418"/>
                <a:gd name="csY36" fmla="*/ 51203 h 105000"/>
                <a:gd name="csX37" fmla="*/ 19254 w 63418"/>
                <a:gd name="csY37" fmla="*/ 50901 h 105000"/>
                <a:gd name="csX38" fmla="*/ 18948 w 63418"/>
                <a:gd name="csY38" fmla="*/ 48451 h 105000"/>
                <a:gd name="csX39" fmla="*/ 20172 w 63418"/>
                <a:gd name="csY39" fmla="*/ 45698 h 105000"/>
                <a:gd name="csX40" fmla="*/ 29034 w 63418"/>
                <a:gd name="csY40" fmla="*/ 44934 h 105000"/>
                <a:gd name="csX41" fmla="*/ 38509 w 63418"/>
                <a:gd name="csY41" fmla="*/ 38522 h 105000"/>
                <a:gd name="csX42" fmla="*/ 42789 w 63418"/>
                <a:gd name="csY42" fmla="*/ 21401 h 105000"/>
                <a:gd name="csX43" fmla="*/ 42789 w 63418"/>
                <a:gd name="csY43" fmla="*/ 20176 h 105000"/>
                <a:gd name="csX44" fmla="*/ 37440 w 63418"/>
                <a:gd name="csY44" fmla="*/ 8115 h 105000"/>
                <a:gd name="csX45" fmla="*/ 30257 w 63418"/>
                <a:gd name="csY45" fmla="*/ 5967 h 105000"/>
                <a:gd name="csX46" fmla="*/ 21241 w 63418"/>
                <a:gd name="csY46" fmla="*/ 7653 h 105000"/>
                <a:gd name="csX47" fmla="*/ 15433 w 63418"/>
                <a:gd name="csY47" fmla="*/ 11170 h 105000"/>
                <a:gd name="csX48" fmla="*/ 13753 w 63418"/>
                <a:gd name="csY48" fmla="*/ 13000 h 105000"/>
                <a:gd name="csX49" fmla="*/ 14211 w 63418"/>
                <a:gd name="csY49" fmla="*/ 13000 h 105000"/>
                <a:gd name="csX50" fmla="*/ 15433 w 63418"/>
                <a:gd name="csY50" fmla="*/ 13302 h 105000"/>
                <a:gd name="csX51" fmla="*/ 16962 w 63418"/>
                <a:gd name="csY51" fmla="*/ 14066 h 105000"/>
                <a:gd name="csX52" fmla="*/ 18795 w 63418"/>
                <a:gd name="csY52" fmla="*/ 15132 h 105000"/>
                <a:gd name="csX53" fmla="*/ 20324 w 63418"/>
                <a:gd name="csY53" fmla="*/ 16818 h 105000"/>
                <a:gd name="csX54" fmla="*/ 21546 w 63418"/>
                <a:gd name="csY54" fmla="*/ 19110 h 105000"/>
                <a:gd name="csX55" fmla="*/ 22005 w 63418"/>
                <a:gd name="csY55" fmla="*/ 22165 h 105000"/>
                <a:gd name="csX56" fmla="*/ 19866 w 63418"/>
                <a:gd name="csY56" fmla="*/ 28132 h 105000"/>
                <a:gd name="csX57" fmla="*/ 12990 w 63418"/>
                <a:gd name="csY57" fmla="*/ 30884 h 10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63418" h="105000">
                  <a:moveTo>
                    <a:pt x="12990" y="30884"/>
                  </a:moveTo>
                  <a:cubicBezTo>
                    <a:pt x="10239" y="30884"/>
                    <a:pt x="8099" y="30009"/>
                    <a:pt x="6571" y="28275"/>
                  </a:cubicBezTo>
                  <a:cubicBezTo>
                    <a:pt x="5042" y="26556"/>
                    <a:pt x="4227" y="24313"/>
                    <a:pt x="4126" y="21560"/>
                  </a:cubicBezTo>
                  <a:cubicBezTo>
                    <a:pt x="4126" y="15959"/>
                    <a:pt x="6571" y="10963"/>
                    <a:pt x="11461" y="6571"/>
                  </a:cubicBezTo>
                  <a:cubicBezTo>
                    <a:pt x="16351" y="2196"/>
                    <a:pt x="22259" y="0"/>
                    <a:pt x="29188" y="0"/>
                  </a:cubicBezTo>
                  <a:cubicBezTo>
                    <a:pt x="32754" y="0"/>
                    <a:pt x="34994" y="64"/>
                    <a:pt x="35912" y="159"/>
                  </a:cubicBezTo>
                  <a:cubicBezTo>
                    <a:pt x="43451" y="1384"/>
                    <a:pt x="49207" y="4089"/>
                    <a:pt x="53180" y="8258"/>
                  </a:cubicBezTo>
                  <a:cubicBezTo>
                    <a:pt x="57153" y="12443"/>
                    <a:pt x="59191" y="16978"/>
                    <a:pt x="59293" y="21862"/>
                  </a:cubicBezTo>
                  <a:cubicBezTo>
                    <a:pt x="59293" y="27161"/>
                    <a:pt x="57560" y="32300"/>
                    <a:pt x="54097" y="37297"/>
                  </a:cubicBezTo>
                  <a:cubicBezTo>
                    <a:pt x="50633" y="42293"/>
                    <a:pt x="45845" y="45905"/>
                    <a:pt x="39732" y="48148"/>
                  </a:cubicBezTo>
                  <a:lnTo>
                    <a:pt x="39274" y="48451"/>
                  </a:lnTo>
                  <a:cubicBezTo>
                    <a:pt x="39274" y="48562"/>
                    <a:pt x="39732" y="48705"/>
                    <a:pt x="40649" y="48912"/>
                  </a:cubicBezTo>
                  <a:cubicBezTo>
                    <a:pt x="41565" y="49119"/>
                    <a:pt x="43043" y="49580"/>
                    <a:pt x="45080" y="50281"/>
                  </a:cubicBezTo>
                  <a:cubicBezTo>
                    <a:pt x="47118" y="50996"/>
                    <a:pt x="49054" y="52063"/>
                    <a:pt x="50887" y="53495"/>
                  </a:cubicBezTo>
                  <a:cubicBezTo>
                    <a:pt x="59242" y="58889"/>
                    <a:pt x="63419" y="66033"/>
                    <a:pt x="63419" y="74896"/>
                  </a:cubicBezTo>
                  <a:cubicBezTo>
                    <a:pt x="63419" y="82947"/>
                    <a:pt x="60260" y="89964"/>
                    <a:pt x="53944" y="95979"/>
                  </a:cubicBezTo>
                  <a:cubicBezTo>
                    <a:pt x="47627" y="101993"/>
                    <a:pt x="39631" y="105000"/>
                    <a:pt x="29952" y="105000"/>
                  </a:cubicBezTo>
                  <a:cubicBezTo>
                    <a:pt x="21801" y="105000"/>
                    <a:pt x="14772" y="102805"/>
                    <a:pt x="8862" y="98429"/>
                  </a:cubicBezTo>
                  <a:cubicBezTo>
                    <a:pt x="2953" y="94053"/>
                    <a:pt x="0" y="88500"/>
                    <a:pt x="0" y="81769"/>
                  </a:cubicBezTo>
                  <a:cubicBezTo>
                    <a:pt x="0" y="78921"/>
                    <a:pt x="916" y="76630"/>
                    <a:pt x="2749" y="74896"/>
                  </a:cubicBezTo>
                  <a:cubicBezTo>
                    <a:pt x="4584" y="73161"/>
                    <a:pt x="6877" y="72238"/>
                    <a:pt x="9628" y="72143"/>
                  </a:cubicBezTo>
                  <a:cubicBezTo>
                    <a:pt x="12479" y="72143"/>
                    <a:pt x="14822" y="73066"/>
                    <a:pt x="16657" y="74896"/>
                  </a:cubicBezTo>
                  <a:cubicBezTo>
                    <a:pt x="18490" y="76726"/>
                    <a:pt x="19408" y="79017"/>
                    <a:pt x="19408" y="81769"/>
                  </a:cubicBezTo>
                  <a:cubicBezTo>
                    <a:pt x="19408" y="82883"/>
                    <a:pt x="19254" y="83902"/>
                    <a:pt x="18948" y="84825"/>
                  </a:cubicBezTo>
                  <a:cubicBezTo>
                    <a:pt x="18643" y="85747"/>
                    <a:pt x="18286" y="86559"/>
                    <a:pt x="17879" y="87275"/>
                  </a:cubicBezTo>
                  <a:cubicBezTo>
                    <a:pt x="17472" y="87991"/>
                    <a:pt x="16911" y="88596"/>
                    <a:pt x="16199" y="89105"/>
                  </a:cubicBezTo>
                  <a:cubicBezTo>
                    <a:pt x="15484" y="89614"/>
                    <a:pt x="14873" y="90028"/>
                    <a:pt x="14364" y="90330"/>
                  </a:cubicBezTo>
                  <a:cubicBezTo>
                    <a:pt x="13855" y="90632"/>
                    <a:pt x="13346" y="90839"/>
                    <a:pt x="12837" y="90935"/>
                  </a:cubicBezTo>
                  <a:cubicBezTo>
                    <a:pt x="12326" y="91046"/>
                    <a:pt x="11919" y="91189"/>
                    <a:pt x="11613" y="91396"/>
                  </a:cubicBezTo>
                  <a:lnTo>
                    <a:pt x="11002" y="91555"/>
                  </a:lnTo>
                  <a:cubicBezTo>
                    <a:pt x="16199" y="96138"/>
                    <a:pt x="22514" y="98429"/>
                    <a:pt x="29952" y="98429"/>
                  </a:cubicBezTo>
                  <a:cubicBezTo>
                    <a:pt x="35554" y="98429"/>
                    <a:pt x="39783" y="95724"/>
                    <a:pt x="42636" y="90330"/>
                  </a:cubicBezTo>
                  <a:cubicBezTo>
                    <a:pt x="44367" y="86973"/>
                    <a:pt x="45233" y="81817"/>
                    <a:pt x="45233" y="74896"/>
                  </a:cubicBezTo>
                  <a:lnTo>
                    <a:pt x="45233" y="71841"/>
                  </a:lnTo>
                  <a:cubicBezTo>
                    <a:pt x="45233" y="62151"/>
                    <a:pt x="41973" y="55691"/>
                    <a:pt x="35452" y="52429"/>
                  </a:cubicBezTo>
                  <a:cubicBezTo>
                    <a:pt x="33925" y="51808"/>
                    <a:pt x="30818" y="51458"/>
                    <a:pt x="26132" y="51362"/>
                  </a:cubicBezTo>
                  <a:lnTo>
                    <a:pt x="19713" y="51203"/>
                  </a:lnTo>
                  <a:lnTo>
                    <a:pt x="19254" y="50901"/>
                  </a:lnTo>
                  <a:cubicBezTo>
                    <a:pt x="19050" y="50599"/>
                    <a:pt x="18948" y="49771"/>
                    <a:pt x="18948" y="48451"/>
                  </a:cubicBezTo>
                  <a:cubicBezTo>
                    <a:pt x="18948" y="46621"/>
                    <a:pt x="19357" y="45698"/>
                    <a:pt x="20172" y="45698"/>
                  </a:cubicBezTo>
                  <a:cubicBezTo>
                    <a:pt x="23024" y="45698"/>
                    <a:pt x="25979" y="45443"/>
                    <a:pt x="29034" y="44934"/>
                  </a:cubicBezTo>
                  <a:cubicBezTo>
                    <a:pt x="32499" y="44425"/>
                    <a:pt x="35658" y="42293"/>
                    <a:pt x="38509" y="38522"/>
                  </a:cubicBezTo>
                  <a:cubicBezTo>
                    <a:pt x="41362" y="34751"/>
                    <a:pt x="42789" y="29039"/>
                    <a:pt x="42789" y="21401"/>
                  </a:cubicBezTo>
                  <a:lnTo>
                    <a:pt x="42789" y="20176"/>
                  </a:lnTo>
                  <a:cubicBezTo>
                    <a:pt x="42789" y="14368"/>
                    <a:pt x="41005" y="10343"/>
                    <a:pt x="37440" y="8115"/>
                  </a:cubicBezTo>
                  <a:cubicBezTo>
                    <a:pt x="35198" y="6683"/>
                    <a:pt x="32805" y="5967"/>
                    <a:pt x="30257" y="5967"/>
                  </a:cubicBezTo>
                  <a:cubicBezTo>
                    <a:pt x="26997" y="5967"/>
                    <a:pt x="23992" y="6524"/>
                    <a:pt x="21241" y="7653"/>
                  </a:cubicBezTo>
                  <a:cubicBezTo>
                    <a:pt x="18490" y="8767"/>
                    <a:pt x="16555" y="9945"/>
                    <a:pt x="15433" y="11170"/>
                  </a:cubicBezTo>
                  <a:cubicBezTo>
                    <a:pt x="14313" y="12379"/>
                    <a:pt x="13753" y="13000"/>
                    <a:pt x="13753" y="13000"/>
                  </a:cubicBezTo>
                  <a:lnTo>
                    <a:pt x="14211" y="13000"/>
                  </a:lnTo>
                  <a:cubicBezTo>
                    <a:pt x="14517" y="13095"/>
                    <a:pt x="14924" y="13206"/>
                    <a:pt x="15433" y="13302"/>
                  </a:cubicBezTo>
                  <a:cubicBezTo>
                    <a:pt x="15943" y="13397"/>
                    <a:pt x="16453" y="13668"/>
                    <a:pt x="16962" y="14066"/>
                  </a:cubicBezTo>
                  <a:cubicBezTo>
                    <a:pt x="17472" y="14479"/>
                    <a:pt x="18083" y="14830"/>
                    <a:pt x="18795" y="15132"/>
                  </a:cubicBezTo>
                  <a:cubicBezTo>
                    <a:pt x="19510" y="15450"/>
                    <a:pt x="20019" y="16007"/>
                    <a:pt x="20324" y="16818"/>
                  </a:cubicBezTo>
                  <a:cubicBezTo>
                    <a:pt x="20630" y="17630"/>
                    <a:pt x="21037" y="18394"/>
                    <a:pt x="21546" y="19110"/>
                  </a:cubicBezTo>
                  <a:cubicBezTo>
                    <a:pt x="22055" y="19826"/>
                    <a:pt x="22208" y="20844"/>
                    <a:pt x="22005" y="22165"/>
                  </a:cubicBezTo>
                  <a:cubicBezTo>
                    <a:pt x="22005" y="24408"/>
                    <a:pt x="21292" y="26397"/>
                    <a:pt x="19866" y="28132"/>
                  </a:cubicBezTo>
                  <a:cubicBezTo>
                    <a:pt x="18439" y="29866"/>
                    <a:pt x="16148" y="30773"/>
                    <a:pt x="12990" y="30884"/>
                  </a:cubicBezTo>
                  <a:close/>
                </a:path>
              </a:pathLst>
            </a:custGeom>
            <a:solidFill>
              <a:srgbClr val="000000"/>
            </a:solidFill>
            <a:ln w="1591" cap="flat">
              <a:noFill/>
              <a:prstDash val="solid"/>
              <a:miter/>
            </a:ln>
          </p:spPr>
        </p:sp>
        <p:sp>
          <p:nvSpPr>
            <p:cNvPr id="127" name="任意形状 126">
              <a:extLst>
                <a:ext uri="{FF2B5EF4-FFF2-40B4-BE49-F238E27FC236}">
                  <a16:creationId xmlns:a16="http://schemas.microsoft.com/office/drawing/2014/main" id="{F6039CF2-49C7-26DE-24F5-0258D56E116F}"/>
                </a:ext>
              </a:extLst>
            </p:cNvPr>
            <p:cNvSpPr/>
            <p:nvPr/>
          </p:nvSpPr>
          <p:spPr>
            <a:xfrm>
              <a:off x="10589311" y="2778162"/>
              <a:ext cx="272072" cy="178209"/>
            </a:xfrm>
            <a:custGeom>
              <a:avLst/>
              <a:gdLst>
                <a:gd name="csX0" fmla="*/ 272072 w 272072"/>
                <a:gd name="csY0" fmla="*/ 0 h 178209"/>
                <a:gd name="csX1" fmla="*/ 0 w 272072"/>
                <a:gd name="csY1" fmla="*/ 178210 h 178209"/>
              </a:gdLst>
              <a:ahLst/>
              <a:cxnLst>
                <a:cxn ang="0">
                  <a:pos x="csX0" y="csY0"/>
                </a:cxn>
                <a:cxn ang="0">
                  <a:pos x="csX1" y="csY1"/>
                </a:cxn>
              </a:cxnLst>
              <a:rect l="l" t="t" r="r" b="b"/>
              <a:pathLst>
                <a:path w="272072" h="178209">
                  <a:moveTo>
                    <a:pt x="272072" y="0"/>
                  </a:moveTo>
                  <a:lnTo>
                    <a:pt x="0" y="178210"/>
                  </a:lnTo>
                </a:path>
              </a:pathLst>
            </a:custGeom>
            <a:ln w="15911" cap="flat">
              <a:solidFill>
                <a:srgbClr val="000000"/>
              </a:solidFill>
              <a:prstDash val="solid"/>
              <a:miter/>
            </a:ln>
          </p:spPr>
        </p:sp>
        <p:sp>
          <p:nvSpPr>
            <p:cNvPr id="128" name="任意形状 127">
              <a:extLst>
                <a:ext uri="{FF2B5EF4-FFF2-40B4-BE49-F238E27FC236}">
                  <a16:creationId xmlns:a16="http://schemas.microsoft.com/office/drawing/2014/main" id="{FB7E2463-5A84-9685-E494-82EBC65F3A1F}"/>
                </a:ext>
              </a:extLst>
            </p:cNvPr>
            <p:cNvSpPr/>
            <p:nvPr/>
          </p:nvSpPr>
          <p:spPr>
            <a:xfrm>
              <a:off x="10579944" y="3126159"/>
              <a:ext cx="281620" cy="195712"/>
            </a:xfrm>
            <a:custGeom>
              <a:avLst/>
              <a:gdLst>
                <a:gd name="csX0" fmla="*/ 0 w 281620"/>
                <a:gd name="csY0" fmla="*/ 0 h 195712"/>
                <a:gd name="csX1" fmla="*/ 281620 w 281620"/>
                <a:gd name="csY1" fmla="*/ 195712 h 195712"/>
              </a:gdLst>
              <a:ahLst/>
              <a:cxnLst>
                <a:cxn ang="0">
                  <a:pos x="csX0" y="csY0"/>
                </a:cxn>
                <a:cxn ang="0">
                  <a:pos x="csX1" y="csY1"/>
                </a:cxn>
              </a:cxnLst>
              <a:rect l="l" t="t" r="r" b="b"/>
              <a:pathLst>
                <a:path w="281620" h="195712">
                  <a:moveTo>
                    <a:pt x="0" y="0"/>
                  </a:moveTo>
                  <a:lnTo>
                    <a:pt x="281620" y="195712"/>
                  </a:lnTo>
                </a:path>
              </a:pathLst>
            </a:custGeom>
            <a:ln w="15911" cap="flat">
              <a:solidFill>
                <a:srgbClr val="000000"/>
              </a:solidFill>
              <a:prstDash val="solid"/>
              <a:miter/>
            </a:ln>
          </p:spPr>
        </p:sp>
        <p:sp>
          <p:nvSpPr>
            <p:cNvPr id="129" name="任意形状 128">
              <a:extLst>
                <a:ext uri="{FF2B5EF4-FFF2-40B4-BE49-F238E27FC236}">
                  <a16:creationId xmlns:a16="http://schemas.microsoft.com/office/drawing/2014/main" id="{CAF1E30F-7533-4D20-AFA6-29A79D5E3F66}"/>
                </a:ext>
              </a:extLst>
            </p:cNvPr>
            <p:cNvSpPr/>
            <p:nvPr/>
          </p:nvSpPr>
          <p:spPr>
            <a:xfrm>
              <a:off x="10990675" y="2854246"/>
              <a:ext cx="1591" cy="389833"/>
            </a:xfrm>
            <a:custGeom>
              <a:avLst/>
              <a:gdLst>
                <a:gd name="csX0" fmla="*/ 0 w 1591"/>
                <a:gd name="csY0" fmla="*/ 0 h 389833"/>
                <a:gd name="csX1" fmla="*/ 0 w 1591"/>
                <a:gd name="csY1" fmla="*/ 389834 h 389833"/>
              </a:gdLst>
              <a:ahLst/>
              <a:cxnLst>
                <a:cxn ang="0">
                  <a:pos x="csX0" y="csY0"/>
                </a:cxn>
                <a:cxn ang="0">
                  <a:pos x="csX1" y="csY1"/>
                </a:cxn>
              </a:cxnLst>
              <a:rect l="l" t="t" r="r" b="b"/>
              <a:pathLst>
                <a:path w="1591" h="389833">
                  <a:moveTo>
                    <a:pt x="0" y="0"/>
                  </a:moveTo>
                  <a:lnTo>
                    <a:pt x="0" y="389834"/>
                  </a:lnTo>
                </a:path>
              </a:pathLst>
            </a:custGeom>
            <a:ln w="15911" cap="flat">
              <a:solidFill>
                <a:srgbClr val="000000"/>
              </a:solidFill>
              <a:prstDash val="solid"/>
              <a:miter/>
            </a:ln>
          </p:spPr>
        </p:sp>
      </p:grpSp>
      <p:grpSp>
        <p:nvGrpSpPr>
          <p:cNvPr id="151" name="组合 150">
            <a:extLst>
              <a:ext uri="{FF2B5EF4-FFF2-40B4-BE49-F238E27FC236}">
                <a16:creationId xmlns:a16="http://schemas.microsoft.com/office/drawing/2014/main" id="{01AE7640-6BEA-1B55-C558-5C389A484A39}"/>
              </a:ext>
            </a:extLst>
          </p:cNvPr>
          <p:cNvGrpSpPr/>
          <p:nvPr/>
        </p:nvGrpSpPr>
        <p:grpSpPr>
          <a:xfrm>
            <a:off x="3334140" y="2729506"/>
            <a:ext cx="933960" cy="903777"/>
            <a:chOff x="6901986" y="2769348"/>
            <a:chExt cx="933960" cy="903777"/>
          </a:xfrm>
        </p:grpSpPr>
        <p:sp>
          <p:nvSpPr>
            <p:cNvPr id="66" name="任意形状 65">
              <a:extLst>
                <a:ext uri="{FF2B5EF4-FFF2-40B4-BE49-F238E27FC236}">
                  <a16:creationId xmlns:a16="http://schemas.microsoft.com/office/drawing/2014/main" id="{58A12F84-E59E-54DE-466D-1C5798C2D4A3}"/>
                </a:ext>
              </a:extLst>
            </p:cNvPr>
            <p:cNvSpPr/>
            <p:nvPr/>
          </p:nvSpPr>
          <p:spPr>
            <a:xfrm>
              <a:off x="6901986" y="3342165"/>
              <a:ext cx="933960" cy="330960"/>
            </a:xfrm>
            <a:custGeom>
              <a:avLst/>
              <a:gdLst>
                <a:gd name="csX0" fmla="*/ 790764 w 933960"/>
                <a:gd name="csY0" fmla="*/ 330961 h 330960"/>
                <a:gd name="csX1" fmla="*/ 143197 w 933960"/>
                <a:gd name="csY1" fmla="*/ 330961 h 330960"/>
                <a:gd name="csX2" fmla="*/ 0 w 933960"/>
                <a:gd name="csY2" fmla="*/ 187757 h 330960"/>
                <a:gd name="csX3" fmla="*/ 0 w 933960"/>
                <a:gd name="csY3" fmla="*/ 143204 h 330960"/>
                <a:gd name="csX4" fmla="*/ 143197 w 933960"/>
                <a:gd name="csY4" fmla="*/ 0 h 330960"/>
                <a:gd name="csX5" fmla="*/ 790764 w 933960"/>
                <a:gd name="csY5" fmla="*/ 0 h 330960"/>
                <a:gd name="csX6" fmla="*/ 933961 w 933960"/>
                <a:gd name="csY6" fmla="*/ 143204 h 330960"/>
                <a:gd name="csX7" fmla="*/ 933961 w 933960"/>
                <a:gd name="csY7" fmla="*/ 187757 h 330960"/>
                <a:gd name="csX8" fmla="*/ 790764 w 933960"/>
                <a:gd name="csY8" fmla="*/ 330961 h 330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33960" h="330960">
                  <a:moveTo>
                    <a:pt x="790764" y="330961"/>
                  </a:moveTo>
                  <a:lnTo>
                    <a:pt x="143197" y="330961"/>
                  </a:lnTo>
                  <a:cubicBezTo>
                    <a:pt x="64104" y="330961"/>
                    <a:pt x="0" y="266847"/>
                    <a:pt x="0" y="187757"/>
                  </a:cubicBezTo>
                  <a:lnTo>
                    <a:pt x="0" y="143204"/>
                  </a:lnTo>
                  <a:cubicBezTo>
                    <a:pt x="0" y="64114"/>
                    <a:pt x="64104" y="0"/>
                    <a:pt x="143197" y="0"/>
                  </a:cubicBezTo>
                  <a:lnTo>
                    <a:pt x="790764" y="0"/>
                  </a:lnTo>
                  <a:cubicBezTo>
                    <a:pt x="869856" y="0"/>
                    <a:pt x="933961" y="64114"/>
                    <a:pt x="933961" y="143204"/>
                  </a:cubicBezTo>
                  <a:lnTo>
                    <a:pt x="933961" y="187757"/>
                  </a:lnTo>
                  <a:cubicBezTo>
                    <a:pt x="933961" y="266847"/>
                    <a:pt x="869856" y="330961"/>
                    <a:pt x="790764" y="330961"/>
                  </a:cubicBezTo>
                  <a:close/>
                </a:path>
              </a:pathLst>
            </a:custGeom>
            <a:solidFill>
              <a:srgbClr val="D9EDF8"/>
            </a:solidFill>
            <a:ln w="1591" cap="flat">
              <a:noFill/>
              <a:prstDash val="solid"/>
              <a:miter/>
            </a:ln>
          </p:spPr>
        </p:sp>
        <p:sp>
          <p:nvSpPr>
            <p:cNvPr id="67" name="任意形状 66">
              <a:extLst>
                <a:ext uri="{FF2B5EF4-FFF2-40B4-BE49-F238E27FC236}">
                  <a16:creationId xmlns:a16="http://schemas.microsoft.com/office/drawing/2014/main" id="{0CC41CA7-FEB5-2DEB-18D1-5644DC332EFE}"/>
                </a:ext>
              </a:extLst>
            </p:cNvPr>
            <p:cNvSpPr/>
            <p:nvPr/>
          </p:nvSpPr>
          <p:spPr>
            <a:xfrm>
              <a:off x="7035637" y="2769348"/>
              <a:ext cx="652340" cy="286408"/>
            </a:xfrm>
            <a:custGeom>
              <a:avLst/>
              <a:gdLst>
                <a:gd name="csX0" fmla="*/ 509144 w 652340"/>
                <a:gd name="csY0" fmla="*/ 286408 h 286408"/>
                <a:gd name="csX1" fmla="*/ 143197 w 652340"/>
                <a:gd name="csY1" fmla="*/ 286408 h 286408"/>
                <a:gd name="csX2" fmla="*/ 0 w 652340"/>
                <a:gd name="csY2" fmla="*/ 143204 h 286408"/>
                <a:gd name="csX3" fmla="*/ 143197 w 652340"/>
                <a:gd name="csY3" fmla="*/ 0 h 286408"/>
                <a:gd name="csX4" fmla="*/ 509144 w 652340"/>
                <a:gd name="csY4" fmla="*/ 0 h 286408"/>
                <a:gd name="csX5" fmla="*/ 652341 w 652340"/>
                <a:gd name="csY5" fmla="*/ 143204 h 286408"/>
                <a:gd name="csX6" fmla="*/ 509144 w 652340"/>
                <a:gd name="csY6" fmla="*/ 286408 h 28640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52340" h="286408">
                  <a:moveTo>
                    <a:pt x="509144" y="286408"/>
                  </a:moveTo>
                  <a:lnTo>
                    <a:pt x="143197" y="286408"/>
                  </a:lnTo>
                  <a:cubicBezTo>
                    <a:pt x="64104" y="286408"/>
                    <a:pt x="0" y="222294"/>
                    <a:pt x="0" y="143204"/>
                  </a:cubicBezTo>
                  <a:cubicBezTo>
                    <a:pt x="0" y="64114"/>
                    <a:pt x="64104" y="0"/>
                    <a:pt x="143197" y="0"/>
                  </a:cubicBezTo>
                  <a:lnTo>
                    <a:pt x="509144" y="0"/>
                  </a:lnTo>
                  <a:cubicBezTo>
                    <a:pt x="588236" y="0"/>
                    <a:pt x="652341" y="64114"/>
                    <a:pt x="652341" y="143204"/>
                  </a:cubicBezTo>
                  <a:cubicBezTo>
                    <a:pt x="652341" y="222294"/>
                    <a:pt x="588236" y="286408"/>
                    <a:pt x="509144" y="286408"/>
                  </a:cubicBezTo>
                  <a:close/>
                </a:path>
              </a:pathLst>
            </a:custGeom>
            <a:solidFill>
              <a:srgbClr val="D9EDF8"/>
            </a:solidFill>
            <a:ln w="15911" cap="rnd">
              <a:solidFill>
                <a:srgbClr val="000000"/>
              </a:solidFill>
              <a:custDash>
                <a:ds d="2250000" sp="2250000"/>
              </a:custDash>
              <a:miter/>
            </a:ln>
          </p:spPr>
        </p:sp>
        <p:sp>
          <p:nvSpPr>
            <p:cNvPr id="77" name="任意形状 76">
              <a:extLst>
                <a:ext uri="{FF2B5EF4-FFF2-40B4-BE49-F238E27FC236}">
                  <a16:creationId xmlns:a16="http://schemas.microsoft.com/office/drawing/2014/main" id="{A8CA7FE2-1B56-9327-423E-8530C39488B7}"/>
                </a:ext>
              </a:extLst>
            </p:cNvPr>
            <p:cNvSpPr/>
            <p:nvPr/>
          </p:nvSpPr>
          <p:spPr>
            <a:xfrm>
              <a:off x="7570174" y="3434791"/>
              <a:ext cx="93014" cy="139577"/>
            </a:xfrm>
            <a:custGeom>
              <a:avLst/>
              <a:gdLst>
                <a:gd name="csX0" fmla="*/ 0 w 93014"/>
                <a:gd name="csY0" fmla="*/ 62547 h 139577"/>
                <a:gd name="csX1" fmla="*/ 16563 w 93014"/>
                <a:gd name="csY1" fmla="*/ 20410 h 139577"/>
                <a:gd name="csX2" fmla="*/ 53810 w 93014"/>
                <a:gd name="csY2" fmla="*/ 220 h 139577"/>
                <a:gd name="csX3" fmla="*/ 73858 w 93014"/>
                <a:gd name="csY3" fmla="*/ 11631 h 139577"/>
                <a:gd name="csX4" fmla="*/ 74940 w 93014"/>
                <a:gd name="csY4" fmla="*/ 10315 h 139577"/>
                <a:gd name="csX5" fmla="*/ 77342 w 93014"/>
                <a:gd name="csY5" fmla="*/ 7902 h 139577"/>
                <a:gd name="csX6" fmla="*/ 80827 w 93014"/>
                <a:gd name="csY6" fmla="*/ 5268 h 139577"/>
                <a:gd name="csX7" fmla="*/ 90835 w 93014"/>
                <a:gd name="csY7" fmla="*/ 0 h 139577"/>
                <a:gd name="csX8" fmla="*/ 92362 w 93014"/>
                <a:gd name="csY8" fmla="*/ 659 h 139577"/>
                <a:gd name="csX9" fmla="*/ 93014 w 93014"/>
                <a:gd name="csY9" fmla="*/ 1757 h 139577"/>
                <a:gd name="csX10" fmla="*/ 77995 w 93014"/>
                <a:gd name="csY10" fmla="*/ 64302 h 139577"/>
                <a:gd name="csX11" fmla="*/ 62529 w 93014"/>
                <a:gd name="csY11" fmla="*/ 127507 h 139577"/>
                <a:gd name="csX12" fmla="*/ 72330 w 93014"/>
                <a:gd name="csY12" fmla="*/ 129482 h 139577"/>
                <a:gd name="csX13" fmla="*/ 77772 w 93014"/>
                <a:gd name="csY13" fmla="*/ 129482 h 139577"/>
                <a:gd name="csX14" fmla="*/ 79076 w 93014"/>
                <a:gd name="csY14" fmla="*/ 131457 h 139577"/>
                <a:gd name="csX15" fmla="*/ 78424 w 93014"/>
                <a:gd name="csY15" fmla="*/ 135407 h 139577"/>
                <a:gd name="csX16" fmla="*/ 76244 w 93014"/>
                <a:gd name="csY16" fmla="*/ 139578 h 139577"/>
                <a:gd name="csX17" fmla="*/ 73412 w 93014"/>
                <a:gd name="csY17" fmla="*/ 139578 h 139577"/>
                <a:gd name="csX18" fmla="*/ 49896 w 93014"/>
                <a:gd name="csY18" fmla="*/ 139139 h 139577"/>
                <a:gd name="csX19" fmla="*/ 38775 w 93014"/>
                <a:gd name="csY19" fmla="*/ 139139 h 139577"/>
                <a:gd name="csX20" fmla="*/ 30724 w 93014"/>
                <a:gd name="csY20" fmla="*/ 139139 h 139577"/>
                <a:gd name="csX21" fmla="*/ 27016 w 93014"/>
                <a:gd name="csY21" fmla="*/ 139358 h 139577"/>
                <a:gd name="csX22" fmla="*/ 23962 w 93014"/>
                <a:gd name="csY22" fmla="*/ 137602 h 139577"/>
                <a:gd name="csX23" fmla="*/ 24407 w 93014"/>
                <a:gd name="csY23" fmla="*/ 134310 h 139577"/>
                <a:gd name="csX24" fmla="*/ 25935 w 93014"/>
                <a:gd name="csY24" fmla="*/ 130141 h 139577"/>
                <a:gd name="csX25" fmla="*/ 30278 w 93014"/>
                <a:gd name="csY25" fmla="*/ 129482 h 139577"/>
                <a:gd name="csX26" fmla="*/ 42911 w 93014"/>
                <a:gd name="csY26" fmla="*/ 127947 h 139577"/>
                <a:gd name="csX27" fmla="*/ 49021 w 93014"/>
                <a:gd name="csY27" fmla="*/ 108633 h 139577"/>
                <a:gd name="csX28" fmla="*/ 53587 w 93014"/>
                <a:gd name="csY28" fmla="*/ 89980 h 139577"/>
                <a:gd name="csX29" fmla="*/ 52060 w 93014"/>
                <a:gd name="csY29" fmla="*/ 90637 h 139577"/>
                <a:gd name="csX30" fmla="*/ 30278 w 93014"/>
                <a:gd name="csY30" fmla="*/ 99196 h 139577"/>
                <a:gd name="csX31" fmla="*/ 9149 w 93014"/>
                <a:gd name="csY31" fmla="*/ 90418 h 139577"/>
                <a:gd name="csX32" fmla="*/ 0 w 93014"/>
                <a:gd name="csY32" fmla="*/ 62547 h 139577"/>
                <a:gd name="csX33" fmla="*/ 69498 w 93014"/>
                <a:gd name="csY33" fmla="*/ 25459 h 139577"/>
                <a:gd name="csX34" fmla="*/ 53158 w 93014"/>
                <a:gd name="csY34" fmla="*/ 8121 h 139577"/>
                <a:gd name="csX35" fmla="*/ 38568 w 93014"/>
                <a:gd name="csY35" fmla="*/ 14923 h 139577"/>
                <a:gd name="csX36" fmla="*/ 27669 w 93014"/>
                <a:gd name="csY36" fmla="*/ 32700 h 139577"/>
                <a:gd name="csX37" fmla="*/ 18743 w 93014"/>
                <a:gd name="csY37" fmla="*/ 68692 h 139577"/>
                <a:gd name="csX38" fmla="*/ 18743 w 93014"/>
                <a:gd name="csY38" fmla="*/ 71106 h 139577"/>
                <a:gd name="csX39" fmla="*/ 18520 w 93014"/>
                <a:gd name="csY39" fmla="*/ 73739 h 139577"/>
                <a:gd name="csX40" fmla="*/ 22450 w 93014"/>
                <a:gd name="csY40" fmla="*/ 87345 h 139577"/>
                <a:gd name="csX41" fmla="*/ 31806 w 93014"/>
                <a:gd name="csY41" fmla="*/ 91296 h 139577"/>
                <a:gd name="csX42" fmla="*/ 55990 w 93014"/>
                <a:gd name="csY42" fmla="*/ 75496 h 139577"/>
                <a:gd name="csX43" fmla="*/ 57724 w 93014"/>
                <a:gd name="csY43" fmla="*/ 73080 h 139577"/>
                <a:gd name="csX44" fmla="*/ 69498 w 93014"/>
                <a:gd name="csY44" fmla="*/ 25459 h 1395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3014" h="139577">
                  <a:moveTo>
                    <a:pt x="0" y="62547"/>
                  </a:moveTo>
                  <a:cubicBezTo>
                    <a:pt x="0" y="47770"/>
                    <a:pt x="5521" y="33725"/>
                    <a:pt x="16563" y="20410"/>
                  </a:cubicBezTo>
                  <a:cubicBezTo>
                    <a:pt x="27605" y="7097"/>
                    <a:pt x="40016" y="366"/>
                    <a:pt x="53810" y="220"/>
                  </a:cubicBezTo>
                  <a:cubicBezTo>
                    <a:pt x="62529" y="220"/>
                    <a:pt x="69196" y="4024"/>
                    <a:pt x="73858" y="11631"/>
                  </a:cubicBezTo>
                  <a:cubicBezTo>
                    <a:pt x="74001" y="11485"/>
                    <a:pt x="74351" y="11047"/>
                    <a:pt x="74940" y="10315"/>
                  </a:cubicBezTo>
                  <a:cubicBezTo>
                    <a:pt x="75512" y="9584"/>
                    <a:pt x="76324" y="8778"/>
                    <a:pt x="77342" y="7902"/>
                  </a:cubicBezTo>
                  <a:cubicBezTo>
                    <a:pt x="78345" y="7023"/>
                    <a:pt x="79506" y="6145"/>
                    <a:pt x="80827" y="5268"/>
                  </a:cubicBezTo>
                  <a:cubicBezTo>
                    <a:pt x="85759" y="1757"/>
                    <a:pt x="89100" y="0"/>
                    <a:pt x="90835" y="0"/>
                  </a:cubicBezTo>
                  <a:cubicBezTo>
                    <a:pt x="91423" y="0"/>
                    <a:pt x="91932" y="220"/>
                    <a:pt x="92362" y="659"/>
                  </a:cubicBezTo>
                  <a:cubicBezTo>
                    <a:pt x="92808" y="1098"/>
                    <a:pt x="93014" y="1464"/>
                    <a:pt x="93014" y="1757"/>
                  </a:cubicBezTo>
                  <a:cubicBezTo>
                    <a:pt x="93014" y="3072"/>
                    <a:pt x="88002" y="23921"/>
                    <a:pt x="77995" y="64302"/>
                  </a:cubicBezTo>
                  <a:cubicBezTo>
                    <a:pt x="67684" y="105853"/>
                    <a:pt x="62529" y="126922"/>
                    <a:pt x="62529" y="127507"/>
                  </a:cubicBezTo>
                  <a:cubicBezTo>
                    <a:pt x="62529" y="128677"/>
                    <a:pt x="65791" y="129336"/>
                    <a:pt x="72330" y="129482"/>
                  </a:cubicBezTo>
                  <a:lnTo>
                    <a:pt x="77772" y="129482"/>
                  </a:lnTo>
                  <a:cubicBezTo>
                    <a:pt x="78647" y="130653"/>
                    <a:pt x="79076" y="131310"/>
                    <a:pt x="79076" y="131457"/>
                  </a:cubicBezTo>
                  <a:cubicBezTo>
                    <a:pt x="79076" y="131603"/>
                    <a:pt x="78854" y="132921"/>
                    <a:pt x="78424" y="135407"/>
                  </a:cubicBezTo>
                  <a:cubicBezTo>
                    <a:pt x="77835" y="137309"/>
                    <a:pt x="77119" y="138700"/>
                    <a:pt x="76244" y="139578"/>
                  </a:cubicBezTo>
                  <a:lnTo>
                    <a:pt x="73412" y="139578"/>
                  </a:lnTo>
                  <a:cubicBezTo>
                    <a:pt x="68910" y="139285"/>
                    <a:pt x="61066" y="139139"/>
                    <a:pt x="49896" y="139139"/>
                  </a:cubicBezTo>
                  <a:cubicBezTo>
                    <a:pt x="45823" y="139139"/>
                    <a:pt x="42116" y="139139"/>
                    <a:pt x="38775" y="139139"/>
                  </a:cubicBezTo>
                  <a:cubicBezTo>
                    <a:pt x="35433" y="139139"/>
                    <a:pt x="32760" y="139139"/>
                    <a:pt x="30724" y="139139"/>
                  </a:cubicBezTo>
                  <a:cubicBezTo>
                    <a:pt x="28687" y="139139"/>
                    <a:pt x="27446" y="139212"/>
                    <a:pt x="27016" y="139358"/>
                  </a:cubicBezTo>
                  <a:cubicBezTo>
                    <a:pt x="24980" y="139358"/>
                    <a:pt x="23962" y="138773"/>
                    <a:pt x="23962" y="137602"/>
                  </a:cubicBezTo>
                  <a:cubicBezTo>
                    <a:pt x="23962" y="137163"/>
                    <a:pt x="24121" y="136066"/>
                    <a:pt x="24407" y="134310"/>
                  </a:cubicBezTo>
                  <a:cubicBezTo>
                    <a:pt x="24980" y="131969"/>
                    <a:pt x="25489" y="130580"/>
                    <a:pt x="25935" y="130141"/>
                  </a:cubicBezTo>
                  <a:cubicBezTo>
                    <a:pt x="26364" y="129702"/>
                    <a:pt x="27812" y="129482"/>
                    <a:pt x="30278" y="129482"/>
                  </a:cubicBezTo>
                  <a:cubicBezTo>
                    <a:pt x="37263" y="129482"/>
                    <a:pt x="41464" y="128970"/>
                    <a:pt x="42911" y="127947"/>
                  </a:cubicBezTo>
                  <a:cubicBezTo>
                    <a:pt x="44073" y="127215"/>
                    <a:pt x="46109" y="120777"/>
                    <a:pt x="49021" y="108633"/>
                  </a:cubicBezTo>
                  <a:cubicBezTo>
                    <a:pt x="51917" y="96489"/>
                    <a:pt x="53444" y="90271"/>
                    <a:pt x="53587" y="89980"/>
                  </a:cubicBezTo>
                  <a:cubicBezTo>
                    <a:pt x="53587" y="89834"/>
                    <a:pt x="53078" y="90053"/>
                    <a:pt x="52060" y="90637"/>
                  </a:cubicBezTo>
                  <a:cubicBezTo>
                    <a:pt x="45091" y="96343"/>
                    <a:pt x="37836" y="99196"/>
                    <a:pt x="30278" y="99196"/>
                  </a:cubicBezTo>
                  <a:cubicBezTo>
                    <a:pt x="22291" y="99196"/>
                    <a:pt x="15259" y="96270"/>
                    <a:pt x="9149" y="90418"/>
                  </a:cubicBezTo>
                  <a:cubicBezTo>
                    <a:pt x="3055" y="84565"/>
                    <a:pt x="0" y="75276"/>
                    <a:pt x="0" y="62547"/>
                  </a:cubicBezTo>
                  <a:close/>
                  <a:moveTo>
                    <a:pt x="69498" y="25459"/>
                  </a:moveTo>
                  <a:cubicBezTo>
                    <a:pt x="66157" y="13900"/>
                    <a:pt x="60716" y="8121"/>
                    <a:pt x="53158" y="8121"/>
                  </a:cubicBezTo>
                  <a:cubicBezTo>
                    <a:pt x="48066" y="8121"/>
                    <a:pt x="43214" y="10389"/>
                    <a:pt x="38568" y="14923"/>
                  </a:cubicBezTo>
                  <a:cubicBezTo>
                    <a:pt x="33922" y="19460"/>
                    <a:pt x="30278" y="25385"/>
                    <a:pt x="27669" y="32700"/>
                  </a:cubicBezTo>
                  <a:cubicBezTo>
                    <a:pt x="23452" y="44258"/>
                    <a:pt x="20477" y="56255"/>
                    <a:pt x="18743" y="68692"/>
                  </a:cubicBezTo>
                  <a:cubicBezTo>
                    <a:pt x="18743" y="69131"/>
                    <a:pt x="18743" y="69935"/>
                    <a:pt x="18743" y="71106"/>
                  </a:cubicBezTo>
                  <a:cubicBezTo>
                    <a:pt x="18743" y="72277"/>
                    <a:pt x="18663" y="73153"/>
                    <a:pt x="18520" y="73739"/>
                  </a:cubicBezTo>
                  <a:cubicBezTo>
                    <a:pt x="18520" y="80323"/>
                    <a:pt x="19825" y="84858"/>
                    <a:pt x="22450" y="87345"/>
                  </a:cubicBezTo>
                  <a:cubicBezTo>
                    <a:pt x="25059" y="89834"/>
                    <a:pt x="28178" y="91149"/>
                    <a:pt x="31806" y="91296"/>
                  </a:cubicBezTo>
                  <a:cubicBezTo>
                    <a:pt x="39649" y="91296"/>
                    <a:pt x="47716" y="86029"/>
                    <a:pt x="55990" y="75496"/>
                  </a:cubicBezTo>
                  <a:lnTo>
                    <a:pt x="57724" y="73080"/>
                  </a:lnTo>
                  <a:lnTo>
                    <a:pt x="69498" y="25459"/>
                  </a:lnTo>
                  <a:close/>
                </a:path>
              </a:pathLst>
            </a:custGeom>
            <a:solidFill>
              <a:srgbClr val="000000"/>
            </a:solidFill>
            <a:ln w="1591" cap="flat">
              <a:noFill/>
              <a:prstDash val="solid"/>
              <a:miter/>
            </a:ln>
          </p:spPr>
        </p:sp>
        <p:sp>
          <p:nvSpPr>
            <p:cNvPr id="78" name="任意形状 77">
              <a:extLst>
                <a:ext uri="{FF2B5EF4-FFF2-40B4-BE49-F238E27FC236}">
                  <a16:creationId xmlns:a16="http://schemas.microsoft.com/office/drawing/2014/main" id="{9CAA6410-E0FB-22D5-CB55-993D9300CE59}"/>
                </a:ext>
              </a:extLst>
            </p:cNvPr>
            <p:cNvSpPr/>
            <p:nvPr/>
          </p:nvSpPr>
          <p:spPr>
            <a:xfrm>
              <a:off x="7667850" y="3461374"/>
              <a:ext cx="61447" cy="103334"/>
            </a:xfrm>
            <a:custGeom>
              <a:avLst/>
              <a:gdLst>
                <a:gd name="csX0" fmla="*/ 9085 w 61447"/>
                <a:gd name="csY0" fmla="*/ 36772 h 103334"/>
                <a:gd name="csX1" fmla="*/ 2450 w 61447"/>
                <a:gd name="csY1" fmla="*/ 33979 h 103334"/>
                <a:gd name="csX2" fmla="*/ 0 w 61447"/>
                <a:gd name="csY2" fmla="*/ 27152 h 103334"/>
                <a:gd name="csX3" fmla="*/ 8162 w 61447"/>
                <a:gd name="csY3" fmla="*/ 8067 h 103334"/>
                <a:gd name="csX4" fmla="*/ 28480 w 61447"/>
                <a:gd name="csY4" fmla="*/ 0 h 103334"/>
                <a:gd name="csX5" fmla="*/ 51885 w 61447"/>
                <a:gd name="csY5" fmla="*/ 8688 h 103334"/>
                <a:gd name="csX6" fmla="*/ 61447 w 61447"/>
                <a:gd name="csY6" fmla="*/ 31187 h 103334"/>
                <a:gd name="csX7" fmla="*/ 58361 w 61447"/>
                <a:gd name="csY7" fmla="*/ 43910 h 103334"/>
                <a:gd name="csX8" fmla="*/ 50962 w 61447"/>
                <a:gd name="csY8" fmla="*/ 54461 h 103334"/>
                <a:gd name="csX9" fmla="*/ 38647 w 61447"/>
                <a:gd name="csY9" fmla="*/ 65942 h 103334"/>
                <a:gd name="csX10" fmla="*/ 23245 w 61447"/>
                <a:gd name="csY10" fmla="*/ 80217 h 103334"/>
                <a:gd name="csX11" fmla="*/ 14160 w 61447"/>
                <a:gd name="csY11" fmla="*/ 88906 h 103334"/>
                <a:gd name="csX12" fmla="*/ 25871 w 61447"/>
                <a:gd name="csY12" fmla="*/ 89060 h 103334"/>
                <a:gd name="csX13" fmla="*/ 51583 w 61447"/>
                <a:gd name="csY13" fmla="*/ 88285 h 103334"/>
                <a:gd name="csX14" fmla="*/ 55274 w 61447"/>
                <a:gd name="csY14" fmla="*/ 74476 h 103334"/>
                <a:gd name="csX15" fmla="*/ 55274 w 61447"/>
                <a:gd name="csY15" fmla="*/ 74010 h 103334"/>
                <a:gd name="csX16" fmla="*/ 61447 w 61447"/>
                <a:gd name="csY16" fmla="*/ 74010 h 103334"/>
                <a:gd name="csX17" fmla="*/ 61447 w 61447"/>
                <a:gd name="csY17" fmla="*/ 74476 h 103334"/>
                <a:gd name="csX18" fmla="*/ 59442 w 61447"/>
                <a:gd name="csY18" fmla="*/ 88596 h 103334"/>
                <a:gd name="csX19" fmla="*/ 57135 w 61447"/>
                <a:gd name="csY19" fmla="*/ 102870 h 103334"/>
                <a:gd name="csX20" fmla="*/ 57135 w 61447"/>
                <a:gd name="csY20" fmla="*/ 103335 h 103334"/>
                <a:gd name="csX21" fmla="*/ 0 w 61447"/>
                <a:gd name="csY21" fmla="*/ 103335 h 103334"/>
                <a:gd name="csX22" fmla="*/ 0 w 61447"/>
                <a:gd name="csY22" fmla="*/ 100388 h 103334"/>
                <a:gd name="csX23" fmla="*/ 0 w 61447"/>
                <a:gd name="csY23" fmla="*/ 98525 h 103334"/>
                <a:gd name="csX24" fmla="*/ 923 w 61447"/>
                <a:gd name="csY24" fmla="*/ 96198 h 103334"/>
                <a:gd name="csX25" fmla="*/ 5537 w 61447"/>
                <a:gd name="csY25" fmla="*/ 90768 h 103334"/>
                <a:gd name="csX26" fmla="*/ 13237 w 61447"/>
                <a:gd name="csY26" fmla="*/ 82078 h 103334"/>
                <a:gd name="csX27" fmla="*/ 18472 w 61447"/>
                <a:gd name="csY27" fmla="*/ 76337 h 103334"/>
                <a:gd name="csX28" fmla="*/ 23707 w 61447"/>
                <a:gd name="csY28" fmla="*/ 70597 h 103334"/>
                <a:gd name="csX29" fmla="*/ 28178 w 61447"/>
                <a:gd name="csY29" fmla="*/ 65476 h 103334"/>
                <a:gd name="csX30" fmla="*/ 32490 w 61447"/>
                <a:gd name="csY30" fmla="*/ 60201 h 103334"/>
                <a:gd name="csX31" fmla="*/ 36022 w 61447"/>
                <a:gd name="csY31" fmla="*/ 55546 h 103334"/>
                <a:gd name="csX32" fmla="*/ 39268 w 61447"/>
                <a:gd name="csY32" fmla="*/ 50581 h 103334"/>
                <a:gd name="csX33" fmla="*/ 41575 w 61447"/>
                <a:gd name="csY33" fmla="*/ 46082 h 103334"/>
                <a:gd name="csX34" fmla="*/ 43579 w 61447"/>
                <a:gd name="csY34" fmla="*/ 41117 h 103334"/>
                <a:gd name="csX35" fmla="*/ 44645 w 61447"/>
                <a:gd name="csY35" fmla="*/ 36461 h 103334"/>
                <a:gd name="csX36" fmla="*/ 45123 w 61447"/>
                <a:gd name="csY36" fmla="*/ 31341 h 103334"/>
                <a:gd name="csX37" fmla="*/ 39872 w 61447"/>
                <a:gd name="csY37" fmla="*/ 14429 h 103334"/>
                <a:gd name="csX38" fmla="*/ 24948 w 61447"/>
                <a:gd name="csY38" fmla="*/ 7292 h 103334"/>
                <a:gd name="csX39" fmla="*/ 16006 w 61447"/>
                <a:gd name="csY39" fmla="*/ 9930 h 103334"/>
                <a:gd name="csX40" fmla="*/ 10612 w 61447"/>
                <a:gd name="csY40" fmla="*/ 15049 h 103334"/>
                <a:gd name="csX41" fmla="*/ 9085 w 61447"/>
                <a:gd name="csY41" fmla="*/ 17998 h 103334"/>
                <a:gd name="csX42" fmla="*/ 9849 w 61447"/>
                <a:gd name="csY42" fmla="*/ 18154 h 103334"/>
                <a:gd name="csX43" fmla="*/ 15545 w 61447"/>
                <a:gd name="csY43" fmla="*/ 20325 h 103334"/>
                <a:gd name="csX44" fmla="*/ 18472 w 61447"/>
                <a:gd name="csY44" fmla="*/ 27462 h 103334"/>
                <a:gd name="csX45" fmla="*/ 16006 w 61447"/>
                <a:gd name="csY45" fmla="*/ 33979 h 103334"/>
                <a:gd name="csX46" fmla="*/ 9085 w 61447"/>
                <a:gd name="csY46" fmla="*/ 36772 h 103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1447" h="103334">
                  <a:moveTo>
                    <a:pt x="9085" y="36772"/>
                  </a:moveTo>
                  <a:cubicBezTo>
                    <a:pt x="6301" y="36772"/>
                    <a:pt x="4105" y="35841"/>
                    <a:pt x="2450" y="33979"/>
                  </a:cubicBezTo>
                  <a:cubicBezTo>
                    <a:pt x="811" y="32118"/>
                    <a:pt x="0" y="29842"/>
                    <a:pt x="0" y="27152"/>
                  </a:cubicBezTo>
                  <a:cubicBezTo>
                    <a:pt x="0" y="19808"/>
                    <a:pt x="2721" y="13447"/>
                    <a:pt x="8162" y="8067"/>
                  </a:cubicBezTo>
                  <a:cubicBezTo>
                    <a:pt x="13603" y="2689"/>
                    <a:pt x="20365" y="0"/>
                    <a:pt x="28480" y="0"/>
                  </a:cubicBezTo>
                  <a:cubicBezTo>
                    <a:pt x="37820" y="0"/>
                    <a:pt x="45632" y="2896"/>
                    <a:pt x="51885" y="8688"/>
                  </a:cubicBezTo>
                  <a:cubicBezTo>
                    <a:pt x="58153" y="14481"/>
                    <a:pt x="61336" y="21980"/>
                    <a:pt x="61447" y="31187"/>
                  </a:cubicBezTo>
                  <a:cubicBezTo>
                    <a:pt x="61447" y="35634"/>
                    <a:pt x="60413" y="39876"/>
                    <a:pt x="58361" y="43910"/>
                  </a:cubicBezTo>
                  <a:cubicBezTo>
                    <a:pt x="56308" y="47943"/>
                    <a:pt x="53842" y="51460"/>
                    <a:pt x="50962" y="54461"/>
                  </a:cubicBezTo>
                  <a:cubicBezTo>
                    <a:pt x="48098" y="57460"/>
                    <a:pt x="43993" y="61287"/>
                    <a:pt x="38647" y="65942"/>
                  </a:cubicBezTo>
                  <a:cubicBezTo>
                    <a:pt x="34956" y="69149"/>
                    <a:pt x="29817" y="73906"/>
                    <a:pt x="23245" y="80217"/>
                  </a:cubicBezTo>
                  <a:lnTo>
                    <a:pt x="14160" y="88906"/>
                  </a:lnTo>
                  <a:lnTo>
                    <a:pt x="25871" y="89060"/>
                  </a:lnTo>
                  <a:cubicBezTo>
                    <a:pt x="41988" y="89060"/>
                    <a:pt x="50564" y="88803"/>
                    <a:pt x="51583" y="88285"/>
                  </a:cubicBezTo>
                  <a:cubicBezTo>
                    <a:pt x="52298" y="88079"/>
                    <a:pt x="53540" y="83475"/>
                    <a:pt x="55274" y="74476"/>
                  </a:cubicBezTo>
                  <a:lnTo>
                    <a:pt x="55274" y="74010"/>
                  </a:lnTo>
                  <a:lnTo>
                    <a:pt x="61447" y="74010"/>
                  </a:lnTo>
                  <a:lnTo>
                    <a:pt x="61447" y="74476"/>
                  </a:lnTo>
                  <a:cubicBezTo>
                    <a:pt x="61336" y="74786"/>
                    <a:pt x="60667" y="79493"/>
                    <a:pt x="59442" y="88596"/>
                  </a:cubicBezTo>
                  <a:cubicBezTo>
                    <a:pt x="58201" y="97697"/>
                    <a:pt x="57438" y="102456"/>
                    <a:pt x="57135" y="102870"/>
                  </a:cubicBezTo>
                  <a:lnTo>
                    <a:pt x="57135" y="103335"/>
                  </a:lnTo>
                  <a:lnTo>
                    <a:pt x="0" y="103335"/>
                  </a:lnTo>
                  <a:lnTo>
                    <a:pt x="0" y="100388"/>
                  </a:lnTo>
                  <a:lnTo>
                    <a:pt x="0" y="98525"/>
                  </a:lnTo>
                  <a:cubicBezTo>
                    <a:pt x="0" y="97801"/>
                    <a:pt x="302" y="97026"/>
                    <a:pt x="923" y="96198"/>
                  </a:cubicBezTo>
                  <a:cubicBezTo>
                    <a:pt x="1527" y="95371"/>
                    <a:pt x="3071" y="93560"/>
                    <a:pt x="5537" y="90768"/>
                  </a:cubicBezTo>
                  <a:cubicBezTo>
                    <a:pt x="8512" y="87456"/>
                    <a:pt x="11074" y="84561"/>
                    <a:pt x="13237" y="82078"/>
                  </a:cubicBezTo>
                  <a:cubicBezTo>
                    <a:pt x="14160" y="81044"/>
                    <a:pt x="15911" y="79130"/>
                    <a:pt x="18472" y="76337"/>
                  </a:cubicBezTo>
                  <a:cubicBezTo>
                    <a:pt x="21034" y="73545"/>
                    <a:pt x="22784" y="71631"/>
                    <a:pt x="23707" y="70597"/>
                  </a:cubicBezTo>
                  <a:cubicBezTo>
                    <a:pt x="24630" y="69562"/>
                    <a:pt x="26125" y="67855"/>
                    <a:pt x="28178" y="65476"/>
                  </a:cubicBezTo>
                  <a:cubicBezTo>
                    <a:pt x="30230" y="63097"/>
                    <a:pt x="31662" y="61339"/>
                    <a:pt x="32490" y="60201"/>
                  </a:cubicBezTo>
                  <a:cubicBezTo>
                    <a:pt x="33301" y="59064"/>
                    <a:pt x="34494" y="57511"/>
                    <a:pt x="36022" y="55546"/>
                  </a:cubicBezTo>
                  <a:cubicBezTo>
                    <a:pt x="37565" y="53581"/>
                    <a:pt x="38647" y="51926"/>
                    <a:pt x="39268" y="50581"/>
                  </a:cubicBezTo>
                  <a:cubicBezTo>
                    <a:pt x="39872" y="49237"/>
                    <a:pt x="40652" y="47736"/>
                    <a:pt x="41575" y="46082"/>
                  </a:cubicBezTo>
                  <a:cubicBezTo>
                    <a:pt x="42498" y="44427"/>
                    <a:pt x="43166" y="42772"/>
                    <a:pt x="43579" y="41117"/>
                  </a:cubicBezTo>
                  <a:cubicBezTo>
                    <a:pt x="43993" y="39461"/>
                    <a:pt x="44343" y="37909"/>
                    <a:pt x="44645" y="36461"/>
                  </a:cubicBezTo>
                  <a:cubicBezTo>
                    <a:pt x="44964" y="35013"/>
                    <a:pt x="45123" y="33306"/>
                    <a:pt x="45123" y="31341"/>
                  </a:cubicBezTo>
                  <a:cubicBezTo>
                    <a:pt x="45123" y="24825"/>
                    <a:pt x="43373" y="19188"/>
                    <a:pt x="39872" y="14429"/>
                  </a:cubicBezTo>
                  <a:cubicBezTo>
                    <a:pt x="36388" y="9671"/>
                    <a:pt x="31408" y="7292"/>
                    <a:pt x="24948" y="7292"/>
                  </a:cubicBezTo>
                  <a:cubicBezTo>
                    <a:pt x="21559" y="7292"/>
                    <a:pt x="18584" y="8171"/>
                    <a:pt x="16006" y="9930"/>
                  </a:cubicBezTo>
                  <a:cubicBezTo>
                    <a:pt x="13445" y="11689"/>
                    <a:pt x="11646" y="13394"/>
                    <a:pt x="10612" y="15049"/>
                  </a:cubicBezTo>
                  <a:cubicBezTo>
                    <a:pt x="9594" y="16706"/>
                    <a:pt x="9085" y="17687"/>
                    <a:pt x="9085" y="17998"/>
                  </a:cubicBezTo>
                  <a:cubicBezTo>
                    <a:pt x="9085" y="18101"/>
                    <a:pt x="9339" y="18154"/>
                    <a:pt x="9849" y="18154"/>
                  </a:cubicBezTo>
                  <a:cubicBezTo>
                    <a:pt x="11694" y="18154"/>
                    <a:pt x="13603" y="18878"/>
                    <a:pt x="15545" y="20325"/>
                  </a:cubicBezTo>
                  <a:cubicBezTo>
                    <a:pt x="17502" y="21773"/>
                    <a:pt x="18472" y="24152"/>
                    <a:pt x="18472" y="27462"/>
                  </a:cubicBezTo>
                  <a:cubicBezTo>
                    <a:pt x="18472" y="30049"/>
                    <a:pt x="17645" y="32221"/>
                    <a:pt x="16006" y="33979"/>
                  </a:cubicBezTo>
                  <a:cubicBezTo>
                    <a:pt x="14367" y="35737"/>
                    <a:pt x="12060" y="36668"/>
                    <a:pt x="9085" y="36772"/>
                  </a:cubicBezTo>
                  <a:close/>
                </a:path>
              </a:pathLst>
            </a:custGeom>
            <a:solidFill>
              <a:srgbClr val="000000"/>
            </a:solidFill>
            <a:ln w="1591" cap="flat">
              <a:noFill/>
              <a:prstDash val="solid"/>
              <a:miter/>
            </a:ln>
          </p:spPr>
        </p:sp>
        <p:sp>
          <p:nvSpPr>
            <p:cNvPr id="79" name="任意形状 78">
              <a:extLst>
                <a:ext uri="{FF2B5EF4-FFF2-40B4-BE49-F238E27FC236}">
                  <a16:creationId xmlns:a16="http://schemas.microsoft.com/office/drawing/2014/main" id="{2901673D-33C3-10DB-1AA4-6EDE010D6647}"/>
                </a:ext>
              </a:extLst>
            </p:cNvPr>
            <p:cNvSpPr/>
            <p:nvPr/>
          </p:nvSpPr>
          <p:spPr>
            <a:xfrm>
              <a:off x="7473182" y="2849351"/>
              <a:ext cx="93014" cy="139576"/>
            </a:xfrm>
            <a:custGeom>
              <a:avLst/>
              <a:gdLst>
                <a:gd name="csX0" fmla="*/ 0 w 93014"/>
                <a:gd name="csY0" fmla="*/ 62545 h 139576"/>
                <a:gd name="csX1" fmla="*/ 16547 w 93014"/>
                <a:gd name="csY1" fmla="*/ 20410 h 139576"/>
                <a:gd name="csX2" fmla="*/ 53810 w 93014"/>
                <a:gd name="csY2" fmla="*/ 220 h 139576"/>
                <a:gd name="csX3" fmla="*/ 73842 w 93014"/>
                <a:gd name="csY3" fmla="*/ 11631 h 139576"/>
                <a:gd name="csX4" fmla="*/ 74924 w 93014"/>
                <a:gd name="csY4" fmla="*/ 10314 h 139576"/>
                <a:gd name="csX5" fmla="*/ 77326 w 93014"/>
                <a:gd name="csY5" fmla="*/ 7900 h 139576"/>
                <a:gd name="csX6" fmla="*/ 80811 w 93014"/>
                <a:gd name="csY6" fmla="*/ 5267 h 139576"/>
                <a:gd name="csX7" fmla="*/ 90835 w 93014"/>
                <a:gd name="csY7" fmla="*/ 0 h 139576"/>
                <a:gd name="csX8" fmla="*/ 92362 w 93014"/>
                <a:gd name="csY8" fmla="*/ 659 h 139576"/>
                <a:gd name="csX9" fmla="*/ 93014 w 93014"/>
                <a:gd name="csY9" fmla="*/ 1755 h 139576"/>
                <a:gd name="csX10" fmla="*/ 77979 w 93014"/>
                <a:gd name="csY10" fmla="*/ 64302 h 139576"/>
                <a:gd name="csX11" fmla="*/ 62513 w 93014"/>
                <a:gd name="csY11" fmla="*/ 127506 h 139576"/>
                <a:gd name="csX12" fmla="*/ 72314 w 93014"/>
                <a:gd name="csY12" fmla="*/ 129481 h 139576"/>
                <a:gd name="csX13" fmla="*/ 77756 w 93014"/>
                <a:gd name="csY13" fmla="*/ 129481 h 139576"/>
                <a:gd name="csX14" fmla="*/ 79076 w 93014"/>
                <a:gd name="csY14" fmla="*/ 131457 h 139576"/>
                <a:gd name="csX15" fmla="*/ 78424 w 93014"/>
                <a:gd name="csY15" fmla="*/ 135406 h 139576"/>
                <a:gd name="csX16" fmla="*/ 76244 w 93014"/>
                <a:gd name="csY16" fmla="*/ 139576 h 139576"/>
                <a:gd name="csX17" fmla="*/ 73412 w 93014"/>
                <a:gd name="csY17" fmla="*/ 139576 h 139576"/>
                <a:gd name="csX18" fmla="*/ 49880 w 93014"/>
                <a:gd name="csY18" fmla="*/ 139137 h 139576"/>
                <a:gd name="csX19" fmla="*/ 38775 w 93014"/>
                <a:gd name="csY19" fmla="*/ 139137 h 139576"/>
                <a:gd name="csX20" fmla="*/ 30708 w 93014"/>
                <a:gd name="csY20" fmla="*/ 139137 h 139576"/>
                <a:gd name="csX21" fmla="*/ 27016 w 93014"/>
                <a:gd name="csY21" fmla="*/ 139357 h 139576"/>
                <a:gd name="csX22" fmla="*/ 23962 w 93014"/>
                <a:gd name="csY22" fmla="*/ 137602 h 139576"/>
                <a:gd name="csX23" fmla="*/ 24391 w 93014"/>
                <a:gd name="csY23" fmla="*/ 134310 h 139576"/>
                <a:gd name="csX24" fmla="*/ 25919 w 93014"/>
                <a:gd name="csY24" fmla="*/ 130139 h 139576"/>
                <a:gd name="csX25" fmla="*/ 30278 w 93014"/>
                <a:gd name="csY25" fmla="*/ 129481 h 139576"/>
                <a:gd name="csX26" fmla="*/ 42911 w 93014"/>
                <a:gd name="csY26" fmla="*/ 127945 h 139576"/>
                <a:gd name="csX27" fmla="*/ 49005 w 93014"/>
                <a:gd name="csY27" fmla="*/ 108633 h 139576"/>
                <a:gd name="csX28" fmla="*/ 53587 w 93014"/>
                <a:gd name="csY28" fmla="*/ 89978 h 139576"/>
                <a:gd name="csX29" fmla="*/ 52060 w 93014"/>
                <a:gd name="csY29" fmla="*/ 90637 h 139576"/>
                <a:gd name="csX30" fmla="*/ 30278 w 93014"/>
                <a:gd name="csY30" fmla="*/ 99196 h 139576"/>
                <a:gd name="csX31" fmla="*/ 9149 w 93014"/>
                <a:gd name="csY31" fmla="*/ 90418 h 139576"/>
                <a:gd name="csX32" fmla="*/ 0 w 93014"/>
                <a:gd name="csY32" fmla="*/ 62545 h 139576"/>
                <a:gd name="csX33" fmla="*/ 69482 w 93014"/>
                <a:gd name="csY33" fmla="*/ 25457 h 139576"/>
                <a:gd name="csX34" fmla="*/ 53142 w 93014"/>
                <a:gd name="csY34" fmla="*/ 8120 h 139576"/>
                <a:gd name="csX35" fmla="*/ 38552 w 93014"/>
                <a:gd name="csY35" fmla="*/ 14923 h 139576"/>
                <a:gd name="csX36" fmla="*/ 27669 w 93014"/>
                <a:gd name="csY36" fmla="*/ 32700 h 139576"/>
                <a:gd name="csX37" fmla="*/ 18727 w 93014"/>
                <a:gd name="csY37" fmla="*/ 68690 h 139576"/>
                <a:gd name="csX38" fmla="*/ 18727 w 93014"/>
                <a:gd name="csY38" fmla="*/ 71104 h 139576"/>
                <a:gd name="csX39" fmla="*/ 18520 w 93014"/>
                <a:gd name="csY39" fmla="*/ 73739 h 139576"/>
                <a:gd name="csX40" fmla="*/ 22434 w 93014"/>
                <a:gd name="csY40" fmla="*/ 87345 h 139576"/>
                <a:gd name="csX41" fmla="*/ 31806 w 93014"/>
                <a:gd name="csY41" fmla="*/ 91296 h 139576"/>
                <a:gd name="csX42" fmla="*/ 55974 w 93014"/>
                <a:gd name="csY42" fmla="*/ 75494 h 139576"/>
                <a:gd name="csX43" fmla="*/ 57724 w 93014"/>
                <a:gd name="csY43" fmla="*/ 73080 h 139576"/>
                <a:gd name="csX44" fmla="*/ 69482 w 93014"/>
                <a:gd name="csY44" fmla="*/ 25457 h 139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3014" h="139576">
                  <a:moveTo>
                    <a:pt x="0" y="62545"/>
                  </a:moveTo>
                  <a:cubicBezTo>
                    <a:pt x="0" y="47768"/>
                    <a:pt x="5521" y="33723"/>
                    <a:pt x="16547" y="20410"/>
                  </a:cubicBezTo>
                  <a:cubicBezTo>
                    <a:pt x="27589" y="7095"/>
                    <a:pt x="39999" y="366"/>
                    <a:pt x="53810" y="220"/>
                  </a:cubicBezTo>
                  <a:cubicBezTo>
                    <a:pt x="62513" y="220"/>
                    <a:pt x="69196" y="4022"/>
                    <a:pt x="73842" y="11631"/>
                  </a:cubicBezTo>
                  <a:cubicBezTo>
                    <a:pt x="73985" y="11485"/>
                    <a:pt x="74351" y="11046"/>
                    <a:pt x="74924" y="10314"/>
                  </a:cubicBezTo>
                  <a:cubicBezTo>
                    <a:pt x="75512" y="9584"/>
                    <a:pt x="76308" y="8778"/>
                    <a:pt x="77326" y="7900"/>
                  </a:cubicBezTo>
                  <a:cubicBezTo>
                    <a:pt x="78345" y="7022"/>
                    <a:pt x="79506" y="6145"/>
                    <a:pt x="80811" y="5267"/>
                  </a:cubicBezTo>
                  <a:cubicBezTo>
                    <a:pt x="85743" y="1755"/>
                    <a:pt x="89084" y="0"/>
                    <a:pt x="90835" y="0"/>
                  </a:cubicBezTo>
                  <a:cubicBezTo>
                    <a:pt x="91407" y="0"/>
                    <a:pt x="91916" y="220"/>
                    <a:pt x="92362" y="659"/>
                  </a:cubicBezTo>
                  <a:cubicBezTo>
                    <a:pt x="92792" y="1096"/>
                    <a:pt x="93014" y="1462"/>
                    <a:pt x="93014" y="1755"/>
                  </a:cubicBezTo>
                  <a:cubicBezTo>
                    <a:pt x="93014" y="3073"/>
                    <a:pt x="88002" y="23922"/>
                    <a:pt x="77979" y="64302"/>
                  </a:cubicBezTo>
                  <a:cubicBezTo>
                    <a:pt x="67668" y="105853"/>
                    <a:pt x="62513" y="126920"/>
                    <a:pt x="62513" y="127506"/>
                  </a:cubicBezTo>
                  <a:cubicBezTo>
                    <a:pt x="62513" y="128677"/>
                    <a:pt x="65775" y="129336"/>
                    <a:pt x="72314" y="129481"/>
                  </a:cubicBezTo>
                  <a:lnTo>
                    <a:pt x="77756" y="129481"/>
                  </a:lnTo>
                  <a:cubicBezTo>
                    <a:pt x="78631" y="130652"/>
                    <a:pt x="79076" y="131310"/>
                    <a:pt x="79076" y="131457"/>
                  </a:cubicBezTo>
                  <a:cubicBezTo>
                    <a:pt x="79076" y="131603"/>
                    <a:pt x="78854" y="132919"/>
                    <a:pt x="78424" y="135406"/>
                  </a:cubicBezTo>
                  <a:cubicBezTo>
                    <a:pt x="77835" y="137309"/>
                    <a:pt x="77103" y="138698"/>
                    <a:pt x="76244" y="139576"/>
                  </a:cubicBezTo>
                  <a:lnTo>
                    <a:pt x="73412" y="139576"/>
                  </a:lnTo>
                  <a:cubicBezTo>
                    <a:pt x="68910" y="139284"/>
                    <a:pt x="61065" y="139137"/>
                    <a:pt x="49880" y="139137"/>
                  </a:cubicBezTo>
                  <a:cubicBezTo>
                    <a:pt x="45823" y="139137"/>
                    <a:pt x="42116" y="139137"/>
                    <a:pt x="38775" y="139137"/>
                  </a:cubicBezTo>
                  <a:cubicBezTo>
                    <a:pt x="35433" y="139137"/>
                    <a:pt x="32744" y="139137"/>
                    <a:pt x="30708" y="139137"/>
                  </a:cubicBezTo>
                  <a:cubicBezTo>
                    <a:pt x="28687" y="139137"/>
                    <a:pt x="27446" y="139210"/>
                    <a:pt x="27016" y="139357"/>
                  </a:cubicBezTo>
                  <a:cubicBezTo>
                    <a:pt x="24980" y="139357"/>
                    <a:pt x="23962" y="138771"/>
                    <a:pt x="23962" y="137602"/>
                  </a:cubicBezTo>
                  <a:cubicBezTo>
                    <a:pt x="23962" y="137163"/>
                    <a:pt x="24105" y="136065"/>
                    <a:pt x="24391" y="134310"/>
                  </a:cubicBezTo>
                  <a:cubicBezTo>
                    <a:pt x="24980" y="131969"/>
                    <a:pt x="25489" y="130578"/>
                    <a:pt x="25919" y="130139"/>
                  </a:cubicBezTo>
                  <a:cubicBezTo>
                    <a:pt x="26364" y="129700"/>
                    <a:pt x="27812" y="129481"/>
                    <a:pt x="30278" y="129481"/>
                  </a:cubicBezTo>
                  <a:cubicBezTo>
                    <a:pt x="37247" y="129481"/>
                    <a:pt x="41464" y="128970"/>
                    <a:pt x="42911" y="127945"/>
                  </a:cubicBezTo>
                  <a:cubicBezTo>
                    <a:pt x="44073" y="127213"/>
                    <a:pt x="46109" y="120775"/>
                    <a:pt x="49005" y="108633"/>
                  </a:cubicBezTo>
                  <a:cubicBezTo>
                    <a:pt x="51917" y="96489"/>
                    <a:pt x="53444" y="90271"/>
                    <a:pt x="53587" y="89978"/>
                  </a:cubicBezTo>
                  <a:cubicBezTo>
                    <a:pt x="53587" y="89832"/>
                    <a:pt x="53078" y="90052"/>
                    <a:pt x="52060" y="90637"/>
                  </a:cubicBezTo>
                  <a:cubicBezTo>
                    <a:pt x="45091" y="96343"/>
                    <a:pt x="37836" y="99196"/>
                    <a:pt x="30278" y="99196"/>
                  </a:cubicBezTo>
                  <a:cubicBezTo>
                    <a:pt x="22291" y="99196"/>
                    <a:pt x="15243" y="96270"/>
                    <a:pt x="9149" y="90418"/>
                  </a:cubicBezTo>
                  <a:cubicBezTo>
                    <a:pt x="3055" y="84565"/>
                    <a:pt x="0" y="75275"/>
                    <a:pt x="0" y="62545"/>
                  </a:cubicBezTo>
                  <a:close/>
                  <a:moveTo>
                    <a:pt x="69482" y="25457"/>
                  </a:moveTo>
                  <a:cubicBezTo>
                    <a:pt x="66141" y="13899"/>
                    <a:pt x="60699" y="8120"/>
                    <a:pt x="53142" y="8120"/>
                  </a:cubicBezTo>
                  <a:cubicBezTo>
                    <a:pt x="48066" y="8120"/>
                    <a:pt x="43198" y="10387"/>
                    <a:pt x="38552" y="14923"/>
                  </a:cubicBezTo>
                  <a:cubicBezTo>
                    <a:pt x="33906" y="19458"/>
                    <a:pt x="30278" y="25384"/>
                    <a:pt x="27669" y="32700"/>
                  </a:cubicBezTo>
                  <a:cubicBezTo>
                    <a:pt x="23452" y="44258"/>
                    <a:pt x="20477" y="56255"/>
                    <a:pt x="18727" y="68690"/>
                  </a:cubicBezTo>
                  <a:cubicBezTo>
                    <a:pt x="18727" y="69129"/>
                    <a:pt x="18727" y="69935"/>
                    <a:pt x="18727" y="71104"/>
                  </a:cubicBezTo>
                  <a:cubicBezTo>
                    <a:pt x="18727" y="72275"/>
                    <a:pt x="18663" y="73153"/>
                    <a:pt x="18520" y="73739"/>
                  </a:cubicBezTo>
                  <a:cubicBezTo>
                    <a:pt x="18520" y="80322"/>
                    <a:pt x="19825" y="84858"/>
                    <a:pt x="22434" y="87345"/>
                  </a:cubicBezTo>
                  <a:cubicBezTo>
                    <a:pt x="25044" y="89832"/>
                    <a:pt x="28178" y="91149"/>
                    <a:pt x="31806" y="91296"/>
                  </a:cubicBezTo>
                  <a:cubicBezTo>
                    <a:pt x="39649" y="91296"/>
                    <a:pt x="47700" y="86028"/>
                    <a:pt x="55974" y="75494"/>
                  </a:cubicBezTo>
                  <a:lnTo>
                    <a:pt x="57724" y="73080"/>
                  </a:lnTo>
                  <a:lnTo>
                    <a:pt x="69482" y="25457"/>
                  </a:lnTo>
                  <a:close/>
                </a:path>
              </a:pathLst>
            </a:custGeom>
            <a:solidFill>
              <a:srgbClr val="000000"/>
            </a:solidFill>
            <a:ln w="1591" cap="flat">
              <a:noFill/>
              <a:prstDash val="solid"/>
              <a:miter/>
            </a:ln>
          </p:spPr>
        </p:sp>
        <p:sp>
          <p:nvSpPr>
            <p:cNvPr id="80" name="任意形状 79">
              <a:extLst>
                <a:ext uri="{FF2B5EF4-FFF2-40B4-BE49-F238E27FC236}">
                  <a16:creationId xmlns:a16="http://schemas.microsoft.com/office/drawing/2014/main" id="{509C21B7-D5CD-E292-5CCC-25006AAA03FC}"/>
                </a:ext>
              </a:extLst>
            </p:cNvPr>
            <p:cNvSpPr/>
            <p:nvPr/>
          </p:nvSpPr>
          <p:spPr>
            <a:xfrm>
              <a:off x="7570842" y="2875932"/>
              <a:ext cx="61447" cy="103336"/>
            </a:xfrm>
            <a:custGeom>
              <a:avLst/>
              <a:gdLst>
                <a:gd name="csX0" fmla="*/ 9085 w 61447"/>
                <a:gd name="csY0" fmla="*/ 36773 h 103336"/>
                <a:gd name="csX1" fmla="*/ 2466 w 61447"/>
                <a:gd name="csY1" fmla="*/ 33979 h 103336"/>
                <a:gd name="csX2" fmla="*/ 0 w 61447"/>
                <a:gd name="csY2" fmla="*/ 27153 h 103336"/>
                <a:gd name="csX3" fmla="*/ 8162 w 61447"/>
                <a:gd name="csY3" fmla="*/ 8069 h 103336"/>
                <a:gd name="csX4" fmla="*/ 28496 w 61447"/>
                <a:gd name="csY4" fmla="*/ 0 h 103336"/>
                <a:gd name="csX5" fmla="*/ 51901 w 61447"/>
                <a:gd name="csY5" fmla="*/ 8689 h 103336"/>
                <a:gd name="csX6" fmla="*/ 61447 w 61447"/>
                <a:gd name="csY6" fmla="*/ 31187 h 103336"/>
                <a:gd name="csX7" fmla="*/ 58361 w 61447"/>
                <a:gd name="csY7" fmla="*/ 43910 h 103336"/>
                <a:gd name="csX8" fmla="*/ 50978 w 61447"/>
                <a:gd name="csY8" fmla="*/ 54461 h 103336"/>
                <a:gd name="csX9" fmla="*/ 38663 w 61447"/>
                <a:gd name="csY9" fmla="*/ 65942 h 103336"/>
                <a:gd name="csX10" fmla="*/ 23262 w 61447"/>
                <a:gd name="csY10" fmla="*/ 80217 h 103336"/>
                <a:gd name="csX11" fmla="*/ 14177 w 61447"/>
                <a:gd name="csY11" fmla="*/ 88906 h 103336"/>
                <a:gd name="csX12" fmla="*/ 25871 w 61447"/>
                <a:gd name="csY12" fmla="*/ 89062 h 103336"/>
                <a:gd name="csX13" fmla="*/ 51599 w 61447"/>
                <a:gd name="csY13" fmla="*/ 88285 h 103336"/>
                <a:gd name="csX14" fmla="*/ 55290 w 61447"/>
                <a:gd name="csY14" fmla="*/ 74476 h 103336"/>
                <a:gd name="csX15" fmla="*/ 55290 w 61447"/>
                <a:gd name="csY15" fmla="*/ 74011 h 103336"/>
                <a:gd name="csX16" fmla="*/ 61447 w 61447"/>
                <a:gd name="csY16" fmla="*/ 74011 h 103336"/>
                <a:gd name="csX17" fmla="*/ 61447 w 61447"/>
                <a:gd name="csY17" fmla="*/ 74476 h 103336"/>
                <a:gd name="csX18" fmla="*/ 59443 w 61447"/>
                <a:gd name="csY18" fmla="*/ 88596 h 103336"/>
                <a:gd name="csX19" fmla="*/ 57136 w 61447"/>
                <a:gd name="csY19" fmla="*/ 102870 h 103336"/>
                <a:gd name="csX20" fmla="*/ 57136 w 61447"/>
                <a:gd name="csY20" fmla="*/ 103336 h 103336"/>
                <a:gd name="csX21" fmla="*/ 0 w 61447"/>
                <a:gd name="csY21" fmla="*/ 103336 h 103336"/>
                <a:gd name="csX22" fmla="*/ 0 w 61447"/>
                <a:gd name="csY22" fmla="*/ 100388 h 103336"/>
                <a:gd name="csX23" fmla="*/ 0 w 61447"/>
                <a:gd name="csY23" fmla="*/ 98526 h 103336"/>
                <a:gd name="csX24" fmla="*/ 923 w 61447"/>
                <a:gd name="csY24" fmla="*/ 96198 h 103336"/>
                <a:gd name="csX25" fmla="*/ 5553 w 61447"/>
                <a:gd name="csY25" fmla="*/ 90768 h 103336"/>
                <a:gd name="csX26" fmla="*/ 13238 w 61447"/>
                <a:gd name="csY26" fmla="*/ 82078 h 103336"/>
                <a:gd name="csX27" fmla="*/ 18488 w 61447"/>
                <a:gd name="csY27" fmla="*/ 76337 h 103336"/>
                <a:gd name="csX28" fmla="*/ 23723 w 61447"/>
                <a:gd name="csY28" fmla="*/ 70597 h 103336"/>
                <a:gd name="csX29" fmla="*/ 28178 w 61447"/>
                <a:gd name="csY29" fmla="*/ 65478 h 103336"/>
                <a:gd name="csX30" fmla="*/ 32490 w 61447"/>
                <a:gd name="csY30" fmla="*/ 60201 h 103336"/>
                <a:gd name="csX31" fmla="*/ 36038 w 61447"/>
                <a:gd name="csY31" fmla="*/ 55547 h 103336"/>
                <a:gd name="csX32" fmla="*/ 39268 w 61447"/>
                <a:gd name="csY32" fmla="*/ 50581 h 103336"/>
                <a:gd name="csX33" fmla="*/ 41575 w 61447"/>
                <a:gd name="csY33" fmla="*/ 46082 h 103336"/>
                <a:gd name="csX34" fmla="*/ 43580 w 61447"/>
                <a:gd name="csY34" fmla="*/ 41117 h 103336"/>
                <a:gd name="csX35" fmla="*/ 44662 w 61447"/>
                <a:gd name="csY35" fmla="*/ 36463 h 103336"/>
                <a:gd name="csX36" fmla="*/ 45123 w 61447"/>
                <a:gd name="csY36" fmla="*/ 31343 h 103336"/>
                <a:gd name="csX37" fmla="*/ 39888 w 61447"/>
                <a:gd name="csY37" fmla="*/ 14430 h 103336"/>
                <a:gd name="csX38" fmla="*/ 24948 w 61447"/>
                <a:gd name="csY38" fmla="*/ 7292 h 103336"/>
                <a:gd name="csX39" fmla="*/ 16022 w 61447"/>
                <a:gd name="csY39" fmla="*/ 9930 h 103336"/>
                <a:gd name="csX40" fmla="*/ 10629 w 61447"/>
                <a:gd name="csY40" fmla="*/ 15051 h 103336"/>
                <a:gd name="csX41" fmla="*/ 9085 w 61447"/>
                <a:gd name="csY41" fmla="*/ 17999 h 103336"/>
                <a:gd name="csX42" fmla="*/ 9865 w 61447"/>
                <a:gd name="csY42" fmla="*/ 18154 h 103336"/>
                <a:gd name="csX43" fmla="*/ 15561 w 61447"/>
                <a:gd name="csY43" fmla="*/ 20325 h 103336"/>
                <a:gd name="csX44" fmla="*/ 18488 w 61447"/>
                <a:gd name="csY44" fmla="*/ 27463 h 103336"/>
                <a:gd name="csX45" fmla="*/ 16022 w 61447"/>
                <a:gd name="csY45" fmla="*/ 33979 h 103336"/>
                <a:gd name="csX46" fmla="*/ 9085 w 61447"/>
                <a:gd name="csY46" fmla="*/ 36773 h 1033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1447" h="103336">
                  <a:moveTo>
                    <a:pt x="9085" y="36773"/>
                  </a:moveTo>
                  <a:cubicBezTo>
                    <a:pt x="6317" y="36773"/>
                    <a:pt x="4105" y="35842"/>
                    <a:pt x="2466" y="33979"/>
                  </a:cubicBezTo>
                  <a:cubicBezTo>
                    <a:pt x="827" y="32118"/>
                    <a:pt x="0" y="29842"/>
                    <a:pt x="0" y="27153"/>
                  </a:cubicBezTo>
                  <a:cubicBezTo>
                    <a:pt x="0" y="19808"/>
                    <a:pt x="2721" y="13447"/>
                    <a:pt x="8162" y="8069"/>
                  </a:cubicBezTo>
                  <a:cubicBezTo>
                    <a:pt x="13604" y="2689"/>
                    <a:pt x="20382" y="0"/>
                    <a:pt x="28496" y="0"/>
                  </a:cubicBezTo>
                  <a:cubicBezTo>
                    <a:pt x="37836" y="0"/>
                    <a:pt x="45632" y="2896"/>
                    <a:pt x="51901" y="8689"/>
                  </a:cubicBezTo>
                  <a:cubicBezTo>
                    <a:pt x="58170" y="14481"/>
                    <a:pt x="61352" y="21980"/>
                    <a:pt x="61447" y="31187"/>
                  </a:cubicBezTo>
                  <a:cubicBezTo>
                    <a:pt x="61447" y="35636"/>
                    <a:pt x="60429" y="39876"/>
                    <a:pt x="58361" y="43910"/>
                  </a:cubicBezTo>
                  <a:cubicBezTo>
                    <a:pt x="56308" y="47945"/>
                    <a:pt x="53858" y="51461"/>
                    <a:pt x="50978" y="54461"/>
                  </a:cubicBezTo>
                  <a:cubicBezTo>
                    <a:pt x="48099" y="57460"/>
                    <a:pt x="43993" y="61288"/>
                    <a:pt x="38663" y="65942"/>
                  </a:cubicBezTo>
                  <a:cubicBezTo>
                    <a:pt x="34956" y="69149"/>
                    <a:pt x="29833" y="73908"/>
                    <a:pt x="23262" y="80217"/>
                  </a:cubicBezTo>
                  <a:lnTo>
                    <a:pt x="14177" y="88906"/>
                  </a:lnTo>
                  <a:lnTo>
                    <a:pt x="25871" y="89062"/>
                  </a:lnTo>
                  <a:cubicBezTo>
                    <a:pt x="41989" y="89062"/>
                    <a:pt x="50564" y="88803"/>
                    <a:pt x="51599" y="88285"/>
                  </a:cubicBezTo>
                  <a:cubicBezTo>
                    <a:pt x="52315" y="88079"/>
                    <a:pt x="53540" y="83475"/>
                    <a:pt x="55290" y="74476"/>
                  </a:cubicBezTo>
                  <a:lnTo>
                    <a:pt x="55290" y="74011"/>
                  </a:lnTo>
                  <a:lnTo>
                    <a:pt x="61447" y="74011"/>
                  </a:lnTo>
                  <a:lnTo>
                    <a:pt x="61447" y="74476"/>
                  </a:lnTo>
                  <a:cubicBezTo>
                    <a:pt x="61352" y="74786"/>
                    <a:pt x="60684" y="79493"/>
                    <a:pt x="59443" y="88596"/>
                  </a:cubicBezTo>
                  <a:cubicBezTo>
                    <a:pt x="58218" y="97699"/>
                    <a:pt x="57438" y="102456"/>
                    <a:pt x="57136" y="102870"/>
                  </a:cubicBezTo>
                  <a:lnTo>
                    <a:pt x="57136" y="103336"/>
                  </a:lnTo>
                  <a:lnTo>
                    <a:pt x="0" y="103336"/>
                  </a:lnTo>
                  <a:lnTo>
                    <a:pt x="0" y="100388"/>
                  </a:lnTo>
                  <a:lnTo>
                    <a:pt x="0" y="98526"/>
                  </a:lnTo>
                  <a:cubicBezTo>
                    <a:pt x="0" y="97802"/>
                    <a:pt x="303" y="97026"/>
                    <a:pt x="923" y="96198"/>
                  </a:cubicBezTo>
                  <a:cubicBezTo>
                    <a:pt x="1544" y="95371"/>
                    <a:pt x="3087" y="93560"/>
                    <a:pt x="5553" y="90768"/>
                  </a:cubicBezTo>
                  <a:cubicBezTo>
                    <a:pt x="8528" y="87458"/>
                    <a:pt x="11090" y="84562"/>
                    <a:pt x="13238" y="82078"/>
                  </a:cubicBezTo>
                  <a:cubicBezTo>
                    <a:pt x="14177" y="81044"/>
                    <a:pt x="15911" y="79131"/>
                    <a:pt x="18488" y="76337"/>
                  </a:cubicBezTo>
                  <a:cubicBezTo>
                    <a:pt x="21050" y="73545"/>
                    <a:pt x="22800" y="71632"/>
                    <a:pt x="23723" y="70597"/>
                  </a:cubicBezTo>
                  <a:cubicBezTo>
                    <a:pt x="24646" y="69562"/>
                    <a:pt x="26126" y="67857"/>
                    <a:pt x="28178" y="65478"/>
                  </a:cubicBezTo>
                  <a:cubicBezTo>
                    <a:pt x="30230" y="63097"/>
                    <a:pt x="31679" y="61339"/>
                    <a:pt x="32490" y="60201"/>
                  </a:cubicBezTo>
                  <a:cubicBezTo>
                    <a:pt x="33317" y="59064"/>
                    <a:pt x="34495" y="57512"/>
                    <a:pt x="36038" y="55547"/>
                  </a:cubicBezTo>
                  <a:cubicBezTo>
                    <a:pt x="37581" y="53582"/>
                    <a:pt x="38663" y="51926"/>
                    <a:pt x="39268" y="50581"/>
                  </a:cubicBezTo>
                  <a:cubicBezTo>
                    <a:pt x="39888" y="49237"/>
                    <a:pt x="40652" y="47738"/>
                    <a:pt x="41575" y="46082"/>
                  </a:cubicBezTo>
                  <a:cubicBezTo>
                    <a:pt x="42514" y="44427"/>
                    <a:pt x="43166" y="42772"/>
                    <a:pt x="43580" y="41117"/>
                  </a:cubicBezTo>
                  <a:cubicBezTo>
                    <a:pt x="43993" y="39462"/>
                    <a:pt x="44359" y="37911"/>
                    <a:pt x="44662" y="36463"/>
                  </a:cubicBezTo>
                  <a:cubicBezTo>
                    <a:pt x="44964" y="35015"/>
                    <a:pt x="45123" y="33308"/>
                    <a:pt x="45123" y="31343"/>
                  </a:cubicBezTo>
                  <a:cubicBezTo>
                    <a:pt x="45123" y="24825"/>
                    <a:pt x="43373" y="19188"/>
                    <a:pt x="39888" y="14430"/>
                  </a:cubicBezTo>
                  <a:cubicBezTo>
                    <a:pt x="36404" y="9671"/>
                    <a:pt x="31424" y="7292"/>
                    <a:pt x="24948" y="7292"/>
                  </a:cubicBezTo>
                  <a:cubicBezTo>
                    <a:pt x="21559" y="7292"/>
                    <a:pt x="18584" y="8172"/>
                    <a:pt x="16022" y="9930"/>
                  </a:cubicBezTo>
                  <a:cubicBezTo>
                    <a:pt x="13445" y="11689"/>
                    <a:pt x="11647" y="13396"/>
                    <a:pt x="10629" y="15051"/>
                  </a:cubicBezTo>
                  <a:cubicBezTo>
                    <a:pt x="9594" y="16706"/>
                    <a:pt x="9085" y="17689"/>
                    <a:pt x="9085" y="17999"/>
                  </a:cubicBezTo>
                  <a:cubicBezTo>
                    <a:pt x="9085" y="18103"/>
                    <a:pt x="9340" y="18154"/>
                    <a:pt x="9865" y="18154"/>
                  </a:cubicBezTo>
                  <a:cubicBezTo>
                    <a:pt x="11710" y="18154"/>
                    <a:pt x="13604" y="18878"/>
                    <a:pt x="15561" y="20325"/>
                  </a:cubicBezTo>
                  <a:cubicBezTo>
                    <a:pt x="17502" y="21773"/>
                    <a:pt x="18488" y="24154"/>
                    <a:pt x="18488" y="27463"/>
                  </a:cubicBezTo>
                  <a:cubicBezTo>
                    <a:pt x="18488" y="30049"/>
                    <a:pt x="17661" y="32221"/>
                    <a:pt x="16022" y="33979"/>
                  </a:cubicBezTo>
                  <a:cubicBezTo>
                    <a:pt x="14367" y="35739"/>
                    <a:pt x="12060" y="36670"/>
                    <a:pt x="9085" y="36773"/>
                  </a:cubicBezTo>
                  <a:close/>
                </a:path>
              </a:pathLst>
            </a:custGeom>
            <a:solidFill>
              <a:srgbClr val="000000"/>
            </a:solidFill>
            <a:ln w="1591" cap="flat">
              <a:noFill/>
              <a:prstDash val="solid"/>
              <a:miter/>
            </a:ln>
          </p:spPr>
        </p:sp>
        <p:sp>
          <p:nvSpPr>
            <p:cNvPr id="81" name="任意形状 80">
              <a:extLst>
                <a:ext uri="{FF2B5EF4-FFF2-40B4-BE49-F238E27FC236}">
                  <a16:creationId xmlns:a16="http://schemas.microsoft.com/office/drawing/2014/main" id="{47376A01-6F3F-20D2-E1F4-49A47144BEB7}"/>
                </a:ext>
              </a:extLst>
            </p:cNvPr>
            <p:cNvSpPr/>
            <p:nvPr/>
          </p:nvSpPr>
          <p:spPr>
            <a:xfrm>
              <a:off x="7514550" y="3369215"/>
              <a:ext cx="270482" cy="270496"/>
            </a:xfrm>
            <a:custGeom>
              <a:avLst/>
              <a:gdLst>
                <a:gd name="csX0" fmla="*/ 270483 w 270482"/>
                <a:gd name="csY0" fmla="*/ 135248 h 270496"/>
                <a:gd name="csX1" fmla="*/ 135241 w 270482"/>
                <a:gd name="csY1" fmla="*/ 270497 h 270496"/>
                <a:gd name="csX2" fmla="*/ 0 w 270482"/>
                <a:gd name="csY2" fmla="*/ 135248 h 270496"/>
                <a:gd name="csX3" fmla="*/ 135241 w 270482"/>
                <a:gd name="csY3" fmla="*/ 0 h 270496"/>
                <a:gd name="csX4" fmla="*/ 270483 w 270482"/>
                <a:gd name="csY4" fmla="*/ 135248 h 270496"/>
              </a:gdLst>
              <a:ahLst/>
              <a:cxnLst>
                <a:cxn ang="0">
                  <a:pos x="csX0" y="csY0"/>
                </a:cxn>
                <a:cxn ang="0">
                  <a:pos x="csX1" y="csY1"/>
                </a:cxn>
                <a:cxn ang="0">
                  <a:pos x="csX2" y="csY2"/>
                </a:cxn>
                <a:cxn ang="0">
                  <a:pos x="csX3" y="csY3"/>
                </a:cxn>
                <a:cxn ang="0">
                  <a:pos x="csX4" y="csY4"/>
                </a:cxn>
              </a:cxnLst>
              <a:rect l="l" t="t" r="r" b="b"/>
              <a:pathLst>
                <a:path w="270482" h="270496">
                  <a:moveTo>
                    <a:pt x="270483" y="135248"/>
                  </a:moveTo>
                  <a:cubicBezTo>
                    <a:pt x="270483" y="209944"/>
                    <a:pt x="209933" y="270497"/>
                    <a:pt x="135241" y="270497"/>
                  </a:cubicBezTo>
                  <a:cubicBezTo>
                    <a:pt x="60550" y="270497"/>
                    <a:pt x="0" y="209944"/>
                    <a:pt x="0" y="135248"/>
                  </a:cubicBezTo>
                  <a:cubicBezTo>
                    <a:pt x="0" y="60553"/>
                    <a:pt x="60550" y="0"/>
                    <a:pt x="135241" y="0"/>
                  </a:cubicBezTo>
                  <a:cubicBezTo>
                    <a:pt x="209933" y="0"/>
                    <a:pt x="270483" y="60553"/>
                    <a:pt x="270483" y="135248"/>
                  </a:cubicBezTo>
                  <a:close/>
                </a:path>
              </a:pathLst>
            </a:custGeom>
            <a:noFill/>
            <a:ln w="15911" cap="flat">
              <a:solidFill>
                <a:srgbClr val="000000"/>
              </a:solidFill>
              <a:prstDash val="solid"/>
              <a:miter/>
            </a:ln>
          </p:spPr>
        </p:sp>
        <p:sp>
          <p:nvSpPr>
            <p:cNvPr id="82" name="任意形状 81">
              <a:extLst>
                <a:ext uri="{FF2B5EF4-FFF2-40B4-BE49-F238E27FC236}">
                  <a16:creationId xmlns:a16="http://schemas.microsoft.com/office/drawing/2014/main" id="{C422ED75-3384-70B3-974A-14A3D0D5172D}"/>
                </a:ext>
              </a:extLst>
            </p:cNvPr>
            <p:cNvSpPr/>
            <p:nvPr/>
          </p:nvSpPr>
          <p:spPr>
            <a:xfrm>
              <a:off x="7008588" y="3434508"/>
              <a:ext cx="95034" cy="141557"/>
            </a:xfrm>
            <a:custGeom>
              <a:avLst/>
              <a:gdLst>
                <a:gd name="csX0" fmla="*/ 0 w 95034"/>
                <a:gd name="csY0" fmla="*/ 63433 h 141557"/>
                <a:gd name="csX1" fmla="*/ 16913 w 95034"/>
                <a:gd name="csY1" fmla="*/ 20699 h 141557"/>
                <a:gd name="csX2" fmla="*/ 54972 w 95034"/>
                <a:gd name="csY2" fmla="*/ 223 h 141557"/>
                <a:gd name="csX3" fmla="*/ 75449 w 95034"/>
                <a:gd name="csY3" fmla="*/ 11797 h 141557"/>
                <a:gd name="csX4" fmla="*/ 76563 w 95034"/>
                <a:gd name="csY4" fmla="*/ 10462 h 141557"/>
                <a:gd name="csX5" fmla="*/ 79013 w 95034"/>
                <a:gd name="csY5" fmla="*/ 8013 h 141557"/>
                <a:gd name="csX6" fmla="*/ 82577 w 95034"/>
                <a:gd name="csY6" fmla="*/ 5342 h 141557"/>
                <a:gd name="csX7" fmla="*/ 92808 w 95034"/>
                <a:gd name="csY7" fmla="*/ 0 h 141557"/>
                <a:gd name="csX8" fmla="*/ 94367 w 95034"/>
                <a:gd name="csY8" fmla="*/ 668 h 141557"/>
                <a:gd name="csX9" fmla="*/ 95035 w 95034"/>
                <a:gd name="csY9" fmla="*/ 1781 h 141557"/>
                <a:gd name="csX10" fmla="*/ 79681 w 95034"/>
                <a:gd name="csY10" fmla="*/ 65215 h 141557"/>
                <a:gd name="csX11" fmla="*/ 63881 w 95034"/>
                <a:gd name="csY11" fmla="*/ 129315 h 141557"/>
                <a:gd name="csX12" fmla="*/ 73889 w 95034"/>
                <a:gd name="csY12" fmla="*/ 131318 h 141557"/>
                <a:gd name="csX13" fmla="*/ 79458 w 95034"/>
                <a:gd name="csY13" fmla="*/ 131318 h 141557"/>
                <a:gd name="csX14" fmla="*/ 80795 w 95034"/>
                <a:gd name="csY14" fmla="*/ 133322 h 141557"/>
                <a:gd name="csX15" fmla="*/ 80127 w 95034"/>
                <a:gd name="csY15" fmla="*/ 137328 h 141557"/>
                <a:gd name="csX16" fmla="*/ 77899 w 95034"/>
                <a:gd name="csY16" fmla="*/ 141557 h 141557"/>
                <a:gd name="csX17" fmla="*/ 75003 w 95034"/>
                <a:gd name="csY17" fmla="*/ 141557 h 141557"/>
                <a:gd name="csX18" fmla="*/ 50962 w 95034"/>
                <a:gd name="csY18" fmla="*/ 141112 h 141557"/>
                <a:gd name="csX19" fmla="*/ 39618 w 95034"/>
                <a:gd name="csY19" fmla="*/ 141112 h 141557"/>
                <a:gd name="csX20" fmla="*/ 31376 w 95034"/>
                <a:gd name="csY20" fmla="*/ 141112 h 141557"/>
                <a:gd name="csX21" fmla="*/ 27605 w 95034"/>
                <a:gd name="csY21" fmla="*/ 141335 h 141557"/>
                <a:gd name="csX22" fmla="*/ 24486 w 95034"/>
                <a:gd name="csY22" fmla="*/ 139554 h 141557"/>
                <a:gd name="csX23" fmla="*/ 24932 w 95034"/>
                <a:gd name="csY23" fmla="*/ 136216 h 141557"/>
                <a:gd name="csX24" fmla="*/ 26491 w 95034"/>
                <a:gd name="csY24" fmla="*/ 131987 h 141557"/>
                <a:gd name="csX25" fmla="*/ 30930 w 95034"/>
                <a:gd name="csY25" fmla="*/ 131318 h 141557"/>
                <a:gd name="csX26" fmla="*/ 43850 w 95034"/>
                <a:gd name="csY26" fmla="*/ 129761 h 141557"/>
                <a:gd name="csX27" fmla="*/ 50071 w 95034"/>
                <a:gd name="csY27" fmla="*/ 110175 h 141557"/>
                <a:gd name="csX28" fmla="*/ 54749 w 95034"/>
                <a:gd name="csY28" fmla="*/ 91256 h 141557"/>
                <a:gd name="csX29" fmla="*/ 53190 w 95034"/>
                <a:gd name="csY29" fmla="*/ 91923 h 141557"/>
                <a:gd name="csX30" fmla="*/ 30930 w 95034"/>
                <a:gd name="csY30" fmla="*/ 100604 h 141557"/>
                <a:gd name="csX31" fmla="*/ 9355 w 95034"/>
                <a:gd name="csY31" fmla="*/ 91700 h 141557"/>
                <a:gd name="csX32" fmla="*/ 0 w 95034"/>
                <a:gd name="csY32" fmla="*/ 63433 h 141557"/>
                <a:gd name="csX33" fmla="*/ 70994 w 95034"/>
                <a:gd name="csY33" fmla="*/ 25818 h 141557"/>
                <a:gd name="csX34" fmla="*/ 54303 w 95034"/>
                <a:gd name="csY34" fmla="*/ 8236 h 141557"/>
                <a:gd name="csX35" fmla="*/ 39395 w 95034"/>
                <a:gd name="csY35" fmla="*/ 15135 h 141557"/>
                <a:gd name="csX36" fmla="*/ 28258 w 95034"/>
                <a:gd name="csY36" fmla="*/ 33165 h 141557"/>
                <a:gd name="csX37" fmla="*/ 19141 w 95034"/>
                <a:gd name="csY37" fmla="*/ 69666 h 141557"/>
                <a:gd name="csX38" fmla="*/ 19141 w 95034"/>
                <a:gd name="csY38" fmla="*/ 72114 h 141557"/>
                <a:gd name="csX39" fmla="*/ 18918 w 95034"/>
                <a:gd name="csY39" fmla="*/ 74784 h 141557"/>
                <a:gd name="csX40" fmla="*/ 22927 w 95034"/>
                <a:gd name="csY40" fmla="*/ 88585 h 141557"/>
                <a:gd name="csX41" fmla="*/ 32490 w 95034"/>
                <a:gd name="csY41" fmla="*/ 92591 h 141557"/>
                <a:gd name="csX42" fmla="*/ 57199 w 95034"/>
                <a:gd name="csY42" fmla="*/ 76567 h 141557"/>
                <a:gd name="csX43" fmla="*/ 58981 w 95034"/>
                <a:gd name="csY43" fmla="*/ 74118 h 141557"/>
                <a:gd name="csX44" fmla="*/ 70994 w 95034"/>
                <a:gd name="csY44" fmla="*/ 25818 h 1415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5034" h="141557">
                  <a:moveTo>
                    <a:pt x="0" y="63433"/>
                  </a:moveTo>
                  <a:cubicBezTo>
                    <a:pt x="0" y="48448"/>
                    <a:pt x="5632" y="34202"/>
                    <a:pt x="16913" y="20699"/>
                  </a:cubicBezTo>
                  <a:cubicBezTo>
                    <a:pt x="28194" y="7197"/>
                    <a:pt x="40875" y="371"/>
                    <a:pt x="54972" y="223"/>
                  </a:cubicBezTo>
                  <a:cubicBezTo>
                    <a:pt x="63881" y="223"/>
                    <a:pt x="70707" y="4081"/>
                    <a:pt x="75449" y="11797"/>
                  </a:cubicBezTo>
                  <a:cubicBezTo>
                    <a:pt x="75592" y="11649"/>
                    <a:pt x="75974" y="11203"/>
                    <a:pt x="76563" y="10462"/>
                  </a:cubicBezTo>
                  <a:cubicBezTo>
                    <a:pt x="77151" y="9719"/>
                    <a:pt x="77979" y="8903"/>
                    <a:pt x="79013" y="8013"/>
                  </a:cubicBezTo>
                  <a:cubicBezTo>
                    <a:pt x="80047" y="7122"/>
                    <a:pt x="81240" y="6233"/>
                    <a:pt x="82577" y="5342"/>
                  </a:cubicBezTo>
                  <a:cubicBezTo>
                    <a:pt x="87621" y="1781"/>
                    <a:pt x="91025" y="0"/>
                    <a:pt x="92808" y="0"/>
                  </a:cubicBezTo>
                  <a:cubicBezTo>
                    <a:pt x="93396" y="0"/>
                    <a:pt x="93921" y="223"/>
                    <a:pt x="94367" y="668"/>
                  </a:cubicBezTo>
                  <a:cubicBezTo>
                    <a:pt x="94812" y="1114"/>
                    <a:pt x="95035" y="1485"/>
                    <a:pt x="95035" y="1781"/>
                  </a:cubicBezTo>
                  <a:cubicBezTo>
                    <a:pt x="95035" y="3115"/>
                    <a:pt x="89912" y="24260"/>
                    <a:pt x="79681" y="65215"/>
                  </a:cubicBezTo>
                  <a:cubicBezTo>
                    <a:pt x="69148" y="107355"/>
                    <a:pt x="63881" y="128721"/>
                    <a:pt x="63881" y="129315"/>
                  </a:cubicBezTo>
                  <a:cubicBezTo>
                    <a:pt x="63881" y="130504"/>
                    <a:pt x="67207" y="131170"/>
                    <a:pt x="73889" y="131318"/>
                  </a:cubicBezTo>
                  <a:lnTo>
                    <a:pt x="79458" y="131318"/>
                  </a:lnTo>
                  <a:cubicBezTo>
                    <a:pt x="80349" y="132505"/>
                    <a:pt x="80795" y="133174"/>
                    <a:pt x="80795" y="133322"/>
                  </a:cubicBezTo>
                  <a:cubicBezTo>
                    <a:pt x="80795" y="133471"/>
                    <a:pt x="80572" y="134806"/>
                    <a:pt x="80127" y="137328"/>
                  </a:cubicBezTo>
                  <a:cubicBezTo>
                    <a:pt x="79522" y="139258"/>
                    <a:pt x="78790" y="140666"/>
                    <a:pt x="77899" y="141557"/>
                  </a:cubicBezTo>
                  <a:lnTo>
                    <a:pt x="75003" y="141557"/>
                  </a:lnTo>
                  <a:cubicBezTo>
                    <a:pt x="70405" y="141260"/>
                    <a:pt x="62386" y="141112"/>
                    <a:pt x="50962" y="141112"/>
                  </a:cubicBezTo>
                  <a:cubicBezTo>
                    <a:pt x="46809" y="141112"/>
                    <a:pt x="43023" y="141112"/>
                    <a:pt x="39618" y="141112"/>
                  </a:cubicBezTo>
                  <a:cubicBezTo>
                    <a:pt x="36197" y="141112"/>
                    <a:pt x="33460" y="141112"/>
                    <a:pt x="31376" y="141112"/>
                  </a:cubicBezTo>
                  <a:cubicBezTo>
                    <a:pt x="29307" y="141112"/>
                    <a:pt x="28050" y="141187"/>
                    <a:pt x="27605" y="141335"/>
                  </a:cubicBezTo>
                  <a:cubicBezTo>
                    <a:pt x="25521" y="141335"/>
                    <a:pt x="24486" y="140741"/>
                    <a:pt x="24486" y="139554"/>
                  </a:cubicBezTo>
                  <a:cubicBezTo>
                    <a:pt x="24486" y="139109"/>
                    <a:pt x="24630" y="137996"/>
                    <a:pt x="24932" y="136216"/>
                  </a:cubicBezTo>
                  <a:cubicBezTo>
                    <a:pt x="25521" y="133842"/>
                    <a:pt x="26046" y="132432"/>
                    <a:pt x="26491" y="131987"/>
                  </a:cubicBezTo>
                  <a:cubicBezTo>
                    <a:pt x="26937" y="131541"/>
                    <a:pt x="28417" y="131318"/>
                    <a:pt x="30930" y="131318"/>
                  </a:cubicBezTo>
                  <a:cubicBezTo>
                    <a:pt x="38058" y="131318"/>
                    <a:pt x="42355" y="130800"/>
                    <a:pt x="43850" y="129761"/>
                  </a:cubicBezTo>
                  <a:cubicBezTo>
                    <a:pt x="45027" y="129019"/>
                    <a:pt x="47112" y="122491"/>
                    <a:pt x="50071" y="110175"/>
                  </a:cubicBezTo>
                  <a:cubicBezTo>
                    <a:pt x="53047" y="97859"/>
                    <a:pt x="54606" y="91552"/>
                    <a:pt x="54749" y="91256"/>
                  </a:cubicBezTo>
                  <a:cubicBezTo>
                    <a:pt x="54749" y="91107"/>
                    <a:pt x="54224" y="91329"/>
                    <a:pt x="53190" y="91923"/>
                  </a:cubicBezTo>
                  <a:cubicBezTo>
                    <a:pt x="46077" y="97710"/>
                    <a:pt x="38647" y="100604"/>
                    <a:pt x="30930" y="100604"/>
                  </a:cubicBezTo>
                  <a:cubicBezTo>
                    <a:pt x="22768" y="100604"/>
                    <a:pt x="15577" y="97637"/>
                    <a:pt x="9355" y="91700"/>
                  </a:cubicBezTo>
                  <a:cubicBezTo>
                    <a:pt x="3118" y="85765"/>
                    <a:pt x="0" y="76344"/>
                    <a:pt x="0" y="63433"/>
                  </a:cubicBezTo>
                  <a:close/>
                  <a:moveTo>
                    <a:pt x="70994" y="25818"/>
                  </a:moveTo>
                  <a:cubicBezTo>
                    <a:pt x="67589" y="14096"/>
                    <a:pt x="62020" y="8236"/>
                    <a:pt x="54303" y="8236"/>
                  </a:cubicBezTo>
                  <a:cubicBezTo>
                    <a:pt x="49117" y="8236"/>
                    <a:pt x="44136" y="10535"/>
                    <a:pt x="39395" y="15135"/>
                  </a:cubicBezTo>
                  <a:cubicBezTo>
                    <a:pt x="34638" y="19735"/>
                    <a:pt x="30930" y="25745"/>
                    <a:pt x="28258" y="33165"/>
                  </a:cubicBezTo>
                  <a:cubicBezTo>
                    <a:pt x="23962" y="44887"/>
                    <a:pt x="20922" y="57054"/>
                    <a:pt x="19141" y="69666"/>
                  </a:cubicBezTo>
                  <a:cubicBezTo>
                    <a:pt x="19141" y="70111"/>
                    <a:pt x="19141" y="70928"/>
                    <a:pt x="19141" y="72114"/>
                  </a:cubicBezTo>
                  <a:cubicBezTo>
                    <a:pt x="19141" y="73302"/>
                    <a:pt x="19061" y="74191"/>
                    <a:pt x="18918" y="74784"/>
                  </a:cubicBezTo>
                  <a:cubicBezTo>
                    <a:pt x="18918" y="81463"/>
                    <a:pt x="20254" y="86063"/>
                    <a:pt x="22927" y="88585"/>
                  </a:cubicBezTo>
                  <a:cubicBezTo>
                    <a:pt x="25601" y="91107"/>
                    <a:pt x="28783" y="92443"/>
                    <a:pt x="32490" y="92591"/>
                  </a:cubicBezTo>
                  <a:cubicBezTo>
                    <a:pt x="40509" y="92591"/>
                    <a:pt x="48734" y="87250"/>
                    <a:pt x="57199" y="76567"/>
                  </a:cubicBezTo>
                  <a:lnTo>
                    <a:pt x="58981" y="74118"/>
                  </a:lnTo>
                  <a:lnTo>
                    <a:pt x="70994" y="25818"/>
                  </a:lnTo>
                  <a:close/>
                </a:path>
              </a:pathLst>
            </a:custGeom>
            <a:solidFill>
              <a:srgbClr val="000000"/>
            </a:solidFill>
            <a:ln w="1591" cap="flat">
              <a:noFill/>
              <a:prstDash val="solid"/>
              <a:miter/>
            </a:ln>
          </p:spPr>
        </p:sp>
        <p:sp>
          <p:nvSpPr>
            <p:cNvPr id="83" name="任意形状 82">
              <a:extLst>
                <a:ext uri="{FF2B5EF4-FFF2-40B4-BE49-F238E27FC236}">
                  <a16:creationId xmlns:a16="http://schemas.microsoft.com/office/drawing/2014/main" id="{0A3048D8-047E-E7C0-4AC6-C550CE6CAE33}"/>
                </a:ext>
              </a:extLst>
            </p:cNvPr>
            <p:cNvSpPr/>
            <p:nvPr/>
          </p:nvSpPr>
          <p:spPr>
            <a:xfrm>
              <a:off x="7113567" y="3461471"/>
              <a:ext cx="54128" cy="104801"/>
            </a:xfrm>
            <a:custGeom>
              <a:avLst/>
              <a:gdLst>
                <a:gd name="csX0" fmla="*/ 20461 w 54128"/>
                <a:gd name="csY0" fmla="*/ 13848 h 104801"/>
                <a:gd name="csX1" fmla="*/ 18409 w 54128"/>
                <a:gd name="csY1" fmla="*/ 14634 h 104801"/>
                <a:gd name="csX2" fmla="*/ 12124 w 54128"/>
                <a:gd name="csY2" fmla="*/ 16207 h 104801"/>
                <a:gd name="csX3" fmla="*/ 2991 w 54128"/>
                <a:gd name="csY3" fmla="*/ 17309 h 104801"/>
                <a:gd name="csX4" fmla="*/ 0 w 54128"/>
                <a:gd name="csY4" fmla="*/ 17309 h 104801"/>
                <a:gd name="csX5" fmla="*/ 0 w 54128"/>
                <a:gd name="csY5" fmla="*/ 10070 h 104801"/>
                <a:gd name="csX6" fmla="*/ 2991 w 54128"/>
                <a:gd name="csY6" fmla="*/ 10070 h 104801"/>
                <a:gd name="csX7" fmla="*/ 16674 w 54128"/>
                <a:gd name="csY7" fmla="*/ 7711 h 104801"/>
                <a:gd name="csX8" fmla="*/ 25489 w 54128"/>
                <a:gd name="csY8" fmla="*/ 3933 h 104801"/>
                <a:gd name="csX9" fmla="*/ 29896 w 54128"/>
                <a:gd name="csY9" fmla="*/ 471 h 104801"/>
                <a:gd name="csX10" fmla="*/ 31790 w 54128"/>
                <a:gd name="csY10" fmla="*/ 0 h 104801"/>
                <a:gd name="csX11" fmla="*/ 34463 w 54128"/>
                <a:gd name="csY11" fmla="*/ 943 h 104801"/>
                <a:gd name="csX12" fmla="*/ 34463 w 54128"/>
                <a:gd name="csY12" fmla="*/ 47994 h 104801"/>
                <a:gd name="csX13" fmla="*/ 34622 w 54128"/>
                <a:gd name="csY13" fmla="*/ 95202 h 104801"/>
                <a:gd name="csX14" fmla="*/ 36499 w 54128"/>
                <a:gd name="csY14" fmla="*/ 96618 h 104801"/>
                <a:gd name="csX15" fmla="*/ 40286 w 54128"/>
                <a:gd name="csY15" fmla="*/ 97248 h 104801"/>
                <a:gd name="csX16" fmla="*/ 50039 w 54128"/>
                <a:gd name="csY16" fmla="*/ 97562 h 104801"/>
                <a:gd name="csX17" fmla="*/ 54128 w 54128"/>
                <a:gd name="csY17" fmla="*/ 97562 h 104801"/>
                <a:gd name="csX18" fmla="*/ 54128 w 54128"/>
                <a:gd name="csY18" fmla="*/ 104802 h 104801"/>
                <a:gd name="csX19" fmla="*/ 52394 w 54128"/>
                <a:gd name="csY19" fmla="*/ 104802 h 104801"/>
                <a:gd name="csX20" fmla="*/ 27382 w 54128"/>
                <a:gd name="csY20" fmla="*/ 104329 h 104801"/>
                <a:gd name="csX21" fmla="*/ 2673 w 54128"/>
                <a:gd name="csY21" fmla="*/ 104802 h 104801"/>
                <a:gd name="csX22" fmla="*/ 780 w 54128"/>
                <a:gd name="csY22" fmla="*/ 104802 h 104801"/>
                <a:gd name="csX23" fmla="*/ 780 w 54128"/>
                <a:gd name="csY23" fmla="*/ 97562 h 104801"/>
                <a:gd name="csX24" fmla="*/ 4885 w 54128"/>
                <a:gd name="csY24" fmla="*/ 97562 h 104801"/>
                <a:gd name="csX25" fmla="*/ 10851 w 54128"/>
                <a:gd name="csY25" fmla="*/ 97562 h 104801"/>
                <a:gd name="csX26" fmla="*/ 14797 w 54128"/>
                <a:gd name="csY26" fmla="*/ 97406 h 104801"/>
                <a:gd name="csX27" fmla="*/ 17311 w 54128"/>
                <a:gd name="csY27" fmla="*/ 96933 h 104801"/>
                <a:gd name="csX28" fmla="*/ 18568 w 54128"/>
                <a:gd name="csY28" fmla="*/ 96618 h 104801"/>
                <a:gd name="csX29" fmla="*/ 19507 w 54128"/>
                <a:gd name="csY29" fmla="*/ 95832 h 104801"/>
                <a:gd name="csX30" fmla="*/ 20461 w 54128"/>
                <a:gd name="csY30" fmla="*/ 95202 h 104801"/>
                <a:gd name="csX31" fmla="*/ 20461 w 54128"/>
                <a:gd name="csY31" fmla="*/ 13848 h 104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4128" h="104801">
                  <a:moveTo>
                    <a:pt x="20461" y="13848"/>
                  </a:moveTo>
                  <a:lnTo>
                    <a:pt x="18409" y="14634"/>
                  </a:lnTo>
                  <a:cubicBezTo>
                    <a:pt x="16945" y="15159"/>
                    <a:pt x="14845" y="15682"/>
                    <a:pt x="12124" y="16207"/>
                  </a:cubicBezTo>
                  <a:cubicBezTo>
                    <a:pt x="9387" y="16733"/>
                    <a:pt x="6348" y="17099"/>
                    <a:pt x="2991" y="17309"/>
                  </a:cubicBezTo>
                  <a:lnTo>
                    <a:pt x="0" y="17309"/>
                  </a:lnTo>
                  <a:lnTo>
                    <a:pt x="0" y="10070"/>
                  </a:lnTo>
                  <a:lnTo>
                    <a:pt x="2991" y="10070"/>
                  </a:lnTo>
                  <a:cubicBezTo>
                    <a:pt x="7924" y="9860"/>
                    <a:pt x="12490" y="9074"/>
                    <a:pt x="16674" y="7711"/>
                  </a:cubicBezTo>
                  <a:cubicBezTo>
                    <a:pt x="20875" y="6345"/>
                    <a:pt x="23818" y="5087"/>
                    <a:pt x="25489" y="3933"/>
                  </a:cubicBezTo>
                  <a:cubicBezTo>
                    <a:pt x="27176" y="2780"/>
                    <a:pt x="28639" y="1626"/>
                    <a:pt x="29896" y="471"/>
                  </a:cubicBezTo>
                  <a:cubicBezTo>
                    <a:pt x="30103" y="158"/>
                    <a:pt x="30740" y="0"/>
                    <a:pt x="31790" y="0"/>
                  </a:cubicBezTo>
                  <a:cubicBezTo>
                    <a:pt x="32729" y="0"/>
                    <a:pt x="33620" y="313"/>
                    <a:pt x="34463" y="943"/>
                  </a:cubicBezTo>
                  <a:lnTo>
                    <a:pt x="34463" y="47994"/>
                  </a:lnTo>
                  <a:lnTo>
                    <a:pt x="34622" y="95202"/>
                  </a:lnTo>
                  <a:cubicBezTo>
                    <a:pt x="35354" y="95937"/>
                    <a:pt x="35974" y="96408"/>
                    <a:pt x="36499" y="96618"/>
                  </a:cubicBezTo>
                  <a:cubicBezTo>
                    <a:pt x="37024" y="96828"/>
                    <a:pt x="38297" y="97038"/>
                    <a:pt x="40286" y="97248"/>
                  </a:cubicBezTo>
                  <a:cubicBezTo>
                    <a:pt x="42275" y="97458"/>
                    <a:pt x="45521" y="97562"/>
                    <a:pt x="50039" y="97562"/>
                  </a:cubicBezTo>
                  <a:lnTo>
                    <a:pt x="54128" y="97562"/>
                  </a:lnTo>
                  <a:lnTo>
                    <a:pt x="54128" y="104802"/>
                  </a:lnTo>
                  <a:lnTo>
                    <a:pt x="52394" y="104802"/>
                  </a:lnTo>
                  <a:cubicBezTo>
                    <a:pt x="50198" y="104487"/>
                    <a:pt x="41861" y="104329"/>
                    <a:pt x="27382" y="104329"/>
                  </a:cubicBezTo>
                  <a:cubicBezTo>
                    <a:pt x="13110" y="104329"/>
                    <a:pt x="4885" y="104487"/>
                    <a:pt x="2673" y="104802"/>
                  </a:cubicBezTo>
                  <a:lnTo>
                    <a:pt x="780" y="104802"/>
                  </a:lnTo>
                  <a:lnTo>
                    <a:pt x="780" y="97562"/>
                  </a:lnTo>
                  <a:lnTo>
                    <a:pt x="4885" y="97562"/>
                  </a:lnTo>
                  <a:cubicBezTo>
                    <a:pt x="7192" y="97562"/>
                    <a:pt x="9181" y="97562"/>
                    <a:pt x="10851" y="97562"/>
                  </a:cubicBezTo>
                  <a:cubicBezTo>
                    <a:pt x="12538" y="97562"/>
                    <a:pt x="13842" y="97509"/>
                    <a:pt x="14797" y="97406"/>
                  </a:cubicBezTo>
                  <a:cubicBezTo>
                    <a:pt x="15736" y="97301"/>
                    <a:pt x="16579" y="97143"/>
                    <a:pt x="17311" y="96933"/>
                  </a:cubicBezTo>
                  <a:cubicBezTo>
                    <a:pt x="18043" y="96723"/>
                    <a:pt x="18457" y="96618"/>
                    <a:pt x="18568" y="96618"/>
                  </a:cubicBezTo>
                  <a:cubicBezTo>
                    <a:pt x="18679" y="96618"/>
                    <a:pt x="18981" y="96356"/>
                    <a:pt x="19507" y="95832"/>
                  </a:cubicBezTo>
                  <a:cubicBezTo>
                    <a:pt x="20032" y="95307"/>
                    <a:pt x="20350" y="95097"/>
                    <a:pt x="20461" y="95202"/>
                  </a:cubicBezTo>
                  <a:lnTo>
                    <a:pt x="20461" y="13848"/>
                  </a:lnTo>
                  <a:close/>
                </a:path>
              </a:pathLst>
            </a:custGeom>
            <a:solidFill>
              <a:srgbClr val="000000"/>
            </a:solidFill>
            <a:ln w="1591" cap="flat">
              <a:noFill/>
              <a:prstDash val="solid"/>
              <a:miter/>
            </a:ln>
          </p:spPr>
        </p:sp>
        <p:sp>
          <p:nvSpPr>
            <p:cNvPr id="84" name="任意形状 83">
              <a:extLst>
                <a:ext uri="{FF2B5EF4-FFF2-40B4-BE49-F238E27FC236}">
                  <a16:creationId xmlns:a16="http://schemas.microsoft.com/office/drawing/2014/main" id="{9A63939C-BE45-F9ED-A5B7-592D5A31438B}"/>
                </a:ext>
              </a:extLst>
            </p:cNvPr>
            <p:cNvSpPr/>
            <p:nvPr/>
          </p:nvSpPr>
          <p:spPr>
            <a:xfrm>
              <a:off x="7102462" y="2847315"/>
              <a:ext cx="95034" cy="141557"/>
            </a:xfrm>
            <a:custGeom>
              <a:avLst/>
              <a:gdLst>
                <a:gd name="csX0" fmla="*/ 0 w 95034"/>
                <a:gd name="csY0" fmla="*/ 63433 h 141557"/>
                <a:gd name="csX1" fmla="*/ 16913 w 95034"/>
                <a:gd name="csY1" fmla="*/ 20699 h 141557"/>
                <a:gd name="csX2" fmla="*/ 54972 w 95034"/>
                <a:gd name="csY2" fmla="*/ 223 h 141557"/>
                <a:gd name="csX3" fmla="*/ 75449 w 95034"/>
                <a:gd name="csY3" fmla="*/ 11797 h 141557"/>
                <a:gd name="csX4" fmla="*/ 76563 w 95034"/>
                <a:gd name="csY4" fmla="*/ 10460 h 141557"/>
                <a:gd name="csX5" fmla="*/ 79013 w 95034"/>
                <a:gd name="csY5" fmla="*/ 8013 h 141557"/>
                <a:gd name="csX6" fmla="*/ 82577 w 95034"/>
                <a:gd name="csY6" fmla="*/ 5342 h 141557"/>
                <a:gd name="csX7" fmla="*/ 92808 w 95034"/>
                <a:gd name="csY7" fmla="*/ 0 h 141557"/>
                <a:gd name="csX8" fmla="*/ 94367 w 95034"/>
                <a:gd name="csY8" fmla="*/ 668 h 141557"/>
                <a:gd name="csX9" fmla="*/ 95035 w 95034"/>
                <a:gd name="csY9" fmla="*/ 1780 h 141557"/>
                <a:gd name="csX10" fmla="*/ 79681 w 95034"/>
                <a:gd name="csY10" fmla="*/ 65214 h 141557"/>
                <a:gd name="csX11" fmla="*/ 63881 w 95034"/>
                <a:gd name="csY11" fmla="*/ 129315 h 141557"/>
                <a:gd name="csX12" fmla="*/ 73889 w 95034"/>
                <a:gd name="csY12" fmla="*/ 131318 h 141557"/>
                <a:gd name="csX13" fmla="*/ 79458 w 95034"/>
                <a:gd name="csY13" fmla="*/ 131318 h 141557"/>
                <a:gd name="csX14" fmla="*/ 80795 w 95034"/>
                <a:gd name="csY14" fmla="*/ 133322 h 141557"/>
                <a:gd name="csX15" fmla="*/ 80127 w 95034"/>
                <a:gd name="csY15" fmla="*/ 137328 h 141557"/>
                <a:gd name="csX16" fmla="*/ 77899 w 95034"/>
                <a:gd name="csY16" fmla="*/ 141557 h 141557"/>
                <a:gd name="csX17" fmla="*/ 75003 w 95034"/>
                <a:gd name="csY17" fmla="*/ 141557 h 141557"/>
                <a:gd name="csX18" fmla="*/ 50962 w 95034"/>
                <a:gd name="csY18" fmla="*/ 141112 h 141557"/>
                <a:gd name="csX19" fmla="*/ 39618 w 95034"/>
                <a:gd name="csY19" fmla="*/ 141112 h 141557"/>
                <a:gd name="csX20" fmla="*/ 31376 w 95034"/>
                <a:gd name="csY20" fmla="*/ 141112 h 141557"/>
                <a:gd name="csX21" fmla="*/ 27605 w 95034"/>
                <a:gd name="csY21" fmla="*/ 141335 h 141557"/>
                <a:gd name="csX22" fmla="*/ 24486 w 95034"/>
                <a:gd name="csY22" fmla="*/ 139554 h 141557"/>
                <a:gd name="csX23" fmla="*/ 24932 w 95034"/>
                <a:gd name="csY23" fmla="*/ 136216 h 141557"/>
                <a:gd name="csX24" fmla="*/ 26491 w 95034"/>
                <a:gd name="csY24" fmla="*/ 131987 h 141557"/>
                <a:gd name="csX25" fmla="*/ 30930 w 95034"/>
                <a:gd name="csY25" fmla="*/ 131318 h 141557"/>
                <a:gd name="csX26" fmla="*/ 43850 w 95034"/>
                <a:gd name="csY26" fmla="*/ 129761 h 141557"/>
                <a:gd name="csX27" fmla="*/ 50071 w 95034"/>
                <a:gd name="csY27" fmla="*/ 110175 h 141557"/>
                <a:gd name="csX28" fmla="*/ 54749 w 95034"/>
                <a:gd name="csY28" fmla="*/ 91256 h 141557"/>
                <a:gd name="csX29" fmla="*/ 53190 w 95034"/>
                <a:gd name="csY29" fmla="*/ 91923 h 141557"/>
                <a:gd name="csX30" fmla="*/ 30930 w 95034"/>
                <a:gd name="csY30" fmla="*/ 100604 h 141557"/>
                <a:gd name="csX31" fmla="*/ 9355 w 95034"/>
                <a:gd name="csY31" fmla="*/ 91700 h 141557"/>
                <a:gd name="csX32" fmla="*/ 0 w 95034"/>
                <a:gd name="csY32" fmla="*/ 63433 h 141557"/>
                <a:gd name="csX33" fmla="*/ 70994 w 95034"/>
                <a:gd name="csY33" fmla="*/ 25818 h 141557"/>
                <a:gd name="csX34" fmla="*/ 54303 w 95034"/>
                <a:gd name="csY34" fmla="*/ 8236 h 141557"/>
                <a:gd name="csX35" fmla="*/ 39395 w 95034"/>
                <a:gd name="csY35" fmla="*/ 15135 h 141557"/>
                <a:gd name="csX36" fmla="*/ 28258 w 95034"/>
                <a:gd name="csY36" fmla="*/ 33163 h 141557"/>
                <a:gd name="csX37" fmla="*/ 19141 w 95034"/>
                <a:gd name="csY37" fmla="*/ 69666 h 141557"/>
                <a:gd name="csX38" fmla="*/ 19141 w 95034"/>
                <a:gd name="csY38" fmla="*/ 72114 h 141557"/>
                <a:gd name="csX39" fmla="*/ 18918 w 95034"/>
                <a:gd name="csY39" fmla="*/ 74784 h 141557"/>
                <a:gd name="csX40" fmla="*/ 22927 w 95034"/>
                <a:gd name="csY40" fmla="*/ 88584 h 141557"/>
                <a:gd name="csX41" fmla="*/ 32490 w 95034"/>
                <a:gd name="csY41" fmla="*/ 92591 h 141557"/>
                <a:gd name="csX42" fmla="*/ 57199 w 95034"/>
                <a:gd name="csY42" fmla="*/ 76565 h 141557"/>
                <a:gd name="csX43" fmla="*/ 58981 w 95034"/>
                <a:gd name="csY43" fmla="*/ 74118 h 141557"/>
                <a:gd name="csX44" fmla="*/ 70994 w 95034"/>
                <a:gd name="csY44" fmla="*/ 25818 h 1415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5034" h="141557">
                  <a:moveTo>
                    <a:pt x="0" y="63433"/>
                  </a:moveTo>
                  <a:cubicBezTo>
                    <a:pt x="0" y="48448"/>
                    <a:pt x="5632" y="34202"/>
                    <a:pt x="16913" y="20699"/>
                  </a:cubicBezTo>
                  <a:cubicBezTo>
                    <a:pt x="28194" y="7197"/>
                    <a:pt x="40875" y="371"/>
                    <a:pt x="54972" y="223"/>
                  </a:cubicBezTo>
                  <a:cubicBezTo>
                    <a:pt x="63881" y="223"/>
                    <a:pt x="70707" y="4080"/>
                    <a:pt x="75449" y="11797"/>
                  </a:cubicBezTo>
                  <a:cubicBezTo>
                    <a:pt x="75592" y="11647"/>
                    <a:pt x="75974" y="11203"/>
                    <a:pt x="76563" y="10460"/>
                  </a:cubicBezTo>
                  <a:cubicBezTo>
                    <a:pt x="77151" y="9719"/>
                    <a:pt x="77979" y="8902"/>
                    <a:pt x="79013" y="8013"/>
                  </a:cubicBezTo>
                  <a:cubicBezTo>
                    <a:pt x="80047" y="7122"/>
                    <a:pt x="81240" y="6233"/>
                    <a:pt x="82577" y="5342"/>
                  </a:cubicBezTo>
                  <a:cubicBezTo>
                    <a:pt x="87621" y="1780"/>
                    <a:pt x="91025" y="0"/>
                    <a:pt x="92808" y="0"/>
                  </a:cubicBezTo>
                  <a:cubicBezTo>
                    <a:pt x="93396" y="0"/>
                    <a:pt x="93921" y="223"/>
                    <a:pt x="94367" y="668"/>
                  </a:cubicBezTo>
                  <a:cubicBezTo>
                    <a:pt x="94812" y="1112"/>
                    <a:pt x="95035" y="1485"/>
                    <a:pt x="95035" y="1780"/>
                  </a:cubicBezTo>
                  <a:cubicBezTo>
                    <a:pt x="95035" y="3115"/>
                    <a:pt x="89912" y="24260"/>
                    <a:pt x="79681" y="65214"/>
                  </a:cubicBezTo>
                  <a:cubicBezTo>
                    <a:pt x="69148" y="107355"/>
                    <a:pt x="63881" y="128721"/>
                    <a:pt x="63881" y="129315"/>
                  </a:cubicBezTo>
                  <a:cubicBezTo>
                    <a:pt x="63881" y="130502"/>
                    <a:pt x="67207" y="131170"/>
                    <a:pt x="73889" y="131318"/>
                  </a:cubicBezTo>
                  <a:lnTo>
                    <a:pt x="79458" y="131318"/>
                  </a:lnTo>
                  <a:cubicBezTo>
                    <a:pt x="80349" y="132505"/>
                    <a:pt x="80795" y="133174"/>
                    <a:pt x="80795" y="133322"/>
                  </a:cubicBezTo>
                  <a:cubicBezTo>
                    <a:pt x="80795" y="133470"/>
                    <a:pt x="80572" y="134806"/>
                    <a:pt x="80127" y="137328"/>
                  </a:cubicBezTo>
                  <a:cubicBezTo>
                    <a:pt x="79522" y="139257"/>
                    <a:pt x="78790" y="140666"/>
                    <a:pt x="77899" y="141557"/>
                  </a:cubicBezTo>
                  <a:lnTo>
                    <a:pt x="75003" y="141557"/>
                  </a:lnTo>
                  <a:cubicBezTo>
                    <a:pt x="70405" y="141260"/>
                    <a:pt x="62386" y="141112"/>
                    <a:pt x="50962" y="141112"/>
                  </a:cubicBezTo>
                  <a:cubicBezTo>
                    <a:pt x="46809" y="141112"/>
                    <a:pt x="43023" y="141112"/>
                    <a:pt x="39618" y="141112"/>
                  </a:cubicBezTo>
                  <a:cubicBezTo>
                    <a:pt x="36197" y="141112"/>
                    <a:pt x="33460" y="141112"/>
                    <a:pt x="31376" y="141112"/>
                  </a:cubicBezTo>
                  <a:cubicBezTo>
                    <a:pt x="29307" y="141112"/>
                    <a:pt x="28050" y="141187"/>
                    <a:pt x="27605" y="141335"/>
                  </a:cubicBezTo>
                  <a:cubicBezTo>
                    <a:pt x="25521" y="141335"/>
                    <a:pt x="24486" y="140741"/>
                    <a:pt x="24486" y="139554"/>
                  </a:cubicBezTo>
                  <a:cubicBezTo>
                    <a:pt x="24486" y="139109"/>
                    <a:pt x="24630" y="137996"/>
                    <a:pt x="24932" y="136216"/>
                  </a:cubicBezTo>
                  <a:cubicBezTo>
                    <a:pt x="25521" y="133842"/>
                    <a:pt x="26046" y="132432"/>
                    <a:pt x="26491" y="131987"/>
                  </a:cubicBezTo>
                  <a:cubicBezTo>
                    <a:pt x="26937" y="131541"/>
                    <a:pt x="28417" y="131318"/>
                    <a:pt x="30930" y="131318"/>
                  </a:cubicBezTo>
                  <a:cubicBezTo>
                    <a:pt x="38058" y="131318"/>
                    <a:pt x="42355" y="130800"/>
                    <a:pt x="43850" y="129761"/>
                  </a:cubicBezTo>
                  <a:cubicBezTo>
                    <a:pt x="45027" y="129019"/>
                    <a:pt x="47112" y="122491"/>
                    <a:pt x="50071" y="110175"/>
                  </a:cubicBezTo>
                  <a:cubicBezTo>
                    <a:pt x="53047" y="97858"/>
                    <a:pt x="54606" y="91552"/>
                    <a:pt x="54749" y="91256"/>
                  </a:cubicBezTo>
                  <a:cubicBezTo>
                    <a:pt x="54749" y="91107"/>
                    <a:pt x="54224" y="91329"/>
                    <a:pt x="53190" y="91923"/>
                  </a:cubicBezTo>
                  <a:cubicBezTo>
                    <a:pt x="46077" y="97710"/>
                    <a:pt x="38647" y="100604"/>
                    <a:pt x="30930" y="100604"/>
                  </a:cubicBezTo>
                  <a:cubicBezTo>
                    <a:pt x="22768" y="100604"/>
                    <a:pt x="15577" y="97635"/>
                    <a:pt x="9355" y="91700"/>
                  </a:cubicBezTo>
                  <a:cubicBezTo>
                    <a:pt x="3118" y="85765"/>
                    <a:pt x="0" y="76342"/>
                    <a:pt x="0" y="63433"/>
                  </a:cubicBezTo>
                  <a:close/>
                  <a:moveTo>
                    <a:pt x="70994" y="25818"/>
                  </a:moveTo>
                  <a:cubicBezTo>
                    <a:pt x="67589" y="14096"/>
                    <a:pt x="62020" y="8236"/>
                    <a:pt x="54303" y="8236"/>
                  </a:cubicBezTo>
                  <a:cubicBezTo>
                    <a:pt x="49117" y="8236"/>
                    <a:pt x="44136" y="10535"/>
                    <a:pt x="39395" y="15135"/>
                  </a:cubicBezTo>
                  <a:cubicBezTo>
                    <a:pt x="34638" y="19735"/>
                    <a:pt x="30930" y="25745"/>
                    <a:pt x="28258" y="33163"/>
                  </a:cubicBezTo>
                  <a:cubicBezTo>
                    <a:pt x="23962" y="44887"/>
                    <a:pt x="20922" y="57053"/>
                    <a:pt x="19141" y="69666"/>
                  </a:cubicBezTo>
                  <a:cubicBezTo>
                    <a:pt x="19141" y="70111"/>
                    <a:pt x="19141" y="70927"/>
                    <a:pt x="19141" y="72114"/>
                  </a:cubicBezTo>
                  <a:cubicBezTo>
                    <a:pt x="19141" y="73301"/>
                    <a:pt x="19061" y="74191"/>
                    <a:pt x="18918" y="74784"/>
                  </a:cubicBezTo>
                  <a:cubicBezTo>
                    <a:pt x="18918" y="81463"/>
                    <a:pt x="20254" y="86063"/>
                    <a:pt x="22927" y="88584"/>
                  </a:cubicBezTo>
                  <a:cubicBezTo>
                    <a:pt x="25601" y="91107"/>
                    <a:pt x="28783" y="92443"/>
                    <a:pt x="32490" y="92591"/>
                  </a:cubicBezTo>
                  <a:cubicBezTo>
                    <a:pt x="40509" y="92591"/>
                    <a:pt x="48734" y="87250"/>
                    <a:pt x="57199" y="76565"/>
                  </a:cubicBezTo>
                  <a:lnTo>
                    <a:pt x="58981" y="74118"/>
                  </a:lnTo>
                  <a:lnTo>
                    <a:pt x="70994" y="25818"/>
                  </a:lnTo>
                  <a:close/>
                </a:path>
              </a:pathLst>
            </a:custGeom>
            <a:solidFill>
              <a:srgbClr val="000000"/>
            </a:solidFill>
            <a:ln w="1591" cap="flat">
              <a:noFill/>
              <a:prstDash val="solid"/>
              <a:miter/>
            </a:ln>
          </p:spPr>
        </p:sp>
        <p:sp>
          <p:nvSpPr>
            <p:cNvPr id="85" name="任意形状 84">
              <a:extLst>
                <a:ext uri="{FF2B5EF4-FFF2-40B4-BE49-F238E27FC236}">
                  <a16:creationId xmlns:a16="http://schemas.microsoft.com/office/drawing/2014/main" id="{6B77E43A-A671-040B-9E50-297CCDA6EC0D}"/>
                </a:ext>
              </a:extLst>
            </p:cNvPr>
            <p:cNvSpPr/>
            <p:nvPr/>
          </p:nvSpPr>
          <p:spPr>
            <a:xfrm>
              <a:off x="7207441" y="2874277"/>
              <a:ext cx="54128" cy="104803"/>
            </a:xfrm>
            <a:custGeom>
              <a:avLst/>
              <a:gdLst>
                <a:gd name="csX0" fmla="*/ 20461 w 54128"/>
                <a:gd name="csY0" fmla="*/ 13848 h 104803"/>
                <a:gd name="csX1" fmla="*/ 18409 w 54128"/>
                <a:gd name="csY1" fmla="*/ 14635 h 104803"/>
                <a:gd name="csX2" fmla="*/ 12124 w 54128"/>
                <a:gd name="csY2" fmla="*/ 16209 h 104803"/>
                <a:gd name="csX3" fmla="*/ 2991 w 54128"/>
                <a:gd name="csY3" fmla="*/ 17310 h 104803"/>
                <a:gd name="csX4" fmla="*/ 0 w 54128"/>
                <a:gd name="csY4" fmla="*/ 17310 h 104803"/>
                <a:gd name="csX5" fmla="*/ 0 w 54128"/>
                <a:gd name="csY5" fmla="*/ 10072 h 104803"/>
                <a:gd name="csX6" fmla="*/ 2991 w 54128"/>
                <a:gd name="csY6" fmla="*/ 10072 h 104803"/>
                <a:gd name="csX7" fmla="*/ 16674 w 54128"/>
                <a:gd name="csY7" fmla="*/ 7711 h 104803"/>
                <a:gd name="csX8" fmla="*/ 25489 w 54128"/>
                <a:gd name="csY8" fmla="*/ 3935 h 104803"/>
                <a:gd name="csX9" fmla="*/ 29896 w 54128"/>
                <a:gd name="csY9" fmla="*/ 473 h 104803"/>
                <a:gd name="csX10" fmla="*/ 31790 w 54128"/>
                <a:gd name="csY10" fmla="*/ 0 h 104803"/>
                <a:gd name="csX11" fmla="*/ 34463 w 54128"/>
                <a:gd name="csY11" fmla="*/ 945 h 104803"/>
                <a:gd name="csX12" fmla="*/ 34463 w 54128"/>
                <a:gd name="csY12" fmla="*/ 47996 h 104803"/>
                <a:gd name="csX13" fmla="*/ 34622 w 54128"/>
                <a:gd name="csY13" fmla="*/ 95204 h 104803"/>
                <a:gd name="csX14" fmla="*/ 36499 w 54128"/>
                <a:gd name="csY14" fmla="*/ 96620 h 104803"/>
                <a:gd name="csX15" fmla="*/ 40286 w 54128"/>
                <a:gd name="csY15" fmla="*/ 97250 h 104803"/>
                <a:gd name="csX16" fmla="*/ 50039 w 54128"/>
                <a:gd name="csY16" fmla="*/ 97563 h 104803"/>
                <a:gd name="csX17" fmla="*/ 54128 w 54128"/>
                <a:gd name="csY17" fmla="*/ 97563 h 104803"/>
                <a:gd name="csX18" fmla="*/ 54128 w 54128"/>
                <a:gd name="csY18" fmla="*/ 104803 h 104803"/>
                <a:gd name="csX19" fmla="*/ 52394 w 54128"/>
                <a:gd name="csY19" fmla="*/ 104803 h 104803"/>
                <a:gd name="csX20" fmla="*/ 27382 w 54128"/>
                <a:gd name="csY20" fmla="*/ 104331 h 104803"/>
                <a:gd name="csX21" fmla="*/ 2673 w 54128"/>
                <a:gd name="csY21" fmla="*/ 104803 h 104803"/>
                <a:gd name="csX22" fmla="*/ 780 w 54128"/>
                <a:gd name="csY22" fmla="*/ 104803 h 104803"/>
                <a:gd name="csX23" fmla="*/ 780 w 54128"/>
                <a:gd name="csY23" fmla="*/ 97563 h 104803"/>
                <a:gd name="csX24" fmla="*/ 4885 w 54128"/>
                <a:gd name="csY24" fmla="*/ 97563 h 104803"/>
                <a:gd name="csX25" fmla="*/ 10851 w 54128"/>
                <a:gd name="csY25" fmla="*/ 97563 h 104803"/>
                <a:gd name="csX26" fmla="*/ 14797 w 54128"/>
                <a:gd name="csY26" fmla="*/ 97406 h 104803"/>
                <a:gd name="csX27" fmla="*/ 17311 w 54128"/>
                <a:gd name="csY27" fmla="*/ 96935 h 104803"/>
                <a:gd name="csX28" fmla="*/ 18568 w 54128"/>
                <a:gd name="csY28" fmla="*/ 96620 h 104803"/>
                <a:gd name="csX29" fmla="*/ 19507 w 54128"/>
                <a:gd name="csY29" fmla="*/ 95832 h 104803"/>
                <a:gd name="csX30" fmla="*/ 20461 w 54128"/>
                <a:gd name="csY30" fmla="*/ 95204 h 104803"/>
                <a:gd name="csX31" fmla="*/ 20461 w 54128"/>
                <a:gd name="csY31" fmla="*/ 13848 h 1048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4128" h="104803">
                  <a:moveTo>
                    <a:pt x="20461" y="13848"/>
                  </a:moveTo>
                  <a:lnTo>
                    <a:pt x="18409" y="14635"/>
                  </a:lnTo>
                  <a:cubicBezTo>
                    <a:pt x="16945" y="15161"/>
                    <a:pt x="14845" y="15684"/>
                    <a:pt x="12124" y="16209"/>
                  </a:cubicBezTo>
                  <a:cubicBezTo>
                    <a:pt x="9387" y="16733"/>
                    <a:pt x="6348" y="17100"/>
                    <a:pt x="2991" y="17310"/>
                  </a:cubicBezTo>
                  <a:lnTo>
                    <a:pt x="0" y="17310"/>
                  </a:lnTo>
                  <a:lnTo>
                    <a:pt x="0" y="10072"/>
                  </a:lnTo>
                  <a:lnTo>
                    <a:pt x="2991" y="10072"/>
                  </a:lnTo>
                  <a:cubicBezTo>
                    <a:pt x="7924" y="9862"/>
                    <a:pt x="12490" y="9076"/>
                    <a:pt x="16674" y="7711"/>
                  </a:cubicBezTo>
                  <a:cubicBezTo>
                    <a:pt x="20875" y="6347"/>
                    <a:pt x="23818" y="5089"/>
                    <a:pt x="25489" y="3935"/>
                  </a:cubicBezTo>
                  <a:cubicBezTo>
                    <a:pt x="27176" y="2781"/>
                    <a:pt x="28639" y="1626"/>
                    <a:pt x="29896" y="473"/>
                  </a:cubicBezTo>
                  <a:cubicBezTo>
                    <a:pt x="30103" y="158"/>
                    <a:pt x="30740" y="0"/>
                    <a:pt x="31790" y="0"/>
                  </a:cubicBezTo>
                  <a:cubicBezTo>
                    <a:pt x="32729" y="0"/>
                    <a:pt x="33620" y="315"/>
                    <a:pt x="34463" y="945"/>
                  </a:cubicBezTo>
                  <a:lnTo>
                    <a:pt x="34463" y="47996"/>
                  </a:lnTo>
                  <a:lnTo>
                    <a:pt x="34622" y="95204"/>
                  </a:lnTo>
                  <a:cubicBezTo>
                    <a:pt x="35354" y="95937"/>
                    <a:pt x="35974" y="96410"/>
                    <a:pt x="36499" y="96620"/>
                  </a:cubicBezTo>
                  <a:cubicBezTo>
                    <a:pt x="37024" y="96830"/>
                    <a:pt x="38297" y="97040"/>
                    <a:pt x="40286" y="97250"/>
                  </a:cubicBezTo>
                  <a:cubicBezTo>
                    <a:pt x="42275" y="97458"/>
                    <a:pt x="45521" y="97563"/>
                    <a:pt x="50039" y="97563"/>
                  </a:cubicBezTo>
                  <a:lnTo>
                    <a:pt x="54128" y="97563"/>
                  </a:lnTo>
                  <a:lnTo>
                    <a:pt x="54128" y="104803"/>
                  </a:lnTo>
                  <a:lnTo>
                    <a:pt x="52394" y="104803"/>
                  </a:lnTo>
                  <a:cubicBezTo>
                    <a:pt x="50198" y="104488"/>
                    <a:pt x="41861" y="104331"/>
                    <a:pt x="27382" y="104331"/>
                  </a:cubicBezTo>
                  <a:cubicBezTo>
                    <a:pt x="13110" y="104331"/>
                    <a:pt x="4885" y="104488"/>
                    <a:pt x="2673" y="104803"/>
                  </a:cubicBezTo>
                  <a:lnTo>
                    <a:pt x="780" y="104803"/>
                  </a:lnTo>
                  <a:lnTo>
                    <a:pt x="780" y="97563"/>
                  </a:lnTo>
                  <a:lnTo>
                    <a:pt x="4885" y="97563"/>
                  </a:lnTo>
                  <a:cubicBezTo>
                    <a:pt x="7192" y="97563"/>
                    <a:pt x="9181" y="97563"/>
                    <a:pt x="10851" y="97563"/>
                  </a:cubicBezTo>
                  <a:cubicBezTo>
                    <a:pt x="12538" y="97563"/>
                    <a:pt x="13842" y="97511"/>
                    <a:pt x="14797" y="97406"/>
                  </a:cubicBezTo>
                  <a:cubicBezTo>
                    <a:pt x="15736" y="97301"/>
                    <a:pt x="16579" y="97145"/>
                    <a:pt x="17311" y="96935"/>
                  </a:cubicBezTo>
                  <a:cubicBezTo>
                    <a:pt x="18043" y="96725"/>
                    <a:pt x="18457" y="96620"/>
                    <a:pt x="18568" y="96620"/>
                  </a:cubicBezTo>
                  <a:cubicBezTo>
                    <a:pt x="18679" y="96620"/>
                    <a:pt x="18981" y="96357"/>
                    <a:pt x="19507" y="95832"/>
                  </a:cubicBezTo>
                  <a:cubicBezTo>
                    <a:pt x="20032" y="95309"/>
                    <a:pt x="20350" y="95099"/>
                    <a:pt x="20461" y="95204"/>
                  </a:cubicBezTo>
                  <a:lnTo>
                    <a:pt x="20461" y="13848"/>
                  </a:lnTo>
                  <a:close/>
                </a:path>
              </a:pathLst>
            </a:custGeom>
            <a:solidFill>
              <a:srgbClr val="000000"/>
            </a:solidFill>
            <a:ln w="1591" cap="flat">
              <a:noFill/>
              <a:prstDash val="solid"/>
              <a:miter/>
            </a:ln>
          </p:spPr>
        </p:sp>
        <p:sp>
          <p:nvSpPr>
            <p:cNvPr id="86" name="任意形状 85">
              <a:extLst>
                <a:ext uri="{FF2B5EF4-FFF2-40B4-BE49-F238E27FC236}">
                  <a16:creationId xmlns:a16="http://schemas.microsoft.com/office/drawing/2014/main" id="{61C564EA-7732-7FC2-3F41-3AC4863A8078}"/>
                </a:ext>
              </a:extLst>
            </p:cNvPr>
            <p:cNvSpPr/>
            <p:nvPr/>
          </p:nvSpPr>
          <p:spPr>
            <a:xfrm>
              <a:off x="6952901" y="3370806"/>
              <a:ext cx="270482" cy="270496"/>
            </a:xfrm>
            <a:custGeom>
              <a:avLst/>
              <a:gdLst>
                <a:gd name="csX0" fmla="*/ 270483 w 270482"/>
                <a:gd name="csY0" fmla="*/ 135248 h 270496"/>
                <a:gd name="csX1" fmla="*/ 135241 w 270482"/>
                <a:gd name="csY1" fmla="*/ 270497 h 270496"/>
                <a:gd name="csX2" fmla="*/ 0 w 270482"/>
                <a:gd name="csY2" fmla="*/ 135248 h 270496"/>
                <a:gd name="csX3" fmla="*/ 135241 w 270482"/>
                <a:gd name="csY3" fmla="*/ 0 h 270496"/>
                <a:gd name="csX4" fmla="*/ 270483 w 270482"/>
                <a:gd name="csY4" fmla="*/ 135248 h 270496"/>
              </a:gdLst>
              <a:ahLst/>
              <a:cxnLst>
                <a:cxn ang="0">
                  <a:pos x="csX0" y="csY0"/>
                </a:cxn>
                <a:cxn ang="0">
                  <a:pos x="csX1" y="csY1"/>
                </a:cxn>
                <a:cxn ang="0">
                  <a:pos x="csX2" y="csY2"/>
                </a:cxn>
                <a:cxn ang="0">
                  <a:pos x="csX3" y="csY3"/>
                </a:cxn>
                <a:cxn ang="0">
                  <a:pos x="csX4" y="csY4"/>
                </a:cxn>
              </a:cxnLst>
              <a:rect l="l" t="t" r="r" b="b"/>
              <a:pathLst>
                <a:path w="270482" h="270496">
                  <a:moveTo>
                    <a:pt x="270483" y="135248"/>
                  </a:moveTo>
                  <a:cubicBezTo>
                    <a:pt x="270483" y="209944"/>
                    <a:pt x="209933" y="270497"/>
                    <a:pt x="135241" y="270497"/>
                  </a:cubicBezTo>
                  <a:cubicBezTo>
                    <a:pt x="60550" y="270497"/>
                    <a:pt x="0" y="209944"/>
                    <a:pt x="0" y="135248"/>
                  </a:cubicBezTo>
                  <a:cubicBezTo>
                    <a:pt x="0" y="60553"/>
                    <a:pt x="60550" y="0"/>
                    <a:pt x="135241" y="0"/>
                  </a:cubicBezTo>
                  <a:cubicBezTo>
                    <a:pt x="209933" y="0"/>
                    <a:pt x="270483" y="60553"/>
                    <a:pt x="270483" y="135248"/>
                  </a:cubicBezTo>
                  <a:close/>
                </a:path>
              </a:pathLst>
            </a:custGeom>
            <a:noFill/>
            <a:ln w="15911" cap="flat">
              <a:solidFill>
                <a:srgbClr val="000000"/>
              </a:solidFill>
              <a:prstDash val="solid"/>
              <a:miter/>
            </a:ln>
          </p:spPr>
        </p:sp>
        <p:sp>
          <p:nvSpPr>
            <p:cNvPr id="87" name="任意形状 86">
              <a:extLst>
                <a:ext uri="{FF2B5EF4-FFF2-40B4-BE49-F238E27FC236}">
                  <a16:creationId xmlns:a16="http://schemas.microsoft.com/office/drawing/2014/main" id="{016A7923-A620-1E9C-A4BF-EFD8A509F350}"/>
                </a:ext>
              </a:extLst>
            </p:cNvPr>
            <p:cNvSpPr/>
            <p:nvPr/>
          </p:nvSpPr>
          <p:spPr>
            <a:xfrm>
              <a:off x="7231339" y="3507645"/>
              <a:ext cx="275255" cy="1591"/>
            </a:xfrm>
            <a:custGeom>
              <a:avLst/>
              <a:gdLst>
                <a:gd name="csX0" fmla="*/ 0 w 275255"/>
                <a:gd name="csY0" fmla="*/ 0 h 1591"/>
                <a:gd name="csX1" fmla="*/ 275256 w 275255"/>
                <a:gd name="csY1" fmla="*/ 0 h 1591"/>
              </a:gdLst>
              <a:ahLst/>
              <a:cxnLst>
                <a:cxn ang="0">
                  <a:pos x="csX0" y="csY0"/>
                </a:cxn>
                <a:cxn ang="0">
                  <a:pos x="csX1" y="csY1"/>
                </a:cxn>
              </a:cxnLst>
              <a:rect l="l" t="t" r="r" b="b"/>
              <a:pathLst>
                <a:path w="275255" h="1591">
                  <a:moveTo>
                    <a:pt x="0" y="0"/>
                  </a:moveTo>
                  <a:lnTo>
                    <a:pt x="275256" y="0"/>
                  </a:lnTo>
                </a:path>
              </a:pathLst>
            </a:custGeom>
            <a:noFill/>
            <a:ln w="15911" cap="flat">
              <a:solidFill>
                <a:srgbClr val="000000"/>
              </a:solidFill>
              <a:prstDash val="solid"/>
              <a:miter/>
            </a:ln>
          </p:spPr>
        </p:sp>
        <p:sp>
          <p:nvSpPr>
            <p:cNvPr id="133" name="任意形状 132">
              <a:extLst>
                <a:ext uri="{FF2B5EF4-FFF2-40B4-BE49-F238E27FC236}">
                  <a16:creationId xmlns:a16="http://schemas.microsoft.com/office/drawing/2014/main" id="{46693B66-AD1C-3FF4-2D8E-45112A7DEC10}"/>
                </a:ext>
              </a:extLst>
            </p:cNvPr>
            <p:cNvSpPr/>
            <p:nvPr/>
          </p:nvSpPr>
          <p:spPr>
            <a:xfrm>
              <a:off x="7342921" y="3055756"/>
              <a:ext cx="91869" cy="262541"/>
            </a:xfrm>
            <a:custGeom>
              <a:avLst/>
              <a:gdLst>
                <a:gd name="csX0" fmla="*/ 45935 w 91869"/>
                <a:gd name="csY0" fmla="*/ 262541 h 262541"/>
                <a:gd name="csX1" fmla="*/ 91869 w 91869"/>
                <a:gd name="csY1" fmla="*/ 182983 h 262541"/>
                <a:gd name="csX2" fmla="*/ 0 w 91869"/>
                <a:gd name="csY2" fmla="*/ 182983 h 262541"/>
                <a:gd name="csX3" fmla="*/ 45935 w 91869"/>
                <a:gd name="csY3" fmla="*/ 262541 h 262541"/>
                <a:gd name="csX4" fmla="*/ 45935 w 91869"/>
                <a:gd name="csY4" fmla="*/ 190939 h 262541"/>
                <a:gd name="csX5" fmla="*/ 53890 w 91869"/>
                <a:gd name="csY5" fmla="*/ 190939 h 262541"/>
                <a:gd name="csX6" fmla="*/ 53890 w 91869"/>
                <a:gd name="csY6" fmla="*/ 0 h 262541"/>
                <a:gd name="csX7" fmla="*/ 45935 w 91869"/>
                <a:gd name="csY7" fmla="*/ 0 h 262541"/>
                <a:gd name="csX8" fmla="*/ 37979 w 91869"/>
                <a:gd name="csY8" fmla="*/ 0 h 262541"/>
                <a:gd name="csX9" fmla="*/ 37979 w 91869"/>
                <a:gd name="csY9" fmla="*/ 190939 h 262541"/>
                <a:gd name="csX10" fmla="*/ 45935 w 91869"/>
                <a:gd name="csY10" fmla="*/ 190939 h 2625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1869" h="262541">
                  <a:moveTo>
                    <a:pt x="45935" y="262541"/>
                  </a:moveTo>
                  <a:lnTo>
                    <a:pt x="91869" y="182983"/>
                  </a:lnTo>
                  <a:lnTo>
                    <a:pt x="0" y="182983"/>
                  </a:lnTo>
                  <a:lnTo>
                    <a:pt x="45935" y="262541"/>
                  </a:lnTo>
                  <a:close/>
                  <a:moveTo>
                    <a:pt x="45935" y="190939"/>
                  </a:moveTo>
                  <a:lnTo>
                    <a:pt x="53890" y="190939"/>
                  </a:lnTo>
                  <a:lnTo>
                    <a:pt x="53890" y="0"/>
                  </a:lnTo>
                  <a:lnTo>
                    <a:pt x="45935" y="0"/>
                  </a:lnTo>
                  <a:lnTo>
                    <a:pt x="37979" y="0"/>
                  </a:lnTo>
                  <a:lnTo>
                    <a:pt x="37979" y="190939"/>
                  </a:lnTo>
                  <a:lnTo>
                    <a:pt x="45935" y="190939"/>
                  </a:lnTo>
                  <a:close/>
                </a:path>
              </a:pathLst>
            </a:custGeom>
            <a:solidFill>
              <a:srgbClr val="000000"/>
            </a:solidFill>
            <a:ln w="1591" cap="flat">
              <a:noFill/>
              <a:prstDash val="solid"/>
              <a:miter/>
            </a:ln>
          </p:spPr>
        </p:sp>
      </p:grpSp>
      <p:sp>
        <p:nvSpPr>
          <p:cNvPr id="157" name="矩形 156">
            <a:extLst>
              <a:ext uri="{FF2B5EF4-FFF2-40B4-BE49-F238E27FC236}">
                <a16:creationId xmlns:a16="http://schemas.microsoft.com/office/drawing/2014/main" id="{E659F5E6-1602-D239-F7BD-F437AAFBA58D}"/>
              </a:ext>
            </a:extLst>
          </p:cNvPr>
          <p:cNvSpPr/>
          <p:nvPr/>
        </p:nvSpPr>
        <p:spPr>
          <a:xfrm>
            <a:off x="960733" y="966279"/>
            <a:ext cx="10656405" cy="5465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Iterative transverse from the last graph to the first graph and  </a:t>
            </a:r>
            <a:r>
              <a:rPr kumimoji="1" lang="en-US" altLang="zh-CN" b="1" dirty="0">
                <a:solidFill>
                  <a:schemeClr val="tx1"/>
                </a:solidFill>
              </a:rPr>
              <a:t>tuning each graph with node moving</a:t>
            </a:r>
          </a:p>
        </p:txBody>
      </p:sp>
      <p:pic>
        <p:nvPicPr>
          <p:cNvPr id="175" name="图片 174">
            <a:extLst>
              <a:ext uri="{FF2B5EF4-FFF2-40B4-BE49-F238E27FC236}">
                <a16:creationId xmlns:a16="http://schemas.microsoft.com/office/drawing/2014/main" id="{FCEF1A90-AC72-A6E2-F93E-BEFDC0FD90CB}"/>
              </a:ext>
            </a:extLst>
          </p:cNvPr>
          <p:cNvPicPr>
            <a:picLocks noChangeAspect="1"/>
          </p:cNvPicPr>
          <p:nvPr/>
        </p:nvPicPr>
        <p:blipFill>
          <a:blip r:embed="rId3"/>
          <a:stretch>
            <a:fillRect/>
          </a:stretch>
        </p:blipFill>
        <p:spPr>
          <a:xfrm>
            <a:off x="960733" y="3017615"/>
            <a:ext cx="1296402" cy="1535322"/>
          </a:xfrm>
          <a:prstGeom prst="rect">
            <a:avLst/>
          </a:prstGeom>
        </p:spPr>
      </p:pic>
      <p:sp>
        <p:nvSpPr>
          <p:cNvPr id="178" name="右箭头 177">
            <a:extLst>
              <a:ext uri="{FF2B5EF4-FFF2-40B4-BE49-F238E27FC236}">
                <a16:creationId xmlns:a16="http://schemas.microsoft.com/office/drawing/2014/main" id="{C95486E5-1C9F-4207-E1B0-685B69395974}"/>
              </a:ext>
            </a:extLst>
          </p:cNvPr>
          <p:cNvSpPr/>
          <p:nvPr/>
        </p:nvSpPr>
        <p:spPr>
          <a:xfrm>
            <a:off x="6650657" y="4187950"/>
            <a:ext cx="3147684" cy="247757"/>
          </a:xfrm>
          <a:prstGeom prst="rightArrow">
            <a:avLst>
              <a:gd name="adj1" fmla="val 50000"/>
              <a:gd name="adj2" fmla="val 1224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1" name="矩形 180">
            <a:extLst>
              <a:ext uri="{FF2B5EF4-FFF2-40B4-BE49-F238E27FC236}">
                <a16:creationId xmlns:a16="http://schemas.microsoft.com/office/drawing/2014/main" id="{570C8C6C-EF02-9130-2AB1-99F3E19A7ECE}"/>
              </a:ext>
            </a:extLst>
          </p:cNvPr>
          <p:cNvSpPr/>
          <p:nvPr/>
        </p:nvSpPr>
        <p:spPr>
          <a:xfrm>
            <a:off x="3661367" y="5182620"/>
            <a:ext cx="4869266" cy="496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Loop tuning until reaching the original graph</a:t>
            </a:r>
            <a:endParaRPr kumimoji="1" lang="zh-CN" altLang="en-US" dirty="0"/>
          </a:p>
        </p:txBody>
      </p:sp>
      <p:sp>
        <p:nvSpPr>
          <p:cNvPr id="183" name="下箭头 182">
            <a:extLst>
              <a:ext uri="{FF2B5EF4-FFF2-40B4-BE49-F238E27FC236}">
                <a16:creationId xmlns:a16="http://schemas.microsoft.com/office/drawing/2014/main" id="{4CD2C9C0-C24E-DF16-4FD5-BFCDE803CCAD}"/>
              </a:ext>
            </a:extLst>
          </p:cNvPr>
          <p:cNvSpPr/>
          <p:nvPr/>
        </p:nvSpPr>
        <p:spPr>
          <a:xfrm>
            <a:off x="10971662" y="4653789"/>
            <a:ext cx="179695" cy="878083"/>
          </a:xfrm>
          <a:prstGeom prst="downArrow">
            <a:avLst>
              <a:gd name="adj1" fmla="val 10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25023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0" i="0" dirty="0">
                <a:solidFill>
                  <a:srgbClr val="AAAAAA"/>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Overview of AdaptDQC</a:t>
            </a:r>
          </a:p>
        </p:txBody>
      </p:sp>
      <p:sp>
        <p:nvSpPr>
          <p:cNvPr id="10" name="TextBox 9"/>
          <p:cNvSpPr txBox="1"/>
          <p:nvPr/>
        </p:nvSpPr>
        <p:spPr>
          <a:xfrm>
            <a:off x="777240" y="2221992"/>
            <a:ext cx="2711383" cy="406265"/>
          </a:xfrm>
          <a:prstGeom prst="rect">
            <a:avLst/>
          </a:prstGeom>
          <a:noFill/>
        </p:spPr>
        <p:txBody>
          <a:bodyPr wrap="none" lIns="18288" tIns="18288" rIns="18288" bIns="18288">
            <a:spAutoFit/>
          </a:bodyPr>
          <a:lstStyle>
            <a:defPPr>
              <a:defRPr lang="zh-CN"/>
            </a:defPPr>
            <a:lvl1pPr>
              <a:defRPr sz="2400" b="0" i="0">
                <a:solidFill>
                  <a:srgbClr val="AAAAAA"/>
                </a:solidFill>
                <a:latin typeface="Times New Roman"/>
              </a:defRPr>
            </a:lvl1pPr>
          </a:lstStyle>
          <a:p>
            <a:r>
              <a:rPr lang="en-US" altLang="zh-CN" dirty="0"/>
              <a:t>-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1" i="0" dirty="0">
                <a:solidFill>
                  <a:srgbClr val="000000"/>
                </a:solidFill>
                <a:latin typeface="Times New Roman"/>
              </a:rPr>
              <a:t>-  Experimental evaluation</a:t>
            </a:r>
          </a:p>
        </p:txBody>
      </p:sp>
      <p:sp>
        <p:nvSpPr>
          <p:cNvPr id="12" name="TextBox 11"/>
          <p:cNvSpPr txBox="1"/>
          <p:nvPr/>
        </p:nvSpPr>
        <p:spPr>
          <a:xfrm>
            <a:off x="777240" y="3209544"/>
            <a:ext cx="2235933" cy="406265"/>
          </a:xfrm>
          <a:prstGeom prst="rect">
            <a:avLst/>
          </a:prstGeom>
          <a:noFill/>
        </p:spPr>
        <p:txBody>
          <a:bodyPr wrap="none" lIns="18288" tIns="18288" rIns="18288" bIns="18288">
            <a:spAutoFit/>
          </a:bodyPr>
          <a:lstStyle/>
          <a:p>
            <a:r>
              <a:rPr lang="en-US" altLang="zh-CN" sz="2400" dirty="0">
                <a:solidFill>
                  <a:srgbClr val="AAAAAA"/>
                </a:solidFill>
              </a:rPr>
              <a:t>-  </a:t>
            </a:r>
            <a:r>
              <a:rPr lang="en-US" altLang="zh-CN" sz="2400" dirty="0" err="1">
                <a:solidFill>
                  <a:srgbClr val="AAAAAA"/>
                </a:solidFill>
              </a:rPr>
              <a:t>AdaptDQC</a:t>
            </a:r>
            <a:r>
              <a:rPr lang="en-US" altLang="zh-CN" sz="2400" dirty="0">
                <a:solidFill>
                  <a:srgbClr val="AAAAAA"/>
                </a:solidFill>
              </a:rPr>
              <a:t> API</a:t>
            </a:r>
          </a:p>
        </p:txBody>
      </p:sp>
    </p:spTree>
    <p:extLst>
      <p:ext uri="{BB962C8B-B14F-4D97-AF65-F5344CB8AC3E}">
        <p14:creationId xmlns:p14="http://schemas.microsoft.com/office/powerpoint/2010/main" val="949613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dirty="0">
                <a:solidFill>
                  <a:srgbClr val="000000"/>
                </a:solidFill>
                <a:latin typeface="Times New Roman"/>
              </a:rPr>
              <a:t>Evaluation Design: Algorithms x Architectures x Metrics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9" name="Rounded Rectangle 8"/>
          <p:cNvSpPr/>
          <p:nvPr/>
        </p:nvSpPr>
        <p:spPr>
          <a:xfrm>
            <a:off x="335613" y="985217"/>
            <a:ext cx="5845218" cy="4864350"/>
          </a:xfrm>
          <a:prstGeom prst="roundRect">
            <a:avLst>
              <a:gd name="adj" fmla="val 3574"/>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86968" y="1133856"/>
            <a:ext cx="4573492"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Benchmarks</a:t>
            </a:r>
          </a:p>
        </p:txBody>
      </p:sp>
      <p:sp>
        <p:nvSpPr>
          <p:cNvPr id="20" name="Rounded Rectangle 19"/>
          <p:cNvSpPr/>
          <p:nvPr/>
        </p:nvSpPr>
        <p:spPr>
          <a:xfrm>
            <a:off x="6675308" y="1243446"/>
            <a:ext cx="2267107" cy="4160520"/>
          </a:xfrm>
          <a:prstGeom prst="roundRect">
            <a:avLst>
              <a:gd name="adj" fmla="val 6584"/>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860798" y="1480925"/>
            <a:ext cx="1896126"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Baselines</a:t>
            </a:r>
          </a:p>
        </p:txBody>
      </p:sp>
      <p:sp>
        <p:nvSpPr>
          <p:cNvPr id="22" name="Rounded Rectangle 21"/>
          <p:cNvSpPr/>
          <p:nvPr/>
        </p:nvSpPr>
        <p:spPr>
          <a:xfrm>
            <a:off x="6950156" y="2409149"/>
            <a:ext cx="1662547" cy="632875"/>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err="1">
                <a:solidFill>
                  <a:srgbClr val="000000"/>
                </a:solidFill>
                <a:latin typeface="Times New Roman"/>
              </a:rPr>
              <a:t>CutQC</a:t>
            </a:r>
            <a:endParaRPr lang="en-US" sz="1800" b="1" i="0" dirty="0">
              <a:solidFill>
                <a:srgbClr val="000000"/>
              </a:solidFill>
              <a:latin typeface="Times New Roman"/>
            </a:endParaRPr>
          </a:p>
          <a:p>
            <a:pPr algn="ctr"/>
            <a:r>
              <a:rPr lang="en-US" altLang="zh-CN" b="1" dirty="0">
                <a:solidFill>
                  <a:srgbClr val="000000"/>
                </a:solidFill>
                <a:latin typeface="Times New Roman"/>
              </a:rPr>
              <a:t>ASPLOS’22</a:t>
            </a:r>
            <a:endParaRPr sz="1800" b="1" i="0" dirty="0">
              <a:solidFill>
                <a:srgbClr val="000000"/>
              </a:solidFill>
              <a:latin typeface="Times New Roman"/>
            </a:endParaRPr>
          </a:p>
        </p:txBody>
      </p:sp>
      <p:sp>
        <p:nvSpPr>
          <p:cNvPr id="23" name="Rounded Rectangle 22"/>
          <p:cNvSpPr/>
          <p:nvPr/>
        </p:nvSpPr>
        <p:spPr>
          <a:xfrm>
            <a:off x="6950156" y="3277828"/>
            <a:ext cx="1662547" cy="632875"/>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err="1">
                <a:solidFill>
                  <a:srgbClr val="000000"/>
                </a:solidFill>
                <a:latin typeface="Times New Roman"/>
              </a:rPr>
              <a:t>HyperGraph</a:t>
            </a:r>
            <a:endParaRPr lang="en-US" sz="1800" b="1" i="0" dirty="0">
              <a:solidFill>
                <a:srgbClr val="000000"/>
              </a:solidFill>
              <a:latin typeface="Times New Roman"/>
            </a:endParaRPr>
          </a:p>
          <a:p>
            <a:pPr algn="ctr"/>
            <a:r>
              <a:rPr lang="en-US" sz="1800" b="1" i="0" dirty="0">
                <a:solidFill>
                  <a:srgbClr val="000000"/>
                </a:solidFill>
                <a:latin typeface="Times New Roman"/>
              </a:rPr>
              <a:t>PRL</a:t>
            </a:r>
            <a:endParaRPr sz="1800" b="1" i="0" dirty="0">
              <a:solidFill>
                <a:srgbClr val="000000"/>
              </a:solidFill>
              <a:latin typeface="Times New Roman"/>
            </a:endParaRPr>
          </a:p>
        </p:txBody>
      </p:sp>
      <p:sp>
        <p:nvSpPr>
          <p:cNvPr id="24" name="Rounded Rectangle 23"/>
          <p:cNvSpPr/>
          <p:nvPr/>
        </p:nvSpPr>
        <p:spPr>
          <a:xfrm>
            <a:off x="6950156" y="4146509"/>
            <a:ext cx="1662547" cy="632875"/>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err="1">
                <a:solidFill>
                  <a:srgbClr val="000000"/>
                </a:solidFill>
                <a:latin typeface="Times New Roman"/>
              </a:rPr>
              <a:t>AutoComm</a:t>
            </a:r>
            <a:endParaRPr lang="en-US" sz="1800" b="1" i="0" dirty="0">
              <a:solidFill>
                <a:srgbClr val="000000"/>
              </a:solidFill>
              <a:latin typeface="Times New Roman"/>
            </a:endParaRPr>
          </a:p>
          <a:p>
            <a:pPr algn="ctr"/>
            <a:r>
              <a:rPr lang="en-US" b="1" dirty="0">
                <a:solidFill>
                  <a:srgbClr val="000000"/>
                </a:solidFill>
                <a:latin typeface="Times New Roman"/>
              </a:rPr>
              <a:t>MICRO’23</a:t>
            </a:r>
            <a:endParaRPr sz="1800" b="1" i="0" dirty="0">
              <a:solidFill>
                <a:srgbClr val="000000"/>
              </a:solidFill>
              <a:latin typeface="Times New Roman"/>
            </a:endParaRPr>
          </a:p>
        </p:txBody>
      </p:sp>
      <p:sp>
        <p:nvSpPr>
          <p:cNvPr id="25" name="Rounded Rectangle 24"/>
          <p:cNvSpPr/>
          <p:nvPr/>
        </p:nvSpPr>
        <p:spPr>
          <a:xfrm>
            <a:off x="9589280" y="1243446"/>
            <a:ext cx="2267107" cy="4160520"/>
          </a:xfrm>
          <a:prstGeom prst="roundRect">
            <a:avLst>
              <a:gd name="adj" fmla="val 8363"/>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774770" y="1480925"/>
            <a:ext cx="1896126"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Metrics</a:t>
            </a:r>
          </a:p>
        </p:txBody>
      </p:sp>
      <p:sp>
        <p:nvSpPr>
          <p:cNvPr id="27" name="Rounded Rectangle 26"/>
          <p:cNvSpPr/>
          <p:nvPr/>
        </p:nvSpPr>
        <p:spPr>
          <a:xfrm>
            <a:off x="9868096" y="2259242"/>
            <a:ext cx="1700331"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communication</a:t>
            </a:r>
          </a:p>
        </p:txBody>
      </p:sp>
      <p:sp>
        <p:nvSpPr>
          <p:cNvPr id="28" name="Rounded Rectangle 27"/>
          <p:cNvSpPr/>
          <p:nvPr/>
        </p:nvSpPr>
        <p:spPr>
          <a:xfrm>
            <a:off x="9868096" y="2862746"/>
            <a:ext cx="1700331"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latency</a:t>
            </a:r>
          </a:p>
        </p:txBody>
      </p:sp>
      <p:sp>
        <p:nvSpPr>
          <p:cNvPr id="29" name="Rounded Rectangle 28"/>
          <p:cNvSpPr/>
          <p:nvPr/>
        </p:nvSpPr>
        <p:spPr>
          <a:xfrm>
            <a:off x="9868096" y="3466250"/>
            <a:ext cx="1700331"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topology</a:t>
            </a:r>
          </a:p>
        </p:txBody>
      </p:sp>
      <p:sp>
        <p:nvSpPr>
          <p:cNvPr id="30" name="Rounded Rectangle 29"/>
          <p:cNvSpPr/>
          <p:nvPr/>
        </p:nvSpPr>
        <p:spPr>
          <a:xfrm>
            <a:off x="9868096" y="4069754"/>
            <a:ext cx="1700331"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compile time</a:t>
            </a:r>
          </a:p>
        </p:txBody>
      </p:sp>
      <p:sp>
        <p:nvSpPr>
          <p:cNvPr id="31" name="Rounded Rectangle 30"/>
          <p:cNvSpPr/>
          <p:nvPr/>
        </p:nvSpPr>
        <p:spPr>
          <a:xfrm>
            <a:off x="9868096" y="4673258"/>
            <a:ext cx="1700331"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dirty="0">
                <a:solidFill>
                  <a:srgbClr val="000000"/>
                </a:solidFill>
                <a:latin typeface="Times New Roman"/>
              </a:rPr>
              <a:t>real machine</a:t>
            </a:r>
          </a:p>
        </p:txBody>
      </p:sp>
      <p:cxnSp>
        <p:nvCxnSpPr>
          <p:cNvPr id="32" name="Connector 31"/>
          <p:cNvCxnSpPr>
            <a:cxnSpLocks/>
            <a:stCxn id="20" idx="1"/>
          </p:cNvCxnSpPr>
          <p:nvPr/>
        </p:nvCxnSpPr>
        <p:spPr>
          <a:xfrm flipH="1">
            <a:off x="6193274" y="3323706"/>
            <a:ext cx="482034"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a:cxnSpLocks/>
            <a:stCxn id="20" idx="3"/>
            <a:endCxn id="25" idx="1"/>
          </p:cNvCxnSpPr>
          <p:nvPr/>
        </p:nvCxnSpPr>
        <p:spPr>
          <a:xfrm>
            <a:off x="8942415" y="3323706"/>
            <a:ext cx="646865" cy="0"/>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Sec. VI.</a:t>
            </a:r>
          </a:p>
        </p:txBody>
      </p:sp>
      <p:pic>
        <p:nvPicPr>
          <p:cNvPr id="35" name="图片 34">
            <a:extLst>
              <a:ext uri="{FF2B5EF4-FFF2-40B4-BE49-F238E27FC236}">
                <a16:creationId xmlns:a16="http://schemas.microsoft.com/office/drawing/2014/main" id="{E8D3F4DB-7DD5-A215-141C-56D80D5D26FF}"/>
              </a:ext>
            </a:extLst>
          </p:cNvPr>
          <p:cNvPicPr>
            <a:picLocks noChangeAspect="1"/>
          </p:cNvPicPr>
          <p:nvPr/>
        </p:nvPicPr>
        <p:blipFill>
          <a:blip r:embed="rId3"/>
          <a:stretch>
            <a:fillRect/>
          </a:stretch>
        </p:blipFill>
        <p:spPr>
          <a:xfrm>
            <a:off x="533695" y="1627633"/>
            <a:ext cx="5465033" cy="4038347"/>
          </a:xfrm>
          <a:prstGeom prst="rect">
            <a:avLst/>
          </a:prstGeom>
        </p:spPr>
      </p:pic>
    </p:spTree>
    <p:extLst>
      <p:ext uri="{BB962C8B-B14F-4D97-AF65-F5344CB8AC3E}">
        <p14:creationId xmlns:p14="http://schemas.microsoft.com/office/powerpoint/2010/main" val="688304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Single-Architecture Results</a:t>
            </a:r>
          </a:p>
        </p:txBody>
      </p:sp>
      <p:sp>
        <p:nvSpPr>
          <p:cNvPr id="9" name="Rounded Rectangle 8"/>
          <p:cNvSpPr/>
          <p:nvPr/>
        </p:nvSpPr>
        <p:spPr>
          <a:xfrm>
            <a:off x="225273" y="987552"/>
            <a:ext cx="5959527" cy="5233248"/>
          </a:xfrm>
          <a:prstGeom prst="roundRect">
            <a:avLst>
              <a:gd name="adj" fmla="val 3759"/>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11005" y="1097280"/>
            <a:ext cx="5392995"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GateComm Comparison</a:t>
            </a:r>
          </a:p>
        </p:txBody>
      </p:sp>
      <p:sp>
        <p:nvSpPr>
          <p:cNvPr id="12" name="Rounded Rectangle 11"/>
          <p:cNvSpPr/>
          <p:nvPr/>
        </p:nvSpPr>
        <p:spPr>
          <a:xfrm>
            <a:off x="6259506" y="1580030"/>
            <a:ext cx="2464308" cy="608533"/>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585858"/>
                </a:solidFill>
                <a:latin typeface="Times New Roman"/>
              </a:rPr>
              <a:t>QubitComm
vs CutQC</a:t>
            </a:r>
          </a:p>
        </p:txBody>
      </p:sp>
      <p:sp>
        <p:nvSpPr>
          <p:cNvPr id="13" name="Rounded Rectangle 12"/>
          <p:cNvSpPr/>
          <p:nvPr/>
        </p:nvSpPr>
        <p:spPr>
          <a:xfrm>
            <a:off x="6259506" y="2240995"/>
            <a:ext cx="2464308" cy="408795"/>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4990"/>
                </a:solidFill>
                <a:latin typeface="Times New Roman"/>
              </a:rPr>
              <a:t>42.5%</a:t>
            </a:r>
          </a:p>
        </p:txBody>
      </p:sp>
      <p:sp>
        <p:nvSpPr>
          <p:cNvPr id="14" name="TextBox 13"/>
          <p:cNvSpPr txBox="1"/>
          <p:nvPr/>
        </p:nvSpPr>
        <p:spPr>
          <a:xfrm>
            <a:off x="6305437" y="2704176"/>
            <a:ext cx="2710739" cy="313932"/>
          </a:xfrm>
          <a:prstGeom prst="rect">
            <a:avLst/>
          </a:prstGeom>
          <a:noFill/>
        </p:spPr>
        <p:txBody>
          <a:bodyPr wrap="square" lIns="18288" tIns="18288" rIns="18288" bIns="18288">
            <a:spAutoFit/>
          </a:bodyPr>
          <a:lstStyle/>
          <a:p>
            <a:pPr algn="l">
              <a:spcAft>
                <a:spcPts val="0"/>
              </a:spcAft>
            </a:pPr>
            <a:r>
              <a:rPr lang="en-US" b="0" i="0" dirty="0">
                <a:solidFill>
                  <a:srgbClr val="000000"/>
                </a:solidFill>
                <a:latin typeface="Times New Roman"/>
              </a:rPr>
              <a:t>L</a:t>
            </a:r>
            <a:r>
              <a:rPr b="0" i="0" dirty="0">
                <a:solidFill>
                  <a:srgbClr val="000000"/>
                </a:solidFill>
                <a:latin typeface="Times New Roman"/>
              </a:rPr>
              <a:t>atency</a:t>
            </a:r>
            <a:r>
              <a:rPr lang="en-US" b="0" i="0" dirty="0">
                <a:solidFill>
                  <a:srgbClr val="000000"/>
                </a:solidFill>
                <a:latin typeface="Times New Roman"/>
              </a:rPr>
              <a:t> </a:t>
            </a:r>
            <a:r>
              <a:rPr b="0" i="0" dirty="0">
                <a:solidFill>
                  <a:srgbClr val="000000"/>
                </a:solidFill>
                <a:latin typeface="Times New Roman"/>
              </a:rPr>
              <a:t>reduction</a:t>
            </a:r>
          </a:p>
        </p:txBody>
      </p:sp>
      <p:sp>
        <p:nvSpPr>
          <p:cNvPr id="15" name="Rounded Rectangle 14"/>
          <p:cNvSpPr/>
          <p:nvPr/>
        </p:nvSpPr>
        <p:spPr>
          <a:xfrm>
            <a:off x="9009546" y="1580030"/>
            <a:ext cx="2464308" cy="608533"/>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585858"/>
                </a:solidFill>
                <a:latin typeface="Times New Roman"/>
              </a:rPr>
              <a:t>QubitComm
vs CutQC</a:t>
            </a:r>
          </a:p>
        </p:txBody>
      </p:sp>
      <p:sp>
        <p:nvSpPr>
          <p:cNvPr id="16" name="Rounded Rectangle 15"/>
          <p:cNvSpPr/>
          <p:nvPr/>
        </p:nvSpPr>
        <p:spPr>
          <a:xfrm>
            <a:off x="9009546" y="2240995"/>
            <a:ext cx="2464308" cy="408795"/>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4990"/>
                </a:solidFill>
                <a:latin typeface="Times New Roman"/>
              </a:rPr>
              <a:t>15.4x</a:t>
            </a:r>
          </a:p>
        </p:txBody>
      </p:sp>
      <p:sp>
        <p:nvSpPr>
          <p:cNvPr id="17" name="TextBox 16"/>
          <p:cNvSpPr txBox="1"/>
          <p:nvPr/>
        </p:nvSpPr>
        <p:spPr>
          <a:xfrm>
            <a:off x="9041077" y="2704176"/>
            <a:ext cx="2710739" cy="313932"/>
          </a:xfrm>
          <a:prstGeom prst="rect">
            <a:avLst/>
          </a:prstGeom>
          <a:noFill/>
        </p:spPr>
        <p:txBody>
          <a:bodyPr wrap="square" lIns="18288" tIns="18288" rIns="18288" bIns="18288">
            <a:spAutoFit/>
          </a:bodyPr>
          <a:lstStyle/>
          <a:p>
            <a:pPr algn="l">
              <a:spcAft>
                <a:spcPts val="0"/>
              </a:spcAft>
            </a:pPr>
            <a:r>
              <a:rPr lang="en-US" b="0" i="0" dirty="0">
                <a:solidFill>
                  <a:srgbClr val="000000"/>
                </a:solidFill>
                <a:latin typeface="Times New Roman"/>
              </a:rPr>
              <a:t>C</a:t>
            </a:r>
            <a:r>
              <a:rPr b="0" i="0" dirty="0">
                <a:solidFill>
                  <a:srgbClr val="000000"/>
                </a:solidFill>
                <a:latin typeface="Times New Roman"/>
              </a:rPr>
              <a:t>ommunication</a:t>
            </a:r>
            <a:r>
              <a:rPr lang="en-US" b="0" i="0" dirty="0">
                <a:solidFill>
                  <a:srgbClr val="000000"/>
                </a:solidFill>
                <a:latin typeface="Times New Roman"/>
              </a:rPr>
              <a:t> </a:t>
            </a:r>
            <a:r>
              <a:rPr b="0" i="0" dirty="0">
                <a:solidFill>
                  <a:srgbClr val="000000"/>
                </a:solidFill>
                <a:latin typeface="Times New Roman"/>
              </a:rPr>
              <a:t>reduction</a:t>
            </a:r>
          </a:p>
        </p:txBody>
      </p:sp>
      <p:sp>
        <p:nvSpPr>
          <p:cNvPr id="18" name="Rounded Rectangle 17"/>
          <p:cNvSpPr/>
          <p:nvPr/>
        </p:nvSpPr>
        <p:spPr>
          <a:xfrm>
            <a:off x="6125095" y="3461621"/>
            <a:ext cx="2710739" cy="608533"/>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dirty="0" err="1">
                <a:solidFill>
                  <a:srgbClr val="585858"/>
                </a:solidFill>
                <a:latin typeface="Times New Roman"/>
              </a:rPr>
              <a:t>GateComm</a:t>
            </a:r>
            <a:r>
              <a:rPr lang="en-US" sz="1600" b="1" dirty="0">
                <a:solidFill>
                  <a:srgbClr val="585858"/>
                </a:solidFill>
                <a:latin typeface="Times New Roman"/>
              </a:rPr>
              <a:t> </a:t>
            </a:r>
            <a:r>
              <a:rPr sz="1600" b="1" i="0" dirty="0">
                <a:solidFill>
                  <a:srgbClr val="585858"/>
                </a:solidFill>
                <a:latin typeface="Times New Roman"/>
              </a:rPr>
              <a:t>vs </a:t>
            </a:r>
            <a:r>
              <a:rPr sz="1600" b="1" i="0" dirty="0" err="1">
                <a:solidFill>
                  <a:srgbClr val="585858"/>
                </a:solidFill>
                <a:latin typeface="Times New Roman"/>
              </a:rPr>
              <a:t>H</a:t>
            </a:r>
            <a:r>
              <a:rPr lang="en-US" sz="1600" b="1" i="0" dirty="0" err="1">
                <a:solidFill>
                  <a:srgbClr val="585858"/>
                </a:solidFill>
                <a:latin typeface="Times New Roman"/>
              </a:rPr>
              <a:t>yper</a:t>
            </a:r>
            <a:r>
              <a:rPr sz="1600" b="1" i="0" dirty="0" err="1">
                <a:solidFill>
                  <a:srgbClr val="585858"/>
                </a:solidFill>
                <a:latin typeface="Times New Roman"/>
              </a:rPr>
              <a:t>G</a:t>
            </a:r>
            <a:r>
              <a:rPr lang="en-US" sz="1600" b="1" i="0" dirty="0" err="1">
                <a:solidFill>
                  <a:srgbClr val="585858"/>
                </a:solidFill>
                <a:latin typeface="Times New Roman"/>
              </a:rPr>
              <a:t>raph</a:t>
            </a:r>
            <a:r>
              <a:rPr sz="1600" b="1" i="0" dirty="0" err="1">
                <a:solidFill>
                  <a:srgbClr val="585858"/>
                </a:solidFill>
                <a:latin typeface="Times New Roman"/>
              </a:rPr>
              <a:t>+AutoComm</a:t>
            </a:r>
            <a:endParaRPr sz="1600" b="1" i="0" dirty="0">
              <a:solidFill>
                <a:srgbClr val="585858"/>
              </a:solidFill>
              <a:latin typeface="Times New Roman"/>
            </a:endParaRPr>
          </a:p>
        </p:txBody>
      </p:sp>
      <p:sp>
        <p:nvSpPr>
          <p:cNvPr id="19" name="Rounded Rectangle 18"/>
          <p:cNvSpPr/>
          <p:nvPr/>
        </p:nvSpPr>
        <p:spPr>
          <a:xfrm>
            <a:off x="6125095" y="4100986"/>
            <a:ext cx="2710739" cy="408795"/>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26.3%</a:t>
            </a:r>
          </a:p>
        </p:txBody>
      </p:sp>
      <p:sp>
        <p:nvSpPr>
          <p:cNvPr id="20" name="TextBox 19"/>
          <p:cNvSpPr txBox="1"/>
          <p:nvPr/>
        </p:nvSpPr>
        <p:spPr>
          <a:xfrm>
            <a:off x="6305437" y="4616280"/>
            <a:ext cx="2499989" cy="313932"/>
          </a:xfrm>
          <a:prstGeom prst="rect">
            <a:avLst/>
          </a:prstGeom>
          <a:noFill/>
        </p:spPr>
        <p:txBody>
          <a:bodyPr wrap="square" lIns="18288" tIns="18288" rIns="18288" bIns="18288">
            <a:spAutoFit/>
          </a:bodyPr>
          <a:lstStyle/>
          <a:p>
            <a:pPr algn="l">
              <a:spcAft>
                <a:spcPts val="0"/>
              </a:spcAft>
            </a:pPr>
            <a:r>
              <a:rPr lang="en-US" b="0" i="0" dirty="0">
                <a:solidFill>
                  <a:srgbClr val="000000"/>
                </a:solidFill>
                <a:latin typeface="Times New Roman"/>
              </a:rPr>
              <a:t>C</a:t>
            </a:r>
            <a:r>
              <a:rPr b="0" i="0" dirty="0">
                <a:solidFill>
                  <a:srgbClr val="000000"/>
                </a:solidFill>
                <a:latin typeface="Times New Roman"/>
              </a:rPr>
              <a:t>ommunication</a:t>
            </a:r>
            <a:r>
              <a:rPr lang="en-US" b="0" i="0" dirty="0">
                <a:solidFill>
                  <a:srgbClr val="000000"/>
                </a:solidFill>
                <a:latin typeface="Times New Roman"/>
              </a:rPr>
              <a:t> </a:t>
            </a:r>
            <a:r>
              <a:rPr b="0" i="0" dirty="0">
                <a:solidFill>
                  <a:srgbClr val="000000"/>
                </a:solidFill>
                <a:latin typeface="Times New Roman"/>
              </a:rPr>
              <a:t>reduction</a:t>
            </a:r>
          </a:p>
        </p:txBody>
      </p:sp>
      <p:sp>
        <p:nvSpPr>
          <p:cNvPr id="21" name="Rounded Rectangle 20"/>
          <p:cNvSpPr/>
          <p:nvPr/>
        </p:nvSpPr>
        <p:spPr>
          <a:xfrm>
            <a:off x="8969533" y="3461621"/>
            <a:ext cx="2710739" cy="608533"/>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dirty="0" err="1">
                <a:solidFill>
                  <a:srgbClr val="585858"/>
                </a:solidFill>
                <a:latin typeface="Times New Roman"/>
              </a:rPr>
              <a:t>GateComm</a:t>
            </a:r>
            <a:r>
              <a:rPr lang="en-US" sz="1600" b="1" dirty="0">
                <a:solidFill>
                  <a:srgbClr val="585858"/>
                </a:solidFill>
                <a:latin typeface="Times New Roman"/>
              </a:rPr>
              <a:t> </a:t>
            </a:r>
            <a:r>
              <a:rPr sz="1600" b="1" i="0" dirty="0">
                <a:solidFill>
                  <a:srgbClr val="585858"/>
                </a:solidFill>
                <a:latin typeface="Times New Roman"/>
              </a:rPr>
              <a:t>vs </a:t>
            </a:r>
            <a:r>
              <a:rPr lang="en-US" altLang="zh-CN" sz="1600" b="1" dirty="0" err="1">
                <a:solidFill>
                  <a:srgbClr val="585858"/>
                </a:solidFill>
              </a:rPr>
              <a:t>HyperGraph+AutoComm</a:t>
            </a:r>
            <a:endParaRPr sz="1600" b="1" i="0" dirty="0">
              <a:solidFill>
                <a:srgbClr val="585858"/>
              </a:solidFill>
              <a:latin typeface="Times New Roman"/>
            </a:endParaRPr>
          </a:p>
        </p:txBody>
      </p:sp>
      <p:sp>
        <p:nvSpPr>
          <p:cNvPr id="22" name="Rounded Rectangle 21"/>
          <p:cNvSpPr/>
          <p:nvPr/>
        </p:nvSpPr>
        <p:spPr>
          <a:xfrm>
            <a:off x="8969533" y="4100986"/>
            <a:ext cx="2710739" cy="408795"/>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4990"/>
                </a:solidFill>
                <a:latin typeface="Times New Roman"/>
              </a:rPr>
              <a:t>18.2%</a:t>
            </a:r>
          </a:p>
        </p:txBody>
      </p:sp>
      <p:sp>
        <p:nvSpPr>
          <p:cNvPr id="23" name="TextBox 22"/>
          <p:cNvSpPr txBox="1"/>
          <p:nvPr/>
        </p:nvSpPr>
        <p:spPr>
          <a:xfrm>
            <a:off x="9009546" y="4616280"/>
            <a:ext cx="2710739" cy="313932"/>
          </a:xfrm>
          <a:prstGeom prst="rect">
            <a:avLst/>
          </a:prstGeom>
          <a:noFill/>
        </p:spPr>
        <p:txBody>
          <a:bodyPr wrap="square" lIns="18288" tIns="18288" rIns="18288" bIns="18288">
            <a:spAutoFit/>
          </a:bodyPr>
          <a:lstStyle/>
          <a:p>
            <a:pPr algn="l">
              <a:spcAft>
                <a:spcPts val="0"/>
              </a:spcAft>
            </a:pPr>
            <a:r>
              <a:rPr lang="en-US" b="0" i="0" dirty="0">
                <a:solidFill>
                  <a:srgbClr val="000000"/>
                </a:solidFill>
                <a:latin typeface="Times New Roman"/>
              </a:rPr>
              <a:t>L</a:t>
            </a:r>
            <a:r>
              <a:rPr b="0" i="0" dirty="0">
                <a:solidFill>
                  <a:srgbClr val="000000"/>
                </a:solidFill>
                <a:latin typeface="Times New Roman"/>
              </a:rPr>
              <a:t>atency</a:t>
            </a:r>
            <a:r>
              <a:rPr lang="en-US" b="0" i="0" dirty="0">
                <a:solidFill>
                  <a:srgbClr val="000000"/>
                </a:solidFill>
                <a:latin typeface="Times New Roman"/>
              </a:rPr>
              <a:t> </a:t>
            </a:r>
            <a:r>
              <a:rPr b="0" i="0" dirty="0">
                <a:solidFill>
                  <a:srgbClr val="000000"/>
                </a:solidFill>
                <a:latin typeface="Times New Roman"/>
              </a:rPr>
              <a:t>reduction</a:t>
            </a:r>
          </a:p>
        </p:txBody>
      </p:sp>
      <p:sp>
        <p:nvSpPr>
          <p:cNvPr id="24" name="Rounded Rectangle 23"/>
          <p:cNvSpPr/>
          <p:nvPr/>
        </p:nvSpPr>
        <p:spPr>
          <a:xfrm>
            <a:off x="6284651" y="5188995"/>
            <a:ext cx="5214349" cy="57468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Improves both supported single-</a:t>
            </a:r>
            <a:r>
              <a:rPr lang="en-US" b="1" dirty="0">
                <a:solidFill>
                  <a:srgbClr val="000000"/>
                </a:solidFill>
              </a:rPr>
              <a:t>communication architectures</a:t>
            </a:r>
            <a:r>
              <a:rPr b="1" i="0" dirty="0">
                <a:solidFill>
                  <a:srgbClr val="000000"/>
                </a:solidFill>
                <a:latin typeface="Times New Roman"/>
              </a:rPr>
              <a:t> paths.</a:t>
            </a:r>
          </a:p>
        </p:txBody>
      </p:sp>
      <p:pic>
        <p:nvPicPr>
          <p:cNvPr id="27" name="图片 26">
            <a:extLst>
              <a:ext uri="{FF2B5EF4-FFF2-40B4-BE49-F238E27FC236}">
                <a16:creationId xmlns:a16="http://schemas.microsoft.com/office/drawing/2014/main" id="{14340219-D875-F64B-3748-A600FE924342}"/>
              </a:ext>
            </a:extLst>
          </p:cNvPr>
          <p:cNvPicPr>
            <a:picLocks noChangeAspect="1"/>
          </p:cNvPicPr>
          <p:nvPr/>
        </p:nvPicPr>
        <p:blipFill>
          <a:blip r:embed="rId3"/>
          <a:stretch>
            <a:fillRect/>
          </a:stretch>
        </p:blipFill>
        <p:spPr>
          <a:xfrm>
            <a:off x="511005" y="1481328"/>
            <a:ext cx="5561573" cy="4502226"/>
          </a:xfrm>
          <a:prstGeom prst="rect">
            <a:avLst/>
          </a:prstGeom>
        </p:spPr>
      </p:pic>
    </p:spTree>
    <p:extLst>
      <p:ext uri="{BB962C8B-B14F-4D97-AF65-F5344CB8AC3E}">
        <p14:creationId xmlns:p14="http://schemas.microsoft.com/office/powerpoint/2010/main" val="568989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HybridComm: Largest End-to-End Gains</a:t>
            </a:r>
          </a:p>
        </p:txBody>
      </p:sp>
      <p:sp>
        <p:nvSpPr>
          <p:cNvPr id="9" name="Rounded Rectangle 8"/>
          <p:cNvSpPr/>
          <p:nvPr/>
        </p:nvSpPr>
        <p:spPr>
          <a:xfrm>
            <a:off x="685800" y="1555158"/>
            <a:ext cx="5672330" cy="3522398"/>
          </a:xfrm>
          <a:prstGeom prst="roundRect">
            <a:avLst>
              <a:gd name="adj" fmla="val 5993"/>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01600" y="1719750"/>
            <a:ext cx="4896000"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Hybrid vs Single</a:t>
            </a:r>
            <a:r>
              <a:rPr lang="en-US" b="1" dirty="0">
                <a:solidFill>
                  <a:srgbClr val="000000"/>
                </a:solidFill>
                <a:latin typeface="Times New Roman"/>
              </a:rPr>
              <a:t> communication architecture</a:t>
            </a:r>
            <a:endParaRPr sz="1800" b="1" i="0" dirty="0">
              <a:solidFill>
                <a:srgbClr val="000000"/>
              </a:solidFill>
              <a:latin typeface="Times New Roman"/>
            </a:endParaRPr>
          </a:p>
        </p:txBody>
      </p:sp>
      <p:sp>
        <p:nvSpPr>
          <p:cNvPr id="12" name="Rounded Rectangle 11"/>
          <p:cNvSpPr/>
          <p:nvPr/>
        </p:nvSpPr>
        <p:spPr>
          <a:xfrm>
            <a:off x="6797042" y="1555158"/>
            <a:ext cx="2148840" cy="713232"/>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3000" b="1" i="0" dirty="0">
                <a:solidFill>
                  <a:srgbClr val="000000"/>
                </a:solidFill>
                <a:latin typeface="Times New Roman"/>
              </a:rPr>
              <a:t>35.4%</a:t>
            </a:r>
          </a:p>
        </p:txBody>
      </p:sp>
      <p:sp>
        <p:nvSpPr>
          <p:cNvPr id="13" name="TextBox 12"/>
          <p:cNvSpPr txBox="1"/>
          <p:nvPr/>
        </p:nvSpPr>
        <p:spPr>
          <a:xfrm>
            <a:off x="6797042" y="2323254"/>
            <a:ext cx="2318158" cy="590931"/>
          </a:xfrm>
          <a:prstGeom prst="rect">
            <a:avLst/>
          </a:prstGeom>
          <a:noFill/>
        </p:spPr>
        <p:txBody>
          <a:bodyPr wrap="square" lIns="18288" tIns="18288" rIns="18288" bIns="18288">
            <a:spAutoFit/>
          </a:bodyPr>
          <a:lstStyle/>
          <a:p>
            <a:pPr algn="l">
              <a:spcAft>
                <a:spcPts val="0"/>
              </a:spcAft>
            </a:pPr>
            <a:r>
              <a:rPr lang="en-US" altLang="zh-CN" dirty="0">
                <a:solidFill>
                  <a:srgbClr val="000000"/>
                </a:solidFill>
                <a:latin typeface="Times New Roman"/>
              </a:rPr>
              <a:t>A</a:t>
            </a:r>
            <a:r>
              <a:rPr sz="1800" b="0" i="0" dirty="0">
                <a:solidFill>
                  <a:srgbClr val="000000"/>
                </a:solidFill>
                <a:latin typeface="Times New Roman"/>
              </a:rPr>
              <a:t>verage communication</a:t>
            </a:r>
          </a:p>
          <a:p>
            <a:pPr algn="l">
              <a:spcAft>
                <a:spcPts val="0"/>
              </a:spcAft>
            </a:pPr>
            <a:r>
              <a:rPr sz="1800" b="0" i="0" dirty="0">
                <a:solidFill>
                  <a:srgbClr val="000000"/>
                </a:solidFill>
                <a:latin typeface="Times New Roman"/>
              </a:rPr>
              <a:t>reduction</a:t>
            </a:r>
          </a:p>
        </p:txBody>
      </p:sp>
      <p:sp>
        <p:nvSpPr>
          <p:cNvPr id="14" name="Rounded Rectangle 13"/>
          <p:cNvSpPr/>
          <p:nvPr/>
        </p:nvSpPr>
        <p:spPr>
          <a:xfrm>
            <a:off x="9384794" y="1555158"/>
            <a:ext cx="2148840" cy="71323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3000" b="1" i="0">
                <a:solidFill>
                  <a:srgbClr val="004990"/>
                </a:solidFill>
                <a:latin typeface="Times New Roman"/>
              </a:rPr>
              <a:t>38.4%</a:t>
            </a:r>
          </a:p>
        </p:txBody>
      </p:sp>
      <p:sp>
        <p:nvSpPr>
          <p:cNvPr id="15" name="TextBox 14"/>
          <p:cNvSpPr txBox="1"/>
          <p:nvPr/>
        </p:nvSpPr>
        <p:spPr>
          <a:xfrm>
            <a:off x="9384794" y="2323254"/>
            <a:ext cx="2221606" cy="590931"/>
          </a:xfrm>
          <a:prstGeom prst="rect">
            <a:avLst/>
          </a:prstGeom>
          <a:noFill/>
        </p:spPr>
        <p:txBody>
          <a:bodyPr wrap="square" lIns="18288" tIns="18288" rIns="18288" bIns="18288">
            <a:spAutoFit/>
          </a:bodyPr>
          <a:lstStyle/>
          <a:p>
            <a:pPr algn="l">
              <a:spcAft>
                <a:spcPts val="0"/>
              </a:spcAft>
            </a:pPr>
            <a:r>
              <a:rPr lang="en-US" dirty="0">
                <a:solidFill>
                  <a:srgbClr val="000000"/>
                </a:solidFill>
                <a:latin typeface="Times New Roman"/>
              </a:rPr>
              <a:t>A</a:t>
            </a:r>
            <a:r>
              <a:rPr sz="1800" b="0" i="0" dirty="0">
                <a:solidFill>
                  <a:srgbClr val="000000"/>
                </a:solidFill>
                <a:latin typeface="Times New Roman"/>
              </a:rPr>
              <a:t>verage latency</a:t>
            </a:r>
          </a:p>
          <a:p>
            <a:pPr algn="l">
              <a:spcAft>
                <a:spcPts val="0"/>
              </a:spcAft>
            </a:pPr>
            <a:r>
              <a:rPr sz="1800" b="0" i="0" dirty="0">
                <a:solidFill>
                  <a:srgbClr val="000000"/>
                </a:solidFill>
                <a:latin typeface="Times New Roman"/>
              </a:rPr>
              <a:t>reduction</a:t>
            </a:r>
          </a:p>
        </p:txBody>
      </p:sp>
      <p:sp>
        <p:nvSpPr>
          <p:cNvPr id="16" name="Rounded Rectangle 15"/>
          <p:cNvSpPr/>
          <p:nvPr/>
        </p:nvSpPr>
        <p:spPr>
          <a:xfrm>
            <a:off x="6797042" y="3238332"/>
            <a:ext cx="4736592" cy="1839224"/>
          </a:xfrm>
          <a:prstGeom prst="roundRect">
            <a:avLst>
              <a:gd name="adj" fmla="val 9273"/>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906770" y="3344743"/>
            <a:ext cx="4517136" cy="468540"/>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Why it works</a:t>
            </a:r>
          </a:p>
        </p:txBody>
      </p:sp>
      <p:sp>
        <p:nvSpPr>
          <p:cNvPr id="18" name="TextBox 17"/>
          <p:cNvSpPr txBox="1"/>
          <p:nvPr/>
        </p:nvSpPr>
        <p:spPr>
          <a:xfrm>
            <a:off x="6809052" y="4080026"/>
            <a:ext cx="4612295" cy="867930"/>
          </a:xfrm>
          <a:prstGeom prst="rect">
            <a:avLst/>
          </a:prstGeom>
          <a:noFill/>
        </p:spPr>
        <p:txBody>
          <a:bodyPr wrap="square" lIns="18288" tIns="18288" rIns="18288" bIns="18288">
            <a:spAutoFit/>
          </a:bodyPr>
          <a:lstStyle/>
          <a:p>
            <a:pPr algn="ctr"/>
            <a:r>
              <a:rPr b="1" i="0" dirty="0" err="1">
                <a:solidFill>
                  <a:srgbClr val="000000"/>
                </a:solidFill>
                <a:latin typeface="Times New Roman"/>
              </a:rPr>
              <a:t>HybridComm</a:t>
            </a:r>
            <a:r>
              <a:rPr b="1" i="0" dirty="0">
                <a:solidFill>
                  <a:srgbClr val="000000"/>
                </a:solidFill>
                <a:latin typeface="Times New Roman"/>
              </a:rPr>
              <a:t> </a:t>
            </a:r>
            <a:r>
              <a:rPr lang="en-US" b="1" i="0" dirty="0">
                <a:solidFill>
                  <a:srgbClr val="000000"/>
                </a:solidFill>
                <a:latin typeface="Times New Roman"/>
              </a:rPr>
              <a:t>provides much more design space, </a:t>
            </a:r>
            <a:r>
              <a:rPr lang="en-US" b="1" dirty="0">
                <a:solidFill>
                  <a:srgbClr val="000000"/>
                </a:solidFill>
                <a:latin typeface="Times New Roman"/>
              </a:rPr>
              <a:t>compared with single communication architecture.</a:t>
            </a:r>
            <a:endParaRPr lang="en-US" b="1" i="0" dirty="0">
              <a:solidFill>
                <a:srgbClr val="000000"/>
              </a:solidFill>
              <a:latin typeface="Times New Roman"/>
            </a:endParaRPr>
          </a:p>
        </p:txBody>
      </p:sp>
      <p:pic>
        <p:nvPicPr>
          <p:cNvPr id="22" name="图片 21">
            <a:extLst>
              <a:ext uri="{FF2B5EF4-FFF2-40B4-BE49-F238E27FC236}">
                <a16:creationId xmlns:a16="http://schemas.microsoft.com/office/drawing/2014/main" id="{639A0E77-EE70-1A3A-B5A7-EF03AB529FFD}"/>
              </a:ext>
            </a:extLst>
          </p:cNvPr>
          <p:cNvPicPr>
            <a:picLocks noChangeAspect="1"/>
          </p:cNvPicPr>
          <p:nvPr/>
        </p:nvPicPr>
        <p:blipFill>
          <a:blip r:embed="rId3"/>
          <a:stretch>
            <a:fillRect/>
          </a:stretch>
        </p:blipFill>
        <p:spPr>
          <a:xfrm>
            <a:off x="713232" y="2697951"/>
            <a:ext cx="5520702" cy="1911096"/>
          </a:xfrm>
          <a:prstGeom prst="rect">
            <a:avLst/>
          </a:prstGeom>
        </p:spPr>
      </p:pic>
    </p:spTree>
    <p:extLst>
      <p:ext uri="{BB962C8B-B14F-4D97-AF65-F5344CB8AC3E}">
        <p14:creationId xmlns:p14="http://schemas.microsoft.com/office/powerpoint/2010/main" val="3420064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Real-World Runs Validate the Reconstruction Path</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74253" y="932687"/>
            <a:ext cx="5310835" cy="5427771"/>
          </a:xfrm>
          <a:prstGeom prst="roundRect">
            <a:avLst>
              <a:gd name="adj" fmla="val 1961"/>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07023" y="1052367"/>
            <a:ext cx="5045292"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IBM Cloud Emulation</a:t>
            </a:r>
          </a:p>
        </p:txBody>
      </p:sp>
      <p:sp>
        <p:nvSpPr>
          <p:cNvPr id="12" name="Rounded Rectangle 11"/>
          <p:cNvSpPr/>
          <p:nvPr/>
        </p:nvSpPr>
        <p:spPr>
          <a:xfrm>
            <a:off x="6213805" y="1822076"/>
            <a:ext cx="5421478" cy="4108077"/>
          </a:xfrm>
          <a:prstGeom prst="roundRect">
            <a:avLst>
              <a:gd name="adj" fmla="val 4559"/>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573392" y="2219867"/>
            <a:ext cx="4702302" cy="77755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dirty="0">
                <a:solidFill>
                  <a:srgbClr val="000000"/>
                </a:solidFill>
                <a:latin typeface="Times New Roman"/>
              </a:rPr>
              <a:t>S</a:t>
            </a:r>
            <a:r>
              <a:rPr b="1" i="0" dirty="0">
                <a:solidFill>
                  <a:srgbClr val="000000"/>
                </a:solidFill>
                <a:latin typeface="Times New Roman"/>
              </a:rPr>
              <a:t>ubcircuits run on a 5-qubit Falcon r4T device</a:t>
            </a:r>
          </a:p>
        </p:txBody>
      </p:sp>
      <p:sp>
        <p:nvSpPr>
          <p:cNvPr id="15" name="Rounded Rectangle 14"/>
          <p:cNvSpPr/>
          <p:nvPr/>
        </p:nvSpPr>
        <p:spPr>
          <a:xfrm>
            <a:off x="6573392" y="3481022"/>
            <a:ext cx="4702302" cy="77755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dirty="0">
                <a:solidFill>
                  <a:srgbClr val="000000"/>
                </a:solidFill>
                <a:latin typeface="Times New Roman"/>
              </a:rPr>
              <a:t>C</a:t>
            </a:r>
            <a:r>
              <a:rPr b="1" i="0" dirty="0">
                <a:solidFill>
                  <a:srgbClr val="000000"/>
                </a:solidFill>
                <a:latin typeface="Times New Roman"/>
              </a:rPr>
              <a:t>hi-square tracks distance from noiseless ground truth</a:t>
            </a:r>
          </a:p>
        </p:txBody>
      </p:sp>
      <p:sp>
        <p:nvSpPr>
          <p:cNvPr id="16" name="Rounded Rectangle 15"/>
          <p:cNvSpPr/>
          <p:nvPr/>
        </p:nvSpPr>
        <p:spPr>
          <a:xfrm>
            <a:off x="6573392" y="4718113"/>
            <a:ext cx="4702302" cy="77755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dirty="0">
                <a:solidFill>
                  <a:srgbClr val="000000"/>
                </a:solidFill>
                <a:latin typeface="Times New Roman"/>
              </a:rPr>
              <a:t>D</a:t>
            </a:r>
            <a:r>
              <a:rPr b="1" i="0" dirty="0">
                <a:solidFill>
                  <a:srgbClr val="000000"/>
                </a:solidFill>
                <a:latin typeface="Times New Roman"/>
              </a:rPr>
              <a:t>ominant error comes from hardware execution noise</a:t>
            </a:r>
          </a:p>
        </p:txBody>
      </p:sp>
      <p:pic>
        <p:nvPicPr>
          <p:cNvPr id="20" name="图片 19">
            <a:extLst>
              <a:ext uri="{FF2B5EF4-FFF2-40B4-BE49-F238E27FC236}">
                <a16:creationId xmlns:a16="http://schemas.microsoft.com/office/drawing/2014/main" id="{418B9071-FBE7-3431-FE8E-DEB539684958}"/>
              </a:ext>
            </a:extLst>
          </p:cNvPr>
          <p:cNvPicPr>
            <a:picLocks noChangeAspect="1"/>
          </p:cNvPicPr>
          <p:nvPr/>
        </p:nvPicPr>
        <p:blipFill>
          <a:blip r:embed="rId3"/>
          <a:stretch>
            <a:fillRect/>
          </a:stretch>
        </p:blipFill>
        <p:spPr>
          <a:xfrm>
            <a:off x="830580" y="1550714"/>
            <a:ext cx="4683252" cy="4764700"/>
          </a:xfrm>
          <a:prstGeom prst="rect">
            <a:avLst/>
          </a:prstGeom>
        </p:spPr>
      </p:pic>
    </p:spTree>
    <p:extLst>
      <p:ext uri="{BB962C8B-B14F-4D97-AF65-F5344CB8AC3E}">
        <p14:creationId xmlns:p14="http://schemas.microsoft.com/office/powerpoint/2010/main" val="2021433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3909532" cy="390876"/>
          </a:xfrm>
          <a:prstGeom prst="rect">
            <a:avLst/>
          </a:prstGeom>
          <a:noFill/>
        </p:spPr>
        <p:txBody>
          <a:bodyPr wrap="none" lIns="18288" tIns="18288" rIns="18288" bIns="18288">
            <a:spAutoFit/>
          </a:bodyPr>
          <a:lstStyle/>
          <a:p>
            <a:pPr algn="l"/>
            <a:r>
              <a:rPr sz="2300" b="1" i="0" dirty="0">
                <a:solidFill>
                  <a:srgbClr val="000000"/>
                </a:solidFill>
                <a:latin typeface="Times New Roman"/>
              </a:rPr>
              <a:t>Overheads and Ablation </a:t>
            </a:r>
            <a:r>
              <a:rPr lang="en-US" altLang="zh-CN" sz="2300" b="1" i="0" dirty="0">
                <a:solidFill>
                  <a:srgbClr val="000000"/>
                </a:solidFill>
                <a:latin typeface="Times New Roman"/>
              </a:rPr>
              <a:t>Study</a:t>
            </a:r>
            <a:endParaRPr sz="2300" b="1" i="0" dirty="0">
              <a:solidFill>
                <a:srgbClr val="000000"/>
              </a:solidFill>
              <a:latin typeface="Times New Roman"/>
            </a:endParaRPr>
          </a:p>
        </p:txBody>
      </p:sp>
      <p:sp>
        <p:nvSpPr>
          <p:cNvPr id="9" name="Rounded Rectangle 8"/>
          <p:cNvSpPr/>
          <p:nvPr/>
        </p:nvSpPr>
        <p:spPr>
          <a:xfrm>
            <a:off x="489193" y="1381674"/>
            <a:ext cx="3704830" cy="3651199"/>
          </a:xfrm>
          <a:prstGeom prst="roundRect">
            <a:avLst>
              <a:gd name="adj" fmla="val 4680"/>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22751" y="1177478"/>
            <a:ext cx="3163824" cy="422453"/>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Compilation Time</a:t>
            </a:r>
          </a:p>
        </p:txBody>
      </p:sp>
      <p:sp>
        <p:nvSpPr>
          <p:cNvPr id="12" name="Rounded Rectangle 11"/>
          <p:cNvSpPr/>
          <p:nvPr/>
        </p:nvSpPr>
        <p:spPr>
          <a:xfrm>
            <a:off x="4392145" y="1381674"/>
            <a:ext cx="3704830" cy="3651199"/>
          </a:xfrm>
          <a:prstGeom prst="roundRect">
            <a:avLst>
              <a:gd name="adj" fmla="val 4050"/>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71791" y="1177478"/>
            <a:ext cx="3163824" cy="422453"/>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Post-Processing</a:t>
            </a:r>
          </a:p>
        </p:txBody>
      </p:sp>
      <p:sp>
        <p:nvSpPr>
          <p:cNvPr id="15" name="Rounded Rectangle 14"/>
          <p:cNvSpPr/>
          <p:nvPr/>
        </p:nvSpPr>
        <p:spPr>
          <a:xfrm>
            <a:off x="8308822" y="1381674"/>
            <a:ext cx="3505199" cy="3651199"/>
          </a:xfrm>
          <a:prstGeom prst="roundRect">
            <a:avLst>
              <a:gd name="adj" fmla="val 3208"/>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418548" y="1177478"/>
            <a:ext cx="3285745" cy="422453"/>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Reverse Tuning Ablation</a:t>
            </a:r>
          </a:p>
        </p:txBody>
      </p:sp>
      <p:sp>
        <p:nvSpPr>
          <p:cNvPr id="18" name="Rounded Rectangle 17"/>
          <p:cNvSpPr/>
          <p:nvPr/>
        </p:nvSpPr>
        <p:spPr>
          <a:xfrm>
            <a:off x="489193" y="5200063"/>
            <a:ext cx="3704830" cy="55321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dirty="0">
                <a:solidFill>
                  <a:srgbClr val="000000"/>
                </a:solidFill>
                <a:latin typeface="Times New Roman"/>
              </a:rPr>
              <a:t>S</a:t>
            </a:r>
            <a:r>
              <a:rPr sz="1800" b="1" i="0" dirty="0">
                <a:solidFill>
                  <a:srgbClr val="000000"/>
                </a:solidFill>
                <a:latin typeface="Times New Roman"/>
              </a:rPr>
              <a:t>moother scaling than </a:t>
            </a:r>
            <a:r>
              <a:rPr sz="1800" b="1" i="0" dirty="0" err="1">
                <a:solidFill>
                  <a:srgbClr val="000000"/>
                </a:solidFill>
                <a:latin typeface="Times New Roman"/>
              </a:rPr>
              <a:t>CutQC</a:t>
            </a:r>
            <a:endParaRPr sz="1800" b="1" i="0" dirty="0">
              <a:solidFill>
                <a:srgbClr val="000000"/>
              </a:solidFill>
              <a:latin typeface="Times New Roman"/>
            </a:endParaRPr>
          </a:p>
        </p:txBody>
      </p:sp>
      <p:sp>
        <p:nvSpPr>
          <p:cNvPr id="19" name="Rounded Rectangle 18"/>
          <p:cNvSpPr/>
          <p:nvPr/>
        </p:nvSpPr>
        <p:spPr>
          <a:xfrm>
            <a:off x="4392145" y="5200063"/>
            <a:ext cx="3704830" cy="55321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dirty="0">
                <a:solidFill>
                  <a:srgbClr val="000000"/>
                </a:solidFill>
                <a:latin typeface="Times New Roman"/>
              </a:rPr>
              <a:t>C</a:t>
            </a:r>
            <a:r>
              <a:rPr sz="1800" b="1" i="0" dirty="0">
                <a:solidFill>
                  <a:srgbClr val="000000"/>
                </a:solidFill>
                <a:latin typeface="Times New Roman"/>
              </a:rPr>
              <a:t>omparable tensor cost</a:t>
            </a:r>
          </a:p>
        </p:txBody>
      </p:sp>
      <p:sp>
        <p:nvSpPr>
          <p:cNvPr id="20" name="Rounded Rectangle 19"/>
          <p:cNvSpPr/>
          <p:nvPr/>
        </p:nvSpPr>
        <p:spPr>
          <a:xfrm>
            <a:off x="8308823" y="5200063"/>
            <a:ext cx="3505200" cy="553212"/>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98.5% comm. / 56.4% latency gain</a:t>
            </a:r>
          </a:p>
        </p:txBody>
      </p:sp>
      <p:pic>
        <p:nvPicPr>
          <p:cNvPr id="23" name="图片 22">
            <a:extLst>
              <a:ext uri="{FF2B5EF4-FFF2-40B4-BE49-F238E27FC236}">
                <a16:creationId xmlns:a16="http://schemas.microsoft.com/office/drawing/2014/main" id="{50E123DA-18E5-263A-F4F0-46DFDF233767}"/>
              </a:ext>
            </a:extLst>
          </p:cNvPr>
          <p:cNvPicPr>
            <a:picLocks noChangeAspect="1"/>
          </p:cNvPicPr>
          <p:nvPr/>
        </p:nvPicPr>
        <p:blipFill>
          <a:blip r:embed="rId3"/>
          <a:srcRect t="12307" r="48684"/>
          <a:stretch>
            <a:fillRect/>
          </a:stretch>
        </p:blipFill>
        <p:spPr>
          <a:xfrm>
            <a:off x="8967834" y="2012582"/>
            <a:ext cx="2449482" cy="1395299"/>
          </a:xfrm>
          <a:prstGeom prst="rect">
            <a:avLst/>
          </a:prstGeom>
        </p:spPr>
      </p:pic>
      <p:pic>
        <p:nvPicPr>
          <p:cNvPr id="25" name="图片 24">
            <a:extLst>
              <a:ext uri="{FF2B5EF4-FFF2-40B4-BE49-F238E27FC236}">
                <a16:creationId xmlns:a16="http://schemas.microsoft.com/office/drawing/2014/main" id="{5685DDA3-B504-89D0-E18D-24097D997A19}"/>
              </a:ext>
            </a:extLst>
          </p:cNvPr>
          <p:cNvPicPr>
            <a:picLocks noChangeAspect="1"/>
          </p:cNvPicPr>
          <p:nvPr/>
        </p:nvPicPr>
        <p:blipFill>
          <a:blip r:embed="rId4"/>
          <a:stretch>
            <a:fillRect/>
          </a:stretch>
        </p:blipFill>
        <p:spPr>
          <a:xfrm>
            <a:off x="4519689" y="2474453"/>
            <a:ext cx="3449741" cy="2177296"/>
          </a:xfrm>
          <a:prstGeom prst="rect">
            <a:avLst/>
          </a:prstGeom>
        </p:spPr>
      </p:pic>
      <p:pic>
        <p:nvPicPr>
          <p:cNvPr id="27" name="图片 26">
            <a:extLst>
              <a:ext uri="{FF2B5EF4-FFF2-40B4-BE49-F238E27FC236}">
                <a16:creationId xmlns:a16="http://schemas.microsoft.com/office/drawing/2014/main" id="{BECAF53D-365B-8CDA-3F1A-429EC15DC2C0}"/>
              </a:ext>
            </a:extLst>
          </p:cNvPr>
          <p:cNvPicPr>
            <a:picLocks noChangeAspect="1"/>
          </p:cNvPicPr>
          <p:nvPr/>
        </p:nvPicPr>
        <p:blipFill>
          <a:blip r:embed="rId5"/>
          <a:stretch>
            <a:fillRect/>
          </a:stretch>
        </p:blipFill>
        <p:spPr>
          <a:xfrm>
            <a:off x="579339" y="2474453"/>
            <a:ext cx="3524538" cy="2126268"/>
          </a:xfrm>
          <a:prstGeom prst="rect">
            <a:avLst/>
          </a:prstGeom>
        </p:spPr>
      </p:pic>
      <p:pic>
        <p:nvPicPr>
          <p:cNvPr id="28" name="图片 27">
            <a:extLst>
              <a:ext uri="{FF2B5EF4-FFF2-40B4-BE49-F238E27FC236}">
                <a16:creationId xmlns:a16="http://schemas.microsoft.com/office/drawing/2014/main" id="{B332B7F6-17E5-80E0-AB32-F3701754FFC7}"/>
              </a:ext>
            </a:extLst>
          </p:cNvPr>
          <p:cNvPicPr>
            <a:picLocks noChangeAspect="1"/>
          </p:cNvPicPr>
          <p:nvPr/>
        </p:nvPicPr>
        <p:blipFill>
          <a:blip r:embed="rId3"/>
          <a:srcRect l="51316" t="12307" r="-757"/>
          <a:stretch>
            <a:fillRect/>
          </a:stretch>
        </p:blipFill>
        <p:spPr>
          <a:xfrm>
            <a:off x="8967834" y="3448618"/>
            <a:ext cx="2360034" cy="1395299"/>
          </a:xfrm>
          <a:prstGeom prst="rect">
            <a:avLst/>
          </a:prstGeom>
        </p:spPr>
      </p:pic>
      <p:pic>
        <p:nvPicPr>
          <p:cNvPr id="30" name="图片 29">
            <a:extLst>
              <a:ext uri="{FF2B5EF4-FFF2-40B4-BE49-F238E27FC236}">
                <a16:creationId xmlns:a16="http://schemas.microsoft.com/office/drawing/2014/main" id="{7667FF30-558D-007F-D572-D504ACA80C70}"/>
              </a:ext>
            </a:extLst>
          </p:cNvPr>
          <p:cNvPicPr>
            <a:picLocks noChangeAspect="1"/>
          </p:cNvPicPr>
          <p:nvPr/>
        </p:nvPicPr>
        <p:blipFill>
          <a:blip r:embed="rId3"/>
          <a:srcRect l="298" t="-2460" r="30868" b="89798"/>
          <a:stretch>
            <a:fillRect/>
          </a:stretch>
        </p:blipFill>
        <p:spPr>
          <a:xfrm>
            <a:off x="8417062" y="1804127"/>
            <a:ext cx="3285745" cy="201469"/>
          </a:xfrm>
          <a:prstGeom prst="rect">
            <a:avLst/>
          </a:prstGeom>
        </p:spPr>
      </p:pic>
    </p:spTree>
    <p:extLst>
      <p:ext uri="{BB962C8B-B14F-4D97-AF65-F5344CB8AC3E}">
        <p14:creationId xmlns:p14="http://schemas.microsoft.com/office/powerpoint/2010/main" val="2673782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F1328-FCA6-265F-E4FE-DB98F505A89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18EB587-FC64-C6B3-F694-236DC4F86906}"/>
              </a:ext>
            </a:extLst>
          </p:cNvPr>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a:extLst>
              <a:ext uri="{FF2B5EF4-FFF2-40B4-BE49-F238E27FC236}">
                <a16:creationId xmlns:a16="http://schemas.microsoft.com/office/drawing/2014/main" id="{07E24C2B-4771-50B1-FF69-1ECF9C25DC78}"/>
              </a:ext>
            </a:extLst>
          </p:cNvPr>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FBE59A9C-FD69-9BC9-DED8-1BA4036FD82D}"/>
              </a:ext>
            </a:extLst>
          </p:cNvPr>
          <p:cNvSpPr txBox="1"/>
          <p:nvPr/>
        </p:nvSpPr>
        <p:spPr>
          <a:xfrm>
            <a:off x="777240" y="1234440"/>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Background and challenges</a:t>
            </a:r>
          </a:p>
        </p:txBody>
      </p:sp>
      <p:sp>
        <p:nvSpPr>
          <p:cNvPr id="9" name="TextBox 8">
            <a:extLst>
              <a:ext uri="{FF2B5EF4-FFF2-40B4-BE49-F238E27FC236}">
                <a16:creationId xmlns:a16="http://schemas.microsoft.com/office/drawing/2014/main" id="{C2FD897F-5343-3908-5D98-AAEE442CC46B}"/>
              </a:ext>
            </a:extLst>
          </p:cNvPr>
          <p:cNvSpPr txBox="1"/>
          <p:nvPr/>
        </p:nvSpPr>
        <p:spPr>
          <a:xfrm>
            <a:off x="777240" y="1728216"/>
            <a:ext cx="7863840" cy="310896"/>
          </a:xfrm>
          <a:prstGeom prst="rect">
            <a:avLst/>
          </a:prstGeom>
          <a:noFill/>
        </p:spPr>
        <p:txBody>
          <a:bodyPr wrap="none" lIns="18288" tIns="18288" rIns="18288" bIns="18288">
            <a:spAutoFit/>
          </a:bodyPr>
          <a:lstStyle>
            <a:defPPr>
              <a:defRPr lang="zh-CN"/>
            </a:defPPr>
            <a:lvl1pPr>
              <a:defRPr sz="2400" b="0" i="0">
                <a:solidFill>
                  <a:srgbClr val="AAAAAA"/>
                </a:solidFill>
                <a:latin typeface="Times New Roman"/>
              </a:defRPr>
            </a:lvl1pPr>
          </a:lstStyle>
          <a:p>
            <a:r>
              <a:rPr dirty="0"/>
              <a:t>-  Overview of </a:t>
            </a:r>
            <a:r>
              <a:rPr dirty="0" err="1"/>
              <a:t>AdaptDQC</a:t>
            </a:r>
            <a:endParaRPr dirty="0"/>
          </a:p>
        </p:txBody>
      </p:sp>
      <p:sp>
        <p:nvSpPr>
          <p:cNvPr id="10" name="TextBox 9">
            <a:extLst>
              <a:ext uri="{FF2B5EF4-FFF2-40B4-BE49-F238E27FC236}">
                <a16:creationId xmlns:a16="http://schemas.microsoft.com/office/drawing/2014/main" id="{8429932C-4D74-018A-0660-3402E01A733C}"/>
              </a:ext>
            </a:extLst>
          </p:cNvPr>
          <p:cNvSpPr txBox="1"/>
          <p:nvPr/>
        </p:nvSpPr>
        <p:spPr>
          <a:xfrm>
            <a:off x="777240" y="2221992"/>
            <a:ext cx="2711383" cy="406265"/>
          </a:xfrm>
          <a:prstGeom prst="rect">
            <a:avLst/>
          </a:prstGeom>
          <a:noFill/>
        </p:spPr>
        <p:txBody>
          <a:bodyPr wrap="none" lIns="18288" tIns="18288" rIns="18288" bIns="18288">
            <a:spAutoFit/>
          </a:bodyPr>
          <a:lstStyle>
            <a:defPPr>
              <a:defRPr lang="zh-CN"/>
            </a:defPPr>
            <a:lvl1pPr>
              <a:defRPr sz="2400" b="0" i="0">
                <a:solidFill>
                  <a:srgbClr val="AAAAAA"/>
                </a:solidFill>
                <a:latin typeface="Times New Roman"/>
              </a:defRPr>
            </a:lvl1pPr>
          </a:lstStyle>
          <a:p>
            <a:r>
              <a:rPr lang="en-US" altLang="zh-CN" dirty="0"/>
              <a:t>-  Adaptive compiler</a:t>
            </a:r>
          </a:p>
        </p:txBody>
      </p:sp>
      <p:sp>
        <p:nvSpPr>
          <p:cNvPr id="11" name="TextBox 10">
            <a:extLst>
              <a:ext uri="{FF2B5EF4-FFF2-40B4-BE49-F238E27FC236}">
                <a16:creationId xmlns:a16="http://schemas.microsoft.com/office/drawing/2014/main" id="{A0275A44-C2A5-FA78-4D19-A1B71C52F78D}"/>
              </a:ext>
            </a:extLst>
          </p:cNvPr>
          <p:cNvSpPr txBox="1"/>
          <p:nvPr/>
        </p:nvSpPr>
        <p:spPr>
          <a:xfrm>
            <a:off x="777240" y="2715768"/>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Experimental evaluation</a:t>
            </a:r>
          </a:p>
        </p:txBody>
      </p:sp>
      <p:sp>
        <p:nvSpPr>
          <p:cNvPr id="12" name="TextBox 11">
            <a:extLst>
              <a:ext uri="{FF2B5EF4-FFF2-40B4-BE49-F238E27FC236}">
                <a16:creationId xmlns:a16="http://schemas.microsoft.com/office/drawing/2014/main" id="{F9013C2D-B707-5FE8-27A8-FBF5951AA135}"/>
              </a:ext>
            </a:extLst>
          </p:cNvPr>
          <p:cNvSpPr txBox="1"/>
          <p:nvPr/>
        </p:nvSpPr>
        <p:spPr>
          <a:xfrm>
            <a:off x="777240" y="3209544"/>
            <a:ext cx="2373791" cy="406265"/>
          </a:xfrm>
          <a:prstGeom prst="rect">
            <a:avLst/>
          </a:prstGeom>
          <a:noFill/>
        </p:spPr>
        <p:txBody>
          <a:bodyPr wrap="none" lIns="18288" tIns="18288" rIns="18288" bIns="18288">
            <a:spAutoFit/>
          </a:bodyPr>
          <a:lstStyle/>
          <a:p>
            <a:r>
              <a:rPr sz="2400" b="1" i="0" dirty="0">
                <a:latin typeface="Times New Roman"/>
              </a:rPr>
              <a:t>- </a:t>
            </a:r>
            <a:r>
              <a:rPr lang="en-US" sz="2400" b="1" i="0" dirty="0">
                <a:latin typeface="Times New Roman"/>
              </a:rPr>
              <a:t> </a:t>
            </a:r>
            <a:r>
              <a:rPr lang="en-US" altLang="zh-CN" sz="2400" b="1" dirty="0" err="1"/>
              <a:t>AdaptDQC</a:t>
            </a:r>
            <a:r>
              <a:rPr lang="en-US" altLang="zh-CN" sz="2400" b="1" dirty="0"/>
              <a:t> API</a:t>
            </a:r>
          </a:p>
        </p:txBody>
      </p:sp>
    </p:spTree>
    <p:extLst>
      <p:ext uri="{BB962C8B-B14F-4D97-AF65-F5344CB8AC3E}">
        <p14:creationId xmlns:p14="http://schemas.microsoft.com/office/powerpoint/2010/main" val="15308415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p:cNvSpPr txBox="1"/>
          <p:nvPr/>
        </p:nvSpPr>
        <p:spPr>
          <a:xfrm>
            <a:off x="758952" y="237744"/>
            <a:ext cx="10881360" cy="420624"/>
          </a:xfrm>
          <a:prstGeom prst="rect">
            <a:avLst/>
          </a:prstGeom>
          <a:noFill/>
        </p:spPr>
        <p:txBody>
          <a:bodyPr wrap="square" lIns="0" tIns="0" rIns="0" bIns="0">
            <a:normAutofit fontScale="92500" lnSpcReduction="10000"/>
          </a:bodyPr>
          <a:lstStyle/>
          <a:p>
            <a:pPr algn="l"/>
            <a:r>
              <a:rPr sz="3200" b="1" dirty="0" err="1">
                <a:solidFill>
                  <a:srgbClr val="141F2E"/>
                </a:solidFill>
              </a:rPr>
              <a:t>AdaptDQC</a:t>
            </a:r>
            <a:r>
              <a:rPr sz="3200" b="1" dirty="0">
                <a:solidFill>
                  <a:srgbClr val="141F2E"/>
                </a:solidFill>
              </a:rPr>
              <a:t> Repository Structure</a:t>
            </a:r>
          </a:p>
        </p:txBody>
      </p:sp>
      <p:sp>
        <p:nvSpPr>
          <p:cNvPr id="6" name="TextBox 5"/>
          <p:cNvSpPr txBox="1"/>
          <p:nvPr/>
        </p:nvSpPr>
        <p:spPr>
          <a:xfrm>
            <a:off x="1032325" y="886968"/>
            <a:ext cx="5581539" cy="5733288"/>
          </a:xfrm>
          <a:prstGeom prst="rect">
            <a:avLst/>
          </a:prstGeom>
          <a:noFill/>
        </p:spPr>
        <p:txBody>
          <a:bodyPr wrap="none" lIns="0" tIns="0" rIns="0" bIns="0">
            <a:normAutofit lnSpcReduction="10000"/>
          </a:bodyPr>
          <a:lstStyle/>
          <a:p>
            <a:pPr>
              <a:lnSpc>
                <a:spcPct val="120000"/>
              </a:lnSpc>
              <a:spcAft>
                <a:spcPts val="0"/>
              </a:spcAft>
            </a:pPr>
            <a:r>
              <a:rPr dirty="0">
                <a:solidFill>
                  <a:schemeClr val="tx2"/>
                </a:solidFill>
              </a:rPr>
              <a:t>|-- </a:t>
            </a:r>
            <a:r>
              <a:rPr dirty="0" err="1">
                <a:solidFill>
                  <a:schemeClr val="tx2"/>
                </a:solidFill>
              </a:rPr>
              <a:t>adaptivedqc</a:t>
            </a:r>
            <a:r>
              <a:rPr dirty="0">
                <a:solidFill>
                  <a:schemeClr val="tx2"/>
                </a:solidFill>
              </a:rPr>
              <a:t>/</a:t>
            </a:r>
          </a:p>
          <a:p>
            <a:pPr>
              <a:lnSpc>
                <a:spcPct val="120000"/>
              </a:lnSpc>
              <a:spcAft>
                <a:spcPts val="0"/>
              </a:spcAft>
            </a:pPr>
            <a:r>
              <a:rPr dirty="0">
                <a:solidFill>
                  <a:schemeClr val="tx2"/>
                </a:solidFill>
              </a:rPr>
              <a:t>|   |-- assessment/</a:t>
            </a:r>
          </a:p>
          <a:p>
            <a:pPr>
              <a:lnSpc>
                <a:spcPct val="120000"/>
              </a:lnSpc>
              <a:spcAft>
                <a:spcPts val="0"/>
              </a:spcAft>
            </a:pPr>
            <a:r>
              <a:rPr dirty="0">
                <a:solidFill>
                  <a:schemeClr val="tx2"/>
                </a:solidFill>
              </a:rPr>
              <a:t>|   |   |-- </a:t>
            </a:r>
            <a:r>
              <a:rPr dirty="0" err="1">
                <a:solidFill>
                  <a:schemeClr val="tx2"/>
                </a:solidFill>
              </a:rPr>
              <a:t>qpu.py</a:t>
            </a:r>
            <a:r>
              <a:rPr dirty="0">
                <a:solidFill>
                  <a:schemeClr val="tx2"/>
                </a:solidFill>
              </a:rPr>
              <a:t>                  QPU capacity, topology, latency</a:t>
            </a:r>
          </a:p>
          <a:p>
            <a:pPr>
              <a:lnSpc>
                <a:spcPct val="120000"/>
              </a:lnSpc>
              <a:spcAft>
                <a:spcPts val="0"/>
              </a:spcAft>
            </a:pPr>
            <a:r>
              <a:rPr dirty="0">
                <a:solidFill>
                  <a:schemeClr val="tx2"/>
                </a:solidFill>
              </a:rPr>
              <a:t>|   |   |-- </a:t>
            </a:r>
            <a:r>
              <a:rPr dirty="0" err="1">
                <a:solidFill>
                  <a:schemeClr val="tx2"/>
                </a:solidFill>
              </a:rPr>
              <a:t>Metrics.py</a:t>
            </a:r>
            <a:r>
              <a:rPr dirty="0">
                <a:solidFill>
                  <a:schemeClr val="tx2"/>
                </a:solidFill>
              </a:rPr>
              <a:t>              gate latency and error metrics</a:t>
            </a:r>
          </a:p>
          <a:p>
            <a:pPr>
              <a:lnSpc>
                <a:spcPct val="120000"/>
              </a:lnSpc>
              <a:spcAft>
                <a:spcPts val="0"/>
              </a:spcAft>
            </a:pPr>
            <a:r>
              <a:rPr dirty="0">
                <a:solidFill>
                  <a:schemeClr val="tx2"/>
                </a:solidFill>
              </a:rPr>
              <a:t>|   |   `-- </a:t>
            </a:r>
            <a:r>
              <a:rPr dirty="0" err="1">
                <a:solidFill>
                  <a:schemeClr val="tx2"/>
                </a:solidFill>
              </a:rPr>
              <a:t>feature.py</a:t>
            </a:r>
            <a:r>
              <a:rPr dirty="0">
                <a:solidFill>
                  <a:schemeClr val="tx2"/>
                </a:solidFill>
              </a:rPr>
              <a:t>              circuit feature extraction</a:t>
            </a:r>
          </a:p>
          <a:p>
            <a:pPr>
              <a:lnSpc>
                <a:spcPct val="120000"/>
              </a:lnSpc>
              <a:spcAft>
                <a:spcPts val="0"/>
              </a:spcAft>
            </a:pPr>
            <a:r>
              <a:rPr dirty="0">
                <a:solidFill>
                  <a:schemeClr val="tx2"/>
                </a:solidFill>
              </a:rPr>
              <a:t>|   |-- </a:t>
            </a:r>
            <a:r>
              <a:rPr dirty="0" err="1">
                <a:solidFill>
                  <a:schemeClr val="tx2"/>
                </a:solidFill>
              </a:rPr>
              <a:t>hypridDQC</a:t>
            </a:r>
            <a:r>
              <a:rPr dirty="0">
                <a:solidFill>
                  <a:schemeClr val="tx2"/>
                </a:solidFill>
              </a:rPr>
              <a:t>/</a:t>
            </a:r>
            <a:r>
              <a:rPr dirty="0" err="1">
                <a:solidFill>
                  <a:schemeClr val="tx2"/>
                </a:solidFill>
              </a:rPr>
              <a:t>wireCut</a:t>
            </a:r>
            <a:r>
              <a:rPr dirty="0">
                <a:solidFill>
                  <a:schemeClr val="tx2"/>
                </a:solidFill>
              </a:rPr>
              <a:t>/</a:t>
            </a:r>
          </a:p>
          <a:p>
            <a:pPr>
              <a:lnSpc>
                <a:spcPct val="120000"/>
              </a:lnSpc>
              <a:spcAft>
                <a:spcPts val="0"/>
              </a:spcAft>
            </a:pPr>
            <a:r>
              <a:rPr dirty="0">
                <a:solidFill>
                  <a:schemeClr val="tx2"/>
                </a:solidFill>
              </a:rPr>
              <a:t>|   |   |-- </a:t>
            </a:r>
            <a:r>
              <a:rPr dirty="0" err="1">
                <a:solidFill>
                  <a:schemeClr val="tx2"/>
                </a:solidFill>
              </a:rPr>
              <a:t>cutWire.py</a:t>
            </a:r>
            <a:r>
              <a:rPr dirty="0">
                <a:solidFill>
                  <a:schemeClr val="tx2"/>
                </a:solidFill>
              </a:rPr>
              <a:t>              </a:t>
            </a:r>
            <a:r>
              <a:rPr dirty="0" err="1">
                <a:solidFill>
                  <a:schemeClr val="tx2"/>
                </a:solidFill>
              </a:rPr>
              <a:t>QubitComm</a:t>
            </a:r>
            <a:r>
              <a:rPr dirty="0">
                <a:solidFill>
                  <a:schemeClr val="tx2"/>
                </a:solidFill>
              </a:rPr>
              <a:t> partition and execution</a:t>
            </a:r>
          </a:p>
          <a:p>
            <a:pPr>
              <a:lnSpc>
                <a:spcPct val="120000"/>
              </a:lnSpc>
              <a:spcAft>
                <a:spcPts val="0"/>
              </a:spcAft>
            </a:pPr>
            <a:r>
              <a:rPr dirty="0">
                <a:solidFill>
                  <a:schemeClr val="tx2"/>
                </a:solidFill>
              </a:rPr>
              <a:t>|   |   |-- </a:t>
            </a:r>
            <a:r>
              <a:rPr dirty="0" err="1">
                <a:solidFill>
                  <a:schemeClr val="tx2"/>
                </a:solidFill>
              </a:rPr>
              <a:t>cutSolution.py</a:t>
            </a:r>
            <a:r>
              <a:rPr dirty="0">
                <a:solidFill>
                  <a:schemeClr val="tx2"/>
                </a:solidFill>
              </a:rPr>
              <a:t>          cut metadata and reconstructed bins</a:t>
            </a:r>
          </a:p>
          <a:p>
            <a:pPr>
              <a:lnSpc>
                <a:spcPct val="120000"/>
              </a:lnSpc>
              <a:spcAft>
                <a:spcPts val="0"/>
              </a:spcAft>
            </a:pPr>
            <a:r>
              <a:rPr dirty="0">
                <a:solidFill>
                  <a:schemeClr val="tx2"/>
                </a:solidFill>
              </a:rPr>
              <a:t>|   |   `-- cutter/                 clustering, MIP, compute graph</a:t>
            </a:r>
          </a:p>
          <a:p>
            <a:pPr>
              <a:lnSpc>
                <a:spcPct val="120000"/>
              </a:lnSpc>
              <a:spcAft>
                <a:spcPts val="0"/>
              </a:spcAft>
            </a:pPr>
            <a:r>
              <a:rPr dirty="0">
                <a:solidFill>
                  <a:schemeClr val="tx2"/>
                </a:solidFill>
              </a:rPr>
              <a:t>|   |-- </a:t>
            </a:r>
            <a:r>
              <a:rPr dirty="0" err="1">
                <a:solidFill>
                  <a:schemeClr val="tx2"/>
                </a:solidFill>
              </a:rPr>
              <a:t>assignQubit</a:t>
            </a:r>
            <a:r>
              <a:rPr dirty="0">
                <a:solidFill>
                  <a:schemeClr val="tx2"/>
                </a:solidFill>
              </a:rPr>
              <a:t>/</a:t>
            </a:r>
          </a:p>
          <a:p>
            <a:pPr>
              <a:lnSpc>
                <a:spcPct val="120000"/>
              </a:lnSpc>
              <a:spcAft>
                <a:spcPts val="0"/>
              </a:spcAft>
            </a:pPr>
            <a:r>
              <a:rPr dirty="0">
                <a:solidFill>
                  <a:schemeClr val="tx2"/>
                </a:solidFill>
              </a:rPr>
              <a:t>|   |   |-- </a:t>
            </a:r>
            <a:r>
              <a:rPr dirty="0" err="1">
                <a:solidFill>
                  <a:schemeClr val="tx2"/>
                </a:solidFill>
              </a:rPr>
              <a:t>compile.py</a:t>
            </a:r>
            <a:r>
              <a:rPr dirty="0">
                <a:solidFill>
                  <a:schemeClr val="tx2"/>
                </a:solidFill>
              </a:rPr>
              <a:t>              </a:t>
            </a:r>
            <a:r>
              <a:rPr dirty="0" err="1">
                <a:solidFill>
                  <a:schemeClr val="tx2"/>
                </a:solidFill>
              </a:rPr>
              <a:t>GateComm</a:t>
            </a:r>
            <a:r>
              <a:rPr dirty="0">
                <a:solidFill>
                  <a:schemeClr val="tx2"/>
                </a:solidFill>
              </a:rPr>
              <a:t> EPR compilation</a:t>
            </a:r>
          </a:p>
          <a:p>
            <a:pPr>
              <a:lnSpc>
                <a:spcPct val="120000"/>
              </a:lnSpc>
              <a:spcAft>
                <a:spcPts val="0"/>
              </a:spcAft>
            </a:pPr>
            <a:r>
              <a:rPr dirty="0">
                <a:solidFill>
                  <a:schemeClr val="tx2"/>
                </a:solidFill>
              </a:rPr>
              <a:t>|   |   |-- </a:t>
            </a:r>
            <a:r>
              <a:rPr dirty="0" err="1">
                <a:solidFill>
                  <a:schemeClr val="tx2"/>
                </a:solidFill>
              </a:rPr>
              <a:t>partdqc.py</a:t>
            </a:r>
            <a:r>
              <a:rPr dirty="0">
                <a:solidFill>
                  <a:schemeClr val="tx2"/>
                </a:solidFill>
              </a:rPr>
              <a:t>              allocation search wrapper</a:t>
            </a:r>
          </a:p>
          <a:p>
            <a:pPr>
              <a:lnSpc>
                <a:spcPct val="120000"/>
              </a:lnSpc>
              <a:spcAft>
                <a:spcPts val="0"/>
              </a:spcAft>
            </a:pPr>
            <a:r>
              <a:rPr dirty="0">
                <a:solidFill>
                  <a:schemeClr val="tx2"/>
                </a:solidFill>
              </a:rPr>
              <a:t>|   |   `-- optimizer/              GA, SA, FM, DQNN strategies</a:t>
            </a:r>
          </a:p>
          <a:p>
            <a:pPr>
              <a:lnSpc>
                <a:spcPct val="120000"/>
              </a:lnSpc>
              <a:spcAft>
                <a:spcPts val="0"/>
              </a:spcAft>
            </a:pPr>
            <a:r>
              <a:rPr dirty="0">
                <a:solidFill>
                  <a:schemeClr val="tx2"/>
                </a:solidFill>
              </a:rPr>
              <a:t>|   |-- </a:t>
            </a:r>
            <a:r>
              <a:rPr dirty="0" err="1">
                <a:solidFill>
                  <a:schemeClr val="tx2"/>
                </a:solidFill>
              </a:rPr>
              <a:t>excute</a:t>
            </a:r>
            <a:r>
              <a:rPr dirty="0">
                <a:solidFill>
                  <a:schemeClr val="tx2"/>
                </a:solidFill>
              </a:rPr>
              <a:t>/runtime/             cloud/runtime hooks</a:t>
            </a:r>
          </a:p>
          <a:p>
            <a:pPr>
              <a:lnSpc>
                <a:spcPct val="120000"/>
              </a:lnSpc>
              <a:spcAft>
                <a:spcPts val="0"/>
              </a:spcAft>
            </a:pPr>
            <a:r>
              <a:rPr dirty="0">
                <a:solidFill>
                  <a:schemeClr val="tx2"/>
                </a:solidFill>
              </a:rPr>
              <a:t>|   `-- </a:t>
            </a:r>
            <a:r>
              <a:rPr dirty="0" err="1">
                <a:solidFill>
                  <a:schemeClr val="tx2"/>
                </a:solidFill>
              </a:rPr>
              <a:t>verifity</a:t>
            </a:r>
            <a:r>
              <a:rPr dirty="0">
                <a:solidFill>
                  <a:schemeClr val="tx2"/>
                </a:solidFill>
              </a:rPr>
              <a:t>/                   full-circuit reference checks</a:t>
            </a:r>
          </a:p>
          <a:p>
            <a:pPr>
              <a:lnSpc>
                <a:spcPct val="120000"/>
              </a:lnSpc>
              <a:spcAft>
                <a:spcPts val="0"/>
              </a:spcAft>
            </a:pPr>
            <a:r>
              <a:rPr dirty="0">
                <a:solidFill>
                  <a:schemeClr val="tx2"/>
                </a:solidFill>
              </a:rPr>
              <a:t>|-- tutorial/</a:t>
            </a:r>
            <a:r>
              <a:rPr dirty="0" err="1">
                <a:solidFill>
                  <a:schemeClr val="tx2"/>
                </a:solidFill>
              </a:rPr>
              <a:t>adaptdqc_tutorial.ipynb</a:t>
            </a:r>
            <a:endParaRPr dirty="0">
              <a:solidFill>
                <a:schemeClr val="tx2"/>
              </a:solidFill>
            </a:endParaRPr>
          </a:p>
          <a:p>
            <a:pPr>
              <a:lnSpc>
                <a:spcPct val="120000"/>
              </a:lnSpc>
              <a:spcAft>
                <a:spcPts val="0"/>
              </a:spcAft>
            </a:pPr>
            <a:r>
              <a:rPr dirty="0">
                <a:solidFill>
                  <a:schemeClr val="tx2"/>
                </a:solidFill>
              </a:rPr>
              <a:t>|-- benchmark/                      large-benchmark notes</a:t>
            </a:r>
          </a:p>
          <a:p>
            <a:pPr>
              <a:lnSpc>
                <a:spcPct val="120000"/>
              </a:lnSpc>
              <a:spcAft>
                <a:spcPts val="0"/>
              </a:spcAft>
            </a:pPr>
            <a:r>
              <a:rPr dirty="0">
                <a:solidFill>
                  <a:schemeClr val="tx2"/>
                </a:solidFill>
              </a:rPr>
              <a:t>`-- doc/                            setup and gate-partition notes</a:t>
            </a:r>
          </a:p>
        </p:txBody>
      </p:sp>
      <p:sp>
        <p:nvSpPr>
          <p:cNvPr id="7" name="Rounded Rectangle 6"/>
          <p:cNvSpPr/>
          <p:nvPr/>
        </p:nvSpPr>
        <p:spPr>
          <a:xfrm>
            <a:off x="7146524" y="1133856"/>
            <a:ext cx="4374916" cy="5257800"/>
          </a:xfrm>
          <a:prstGeom prst="roundRect">
            <a:avLst/>
          </a:prstGeom>
          <a:solidFill>
            <a:srgbClr val="FFFFFF"/>
          </a:solidFill>
          <a:ln w="10160">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46524" y="1133856"/>
            <a:ext cx="4374916" cy="329184"/>
          </a:xfrm>
          <a:prstGeom prst="rect">
            <a:avLst/>
          </a:prstGeom>
          <a:solidFill>
            <a:srgbClr val="2A7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41636" y="1197864"/>
            <a:ext cx="4042644" cy="201168"/>
          </a:xfrm>
          <a:prstGeom prst="rect">
            <a:avLst/>
          </a:prstGeom>
          <a:noFill/>
        </p:spPr>
        <p:txBody>
          <a:bodyPr wrap="square" lIns="0" tIns="0" rIns="0" bIns="0">
            <a:noAutofit/>
          </a:bodyPr>
          <a:lstStyle/>
          <a:p>
            <a:pPr algn="l"/>
            <a:r>
              <a:rPr b="1" dirty="0">
                <a:solidFill>
                  <a:srgbClr val="ECF0F1"/>
                </a:solidFill>
              </a:rPr>
              <a:t>Reading Notes</a:t>
            </a:r>
          </a:p>
        </p:txBody>
      </p:sp>
      <p:sp>
        <p:nvSpPr>
          <p:cNvPr id="10" name="TextBox 9"/>
          <p:cNvSpPr txBox="1"/>
          <p:nvPr/>
        </p:nvSpPr>
        <p:spPr>
          <a:xfrm>
            <a:off x="7390882" y="1609344"/>
            <a:ext cx="3993398" cy="4005072"/>
          </a:xfrm>
          <a:prstGeom prst="rect">
            <a:avLst/>
          </a:prstGeom>
          <a:noFill/>
        </p:spPr>
        <p:txBody>
          <a:bodyPr wrap="square">
            <a:noAutofit/>
          </a:bodyPr>
          <a:lstStyle/>
          <a:p>
            <a:pPr>
              <a:spcAft>
                <a:spcPts val="500"/>
              </a:spcAft>
            </a:pPr>
            <a:r>
              <a:rPr dirty="0" err="1">
                <a:solidFill>
                  <a:srgbClr val="141F2E"/>
                </a:solidFill>
              </a:rPr>
              <a:t>QubitComm</a:t>
            </a:r>
            <a:r>
              <a:rPr dirty="0">
                <a:solidFill>
                  <a:srgbClr val="141F2E"/>
                </a:solidFill>
              </a:rPr>
              <a:t> lives in</a:t>
            </a:r>
            <a:r>
              <a:rPr lang="en-US" dirty="0">
                <a:solidFill>
                  <a:srgbClr val="141F2E"/>
                </a:solidFill>
              </a:rPr>
              <a:t> </a:t>
            </a:r>
            <a:r>
              <a:rPr dirty="0" err="1">
                <a:solidFill>
                  <a:srgbClr val="141F2E"/>
                </a:solidFill>
              </a:rPr>
              <a:t>hypridDQC</a:t>
            </a:r>
            <a:r>
              <a:rPr dirty="0">
                <a:solidFill>
                  <a:srgbClr val="141F2E"/>
                </a:solidFill>
              </a:rPr>
              <a:t>/</a:t>
            </a:r>
            <a:r>
              <a:rPr dirty="0" err="1">
                <a:solidFill>
                  <a:srgbClr val="141F2E"/>
                </a:solidFill>
              </a:rPr>
              <a:t>wireCut</a:t>
            </a:r>
            <a:endParaRPr lang="en-US" dirty="0">
              <a:solidFill>
                <a:srgbClr val="141F2E"/>
              </a:solidFill>
            </a:endParaRPr>
          </a:p>
          <a:p>
            <a:pPr>
              <a:spcAft>
                <a:spcPts val="500"/>
              </a:spcAft>
            </a:pPr>
            <a:endParaRPr lang="en-US" dirty="0">
              <a:solidFill>
                <a:srgbClr val="141F2E"/>
              </a:solidFill>
            </a:endParaRPr>
          </a:p>
          <a:p>
            <a:pPr>
              <a:spcAft>
                <a:spcPts val="500"/>
              </a:spcAft>
            </a:pPr>
            <a:r>
              <a:rPr dirty="0" err="1">
                <a:solidFill>
                  <a:srgbClr val="141F2E"/>
                </a:solidFill>
              </a:rPr>
              <a:t>GateComm</a:t>
            </a:r>
            <a:r>
              <a:rPr dirty="0">
                <a:solidFill>
                  <a:srgbClr val="141F2E"/>
                </a:solidFill>
              </a:rPr>
              <a:t> lives in </a:t>
            </a:r>
            <a:r>
              <a:rPr dirty="0" err="1">
                <a:solidFill>
                  <a:srgbClr val="141F2E"/>
                </a:solidFill>
              </a:rPr>
              <a:t>assignQubit</a:t>
            </a:r>
            <a:r>
              <a:rPr dirty="0">
                <a:solidFill>
                  <a:srgbClr val="141F2E"/>
                </a:solidFill>
              </a:rPr>
              <a:t>. </a:t>
            </a:r>
            <a:r>
              <a:rPr dirty="0" err="1">
                <a:solidFill>
                  <a:srgbClr val="141F2E"/>
                </a:solidFill>
              </a:rPr>
              <a:t>Partcompile</a:t>
            </a:r>
            <a:r>
              <a:rPr dirty="0">
                <a:solidFill>
                  <a:srgbClr val="141F2E"/>
                </a:solidFill>
              </a:rPr>
              <a:t> inserts EPR-style communication.</a:t>
            </a:r>
            <a:endParaRPr lang="en-US" dirty="0">
              <a:solidFill>
                <a:srgbClr val="141F2E"/>
              </a:solidFill>
            </a:endParaRPr>
          </a:p>
          <a:p>
            <a:pPr>
              <a:spcAft>
                <a:spcPts val="500"/>
              </a:spcAft>
            </a:pPr>
            <a:endParaRPr dirty="0">
              <a:solidFill>
                <a:srgbClr val="141F2E"/>
              </a:solidFill>
            </a:endParaRPr>
          </a:p>
          <a:p>
            <a:pPr>
              <a:spcAft>
                <a:spcPts val="500"/>
              </a:spcAft>
            </a:pPr>
            <a:r>
              <a:rPr lang="en-US" dirty="0">
                <a:solidFill>
                  <a:srgbClr val="141F2E"/>
                </a:solidFill>
              </a:rPr>
              <a:t>A</a:t>
            </a:r>
            <a:r>
              <a:rPr dirty="0">
                <a:solidFill>
                  <a:srgbClr val="141F2E"/>
                </a:solidFill>
              </a:rPr>
              <a:t>ssessment</a:t>
            </a:r>
            <a:r>
              <a:rPr lang="en-US" dirty="0">
                <a:solidFill>
                  <a:srgbClr val="141F2E"/>
                </a:solidFill>
              </a:rPr>
              <a:t>/ </a:t>
            </a:r>
            <a:r>
              <a:rPr dirty="0">
                <a:solidFill>
                  <a:srgbClr val="141F2E"/>
                </a:solidFill>
              </a:rPr>
              <a:t>supplies width, topology, latency, and error signals.</a:t>
            </a:r>
            <a:endParaRPr lang="en-US" dirty="0">
              <a:solidFill>
                <a:srgbClr val="141F2E"/>
              </a:solidFill>
            </a:endParaRPr>
          </a:p>
          <a:p>
            <a:pPr>
              <a:spcAft>
                <a:spcPts val="500"/>
              </a:spcAft>
            </a:pPr>
            <a:endParaRPr dirty="0">
              <a:solidFill>
                <a:srgbClr val="141F2E"/>
              </a:solidFill>
            </a:endParaRPr>
          </a:p>
          <a:p>
            <a:pPr>
              <a:spcAft>
                <a:spcPts val="500"/>
              </a:spcAft>
            </a:pPr>
            <a:r>
              <a:rPr dirty="0">
                <a:solidFill>
                  <a:srgbClr val="141F2E"/>
                </a:solidFill>
              </a:rPr>
              <a:t>The tutorial notebook is the best executable entry point.</a:t>
            </a:r>
          </a:p>
        </p:txBody>
      </p:sp>
      <p:sp>
        <p:nvSpPr>
          <p:cNvPr id="11" name="Rounded Rectangle 10"/>
          <p:cNvSpPr/>
          <p:nvPr/>
        </p:nvSpPr>
        <p:spPr>
          <a:xfrm>
            <a:off x="7890354" y="5485336"/>
            <a:ext cx="1521333" cy="329184"/>
          </a:xfrm>
          <a:prstGeom prst="roundRect">
            <a:avLst/>
          </a:prstGeom>
          <a:solidFill>
            <a:srgbClr val="214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8019" y="5522976"/>
            <a:ext cx="1383030" cy="182880"/>
          </a:xfrm>
          <a:prstGeom prst="rect">
            <a:avLst/>
          </a:prstGeom>
          <a:noFill/>
        </p:spPr>
        <p:txBody>
          <a:bodyPr wrap="square" lIns="0" tIns="0" rIns="0" bIns="0">
            <a:noAutofit/>
          </a:bodyPr>
          <a:lstStyle/>
          <a:p>
            <a:pPr algn="ctr"/>
            <a:r>
              <a:rPr b="1" dirty="0" err="1">
                <a:solidFill>
                  <a:srgbClr val="ECF0F1"/>
                </a:solidFill>
              </a:rPr>
              <a:t>QubitComm</a:t>
            </a:r>
            <a:endParaRPr b="1" dirty="0">
              <a:solidFill>
                <a:srgbClr val="ECF0F1"/>
              </a:solidFill>
            </a:endParaRPr>
          </a:p>
        </p:txBody>
      </p:sp>
      <p:sp>
        <p:nvSpPr>
          <p:cNvPr id="13" name="Rounded Rectangle 12"/>
          <p:cNvSpPr/>
          <p:nvPr/>
        </p:nvSpPr>
        <p:spPr>
          <a:xfrm>
            <a:off x="9638342" y="5503624"/>
            <a:ext cx="1521333" cy="329184"/>
          </a:xfrm>
          <a:prstGeom prst="roundRect">
            <a:avLst/>
          </a:prstGeom>
          <a:solidFill>
            <a:srgbClr val="C07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96007" y="5541264"/>
            <a:ext cx="1206003" cy="164592"/>
          </a:xfrm>
          <a:prstGeom prst="rect">
            <a:avLst/>
          </a:prstGeom>
          <a:noFill/>
        </p:spPr>
        <p:txBody>
          <a:bodyPr wrap="square" lIns="0" tIns="0" rIns="0" bIns="0">
            <a:noAutofit/>
          </a:bodyPr>
          <a:lstStyle/>
          <a:p>
            <a:pPr algn="ctr"/>
            <a:r>
              <a:rPr b="1">
                <a:solidFill>
                  <a:srgbClr val="ECF0F1"/>
                </a:solidFill>
              </a:rPr>
              <a:t>GateComm</a:t>
            </a:r>
          </a:p>
        </p:txBody>
      </p:sp>
      <p:sp>
        <p:nvSpPr>
          <p:cNvPr id="15" name="Rounded Rectangle 14"/>
          <p:cNvSpPr/>
          <p:nvPr/>
        </p:nvSpPr>
        <p:spPr>
          <a:xfrm>
            <a:off x="8739534" y="5979112"/>
            <a:ext cx="1383030" cy="329184"/>
          </a:xfrm>
          <a:prstGeom prst="roundRect">
            <a:avLst/>
          </a:prstGeom>
          <a:solidFill>
            <a:srgbClr val="2A7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8048" y="6052264"/>
            <a:ext cx="1206003" cy="164592"/>
          </a:xfrm>
          <a:prstGeom prst="rect">
            <a:avLst/>
          </a:prstGeom>
          <a:noFill/>
        </p:spPr>
        <p:txBody>
          <a:bodyPr wrap="square" lIns="0" tIns="0" rIns="0" bIns="0">
            <a:noAutofit/>
          </a:bodyPr>
          <a:lstStyle/>
          <a:p>
            <a:pPr algn="ctr"/>
            <a:r>
              <a:rPr b="1">
                <a:solidFill>
                  <a:srgbClr val="ECF0F1"/>
                </a:solidFill>
              </a:rPr>
              <a:t>Metrics</a:t>
            </a:r>
          </a:p>
        </p:txBody>
      </p:sp>
    </p:spTree>
    <p:extLst>
      <p:ext uri="{BB962C8B-B14F-4D97-AF65-F5344CB8AC3E}">
        <p14:creationId xmlns:p14="http://schemas.microsoft.com/office/powerpoint/2010/main" val="3238082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5121658" cy="467820"/>
          </a:xfrm>
          <a:prstGeom prst="rect">
            <a:avLst/>
          </a:prstGeom>
          <a:noFill/>
        </p:spPr>
        <p:txBody>
          <a:bodyPr wrap="none" lIns="18288" tIns="18288" rIns="18288" bIns="18288">
            <a:spAutoFit/>
          </a:bodyPr>
          <a:lstStyle/>
          <a:p>
            <a:pPr algn="l"/>
            <a:r>
              <a:rPr sz="2800" b="1" i="0" dirty="0">
                <a:solidFill>
                  <a:srgbClr val="000000"/>
                </a:solidFill>
                <a:latin typeface="Times New Roman"/>
              </a:rPr>
              <a:t>Code I: </a:t>
            </a:r>
            <a:r>
              <a:rPr sz="2800" b="1" i="0" dirty="0" err="1">
                <a:solidFill>
                  <a:srgbClr val="000000"/>
                </a:solidFill>
                <a:latin typeface="Times New Roman"/>
              </a:rPr>
              <a:t>QubitComm</a:t>
            </a:r>
            <a:r>
              <a:rPr sz="2800" b="1" i="0" dirty="0">
                <a:solidFill>
                  <a:srgbClr val="000000"/>
                </a:solidFill>
                <a:latin typeface="Times New Roman"/>
              </a:rPr>
              <a:t> End-to-End</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005840"/>
            <a:ext cx="10652760" cy="13258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115568"/>
            <a:ext cx="10433304"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Build circuit and reference setup</a:t>
            </a:r>
          </a:p>
        </p:txBody>
      </p:sp>
      <p:sp>
        <p:nvSpPr>
          <p:cNvPr id="11" name="TextBox 10"/>
          <p:cNvSpPr txBox="1"/>
          <p:nvPr/>
        </p:nvSpPr>
        <p:spPr>
          <a:xfrm>
            <a:off x="850392" y="1632926"/>
            <a:ext cx="10351008" cy="599633"/>
          </a:xfrm>
          <a:prstGeom prst="rect">
            <a:avLst/>
          </a:prstGeom>
          <a:solidFill>
            <a:schemeClr val="accent1">
              <a:lumMod val="50000"/>
            </a:schemeClr>
          </a:solidFill>
        </p:spPr>
        <p:txBody>
          <a:bodyPr wrap="square" lIns="180000" tIns="72000" rIns="18288" bIns="72000">
            <a:spAutoFit/>
          </a:bodyPr>
          <a:lstStyle/>
          <a:p>
            <a:pPr>
              <a:lnSpc>
                <a:spcPct val="82000"/>
              </a:lnSpc>
              <a:spcAft>
                <a:spcPts val="0"/>
              </a:spcAft>
            </a:pPr>
            <a:r>
              <a:rPr sz="1800" b="0" dirty="0" err="1">
                <a:solidFill>
                  <a:schemeClr val="bg1"/>
                </a:solidFill>
                <a:latin typeface="Times New Roman"/>
              </a:rPr>
              <a:t>qpu</a:t>
            </a:r>
            <a:r>
              <a:rPr sz="1800" b="0" dirty="0">
                <a:solidFill>
                  <a:schemeClr val="bg1"/>
                </a:solidFill>
                <a:latin typeface="Times New Roman"/>
              </a:rPr>
              <a:t> = </a:t>
            </a:r>
            <a:r>
              <a:rPr sz="1800" b="0" dirty="0">
                <a:solidFill>
                  <a:schemeClr val="accent2"/>
                </a:solidFill>
                <a:latin typeface="Times New Roman"/>
              </a:rPr>
              <a:t>QPU</a:t>
            </a:r>
            <a:r>
              <a:rPr sz="1800" b="0" dirty="0">
                <a:solidFill>
                  <a:schemeClr val="bg1"/>
                </a:solidFill>
                <a:latin typeface="Times New Roman"/>
              </a:rPr>
              <a:t>(width=2)</a:t>
            </a:r>
          </a:p>
          <a:p>
            <a:pPr>
              <a:lnSpc>
                <a:spcPct val="82000"/>
              </a:lnSpc>
              <a:spcAft>
                <a:spcPts val="0"/>
              </a:spcAft>
            </a:pPr>
            <a:r>
              <a:rPr sz="1800" b="0" dirty="0">
                <a:solidFill>
                  <a:schemeClr val="bg1"/>
                </a:solidFill>
                <a:latin typeface="Times New Roman"/>
              </a:rPr>
              <a:t>circuit = </a:t>
            </a:r>
            <a:r>
              <a:rPr sz="1800" b="0" dirty="0" err="1">
                <a:solidFill>
                  <a:schemeClr val="accent2"/>
                </a:solidFill>
                <a:latin typeface="Times New Roman"/>
              </a:rPr>
              <a:t>QuantumCircuit</a:t>
            </a:r>
            <a:r>
              <a:rPr sz="1800" b="0" dirty="0">
                <a:solidFill>
                  <a:schemeClr val="bg1"/>
                </a:solidFill>
                <a:latin typeface="Times New Roman"/>
              </a:rPr>
              <a:t>(3)</a:t>
            </a:r>
          </a:p>
        </p:txBody>
      </p:sp>
      <p:sp>
        <p:nvSpPr>
          <p:cNvPr id="12" name="Rounded Rectangle 11"/>
          <p:cNvSpPr/>
          <p:nvPr/>
        </p:nvSpPr>
        <p:spPr>
          <a:xfrm>
            <a:off x="685800" y="2487168"/>
            <a:ext cx="10652760" cy="13258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95528" y="2596896"/>
            <a:ext cx="10433304" cy="420624"/>
          </a:xfrm>
          <a:prstGeom prst="roundRect">
            <a:avLst/>
          </a:prstGeom>
          <a:solidFill>
            <a:srgbClr val="DDEBF7"/>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Cut wires into QPU-sized subcircuits</a:t>
            </a:r>
          </a:p>
        </p:txBody>
      </p:sp>
      <p:sp>
        <p:nvSpPr>
          <p:cNvPr id="14" name="TextBox 13"/>
          <p:cNvSpPr txBox="1"/>
          <p:nvPr/>
        </p:nvSpPr>
        <p:spPr>
          <a:xfrm>
            <a:off x="850392" y="3172968"/>
            <a:ext cx="10351008" cy="599633"/>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partition_cutter</a:t>
            </a:r>
            <a:r>
              <a:rPr dirty="0"/>
              <a:t> = </a:t>
            </a:r>
            <a:r>
              <a:rPr dirty="0" err="1">
                <a:solidFill>
                  <a:schemeClr val="accent2"/>
                </a:solidFill>
              </a:rPr>
              <a:t>CutWire</a:t>
            </a:r>
            <a:r>
              <a:rPr dirty="0"/>
              <a:t>(circuit, </a:t>
            </a:r>
            <a:r>
              <a:rPr dirty="0" err="1"/>
              <a:t>qpu</a:t>
            </a:r>
            <a:r>
              <a:rPr dirty="0"/>
              <a:t>=</a:t>
            </a:r>
            <a:r>
              <a:rPr dirty="0" err="1"/>
              <a:t>qpu</a:t>
            </a:r>
            <a:r>
              <a:rPr dirty="0"/>
              <a:t>)</a:t>
            </a:r>
          </a:p>
          <a:p>
            <a:r>
              <a:rPr dirty="0"/>
              <a:t>solution = </a:t>
            </a:r>
            <a:r>
              <a:rPr dirty="0" err="1"/>
              <a:t>partition_cutter.</a:t>
            </a:r>
            <a:r>
              <a:rPr dirty="0" err="1">
                <a:solidFill>
                  <a:schemeClr val="accent6"/>
                </a:solidFill>
              </a:rPr>
              <a:t>cluster_cut</a:t>
            </a:r>
            <a:r>
              <a:rPr dirty="0"/>
              <a:t>()</a:t>
            </a:r>
          </a:p>
        </p:txBody>
      </p:sp>
      <p:sp>
        <p:nvSpPr>
          <p:cNvPr id="15" name="Rounded Rectangle 14"/>
          <p:cNvSpPr/>
          <p:nvPr/>
        </p:nvSpPr>
        <p:spPr>
          <a:xfrm>
            <a:off x="685800" y="3968496"/>
            <a:ext cx="10652760" cy="1627632"/>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95528" y="4078224"/>
            <a:ext cx="10433304" cy="420624"/>
          </a:xfrm>
          <a:prstGeom prst="roundRect">
            <a:avLst/>
          </a:prstGeom>
          <a:solidFill>
            <a:srgbClr val="DDEBF7"/>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Build compute graph, execute subcircuits, and check error</a:t>
            </a:r>
          </a:p>
        </p:txBody>
      </p:sp>
      <p:sp>
        <p:nvSpPr>
          <p:cNvPr id="17" name="TextBox 16"/>
          <p:cNvSpPr txBox="1"/>
          <p:nvPr/>
        </p:nvSpPr>
        <p:spPr>
          <a:xfrm>
            <a:off x="850392" y="4654296"/>
            <a:ext cx="10378440" cy="826747"/>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compute_graph</a:t>
            </a:r>
            <a:r>
              <a:rPr dirty="0"/>
              <a:t> = </a:t>
            </a:r>
            <a:r>
              <a:rPr dirty="0" err="1">
                <a:solidFill>
                  <a:schemeClr val="accent6"/>
                </a:solidFill>
              </a:rPr>
              <a:t>generate_compute_graph</a:t>
            </a:r>
            <a:r>
              <a:rPr dirty="0"/>
              <a:t>(counter=</a:t>
            </a:r>
            <a:r>
              <a:rPr dirty="0" err="1"/>
              <a:t>solution.counter</a:t>
            </a:r>
            <a:r>
              <a:rPr dirty="0"/>
              <a:t>)</a:t>
            </a:r>
          </a:p>
          <a:p>
            <a:r>
              <a:rPr dirty="0" err="1"/>
              <a:t>run_solution</a:t>
            </a:r>
            <a:r>
              <a:rPr dirty="0"/>
              <a:t> = </a:t>
            </a:r>
            <a:r>
              <a:rPr dirty="0" err="1"/>
              <a:t>run_cutter.</a:t>
            </a:r>
            <a:r>
              <a:rPr dirty="0" err="1">
                <a:solidFill>
                  <a:schemeClr val="accent6"/>
                </a:solidFill>
              </a:rPr>
              <a:t>run_cut_circuit</a:t>
            </a:r>
            <a:r>
              <a:rPr dirty="0"/>
              <a:t>(</a:t>
            </a:r>
            <a:r>
              <a:rPr dirty="0" err="1"/>
              <a:t>eval_mode</a:t>
            </a:r>
            <a:r>
              <a:rPr dirty="0"/>
              <a:t>="</a:t>
            </a:r>
            <a:r>
              <a:rPr dirty="0" err="1"/>
              <a:t>sv</a:t>
            </a:r>
            <a:r>
              <a:rPr dirty="0"/>
              <a:t>")</a:t>
            </a:r>
          </a:p>
          <a:p>
            <a:r>
              <a:rPr dirty="0"/>
              <a:t>L1_error = float(</a:t>
            </a:r>
            <a:r>
              <a:rPr dirty="0" err="1"/>
              <a:t>abs_delta.sum</a:t>
            </a:r>
            <a:r>
              <a:rPr dirty="0"/>
              <a:t>())</a:t>
            </a:r>
          </a:p>
        </p:txBody>
      </p:sp>
    </p:spTree>
    <p:extLst>
      <p:ext uri="{BB962C8B-B14F-4D97-AF65-F5344CB8AC3E}">
        <p14:creationId xmlns:p14="http://schemas.microsoft.com/office/powerpoint/2010/main" val="3595445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6105902" cy="467820"/>
          </a:xfrm>
          <a:prstGeom prst="rect">
            <a:avLst/>
          </a:prstGeom>
          <a:noFill/>
        </p:spPr>
        <p:txBody>
          <a:bodyPr wrap="none" lIns="18288" tIns="18288" rIns="18288" bIns="18288">
            <a:spAutoFit/>
          </a:bodyPr>
          <a:lstStyle/>
          <a:p>
            <a:pPr algn="l"/>
            <a:r>
              <a:rPr sz="2800" b="1" i="0" dirty="0">
                <a:solidFill>
                  <a:srgbClr val="000000"/>
                </a:solidFill>
                <a:latin typeface="Times New Roman"/>
              </a:rPr>
              <a:t>Code II: </a:t>
            </a:r>
            <a:r>
              <a:rPr sz="2800" b="1" i="0" dirty="0" err="1">
                <a:solidFill>
                  <a:srgbClr val="000000"/>
                </a:solidFill>
                <a:latin typeface="Times New Roman"/>
              </a:rPr>
              <a:t>GateComm</a:t>
            </a:r>
            <a:r>
              <a:rPr sz="2800" b="1" i="0" dirty="0">
                <a:solidFill>
                  <a:srgbClr val="000000"/>
                </a:solidFill>
                <a:latin typeface="Times New Roman"/>
              </a:rPr>
              <a:t> and </a:t>
            </a:r>
            <a:r>
              <a:rPr sz="2800" b="1" i="0" dirty="0" err="1">
                <a:solidFill>
                  <a:srgbClr val="000000"/>
                </a:solidFill>
                <a:latin typeface="Times New Roman"/>
              </a:rPr>
              <a:t>HybridComm</a:t>
            </a:r>
            <a:endParaRPr sz="2800" b="1" i="0" dirty="0">
              <a:solidFill>
                <a:srgbClr val="000000"/>
              </a:solidFill>
              <a:latin typeface="Times New Roman"/>
            </a:endParaRPr>
          </a:p>
        </p:txBody>
      </p:sp>
      <p:sp>
        <p:nvSpPr>
          <p:cNvPr id="9" name="Rounded Rectangle 8"/>
          <p:cNvSpPr/>
          <p:nvPr/>
        </p:nvSpPr>
        <p:spPr>
          <a:xfrm>
            <a:off x="685800" y="1005840"/>
            <a:ext cx="10652760" cy="1481328"/>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087648"/>
            <a:ext cx="10433304"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dirty="0">
                <a:solidFill>
                  <a:srgbClr val="000000"/>
                </a:solidFill>
                <a:latin typeface="Times New Roman"/>
              </a:rPr>
              <a:t>4</a:t>
            </a:r>
            <a:r>
              <a:rPr sz="1800" b="1" i="0" dirty="0">
                <a:solidFill>
                  <a:srgbClr val="000000"/>
                </a:solidFill>
                <a:latin typeface="Times New Roman"/>
              </a:rPr>
              <a:t>. </a:t>
            </a:r>
            <a:r>
              <a:rPr sz="1800" b="1" i="0" dirty="0" err="1">
                <a:solidFill>
                  <a:srgbClr val="000000"/>
                </a:solidFill>
                <a:latin typeface="Times New Roman"/>
              </a:rPr>
              <a:t>GateComm</a:t>
            </a:r>
            <a:r>
              <a:rPr sz="1800" b="1" i="0" dirty="0">
                <a:solidFill>
                  <a:srgbClr val="000000"/>
                </a:solidFill>
                <a:latin typeface="Times New Roman"/>
              </a:rPr>
              <a:t> API: count EPR pairs and compile teleportation circuit</a:t>
            </a:r>
          </a:p>
        </p:txBody>
      </p:sp>
      <p:sp>
        <p:nvSpPr>
          <p:cNvPr id="11" name="TextBox 10"/>
          <p:cNvSpPr txBox="1"/>
          <p:nvPr/>
        </p:nvSpPr>
        <p:spPr>
          <a:xfrm>
            <a:off x="850392" y="1615348"/>
            <a:ext cx="10378440" cy="826747"/>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gate_compiler</a:t>
            </a:r>
            <a:r>
              <a:rPr dirty="0"/>
              <a:t> = </a:t>
            </a:r>
            <a:r>
              <a:rPr dirty="0" err="1">
                <a:solidFill>
                  <a:schemeClr val="accent2"/>
                </a:solidFill>
              </a:rPr>
              <a:t>Partcompile</a:t>
            </a:r>
            <a:r>
              <a:rPr dirty="0"/>
              <a:t>(circuit, allocation)</a:t>
            </a:r>
          </a:p>
          <a:p>
            <a:r>
              <a:rPr dirty="0" err="1"/>
              <a:t>epr_num</a:t>
            </a:r>
            <a:r>
              <a:rPr dirty="0"/>
              <a:t>, </a:t>
            </a:r>
            <a:r>
              <a:rPr dirty="0" err="1"/>
              <a:t>epr_circuit</a:t>
            </a:r>
            <a:r>
              <a:rPr dirty="0"/>
              <a:t> = </a:t>
            </a:r>
            <a:r>
              <a:rPr dirty="0" err="1"/>
              <a:t>gate_compiler.</a:t>
            </a:r>
            <a:r>
              <a:rPr dirty="0" err="1">
                <a:solidFill>
                  <a:schemeClr val="accent6"/>
                </a:solidFill>
              </a:rPr>
              <a:t>get_epr_circuit</a:t>
            </a:r>
            <a:r>
              <a:rPr dirty="0"/>
              <a:t>()</a:t>
            </a:r>
          </a:p>
          <a:p>
            <a:r>
              <a:rPr dirty="0" err="1"/>
              <a:t>teleportation_circuit</a:t>
            </a:r>
            <a:r>
              <a:rPr dirty="0"/>
              <a:t> = </a:t>
            </a:r>
            <a:r>
              <a:rPr dirty="0" err="1"/>
              <a:t>gate_compiler.</a:t>
            </a:r>
            <a:r>
              <a:rPr dirty="0" err="1">
                <a:solidFill>
                  <a:schemeClr val="accent6"/>
                </a:solidFill>
              </a:rPr>
              <a:t>compile_with_teleportion</a:t>
            </a:r>
            <a:r>
              <a:rPr dirty="0"/>
              <a:t>()</a:t>
            </a:r>
          </a:p>
        </p:txBody>
      </p:sp>
      <p:sp>
        <p:nvSpPr>
          <p:cNvPr id="12" name="Rounded Rectangle 11"/>
          <p:cNvSpPr/>
          <p:nvPr/>
        </p:nvSpPr>
        <p:spPr>
          <a:xfrm>
            <a:off x="685800" y="2670048"/>
            <a:ext cx="10652760" cy="13258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95528" y="2779776"/>
            <a:ext cx="10433304" cy="420624"/>
          </a:xfrm>
          <a:prstGeom prst="roundRect">
            <a:avLst/>
          </a:prstGeom>
          <a:solidFill>
            <a:srgbClr val="DDEBF7"/>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dirty="0">
                <a:solidFill>
                  <a:srgbClr val="000000"/>
                </a:solidFill>
                <a:latin typeface="Times New Roman"/>
              </a:rPr>
              <a:t>5</a:t>
            </a:r>
            <a:r>
              <a:rPr sz="1800" b="1" i="0" dirty="0">
                <a:solidFill>
                  <a:srgbClr val="000000"/>
                </a:solidFill>
                <a:latin typeface="Times New Roman"/>
              </a:rPr>
              <a:t>. Adaptive objective: choose by communication or latency</a:t>
            </a:r>
          </a:p>
        </p:txBody>
      </p:sp>
      <p:sp>
        <p:nvSpPr>
          <p:cNvPr id="14" name="TextBox 13"/>
          <p:cNvSpPr txBox="1"/>
          <p:nvPr/>
        </p:nvSpPr>
        <p:spPr>
          <a:xfrm>
            <a:off x="850392" y="3328415"/>
            <a:ext cx="10378440" cy="599633"/>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communication_choice</a:t>
            </a:r>
            <a:r>
              <a:rPr dirty="0"/>
              <a:t> = min(plans, key=lambda p: p["</a:t>
            </a:r>
            <a:r>
              <a:rPr dirty="0" err="1"/>
              <a:t>epr_pairs</a:t>
            </a:r>
            <a:r>
              <a:rPr dirty="0"/>
              <a:t>"])</a:t>
            </a:r>
          </a:p>
          <a:p>
            <a:r>
              <a:rPr dirty="0" err="1"/>
              <a:t>latency_choice</a:t>
            </a:r>
            <a:r>
              <a:rPr dirty="0"/>
              <a:t> = min(plans, key=lambda p: p["</a:t>
            </a:r>
            <a:r>
              <a:rPr dirty="0" err="1"/>
              <a:t>compiled_depth</a:t>
            </a:r>
            <a:r>
              <a:rPr dirty="0"/>
              <a:t>"])</a:t>
            </a:r>
          </a:p>
        </p:txBody>
      </p:sp>
      <p:sp>
        <p:nvSpPr>
          <p:cNvPr id="15" name="Rounded Rectangle 14"/>
          <p:cNvSpPr/>
          <p:nvPr/>
        </p:nvSpPr>
        <p:spPr>
          <a:xfrm>
            <a:off x="685800" y="4151376"/>
            <a:ext cx="10652760" cy="1609344"/>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95528" y="4261104"/>
            <a:ext cx="10433304" cy="420624"/>
          </a:xfrm>
          <a:prstGeom prst="roundRect">
            <a:avLst/>
          </a:prstGeom>
          <a:solidFill>
            <a:srgbClr val="DDEBF7"/>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dirty="0">
                <a:solidFill>
                  <a:srgbClr val="000000"/>
                </a:solidFill>
                <a:latin typeface="Times New Roman"/>
              </a:rPr>
              <a:t>6</a:t>
            </a:r>
            <a:r>
              <a:rPr sz="1800" b="1" i="0" dirty="0">
                <a:solidFill>
                  <a:srgbClr val="000000"/>
                </a:solidFill>
                <a:latin typeface="Times New Roman"/>
              </a:rPr>
              <a:t>. </a:t>
            </a:r>
            <a:r>
              <a:rPr sz="1800" b="1" i="0" dirty="0" err="1">
                <a:solidFill>
                  <a:srgbClr val="000000"/>
                </a:solidFill>
                <a:latin typeface="Times New Roman"/>
              </a:rPr>
              <a:t>HybridComm</a:t>
            </a:r>
            <a:r>
              <a:rPr sz="1800" b="1" i="0" dirty="0">
                <a:solidFill>
                  <a:srgbClr val="000000"/>
                </a:solidFill>
                <a:latin typeface="Times New Roman"/>
              </a:rPr>
              <a:t>: wire cut first, then </a:t>
            </a:r>
            <a:r>
              <a:rPr sz="1800" b="1" i="0" dirty="0" err="1">
                <a:solidFill>
                  <a:srgbClr val="000000"/>
                </a:solidFill>
                <a:latin typeface="Times New Roman"/>
              </a:rPr>
              <a:t>GateComm</a:t>
            </a:r>
            <a:r>
              <a:rPr sz="1800" b="1" i="0" dirty="0">
                <a:solidFill>
                  <a:srgbClr val="000000"/>
                </a:solidFill>
                <a:latin typeface="Times New Roman"/>
              </a:rPr>
              <a:t> inside wide subcircuits</a:t>
            </a:r>
          </a:p>
        </p:txBody>
      </p:sp>
      <p:sp>
        <p:nvSpPr>
          <p:cNvPr id="17" name="TextBox 16"/>
          <p:cNvSpPr txBox="1"/>
          <p:nvPr/>
        </p:nvSpPr>
        <p:spPr>
          <a:xfrm>
            <a:off x="850392" y="4809744"/>
            <a:ext cx="10378440" cy="826747"/>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hybrid_solution</a:t>
            </a:r>
            <a:r>
              <a:rPr dirty="0"/>
              <a:t> = </a:t>
            </a:r>
            <a:r>
              <a:rPr dirty="0" err="1">
                <a:solidFill>
                  <a:schemeClr val="accent2"/>
                </a:solidFill>
              </a:rPr>
              <a:t>CutWire</a:t>
            </a:r>
            <a:r>
              <a:rPr dirty="0"/>
              <a:t>(</a:t>
            </a:r>
            <a:r>
              <a:rPr dirty="0" err="1"/>
              <a:t>hybrid_circuit</a:t>
            </a:r>
            <a:r>
              <a:rPr dirty="0"/>
              <a:t>, </a:t>
            </a:r>
            <a:r>
              <a:rPr dirty="0" err="1"/>
              <a:t>qpu</a:t>
            </a:r>
            <a:r>
              <a:rPr dirty="0"/>
              <a:t>=</a:t>
            </a:r>
            <a:r>
              <a:rPr dirty="0" err="1"/>
              <a:t>wire_stage_qpu</a:t>
            </a:r>
            <a:r>
              <a:rPr dirty="0"/>
              <a:t>).</a:t>
            </a:r>
            <a:r>
              <a:rPr dirty="0" err="1"/>
              <a:t>cluster_cut</a:t>
            </a:r>
            <a:r>
              <a:rPr dirty="0"/>
              <a:t>()</a:t>
            </a:r>
          </a:p>
          <a:p>
            <a:r>
              <a:rPr dirty="0"/>
              <a:t>compiler = </a:t>
            </a:r>
            <a:r>
              <a:rPr dirty="0" err="1">
                <a:solidFill>
                  <a:schemeClr val="accent2"/>
                </a:solidFill>
              </a:rPr>
              <a:t>Partcompile</a:t>
            </a:r>
            <a:r>
              <a:rPr dirty="0"/>
              <a:t>(subcircuit, allocation)</a:t>
            </a:r>
          </a:p>
          <a:p>
            <a:r>
              <a:rPr dirty="0" err="1"/>
              <a:t>compiled_circuit</a:t>
            </a:r>
            <a:r>
              <a:rPr dirty="0"/>
              <a:t> = </a:t>
            </a:r>
            <a:r>
              <a:rPr dirty="0" err="1"/>
              <a:t>compiler.</a:t>
            </a:r>
            <a:r>
              <a:rPr dirty="0" err="1">
                <a:solidFill>
                  <a:schemeClr val="accent6"/>
                </a:solidFill>
              </a:rPr>
              <a:t>compile_with_teleportion</a:t>
            </a:r>
            <a:r>
              <a:rPr dirty="0"/>
              <a:t>()</a:t>
            </a:r>
          </a:p>
        </p:txBody>
      </p:sp>
    </p:spTree>
    <p:extLst>
      <p:ext uri="{BB962C8B-B14F-4D97-AF65-F5344CB8AC3E}">
        <p14:creationId xmlns:p14="http://schemas.microsoft.com/office/powerpoint/2010/main" val="7838624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83645"/>
            <a:ext cx="12192000" cy="6466615"/>
            <a:chOff x="-1" y="382110"/>
            <a:chExt cx="12192000" cy="6466615"/>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l="52978" t="10561" r="2412" b="26928"/>
            <a:stretch>
              <a:fillRect/>
            </a:stretch>
          </p:blipFill>
          <p:spPr>
            <a:xfrm>
              <a:off x="-1" y="382110"/>
              <a:ext cx="12192000" cy="6466615"/>
            </a:xfrm>
            <a:prstGeom prst="rect">
              <a:avLst/>
            </a:prstGeom>
          </p:spPr>
        </p:pic>
        <p:sp>
          <p:nvSpPr>
            <p:cNvPr id="6" name="任意多边形: 形状 10"/>
            <p:cNvSpPr/>
            <p:nvPr/>
          </p:nvSpPr>
          <p:spPr>
            <a:xfrm>
              <a:off x="1238911" y="548368"/>
              <a:ext cx="9434423" cy="4385901"/>
            </a:xfrm>
            <a:custGeom>
              <a:avLst/>
              <a:gdLst>
                <a:gd name="connsiteX0" fmla="*/ 132689 w 9434423"/>
                <a:gd name="connsiteY0" fmla="*/ 737847 h 4654525"/>
                <a:gd name="connsiteX1" fmla="*/ 180314 w 9434423"/>
                <a:gd name="connsiteY1" fmla="*/ 861672 h 4654525"/>
                <a:gd name="connsiteX2" fmla="*/ 1961489 w 9434423"/>
                <a:gd name="connsiteY2" fmla="*/ 3052422 h 4654525"/>
                <a:gd name="connsiteX3" fmla="*/ 3695039 w 9434423"/>
                <a:gd name="connsiteY3" fmla="*/ 3547722 h 4654525"/>
                <a:gd name="connsiteX4" fmla="*/ 6409664 w 9434423"/>
                <a:gd name="connsiteY4" fmla="*/ 3881097 h 4654525"/>
                <a:gd name="connsiteX5" fmla="*/ 6676364 w 9434423"/>
                <a:gd name="connsiteY5" fmla="*/ 3633447 h 4654525"/>
                <a:gd name="connsiteX6" fmla="*/ 8438489 w 9434423"/>
                <a:gd name="connsiteY6" fmla="*/ 4652622 h 4654525"/>
                <a:gd name="connsiteX7" fmla="*/ 9371939 w 9434423"/>
                <a:gd name="connsiteY7" fmla="*/ 3842997 h 4654525"/>
                <a:gd name="connsiteX8" fmla="*/ 9248114 w 9434423"/>
                <a:gd name="connsiteY8" fmla="*/ 2299947 h 4654525"/>
                <a:gd name="connsiteX9" fmla="*/ 8438489 w 9434423"/>
                <a:gd name="connsiteY9" fmla="*/ 1214097 h 4654525"/>
                <a:gd name="connsiteX10" fmla="*/ 6314414 w 9434423"/>
                <a:gd name="connsiteY10" fmla="*/ 194922 h 4654525"/>
                <a:gd name="connsiteX11" fmla="*/ 5761964 w 9434423"/>
                <a:gd name="connsiteY11" fmla="*/ 4422 h 4654525"/>
                <a:gd name="connsiteX12" fmla="*/ 4742789 w 9434423"/>
                <a:gd name="connsiteY12" fmla="*/ 271122 h 4654525"/>
                <a:gd name="connsiteX13" fmla="*/ 3866489 w 9434423"/>
                <a:gd name="connsiteY13" fmla="*/ 852147 h 4654525"/>
                <a:gd name="connsiteX14" fmla="*/ 2523464 w 9434423"/>
                <a:gd name="connsiteY14" fmla="*/ 623547 h 4654525"/>
                <a:gd name="connsiteX15" fmla="*/ 818489 w 9434423"/>
                <a:gd name="connsiteY15" fmla="*/ 480672 h 4654525"/>
                <a:gd name="connsiteX16" fmla="*/ 132689 w 9434423"/>
                <a:gd name="connsiteY16" fmla="*/ 737847 h 465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34423" h="4654525">
                  <a:moveTo>
                    <a:pt x="132689" y="737847"/>
                  </a:moveTo>
                  <a:cubicBezTo>
                    <a:pt x="26327" y="801347"/>
                    <a:pt x="-124486" y="475910"/>
                    <a:pt x="180314" y="861672"/>
                  </a:cubicBezTo>
                  <a:cubicBezTo>
                    <a:pt x="485114" y="1247434"/>
                    <a:pt x="1375702" y="2604747"/>
                    <a:pt x="1961489" y="3052422"/>
                  </a:cubicBezTo>
                  <a:cubicBezTo>
                    <a:pt x="2547277" y="3500097"/>
                    <a:pt x="2953677" y="3409610"/>
                    <a:pt x="3695039" y="3547722"/>
                  </a:cubicBezTo>
                  <a:cubicBezTo>
                    <a:pt x="4436401" y="3685834"/>
                    <a:pt x="5912777" y="3866810"/>
                    <a:pt x="6409664" y="3881097"/>
                  </a:cubicBezTo>
                  <a:cubicBezTo>
                    <a:pt x="6906552" y="3895385"/>
                    <a:pt x="6338226" y="3504859"/>
                    <a:pt x="6676364" y="3633447"/>
                  </a:cubicBezTo>
                  <a:cubicBezTo>
                    <a:pt x="7014502" y="3762035"/>
                    <a:pt x="7989227" y="4617697"/>
                    <a:pt x="8438489" y="4652622"/>
                  </a:cubicBezTo>
                  <a:cubicBezTo>
                    <a:pt x="8887751" y="4687547"/>
                    <a:pt x="9237001" y="4235110"/>
                    <a:pt x="9371939" y="3842997"/>
                  </a:cubicBezTo>
                  <a:cubicBezTo>
                    <a:pt x="9506877" y="3450884"/>
                    <a:pt x="9403689" y="2738097"/>
                    <a:pt x="9248114" y="2299947"/>
                  </a:cubicBezTo>
                  <a:cubicBezTo>
                    <a:pt x="9092539" y="1861797"/>
                    <a:pt x="8927439" y="1564935"/>
                    <a:pt x="8438489" y="1214097"/>
                  </a:cubicBezTo>
                  <a:cubicBezTo>
                    <a:pt x="7949539" y="863260"/>
                    <a:pt x="6760502" y="396535"/>
                    <a:pt x="6314414" y="194922"/>
                  </a:cubicBezTo>
                  <a:cubicBezTo>
                    <a:pt x="5868326" y="-6691"/>
                    <a:pt x="6023901" y="-8278"/>
                    <a:pt x="5761964" y="4422"/>
                  </a:cubicBezTo>
                  <a:cubicBezTo>
                    <a:pt x="5500027" y="17122"/>
                    <a:pt x="5058702" y="129834"/>
                    <a:pt x="4742789" y="271122"/>
                  </a:cubicBezTo>
                  <a:cubicBezTo>
                    <a:pt x="4426876" y="412410"/>
                    <a:pt x="4236377" y="793409"/>
                    <a:pt x="3866489" y="852147"/>
                  </a:cubicBezTo>
                  <a:cubicBezTo>
                    <a:pt x="3496601" y="910885"/>
                    <a:pt x="3031464" y="685459"/>
                    <a:pt x="2523464" y="623547"/>
                  </a:cubicBezTo>
                  <a:cubicBezTo>
                    <a:pt x="2015464" y="561634"/>
                    <a:pt x="1213776" y="466385"/>
                    <a:pt x="818489" y="480672"/>
                  </a:cubicBezTo>
                  <a:cubicBezTo>
                    <a:pt x="423202" y="494959"/>
                    <a:pt x="239051" y="674347"/>
                    <a:pt x="132689" y="73784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华文楷体" panose="02010600040101010101" pitchFamily="2" charset="-122"/>
                <a:cs typeface="Arial" panose="020B0604020202020204" pitchFamily="34" charset="0"/>
                <a:sym typeface="+mn-lt"/>
              </a:endParaRPr>
            </a:p>
          </p:txBody>
        </p:sp>
      </p:grpSp>
      <p:sp>
        <p:nvSpPr>
          <p:cNvPr id="3" name="Title 3"/>
          <p:cNvSpPr txBox="1"/>
          <p:nvPr/>
        </p:nvSpPr>
        <p:spPr bwMode="auto">
          <a:xfrm>
            <a:off x="951449" y="1418855"/>
            <a:ext cx="10289105" cy="15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34873" tIns="67436" rIns="134873" bIns="67436"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10000"/>
              </a:lnSpc>
              <a:spcBef>
                <a:spcPct val="20000"/>
              </a:spcBef>
              <a:buSzPct val="120000"/>
              <a:defRPr/>
            </a:pPr>
            <a:r>
              <a:rPr lang="en-US" altLang="zh-CN" sz="6000" kern="0" dirty="0">
                <a:solidFill>
                  <a:srgbClr val="000000"/>
                </a:solidFill>
                <a:effectLst/>
                <a:latin typeface="+mj-lt"/>
                <a:ea typeface="华文楷体" panose="02010600040101010101" pitchFamily="2" charset="-122"/>
                <a:cs typeface="Arial" panose="020B0604020202020204" pitchFamily="34" charset="0"/>
              </a:rPr>
              <a:t>Thanks</a:t>
            </a:r>
            <a:r>
              <a:rPr lang="zh-CN" altLang="en-US" sz="6000" kern="0" dirty="0">
                <a:solidFill>
                  <a:srgbClr val="000000"/>
                </a:solidFill>
                <a:effectLst/>
                <a:latin typeface="+mj-lt"/>
                <a:ea typeface="华文楷体" panose="02010600040101010101" pitchFamily="2" charset="-122"/>
                <a:cs typeface="Arial" panose="020B0604020202020204" pitchFamily="34" charset="0"/>
              </a:rPr>
              <a:t> </a:t>
            </a:r>
            <a:r>
              <a:rPr lang="en-US" altLang="zh-CN" sz="6000" kern="0" dirty="0">
                <a:solidFill>
                  <a:srgbClr val="000000"/>
                </a:solidFill>
                <a:effectLst/>
                <a:latin typeface="+mj-lt"/>
                <a:ea typeface="华文楷体" panose="02010600040101010101" pitchFamily="2" charset="-122"/>
                <a:cs typeface="Arial" panose="020B0604020202020204" pitchFamily="34" charset="0"/>
              </a:rPr>
              <a:t>for</a:t>
            </a:r>
            <a:r>
              <a:rPr lang="zh-CN" altLang="en-US" sz="6000" kern="0" dirty="0">
                <a:solidFill>
                  <a:srgbClr val="000000"/>
                </a:solidFill>
                <a:effectLst/>
                <a:latin typeface="+mj-lt"/>
                <a:ea typeface="华文楷体" panose="02010600040101010101" pitchFamily="2" charset="-122"/>
                <a:cs typeface="Arial" panose="020B0604020202020204" pitchFamily="34" charset="0"/>
              </a:rPr>
              <a:t> </a:t>
            </a:r>
            <a:r>
              <a:rPr lang="en-US" altLang="zh-CN" sz="6000" kern="0" dirty="0">
                <a:solidFill>
                  <a:srgbClr val="000000"/>
                </a:solidFill>
                <a:effectLst/>
                <a:latin typeface="+mj-lt"/>
                <a:ea typeface="华文楷体" panose="02010600040101010101" pitchFamily="2" charset="-122"/>
                <a:cs typeface="Arial" panose="020B0604020202020204" pitchFamily="34" charset="0"/>
              </a:rPr>
              <a:t>listening</a:t>
            </a:r>
            <a:endParaRPr lang="en-US" altLang="en-US" sz="6000" kern="0" dirty="0">
              <a:solidFill>
                <a:srgbClr val="000000"/>
              </a:solidFill>
              <a:effectLst/>
              <a:latin typeface="+mj-lt"/>
              <a:ea typeface="华文楷体" panose="02010600040101010101" pitchFamily="2" charset="-122"/>
              <a:cs typeface="Arial" panose="020B0604020202020204" pitchFamily="34" charset="0"/>
            </a:endParaRPr>
          </a:p>
        </p:txBody>
      </p:sp>
      <p:sp>
        <p:nvSpPr>
          <p:cNvPr id="4" name="副标题 4"/>
          <p:cNvSpPr txBox="1"/>
          <p:nvPr/>
        </p:nvSpPr>
        <p:spPr>
          <a:xfrm>
            <a:off x="2389894" y="4224004"/>
            <a:ext cx="7412215" cy="868697"/>
          </a:xfrm>
          <a:prstGeom prst="rect">
            <a:avLst/>
          </a:prstGeom>
        </p:spPr>
        <p:txBody>
          <a:bodyPr vert="horz" lIns="134873" tIns="67436" rIns="134873" bIns="67436" rtlCol="0" anchor="ctr">
            <a:normAutofit/>
          </a:bodyPr>
          <a:lstStyle>
            <a:lvl1pPr marL="0" marR="0" indent="0" algn="ctr" defTabSz="342900" rtl="0" eaLnBrk="1" fontAlgn="auto" latinLnBrk="0" hangingPunct="1">
              <a:lnSpc>
                <a:spcPct val="100000"/>
              </a:lnSpc>
              <a:spcBef>
                <a:spcPts val="1500"/>
              </a:spcBef>
              <a:spcAft>
                <a:spcPts val="0"/>
              </a:spcAft>
              <a:buClr>
                <a:srgbClr val="549E39"/>
              </a:buClr>
              <a:buSzTx/>
              <a:buFont typeface="Wingdings 3" panose="05040102010807070707" charset="2"/>
              <a:buNone/>
              <a:defRPr lang="zh-CN" altLang="en-US" sz="2400" b="0" i="0" kern="1200" baseline="0">
                <a:solidFill>
                  <a:schemeClr val="accent1">
                    <a:lumMod val="75000"/>
                  </a:schemeClr>
                </a:solidFill>
                <a:latin typeface="Calibri" panose="020F0502020204030204" charset="0"/>
                <a:ea typeface="微软雅黑" panose="020B0503020204020204" pitchFamily="34" charset="-122"/>
                <a:cs typeface="+mn-cs"/>
              </a:defRPr>
            </a:lvl1pPr>
            <a:lvl2pPr marL="4572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2000" b="0" i="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9144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18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3716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16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828800" marR="0" indent="0" algn="ctr" defTabSz="342900" rtl="0" eaLnBrk="1" fontAlgn="auto" latinLnBrk="0" hangingPunct="1">
              <a:lnSpc>
                <a:spcPct val="100000"/>
              </a:lnSpc>
              <a:spcBef>
                <a:spcPts val="750"/>
              </a:spcBef>
              <a:spcAft>
                <a:spcPts val="0"/>
              </a:spcAft>
              <a:buClr>
                <a:srgbClr val="549E39"/>
              </a:buClr>
              <a:buSzTx/>
              <a:buFont typeface="Wingdings 3" panose="05040102010807070707" charset="2"/>
              <a:buNone/>
              <a:defRPr sz="1600" kern="1200">
                <a:solidFill>
                  <a:schemeClr val="tx1">
                    <a:lumMod val="75000"/>
                    <a:lumOff val="25000"/>
                  </a:schemeClr>
                </a:solidFill>
                <a:latin typeface="+mn-lt"/>
                <a:ea typeface="+mn-ea"/>
                <a:cs typeface="+mn-cs"/>
              </a:defRPr>
            </a:lvl5pPr>
            <a:lvl6pPr marL="22860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6pPr>
            <a:lvl7pPr marL="27432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7pPr>
            <a:lvl8pPr marL="32004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8pPr>
            <a:lvl9pPr marL="36576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9pPr>
          </a:lstStyle>
          <a:p>
            <a:endParaRPr lang="en-US" altLang="zh-CN" sz="1800" dirty="0">
              <a:solidFill>
                <a:srgbClr val="404040"/>
              </a:solidFill>
              <a:latin typeface="华文楷体" panose="02010600040101010101" pitchFamily="2" charset="-122"/>
              <a:ea typeface="华文楷体" panose="02010600040101010101" pitchFamily="2" charset="-122"/>
            </a:endParaRPr>
          </a:p>
        </p:txBody>
      </p:sp>
      <p:sp>
        <p:nvSpPr>
          <p:cNvPr id="12" name="Title 3"/>
          <p:cNvSpPr txBox="1"/>
          <p:nvPr/>
        </p:nvSpPr>
        <p:spPr bwMode="auto">
          <a:xfrm>
            <a:off x="2222236" y="3044251"/>
            <a:ext cx="7747528" cy="1145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34873" tIns="67436" rIns="134873" bIns="67436"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r>
              <a:rPr sz="1700">
                <a:solidFill>
                  <a:srgbClr val="141F2E"/>
                </a:solidFill>
                <a:latin typeface="Aptos"/>
              </a:rPr>
              <a:t>AdaptDQC: Adaptive Distributed Quantum Computing With Quantitative Performance Analysis</a:t>
            </a:r>
          </a:p>
        </p:txBody>
      </p:sp>
      <p:pic>
        <p:nvPicPr>
          <p:cNvPr id="10" name="图片 9"/>
          <p:cNvPicPr>
            <a:picLocks noChangeAspect="1"/>
          </p:cNvPicPr>
          <p:nvPr/>
        </p:nvPicPr>
        <p:blipFill>
          <a:blip r:embed="rId4"/>
          <a:stretch>
            <a:fillRect/>
          </a:stretch>
        </p:blipFill>
        <p:spPr>
          <a:xfrm>
            <a:off x="9398606" y="70094"/>
            <a:ext cx="2693189" cy="787517"/>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57443</TotalTime>
  <Words>4119</Words>
  <Application>Microsoft Macintosh PowerPoint</Application>
  <PresentationFormat>宽屏</PresentationFormat>
  <Paragraphs>567</Paragraphs>
  <Slides>30</Slides>
  <Notes>30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等线</vt:lpstr>
      <vt:lpstr>FangSong</vt:lpstr>
      <vt:lpstr>华文楷体</vt:lpstr>
      <vt:lpstr>华文楷体</vt:lpstr>
      <vt:lpstr>微软雅黑</vt:lpstr>
      <vt:lpstr>HarmonyOS Sans SC Light</vt:lpstr>
      <vt:lpstr>Aptos</vt:lpstr>
      <vt:lpstr>Arial</vt:lpstr>
      <vt:lpstr>Cambria Math</vt:lpstr>
      <vt:lpstr>Times New Roman</vt:lpstr>
      <vt:lpstr>Wingdings</vt:lpstr>
      <vt:lpstr>Office 主题​​</vt:lpstr>
      <vt:lpstr>PowerPoint 演示文稿</vt:lpstr>
      <vt:lpstr>PowerPoint 演示文稿</vt:lpstr>
      <vt:lpstr>PowerPoint 演示文稿</vt:lpstr>
      <vt:lpstr>There are different communication architectures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 思危</dc:creator>
  <cp:lastModifiedBy>Debin Xiang</cp:lastModifiedBy>
  <cp:revision>537</cp:revision>
  <dcterms:created xsi:type="dcterms:W3CDTF">2023-01-12T04:25:34Z</dcterms:created>
  <dcterms:modified xsi:type="dcterms:W3CDTF">2026-06-26T02:25:55Z</dcterms:modified>
</cp:coreProperties>
</file>