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7" r:id="rId2"/>
  </p:sldMasterIdLst>
  <p:notesMasterIdLst>
    <p:notesMasterId r:id="rId20"/>
  </p:notesMasterIdLst>
  <p:handoutMasterIdLst>
    <p:handoutMasterId r:id="rId21"/>
  </p:handoutMasterIdLst>
  <p:sldIdLst>
    <p:sldId id="295" r:id="rId3"/>
    <p:sldId id="468" r:id="rId4"/>
    <p:sldId id="435" r:id="rId5"/>
    <p:sldId id="436" r:id="rId6"/>
    <p:sldId id="437" r:id="rId7"/>
    <p:sldId id="439" r:id="rId8"/>
    <p:sldId id="461" r:id="rId9"/>
    <p:sldId id="442" r:id="rId10"/>
    <p:sldId id="464" r:id="rId11"/>
    <p:sldId id="470" r:id="rId12"/>
    <p:sldId id="438" r:id="rId13"/>
    <p:sldId id="444" r:id="rId14"/>
    <p:sldId id="447" r:id="rId15"/>
    <p:sldId id="469" r:id="rId16"/>
    <p:sldId id="445" r:id="rId17"/>
    <p:sldId id="467" r:id="rId18"/>
    <p:sldId id="460" r:id="rId19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2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565" algn="l" defTabSz="912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2495" algn="l" defTabSz="912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69060" algn="l" defTabSz="912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4990" algn="l" defTabSz="912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1555" algn="l" defTabSz="912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37485" algn="l" defTabSz="912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4050" algn="l" defTabSz="912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49980" algn="l" defTabSz="91249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20904"/>
    <a:srgbClr val="C84340"/>
    <a:srgbClr val="A56663"/>
    <a:srgbClr val="E6E6E6"/>
    <a:srgbClr val="E1BBBB"/>
    <a:srgbClr val="FBF7F7"/>
    <a:srgbClr val="D5E8D4"/>
    <a:srgbClr val="FFFFFF"/>
    <a:srgbClr val="556679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3" autoAdjust="0"/>
    <p:restoredTop sz="96197" autoAdjust="0"/>
  </p:normalViewPr>
  <p:slideViewPr>
    <p:cSldViewPr snapToGrid="0">
      <p:cViewPr varScale="1">
        <p:scale>
          <a:sx n="119" d="100"/>
          <a:sy n="119" d="100"/>
        </p:scale>
        <p:origin x="557" y="86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r>
              <a:rPr lang="zh-CN" sz="1800" b="0" i="0" dirty="0">
                <a:latin typeface="FangSong" panose="02010609060101010101" pitchFamily="49" charset="-122"/>
                <a:ea typeface="FangSong" panose="02010609060101010101" pitchFamily="49" charset="-122"/>
              </a:rPr>
              <a:t>运行</a:t>
            </a:r>
            <a:r>
              <a:rPr lang="en-US" sz="1800" b="0" i="0" dirty="0">
                <a:latin typeface="FangSong" panose="02010609060101010101" pitchFamily="49" charset="-122"/>
                <a:ea typeface="FangSong" panose="02010609060101010101" pitchFamily="49" charset="-122"/>
              </a:rPr>
              <a:t>10</a:t>
            </a:r>
            <a:r>
              <a:rPr lang="zh-CN" sz="1800" b="0" i="0" dirty="0">
                <a:latin typeface="FangSong" panose="02010609060101010101" pitchFamily="49" charset="-122"/>
                <a:ea typeface="FangSong" panose="02010609060101010101" pitchFamily="49" charset="-122"/>
              </a:rPr>
              <a:t>比特</a:t>
            </a:r>
            <a:r>
              <a:rPr lang="en-US" sz="1800" b="0" i="0" dirty="0">
                <a:latin typeface="FangSong" panose="02010609060101010101" pitchFamily="49" charset="-122"/>
                <a:ea typeface="FangSong" panose="02010609060101010101" pitchFamily="49" charset="-122"/>
              </a:rPr>
              <a:t>BV</a:t>
            </a:r>
            <a:r>
              <a:rPr lang="zh-CN" sz="1800" b="0" i="0" dirty="0">
                <a:latin typeface="FangSong" panose="02010609060101010101" pitchFamily="49" charset="-122"/>
                <a:ea typeface="FangSong" panose="02010609060101010101" pitchFamily="49" charset="-122"/>
              </a:rPr>
              <a:t>算法保真度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baseline="0">
              <a:solidFill>
                <a:schemeClr val="tx2"/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计算保真度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0"/>
          <c:trendline>
            <c:spPr>
              <a:ln w="19050" cap="rnd">
                <a:solidFill>
                  <a:schemeClr val="accent1"/>
                </a:solidFill>
                <a:prstDash val="sysDash"/>
              </a:ln>
              <a:effectLst/>
            </c:spPr>
            <c:trendlineType val="exp"/>
            <c:dispRSqr val="1"/>
            <c:dispEq val="0"/>
            <c:trendlineLbl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197" b="0" i="0" u="none" strike="noStrike" kern="1200" baseline="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</c:trendlineLbl>
          </c:trendline>
          <c:cat>
            <c:numRef>
              <c:f>Sheet1!$A$2:$A$5</c:f>
              <c:numCache>
                <c:formatCode>General</c:formatCode>
                <c:ptCount val="4"/>
                <c:pt idx="0">
                  <c:v>5</c:v>
                </c:pt>
                <c:pt idx="1">
                  <c:v>16</c:v>
                </c:pt>
                <c:pt idx="2">
                  <c:v>20</c:v>
                </c:pt>
                <c:pt idx="3">
                  <c:v>28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0.99</c:v>
                </c:pt>
                <c:pt idx="1">
                  <c:v>0.2</c:v>
                </c:pt>
                <c:pt idx="2">
                  <c:v>0.01</c:v>
                </c:pt>
                <c:pt idx="3">
                  <c:v>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C8E-154D-AEC8-4866272F4B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755854832"/>
        <c:axId val="578459392"/>
      </c:barChart>
      <c:catAx>
        <c:axId val="175585483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sz="1600" b="0" i="0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芯片比特数量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78459392"/>
        <c:crosses val="autoZero"/>
        <c:auto val="1"/>
        <c:lblAlgn val="ctr"/>
        <c:lblOffset val="100"/>
        <c:noMultiLvlLbl val="0"/>
      </c:catAx>
      <c:valAx>
        <c:axId val="578459392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altLang="en-US" sz="1600" b="0" i="0" dirty="0">
                    <a:latin typeface="FangSong" panose="02010609060101010101" pitchFamily="49" charset="-122"/>
                    <a:ea typeface="FangSong" panose="02010609060101010101" pitchFamily="49" charset="-122"/>
                  </a:rPr>
                  <a:t>保真度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75585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7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  <a:lumOff val="2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pPr/>
              <a:t>2026/1/22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2026/1/22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24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565" algn="l" defTabSz="9124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2495" algn="l" defTabSz="9124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69060" algn="l" defTabSz="9124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4990" algn="l" defTabSz="9124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1555" algn="l" defTabSz="9124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7485" algn="l" defTabSz="9124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4050" algn="l" defTabSz="9124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49980" algn="l" defTabSz="91249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51PPT </a:t>
            </a:r>
            <a:r>
              <a:rPr lang="zh-CN" altLang="en-US" dirty="0"/>
              <a:t>模板网，幻灯片演示模板及 素材免费下载！</a:t>
            </a:r>
          </a:p>
          <a:p>
            <a:r>
              <a:rPr lang="en-US" altLang="zh-CN" dirty="0"/>
              <a:t>51PPT</a:t>
            </a:r>
            <a:r>
              <a:rPr lang="zh-CN" altLang="en-US" dirty="0"/>
              <a:t>模板网 唯一访问网址：</a:t>
            </a:r>
            <a:r>
              <a:rPr lang="en-US" altLang="zh-CN" dirty="0"/>
              <a:t>www.51pptm </a:t>
            </a:r>
            <a:r>
              <a:rPr lang="en-US" altLang="zh-CN" dirty="0" err="1"/>
              <a:t>oban.c</a:t>
            </a:r>
            <a:r>
              <a:rPr lang="en-US" altLang="zh-CN" dirty="0"/>
              <a:t> 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710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7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572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1338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9732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99954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268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374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4230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8647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05028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7870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0413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325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E508C164-94B4-42D0-0C1D-B378843C76FD}"/>
              </a:ext>
            </a:extLst>
          </p:cNvPr>
          <p:cNvSpPr/>
          <p:nvPr userDrawn="1"/>
        </p:nvSpPr>
        <p:spPr>
          <a:xfrm rot="10800000">
            <a:off x="0" y="6034701"/>
            <a:ext cx="12192000" cy="823298"/>
          </a:xfrm>
          <a:custGeom>
            <a:avLst/>
            <a:gdLst>
              <a:gd name="connsiteX0" fmla="*/ 6092419 w 12192000"/>
              <a:gd name="connsiteY0" fmla="*/ 823298 h 823298"/>
              <a:gd name="connsiteX1" fmla="*/ 252509 w 12192000"/>
              <a:gd name="connsiteY1" fmla="*/ 270120 h 823298"/>
              <a:gd name="connsiteX2" fmla="*/ 0 w 12192000"/>
              <a:gd name="connsiteY2" fmla="*/ 211097 h 823298"/>
              <a:gd name="connsiteX3" fmla="*/ 0 w 12192000"/>
              <a:gd name="connsiteY3" fmla="*/ 0 h 823298"/>
              <a:gd name="connsiteX4" fmla="*/ 12192000 w 12192000"/>
              <a:gd name="connsiteY4" fmla="*/ 0 h 823298"/>
              <a:gd name="connsiteX5" fmla="*/ 12192000 w 12192000"/>
              <a:gd name="connsiteY5" fmla="*/ 209423 h 823298"/>
              <a:gd name="connsiteX6" fmla="*/ 11932330 w 12192000"/>
              <a:gd name="connsiteY6" fmla="*/ 270120 h 823298"/>
              <a:gd name="connsiteX7" fmla="*/ 6092419 w 12192000"/>
              <a:gd name="connsiteY7" fmla="*/ 823298 h 823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823298">
                <a:moveTo>
                  <a:pt x="6092419" y="823298"/>
                </a:moveTo>
                <a:cubicBezTo>
                  <a:pt x="3843896" y="823298"/>
                  <a:pt x="1794936" y="613819"/>
                  <a:pt x="252509" y="270120"/>
                </a:cubicBezTo>
                <a:lnTo>
                  <a:pt x="0" y="211097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209423"/>
                </a:lnTo>
                <a:lnTo>
                  <a:pt x="11932330" y="270120"/>
                </a:lnTo>
                <a:cubicBezTo>
                  <a:pt x="10389903" y="613819"/>
                  <a:pt x="8340943" y="823298"/>
                  <a:pt x="6092419" y="823298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D9C0DE7-8903-5F6C-415A-95318181EC99}"/>
              </a:ext>
            </a:extLst>
          </p:cNvPr>
          <p:cNvSpPr/>
          <p:nvPr userDrawn="1"/>
        </p:nvSpPr>
        <p:spPr>
          <a:xfrm>
            <a:off x="-8502342" y="6506692"/>
            <a:ext cx="24697848" cy="7138910"/>
          </a:xfrm>
          <a:prstGeom prst="ellipse">
            <a:avLst/>
          </a:prstGeom>
          <a:noFill/>
          <a:ln w="25400">
            <a:gradFill>
              <a:gsLst>
                <a:gs pos="0">
                  <a:schemeClr val="bg1"/>
                </a:gs>
                <a:gs pos="17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9E65F-16A9-4E49-BEBE-51C1A89A1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9E4EF2A-4C1D-154C-945D-A766E5DFF0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043F6B-03F0-824A-B2D4-BBCFBFCBE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2BF82D2-7A68-459D-A996-9BDDA2518FA4}" type="datetimeFigureOut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2026/1/22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F49D27-2807-B540-B445-EDC74B410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F7990F-5C0F-EF4C-8125-A08C12D0B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01EE5D-26FB-46D5-A381-ECFB35BF1D34}" type="slidenum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791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94C6F-A271-7641-965F-4C914FA4E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7C9E34-19E0-C34E-808F-5790836DC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45DC07-4676-2644-9971-E615DA679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2BF82D2-7A68-459D-A996-9BDDA2518FA4}" type="datetimeFigureOut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2026/1/22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1C3C42-280D-EE40-AE21-D9E06718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4C52FF-3988-FE40-9CA1-D6766DAA0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01EE5D-26FB-46D5-A381-ECFB35BF1D34}" type="slidenum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5912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BEBBE3-C106-D844-B9AD-385A34BD2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5C9C8C-30FF-4947-96F3-08306A57A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7B18EB-B850-894E-BD2D-5D28788FB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2BF82D2-7A68-459D-A996-9BDDA2518FA4}" type="datetimeFigureOut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2026/1/22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85E3C4-4302-A041-B65D-0A288CFAC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E02444-83F7-C249-B90E-4BAD5B22F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01EE5D-26FB-46D5-A381-ECFB35BF1D34}" type="slidenum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526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E383FC-56B5-1F40-9807-CAF8875D6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56C5FB-1251-874D-A1BC-B97951657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F3C9622-BE66-054D-9DF1-8502E6D1A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B92D3A-9F88-0C47-8875-FDB849B97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2BF82D2-7A68-459D-A996-9BDDA2518FA4}" type="datetimeFigureOut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2026/1/22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87BFCD2-23A4-364E-A08D-6A64BABA8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61AFD3-F60E-2243-91DE-8B0B0204E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01EE5D-26FB-46D5-A381-ECFB35BF1D34}" type="slidenum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8725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F7F3D-FA6F-1A49-BBB0-CBB7782E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B53E5B4-01C6-CE47-9DDD-A2E0095EFE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9B239A-22C5-A64B-B889-4B5319D05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BF1AE8-8082-5246-BB26-B11CC302D2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10E6AC0-18D5-804D-A62B-E1FEE41F14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426849-6EFA-CE4D-B390-6F5B0795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2BF82D2-7A68-459D-A996-9BDDA2518FA4}" type="datetimeFigureOut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2026/1/22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13296A5-CCF1-ED4E-B1C3-1B85207FC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35905B3-369A-D643-8A82-7CFAFCE1E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01EE5D-26FB-46D5-A381-ECFB35BF1D34}" type="slidenum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915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49714C-7A71-0C47-A304-29643822B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59D98C0-D682-D240-ACB5-F963C2DAA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2BF82D2-7A68-459D-A996-9BDDA2518FA4}" type="datetimeFigureOut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2026/1/22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B055EB-387C-B24B-953C-498E1F001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145BF5-1F5B-AD4F-BDF9-566F5075E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01EE5D-26FB-46D5-A381-ECFB35BF1D34}" type="slidenum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1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27F9746-B00A-8840-9063-EDAED8A2D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2BF82D2-7A68-459D-A996-9BDDA2518FA4}" type="datetimeFigureOut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2026/1/22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D21076-A4FE-5D4A-B667-FCC2DDD17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7991FB-8577-CC4D-B862-1BDE9E5B8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01EE5D-26FB-46D5-A381-ECFB35BF1D34}" type="slidenum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037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0D586C-24BA-2F47-8417-F2CE0BDEF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C61FB9-F726-3040-9E5A-55A561C26E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21FBD15-47BC-3146-9F97-C16AF204C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379E80-7D40-8840-ADF4-E8F80B014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2BF82D2-7A68-459D-A996-9BDDA2518FA4}" type="datetimeFigureOut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2026/1/22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E0B5D7-D099-3247-B219-CA71F254F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242B7C-C441-594D-A9AC-ABAD7CBE5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01EE5D-26FB-46D5-A381-ECFB35BF1D34}" type="slidenum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763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DEF1D7-584A-184B-8FD8-D77F1C640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26D2D7C-B797-604B-9BF6-5201F633BA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B11D9C-17CF-CF44-9684-EE22EF0E0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AA8581F-27C0-2D42-B43A-0F7A8F1AE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2BF82D2-7A68-459D-A996-9BDDA2518FA4}" type="datetimeFigureOut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2026/1/22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E2464B-F1A2-A746-A302-19972E447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B39E78-0178-344E-BBD2-F1C4BDD9E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01EE5D-26FB-46D5-A381-ECFB35BF1D34}" type="slidenum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501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D2769B-4BD0-7243-878F-A32CF1C3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AEA6657-9AC7-374D-8568-C5E0A21CA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50D520-9E4A-F143-8242-7663669B2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2BF82D2-7A68-459D-A996-9BDDA2518FA4}" type="datetimeFigureOut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2026/1/22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36EC21-E22D-954B-9D2C-AAE5A418B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3B5009-6D9B-4F4F-80C2-B31476F4C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01EE5D-26FB-46D5-A381-ECFB35BF1D34}" type="slidenum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284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29426C0-F620-7243-A3EB-02CD553E0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6680FE-3E27-7748-95A0-C5E080BAE7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E48B77-1FA5-DC48-B397-92F8F568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2BF82D2-7A68-459D-A996-9BDDA2518FA4}" type="datetimeFigureOut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2026/1/22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2EA7BC-C447-9545-95B0-F8FD32FC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571131-AAF5-5C47-9952-1E011C573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01EE5D-26FB-46D5-A381-ECFB35BF1D34}" type="slidenum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505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86694" tIns="43347" rIns="86694" bIns="43347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86694" tIns="43347" rIns="86694" bIns="43347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86694" tIns="43347" rIns="86694" bIns="43347" rtlCol="0" anchor="ctr"/>
          <a:lstStyle>
            <a:lvl1pPr algn="l">
              <a:defRPr sz="1100" b="0" i="0">
                <a:solidFill>
                  <a:schemeClr val="tx1">
                    <a:tint val="75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2BF82D2-7A68-459D-A996-9BDDA2518FA4}" type="datetimeFigureOut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2026/1/22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86694" tIns="43347" rIns="86694" bIns="43347" rtlCol="0" anchor="ctr"/>
          <a:lstStyle>
            <a:lvl1pPr algn="ctr">
              <a:defRPr sz="1100" b="0" i="0">
                <a:solidFill>
                  <a:schemeClr val="tx1">
                    <a:tint val="75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86694" tIns="43347" rIns="86694" bIns="43347" rtlCol="0" anchor="ctr"/>
          <a:lstStyle>
            <a:lvl1pPr algn="r">
              <a:defRPr sz="1100" b="0" i="0">
                <a:solidFill>
                  <a:schemeClr val="tx1">
                    <a:tint val="75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01EE5D-26FB-46D5-A381-ECFB35BF1D34}" type="slidenum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200" b="0" i="0" kern="1200">
          <a:solidFill>
            <a:schemeClr val="tx1"/>
          </a:solidFill>
          <a:latin typeface="FangSong" panose="02010609060101010101" pitchFamily="49" charset="-122"/>
          <a:ea typeface="FangSong" panose="02010609060101010101" pitchFamily="49" charset="-122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700" b="0" i="0" kern="1200">
          <a:solidFill>
            <a:schemeClr val="tx1"/>
          </a:solidFill>
          <a:latin typeface="FangSong" panose="02010609060101010101" pitchFamily="49" charset="-122"/>
          <a:ea typeface="FangSong" panose="02010609060101010101" pitchFamily="49" charset="-122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300" b="0" i="0" kern="1200">
          <a:solidFill>
            <a:schemeClr val="tx1"/>
          </a:solidFill>
          <a:latin typeface="FangSong" panose="02010609060101010101" pitchFamily="49" charset="-122"/>
          <a:ea typeface="FangSong" panose="02010609060101010101" pitchFamily="49" charset="-122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900" b="0" i="0" kern="1200">
          <a:solidFill>
            <a:schemeClr val="tx1"/>
          </a:solidFill>
          <a:latin typeface="FangSong" panose="02010609060101010101" pitchFamily="49" charset="-122"/>
          <a:ea typeface="FangSong" panose="02010609060101010101" pitchFamily="49" charset="-122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0" b="0" i="0" kern="1200">
          <a:solidFill>
            <a:schemeClr val="tx1"/>
          </a:solidFill>
          <a:latin typeface="FangSong" panose="02010609060101010101" pitchFamily="49" charset="-122"/>
          <a:ea typeface="FangSong" panose="02010609060101010101" pitchFamily="49" charset="-122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0" b="0" i="0" kern="1200">
          <a:solidFill>
            <a:schemeClr val="tx1"/>
          </a:solidFill>
          <a:latin typeface="FangSong" panose="02010609060101010101" pitchFamily="49" charset="-122"/>
          <a:ea typeface="FangSong" panose="02010609060101010101" pitchFamily="49" charset="-122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7485A6-6340-7D45-8071-9187ED425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026D84-A531-994D-B4F6-F862CC836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EA9187-7E3C-B24A-8BDB-A165FE8D99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2BF82D2-7A68-459D-A996-9BDDA2518FA4}" type="datetimeFigureOut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2026/1/22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627BF6-28A4-8841-B591-1E30947451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5FD10F-CAC1-2046-8007-7742ED657E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914400" fontAlgn="base">
              <a:spcBef>
                <a:spcPct val="0"/>
              </a:spcBef>
              <a:spcAft>
                <a:spcPct val="0"/>
              </a:spcAft>
            </a:pPr>
            <a:fld id="{3E01EE5D-26FB-46D5-A381-ECFB35BF1D34}" type="slidenum">
              <a:rPr lang="zh-CN" altLang="en-US" smtClean="0">
                <a:solidFill>
                  <a:srgbClr val="393939">
                    <a:tint val="75000"/>
                  </a:srgbClr>
                </a:solidFill>
              </a:rPr>
              <a:pPr defTabSz="9144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zh-CN" altLang="en-US" dirty="0">
              <a:solidFill>
                <a:srgbClr val="393939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1747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5" Type="http://schemas.openxmlformats.org/officeDocument/2006/relationships/chart" Target="../charts/char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17" Type="http://schemas.openxmlformats.org/officeDocument/2006/relationships/image" Target="../media/image27.sv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svg"/><Relationship Id="rId10" Type="http://schemas.openxmlformats.org/officeDocument/2006/relationships/image" Target="../media/image20.svg"/><Relationship Id="rId19" Type="http://schemas.openxmlformats.org/officeDocument/2006/relationships/image" Target="../media/image29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30.png"/><Relationship Id="rId7" Type="http://schemas.openxmlformats.org/officeDocument/2006/relationships/image" Target="../media/image5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.png"/><Relationship Id="rId11" Type="http://schemas.openxmlformats.org/officeDocument/2006/relationships/image" Target="../media/image33.png"/><Relationship Id="rId5" Type="http://schemas.openxmlformats.org/officeDocument/2006/relationships/image" Target="../media/image3.png"/><Relationship Id="rId10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280.png"/><Relationship Id="rId3" Type="http://schemas.openxmlformats.org/officeDocument/2006/relationships/image" Target="../media/image35.tiff"/><Relationship Id="rId7" Type="http://schemas.openxmlformats.org/officeDocument/2006/relationships/image" Target="../media/image39.svg"/><Relationship Id="rId12" Type="http://schemas.openxmlformats.org/officeDocument/2006/relationships/image" Target="../media/image43.sv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8.png"/><Relationship Id="rId11" Type="http://schemas.openxmlformats.org/officeDocument/2006/relationships/image" Target="../media/image42.png"/><Relationship Id="rId5" Type="http://schemas.openxmlformats.org/officeDocument/2006/relationships/image" Target="../media/image37.jpeg"/><Relationship Id="rId15" Type="http://schemas.openxmlformats.org/officeDocument/2006/relationships/image" Target="../media/image300.png"/><Relationship Id="rId10" Type="http://schemas.openxmlformats.org/officeDocument/2006/relationships/image" Target="../media/image25.png"/><Relationship Id="rId4" Type="http://schemas.openxmlformats.org/officeDocument/2006/relationships/image" Target="../media/image36.tiff"/><Relationship Id="rId9" Type="http://schemas.openxmlformats.org/officeDocument/2006/relationships/image" Target="../media/image41.svg"/><Relationship Id="rId1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6.svg"/><Relationship Id="rId4" Type="http://schemas.openxmlformats.org/officeDocument/2006/relationships/image" Target="../media/image4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88AAF4B-8FFB-8B09-F1FC-4976DAC8839A}"/>
              </a:ext>
            </a:extLst>
          </p:cNvPr>
          <p:cNvSpPr/>
          <p:nvPr/>
        </p:nvSpPr>
        <p:spPr>
          <a:xfrm rot="10800000">
            <a:off x="0" y="4726430"/>
            <a:ext cx="12192000" cy="2146083"/>
          </a:xfrm>
          <a:custGeom>
            <a:avLst/>
            <a:gdLst>
              <a:gd name="connsiteX0" fmla="*/ 6092419 w 12192000"/>
              <a:gd name="connsiteY0" fmla="*/ 2146083 h 2146083"/>
              <a:gd name="connsiteX1" fmla="*/ 252509 w 12192000"/>
              <a:gd name="connsiteY1" fmla="*/ 1592905 h 2146083"/>
              <a:gd name="connsiteX2" fmla="*/ 0 w 12192000"/>
              <a:gd name="connsiteY2" fmla="*/ 1533882 h 2146083"/>
              <a:gd name="connsiteX3" fmla="*/ 0 w 12192000"/>
              <a:gd name="connsiteY3" fmla="*/ 792522 h 2146083"/>
              <a:gd name="connsiteX4" fmla="*/ 0 w 12192000"/>
              <a:gd name="connsiteY4" fmla="*/ 741360 h 2146083"/>
              <a:gd name="connsiteX5" fmla="*/ 0 w 12192000"/>
              <a:gd name="connsiteY5" fmla="*/ 0 h 2146083"/>
              <a:gd name="connsiteX6" fmla="*/ 12192000 w 12192000"/>
              <a:gd name="connsiteY6" fmla="*/ 0 h 2146083"/>
              <a:gd name="connsiteX7" fmla="*/ 12192000 w 12192000"/>
              <a:gd name="connsiteY7" fmla="*/ 741360 h 2146083"/>
              <a:gd name="connsiteX8" fmla="*/ 12192000 w 12192000"/>
              <a:gd name="connsiteY8" fmla="*/ 790848 h 2146083"/>
              <a:gd name="connsiteX9" fmla="*/ 12192000 w 12192000"/>
              <a:gd name="connsiteY9" fmla="*/ 1532208 h 2146083"/>
              <a:gd name="connsiteX10" fmla="*/ 11932330 w 12192000"/>
              <a:gd name="connsiteY10" fmla="*/ 1592905 h 2146083"/>
              <a:gd name="connsiteX11" fmla="*/ 6092419 w 12192000"/>
              <a:gd name="connsiteY11" fmla="*/ 2146083 h 2146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146083">
                <a:moveTo>
                  <a:pt x="6092419" y="2146083"/>
                </a:moveTo>
                <a:cubicBezTo>
                  <a:pt x="3843896" y="2146083"/>
                  <a:pt x="1794936" y="1936604"/>
                  <a:pt x="252509" y="1592905"/>
                </a:cubicBezTo>
                <a:lnTo>
                  <a:pt x="0" y="1533882"/>
                </a:lnTo>
                <a:lnTo>
                  <a:pt x="0" y="792522"/>
                </a:lnTo>
                <a:lnTo>
                  <a:pt x="0" y="74136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741360"/>
                </a:lnTo>
                <a:lnTo>
                  <a:pt x="12192000" y="790848"/>
                </a:lnTo>
                <a:lnTo>
                  <a:pt x="12192000" y="1532208"/>
                </a:lnTo>
                <a:lnTo>
                  <a:pt x="11932330" y="1592905"/>
                </a:lnTo>
                <a:cubicBezTo>
                  <a:pt x="10389903" y="1936604"/>
                  <a:pt x="8340943" y="2146083"/>
                  <a:pt x="6092419" y="214608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46DCB8CA-6E50-64FB-16B2-614CD729FEB7}"/>
              </a:ext>
            </a:extLst>
          </p:cNvPr>
          <p:cNvSpPr/>
          <p:nvPr/>
        </p:nvSpPr>
        <p:spPr>
          <a:xfrm>
            <a:off x="0" y="1"/>
            <a:ext cx="12192000" cy="1404723"/>
          </a:xfrm>
          <a:custGeom>
            <a:avLst/>
            <a:gdLst>
              <a:gd name="connsiteX0" fmla="*/ 0 w 12192000"/>
              <a:gd name="connsiteY0" fmla="*/ 0 h 1404723"/>
              <a:gd name="connsiteX1" fmla="*/ 12192000 w 12192000"/>
              <a:gd name="connsiteY1" fmla="*/ 0 h 1404723"/>
              <a:gd name="connsiteX2" fmla="*/ 12192000 w 12192000"/>
              <a:gd name="connsiteY2" fmla="*/ 790848 h 1404723"/>
              <a:gd name="connsiteX3" fmla="*/ 11932330 w 12192000"/>
              <a:gd name="connsiteY3" fmla="*/ 851545 h 1404723"/>
              <a:gd name="connsiteX4" fmla="*/ 6092419 w 12192000"/>
              <a:gd name="connsiteY4" fmla="*/ 1404723 h 1404723"/>
              <a:gd name="connsiteX5" fmla="*/ 252509 w 12192000"/>
              <a:gd name="connsiteY5" fmla="*/ 851545 h 1404723"/>
              <a:gd name="connsiteX6" fmla="*/ 0 w 12192000"/>
              <a:gd name="connsiteY6" fmla="*/ 792522 h 1404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404723">
                <a:moveTo>
                  <a:pt x="0" y="0"/>
                </a:moveTo>
                <a:lnTo>
                  <a:pt x="12192000" y="0"/>
                </a:lnTo>
                <a:lnTo>
                  <a:pt x="12192000" y="790848"/>
                </a:lnTo>
                <a:lnTo>
                  <a:pt x="11932330" y="851545"/>
                </a:lnTo>
                <a:cubicBezTo>
                  <a:pt x="10389903" y="1195244"/>
                  <a:pt x="8340943" y="1404723"/>
                  <a:pt x="6092419" y="1404723"/>
                </a:cubicBezTo>
                <a:cubicBezTo>
                  <a:pt x="3843896" y="1404723"/>
                  <a:pt x="1794936" y="1195244"/>
                  <a:pt x="252509" y="851545"/>
                </a:cubicBezTo>
                <a:lnTo>
                  <a:pt x="0" y="792522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20CF85F-6DAD-A88C-187D-32131BF4DFA7}"/>
              </a:ext>
            </a:extLst>
          </p:cNvPr>
          <p:cNvSpPr/>
          <p:nvPr/>
        </p:nvSpPr>
        <p:spPr>
          <a:xfrm>
            <a:off x="4268416" y="4629406"/>
            <a:ext cx="3655168" cy="369332"/>
          </a:xfrm>
          <a:prstGeom prst="roundRect">
            <a:avLst>
              <a:gd name="adj" fmla="val 50000"/>
            </a:avLst>
          </a:prstGeom>
          <a:solidFill>
            <a:schemeClr val="accent5">
              <a:lumMod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3B130AA5-5867-C585-202A-57811B5A8D45}"/>
              </a:ext>
            </a:extLst>
          </p:cNvPr>
          <p:cNvGrpSpPr/>
          <p:nvPr/>
        </p:nvGrpSpPr>
        <p:grpSpPr>
          <a:xfrm>
            <a:off x="2811612" y="5362529"/>
            <a:ext cx="6431369" cy="378361"/>
            <a:chOff x="2871778" y="5459068"/>
            <a:chExt cx="6431369" cy="378361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4CE72AB-7870-0D29-62C4-DEED49B4D739}"/>
                </a:ext>
              </a:extLst>
            </p:cNvPr>
            <p:cNvGrpSpPr/>
            <p:nvPr/>
          </p:nvGrpSpPr>
          <p:grpSpPr>
            <a:xfrm>
              <a:off x="3087642" y="5464474"/>
              <a:ext cx="6215505" cy="372955"/>
              <a:chOff x="3096059" y="5849025"/>
              <a:chExt cx="5414729" cy="386556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156221B-F4C7-A0F1-3181-3F4BB743EF2A}"/>
                  </a:ext>
                </a:extLst>
              </p:cNvPr>
              <p:cNvSpPr txBox="1"/>
              <p:nvPr/>
            </p:nvSpPr>
            <p:spPr>
              <a:xfrm>
                <a:off x="3096059" y="5852781"/>
                <a:ext cx="3184253" cy="382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1200" b="1">
                    <a:gradFill flip="none" rotWithShape="1">
                      <a:gsLst>
                        <a:gs pos="1000">
                          <a:srgbClr val="BB9F64"/>
                        </a:gs>
                        <a:gs pos="100000">
                          <a:srgbClr val="BB9F64"/>
                        </a:gs>
                        <a:gs pos="61000">
                          <a:srgbClr val="FFF0AE"/>
                        </a:gs>
                      </a:gsLst>
                      <a:lin ang="5400000" scaled="1"/>
                      <a:tileRect/>
                    </a:gradFill>
                    <a:latin typeface="+mn-ea"/>
                    <a:ea typeface="+mn-ea"/>
                    <a:cs typeface="+mn-ea"/>
                  </a:defRPr>
                </a:lvl1pPr>
              </a:lstStyle>
              <a:p>
                <a:pPr algn="l"/>
                <a:r>
                  <a:rPr lang="zh-CN" altLang="en-US" sz="1800" b="0" dirty="0">
                    <a:solidFill>
                      <a:schemeClr val="bg1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  <a:cs typeface="阿里巴巴普惠体 2.0 55 Regular" panose="00020600040101010101" pitchFamily="18" charset="-122"/>
                    <a:sym typeface="+mn-lt"/>
                  </a:rPr>
                  <a:t>团队：向德彬，贾星辉，李诗宇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AFE5FE3-3344-E5E7-0063-FA2F29AE3D69}"/>
                  </a:ext>
                </a:extLst>
              </p:cNvPr>
              <p:cNvSpPr txBox="1"/>
              <p:nvPr/>
            </p:nvSpPr>
            <p:spPr>
              <a:xfrm>
                <a:off x="6510652" y="5849025"/>
                <a:ext cx="2000136" cy="382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1200" b="1">
                    <a:gradFill flip="none" rotWithShape="1">
                      <a:gsLst>
                        <a:gs pos="1000">
                          <a:srgbClr val="BB9F64"/>
                        </a:gs>
                        <a:gs pos="100000">
                          <a:srgbClr val="BB9F64"/>
                        </a:gs>
                        <a:gs pos="61000">
                          <a:srgbClr val="FFF0AE"/>
                        </a:gs>
                      </a:gsLst>
                      <a:lin ang="5400000" scaled="1"/>
                      <a:tileRect/>
                    </a:gradFill>
                    <a:latin typeface="+mn-ea"/>
                    <a:ea typeface="+mn-ea"/>
                    <a:cs typeface="+mn-ea"/>
                  </a:defRPr>
                </a:lvl1pPr>
              </a:lstStyle>
              <a:p>
                <a:pPr algn="l"/>
                <a:r>
                  <a:rPr lang="zh-CN" altLang="en-US" sz="1800" b="0" dirty="0">
                    <a:solidFill>
                      <a:schemeClr val="bg1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  <a:cs typeface="阿里巴巴普惠体 2.0 55 Regular" panose="00020600040101010101" pitchFamily="18" charset="-122"/>
                    <a:sym typeface="+mn-lt"/>
                  </a:rPr>
                  <a:t>导师：卢丽强</a:t>
                </a:r>
              </a:p>
            </p:txBody>
          </p:sp>
        </p:grpSp>
        <p:sp>
          <p:nvSpPr>
            <p:cNvPr id="22" name="iconfont-10471-5111261">
              <a:extLst>
                <a:ext uri="{FF2B5EF4-FFF2-40B4-BE49-F238E27FC236}">
                  <a16:creationId xmlns:a16="http://schemas.microsoft.com/office/drawing/2014/main" id="{C38256CD-F063-C6CC-68F2-AE21C11D5BC0}"/>
                </a:ext>
              </a:extLst>
            </p:cNvPr>
            <p:cNvSpPr/>
            <p:nvPr/>
          </p:nvSpPr>
          <p:spPr>
            <a:xfrm>
              <a:off x="6664544" y="5459068"/>
              <a:ext cx="325857" cy="325857"/>
            </a:xfrm>
            <a:custGeom>
              <a:avLst/>
              <a:gdLst>
                <a:gd name="T0" fmla="*/ 4724 w 9448"/>
                <a:gd name="T1" fmla="*/ 0 h 9448"/>
                <a:gd name="T2" fmla="*/ 0 w 9448"/>
                <a:gd name="T3" fmla="*/ 4724 h 9448"/>
                <a:gd name="T4" fmla="*/ 4724 w 9448"/>
                <a:gd name="T5" fmla="*/ 9448 h 9448"/>
                <a:gd name="T6" fmla="*/ 9448 w 9448"/>
                <a:gd name="T7" fmla="*/ 4724 h 9448"/>
                <a:gd name="T8" fmla="*/ 4724 w 9448"/>
                <a:gd name="T9" fmla="*/ 0 h 9448"/>
                <a:gd name="T10" fmla="*/ 4724 w 9448"/>
                <a:gd name="T11" fmla="*/ 9055 h 9448"/>
                <a:gd name="T12" fmla="*/ 1406 w 9448"/>
                <a:gd name="T13" fmla="*/ 7504 h 9448"/>
                <a:gd name="T14" fmla="*/ 3457 w 9448"/>
                <a:gd name="T15" fmla="*/ 6779 h 9448"/>
                <a:gd name="T16" fmla="*/ 3516 w 9448"/>
                <a:gd name="T17" fmla="*/ 6536 h 9448"/>
                <a:gd name="T18" fmla="*/ 3429 w 9448"/>
                <a:gd name="T19" fmla="*/ 6000 h 9448"/>
                <a:gd name="T20" fmla="*/ 3221 w 9448"/>
                <a:gd name="T21" fmla="*/ 5283 h 9448"/>
                <a:gd name="T22" fmla="*/ 2912 w 9448"/>
                <a:gd name="T23" fmla="*/ 4536 h 9448"/>
                <a:gd name="T24" fmla="*/ 2921 w 9448"/>
                <a:gd name="T25" fmla="*/ 3909 h 9448"/>
                <a:gd name="T26" fmla="*/ 2934 w 9448"/>
                <a:gd name="T27" fmla="*/ 3868 h 9448"/>
                <a:gd name="T28" fmla="*/ 2864 w 9448"/>
                <a:gd name="T29" fmla="*/ 2987 h 9448"/>
                <a:gd name="T30" fmla="*/ 3205 w 9448"/>
                <a:gd name="T31" fmla="*/ 1822 h 9448"/>
                <a:gd name="T32" fmla="*/ 4522 w 9448"/>
                <a:gd name="T33" fmla="*/ 1186 h 9448"/>
                <a:gd name="T34" fmla="*/ 4919 w 9448"/>
                <a:gd name="T35" fmla="*/ 1186 h 9448"/>
                <a:gd name="T36" fmla="*/ 6248 w 9448"/>
                <a:gd name="T37" fmla="*/ 1822 h 9448"/>
                <a:gd name="T38" fmla="*/ 6586 w 9448"/>
                <a:gd name="T39" fmla="*/ 2987 h 9448"/>
                <a:gd name="T40" fmla="*/ 6516 w 9448"/>
                <a:gd name="T41" fmla="*/ 3868 h 9448"/>
                <a:gd name="T42" fmla="*/ 6530 w 9448"/>
                <a:gd name="T43" fmla="*/ 3906 h 9448"/>
                <a:gd name="T44" fmla="*/ 6539 w 9448"/>
                <a:gd name="T45" fmla="*/ 4533 h 9448"/>
                <a:gd name="T46" fmla="*/ 6230 w 9448"/>
                <a:gd name="T47" fmla="*/ 5280 h 9448"/>
                <a:gd name="T48" fmla="*/ 6021 w 9448"/>
                <a:gd name="T49" fmla="*/ 5998 h 9448"/>
                <a:gd name="T50" fmla="*/ 5871 w 9448"/>
                <a:gd name="T51" fmla="*/ 6527 h 9448"/>
                <a:gd name="T52" fmla="*/ 5932 w 9448"/>
                <a:gd name="T53" fmla="*/ 6770 h 9448"/>
                <a:gd name="T54" fmla="*/ 8044 w 9448"/>
                <a:gd name="T55" fmla="*/ 7499 h 9448"/>
                <a:gd name="T56" fmla="*/ 4724 w 9448"/>
                <a:gd name="T57" fmla="*/ 9055 h 9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48" h="9448">
                  <a:moveTo>
                    <a:pt x="4724" y="0"/>
                  </a:moveTo>
                  <a:cubicBezTo>
                    <a:pt x="2115" y="0"/>
                    <a:pt x="0" y="2115"/>
                    <a:pt x="0" y="4724"/>
                  </a:cubicBezTo>
                  <a:cubicBezTo>
                    <a:pt x="0" y="7333"/>
                    <a:pt x="2115" y="9448"/>
                    <a:pt x="4724" y="9448"/>
                  </a:cubicBezTo>
                  <a:cubicBezTo>
                    <a:pt x="7333" y="9448"/>
                    <a:pt x="9448" y="7333"/>
                    <a:pt x="9448" y="4724"/>
                  </a:cubicBezTo>
                  <a:cubicBezTo>
                    <a:pt x="9448" y="2115"/>
                    <a:pt x="7333" y="0"/>
                    <a:pt x="4724" y="0"/>
                  </a:cubicBezTo>
                  <a:close/>
                  <a:moveTo>
                    <a:pt x="4724" y="9055"/>
                  </a:moveTo>
                  <a:cubicBezTo>
                    <a:pt x="3393" y="9055"/>
                    <a:pt x="2201" y="8451"/>
                    <a:pt x="1406" y="7504"/>
                  </a:cubicBezTo>
                  <a:cubicBezTo>
                    <a:pt x="1810" y="7329"/>
                    <a:pt x="2819" y="6966"/>
                    <a:pt x="3457" y="6779"/>
                  </a:cubicBezTo>
                  <a:cubicBezTo>
                    <a:pt x="3507" y="6763"/>
                    <a:pt x="3516" y="6761"/>
                    <a:pt x="3516" y="6536"/>
                  </a:cubicBezTo>
                  <a:cubicBezTo>
                    <a:pt x="3516" y="6296"/>
                    <a:pt x="3489" y="6125"/>
                    <a:pt x="3429" y="6000"/>
                  </a:cubicBezTo>
                  <a:cubicBezTo>
                    <a:pt x="3350" y="5830"/>
                    <a:pt x="3255" y="5542"/>
                    <a:pt x="3221" y="5283"/>
                  </a:cubicBezTo>
                  <a:cubicBezTo>
                    <a:pt x="3125" y="5171"/>
                    <a:pt x="2996" y="4953"/>
                    <a:pt x="2912" y="4536"/>
                  </a:cubicBezTo>
                  <a:cubicBezTo>
                    <a:pt x="2839" y="4168"/>
                    <a:pt x="2873" y="4034"/>
                    <a:pt x="2921" y="3909"/>
                  </a:cubicBezTo>
                  <a:cubicBezTo>
                    <a:pt x="2925" y="3895"/>
                    <a:pt x="2932" y="3881"/>
                    <a:pt x="2934" y="3868"/>
                  </a:cubicBezTo>
                  <a:cubicBezTo>
                    <a:pt x="2953" y="3784"/>
                    <a:pt x="2928" y="3334"/>
                    <a:pt x="2864" y="2987"/>
                  </a:cubicBezTo>
                  <a:cubicBezTo>
                    <a:pt x="2821" y="2748"/>
                    <a:pt x="2875" y="2242"/>
                    <a:pt x="3205" y="1822"/>
                  </a:cubicBezTo>
                  <a:cubicBezTo>
                    <a:pt x="3411" y="1556"/>
                    <a:pt x="3809" y="1231"/>
                    <a:pt x="4522" y="1186"/>
                  </a:cubicBezTo>
                  <a:lnTo>
                    <a:pt x="4919" y="1186"/>
                  </a:lnTo>
                  <a:cubicBezTo>
                    <a:pt x="5644" y="1231"/>
                    <a:pt x="6041" y="1556"/>
                    <a:pt x="6248" y="1822"/>
                  </a:cubicBezTo>
                  <a:cubicBezTo>
                    <a:pt x="6577" y="2242"/>
                    <a:pt x="6632" y="2748"/>
                    <a:pt x="6586" y="2987"/>
                  </a:cubicBezTo>
                  <a:cubicBezTo>
                    <a:pt x="6523" y="3334"/>
                    <a:pt x="6498" y="3782"/>
                    <a:pt x="6516" y="3868"/>
                  </a:cubicBezTo>
                  <a:cubicBezTo>
                    <a:pt x="6518" y="3881"/>
                    <a:pt x="6525" y="3895"/>
                    <a:pt x="6530" y="3906"/>
                  </a:cubicBezTo>
                  <a:cubicBezTo>
                    <a:pt x="6577" y="4031"/>
                    <a:pt x="6614" y="4165"/>
                    <a:pt x="6539" y="4533"/>
                  </a:cubicBezTo>
                  <a:cubicBezTo>
                    <a:pt x="6455" y="4951"/>
                    <a:pt x="6325" y="5169"/>
                    <a:pt x="6230" y="5280"/>
                  </a:cubicBezTo>
                  <a:cubicBezTo>
                    <a:pt x="6196" y="5539"/>
                    <a:pt x="6100" y="5825"/>
                    <a:pt x="6021" y="5998"/>
                  </a:cubicBezTo>
                  <a:cubicBezTo>
                    <a:pt x="5946" y="6155"/>
                    <a:pt x="5871" y="6341"/>
                    <a:pt x="5871" y="6527"/>
                  </a:cubicBezTo>
                  <a:cubicBezTo>
                    <a:pt x="5871" y="6752"/>
                    <a:pt x="5880" y="6754"/>
                    <a:pt x="5932" y="6770"/>
                  </a:cubicBezTo>
                  <a:cubicBezTo>
                    <a:pt x="6539" y="6950"/>
                    <a:pt x="7583" y="7311"/>
                    <a:pt x="8044" y="7499"/>
                  </a:cubicBezTo>
                  <a:cubicBezTo>
                    <a:pt x="7249" y="8449"/>
                    <a:pt x="6057" y="9055"/>
                    <a:pt x="4724" y="90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graduate_57239">
              <a:extLst>
                <a:ext uri="{FF2B5EF4-FFF2-40B4-BE49-F238E27FC236}">
                  <a16:creationId xmlns:a16="http://schemas.microsoft.com/office/drawing/2014/main" id="{54A4395D-1133-3824-7E48-1EF62857260C}"/>
                </a:ext>
              </a:extLst>
            </p:cNvPr>
            <p:cNvSpPr/>
            <p:nvPr/>
          </p:nvSpPr>
          <p:spPr>
            <a:xfrm>
              <a:off x="2871778" y="5485135"/>
              <a:ext cx="226675" cy="329812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610D9F0B-D9A4-7246-D9AA-BBE0EBE503B3}"/>
              </a:ext>
            </a:extLst>
          </p:cNvPr>
          <p:cNvSpPr txBox="1"/>
          <p:nvPr/>
        </p:nvSpPr>
        <p:spPr>
          <a:xfrm>
            <a:off x="5385336" y="3407723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研究总结</a:t>
            </a: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85C40E6-2FBF-5A7D-F581-E070321D4BDC}"/>
              </a:ext>
            </a:extLst>
          </p:cNvPr>
          <p:cNvSpPr/>
          <p:nvPr/>
        </p:nvSpPr>
        <p:spPr>
          <a:xfrm>
            <a:off x="5360947" y="579923"/>
            <a:ext cx="1470105" cy="147010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iconfont-11253-5327384">
            <a:extLst>
              <a:ext uri="{FF2B5EF4-FFF2-40B4-BE49-F238E27FC236}">
                <a16:creationId xmlns:a16="http://schemas.microsoft.com/office/drawing/2014/main" id="{DD4B9A41-92F5-495E-1AF7-064BED09B7A8}"/>
              </a:ext>
            </a:extLst>
          </p:cNvPr>
          <p:cNvSpPr/>
          <p:nvPr/>
        </p:nvSpPr>
        <p:spPr>
          <a:xfrm>
            <a:off x="5634342" y="988823"/>
            <a:ext cx="1030202" cy="686732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3F2287B-587A-9013-AF20-5F4105A0D694}"/>
              </a:ext>
            </a:extLst>
          </p:cNvPr>
          <p:cNvSpPr txBox="1"/>
          <p:nvPr/>
        </p:nvSpPr>
        <p:spPr>
          <a:xfrm>
            <a:off x="3464510" y="2149855"/>
            <a:ext cx="610936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dirty="0">
                <a:latin typeface="FangSong" panose="02010609060101010101" pitchFamily="49" charset="-122"/>
                <a:ea typeface="FangSong" panose="02010609060101010101" pitchFamily="49" charset="-122"/>
              </a:rPr>
              <a:t>分布式量子计算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44C78F0-A4A8-14B6-BD8D-B94334FCCB91}"/>
              </a:ext>
            </a:extLst>
          </p:cNvPr>
          <p:cNvSpPr txBox="1"/>
          <p:nvPr/>
        </p:nvSpPr>
        <p:spPr>
          <a:xfrm>
            <a:off x="5657418" y="461267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向德彬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0CA16E66-55BD-3106-7FAD-6C5D0EB8A645}"/>
              </a:ext>
            </a:extLst>
          </p:cNvPr>
          <p:cNvGrpSpPr/>
          <p:nvPr/>
        </p:nvGrpSpPr>
        <p:grpSpPr>
          <a:xfrm>
            <a:off x="2084321" y="3536897"/>
            <a:ext cx="8023357" cy="153756"/>
            <a:chOff x="2031445" y="3536897"/>
            <a:chExt cx="8023357" cy="153756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18A28497-2E84-4A9E-08C6-0EE3C6F50DE7}"/>
                </a:ext>
              </a:extLst>
            </p:cNvPr>
            <p:cNvGrpSpPr/>
            <p:nvPr/>
          </p:nvGrpSpPr>
          <p:grpSpPr>
            <a:xfrm>
              <a:off x="2031445" y="3536897"/>
              <a:ext cx="2125663" cy="153756"/>
              <a:chOff x="2155825" y="3515131"/>
              <a:chExt cx="2125663" cy="153756"/>
            </a:xfrm>
          </p:grpSpPr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C869160D-BEDF-1BD9-8A4A-FEC60CD44D54}"/>
                  </a:ext>
                </a:extLst>
              </p:cNvPr>
              <p:cNvSpPr/>
              <p:nvPr/>
            </p:nvSpPr>
            <p:spPr>
              <a:xfrm>
                <a:off x="2698750" y="3515131"/>
                <a:ext cx="1464492" cy="11179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556679">
                      <a:alpha val="67000"/>
                    </a:srgbClr>
                  </a:gs>
                  <a:gs pos="100000">
                    <a:srgbClr val="556679">
                      <a:alpha val="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5092D120-60D5-74E3-6029-47F04465CC97}"/>
                  </a:ext>
                </a:extLst>
              </p:cNvPr>
              <p:cNvSpPr/>
              <p:nvPr/>
            </p:nvSpPr>
            <p:spPr>
              <a:xfrm>
                <a:off x="2155825" y="3584960"/>
                <a:ext cx="2125663" cy="8392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556679">
                      <a:alpha val="34000"/>
                    </a:srgbClr>
                  </a:gs>
                  <a:gs pos="100000">
                    <a:srgbClr val="556679">
                      <a:alpha val="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0EAD82F3-3569-B913-3D27-32255CE820BC}"/>
                </a:ext>
              </a:extLst>
            </p:cNvPr>
            <p:cNvGrpSpPr/>
            <p:nvPr/>
          </p:nvGrpSpPr>
          <p:grpSpPr>
            <a:xfrm flipH="1">
              <a:off x="7923584" y="3536897"/>
              <a:ext cx="2131218" cy="153756"/>
              <a:chOff x="2155825" y="3515131"/>
              <a:chExt cx="2125663" cy="153756"/>
            </a:xfrm>
          </p:grpSpPr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B7D64C95-6FE0-729A-10DB-98434E5BB006}"/>
                  </a:ext>
                </a:extLst>
              </p:cNvPr>
              <p:cNvSpPr/>
              <p:nvPr/>
            </p:nvSpPr>
            <p:spPr>
              <a:xfrm>
                <a:off x="2698750" y="3515131"/>
                <a:ext cx="1464492" cy="11179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556679">
                      <a:alpha val="67000"/>
                    </a:srgbClr>
                  </a:gs>
                  <a:gs pos="100000">
                    <a:srgbClr val="556679">
                      <a:alpha val="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: 圆角 53">
                <a:extLst>
                  <a:ext uri="{FF2B5EF4-FFF2-40B4-BE49-F238E27FC236}">
                    <a16:creationId xmlns:a16="http://schemas.microsoft.com/office/drawing/2014/main" id="{E128B034-6F0C-B165-1298-F753F4B8C948}"/>
                  </a:ext>
                </a:extLst>
              </p:cNvPr>
              <p:cNvSpPr/>
              <p:nvPr/>
            </p:nvSpPr>
            <p:spPr>
              <a:xfrm>
                <a:off x="2155825" y="3584960"/>
                <a:ext cx="2125663" cy="8392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556679">
                      <a:alpha val="34000"/>
                    </a:srgbClr>
                  </a:gs>
                  <a:gs pos="100000">
                    <a:srgbClr val="556679">
                      <a:alpha val="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57" name="椭圆 56">
            <a:extLst>
              <a:ext uri="{FF2B5EF4-FFF2-40B4-BE49-F238E27FC236}">
                <a16:creationId xmlns:a16="http://schemas.microsoft.com/office/drawing/2014/main" id="{F06DD936-59D3-51A8-E0A2-530079AEF564}"/>
              </a:ext>
            </a:extLst>
          </p:cNvPr>
          <p:cNvSpPr/>
          <p:nvPr/>
        </p:nvSpPr>
        <p:spPr>
          <a:xfrm>
            <a:off x="-12053552" y="6071390"/>
            <a:ext cx="24697848" cy="7138910"/>
          </a:xfrm>
          <a:prstGeom prst="ellipse">
            <a:avLst/>
          </a:prstGeom>
          <a:noFill/>
          <a:ln w="63500">
            <a:gradFill>
              <a:gsLst>
                <a:gs pos="0">
                  <a:schemeClr val="bg1"/>
                </a:gs>
                <a:gs pos="11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0320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圆角矩形 270">
            <a:extLst>
              <a:ext uri="{FF2B5EF4-FFF2-40B4-BE49-F238E27FC236}">
                <a16:creationId xmlns:a16="http://schemas.microsoft.com/office/drawing/2014/main" id="{5E7C6C4B-1342-6140-B099-DBEDC8475C9D}"/>
              </a:ext>
            </a:extLst>
          </p:cNvPr>
          <p:cNvSpPr/>
          <p:nvPr/>
        </p:nvSpPr>
        <p:spPr>
          <a:xfrm>
            <a:off x="321662" y="4565608"/>
            <a:ext cx="1229811" cy="59690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0" name="圆角矩形 269">
            <a:extLst>
              <a:ext uri="{FF2B5EF4-FFF2-40B4-BE49-F238E27FC236}">
                <a16:creationId xmlns:a16="http://schemas.microsoft.com/office/drawing/2014/main" id="{3DD8C1DF-1B7A-2F43-AF5B-7E4828E3CFAB}"/>
              </a:ext>
            </a:extLst>
          </p:cNvPr>
          <p:cNvSpPr/>
          <p:nvPr/>
        </p:nvSpPr>
        <p:spPr>
          <a:xfrm>
            <a:off x="335705" y="3301624"/>
            <a:ext cx="1229811" cy="59690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269" name="圆角矩形 268">
            <a:extLst>
              <a:ext uri="{FF2B5EF4-FFF2-40B4-BE49-F238E27FC236}">
                <a16:creationId xmlns:a16="http://schemas.microsoft.com/office/drawing/2014/main" id="{575FECC7-D2E0-D044-A114-D71158BDDA8F}"/>
              </a:ext>
            </a:extLst>
          </p:cNvPr>
          <p:cNvSpPr/>
          <p:nvPr/>
        </p:nvSpPr>
        <p:spPr>
          <a:xfrm>
            <a:off x="347977" y="1732360"/>
            <a:ext cx="1229811" cy="596901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68" name="直线箭头连接符 267">
            <a:extLst>
              <a:ext uri="{FF2B5EF4-FFF2-40B4-BE49-F238E27FC236}">
                <a16:creationId xmlns:a16="http://schemas.microsoft.com/office/drawing/2014/main" id="{C4FC2CC8-A8FF-BE48-A4A0-793B3443E7EF}"/>
              </a:ext>
            </a:extLst>
          </p:cNvPr>
          <p:cNvCxnSpPr>
            <a:cxnSpLocks/>
          </p:cNvCxnSpPr>
          <p:nvPr/>
        </p:nvCxnSpPr>
        <p:spPr>
          <a:xfrm>
            <a:off x="8285809" y="3676681"/>
            <a:ext cx="0" cy="4305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直线箭头连接符 266">
            <a:extLst>
              <a:ext uri="{FF2B5EF4-FFF2-40B4-BE49-F238E27FC236}">
                <a16:creationId xmlns:a16="http://schemas.microsoft.com/office/drawing/2014/main" id="{EDA6B006-3400-C949-A77F-FCFDE3982B12}"/>
              </a:ext>
            </a:extLst>
          </p:cNvPr>
          <p:cNvCxnSpPr>
            <a:cxnSpLocks/>
          </p:cNvCxnSpPr>
          <p:nvPr/>
        </p:nvCxnSpPr>
        <p:spPr>
          <a:xfrm>
            <a:off x="8792447" y="3871626"/>
            <a:ext cx="0" cy="4305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9" name="任意多边形: 形状 5">
            <a:extLst>
              <a:ext uri="{FF2B5EF4-FFF2-40B4-BE49-F238E27FC236}">
                <a16:creationId xmlns:a16="http://schemas.microsoft.com/office/drawing/2014/main" id="{805F9A70-9A27-9540-B4E2-899E0E23DE9E}"/>
              </a:ext>
            </a:extLst>
          </p:cNvPr>
          <p:cNvSpPr/>
          <p:nvPr/>
        </p:nvSpPr>
        <p:spPr>
          <a:xfrm rot="10800000">
            <a:off x="0" y="5951702"/>
            <a:ext cx="12192000" cy="931227"/>
          </a:xfrm>
          <a:custGeom>
            <a:avLst/>
            <a:gdLst>
              <a:gd name="connsiteX0" fmla="*/ 6092419 w 12192000"/>
              <a:gd name="connsiteY0" fmla="*/ 1200533 h 1200533"/>
              <a:gd name="connsiteX1" fmla="*/ 252509 w 12192000"/>
              <a:gd name="connsiteY1" fmla="*/ 647355 h 1200533"/>
              <a:gd name="connsiteX2" fmla="*/ 0 w 12192000"/>
              <a:gd name="connsiteY2" fmla="*/ 588332 h 1200533"/>
              <a:gd name="connsiteX3" fmla="*/ 0 w 12192000"/>
              <a:gd name="connsiteY3" fmla="*/ 0 h 1200533"/>
              <a:gd name="connsiteX4" fmla="*/ 12192000 w 12192000"/>
              <a:gd name="connsiteY4" fmla="*/ 0 h 1200533"/>
              <a:gd name="connsiteX5" fmla="*/ 12192000 w 12192000"/>
              <a:gd name="connsiteY5" fmla="*/ 586658 h 1200533"/>
              <a:gd name="connsiteX6" fmla="*/ 11932330 w 12192000"/>
              <a:gd name="connsiteY6" fmla="*/ 647355 h 1200533"/>
              <a:gd name="connsiteX7" fmla="*/ 6092419 w 12192000"/>
              <a:gd name="connsiteY7" fmla="*/ 1200533 h 1200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200533">
                <a:moveTo>
                  <a:pt x="6092419" y="1200533"/>
                </a:moveTo>
                <a:cubicBezTo>
                  <a:pt x="3843896" y="1200533"/>
                  <a:pt x="1794936" y="991054"/>
                  <a:pt x="252509" y="647355"/>
                </a:cubicBezTo>
                <a:lnTo>
                  <a:pt x="0" y="588332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586658"/>
                </a:lnTo>
                <a:lnTo>
                  <a:pt x="11932330" y="647355"/>
                </a:lnTo>
                <a:cubicBezTo>
                  <a:pt x="10389903" y="991054"/>
                  <a:pt x="8340943" y="1200533"/>
                  <a:pt x="6092419" y="120053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58" name="任意多边形: 形状 3">
            <a:extLst>
              <a:ext uri="{FF2B5EF4-FFF2-40B4-BE49-F238E27FC236}">
                <a16:creationId xmlns:a16="http://schemas.microsoft.com/office/drawing/2014/main" id="{5B7BDA13-43F7-3E49-99CB-49104092483F}"/>
              </a:ext>
            </a:extLst>
          </p:cNvPr>
          <p:cNvSpPr/>
          <p:nvPr/>
        </p:nvSpPr>
        <p:spPr>
          <a:xfrm>
            <a:off x="0" y="0"/>
            <a:ext cx="12192000" cy="1091379"/>
          </a:xfrm>
          <a:custGeom>
            <a:avLst/>
            <a:gdLst>
              <a:gd name="connsiteX0" fmla="*/ 0 w 12192000"/>
              <a:gd name="connsiteY0" fmla="*/ 0 h 1091379"/>
              <a:gd name="connsiteX1" fmla="*/ 12192000 w 12192000"/>
              <a:gd name="connsiteY1" fmla="*/ 0 h 1091379"/>
              <a:gd name="connsiteX2" fmla="*/ 12192000 w 12192000"/>
              <a:gd name="connsiteY2" fmla="*/ 477504 h 1091379"/>
              <a:gd name="connsiteX3" fmla="*/ 11932330 w 12192000"/>
              <a:gd name="connsiteY3" fmla="*/ 538201 h 1091379"/>
              <a:gd name="connsiteX4" fmla="*/ 6092419 w 12192000"/>
              <a:gd name="connsiteY4" fmla="*/ 1091379 h 1091379"/>
              <a:gd name="connsiteX5" fmla="*/ 252509 w 12192000"/>
              <a:gd name="connsiteY5" fmla="*/ 538201 h 1091379"/>
              <a:gd name="connsiteX6" fmla="*/ 0 w 12192000"/>
              <a:gd name="connsiteY6" fmla="*/ 479178 h 1091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091379">
                <a:moveTo>
                  <a:pt x="0" y="0"/>
                </a:moveTo>
                <a:lnTo>
                  <a:pt x="12192000" y="0"/>
                </a:lnTo>
                <a:lnTo>
                  <a:pt x="12192000" y="477504"/>
                </a:lnTo>
                <a:lnTo>
                  <a:pt x="11932330" y="538201"/>
                </a:lnTo>
                <a:cubicBezTo>
                  <a:pt x="10389903" y="881900"/>
                  <a:pt x="8340943" y="1091379"/>
                  <a:pt x="6092419" y="1091379"/>
                </a:cubicBezTo>
                <a:cubicBezTo>
                  <a:pt x="3843896" y="1091379"/>
                  <a:pt x="1794936" y="881900"/>
                  <a:pt x="252509" y="538201"/>
                </a:cubicBezTo>
                <a:lnTo>
                  <a:pt x="0" y="47917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36" name="直线连接符 235">
            <a:extLst>
              <a:ext uri="{FF2B5EF4-FFF2-40B4-BE49-F238E27FC236}">
                <a16:creationId xmlns:a16="http://schemas.microsoft.com/office/drawing/2014/main" id="{1DD9C55C-DE79-2B4F-83BE-231472AD1113}"/>
              </a:ext>
            </a:extLst>
          </p:cNvPr>
          <p:cNvCxnSpPr>
            <a:cxnSpLocks/>
          </p:cNvCxnSpPr>
          <p:nvPr/>
        </p:nvCxnSpPr>
        <p:spPr>
          <a:xfrm>
            <a:off x="3530837" y="5208228"/>
            <a:ext cx="215258" cy="116705"/>
          </a:xfrm>
          <a:prstGeom prst="line">
            <a:avLst/>
          </a:prstGeom>
          <a:solidFill>
            <a:schemeClr val="bg1">
              <a:lumMod val="95000"/>
            </a:schemeClr>
          </a:solidFill>
          <a:ln w="38100" cmpd="tri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椭圆 145">
            <a:extLst>
              <a:ext uri="{FF2B5EF4-FFF2-40B4-BE49-F238E27FC236}">
                <a16:creationId xmlns:a16="http://schemas.microsoft.com/office/drawing/2014/main" id="{8C33FA9D-A1B8-EC42-9012-23CE0405FB1F}"/>
              </a:ext>
            </a:extLst>
          </p:cNvPr>
          <p:cNvSpPr/>
          <p:nvPr/>
        </p:nvSpPr>
        <p:spPr>
          <a:xfrm>
            <a:off x="2663482" y="4736565"/>
            <a:ext cx="388387" cy="35861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8A7533C9-41B5-604E-9E52-369F71253BE5}"/>
              </a:ext>
            </a:extLst>
          </p:cNvPr>
          <p:cNvSpPr/>
          <p:nvPr/>
        </p:nvSpPr>
        <p:spPr>
          <a:xfrm>
            <a:off x="3210249" y="4980058"/>
            <a:ext cx="388387" cy="35861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15C75CF6-A660-0E42-A9B9-7129119773E1}"/>
              </a:ext>
            </a:extLst>
          </p:cNvPr>
          <p:cNvSpPr/>
          <p:nvPr/>
        </p:nvSpPr>
        <p:spPr>
          <a:xfrm>
            <a:off x="3710515" y="5175934"/>
            <a:ext cx="388387" cy="35861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9189DA46-4550-2346-836D-0C32E9A1C46E}"/>
              </a:ext>
            </a:extLst>
          </p:cNvPr>
          <p:cNvSpPr/>
          <p:nvPr/>
        </p:nvSpPr>
        <p:spPr>
          <a:xfrm>
            <a:off x="3208457" y="4392673"/>
            <a:ext cx="388387" cy="358611"/>
          </a:xfrm>
          <a:prstGeom prst="ellipse">
            <a:avLst/>
          </a:prstGeom>
          <a:solidFill>
            <a:schemeClr val="accent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07E51539-3D27-FB44-8166-5CC2287F7754}"/>
              </a:ext>
            </a:extLst>
          </p:cNvPr>
          <p:cNvSpPr/>
          <p:nvPr/>
        </p:nvSpPr>
        <p:spPr>
          <a:xfrm>
            <a:off x="3716886" y="4126883"/>
            <a:ext cx="388387" cy="358611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97C1E6B9-CC76-384B-A5BD-B43BB3C941FA}"/>
              </a:ext>
            </a:extLst>
          </p:cNvPr>
          <p:cNvSpPr/>
          <p:nvPr/>
        </p:nvSpPr>
        <p:spPr>
          <a:xfrm>
            <a:off x="3720149" y="4657657"/>
            <a:ext cx="388387" cy="358611"/>
          </a:xfrm>
          <a:prstGeom prst="ellipse">
            <a:avLst/>
          </a:prstGeom>
          <a:solidFill>
            <a:schemeClr val="accent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3" name="椭圆 152">
            <a:extLst>
              <a:ext uri="{FF2B5EF4-FFF2-40B4-BE49-F238E27FC236}">
                <a16:creationId xmlns:a16="http://schemas.microsoft.com/office/drawing/2014/main" id="{1CF0978C-86BC-5144-893C-7F5A049E6333}"/>
              </a:ext>
            </a:extLst>
          </p:cNvPr>
          <p:cNvSpPr/>
          <p:nvPr/>
        </p:nvSpPr>
        <p:spPr>
          <a:xfrm>
            <a:off x="4259201" y="4844822"/>
            <a:ext cx="388387" cy="35861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4" name="椭圆 153">
            <a:extLst>
              <a:ext uri="{FF2B5EF4-FFF2-40B4-BE49-F238E27FC236}">
                <a16:creationId xmlns:a16="http://schemas.microsoft.com/office/drawing/2014/main" id="{78641DF5-67D1-D549-87EE-5AC6D1707BFC}"/>
              </a:ext>
            </a:extLst>
          </p:cNvPr>
          <p:cNvSpPr/>
          <p:nvPr/>
        </p:nvSpPr>
        <p:spPr>
          <a:xfrm>
            <a:off x="4807887" y="4513710"/>
            <a:ext cx="388387" cy="35861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5" name="椭圆 154">
            <a:extLst>
              <a:ext uri="{FF2B5EF4-FFF2-40B4-BE49-F238E27FC236}">
                <a16:creationId xmlns:a16="http://schemas.microsoft.com/office/drawing/2014/main" id="{62A81F2C-1148-174E-B2A0-EB2A4D69A32E}"/>
              </a:ext>
            </a:extLst>
          </p:cNvPr>
          <p:cNvSpPr/>
          <p:nvPr/>
        </p:nvSpPr>
        <p:spPr>
          <a:xfrm>
            <a:off x="4231841" y="4312524"/>
            <a:ext cx="388387" cy="358611"/>
          </a:xfrm>
          <a:prstGeom prst="ellipse">
            <a:avLst/>
          </a:prstGeom>
          <a:solidFill>
            <a:schemeClr val="accent2">
              <a:lumMod val="60000"/>
              <a:lumOff val="4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5E0E5CB-D31F-464F-BF08-41CD514D21C0}"/>
              </a:ext>
            </a:extLst>
          </p:cNvPr>
          <p:cNvSpPr txBox="1"/>
          <p:nvPr/>
        </p:nvSpPr>
        <p:spPr>
          <a:xfrm>
            <a:off x="2984411" y="106342"/>
            <a:ext cx="62231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引入</a:t>
            </a:r>
            <a:r>
              <a:rPr lang="en-US" altLang="zh-CN" sz="36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—</a:t>
            </a:r>
            <a:r>
              <a:rPr lang="zh-CN" altLang="en-US" sz="36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什么是分布式量子计算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9955BAD-A29D-674C-98CC-5384EE7A4558}"/>
              </a:ext>
            </a:extLst>
          </p:cNvPr>
          <p:cNvSpPr/>
          <p:nvPr/>
        </p:nvSpPr>
        <p:spPr>
          <a:xfrm rot="20424526">
            <a:off x="9921434" y="5509879"/>
            <a:ext cx="248613" cy="249048"/>
          </a:xfrm>
          <a:prstGeom prst="ellipse">
            <a:avLst/>
          </a:prstGeom>
          <a:solidFill>
            <a:srgbClr val="00B0F0"/>
          </a:solidFill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4E56245-7F2D-3E4B-B893-3B7B30217598}"/>
              </a:ext>
            </a:extLst>
          </p:cNvPr>
          <p:cNvSpPr/>
          <p:nvPr/>
        </p:nvSpPr>
        <p:spPr>
          <a:xfrm rot="1249402">
            <a:off x="10306991" y="5127769"/>
            <a:ext cx="248613" cy="249048"/>
          </a:xfrm>
          <a:prstGeom prst="ellipse">
            <a:avLst/>
          </a:prstGeom>
          <a:solidFill>
            <a:srgbClr val="00B0F0"/>
          </a:solidFill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5F811DB5-F68A-3E48-BA1B-747C49CA4D72}"/>
              </a:ext>
            </a:extLst>
          </p:cNvPr>
          <p:cNvSpPr/>
          <p:nvPr/>
        </p:nvSpPr>
        <p:spPr>
          <a:xfrm rot="20715195">
            <a:off x="9451777" y="4878721"/>
            <a:ext cx="248613" cy="249048"/>
          </a:xfrm>
          <a:prstGeom prst="ellipse">
            <a:avLst/>
          </a:prstGeom>
          <a:solidFill>
            <a:srgbClr val="00B0F0"/>
          </a:solidFill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A92C892C-9AFB-B841-81AE-D2CCE53D3A2D}"/>
              </a:ext>
            </a:extLst>
          </p:cNvPr>
          <p:cNvSpPr/>
          <p:nvPr/>
        </p:nvSpPr>
        <p:spPr>
          <a:xfrm>
            <a:off x="9203165" y="4353032"/>
            <a:ext cx="248613" cy="249048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D36F73A2-91E1-8B4E-8128-46727D06B292}"/>
              </a:ext>
            </a:extLst>
          </p:cNvPr>
          <p:cNvSpPr/>
          <p:nvPr/>
        </p:nvSpPr>
        <p:spPr>
          <a:xfrm rot="19968368">
            <a:off x="8954552" y="5003244"/>
            <a:ext cx="248613" cy="249048"/>
          </a:xfrm>
          <a:prstGeom prst="ellipse">
            <a:avLst/>
          </a:prstGeom>
          <a:solidFill>
            <a:srgbClr val="00B0F0"/>
          </a:solidFill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6E94823B-1684-FE43-9D7C-B2025D35E719}"/>
              </a:ext>
            </a:extLst>
          </p:cNvPr>
          <p:cNvSpPr/>
          <p:nvPr/>
        </p:nvSpPr>
        <p:spPr>
          <a:xfrm>
            <a:off x="8186927" y="5247195"/>
            <a:ext cx="248613" cy="249048"/>
          </a:xfrm>
          <a:prstGeom prst="ellipse">
            <a:avLst/>
          </a:prstGeom>
          <a:solidFill>
            <a:srgbClr val="00B0F0"/>
          </a:solidFill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DE53B0E7-B5D8-D045-B17C-B8D9B7A34802}"/>
              </a:ext>
            </a:extLst>
          </p:cNvPr>
          <p:cNvSpPr/>
          <p:nvPr/>
        </p:nvSpPr>
        <p:spPr>
          <a:xfrm rot="695887">
            <a:off x="8707268" y="5495408"/>
            <a:ext cx="200142" cy="249048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CDE47CD-EFCA-514A-86E9-D2F5BB338AE3}"/>
              </a:ext>
            </a:extLst>
          </p:cNvPr>
          <p:cNvSpPr/>
          <p:nvPr/>
        </p:nvSpPr>
        <p:spPr>
          <a:xfrm>
            <a:off x="8480506" y="4754197"/>
            <a:ext cx="248613" cy="249048"/>
          </a:xfrm>
          <a:prstGeom prst="ellipse">
            <a:avLst/>
          </a:prstGeom>
          <a:solidFill>
            <a:srgbClr val="00B0F0"/>
          </a:solidFill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E3635725-C9CB-834C-B725-ECD61FB1A763}"/>
              </a:ext>
            </a:extLst>
          </p:cNvPr>
          <p:cNvCxnSpPr>
            <a:cxnSpLocks/>
          </p:cNvCxnSpPr>
          <p:nvPr/>
        </p:nvCxnSpPr>
        <p:spPr>
          <a:xfrm flipH="1">
            <a:off x="8884611" y="5234517"/>
            <a:ext cx="151648" cy="274405"/>
          </a:xfrm>
          <a:prstGeom prst="line">
            <a:avLst/>
          </a:prstGeom>
          <a:solidFill>
            <a:schemeClr val="bg1">
              <a:lumMod val="95000"/>
            </a:schemeClr>
          </a:solidFill>
          <a:ln w="38100" cmpd="tri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>
            <a:extLst>
              <a:ext uri="{FF2B5EF4-FFF2-40B4-BE49-F238E27FC236}">
                <a16:creationId xmlns:a16="http://schemas.microsoft.com/office/drawing/2014/main" id="{99D6A18A-133A-EA4F-BDE6-F8F4AA9A2B9D}"/>
              </a:ext>
            </a:extLst>
          </p:cNvPr>
          <p:cNvSpPr txBox="1"/>
          <p:nvPr/>
        </p:nvSpPr>
        <p:spPr>
          <a:xfrm>
            <a:off x="2248788" y="6150711"/>
            <a:ext cx="7571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集合经典计算和量子芯片资源实现量子电路的分而治之</a:t>
            </a: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FE673AA5-F74C-DC4C-9195-7ED002F188E5}"/>
              </a:ext>
            </a:extLst>
          </p:cNvPr>
          <p:cNvSpPr txBox="1"/>
          <p:nvPr/>
        </p:nvSpPr>
        <p:spPr>
          <a:xfrm>
            <a:off x="2820483" y="1197722"/>
            <a:ext cx="2751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分布式经典计算</a:t>
            </a:r>
          </a:p>
        </p:txBody>
      </p:sp>
      <p:sp>
        <p:nvSpPr>
          <p:cNvPr id="136" name="云形 135">
            <a:extLst>
              <a:ext uri="{FF2B5EF4-FFF2-40B4-BE49-F238E27FC236}">
                <a16:creationId xmlns:a16="http://schemas.microsoft.com/office/drawing/2014/main" id="{8C4534A2-D1C9-0C40-BBED-8AAB661996EB}"/>
              </a:ext>
            </a:extLst>
          </p:cNvPr>
          <p:cNvSpPr/>
          <p:nvPr/>
        </p:nvSpPr>
        <p:spPr>
          <a:xfrm>
            <a:off x="2802298" y="3130853"/>
            <a:ext cx="2412225" cy="952500"/>
          </a:xfrm>
          <a:prstGeom prst="cloud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8" name="圆角矩形 137">
            <a:extLst>
              <a:ext uri="{FF2B5EF4-FFF2-40B4-BE49-F238E27FC236}">
                <a16:creationId xmlns:a16="http://schemas.microsoft.com/office/drawing/2014/main" id="{0E07E1E5-E32F-CA45-984C-DAF3B95EC597}"/>
              </a:ext>
            </a:extLst>
          </p:cNvPr>
          <p:cNvSpPr/>
          <p:nvPr/>
        </p:nvSpPr>
        <p:spPr>
          <a:xfrm>
            <a:off x="3253110" y="1865694"/>
            <a:ext cx="1510601" cy="5969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计算任务</a:t>
            </a:r>
          </a:p>
        </p:txBody>
      </p:sp>
      <p:cxnSp>
        <p:nvCxnSpPr>
          <p:cNvPr id="140" name="直线箭头连接符 139">
            <a:extLst>
              <a:ext uri="{FF2B5EF4-FFF2-40B4-BE49-F238E27FC236}">
                <a16:creationId xmlns:a16="http://schemas.microsoft.com/office/drawing/2014/main" id="{49DD44FA-7BCD-B049-B422-ABF7C4011E9C}"/>
              </a:ext>
            </a:extLst>
          </p:cNvPr>
          <p:cNvCxnSpPr>
            <a:cxnSpLocks/>
            <a:stCxn id="138" idx="2"/>
            <a:endCxn id="136" idx="3"/>
          </p:cNvCxnSpPr>
          <p:nvPr/>
        </p:nvCxnSpPr>
        <p:spPr>
          <a:xfrm>
            <a:off x="4008411" y="2462594"/>
            <a:ext cx="0" cy="7227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191A8082-EF10-EA49-85DC-6BE6A1D20792}"/>
              </a:ext>
            </a:extLst>
          </p:cNvPr>
          <p:cNvCxnSpPr/>
          <p:nvPr/>
        </p:nvCxnSpPr>
        <p:spPr>
          <a:xfrm>
            <a:off x="3021504" y="3865640"/>
            <a:ext cx="0" cy="4756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线箭头连接符 141">
            <a:extLst>
              <a:ext uri="{FF2B5EF4-FFF2-40B4-BE49-F238E27FC236}">
                <a16:creationId xmlns:a16="http://schemas.microsoft.com/office/drawing/2014/main" id="{CDC37F87-DB81-B54E-A9E7-3E9CC1E41C2C}"/>
              </a:ext>
            </a:extLst>
          </p:cNvPr>
          <p:cNvCxnSpPr/>
          <p:nvPr/>
        </p:nvCxnSpPr>
        <p:spPr>
          <a:xfrm>
            <a:off x="3547429" y="4091601"/>
            <a:ext cx="0" cy="4756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箭头连接符 142">
            <a:extLst>
              <a:ext uri="{FF2B5EF4-FFF2-40B4-BE49-F238E27FC236}">
                <a16:creationId xmlns:a16="http://schemas.microsoft.com/office/drawing/2014/main" id="{ECABE1DF-C1D1-DE46-9BBC-F417AD03B88B}"/>
              </a:ext>
            </a:extLst>
          </p:cNvPr>
          <p:cNvCxnSpPr/>
          <p:nvPr/>
        </p:nvCxnSpPr>
        <p:spPr>
          <a:xfrm>
            <a:off x="4008411" y="4353032"/>
            <a:ext cx="0" cy="4756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A0EE5699-E92E-934F-BF60-CCD7066158F2}"/>
              </a:ext>
            </a:extLst>
          </p:cNvPr>
          <p:cNvCxnSpPr/>
          <p:nvPr/>
        </p:nvCxnSpPr>
        <p:spPr>
          <a:xfrm>
            <a:off x="4573561" y="3981377"/>
            <a:ext cx="0" cy="4756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9D93DE35-77FB-0B47-ADE4-B22DE15FF855}"/>
              </a:ext>
            </a:extLst>
          </p:cNvPr>
          <p:cNvCxnSpPr/>
          <p:nvPr/>
        </p:nvCxnSpPr>
        <p:spPr>
          <a:xfrm>
            <a:off x="5024799" y="3751104"/>
            <a:ext cx="0" cy="4756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文本框 157">
            <a:extLst>
              <a:ext uri="{FF2B5EF4-FFF2-40B4-BE49-F238E27FC236}">
                <a16:creationId xmlns:a16="http://schemas.microsoft.com/office/drawing/2014/main" id="{C9F03774-5F1F-0D47-AAED-E2E755A37328}"/>
              </a:ext>
            </a:extLst>
          </p:cNvPr>
          <p:cNvSpPr txBox="1"/>
          <p:nvPr/>
        </p:nvSpPr>
        <p:spPr>
          <a:xfrm>
            <a:off x="3512117" y="3412649"/>
            <a:ext cx="11537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云服务器</a:t>
            </a:r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D95BC597-31D4-F549-9BCE-DE2D5144B0E3}"/>
              </a:ext>
            </a:extLst>
          </p:cNvPr>
          <p:cNvSpPr txBox="1"/>
          <p:nvPr/>
        </p:nvSpPr>
        <p:spPr>
          <a:xfrm>
            <a:off x="4231841" y="5485730"/>
            <a:ext cx="1965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分布式计算集群</a:t>
            </a:r>
          </a:p>
        </p:txBody>
      </p:sp>
      <p:sp>
        <p:nvSpPr>
          <p:cNvPr id="174" name="文本框 173">
            <a:extLst>
              <a:ext uri="{FF2B5EF4-FFF2-40B4-BE49-F238E27FC236}">
                <a16:creationId xmlns:a16="http://schemas.microsoft.com/office/drawing/2014/main" id="{E7CAB5B1-55CE-9F41-8F19-B7DD958A72C8}"/>
              </a:ext>
            </a:extLst>
          </p:cNvPr>
          <p:cNvSpPr txBox="1"/>
          <p:nvPr/>
        </p:nvSpPr>
        <p:spPr>
          <a:xfrm>
            <a:off x="8129603" y="1197721"/>
            <a:ext cx="2751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分布式量子计算</a:t>
            </a:r>
          </a:p>
        </p:txBody>
      </p:sp>
      <p:cxnSp>
        <p:nvCxnSpPr>
          <p:cNvPr id="176" name="直线箭头连接符 175">
            <a:extLst>
              <a:ext uri="{FF2B5EF4-FFF2-40B4-BE49-F238E27FC236}">
                <a16:creationId xmlns:a16="http://schemas.microsoft.com/office/drawing/2014/main" id="{71BE7CD1-B869-574B-BB7D-662156D77B22}"/>
              </a:ext>
            </a:extLst>
          </p:cNvPr>
          <p:cNvCxnSpPr>
            <a:cxnSpLocks/>
            <a:stCxn id="146" idx="4"/>
            <a:endCxn id="177" idx="0"/>
          </p:cNvCxnSpPr>
          <p:nvPr/>
        </p:nvCxnSpPr>
        <p:spPr>
          <a:xfrm>
            <a:off x="2857676" y="5095176"/>
            <a:ext cx="59024" cy="3905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文本框 176">
            <a:extLst>
              <a:ext uri="{FF2B5EF4-FFF2-40B4-BE49-F238E27FC236}">
                <a16:creationId xmlns:a16="http://schemas.microsoft.com/office/drawing/2014/main" id="{A6CC0704-56B6-B74B-8C2B-3E42DAF4158F}"/>
              </a:ext>
            </a:extLst>
          </p:cNvPr>
          <p:cNvSpPr txBox="1"/>
          <p:nvPr/>
        </p:nvSpPr>
        <p:spPr>
          <a:xfrm>
            <a:off x="2194933" y="5485730"/>
            <a:ext cx="144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计算节点</a:t>
            </a:r>
          </a:p>
        </p:txBody>
      </p:sp>
      <p:sp>
        <p:nvSpPr>
          <p:cNvPr id="178" name="圆角矩形 177">
            <a:extLst>
              <a:ext uri="{FF2B5EF4-FFF2-40B4-BE49-F238E27FC236}">
                <a16:creationId xmlns:a16="http://schemas.microsoft.com/office/drawing/2014/main" id="{7B19B34D-D374-6E48-9059-E50622244EE3}"/>
              </a:ext>
            </a:extLst>
          </p:cNvPr>
          <p:cNvSpPr/>
          <p:nvPr/>
        </p:nvSpPr>
        <p:spPr>
          <a:xfrm>
            <a:off x="8492488" y="1833386"/>
            <a:ext cx="1510601" cy="59690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计算任务</a:t>
            </a: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8FFD8474-2C76-5947-99F4-3A755FDEDFC3}"/>
              </a:ext>
            </a:extLst>
          </p:cNvPr>
          <p:cNvSpPr txBox="1"/>
          <p:nvPr/>
        </p:nvSpPr>
        <p:spPr>
          <a:xfrm>
            <a:off x="10203575" y="1959930"/>
            <a:ext cx="14465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量子电路</a:t>
            </a:r>
          </a:p>
        </p:txBody>
      </p:sp>
      <p:cxnSp>
        <p:nvCxnSpPr>
          <p:cNvPr id="180" name="直线箭头连接符 179">
            <a:extLst>
              <a:ext uri="{FF2B5EF4-FFF2-40B4-BE49-F238E27FC236}">
                <a16:creationId xmlns:a16="http://schemas.microsoft.com/office/drawing/2014/main" id="{394E93A4-5183-1F4D-98C2-6140E4C95BF3}"/>
              </a:ext>
            </a:extLst>
          </p:cNvPr>
          <p:cNvCxnSpPr>
            <a:cxnSpLocks/>
            <a:stCxn id="178" idx="2"/>
            <a:endCxn id="181" idx="3"/>
          </p:cNvCxnSpPr>
          <p:nvPr/>
        </p:nvCxnSpPr>
        <p:spPr>
          <a:xfrm flipH="1">
            <a:off x="9247788" y="2430286"/>
            <a:ext cx="1" cy="7604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云形 180">
            <a:extLst>
              <a:ext uri="{FF2B5EF4-FFF2-40B4-BE49-F238E27FC236}">
                <a16:creationId xmlns:a16="http://schemas.microsoft.com/office/drawing/2014/main" id="{1467E10F-EEDB-EF42-A1CD-8920FB86DB84}"/>
              </a:ext>
            </a:extLst>
          </p:cNvPr>
          <p:cNvSpPr/>
          <p:nvPr/>
        </p:nvSpPr>
        <p:spPr>
          <a:xfrm>
            <a:off x="7985522" y="3130853"/>
            <a:ext cx="2524531" cy="1047989"/>
          </a:xfrm>
          <a:prstGeom prst="cloud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A35E65D3-2B7B-7C42-BD56-ADDA86265044}"/>
              </a:ext>
            </a:extLst>
          </p:cNvPr>
          <p:cNvSpPr txBox="1"/>
          <p:nvPr/>
        </p:nvSpPr>
        <p:spPr>
          <a:xfrm>
            <a:off x="8406181" y="3366997"/>
            <a:ext cx="2042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量子计算云平台</a:t>
            </a:r>
          </a:p>
        </p:txBody>
      </p:sp>
      <p:cxnSp>
        <p:nvCxnSpPr>
          <p:cNvPr id="184" name="直线箭头连接符 183">
            <a:extLst>
              <a:ext uri="{FF2B5EF4-FFF2-40B4-BE49-F238E27FC236}">
                <a16:creationId xmlns:a16="http://schemas.microsoft.com/office/drawing/2014/main" id="{D35200CE-2BEC-F04F-A7AC-B683F4DC0315}"/>
              </a:ext>
            </a:extLst>
          </p:cNvPr>
          <p:cNvCxnSpPr>
            <a:cxnSpLocks/>
          </p:cNvCxnSpPr>
          <p:nvPr/>
        </p:nvCxnSpPr>
        <p:spPr>
          <a:xfrm>
            <a:off x="9691098" y="4199556"/>
            <a:ext cx="0" cy="4305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线连接符 189">
            <a:extLst>
              <a:ext uri="{FF2B5EF4-FFF2-40B4-BE49-F238E27FC236}">
                <a16:creationId xmlns:a16="http://schemas.microsoft.com/office/drawing/2014/main" id="{1EED1A09-7363-154F-B72A-E03592B18CA7}"/>
              </a:ext>
            </a:extLst>
          </p:cNvPr>
          <p:cNvCxnSpPr>
            <a:cxnSpLocks/>
            <a:stCxn id="17" idx="5"/>
            <a:endCxn id="20" idx="1"/>
          </p:cNvCxnSpPr>
          <p:nvPr/>
        </p:nvCxnSpPr>
        <p:spPr>
          <a:xfrm flipH="1" flipV="1">
            <a:off x="8516915" y="4790669"/>
            <a:ext cx="680365" cy="375249"/>
          </a:xfrm>
          <a:prstGeom prst="line">
            <a:avLst/>
          </a:prstGeom>
          <a:solidFill>
            <a:schemeClr val="bg1">
              <a:lumMod val="95000"/>
            </a:schemeClr>
          </a:solidFill>
          <a:ln w="38100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直线连接符 197">
            <a:extLst>
              <a:ext uri="{FF2B5EF4-FFF2-40B4-BE49-F238E27FC236}">
                <a16:creationId xmlns:a16="http://schemas.microsoft.com/office/drawing/2014/main" id="{259D7333-41C3-E34B-94D5-6C703CFEC1D2}"/>
              </a:ext>
            </a:extLst>
          </p:cNvPr>
          <p:cNvCxnSpPr>
            <a:cxnSpLocks/>
            <a:stCxn id="19" idx="2"/>
            <a:endCxn id="18" idx="5"/>
          </p:cNvCxnSpPr>
          <p:nvPr/>
        </p:nvCxnSpPr>
        <p:spPr>
          <a:xfrm flipH="1" flipV="1">
            <a:off x="8399131" y="5459771"/>
            <a:ext cx="310180" cy="140042"/>
          </a:xfrm>
          <a:prstGeom prst="line">
            <a:avLst/>
          </a:prstGeom>
          <a:solidFill>
            <a:schemeClr val="bg1">
              <a:lumMod val="95000"/>
            </a:schemeClr>
          </a:solidFill>
          <a:ln w="38100" cmpd="tri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直线连接符 200">
            <a:extLst>
              <a:ext uri="{FF2B5EF4-FFF2-40B4-BE49-F238E27FC236}">
                <a16:creationId xmlns:a16="http://schemas.microsoft.com/office/drawing/2014/main" id="{E9025262-2FD4-234D-9525-1127DFEAD3C7}"/>
              </a:ext>
            </a:extLst>
          </p:cNvPr>
          <p:cNvCxnSpPr>
            <a:cxnSpLocks/>
            <a:stCxn id="19" idx="6"/>
            <a:endCxn id="13" idx="2"/>
          </p:cNvCxnSpPr>
          <p:nvPr/>
        </p:nvCxnSpPr>
        <p:spPr>
          <a:xfrm>
            <a:off x="8905367" y="5640051"/>
            <a:ext cx="1023263" cy="36033"/>
          </a:xfrm>
          <a:prstGeom prst="line">
            <a:avLst/>
          </a:prstGeom>
          <a:solidFill>
            <a:schemeClr val="bg1">
              <a:lumMod val="95000"/>
            </a:schemeClr>
          </a:solidFill>
          <a:ln w="38100" cmpd="tri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文本框 203">
            <a:extLst>
              <a:ext uri="{FF2B5EF4-FFF2-40B4-BE49-F238E27FC236}">
                <a16:creationId xmlns:a16="http://schemas.microsoft.com/office/drawing/2014/main" id="{2AA08714-7696-E744-8658-E7B1BBC3DBEB}"/>
              </a:ext>
            </a:extLst>
          </p:cNvPr>
          <p:cNvSpPr txBox="1"/>
          <p:nvPr/>
        </p:nvSpPr>
        <p:spPr>
          <a:xfrm>
            <a:off x="10507117" y="5049851"/>
            <a:ext cx="144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accent5">
                    <a:lumMod val="75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量子芯片</a:t>
            </a:r>
          </a:p>
        </p:txBody>
      </p:sp>
      <p:cxnSp>
        <p:nvCxnSpPr>
          <p:cNvPr id="205" name="直线连接符 204">
            <a:extLst>
              <a:ext uri="{FF2B5EF4-FFF2-40B4-BE49-F238E27FC236}">
                <a16:creationId xmlns:a16="http://schemas.microsoft.com/office/drawing/2014/main" id="{47F92AD4-8DD9-4446-A415-FF43CA4592A1}"/>
              </a:ext>
            </a:extLst>
          </p:cNvPr>
          <p:cNvCxnSpPr>
            <a:cxnSpLocks/>
            <a:stCxn id="13" idx="4"/>
          </p:cNvCxnSpPr>
          <p:nvPr/>
        </p:nvCxnSpPr>
        <p:spPr>
          <a:xfrm flipH="1" flipV="1">
            <a:off x="9504503" y="4932230"/>
            <a:ext cx="582992" cy="819488"/>
          </a:xfrm>
          <a:prstGeom prst="line">
            <a:avLst/>
          </a:prstGeom>
          <a:solidFill>
            <a:schemeClr val="bg1">
              <a:lumMod val="95000"/>
            </a:schemeClr>
          </a:solidFill>
          <a:ln w="38100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线连接符 206">
            <a:extLst>
              <a:ext uri="{FF2B5EF4-FFF2-40B4-BE49-F238E27FC236}">
                <a16:creationId xmlns:a16="http://schemas.microsoft.com/office/drawing/2014/main" id="{8773E4D4-73AA-A947-83C5-D6A55388F153}"/>
              </a:ext>
            </a:extLst>
          </p:cNvPr>
          <p:cNvCxnSpPr>
            <a:cxnSpLocks/>
            <a:stCxn id="13" idx="3"/>
            <a:endCxn id="14" idx="0"/>
          </p:cNvCxnSpPr>
          <p:nvPr/>
        </p:nvCxnSpPr>
        <p:spPr>
          <a:xfrm flipV="1">
            <a:off x="9992456" y="5135903"/>
            <a:ext cx="483109" cy="610927"/>
          </a:xfrm>
          <a:prstGeom prst="line">
            <a:avLst/>
          </a:prstGeom>
          <a:solidFill>
            <a:schemeClr val="bg1">
              <a:lumMod val="95000"/>
            </a:schemeClr>
          </a:solidFill>
          <a:ln w="38100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线连接符 209">
            <a:extLst>
              <a:ext uri="{FF2B5EF4-FFF2-40B4-BE49-F238E27FC236}">
                <a16:creationId xmlns:a16="http://schemas.microsoft.com/office/drawing/2014/main" id="{3F3D39C0-C484-1248-AF76-4827BC9DA063}"/>
              </a:ext>
            </a:extLst>
          </p:cNvPr>
          <p:cNvCxnSpPr>
            <a:cxnSpLocks/>
            <a:stCxn id="16" idx="5"/>
            <a:endCxn id="15" idx="0"/>
          </p:cNvCxnSpPr>
          <p:nvPr/>
        </p:nvCxnSpPr>
        <p:spPr>
          <a:xfrm>
            <a:off x="9415369" y="4565608"/>
            <a:ext cx="129018" cy="317215"/>
          </a:xfrm>
          <a:prstGeom prst="line">
            <a:avLst/>
          </a:prstGeom>
          <a:solidFill>
            <a:schemeClr val="bg1">
              <a:lumMod val="95000"/>
            </a:schemeClr>
          </a:solidFill>
          <a:ln w="38100" cmpd="tri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线连接符 212">
            <a:extLst>
              <a:ext uri="{FF2B5EF4-FFF2-40B4-BE49-F238E27FC236}">
                <a16:creationId xmlns:a16="http://schemas.microsoft.com/office/drawing/2014/main" id="{C8668384-E8E7-134E-BA0A-069317CD0FA1}"/>
              </a:ext>
            </a:extLst>
          </p:cNvPr>
          <p:cNvCxnSpPr>
            <a:cxnSpLocks/>
            <a:stCxn id="20" idx="7"/>
            <a:endCxn id="16" idx="2"/>
          </p:cNvCxnSpPr>
          <p:nvPr/>
        </p:nvCxnSpPr>
        <p:spPr>
          <a:xfrm flipV="1">
            <a:off x="8692710" y="4477556"/>
            <a:ext cx="510455" cy="313113"/>
          </a:xfrm>
          <a:prstGeom prst="line">
            <a:avLst/>
          </a:prstGeom>
          <a:solidFill>
            <a:schemeClr val="bg1">
              <a:lumMod val="95000"/>
            </a:schemeClr>
          </a:solidFill>
          <a:ln w="38100" cmpd="tri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线连接符 215">
            <a:extLst>
              <a:ext uri="{FF2B5EF4-FFF2-40B4-BE49-F238E27FC236}">
                <a16:creationId xmlns:a16="http://schemas.microsoft.com/office/drawing/2014/main" id="{D9CFF3EC-E1F6-4343-84E5-FE1C387FAC10}"/>
              </a:ext>
            </a:extLst>
          </p:cNvPr>
          <p:cNvCxnSpPr>
            <a:cxnSpLocks/>
          </p:cNvCxnSpPr>
          <p:nvPr/>
        </p:nvCxnSpPr>
        <p:spPr>
          <a:xfrm flipV="1">
            <a:off x="9561002" y="4429194"/>
            <a:ext cx="483109" cy="610927"/>
          </a:xfrm>
          <a:prstGeom prst="line">
            <a:avLst/>
          </a:prstGeom>
          <a:solidFill>
            <a:schemeClr val="bg1">
              <a:lumMod val="95000"/>
            </a:schemeClr>
          </a:solidFill>
          <a:ln w="38100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椭圆 216">
            <a:extLst>
              <a:ext uri="{FF2B5EF4-FFF2-40B4-BE49-F238E27FC236}">
                <a16:creationId xmlns:a16="http://schemas.microsoft.com/office/drawing/2014/main" id="{3601EE65-45E6-6944-BA5F-3799A2C43726}"/>
              </a:ext>
            </a:extLst>
          </p:cNvPr>
          <p:cNvSpPr/>
          <p:nvPr/>
        </p:nvSpPr>
        <p:spPr>
          <a:xfrm rot="20424526">
            <a:off x="9921434" y="4304670"/>
            <a:ext cx="248613" cy="249048"/>
          </a:xfrm>
          <a:prstGeom prst="ellipse">
            <a:avLst/>
          </a:prstGeom>
          <a:solidFill>
            <a:srgbClr val="00B0F0"/>
          </a:solidFill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18" name="直线连接符 217">
            <a:extLst>
              <a:ext uri="{FF2B5EF4-FFF2-40B4-BE49-F238E27FC236}">
                <a16:creationId xmlns:a16="http://schemas.microsoft.com/office/drawing/2014/main" id="{57D7BE46-2128-8947-A6A2-6E0C33D9FAEC}"/>
              </a:ext>
            </a:extLst>
          </p:cNvPr>
          <p:cNvCxnSpPr>
            <a:cxnSpLocks/>
            <a:endCxn id="217" idx="4"/>
          </p:cNvCxnSpPr>
          <p:nvPr/>
        </p:nvCxnSpPr>
        <p:spPr>
          <a:xfrm flipH="1" flipV="1">
            <a:off x="10087495" y="4546509"/>
            <a:ext cx="308410" cy="705288"/>
          </a:xfrm>
          <a:prstGeom prst="line">
            <a:avLst/>
          </a:prstGeom>
          <a:solidFill>
            <a:schemeClr val="bg1">
              <a:lumMod val="95000"/>
            </a:schemeClr>
          </a:solidFill>
          <a:ln w="38100" cmpd="sng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0" name="文本框 219">
            <a:extLst>
              <a:ext uri="{FF2B5EF4-FFF2-40B4-BE49-F238E27FC236}">
                <a16:creationId xmlns:a16="http://schemas.microsoft.com/office/drawing/2014/main" id="{D7A1B3F1-E074-CF42-BC4B-B856DF9A2F89}"/>
              </a:ext>
            </a:extLst>
          </p:cNvPr>
          <p:cNvSpPr txBox="1"/>
          <p:nvPr/>
        </p:nvSpPr>
        <p:spPr>
          <a:xfrm>
            <a:off x="7695445" y="4287030"/>
            <a:ext cx="1809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accent2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经典计算节点</a:t>
            </a:r>
          </a:p>
        </p:txBody>
      </p:sp>
      <p:sp>
        <p:nvSpPr>
          <p:cNvPr id="221" name="文本框 220">
            <a:extLst>
              <a:ext uri="{FF2B5EF4-FFF2-40B4-BE49-F238E27FC236}">
                <a16:creationId xmlns:a16="http://schemas.microsoft.com/office/drawing/2014/main" id="{61BE7A44-E81B-3C47-A906-8D327B922A25}"/>
              </a:ext>
            </a:extLst>
          </p:cNvPr>
          <p:cNvSpPr txBox="1"/>
          <p:nvPr/>
        </p:nvSpPr>
        <p:spPr>
          <a:xfrm>
            <a:off x="10081293" y="4555201"/>
            <a:ext cx="144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accent5">
                    <a:lumMod val="75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量子通信</a:t>
            </a:r>
          </a:p>
        </p:txBody>
      </p:sp>
      <p:sp>
        <p:nvSpPr>
          <p:cNvPr id="222" name="文本框 221">
            <a:extLst>
              <a:ext uri="{FF2B5EF4-FFF2-40B4-BE49-F238E27FC236}">
                <a16:creationId xmlns:a16="http://schemas.microsoft.com/office/drawing/2014/main" id="{CF8650A8-4A73-7344-9433-73EF68D2B337}"/>
              </a:ext>
            </a:extLst>
          </p:cNvPr>
          <p:cNvSpPr txBox="1"/>
          <p:nvPr/>
        </p:nvSpPr>
        <p:spPr>
          <a:xfrm>
            <a:off x="8901225" y="5598498"/>
            <a:ext cx="1443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chemeClr val="accent2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经典通信</a:t>
            </a:r>
          </a:p>
        </p:txBody>
      </p: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3E6273BE-6496-854B-A357-C34AD4B4C542}"/>
              </a:ext>
            </a:extLst>
          </p:cNvPr>
          <p:cNvCxnSpPr>
            <a:cxnSpLocks/>
            <a:stCxn id="146" idx="5"/>
            <a:endCxn id="147" idx="2"/>
          </p:cNvCxnSpPr>
          <p:nvPr/>
        </p:nvCxnSpPr>
        <p:spPr>
          <a:xfrm>
            <a:off x="2994991" y="5042659"/>
            <a:ext cx="215258" cy="116705"/>
          </a:xfrm>
          <a:prstGeom prst="line">
            <a:avLst/>
          </a:prstGeom>
          <a:solidFill>
            <a:schemeClr val="bg1">
              <a:lumMod val="95000"/>
            </a:schemeClr>
          </a:solidFill>
          <a:ln w="38100" cmpd="tri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线连接符 236">
            <a:extLst>
              <a:ext uri="{FF2B5EF4-FFF2-40B4-BE49-F238E27FC236}">
                <a16:creationId xmlns:a16="http://schemas.microsoft.com/office/drawing/2014/main" id="{9C16F400-C642-A54C-BD32-9A13DC0AFBCE}"/>
              </a:ext>
            </a:extLst>
          </p:cNvPr>
          <p:cNvCxnSpPr>
            <a:cxnSpLocks/>
            <a:stCxn id="153" idx="3"/>
            <a:endCxn id="149" idx="6"/>
          </p:cNvCxnSpPr>
          <p:nvPr/>
        </p:nvCxnSpPr>
        <p:spPr>
          <a:xfrm flipH="1">
            <a:off x="4098902" y="5150916"/>
            <a:ext cx="217177" cy="204324"/>
          </a:xfrm>
          <a:prstGeom prst="line">
            <a:avLst/>
          </a:prstGeom>
          <a:solidFill>
            <a:schemeClr val="bg1">
              <a:lumMod val="95000"/>
            </a:schemeClr>
          </a:solidFill>
          <a:ln w="38100" cmpd="tri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线连接符 241">
            <a:extLst>
              <a:ext uri="{FF2B5EF4-FFF2-40B4-BE49-F238E27FC236}">
                <a16:creationId xmlns:a16="http://schemas.microsoft.com/office/drawing/2014/main" id="{3E3337BC-DD40-2D49-95ED-268688835E07}"/>
              </a:ext>
            </a:extLst>
          </p:cNvPr>
          <p:cNvCxnSpPr>
            <a:cxnSpLocks/>
          </p:cNvCxnSpPr>
          <p:nvPr/>
        </p:nvCxnSpPr>
        <p:spPr>
          <a:xfrm flipH="1">
            <a:off x="4637386" y="4779442"/>
            <a:ext cx="201744" cy="185758"/>
          </a:xfrm>
          <a:prstGeom prst="line">
            <a:avLst/>
          </a:prstGeom>
          <a:solidFill>
            <a:schemeClr val="bg1">
              <a:lumMod val="95000"/>
            </a:schemeClr>
          </a:solidFill>
          <a:ln w="38100" cmpd="tri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81551C17-476C-4241-805C-7B0DB872E050}"/>
              </a:ext>
            </a:extLst>
          </p:cNvPr>
          <p:cNvCxnSpPr>
            <a:cxnSpLocks/>
            <a:stCxn id="154" idx="2"/>
            <a:endCxn id="155" idx="5"/>
          </p:cNvCxnSpPr>
          <p:nvPr/>
        </p:nvCxnSpPr>
        <p:spPr>
          <a:xfrm flipH="1" flipV="1">
            <a:off x="4563350" y="4618618"/>
            <a:ext cx="244537" cy="74398"/>
          </a:xfrm>
          <a:prstGeom prst="line">
            <a:avLst/>
          </a:prstGeom>
          <a:solidFill>
            <a:schemeClr val="bg1">
              <a:lumMod val="95000"/>
            </a:schemeClr>
          </a:solidFill>
          <a:ln w="38100" cmpd="tri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文本框 249">
            <a:extLst>
              <a:ext uri="{FF2B5EF4-FFF2-40B4-BE49-F238E27FC236}">
                <a16:creationId xmlns:a16="http://schemas.microsoft.com/office/drawing/2014/main" id="{9482E784-BF29-F840-B7D4-F44CE3091ED5}"/>
              </a:ext>
            </a:extLst>
          </p:cNvPr>
          <p:cNvSpPr txBox="1"/>
          <p:nvPr/>
        </p:nvSpPr>
        <p:spPr>
          <a:xfrm>
            <a:off x="347977" y="1849572"/>
            <a:ext cx="1455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latin typeface="FangSong" panose="02010609060101010101" pitchFamily="49" charset="-122"/>
                <a:ea typeface="FangSong" panose="02010609060101010101" pitchFamily="49" charset="-122"/>
              </a:rPr>
              <a:t>用户端</a:t>
            </a:r>
          </a:p>
        </p:txBody>
      </p:sp>
      <p:sp>
        <p:nvSpPr>
          <p:cNvPr id="251" name="文本框 250">
            <a:extLst>
              <a:ext uri="{FF2B5EF4-FFF2-40B4-BE49-F238E27FC236}">
                <a16:creationId xmlns:a16="http://schemas.microsoft.com/office/drawing/2014/main" id="{23908797-FFF1-8C43-94EE-26FAF30CA68F}"/>
              </a:ext>
            </a:extLst>
          </p:cNvPr>
          <p:cNvSpPr txBox="1"/>
          <p:nvPr/>
        </p:nvSpPr>
        <p:spPr>
          <a:xfrm>
            <a:off x="347977" y="3393346"/>
            <a:ext cx="1455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latin typeface="FangSong" panose="02010609060101010101" pitchFamily="49" charset="-122"/>
                <a:ea typeface="FangSong" panose="02010609060101010101" pitchFamily="49" charset="-122"/>
              </a:rPr>
              <a:t>调度中心</a:t>
            </a: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4D5246C8-7B19-1143-BBEB-96E7AF0FF16C}"/>
              </a:ext>
            </a:extLst>
          </p:cNvPr>
          <p:cNvSpPr txBox="1"/>
          <p:nvPr/>
        </p:nvSpPr>
        <p:spPr>
          <a:xfrm>
            <a:off x="309802" y="4654102"/>
            <a:ext cx="14555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latin typeface="FangSong" panose="02010609060101010101" pitchFamily="49" charset="-122"/>
                <a:ea typeface="FangSong" panose="02010609060101010101" pitchFamily="49" charset="-122"/>
              </a:rPr>
              <a:t>计算资源</a:t>
            </a:r>
          </a:p>
        </p:txBody>
      </p:sp>
      <p:cxnSp>
        <p:nvCxnSpPr>
          <p:cNvPr id="265" name="直线箭头连接符 264">
            <a:extLst>
              <a:ext uri="{FF2B5EF4-FFF2-40B4-BE49-F238E27FC236}">
                <a16:creationId xmlns:a16="http://schemas.microsoft.com/office/drawing/2014/main" id="{5AB1E21F-D6EC-264A-B4C9-8F014EFFFEC3}"/>
              </a:ext>
            </a:extLst>
          </p:cNvPr>
          <p:cNvCxnSpPr>
            <a:cxnSpLocks/>
          </p:cNvCxnSpPr>
          <p:nvPr/>
        </p:nvCxnSpPr>
        <p:spPr>
          <a:xfrm>
            <a:off x="9820091" y="4045741"/>
            <a:ext cx="0" cy="4305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箭头连接符 265">
            <a:extLst>
              <a:ext uri="{FF2B5EF4-FFF2-40B4-BE49-F238E27FC236}">
                <a16:creationId xmlns:a16="http://schemas.microsoft.com/office/drawing/2014/main" id="{38092DA0-B21B-DD48-8688-86C987B36DE4}"/>
              </a:ext>
            </a:extLst>
          </p:cNvPr>
          <p:cNvCxnSpPr>
            <a:cxnSpLocks/>
          </p:cNvCxnSpPr>
          <p:nvPr/>
        </p:nvCxnSpPr>
        <p:spPr>
          <a:xfrm>
            <a:off x="10405676" y="3773645"/>
            <a:ext cx="0" cy="43059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784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3050EA2-1F98-F38D-9A1A-5E3FB1D07DC7}"/>
              </a:ext>
            </a:extLst>
          </p:cNvPr>
          <p:cNvSpPr/>
          <p:nvPr/>
        </p:nvSpPr>
        <p:spPr>
          <a:xfrm rot="10800000">
            <a:off x="0" y="5657467"/>
            <a:ext cx="12192000" cy="1200533"/>
          </a:xfrm>
          <a:custGeom>
            <a:avLst/>
            <a:gdLst>
              <a:gd name="connsiteX0" fmla="*/ 6092419 w 12192000"/>
              <a:gd name="connsiteY0" fmla="*/ 1200533 h 1200533"/>
              <a:gd name="connsiteX1" fmla="*/ 252509 w 12192000"/>
              <a:gd name="connsiteY1" fmla="*/ 647355 h 1200533"/>
              <a:gd name="connsiteX2" fmla="*/ 0 w 12192000"/>
              <a:gd name="connsiteY2" fmla="*/ 588332 h 1200533"/>
              <a:gd name="connsiteX3" fmla="*/ 0 w 12192000"/>
              <a:gd name="connsiteY3" fmla="*/ 0 h 1200533"/>
              <a:gd name="connsiteX4" fmla="*/ 12192000 w 12192000"/>
              <a:gd name="connsiteY4" fmla="*/ 0 h 1200533"/>
              <a:gd name="connsiteX5" fmla="*/ 12192000 w 12192000"/>
              <a:gd name="connsiteY5" fmla="*/ 586658 h 1200533"/>
              <a:gd name="connsiteX6" fmla="*/ 11932330 w 12192000"/>
              <a:gd name="connsiteY6" fmla="*/ 647355 h 1200533"/>
              <a:gd name="connsiteX7" fmla="*/ 6092419 w 12192000"/>
              <a:gd name="connsiteY7" fmla="*/ 1200533 h 1200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200533">
                <a:moveTo>
                  <a:pt x="6092419" y="1200533"/>
                </a:moveTo>
                <a:cubicBezTo>
                  <a:pt x="3843896" y="1200533"/>
                  <a:pt x="1794936" y="991054"/>
                  <a:pt x="252509" y="647355"/>
                </a:cubicBezTo>
                <a:lnTo>
                  <a:pt x="0" y="588332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586658"/>
                </a:lnTo>
                <a:lnTo>
                  <a:pt x="11932330" y="647355"/>
                </a:lnTo>
                <a:cubicBezTo>
                  <a:pt x="10389903" y="991054"/>
                  <a:pt x="8340943" y="1200533"/>
                  <a:pt x="6092419" y="120053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CD24AC10-E80A-93D3-BC61-6D1F3C45A1FB}"/>
              </a:ext>
            </a:extLst>
          </p:cNvPr>
          <p:cNvSpPr/>
          <p:nvPr/>
        </p:nvSpPr>
        <p:spPr>
          <a:xfrm>
            <a:off x="0" y="0"/>
            <a:ext cx="12192000" cy="1091379"/>
          </a:xfrm>
          <a:custGeom>
            <a:avLst/>
            <a:gdLst>
              <a:gd name="connsiteX0" fmla="*/ 0 w 12192000"/>
              <a:gd name="connsiteY0" fmla="*/ 0 h 1091379"/>
              <a:gd name="connsiteX1" fmla="*/ 12192000 w 12192000"/>
              <a:gd name="connsiteY1" fmla="*/ 0 h 1091379"/>
              <a:gd name="connsiteX2" fmla="*/ 12192000 w 12192000"/>
              <a:gd name="connsiteY2" fmla="*/ 477504 h 1091379"/>
              <a:gd name="connsiteX3" fmla="*/ 11932330 w 12192000"/>
              <a:gd name="connsiteY3" fmla="*/ 538201 h 1091379"/>
              <a:gd name="connsiteX4" fmla="*/ 6092419 w 12192000"/>
              <a:gd name="connsiteY4" fmla="*/ 1091379 h 1091379"/>
              <a:gd name="connsiteX5" fmla="*/ 252509 w 12192000"/>
              <a:gd name="connsiteY5" fmla="*/ 538201 h 1091379"/>
              <a:gd name="connsiteX6" fmla="*/ 0 w 12192000"/>
              <a:gd name="connsiteY6" fmla="*/ 479178 h 1091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091379">
                <a:moveTo>
                  <a:pt x="0" y="0"/>
                </a:moveTo>
                <a:lnTo>
                  <a:pt x="12192000" y="0"/>
                </a:lnTo>
                <a:lnTo>
                  <a:pt x="12192000" y="477504"/>
                </a:lnTo>
                <a:lnTo>
                  <a:pt x="11932330" y="538201"/>
                </a:lnTo>
                <a:cubicBezTo>
                  <a:pt x="10389903" y="881900"/>
                  <a:pt x="8340943" y="1091379"/>
                  <a:pt x="6092419" y="1091379"/>
                </a:cubicBezTo>
                <a:cubicBezTo>
                  <a:pt x="3843896" y="1091379"/>
                  <a:pt x="1794936" y="881900"/>
                  <a:pt x="252509" y="538201"/>
                </a:cubicBezTo>
                <a:lnTo>
                  <a:pt x="0" y="47917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3F2287B-587A-9013-AF20-5F4105A0D694}"/>
              </a:ext>
            </a:extLst>
          </p:cNvPr>
          <p:cNvSpPr txBox="1"/>
          <p:nvPr/>
        </p:nvSpPr>
        <p:spPr>
          <a:xfrm>
            <a:off x="5301780" y="191820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目 录</a:t>
            </a:r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8364EF49-0656-65FD-4430-89E8AF3C9069}"/>
              </a:ext>
            </a:extLst>
          </p:cNvPr>
          <p:cNvSpPr/>
          <p:nvPr/>
        </p:nvSpPr>
        <p:spPr>
          <a:xfrm>
            <a:off x="-8502342" y="6101472"/>
            <a:ext cx="24697848" cy="7138910"/>
          </a:xfrm>
          <a:prstGeom prst="ellipse">
            <a:avLst/>
          </a:prstGeom>
          <a:noFill/>
          <a:ln w="25400">
            <a:gradFill>
              <a:gsLst>
                <a:gs pos="0">
                  <a:schemeClr val="bg1"/>
                </a:gs>
                <a:gs pos="17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83FE77F-DE77-5DF5-6665-DDC9E3FB498F}"/>
              </a:ext>
            </a:extLst>
          </p:cNvPr>
          <p:cNvSpPr txBox="1"/>
          <p:nvPr/>
        </p:nvSpPr>
        <p:spPr>
          <a:xfrm>
            <a:off x="2886468" y="2215506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556679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01</a:t>
            </a:r>
            <a:endParaRPr lang="zh-CN" altLang="en-US" sz="3200" dirty="0">
              <a:solidFill>
                <a:srgbClr val="556679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3100159-BADE-C729-E47F-13018C4D0B6D}"/>
              </a:ext>
            </a:extLst>
          </p:cNvPr>
          <p:cNvGrpSpPr/>
          <p:nvPr/>
        </p:nvGrpSpPr>
        <p:grpSpPr>
          <a:xfrm>
            <a:off x="2398487" y="2153261"/>
            <a:ext cx="1617877" cy="2442323"/>
            <a:chOff x="1132115" y="1861529"/>
            <a:chExt cx="2034509" cy="3071264"/>
          </a:xfrm>
        </p:grpSpPr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86EA583B-6281-78AE-4774-4E9EBDB8CCDB}"/>
                </a:ext>
              </a:extLst>
            </p:cNvPr>
            <p:cNvSpPr/>
            <p:nvPr/>
          </p:nvSpPr>
          <p:spPr>
            <a:xfrm rot="10800000">
              <a:off x="1134624" y="1861529"/>
              <a:ext cx="2032000" cy="2346136"/>
            </a:xfrm>
            <a:custGeom>
              <a:avLst/>
              <a:gdLst>
                <a:gd name="connsiteX0" fmla="*/ 2032000 w 2032000"/>
                <a:gd name="connsiteY0" fmla="*/ 0 h 2346135"/>
                <a:gd name="connsiteX1" fmla="*/ 2032000 w 2032000"/>
                <a:gd name="connsiteY1" fmla="*/ 2200989 h 2346135"/>
                <a:gd name="connsiteX2" fmla="*/ 1886854 w 2032000"/>
                <a:gd name="connsiteY2" fmla="*/ 2346135 h 2346135"/>
                <a:gd name="connsiteX3" fmla="*/ 145146 w 2032000"/>
                <a:gd name="connsiteY3" fmla="*/ 2346135 h 2346135"/>
                <a:gd name="connsiteX4" fmla="*/ 0 w 2032000"/>
                <a:gd name="connsiteY4" fmla="*/ 2200989 h 2346135"/>
                <a:gd name="connsiteX5" fmla="*/ 0 w 2032000"/>
                <a:gd name="connsiteY5" fmla="*/ 279 h 2346135"/>
                <a:gd name="connsiteX6" fmla="*/ 42085 w 2032000"/>
                <a:gd name="connsiteY6" fmla="*/ 10116 h 2346135"/>
                <a:gd name="connsiteX7" fmla="*/ 1015403 w 2032000"/>
                <a:gd name="connsiteY7" fmla="*/ 102312 h 2346135"/>
                <a:gd name="connsiteX8" fmla="*/ 1988722 w 2032000"/>
                <a:gd name="connsiteY8" fmla="*/ 10116 h 2346135"/>
                <a:gd name="connsiteX9" fmla="*/ 2032000 w 2032000"/>
                <a:gd name="connsiteY9" fmla="*/ 0 h 2346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32000" h="2346135">
                  <a:moveTo>
                    <a:pt x="2032000" y="0"/>
                  </a:moveTo>
                  <a:lnTo>
                    <a:pt x="2032000" y="2200989"/>
                  </a:lnTo>
                  <a:cubicBezTo>
                    <a:pt x="2032000" y="2281151"/>
                    <a:pt x="1967016" y="2346135"/>
                    <a:pt x="1886854" y="2346135"/>
                  </a:cubicBezTo>
                  <a:lnTo>
                    <a:pt x="145146" y="2346135"/>
                  </a:lnTo>
                  <a:cubicBezTo>
                    <a:pt x="64984" y="2346135"/>
                    <a:pt x="0" y="2281151"/>
                    <a:pt x="0" y="2200989"/>
                  </a:cubicBezTo>
                  <a:lnTo>
                    <a:pt x="0" y="279"/>
                  </a:lnTo>
                  <a:lnTo>
                    <a:pt x="42085" y="10116"/>
                  </a:lnTo>
                  <a:cubicBezTo>
                    <a:pt x="299156" y="67399"/>
                    <a:pt x="640649" y="102312"/>
                    <a:pt x="1015403" y="102312"/>
                  </a:cubicBezTo>
                  <a:cubicBezTo>
                    <a:pt x="1390157" y="102312"/>
                    <a:pt x="1731651" y="67399"/>
                    <a:pt x="1988722" y="10116"/>
                  </a:cubicBezTo>
                  <a:lnTo>
                    <a:pt x="2032000" y="0"/>
                  </a:lnTo>
                  <a:close/>
                </a:path>
              </a:pathLst>
            </a:custGeom>
            <a:noFill/>
            <a:ln>
              <a:solidFill>
                <a:srgbClr val="556679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9D27AE1B-DDD5-9F68-3988-C558130F9A4C}"/>
                </a:ext>
              </a:extLst>
            </p:cNvPr>
            <p:cNvSpPr/>
            <p:nvPr/>
          </p:nvSpPr>
          <p:spPr>
            <a:xfrm>
              <a:off x="1132115" y="2586658"/>
              <a:ext cx="2032000" cy="2346135"/>
            </a:xfrm>
            <a:custGeom>
              <a:avLst/>
              <a:gdLst>
                <a:gd name="connsiteX0" fmla="*/ 2032000 w 2032000"/>
                <a:gd name="connsiteY0" fmla="*/ 0 h 2346135"/>
                <a:gd name="connsiteX1" fmla="*/ 2032000 w 2032000"/>
                <a:gd name="connsiteY1" fmla="*/ 2200989 h 2346135"/>
                <a:gd name="connsiteX2" fmla="*/ 1886854 w 2032000"/>
                <a:gd name="connsiteY2" fmla="*/ 2346135 h 2346135"/>
                <a:gd name="connsiteX3" fmla="*/ 145146 w 2032000"/>
                <a:gd name="connsiteY3" fmla="*/ 2346135 h 2346135"/>
                <a:gd name="connsiteX4" fmla="*/ 0 w 2032000"/>
                <a:gd name="connsiteY4" fmla="*/ 2200989 h 2346135"/>
                <a:gd name="connsiteX5" fmla="*/ 0 w 2032000"/>
                <a:gd name="connsiteY5" fmla="*/ 279 h 2346135"/>
                <a:gd name="connsiteX6" fmla="*/ 42085 w 2032000"/>
                <a:gd name="connsiteY6" fmla="*/ 10116 h 2346135"/>
                <a:gd name="connsiteX7" fmla="*/ 1015403 w 2032000"/>
                <a:gd name="connsiteY7" fmla="*/ 102312 h 2346135"/>
                <a:gd name="connsiteX8" fmla="*/ 1988722 w 2032000"/>
                <a:gd name="connsiteY8" fmla="*/ 10116 h 2346135"/>
                <a:gd name="connsiteX9" fmla="*/ 2032000 w 2032000"/>
                <a:gd name="connsiteY9" fmla="*/ 0 h 2346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32000" h="2346135">
                  <a:moveTo>
                    <a:pt x="2032000" y="0"/>
                  </a:moveTo>
                  <a:lnTo>
                    <a:pt x="2032000" y="2200989"/>
                  </a:lnTo>
                  <a:cubicBezTo>
                    <a:pt x="2032000" y="2281151"/>
                    <a:pt x="1967016" y="2346135"/>
                    <a:pt x="1886854" y="2346135"/>
                  </a:cubicBezTo>
                  <a:lnTo>
                    <a:pt x="145146" y="2346135"/>
                  </a:lnTo>
                  <a:cubicBezTo>
                    <a:pt x="64984" y="2346135"/>
                    <a:pt x="0" y="2281151"/>
                    <a:pt x="0" y="2200989"/>
                  </a:cubicBezTo>
                  <a:lnTo>
                    <a:pt x="0" y="279"/>
                  </a:lnTo>
                  <a:lnTo>
                    <a:pt x="42085" y="10116"/>
                  </a:lnTo>
                  <a:cubicBezTo>
                    <a:pt x="299156" y="67399"/>
                    <a:pt x="640649" y="102312"/>
                    <a:pt x="1015403" y="102312"/>
                  </a:cubicBezTo>
                  <a:cubicBezTo>
                    <a:pt x="1390157" y="102312"/>
                    <a:pt x="1731651" y="67399"/>
                    <a:pt x="1988722" y="10116"/>
                  </a:cubicBezTo>
                  <a:lnTo>
                    <a:pt x="203200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solidFill>
                <a:srgbClr val="5566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F6981AB-5289-C834-4552-893569830023}"/>
              </a:ext>
            </a:extLst>
          </p:cNvPr>
          <p:cNvSpPr txBox="1"/>
          <p:nvPr/>
        </p:nvSpPr>
        <p:spPr>
          <a:xfrm>
            <a:off x="2398487" y="3286814"/>
            <a:ext cx="1669143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研究背景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7D33207-5CE4-B8B3-603C-B306B1E2F078}"/>
              </a:ext>
            </a:extLst>
          </p:cNvPr>
          <p:cNvSpPr txBox="1"/>
          <p:nvPr/>
        </p:nvSpPr>
        <p:spPr>
          <a:xfrm>
            <a:off x="4826523" y="2215506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556679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02</a:t>
            </a:r>
            <a:endParaRPr lang="zh-CN" altLang="en-US" sz="3200" dirty="0">
              <a:solidFill>
                <a:srgbClr val="556679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DF815CB-1F6F-E788-263C-C5223DC0E73A}"/>
              </a:ext>
            </a:extLst>
          </p:cNvPr>
          <p:cNvGrpSpPr/>
          <p:nvPr/>
        </p:nvGrpSpPr>
        <p:grpSpPr>
          <a:xfrm>
            <a:off x="4338542" y="2153261"/>
            <a:ext cx="1617877" cy="2442323"/>
            <a:chOff x="1132115" y="1861529"/>
            <a:chExt cx="2034509" cy="3071264"/>
          </a:xfrm>
        </p:grpSpPr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2ED56744-E374-DE4E-ADFA-CAA18AF72932}"/>
                </a:ext>
              </a:extLst>
            </p:cNvPr>
            <p:cNvSpPr/>
            <p:nvPr/>
          </p:nvSpPr>
          <p:spPr>
            <a:xfrm rot="10800000">
              <a:off x="1134624" y="1861529"/>
              <a:ext cx="2032000" cy="2346136"/>
            </a:xfrm>
            <a:custGeom>
              <a:avLst/>
              <a:gdLst>
                <a:gd name="connsiteX0" fmla="*/ 2032000 w 2032000"/>
                <a:gd name="connsiteY0" fmla="*/ 0 h 2346135"/>
                <a:gd name="connsiteX1" fmla="*/ 2032000 w 2032000"/>
                <a:gd name="connsiteY1" fmla="*/ 2200989 h 2346135"/>
                <a:gd name="connsiteX2" fmla="*/ 1886854 w 2032000"/>
                <a:gd name="connsiteY2" fmla="*/ 2346135 h 2346135"/>
                <a:gd name="connsiteX3" fmla="*/ 145146 w 2032000"/>
                <a:gd name="connsiteY3" fmla="*/ 2346135 h 2346135"/>
                <a:gd name="connsiteX4" fmla="*/ 0 w 2032000"/>
                <a:gd name="connsiteY4" fmla="*/ 2200989 h 2346135"/>
                <a:gd name="connsiteX5" fmla="*/ 0 w 2032000"/>
                <a:gd name="connsiteY5" fmla="*/ 279 h 2346135"/>
                <a:gd name="connsiteX6" fmla="*/ 42085 w 2032000"/>
                <a:gd name="connsiteY6" fmla="*/ 10116 h 2346135"/>
                <a:gd name="connsiteX7" fmla="*/ 1015403 w 2032000"/>
                <a:gd name="connsiteY7" fmla="*/ 102312 h 2346135"/>
                <a:gd name="connsiteX8" fmla="*/ 1988722 w 2032000"/>
                <a:gd name="connsiteY8" fmla="*/ 10116 h 2346135"/>
                <a:gd name="connsiteX9" fmla="*/ 2032000 w 2032000"/>
                <a:gd name="connsiteY9" fmla="*/ 0 h 2346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32000" h="2346135">
                  <a:moveTo>
                    <a:pt x="2032000" y="0"/>
                  </a:moveTo>
                  <a:lnTo>
                    <a:pt x="2032000" y="2200989"/>
                  </a:lnTo>
                  <a:cubicBezTo>
                    <a:pt x="2032000" y="2281151"/>
                    <a:pt x="1967016" y="2346135"/>
                    <a:pt x="1886854" y="2346135"/>
                  </a:cubicBezTo>
                  <a:lnTo>
                    <a:pt x="145146" y="2346135"/>
                  </a:lnTo>
                  <a:cubicBezTo>
                    <a:pt x="64984" y="2346135"/>
                    <a:pt x="0" y="2281151"/>
                    <a:pt x="0" y="2200989"/>
                  </a:cubicBezTo>
                  <a:lnTo>
                    <a:pt x="0" y="279"/>
                  </a:lnTo>
                  <a:lnTo>
                    <a:pt x="42085" y="10116"/>
                  </a:lnTo>
                  <a:cubicBezTo>
                    <a:pt x="299156" y="67399"/>
                    <a:pt x="640649" y="102312"/>
                    <a:pt x="1015403" y="102312"/>
                  </a:cubicBezTo>
                  <a:cubicBezTo>
                    <a:pt x="1390157" y="102312"/>
                    <a:pt x="1731651" y="67399"/>
                    <a:pt x="1988722" y="10116"/>
                  </a:cubicBezTo>
                  <a:lnTo>
                    <a:pt x="2032000" y="0"/>
                  </a:lnTo>
                  <a:close/>
                </a:path>
              </a:pathLst>
            </a:custGeom>
            <a:noFill/>
            <a:ln>
              <a:solidFill>
                <a:srgbClr val="556679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A0CDE4B1-4A07-A9B8-777D-C5F79FAF82A1}"/>
                </a:ext>
              </a:extLst>
            </p:cNvPr>
            <p:cNvSpPr/>
            <p:nvPr/>
          </p:nvSpPr>
          <p:spPr>
            <a:xfrm>
              <a:off x="1132115" y="2586658"/>
              <a:ext cx="2032000" cy="2346135"/>
            </a:xfrm>
            <a:custGeom>
              <a:avLst/>
              <a:gdLst>
                <a:gd name="connsiteX0" fmla="*/ 2032000 w 2032000"/>
                <a:gd name="connsiteY0" fmla="*/ 0 h 2346135"/>
                <a:gd name="connsiteX1" fmla="*/ 2032000 w 2032000"/>
                <a:gd name="connsiteY1" fmla="*/ 2200989 h 2346135"/>
                <a:gd name="connsiteX2" fmla="*/ 1886854 w 2032000"/>
                <a:gd name="connsiteY2" fmla="*/ 2346135 h 2346135"/>
                <a:gd name="connsiteX3" fmla="*/ 145146 w 2032000"/>
                <a:gd name="connsiteY3" fmla="*/ 2346135 h 2346135"/>
                <a:gd name="connsiteX4" fmla="*/ 0 w 2032000"/>
                <a:gd name="connsiteY4" fmla="*/ 2200989 h 2346135"/>
                <a:gd name="connsiteX5" fmla="*/ 0 w 2032000"/>
                <a:gd name="connsiteY5" fmla="*/ 279 h 2346135"/>
                <a:gd name="connsiteX6" fmla="*/ 42085 w 2032000"/>
                <a:gd name="connsiteY6" fmla="*/ 10116 h 2346135"/>
                <a:gd name="connsiteX7" fmla="*/ 1015403 w 2032000"/>
                <a:gd name="connsiteY7" fmla="*/ 102312 h 2346135"/>
                <a:gd name="connsiteX8" fmla="*/ 1988722 w 2032000"/>
                <a:gd name="connsiteY8" fmla="*/ 10116 h 2346135"/>
                <a:gd name="connsiteX9" fmla="*/ 2032000 w 2032000"/>
                <a:gd name="connsiteY9" fmla="*/ 0 h 2346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32000" h="2346135">
                  <a:moveTo>
                    <a:pt x="2032000" y="0"/>
                  </a:moveTo>
                  <a:lnTo>
                    <a:pt x="2032000" y="2200989"/>
                  </a:lnTo>
                  <a:cubicBezTo>
                    <a:pt x="2032000" y="2281151"/>
                    <a:pt x="1967016" y="2346135"/>
                    <a:pt x="1886854" y="2346135"/>
                  </a:cubicBezTo>
                  <a:lnTo>
                    <a:pt x="145146" y="2346135"/>
                  </a:lnTo>
                  <a:cubicBezTo>
                    <a:pt x="64984" y="2346135"/>
                    <a:pt x="0" y="2281151"/>
                    <a:pt x="0" y="2200989"/>
                  </a:cubicBezTo>
                  <a:lnTo>
                    <a:pt x="0" y="279"/>
                  </a:lnTo>
                  <a:lnTo>
                    <a:pt x="42085" y="10116"/>
                  </a:lnTo>
                  <a:cubicBezTo>
                    <a:pt x="299156" y="67399"/>
                    <a:pt x="640649" y="102312"/>
                    <a:pt x="1015403" y="102312"/>
                  </a:cubicBezTo>
                  <a:cubicBezTo>
                    <a:pt x="1390157" y="102312"/>
                    <a:pt x="1731651" y="67399"/>
                    <a:pt x="1988722" y="10116"/>
                  </a:cubicBezTo>
                  <a:lnTo>
                    <a:pt x="203200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solidFill>
                <a:srgbClr val="5566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737EC472-C201-CB8C-243F-7AA062C13188}"/>
              </a:ext>
            </a:extLst>
          </p:cNvPr>
          <p:cNvSpPr txBox="1"/>
          <p:nvPr/>
        </p:nvSpPr>
        <p:spPr>
          <a:xfrm>
            <a:off x="4311911" y="3286814"/>
            <a:ext cx="1669143" cy="5898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研究成果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CA5D3352-FFA6-AFEC-BE5B-B3C949FADE85}"/>
              </a:ext>
            </a:extLst>
          </p:cNvPr>
          <p:cNvSpPr txBox="1"/>
          <p:nvPr/>
        </p:nvSpPr>
        <p:spPr>
          <a:xfrm>
            <a:off x="6766578" y="2215506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556679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03</a:t>
            </a:r>
            <a:endParaRPr lang="zh-CN" altLang="en-US" sz="3200" dirty="0">
              <a:solidFill>
                <a:srgbClr val="556679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E8A44A4-1C9E-1769-BAC6-1DCB75B6DEE5}"/>
              </a:ext>
            </a:extLst>
          </p:cNvPr>
          <p:cNvGrpSpPr/>
          <p:nvPr/>
        </p:nvGrpSpPr>
        <p:grpSpPr>
          <a:xfrm>
            <a:off x="6278597" y="2153261"/>
            <a:ext cx="1617877" cy="2442323"/>
            <a:chOff x="1132115" y="1861529"/>
            <a:chExt cx="2034509" cy="3071264"/>
          </a:xfrm>
        </p:grpSpPr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6E6431AF-B61A-4E0D-A228-47DB7F3EC3DE}"/>
                </a:ext>
              </a:extLst>
            </p:cNvPr>
            <p:cNvSpPr/>
            <p:nvPr/>
          </p:nvSpPr>
          <p:spPr>
            <a:xfrm rot="10800000">
              <a:off x="1134624" y="1861529"/>
              <a:ext cx="2032000" cy="2346136"/>
            </a:xfrm>
            <a:custGeom>
              <a:avLst/>
              <a:gdLst>
                <a:gd name="connsiteX0" fmla="*/ 2032000 w 2032000"/>
                <a:gd name="connsiteY0" fmla="*/ 0 h 2346135"/>
                <a:gd name="connsiteX1" fmla="*/ 2032000 w 2032000"/>
                <a:gd name="connsiteY1" fmla="*/ 2200989 h 2346135"/>
                <a:gd name="connsiteX2" fmla="*/ 1886854 w 2032000"/>
                <a:gd name="connsiteY2" fmla="*/ 2346135 h 2346135"/>
                <a:gd name="connsiteX3" fmla="*/ 145146 w 2032000"/>
                <a:gd name="connsiteY3" fmla="*/ 2346135 h 2346135"/>
                <a:gd name="connsiteX4" fmla="*/ 0 w 2032000"/>
                <a:gd name="connsiteY4" fmla="*/ 2200989 h 2346135"/>
                <a:gd name="connsiteX5" fmla="*/ 0 w 2032000"/>
                <a:gd name="connsiteY5" fmla="*/ 279 h 2346135"/>
                <a:gd name="connsiteX6" fmla="*/ 42085 w 2032000"/>
                <a:gd name="connsiteY6" fmla="*/ 10116 h 2346135"/>
                <a:gd name="connsiteX7" fmla="*/ 1015403 w 2032000"/>
                <a:gd name="connsiteY7" fmla="*/ 102312 h 2346135"/>
                <a:gd name="connsiteX8" fmla="*/ 1988722 w 2032000"/>
                <a:gd name="connsiteY8" fmla="*/ 10116 h 2346135"/>
                <a:gd name="connsiteX9" fmla="*/ 2032000 w 2032000"/>
                <a:gd name="connsiteY9" fmla="*/ 0 h 2346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32000" h="2346135">
                  <a:moveTo>
                    <a:pt x="2032000" y="0"/>
                  </a:moveTo>
                  <a:lnTo>
                    <a:pt x="2032000" y="2200989"/>
                  </a:lnTo>
                  <a:cubicBezTo>
                    <a:pt x="2032000" y="2281151"/>
                    <a:pt x="1967016" y="2346135"/>
                    <a:pt x="1886854" y="2346135"/>
                  </a:cubicBezTo>
                  <a:lnTo>
                    <a:pt x="145146" y="2346135"/>
                  </a:lnTo>
                  <a:cubicBezTo>
                    <a:pt x="64984" y="2346135"/>
                    <a:pt x="0" y="2281151"/>
                    <a:pt x="0" y="2200989"/>
                  </a:cubicBezTo>
                  <a:lnTo>
                    <a:pt x="0" y="279"/>
                  </a:lnTo>
                  <a:lnTo>
                    <a:pt x="42085" y="10116"/>
                  </a:lnTo>
                  <a:cubicBezTo>
                    <a:pt x="299156" y="67399"/>
                    <a:pt x="640649" y="102312"/>
                    <a:pt x="1015403" y="102312"/>
                  </a:cubicBezTo>
                  <a:cubicBezTo>
                    <a:pt x="1390157" y="102312"/>
                    <a:pt x="1731651" y="67399"/>
                    <a:pt x="1988722" y="10116"/>
                  </a:cubicBezTo>
                  <a:lnTo>
                    <a:pt x="2032000" y="0"/>
                  </a:lnTo>
                  <a:close/>
                </a:path>
              </a:pathLst>
            </a:custGeom>
            <a:noFill/>
            <a:ln>
              <a:solidFill>
                <a:srgbClr val="556679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D80918AE-8ECC-EF50-3152-703DAABA83CA}"/>
                </a:ext>
              </a:extLst>
            </p:cNvPr>
            <p:cNvSpPr/>
            <p:nvPr/>
          </p:nvSpPr>
          <p:spPr>
            <a:xfrm>
              <a:off x="1132115" y="2586658"/>
              <a:ext cx="2032000" cy="2346135"/>
            </a:xfrm>
            <a:custGeom>
              <a:avLst/>
              <a:gdLst>
                <a:gd name="connsiteX0" fmla="*/ 2032000 w 2032000"/>
                <a:gd name="connsiteY0" fmla="*/ 0 h 2346135"/>
                <a:gd name="connsiteX1" fmla="*/ 2032000 w 2032000"/>
                <a:gd name="connsiteY1" fmla="*/ 2200989 h 2346135"/>
                <a:gd name="connsiteX2" fmla="*/ 1886854 w 2032000"/>
                <a:gd name="connsiteY2" fmla="*/ 2346135 h 2346135"/>
                <a:gd name="connsiteX3" fmla="*/ 145146 w 2032000"/>
                <a:gd name="connsiteY3" fmla="*/ 2346135 h 2346135"/>
                <a:gd name="connsiteX4" fmla="*/ 0 w 2032000"/>
                <a:gd name="connsiteY4" fmla="*/ 2200989 h 2346135"/>
                <a:gd name="connsiteX5" fmla="*/ 0 w 2032000"/>
                <a:gd name="connsiteY5" fmla="*/ 279 h 2346135"/>
                <a:gd name="connsiteX6" fmla="*/ 42085 w 2032000"/>
                <a:gd name="connsiteY6" fmla="*/ 10116 h 2346135"/>
                <a:gd name="connsiteX7" fmla="*/ 1015403 w 2032000"/>
                <a:gd name="connsiteY7" fmla="*/ 102312 h 2346135"/>
                <a:gd name="connsiteX8" fmla="*/ 1988722 w 2032000"/>
                <a:gd name="connsiteY8" fmla="*/ 10116 h 2346135"/>
                <a:gd name="connsiteX9" fmla="*/ 2032000 w 2032000"/>
                <a:gd name="connsiteY9" fmla="*/ 0 h 2346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32000" h="2346135">
                  <a:moveTo>
                    <a:pt x="2032000" y="0"/>
                  </a:moveTo>
                  <a:lnTo>
                    <a:pt x="2032000" y="2200989"/>
                  </a:lnTo>
                  <a:cubicBezTo>
                    <a:pt x="2032000" y="2281151"/>
                    <a:pt x="1967016" y="2346135"/>
                    <a:pt x="1886854" y="2346135"/>
                  </a:cubicBezTo>
                  <a:lnTo>
                    <a:pt x="145146" y="2346135"/>
                  </a:lnTo>
                  <a:cubicBezTo>
                    <a:pt x="64984" y="2346135"/>
                    <a:pt x="0" y="2281151"/>
                    <a:pt x="0" y="2200989"/>
                  </a:cubicBezTo>
                  <a:lnTo>
                    <a:pt x="0" y="279"/>
                  </a:lnTo>
                  <a:lnTo>
                    <a:pt x="42085" y="10116"/>
                  </a:lnTo>
                  <a:cubicBezTo>
                    <a:pt x="299156" y="67399"/>
                    <a:pt x="640649" y="102312"/>
                    <a:pt x="1015403" y="102312"/>
                  </a:cubicBezTo>
                  <a:cubicBezTo>
                    <a:pt x="1390157" y="102312"/>
                    <a:pt x="1731651" y="67399"/>
                    <a:pt x="1988722" y="10116"/>
                  </a:cubicBezTo>
                  <a:lnTo>
                    <a:pt x="203200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solidFill>
                <a:srgbClr val="5566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41" name="文本框 40">
            <a:extLst>
              <a:ext uri="{FF2B5EF4-FFF2-40B4-BE49-F238E27FC236}">
                <a16:creationId xmlns:a16="http://schemas.microsoft.com/office/drawing/2014/main" id="{34C09715-E2BD-E299-E0E9-EB66BD4C5442}"/>
              </a:ext>
            </a:extLst>
          </p:cNvPr>
          <p:cNvSpPr txBox="1"/>
          <p:nvPr/>
        </p:nvSpPr>
        <p:spPr>
          <a:xfrm>
            <a:off x="6278597" y="3286814"/>
            <a:ext cx="1669143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实验结果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6D9AB96-F0E2-343C-29C7-641D6E51383B}"/>
              </a:ext>
            </a:extLst>
          </p:cNvPr>
          <p:cNvSpPr txBox="1"/>
          <p:nvPr/>
        </p:nvSpPr>
        <p:spPr>
          <a:xfrm>
            <a:off x="8706633" y="2215506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556679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04</a:t>
            </a:r>
            <a:endParaRPr lang="zh-CN" altLang="en-US" sz="3200" dirty="0">
              <a:solidFill>
                <a:srgbClr val="556679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F9D945A2-C62D-C1DF-86A5-C9AAA9CCB3F0}"/>
              </a:ext>
            </a:extLst>
          </p:cNvPr>
          <p:cNvGrpSpPr/>
          <p:nvPr/>
        </p:nvGrpSpPr>
        <p:grpSpPr>
          <a:xfrm>
            <a:off x="8218652" y="2153261"/>
            <a:ext cx="1617877" cy="2442323"/>
            <a:chOff x="1132115" y="1861529"/>
            <a:chExt cx="2034509" cy="3071264"/>
          </a:xfrm>
        </p:grpSpPr>
        <p:sp>
          <p:nvSpPr>
            <p:cNvPr id="50" name="任意多边形: 形状 49">
              <a:extLst>
                <a:ext uri="{FF2B5EF4-FFF2-40B4-BE49-F238E27FC236}">
                  <a16:creationId xmlns:a16="http://schemas.microsoft.com/office/drawing/2014/main" id="{8E7446F5-8FA1-FA94-D5AD-230694A5C99F}"/>
                </a:ext>
              </a:extLst>
            </p:cNvPr>
            <p:cNvSpPr/>
            <p:nvPr/>
          </p:nvSpPr>
          <p:spPr>
            <a:xfrm rot="10800000">
              <a:off x="1134624" y="1861529"/>
              <a:ext cx="2032000" cy="2346136"/>
            </a:xfrm>
            <a:custGeom>
              <a:avLst/>
              <a:gdLst>
                <a:gd name="connsiteX0" fmla="*/ 2032000 w 2032000"/>
                <a:gd name="connsiteY0" fmla="*/ 0 h 2346135"/>
                <a:gd name="connsiteX1" fmla="*/ 2032000 w 2032000"/>
                <a:gd name="connsiteY1" fmla="*/ 2200989 h 2346135"/>
                <a:gd name="connsiteX2" fmla="*/ 1886854 w 2032000"/>
                <a:gd name="connsiteY2" fmla="*/ 2346135 h 2346135"/>
                <a:gd name="connsiteX3" fmla="*/ 145146 w 2032000"/>
                <a:gd name="connsiteY3" fmla="*/ 2346135 h 2346135"/>
                <a:gd name="connsiteX4" fmla="*/ 0 w 2032000"/>
                <a:gd name="connsiteY4" fmla="*/ 2200989 h 2346135"/>
                <a:gd name="connsiteX5" fmla="*/ 0 w 2032000"/>
                <a:gd name="connsiteY5" fmla="*/ 279 h 2346135"/>
                <a:gd name="connsiteX6" fmla="*/ 42085 w 2032000"/>
                <a:gd name="connsiteY6" fmla="*/ 10116 h 2346135"/>
                <a:gd name="connsiteX7" fmla="*/ 1015403 w 2032000"/>
                <a:gd name="connsiteY7" fmla="*/ 102312 h 2346135"/>
                <a:gd name="connsiteX8" fmla="*/ 1988722 w 2032000"/>
                <a:gd name="connsiteY8" fmla="*/ 10116 h 2346135"/>
                <a:gd name="connsiteX9" fmla="*/ 2032000 w 2032000"/>
                <a:gd name="connsiteY9" fmla="*/ 0 h 2346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32000" h="2346135">
                  <a:moveTo>
                    <a:pt x="2032000" y="0"/>
                  </a:moveTo>
                  <a:lnTo>
                    <a:pt x="2032000" y="2200989"/>
                  </a:lnTo>
                  <a:cubicBezTo>
                    <a:pt x="2032000" y="2281151"/>
                    <a:pt x="1967016" y="2346135"/>
                    <a:pt x="1886854" y="2346135"/>
                  </a:cubicBezTo>
                  <a:lnTo>
                    <a:pt x="145146" y="2346135"/>
                  </a:lnTo>
                  <a:cubicBezTo>
                    <a:pt x="64984" y="2346135"/>
                    <a:pt x="0" y="2281151"/>
                    <a:pt x="0" y="2200989"/>
                  </a:cubicBezTo>
                  <a:lnTo>
                    <a:pt x="0" y="279"/>
                  </a:lnTo>
                  <a:lnTo>
                    <a:pt x="42085" y="10116"/>
                  </a:lnTo>
                  <a:cubicBezTo>
                    <a:pt x="299156" y="67399"/>
                    <a:pt x="640649" y="102312"/>
                    <a:pt x="1015403" y="102312"/>
                  </a:cubicBezTo>
                  <a:cubicBezTo>
                    <a:pt x="1390157" y="102312"/>
                    <a:pt x="1731651" y="67399"/>
                    <a:pt x="1988722" y="10116"/>
                  </a:cubicBezTo>
                  <a:lnTo>
                    <a:pt x="2032000" y="0"/>
                  </a:lnTo>
                  <a:close/>
                </a:path>
              </a:pathLst>
            </a:custGeom>
            <a:noFill/>
            <a:ln>
              <a:solidFill>
                <a:srgbClr val="556679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任意多边形: 形状 57">
              <a:extLst>
                <a:ext uri="{FF2B5EF4-FFF2-40B4-BE49-F238E27FC236}">
                  <a16:creationId xmlns:a16="http://schemas.microsoft.com/office/drawing/2014/main" id="{F582D6A2-18C2-DF62-C471-976BCFD035E0}"/>
                </a:ext>
              </a:extLst>
            </p:cNvPr>
            <p:cNvSpPr/>
            <p:nvPr/>
          </p:nvSpPr>
          <p:spPr>
            <a:xfrm>
              <a:off x="1132115" y="2586658"/>
              <a:ext cx="2032000" cy="2346135"/>
            </a:xfrm>
            <a:custGeom>
              <a:avLst/>
              <a:gdLst>
                <a:gd name="connsiteX0" fmla="*/ 2032000 w 2032000"/>
                <a:gd name="connsiteY0" fmla="*/ 0 h 2346135"/>
                <a:gd name="connsiteX1" fmla="*/ 2032000 w 2032000"/>
                <a:gd name="connsiteY1" fmla="*/ 2200989 h 2346135"/>
                <a:gd name="connsiteX2" fmla="*/ 1886854 w 2032000"/>
                <a:gd name="connsiteY2" fmla="*/ 2346135 h 2346135"/>
                <a:gd name="connsiteX3" fmla="*/ 145146 w 2032000"/>
                <a:gd name="connsiteY3" fmla="*/ 2346135 h 2346135"/>
                <a:gd name="connsiteX4" fmla="*/ 0 w 2032000"/>
                <a:gd name="connsiteY4" fmla="*/ 2200989 h 2346135"/>
                <a:gd name="connsiteX5" fmla="*/ 0 w 2032000"/>
                <a:gd name="connsiteY5" fmla="*/ 279 h 2346135"/>
                <a:gd name="connsiteX6" fmla="*/ 42085 w 2032000"/>
                <a:gd name="connsiteY6" fmla="*/ 10116 h 2346135"/>
                <a:gd name="connsiteX7" fmla="*/ 1015403 w 2032000"/>
                <a:gd name="connsiteY7" fmla="*/ 102312 h 2346135"/>
                <a:gd name="connsiteX8" fmla="*/ 1988722 w 2032000"/>
                <a:gd name="connsiteY8" fmla="*/ 10116 h 2346135"/>
                <a:gd name="connsiteX9" fmla="*/ 2032000 w 2032000"/>
                <a:gd name="connsiteY9" fmla="*/ 0 h 2346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32000" h="2346135">
                  <a:moveTo>
                    <a:pt x="2032000" y="0"/>
                  </a:moveTo>
                  <a:lnTo>
                    <a:pt x="2032000" y="2200989"/>
                  </a:lnTo>
                  <a:cubicBezTo>
                    <a:pt x="2032000" y="2281151"/>
                    <a:pt x="1967016" y="2346135"/>
                    <a:pt x="1886854" y="2346135"/>
                  </a:cubicBezTo>
                  <a:lnTo>
                    <a:pt x="145146" y="2346135"/>
                  </a:lnTo>
                  <a:cubicBezTo>
                    <a:pt x="64984" y="2346135"/>
                    <a:pt x="0" y="2281151"/>
                    <a:pt x="0" y="2200989"/>
                  </a:cubicBezTo>
                  <a:lnTo>
                    <a:pt x="0" y="279"/>
                  </a:lnTo>
                  <a:lnTo>
                    <a:pt x="42085" y="10116"/>
                  </a:lnTo>
                  <a:cubicBezTo>
                    <a:pt x="299156" y="67399"/>
                    <a:pt x="640649" y="102312"/>
                    <a:pt x="1015403" y="102312"/>
                  </a:cubicBezTo>
                  <a:cubicBezTo>
                    <a:pt x="1390157" y="102312"/>
                    <a:pt x="1731651" y="67399"/>
                    <a:pt x="1988722" y="10116"/>
                  </a:cubicBezTo>
                  <a:lnTo>
                    <a:pt x="203200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solidFill>
                <a:srgbClr val="55667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C0B1D8C2-BF3B-0942-0C27-C8712C295799}"/>
              </a:ext>
            </a:extLst>
          </p:cNvPr>
          <p:cNvSpPr txBox="1"/>
          <p:nvPr/>
        </p:nvSpPr>
        <p:spPr>
          <a:xfrm>
            <a:off x="8218652" y="3286814"/>
            <a:ext cx="1669143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chemeClr val="bg1"/>
                </a:solidFill>
              </a:rPr>
              <a:t>总结展望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77548F50-1803-54A7-10A8-49B6EDCC756A}"/>
              </a:ext>
            </a:extLst>
          </p:cNvPr>
          <p:cNvSpPr txBox="1"/>
          <p:nvPr/>
        </p:nvSpPr>
        <p:spPr>
          <a:xfrm>
            <a:off x="4506332" y="1283199"/>
            <a:ext cx="3179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dirty="0">
                <a:solidFill>
                  <a:schemeClr val="bg1">
                    <a:lumMod val="65000"/>
                  </a:schemeClr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644696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DC90873-508C-EC40-66FD-3413FF799867}"/>
              </a:ext>
            </a:extLst>
          </p:cNvPr>
          <p:cNvSpPr/>
          <p:nvPr/>
        </p:nvSpPr>
        <p:spPr>
          <a:xfrm>
            <a:off x="3007733" y="2475714"/>
            <a:ext cx="6176530" cy="6241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55667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3050EA2-1F98-F38D-9A1A-5E3FB1D07DC7}"/>
              </a:ext>
            </a:extLst>
          </p:cNvPr>
          <p:cNvSpPr/>
          <p:nvPr/>
        </p:nvSpPr>
        <p:spPr>
          <a:xfrm rot="10800000">
            <a:off x="0" y="5657467"/>
            <a:ext cx="12192000" cy="1200533"/>
          </a:xfrm>
          <a:custGeom>
            <a:avLst/>
            <a:gdLst>
              <a:gd name="connsiteX0" fmla="*/ 6092419 w 12192000"/>
              <a:gd name="connsiteY0" fmla="*/ 1200533 h 1200533"/>
              <a:gd name="connsiteX1" fmla="*/ 252509 w 12192000"/>
              <a:gd name="connsiteY1" fmla="*/ 647355 h 1200533"/>
              <a:gd name="connsiteX2" fmla="*/ 0 w 12192000"/>
              <a:gd name="connsiteY2" fmla="*/ 588332 h 1200533"/>
              <a:gd name="connsiteX3" fmla="*/ 0 w 12192000"/>
              <a:gd name="connsiteY3" fmla="*/ 0 h 1200533"/>
              <a:gd name="connsiteX4" fmla="*/ 12192000 w 12192000"/>
              <a:gd name="connsiteY4" fmla="*/ 0 h 1200533"/>
              <a:gd name="connsiteX5" fmla="*/ 12192000 w 12192000"/>
              <a:gd name="connsiteY5" fmla="*/ 586658 h 1200533"/>
              <a:gd name="connsiteX6" fmla="*/ 11932330 w 12192000"/>
              <a:gd name="connsiteY6" fmla="*/ 647355 h 1200533"/>
              <a:gd name="connsiteX7" fmla="*/ 6092419 w 12192000"/>
              <a:gd name="connsiteY7" fmla="*/ 1200533 h 1200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200533">
                <a:moveTo>
                  <a:pt x="6092419" y="1200533"/>
                </a:moveTo>
                <a:cubicBezTo>
                  <a:pt x="3843896" y="1200533"/>
                  <a:pt x="1794936" y="991054"/>
                  <a:pt x="252509" y="647355"/>
                </a:cubicBezTo>
                <a:lnTo>
                  <a:pt x="0" y="588332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586658"/>
                </a:lnTo>
                <a:lnTo>
                  <a:pt x="11932330" y="647355"/>
                </a:lnTo>
                <a:cubicBezTo>
                  <a:pt x="10389903" y="991054"/>
                  <a:pt x="8340943" y="1200533"/>
                  <a:pt x="6092419" y="120053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CD24AC10-E80A-93D3-BC61-6D1F3C45A1FB}"/>
              </a:ext>
            </a:extLst>
          </p:cNvPr>
          <p:cNvSpPr/>
          <p:nvPr/>
        </p:nvSpPr>
        <p:spPr>
          <a:xfrm>
            <a:off x="0" y="0"/>
            <a:ext cx="12192000" cy="1091379"/>
          </a:xfrm>
          <a:custGeom>
            <a:avLst/>
            <a:gdLst>
              <a:gd name="connsiteX0" fmla="*/ 0 w 12192000"/>
              <a:gd name="connsiteY0" fmla="*/ 0 h 1091379"/>
              <a:gd name="connsiteX1" fmla="*/ 12192000 w 12192000"/>
              <a:gd name="connsiteY1" fmla="*/ 0 h 1091379"/>
              <a:gd name="connsiteX2" fmla="*/ 12192000 w 12192000"/>
              <a:gd name="connsiteY2" fmla="*/ 477504 h 1091379"/>
              <a:gd name="connsiteX3" fmla="*/ 11932330 w 12192000"/>
              <a:gd name="connsiteY3" fmla="*/ 538201 h 1091379"/>
              <a:gd name="connsiteX4" fmla="*/ 6092419 w 12192000"/>
              <a:gd name="connsiteY4" fmla="*/ 1091379 h 1091379"/>
              <a:gd name="connsiteX5" fmla="*/ 252509 w 12192000"/>
              <a:gd name="connsiteY5" fmla="*/ 538201 h 1091379"/>
              <a:gd name="connsiteX6" fmla="*/ 0 w 12192000"/>
              <a:gd name="connsiteY6" fmla="*/ 479178 h 1091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091379">
                <a:moveTo>
                  <a:pt x="0" y="0"/>
                </a:moveTo>
                <a:lnTo>
                  <a:pt x="12192000" y="0"/>
                </a:lnTo>
                <a:lnTo>
                  <a:pt x="12192000" y="477504"/>
                </a:lnTo>
                <a:lnTo>
                  <a:pt x="11932330" y="538201"/>
                </a:lnTo>
                <a:cubicBezTo>
                  <a:pt x="10389903" y="881900"/>
                  <a:pt x="8340943" y="1091379"/>
                  <a:pt x="6092419" y="1091379"/>
                </a:cubicBezTo>
                <a:cubicBezTo>
                  <a:pt x="3843896" y="1091379"/>
                  <a:pt x="1794936" y="881900"/>
                  <a:pt x="252509" y="538201"/>
                </a:cubicBezTo>
                <a:lnTo>
                  <a:pt x="0" y="47917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8364EF49-0656-65FD-4430-89E8AF3C9069}"/>
              </a:ext>
            </a:extLst>
          </p:cNvPr>
          <p:cNvSpPr/>
          <p:nvPr/>
        </p:nvSpPr>
        <p:spPr>
          <a:xfrm>
            <a:off x="-8502342" y="6101472"/>
            <a:ext cx="24697848" cy="7138910"/>
          </a:xfrm>
          <a:prstGeom prst="ellipse">
            <a:avLst/>
          </a:prstGeom>
          <a:noFill/>
          <a:ln w="25400">
            <a:gradFill>
              <a:gsLst>
                <a:gs pos="0">
                  <a:schemeClr val="bg1"/>
                </a:gs>
                <a:gs pos="17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F6981AB-5289-C834-4552-893569830023}"/>
              </a:ext>
            </a:extLst>
          </p:cNvPr>
          <p:cNvSpPr txBox="1"/>
          <p:nvPr/>
        </p:nvSpPr>
        <p:spPr>
          <a:xfrm>
            <a:off x="3812461" y="2384619"/>
            <a:ext cx="4620340" cy="678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</a:rPr>
              <a:t>研究背景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326001F-0149-B855-5105-476AB4A5EAAE}"/>
              </a:ext>
            </a:extLst>
          </p:cNvPr>
          <p:cNvSpPr/>
          <p:nvPr/>
        </p:nvSpPr>
        <p:spPr>
          <a:xfrm>
            <a:off x="5360947" y="579923"/>
            <a:ext cx="1470105" cy="147010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3693C7-6196-5413-2E51-B5830C55AC6A}"/>
              </a:ext>
            </a:extLst>
          </p:cNvPr>
          <p:cNvSpPr txBox="1"/>
          <p:nvPr/>
        </p:nvSpPr>
        <p:spPr>
          <a:xfrm>
            <a:off x="5586083" y="815175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rgbClr val="556679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01</a:t>
            </a:r>
            <a:endParaRPr lang="zh-CN" altLang="en-US" sz="6000" dirty="0">
              <a:solidFill>
                <a:srgbClr val="556679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457142-D66E-A98C-0EA1-D8396793A139}"/>
              </a:ext>
            </a:extLst>
          </p:cNvPr>
          <p:cNvSpPr txBox="1"/>
          <p:nvPr/>
        </p:nvSpPr>
        <p:spPr>
          <a:xfrm>
            <a:off x="3999361" y="3343268"/>
            <a:ext cx="3901627" cy="1667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大规模量子计算的困难</a:t>
            </a:r>
            <a:endParaRPr lang="en-US" altLang="zh-CN" sz="24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分布式量子计算概览</a:t>
            </a:r>
            <a:endParaRPr lang="en-US" altLang="zh-CN" sz="24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zh-CN" altLang="en-US" sz="24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257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下箭头 89">
            <a:extLst>
              <a:ext uri="{FF2B5EF4-FFF2-40B4-BE49-F238E27FC236}">
                <a16:creationId xmlns:a16="http://schemas.microsoft.com/office/drawing/2014/main" id="{39A1FFBC-1FBE-3948-AE83-C554370AF0D6}"/>
              </a:ext>
            </a:extLst>
          </p:cNvPr>
          <p:cNvSpPr/>
          <p:nvPr/>
        </p:nvSpPr>
        <p:spPr>
          <a:xfrm>
            <a:off x="7818553" y="3681834"/>
            <a:ext cx="444246" cy="286057"/>
          </a:xfrm>
          <a:prstGeom prst="downArrow">
            <a:avLst>
              <a:gd name="adj1" fmla="val 23627"/>
              <a:gd name="adj2" fmla="val 31538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45CDCD3-52F6-2655-69FD-3C6639504743}"/>
              </a:ext>
            </a:extLst>
          </p:cNvPr>
          <p:cNvGrpSpPr/>
          <p:nvPr/>
        </p:nvGrpSpPr>
        <p:grpSpPr>
          <a:xfrm>
            <a:off x="1289551" y="2999368"/>
            <a:ext cx="4597512" cy="1677209"/>
            <a:chOff x="461287" y="1743344"/>
            <a:chExt cx="4957154" cy="1677209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F0B5E85B-6C21-9A33-3374-EA6472CE2C85}"/>
                </a:ext>
              </a:extLst>
            </p:cNvPr>
            <p:cNvSpPr txBox="1"/>
            <p:nvPr/>
          </p:nvSpPr>
          <p:spPr>
            <a:xfrm>
              <a:off x="461287" y="2130648"/>
              <a:ext cx="4957154" cy="12899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rtl="0">
                <a:lnSpc>
                  <a:spcPct val="150000"/>
                </a:lnSpc>
                <a:buFont typeface="Wingdings" pitchFamily="2" charset="2"/>
                <a:buChar char="Ø"/>
              </a:pP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FangSong" panose="02010609060101010101" pitchFamily="49" charset="-122"/>
                  <a:ea typeface="FangSong" panose="02010609060101010101" pitchFamily="49" charset="-122"/>
                  <a:cs typeface="阿里巴巴普惠体 2.0 55 Regular" panose="00020600040101010101" pitchFamily="18" charset="-122"/>
                  <a:sym typeface="HarmonyOS Sans SC Light" panose="00000400000000000000" pitchFamily="2" charset="-122"/>
                </a:rPr>
                <a:t>芯片的比特数越多，噪声水平也就越高</a:t>
              </a: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angSong" panose="02010609060101010101" pitchFamily="49" charset="-122"/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endParaRPr>
            </a:p>
            <a:p>
              <a:pPr marL="285750" indent="-285750" rtl="0">
                <a:lnSpc>
                  <a:spcPct val="150000"/>
                </a:lnSpc>
                <a:buFont typeface="Wingdings" pitchFamily="2" charset="2"/>
                <a:buChar char="Ø"/>
              </a:pP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FangSong" panose="02010609060101010101" pitchFamily="49" charset="-122"/>
                  <a:ea typeface="FangSong" panose="02010609060101010101" pitchFamily="49" charset="-122"/>
                  <a:cs typeface="阿里巴巴普惠体 2.0 55 Regular" panose="00020600040101010101" pitchFamily="18" charset="-122"/>
                  <a:sym typeface="HarmonyOS Sans SC Light" panose="00000400000000000000" pitchFamily="2" charset="-122"/>
                </a:rPr>
                <a:t>目前物理上难以做到高保真度的大芯片</a:t>
              </a:r>
            </a:p>
            <a:p>
              <a:pPr marL="285750" indent="-285750" rtl="0">
                <a:lnSpc>
                  <a:spcPct val="150000"/>
                </a:lnSpc>
                <a:buFont typeface="Wingdings" pitchFamily="2" charset="2"/>
                <a:buChar char="Ø"/>
              </a:pP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angSong" panose="02010609060101010101" pitchFamily="49" charset="-122"/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E4B00B9-02DE-D931-2F91-A5890727CE9B}"/>
                </a:ext>
              </a:extLst>
            </p:cNvPr>
            <p:cNvSpPr txBox="1"/>
            <p:nvPr/>
          </p:nvSpPr>
          <p:spPr>
            <a:xfrm>
              <a:off x="461287" y="1743344"/>
              <a:ext cx="35470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FangSong" panose="02010609060101010101" pitchFamily="49" charset="-122"/>
                  <a:ea typeface="FangSong" panose="02010609060101010101" pitchFamily="49" charset="-122"/>
                  <a:cs typeface="阿里巴巴普惠体 2.0 55 Regular" panose="00020600040101010101" pitchFamily="18" charset="-122"/>
                  <a:sym typeface="HarmonyOS Sans SC Light" panose="00000400000000000000" pitchFamily="2" charset="-122"/>
                </a:rPr>
                <a:t>计算准确性较低</a:t>
              </a: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F6981AB-5289-C834-4552-893569830023}"/>
              </a:ext>
            </a:extLst>
          </p:cNvPr>
          <p:cNvSpPr txBox="1"/>
          <p:nvPr/>
        </p:nvSpPr>
        <p:spPr>
          <a:xfrm>
            <a:off x="1269407" y="187736"/>
            <a:ext cx="4620340" cy="637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大规模量子计算的困难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326001F-0149-B855-5105-476AB4A5EAAE}"/>
              </a:ext>
            </a:extLst>
          </p:cNvPr>
          <p:cNvSpPr/>
          <p:nvPr/>
        </p:nvSpPr>
        <p:spPr>
          <a:xfrm>
            <a:off x="440604" y="267894"/>
            <a:ext cx="690049" cy="6900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3693C7-6196-5413-2E51-B5830C55AC6A}"/>
              </a:ext>
            </a:extLst>
          </p:cNvPr>
          <p:cNvSpPr txBox="1"/>
          <p:nvPr/>
        </p:nvSpPr>
        <p:spPr>
          <a:xfrm>
            <a:off x="511277" y="35130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01</a:t>
            </a:r>
            <a:endParaRPr lang="zh-CN" altLang="en-US" sz="2800" dirty="0">
              <a:solidFill>
                <a:schemeClr val="bg1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77D1B52-D3D5-3A38-5F08-2B75EC51E13E}"/>
              </a:ext>
            </a:extLst>
          </p:cNvPr>
          <p:cNvSpPr/>
          <p:nvPr/>
        </p:nvSpPr>
        <p:spPr>
          <a:xfrm flipH="1">
            <a:off x="1442504" y="1663691"/>
            <a:ext cx="2179320" cy="457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556679">
                  <a:alpha val="67000"/>
                </a:srgbClr>
              </a:gs>
              <a:gs pos="100000">
                <a:srgbClr val="556679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50620D6-6983-9FB3-9B93-554720B1512B}"/>
              </a:ext>
            </a:extLst>
          </p:cNvPr>
          <p:cNvSpPr/>
          <p:nvPr/>
        </p:nvSpPr>
        <p:spPr>
          <a:xfrm rot="2700000">
            <a:off x="529661" y="1379321"/>
            <a:ext cx="615367" cy="615367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92E0F5F-C532-BE95-AF8A-74698BFB8ED7}"/>
              </a:ext>
            </a:extLst>
          </p:cNvPr>
          <p:cNvSpPr txBox="1"/>
          <p:nvPr/>
        </p:nvSpPr>
        <p:spPr>
          <a:xfrm>
            <a:off x="621193" y="150188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01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7C33B1EB-F69A-FE37-08EF-868222763AAF}"/>
              </a:ext>
            </a:extLst>
          </p:cNvPr>
          <p:cNvGrpSpPr/>
          <p:nvPr/>
        </p:nvGrpSpPr>
        <p:grpSpPr>
          <a:xfrm>
            <a:off x="1347262" y="1207953"/>
            <a:ext cx="4113318" cy="1261711"/>
            <a:chOff x="461287" y="1743344"/>
            <a:chExt cx="4214684" cy="1261711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49FEDB7-5FF9-2568-5398-6111D21904D2}"/>
                </a:ext>
              </a:extLst>
            </p:cNvPr>
            <p:cNvSpPr txBox="1"/>
            <p:nvPr/>
          </p:nvSpPr>
          <p:spPr>
            <a:xfrm>
              <a:off x="461287" y="2130648"/>
              <a:ext cx="4214684" cy="8744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rtl="0">
                <a:lnSpc>
                  <a:spcPct val="150000"/>
                </a:lnSpc>
                <a:buFont typeface="Wingdings" pitchFamily="2" charset="2"/>
                <a:buChar char="Ø"/>
              </a:pP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FangSong" panose="02010609060101010101" pitchFamily="49" charset="-122"/>
                  <a:ea typeface="FangSong" panose="02010609060101010101" pitchFamily="49" charset="-122"/>
                  <a:cs typeface="阿里巴巴普惠体 2.0 55 Regular" panose="00020600040101010101" pitchFamily="18" charset="-122"/>
                  <a:sym typeface="HarmonyOS Sans SC Light" panose="00000400000000000000" pitchFamily="2" charset="-122"/>
                </a:rPr>
                <a:t>芯片的比特数决定电路宽度上限</a:t>
              </a: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angSong" panose="02010609060101010101" pitchFamily="49" charset="-122"/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endParaRPr>
            </a:p>
            <a:p>
              <a:pPr marL="285750" indent="-285750" rtl="0">
                <a:lnSpc>
                  <a:spcPct val="150000"/>
                </a:lnSpc>
                <a:buFont typeface="Wingdings" pitchFamily="2" charset="2"/>
                <a:buChar char="Ø"/>
              </a:pP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FangSong" panose="02010609060101010101" pitchFamily="49" charset="-122"/>
                  <a:ea typeface="FangSong" panose="02010609060101010101" pitchFamily="49" charset="-122"/>
                  <a:cs typeface="阿里巴巴普惠体 2.0 55 Regular" panose="00020600040101010101" pitchFamily="18" charset="-122"/>
                  <a:sym typeface="HarmonyOS Sans SC Light" panose="00000400000000000000" pitchFamily="2" charset="-122"/>
                </a:rPr>
                <a:t>退相干时间决定电路深度上限</a:t>
              </a: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angSong" panose="02010609060101010101" pitchFamily="49" charset="-122"/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0424377-BC21-2A39-0761-1A1D9DD1E304}"/>
                </a:ext>
              </a:extLst>
            </p:cNvPr>
            <p:cNvSpPr txBox="1"/>
            <p:nvPr/>
          </p:nvSpPr>
          <p:spPr>
            <a:xfrm>
              <a:off x="461287" y="1743344"/>
              <a:ext cx="40188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FangSong" panose="02010609060101010101" pitchFamily="49" charset="-122"/>
                  <a:ea typeface="FangSong" panose="02010609060101010101" pitchFamily="49" charset="-122"/>
                  <a:cs typeface="阿里巴巴普惠体 2.0 55 Regular" panose="00020600040101010101" pitchFamily="18" charset="-122"/>
                  <a:sym typeface="HarmonyOS Sans SC Light" panose="00000400000000000000" pitchFamily="2" charset="-122"/>
                </a:rPr>
                <a:t>大规模量子电路无法执行</a:t>
              </a:r>
            </a:p>
          </p:txBody>
        </p:sp>
      </p:grp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DFD97B4-97BE-C54C-D281-56C397AC128A}"/>
              </a:ext>
            </a:extLst>
          </p:cNvPr>
          <p:cNvSpPr/>
          <p:nvPr/>
        </p:nvSpPr>
        <p:spPr>
          <a:xfrm flipH="1">
            <a:off x="1392351" y="3411185"/>
            <a:ext cx="2179320" cy="4571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556679">
                  <a:alpha val="67000"/>
                </a:srgbClr>
              </a:gs>
              <a:gs pos="100000">
                <a:srgbClr val="556679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28307DD-AA89-323A-3B06-486AC3B81B29}"/>
              </a:ext>
            </a:extLst>
          </p:cNvPr>
          <p:cNvSpPr/>
          <p:nvPr/>
        </p:nvSpPr>
        <p:spPr>
          <a:xfrm rot="2700000">
            <a:off x="479508" y="3126815"/>
            <a:ext cx="615367" cy="615367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52107FA-6250-3FC3-6EF8-3E660517CE12}"/>
              </a:ext>
            </a:extLst>
          </p:cNvPr>
          <p:cNvSpPr txBox="1"/>
          <p:nvPr/>
        </p:nvSpPr>
        <p:spPr>
          <a:xfrm>
            <a:off x="571039" y="324937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02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4ECF1307-C096-0C4A-B20D-BD462D4B9BF4}"/>
              </a:ext>
            </a:extLst>
          </p:cNvPr>
          <p:cNvSpPr/>
          <p:nvPr/>
        </p:nvSpPr>
        <p:spPr>
          <a:xfrm>
            <a:off x="6428852" y="266070"/>
            <a:ext cx="5251867" cy="58966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2400" b="1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分布式量子计算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0AB44F4-3E4F-FE4E-B2EA-835EC6C398F2}"/>
              </a:ext>
            </a:extLst>
          </p:cNvPr>
          <p:cNvSpPr txBox="1"/>
          <p:nvPr/>
        </p:nvSpPr>
        <p:spPr>
          <a:xfrm>
            <a:off x="9442405" y="4776294"/>
            <a:ext cx="27961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小比特芯片计算准确性高</a:t>
            </a:r>
            <a:endParaRPr kumimoji="1"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经典重建误差较小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7A49A73-3450-FC41-9E11-2555F6B8C9E6}"/>
              </a:ext>
            </a:extLst>
          </p:cNvPr>
          <p:cNvSpPr txBox="1"/>
          <p:nvPr/>
        </p:nvSpPr>
        <p:spPr>
          <a:xfrm>
            <a:off x="9339787" y="2429061"/>
            <a:ext cx="2939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将量子电路拆成多个子电路</a:t>
            </a:r>
            <a:endParaRPr kumimoji="1"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可在现有芯片上执行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1DCB9E31-2A0D-1749-944D-F2EB32C6D11C}"/>
              </a:ext>
            </a:extLst>
          </p:cNvPr>
          <p:cNvSpPr/>
          <p:nvPr/>
        </p:nvSpPr>
        <p:spPr>
          <a:xfrm>
            <a:off x="6937676" y="1290501"/>
            <a:ext cx="2235200" cy="87440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量子电路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AC930A34-8690-0445-8FD6-3E00BF72E8D7}"/>
              </a:ext>
            </a:extLst>
          </p:cNvPr>
          <p:cNvSpPr/>
          <p:nvPr/>
        </p:nvSpPr>
        <p:spPr>
          <a:xfrm>
            <a:off x="6877630" y="2463382"/>
            <a:ext cx="2402110" cy="1227123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444F1C1-67C9-C246-98BD-9B26ED65BC16}"/>
              </a:ext>
            </a:extLst>
          </p:cNvPr>
          <p:cNvSpPr/>
          <p:nvPr/>
        </p:nvSpPr>
        <p:spPr>
          <a:xfrm>
            <a:off x="6966530" y="2559267"/>
            <a:ext cx="546100" cy="28605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8CA7C3D7-346E-9247-AAFC-C8D588971F43}"/>
              </a:ext>
            </a:extLst>
          </p:cNvPr>
          <p:cNvSpPr/>
          <p:nvPr/>
        </p:nvSpPr>
        <p:spPr>
          <a:xfrm>
            <a:off x="7535551" y="2559267"/>
            <a:ext cx="385215" cy="28605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1C73FD49-C098-F747-8B1F-FE5708AA53A3}"/>
              </a:ext>
            </a:extLst>
          </p:cNvPr>
          <p:cNvSpPr/>
          <p:nvPr/>
        </p:nvSpPr>
        <p:spPr>
          <a:xfrm>
            <a:off x="6966530" y="2919543"/>
            <a:ext cx="546100" cy="28605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F82DBB6-2B76-FA46-8FEA-D5E7941EDDB8}"/>
              </a:ext>
            </a:extLst>
          </p:cNvPr>
          <p:cNvCxnSpPr/>
          <p:nvPr/>
        </p:nvCxnSpPr>
        <p:spPr>
          <a:xfrm>
            <a:off x="6610531" y="1290501"/>
            <a:ext cx="0" cy="87440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3FA32981-2C71-1749-B555-6E0058FFF093}"/>
              </a:ext>
            </a:extLst>
          </p:cNvPr>
          <p:cNvSpPr txBox="1"/>
          <p:nvPr/>
        </p:nvSpPr>
        <p:spPr>
          <a:xfrm>
            <a:off x="6269757" y="1314315"/>
            <a:ext cx="461665" cy="87440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比特数</a:t>
            </a:r>
          </a:p>
        </p:txBody>
      </p:sp>
      <p:cxnSp>
        <p:nvCxnSpPr>
          <p:cNvPr id="41" name="直线箭头连接符 40">
            <a:extLst>
              <a:ext uri="{FF2B5EF4-FFF2-40B4-BE49-F238E27FC236}">
                <a16:creationId xmlns:a16="http://schemas.microsoft.com/office/drawing/2014/main" id="{D75BBDDF-1267-894D-8FB2-68D50947C373}"/>
              </a:ext>
            </a:extLst>
          </p:cNvPr>
          <p:cNvCxnSpPr>
            <a:cxnSpLocks/>
          </p:cNvCxnSpPr>
          <p:nvPr/>
        </p:nvCxnSpPr>
        <p:spPr>
          <a:xfrm>
            <a:off x="7026576" y="1174864"/>
            <a:ext cx="2146300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0DD3F8EA-3B7E-7F41-A610-1CEDF6EF3CB0}"/>
              </a:ext>
            </a:extLst>
          </p:cNvPr>
          <p:cNvSpPr txBox="1"/>
          <p:nvPr/>
        </p:nvSpPr>
        <p:spPr>
          <a:xfrm>
            <a:off x="7026576" y="889139"/>
            <a:ext cx="2313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电路深度（执行时间）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2AC81B48-44ED-234D-88FC-F7E3372AB35E}"/>
              </a:ext>
            </a:extLst>
          </p:cNvPr>
          <p:cNvSpPr/>
          <p:nvPr/>
        </p:nvSpPr>
        <p:spPr>
          <a:xfrm>
            <a:off x="4936561" y="1350693"/>
            <a:ext cx="924871" cy="603889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量子芯片</a:t>
            </a:r>
          </a:p>
        </p:txBody>
      </p:sp>
      <p:sp>
        <p:nvSpPr>
          <p:cNvPr id="46" name="左箭头 45">
            <a:extLst>
              <a:ext uri="{FF2B5EF4-FFF2-40B4-BE49-F238E27FC236}">
                <a16:creationId xmlns:a16="http://schemas.microsoft.com/office/drawing/2014/main" id="{CEE34F66-110E-FD41-8ADC-448195745547}"/>
              </a:ext>
            </a:extLst>
          </p:cNvPr>
          <p:cNvSpPr/>
          <p:nvPr/>
        </p:nvSpPr>
        <p:spPr>
          <a:xfrm>
            <a:off x="5861433" y="1626174"/>
            <a:ext cx="469133" cy="152248"/>
          </a:xfrm>
          <a:prstGeom prst="lef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十字形 46">
            <a:extLst>
              <a:ext uri="{FF2B5EF4-FFF2-40B4-BE49-F238E27FC236}">
                <a16:creationId xmlns:a16="http://schemas.microsoft.com/office/drawing/2014/main" id="{A8A48182-63EC-5A48-B39C-04155F9C98F8}"/>
              </a:ext>
            </a:extLst>
          </p:cNvPr>
          <p:cNvSpPr/>
          <p:nvPr/>
        </p:nvSpPr>
        <p:spPr>
          <a:xfrm rot="2741893">
            <a:off x="5896961" y="1466839"/>
            <a:ext cx="471590" cy="470919"/>
          </a:xfrm>
          <a:prstGeom prst="plus">
            <a:avLst>
              <a:gd name="adj" fmla="val 4166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7CD4A8B0-1038-0A4D-A602-61C6A69C56E8}"/>
              </a:ext>
            </a:extLst>
          </p:cNvPr>
          <p:cNvSpPr/>
          <p:nvPr/>
        </p:nvSpPr>
        <p:spPr>
          <a:xfrm>
            <a:off x="7535551" y="2919544"/>
            <a:ext cx="546100" cy="1777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F04DE437-C083-8A46-80F4-7BF24830B85D}"/>
              </a:ext>
            </a:extLst>
          </p:cNvPr>
          <p:cNvSpPr/>
          <p:nvPr/>
        </p:nvSpPr>
        <p:spPr>
          <a:xfrm>
            <a:off x="6966530" y="3266260"/>
            <a:ext cx="546100" cy="28605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8CCDB1B3-A115-2441-9199-EA958EE2D66E}"/>
              </a:ext>
            </a:extLst>
          </p:cNvPr>
          <p:cNvSpPr/>
          <p:nvPr/>
        </p:nvSpPr>
        <p:spPr>
          <a:xfrm>
            <a:off x="7534362" y="3369819"/>
            <a:ext cx="242307" cy="17451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0BE2C7BA-20F1-0D43-BDDF-E602E4EE0ACE}"/>
              </a:ext>
            </a:extLst>
          </p:cNvPr>
          <p:cNvSpPr/>
          <p:nvPr/>
        </p:nvSpPr>
        <p:spPr>
          <a:xfrm>
            <a:off x="8349316" y="2554469"/>
            <a:ext cx="301355" cy="28605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0AF423BB-A767-D444-9521-6CEFD9973C42}"/>
              </a:ext>
            </a:extLst>
          </p:cNvPr>
          <p:cNvSpPr/>
          <p:nvPr/>
        </p:nvSpPr>
        <p:spPr>
          <a:xfrm>
            <a:off x="8673594" y="2554470"/>
            <a:ext cx="301355" cy="21890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A33F6392-E5F2-8D44-9B1B-30215E25F332}"/>
              </a:ext>
            </a:extLst>
          </p:cNvPr>
          <p:cNvSpPr/>
          <p:nvPr/>
        </p:nvSpPr>
        <p:spPr>
          <a:xfrm>
            <a:off x="8104572" y="2919543"/>
            <a:ext cx="249206" cy="28605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B9BB56B9-3DCF-7C4C-ACD1-C9519D3EA45C}"/>
              </a:ext>
            </a:extLst>
          </p:cNvPr>
          <p:cNvSpPr/>
          <p:nvPr/>
        </p:nvSpPr>
        <p:spPr>
          <a:xfrm>
            <a:off x="8673594" y="3058019"/>
            <a:ext cx="310139" cy="14713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D55E920B-B77F-8746-B276-87B4BD6FBF2C}"/>
              </a:ext>
            </a:extLst>
          </p:cNvPr>
          <p:cNvSpPr/>
          <p:nvPr/>
        </p:nvSpPr>
        <p:spPr>
          <a:xfrm>
            <a:off x="8102194" y="3261462"/>
            <a:ext cx="546100" cy="28605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192F95A8-CB8C-9840-A2EF-F619763637C2}"/>
              </a:ext>
            </a:extLst>
          </p:cNvPr>
          <p:cNvSpPr/>
          <p:nvPr/>
        </p:nvSpPr>
        <p:spPr>
          <a:xfrm>
            <a:off x="8670025" y="3258278"/>
            <a:ext cx="546100" cy="28605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9" name="左箭头 58">
            <a:extLst>
              <a:ext uri="{FF2B5EF4-FFF2-40B4-BE49-F238E27FC236}">
                <a16:creationId xmlns:a16="http://schemas.microsoft.com/office/drawing/2014/main" id="{2B165A17-4E21-0446-A2D8-0638DDBBDC7E}"/>
              </a:ext>
            </a:extLst>
          </p:cNvPr>
          <p:cNvSpPr/>
          <p:nvPr/>
        </p:nvSpPr>
        <p:spPr>
          <a:xfrm rot="1547637">
            <a:off x="5579199" y="2212434"/>
            <a:ext cx="1455681" cy="171268"/>
          </a:xfrm>
          <a:prstGeom prst="lef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3" name="下箭头 62">
            <a:extLst>
              <a:ext uri="{FF2B5EF4-FFF2-40B4-BE49-F238E27FC236}">
                <a16:creationId xmlns:a16="http://schemas.microsoft.com/office/drawing/2014/main" id="{D4CFE017-F2CD-BC44-BC31-C3657652CC4E}"/>
              </a:ext>
            </a:extLst>
          </p:cNvPr>
          <p:cNvSpPr/>
          <p:nvPr/>
        </p:nvSpPr>
        <p:spPr>
          <a:xfrm>
            <a:off x="7818553" y="2178736"/>
            <a:ext cx="444246" cy="286057"/>
          </a:xfrm>
          <a:prstGeom prst="downArrow">
            <a:avLst>
              <a:gd name="adj1" fmla="val 23627"/>
              <a:gd name="adj2" fmla="val 31538"/>
            </a:avLst>
          </a:prstGeom>
          <a:solidFill>
            <a:srgbClr val="5566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圆角矩形 63">
            <a:extLst>
              <a:ext uri="{FF2B5EF4-FFF2-40B4-BE49-F238E27FC236}">
                <a16:creationId xmlns:a16="http://schemas.microsoft.com/office/drawing/2014/main" id="{C012A12F-3A58-3341-8776-135D82546D29}"/>
              </a:ext>
            </a:extLst>
          </p:cNvPr>
          <p:cNvSpPr/>
          <p:nvPr/>
        </p:nvSpPr>
        <p:spPr>
          <a:xfrm>
            <a:off x="6862599" y="3975434"/>
            <a:ext cx="546100" cy="2860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271DFFCD-AE4C-4F4A-BC57-7B547B708C97}"/>
              </a:ext>
            </a:extLst>
          </p:cNvPr>
          <p:cNvSpPr/>
          <p:nvPr/>
        </p:nvSpPr>
        <p:spPr>
          <a:xfrm>
            <a:off x="7533173" y="3149911"/>
            <a:ext cx="546100" cy="177700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421EF28F-3944-BC4A-A7C8-3221517B9670}"/>
              </a:ext>
            </a:extLst>
          </p:cNvPr>
          <p:cNvSpPr/>
          <p:nvPr/>
        </p:nvSpPr>
        <p:spPr>
          <a:xfrm>
            <a:off x="8389083" y="2919099"/>
            <a:ext cx="249206" cy="28605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A18288B9-1E8A-AB4E-8A05-5C5F8ED3CF56}"/>
              </a:ext>
            </a:extLst>
          </p:cNvPr>
          <p:cNvSpPr/>
          <p:nvPr/>
        </p:nvSpPr>
        <p:spPr>
          <a:xfrm>
            <a:off x="7941181" y="2559266"/>
            <a:ext cx="391322" cy="286057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8" name="圆角矩形 67">
            <a:extLst>
              <a:ext uri="{FF2B5EF4-FFF2-40B4-BE49-F238E27FC236}">
                <a16:creationId xmlns:a16="http://schemas.microsoft.com/office/drawing/2014/main" id="{FB26455A-40D6-C343-8BE6-5B0AF26AE859}"/>
              </a:ext>
            </a:extLst>
          </p:cNvPr>
          <p:cNvSpPr/>
          <p:nvPr/>
        </p:nvSpPr>
        <p:spPr>
          <a:xfrm>
            <a:off x="8682378" y="2809647"/>
            <a:ext cx="301355" cy="21890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4ECA8FDD-F923-B844-AFBD-D72EF8AF357E}"/>
              </a:ext>
            </a:extLst>
          </p:cNvPr>
          <p:cNvSpPr/>
          <p:nvPr/>
        </p:nvSpPr>
        <p:spPr>
          <a:xfrm>
            <a:off x="9001306" y="2554470"/>
            <a:ext cx="214819" cy="21890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6C750259-61EE-284E-954B-6B0868CFC75B}"/>
              </a:ext>
            </a:extLst>
          </p:cNvPr>
          <p:cNvSpPr/>
          <p:nvPr/>
        </p:nvSpPr>
        <p:spPr>
          <a:xfrm>
            <a:off x="9007981" y="2809646"/>
            <a:ext cx="199824" cy="10945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7231006A-3D37-F041-A027-B92CB4FC7692}"/>
              </a:ext>
            </a:extLst>
          </p:cNvPr>
          <p:cNvSpPr/>
          <p:nvPr/>
        </p:nvSpPr>
        <p:spPr>
          <a:xfrm>
            <a:off x="9014656" y="2955372"/>
            <a:ext cx="193150" cy="248373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E589DE3B-5068-2D4F-B853-17CEA880E399}"/>
              </a:ext>
            </a:extLst>
          </p:cNvPr>
          <p:cNvSpPr/>
          <p:nvPr/>
        </p:nvSpPr>
        <p:spPr>
          <a:xfrm>
            <a:off x="7840284" y="3369819"/>
            <a:ext cx="230149" cy="174516"/>
          </a:xfrm>
          <a:prstGeom prst="round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8CE9287D-9031-FA43-951B-F90E70233EBD}"/>
              </a:ext>
            </a:extLst>
          </p:cNvPr>
          <p:cNvSpPr/>
          <p:nvPr/>
        </p:nvSpPr>
        <p:spPr>
          <a:xfrm>
            <a:off x="7508689" y="3975433"/>
            <a:ext cx="546100" cy="2860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圆角矩形 74">
            <a:extLst>
              <a:ext uri="{FF2B5EF4-FFF2-40B4-BE49-F238E27FC236}">
                <a16:creationId xmlns:a16="http://schemas.microsoft.com/office/drawing/2014/main" id="{AE76FDC6-4B2A-5445-852F-18D9CA29C90D}"/>
              </a:ext>
            </a:extLst>
          </p:cNvPr>
          <p:cNvSpPr/>
          <p:nvPr/>
        </p:nvSpPr>
        <p:spPr>
          <a:xfrm>
            <a:off x="8137447" y="3979478"/>
            <a:ext cx="546100" cy="2860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8E3F0501-9712-4845-9742-AB1871F1C92A}"/>
              </a:ext>
            </a:extLst>
          </p:cNvPr>
          <p:cNvSpPr/>
          <p:nvPr/>
        </p:nvSpPr>
        <p:spPr>
          <a:xfrm>
            <a:off x="8766205" y="3983523"/>
            <a:ext cx="546100" cy="2860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248154C9-FC05-6D49-8478-41933DEA489F}"/>
              </a:ext>
            </a:extLst>
          </p:cNvPr>
          <p:cNvSpPr/>
          <p:nvPr/>
        </p:nvSpPr>
        <p:spPr>
          <a:xfrm>
            <a:off x="6862599" y="4326006"/>
            <a:ext cx="546100" cy="2860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圆角矩形 78">
            <a:extLst>
              <a:ext uri="{FF2B5EF4-FFF2-40B4-BE49-F238E27FC236}">
                <a16:creationId xmlns:a16="http://schemas.microsoft.com/office/drawing/2014/main" id="{310D94D4-1D87-DC4D-90A7-D837CE220728}"/>
              </a:ext>
            </a:extLst>
          </p:cNvPr>
          <p:cNvSpPr/>
          <p:nvPr/>
        </p:nvSpPr>
        <p:spPr>
          <a:xfrm>
            <a:off x="7508689" y="4326005"/>
            <a:ext cx="546100" cy="2860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圆角矩形 79">
            <a:extLst>
              <a:ext uri="{FF2B5EF4-FFF2-40B4-BE49-F238E27FC236}">
                <a16:creationId xmlns:a16="http://schemas.microsoft.com/office/drawing/2014/main" id="{686E7419-B5E3-454D-9CBF-B2FBCC24A9F7}"/>
              </a:ext>
            </a:extLst>
          </p:cNvPr>
          <p:cNvSpPr/>
          <p:nvPr/>
        </p:nvSpPr>
        <p:spPr>
          <a:xfrm>
            <a:off x="8137447" y="4330050"/>
            <a:ext cx="546100" cy="2860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" name="圆角矩形 80">
            <a:extLst>
              <a:ext uri="{FF2B5EF4-FFF2-40B4-BE49-F238E27FC236}">
                <a16:creationId xmlns:a16="http://schemas.microsoft.com/office/drawing/2014/main" id="{2F409383-F6B2-AE42-8744-75CA3B018924}"/>
              </a:ext>
            </a:extLst>
          </p:cNvPr>
          <p:cNvSpPr/>
          <p:nvPr/>
        </p:nvSpPr>
        <p:spPr>
          <a:xfrm>
            <a:off x="8766205" y="4334095"/>
            <a:ext cx="546100" cy="2860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656D7B34-A5A7-C746-B789-8445DE9706C3}"/>
              </a:ext>
            </a:extLst>
          </p:cNvPr>
          <p:cNvSpPr/>
          <p:nvPr/>
        </p:nvSpPr>
        <p:spPr>
          <a:xfrm>
            <a:off x="6862599" y="4676578"/>
            <a:ext cx="546100" cy="2860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圆角矩形 82">
            <a:extLst>
              <a:ext uri="{FF2B5EF4-FFF2-40B4-BE49-F238E27FC236}">
                <a16:creationId xmlns:a16="http://schemas.microsoft.com/office/drawing/2014/main" id="{4C7FAF6B-289F-9940-8250-A03763BB4900}"/>
              </a:ext>
            </a:extLst>
          </p:cNvPr>
          <p:cNvSpPr/>
          <p:nvPr/>
        </p:nvSpPr>
        <p:spPr>
          <a:xfrm>
            <a:off x="7508689" y="4676577"/>
            <a:ext cx="546100" cy="2860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圆角矩形 83">
            <a:extLst>
              <a:ext uri="{FF2B5EF4-FFF2-40B4-BE49-F238E27FC236}">
                <a16:creationId xmlns:a16="http://schemas.microsoft.com/office/drawing/2014/main" id="{9D07963C-96D3-BB43-9535-B6E96C2A772C}"/>
              </a:ext>
            </a:extLst>
          </p:cNvPr>
          <p:cNvSpPr/>
          <p:nvPr/>
        </p:nvSpPr>
        <p:spPr>
          <a:xfrm>
            <a:off x="8137447" y="4680622"/>
            <a:ext cx="546100" cy="2860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A385CAF8-A499-B54A-8239-A82F53B06965}"/>
              </a:ext>
            </a:extLst>
          </p:cNvPr>
          <p:cNvSpPr/>
          <p:nvPr/>
        </p:nvSpPr>
        <p:spPr>
          <a:xfrm>
            <a:off x="8766205" y="4684667"/>
            <a:ext cx="546100" cy="2860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圆角矩形 85">
            <a:extLst>
              <a:ext uri="{FF2B5EF4-FFF2-40B4-BE49-F238E27FC236}">
                <a16:creationId xmlns:a16="http://schemas.microsoft.com/office/drawing/2014/main" id="{7094EEBA-E5E2-EA41-A8DF-17E6E9846076}"/>
              </a:ext>
            </a:extLst>
          </p:cNvPr>
          <p:cNvSpPr/>
          <p:nvPr/>
        </p:nvSpPr>
        <p:spPr>
          <a:xfrm>
            <a:off x="6862599" y="5027150"/>
            <a:ext cx="546100" cy="2860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BFEE6305-3CC3-504B-9A32-E6CBA4E94BA9}"/>
              </a:ext>
            </a:extLst>
          </p:cNvPr>
          <p:cNvSpPr/>
          <p:nvPr/>
        </p:nvSpPr>
        <p:spPr>
          <a:xfrm>
            <a:off x="7508689" y="5027149"/>
            <a:ext cx="546100" cy="2860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8DB74A9E-6C9E-C04E-A84D-ED073C3B49A7}"/>
              </a:ext>
            </a:extLst>
          </p:cNvPr>
          <p:cNvSpPr/>
          <p:nvPr/>
        </p:nvSpPr>
        <p:spPr>
          <a:xfrm>
            <a:off x="8137447" y="5031194"/>
            <a:ext cx="546100" cy="2860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圆角矩形 88">
            <a:extLst>
              <a:ext uri="{FF2B5EF4-FFF2-40B4-BE49-F238E27FC236}">
                <a16:creationId xmlns:a16="http://schemas.microsoft.com/office/drawing/2014/main" id="{1A99C017-77CB-F642-AE5C-0623FC0EC96D}"/>
              </a:ext>
            </a:extLst>
          </p:cNvPr>
          <p:cNvSpPr/>
          <p:nvPr/>
        </p:nvSpPr>
        <p:spPr>
          <a:xfrm>
            <a:off x="8766205" y="5035239"/>
            <a:ext cx="546100" cy="28605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740EA32-899C-CA41-AC03-B50C1C8CA394}"/>
              </a:ext>
            </a:extLst>
          </p:cNvPr>
          <p:cNvSpPr txBox="1"/>
          <p:nvPr/>
        </p:nvSpPr>
        <p:spPr>
          <a:xfrm>
            <a:off x="8215964" y="2103946"/>
            <a:ext cx="111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拆分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E35310D4-9479-704C-ADE7-BE42BA094BC3}"/>
              </a:ext>
            </a:extLst>
          </p:cNvPr>
          <p:cNvSpPr txBox="1"/>
          <p:nvPr/>
        </p:nvSpPr>
        <p:spPr>
          <a:xfrm>
            <a:off x="8226893" y="3632481"/>
            <a:ext cx="11106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部署</a:t>
            </a:r>
          </a:p>
        </p:txBody>
      </p:sp>
      <p:sp>
        <p:nvSpPr>
          <p:cNvPr id="94" name="下箭头 93">
            <a:extLst>
              <a:ext uri="{FF2B5EF4-FFF2-40B4-BE49-F238E27FC236}">
                <a16:creationId xmlns:a16="http://schemas.microsoft.com/office/drawing/2014/main" id="{81911894-C776-3444-BBC4-8977201063D8}"/>
              </a:ext>
            </a:extLst>
          </p:cNvPr>
          <p:cNvSpPr/>
          <p:nvPr/>
        </p:nvSpPr>
        <p:spPr>
          <a:xfrm>
            <a:off x="7877603" y="5368116"/>
            <a:ext cx="444246" cy="286057"/>
          </a:xfrm>
          <a:prstGeom prst="downArrow">
            <a:avLst>
              <a:gd name="adj1" fmla="val 23627"/>
              <a:gd name="adj2" fmla="val 31538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B0D692DA-05F9-1A49-AB35-1A66EC92BB95}"/>
              </a:ext>
            </a:extLst>
          </p:cNvPr>
          <p:cNvSpPr txBox="1"/>
          <p:nvPr/>
        </p:nvSpPr>
        <p:spPr>
          <a:xfrm>
            <a:off x="7491245" y="4440888"/>
            <a:ext cx="19722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分布式计算</a:t>
            </a:r>
          </a:p>
        </p:txBody>
      </p:sp>
      <p:sp>
        <p:nvSpPr>
          <p:cNvPr id="96" name="圆角矩形 95">
            <a:extLst>
              <a:ext uri="{FF2B5EF4-FFF2-40B4-BE49-F238E27FC236}">
                <a16:creationId xmlns:a16="http://schemas.microsoft.com/office/drawing/2014/main" id="{DCE7F06C-BF01-3548-99F3-84FA83827684}"/>
              </a:ext>
            </a:extLst>
          </p:cNvPr>
          <p:cNvSpPr/>
          <p:nvPr/>
        </p:nvSpPr>
        <p:spPr>
          <a:xfrm>
            <a:off x="6862600" y="5654173"/>
            <a:ext cx="2449706" cy="40900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计算结果重建</a:t>
            </a: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6D23E5DA-2209-9446-AB81-34D52BD6D3C2}"/>
              </a:ext>
            </a:extLst>
          </p:cNvPr>
          <p:cNvSpPr txBox="1"/>
          <p:nvPr/>
        </p:nvSpPr>
        <p:spPr>
          <a:xfrm>
            <a:off x="9434074" y="1539083"/>
            <a:ext cx="22512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可执行大规模量子计算</a:t>
            </a: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CAAC756-69C5-AD43-959D-26BC864190AC}"/>
              </a:ext>
            </a:extLst>
          </p:cNvPr>
          <p:cNvSpPr txBox="1"/>
          <p:nvPr/>
        </p:nvSpPr>
        <p:spPr>
          <a:xfrm>
            <a:off x="9434074" y="3893221"/>
            <a:ext cx="22512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计算结果准确性高</a:t>
            </a:r>
          </a:p>
        </p:txBody>
      </p:sp>
      <p:pic>
        <p:nvPicPr>
          <p:cNvPr id="100" name="图形 99">
            <a:extLst>
              <a:ext uri="{FF2B5EF4-FFF2-40B4-BE49-F238E27FC236}">
                <a16:creationId xmlns:a16="http://schemas.microsoft.com/office/drawing/2014/main" id="{637D8803-BB20-7249-A686-1F1C2194C5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08590" y="2106664"/>
            <a:ext cx="847621" cy="623251"/>
          </a:xfrm>
          <a:prstGeom prst="rect">
            <a:avLst/>
          </a:prstGeom>
        </p:spPr>
      </p:pic>
      <p:graphicFrame>
        <p:nvGraphicFramePr>
          <p:cNvPr id="101" name="图表 100">
            <a:extLst>
              <a:ext uri="{FF2B5EF4-FFF2-40B4-BE49-F238E27FC236}">
                <a16:creationId xmlns:a16="http://schemas.microsoft.com/office/drawing/2014/main" id="{75D8E869-F924-5744-BE90-A572F68410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9382849"/>
              </p:ext>
            </p:extLst>
          </p:nvPr>
        </p:nvGraphicFramePr>
        <p:xfrm>
          <a:off x="1402639" y="4334095"/>
          <a:ext cx="4057941" cy="233616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2" name="文本框 101">
            <a:extLst>
              <a:ext uri="{FF2B5EF4-FFF2-40B4-BE49-F238E27FC236}">
                <a16:creationId xmlns:a16="http://schemas.microsoft.com/office/drawing/2014/main" id="{99F81D77-92E6-434C-ADCE-F925C15E9C76}"/>
              </a:ext>
            </a:extLst>
          </p:cNvPr>
          <p:cNvSpPr txBox="1"/>
          <p:nvPr/>
        </p:nvSpPr>
        <p:spPr>
          <a:xfrm>
            <a:off x="3420094" y="5035239"/>
            <a:ext cx="12469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保真度指数衰减</a:t>
            </a:r>
          </a:p>
        </p:txBody>
      </p:sp>
    </p:spTree>
    <p:extLst>
      <p:ext uri="{BB962C8B-B14F-4D97-AF65-F5344CB8AC3E}">
        <p14:creationId xmlns:p14="http://schemas.microsoft.com/office/powerpoint/2010/main" val="1755527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>
            <a:extLst>
              <a:ext uri="{FF2B5EF4-FFF2-40B4-BE49-F238E27FC236}">
                <a16:creationId xmlns:a16="http://schemas.microsoft.com/office/drawing/2014/main" id="{0F6981AB-5289-C834-4552-893569830023}"/>
              </a:ext>
            </a:extLst>
          </p:cNvPr>
          <p:cNvSpPr txBox="1"/>
          <p:nvPr/>
        </p:nvSpPr>
        <p:spPr>
          <a:xfrm>
            <a:off x="1269407" y="187736"/>
            <a:ext cx="4620340" cy="678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</a:rPr>
              <a:t>分布式量子计算概览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326001F-0149-B855-5105-476AB4A5EAAE}"/>
              </a:ext>
            </a:extLst>
          </p:cNvPr>
          <p:cNvSpPr/>
          <p:nvPr/>
        </p:nvSpPr>
        <p:spPr>
          <a:xfrm>
            <a:off x="440604" y="267894"/>
            <a:ext cx="690049" cy="6900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762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90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3693C7-6196-5413-2E51-B5830C55AC6A}"/>
              </a:ext>
            </a:extLst>
          </p:cNvPr>
          <p:cNvSpPr txBox="1"/>
          <p:nvPr/>
        </p:nvSpPr>
        <p:spPr>
          <a:xfrm>
            <a:off x="498530" y="351308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02</a:t>
            </a:r>
            <a:endParaRPr lang="zh-CN" altLang="en-US" sz="2800" dirty="0">
              <a:solidFill>
                <a:schemeClr val="bg1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5AC6ED9-79DF-0408-B372-B5F2156CF114}"/>
              </a:ext>
            </a:extLst>
          </p:cNvPr>
          <p:cNvSpPr/>
          <p:nvPr/>
        </p:nvSpPr>
        <p:spPr>
          <a:xfrm>
            <a:off x="2073654" y="1130328"/>
            <a:ext cx="2554515" cy="4789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6E71A78-85AA-46E6-846D-4010039C7FE7}"/>
              </a:ext>
            </a:extLst>
          </p:cNvPr>
          <p:cNvSpPr txBox="1"/>
          <p:nvPr/>
        </p:nvSpPr>
        <p:spPr>
          <a:xfrm>
            <a:off x="2353243" y="1185147"/>
            <a:ext cx="201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rPr>
              <a:t>经典链接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B775368-E7A6-97A9-FA25-AF4BBB8DEF9E}"/>
              </a:ext>
            </a:extLst>
          </p:cNvPr>
          <p:cNvSpPr/>
          <p:nvPr/>
        </p:nvSpPr>
        <p:spPr>
          <a:xfrm>
            <a:off x="7536119" y="1130328"/>
            <a:ext cx="2554515" cy="478971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8E362BB-43F8-DB7F-2F96-29F2A09B437C}"/>
              </a:ext>
            </a:extLst>
          </p:cNvPr>
          <p:cNvSpPr txBox="1"/>
          <p:nvPr/>
        </p:nvSpPr>
        <p:spPr>
          <a:xfrm>
            <a:off x="7815708" y="1185147"/>
            <a:ext cx="2019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rPr>
              <a:t>量子链接</a:t>
            </a:r>
          </a:p>
        </p:txBody>
      </p: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25900BE9-358A-8547-B27C-FD29488548FC}"/>
              </a:ext>
            </a:extLst>
          </p:cNvPr>
          <p:cNvCxnSpPr/>
          <p:nvPr/>
        </p:nvCxnSpPr>
        <p:spPr>
          <a:xfrm>
            <a:off x="6096000" y="874528"/>
            <a:ext cx="0" cy="506203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F23FF565-A484-7F4F-B2B0-98CCA7EEC1C5}"/>
              </a:ext>
            </a:extLst>
          </p:cNvPr>
          <p:cNvCxnSpPr>
            <a:cxnSpLocks/>
          </p:cNvCxnSpPr>
          <p:nvPr/>
        </p:nvCxnSpPr>
        <p:spPr>
          <a:xfrm>
            <a:off x="1257424" y="3435927"/>
            <a:ext cx="9785714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: 圆角 4">
            <a:extLst>
              <a:ext uri="{FF2B5EF4-FFF2-40B4-BE49-F238E27FC236}">
                <a16:creationId xmlns:a16="http://schemas.microsoft.com/office/drawing/2014/main" id="{E44779A4-1240-8A4B-A71C-0AD8DCC0A604}"/>
              </a:ext>
            </a:extLst>
          </p:cNvPr>
          <p:cNvSpPr/>
          <p:nvPr/>
        </p:nvSpPr>
        <p:spPr>
          <a:xfrm rot="16200000">
            <a:off x="-35513" y="2238567"/>
            <a:ext cx="1737483" cy="47894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7C6AB1-2B1F-6449-83D7-1678A1C82B80}"/>
              </a:ext>
            </a:extLst>
          </p:cNvPr>
          <p:cNvSpPr txBox="1"/>
          <p:nvPr/>
        </p:nvSpPr>
        <p:spPr>
          <a:xfrm rot="16200000">
            <a:off x="99479" y="2277364"/>
            <a:ext cx="1373449" cy="369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rPr>
              <a:t>边分割</a:t>
            </a:r>
          </a:p>
        </p:txBody>
      </p:sp>
      <p:sp>
        <p:nvSpPr>
          <p:cNvPr id="23" name="矩形: 圆角 4">
            <a:extLst>
              <a:ext uri="{FF2B5EF4-FFF2-40B4-BE49-F238E27FC236}">
                <a16:creationId xmlns:a16="http://schemas.microsoft.com/office/drawing/2014/main" id="{9BF2DE41-9D71-2349-B98E-9768F7C6825D}"/>
              </a:ext>
            </a:extLst>
          </p:cNvPr>
          <p:cNvSpPr/>
          <p:nvPr/>
        </p:nvSpPr>
        <p:spPr>
          <a:xfrm rot="16200000">
            <a:off x="-35513" y="4311668"/>
            <a:ext cx="1737483" cy="47894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C453C66-BAFA-B848-B376-FA5B6B5DC350}"/>
              </a:ext>
            </a:extLst>
          </p:cNvPr>
          <p:cNvSpPr txBox="1"/>
          <p:nvPr/>
        </p:nvSpPr>
        <p:spPr>
          <a:xfrm rot="16200000">
            <a:off x="109098" y="4395833"/>
            <a:ext cx="1373449" cy="369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rPr>
              <a:t>门分割</a:t>
            </a:r>
          </a:p>
        </p:txBody>
      </p:sp>
      <p:cxnSp>
        <p:nvCxnSpPr>
          <p:cNvPr id="112" name="直线箭头连接符 111">
            <a:extLst>
              <a:ext uri="{FF2B5EF4-FFF2-40B4-BE49-F238E27FC236}">
                <a16:creationId xmlns:a16="http://schemas.microsoft.com/office/drawing/2014/main" id="{5B980016-6380-8D46-BCDB-7B17A1073CE3}"/>
              </a:ext>
            </a:extLst>
          </p:cNvPr>
          <p:cNvCxnSpPr>
            <a:cxnSpLocks/>
          </p:cNvCxnSpPr>
          <p:nvPr/>
        </p:nvCxnSpPr>
        <p:spPr>
          <a:xfrm>
            <a:off x="5203413" y="1965012"/>
            <a:ext cx="388126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线连接符 112">
            <a:extLst>
              <a:ext uri="{FF2B5EF4-FFF2-40B4-BE49-F238E27FC236}">
                <a16:creationId xmlns:a16="http://schemas.microsoft.com/office/drawing/2014/main" id="{00CB8D34-F2AF-1E47-8098-13153203F7B0}"/>
              </a:ext>
            </a:extLst>
          </p:cNvPr>
          <p:cNvCxnSpPr>
            <a:cxnSpLocks/>
          </p:cNvCxnSpPr>
          <p:nvPr/>
        </p:nvCxnSpPr>
        <p:spPr>
          <a:xfrm>
            <a:off x="4858290" y="2622411"/>
            <a:ext cx="144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线连接符 113">
            <a:extLst>
              <a:ext uri="{FF2B5EF4-FFF2-40B4-BE49-F238E27FC236}">
                <a16:creationId xmlns:a16="http://schemas.microsoft.com/office/drawing/2014/main" id="{06F44DA9-3DE4-C341-8651-6DDCCA124D74}"/>
              </a:ext>
            </a:extLst>
          </p:cNvPr>
          <p:cNvCxnSpPr>
            <a:cxnSpLocks/>
          </p:cNvCxnSpPr>
          <p:nvPr/>
        </p:nvCxnSpPr>
        <p:spPr>
          <a:xfrm>
            <a:off x="4858290" y="2726408"/>
            <a:ext cx="144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线连接符 114">
            <a:extLst>
              <a:ext uri="{FF2B5EF4-FFF2-40B4-BE49-F238E27FC236}">
                <a16:creationId xmlns:a16="http://schemas.microsoft.com/office/drawing/2014/main" id="{686D834C-2004-D74D-8FE1-604CFD509F47}"/>
              </a:ext>
            </a:extLst>
          </p:cNvPr>
          <p:cNvCxnSpPr>
            <a:cxnSpLocks/>
          </p:cNvCxnSpPr>
          <p:nvPr/>
        </p:nvCxnSpPr>
        <p:spPr>
          <a:xfrm>
            <a:off x="4858290" y="2830405"/>
            <a:ext cx="144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线连接符 115">
            <a:extLst>
              <a:ext uri="{FF2B5EF4-FFF2-40B4-BE49-F238E27FC236}">
                <a16:creationId xmlns:a16="http://schemas.microsoft.com/office/drawing/2014/main" id="{7F08DAAA-8AAD-7E48-8E87-EB9C5172B67D}"/>
              </a:ext>
            </a:extLst>
          </p:cNvPr>
          <p:cNvCxnSpPr>
            <a:cxnSpLocks/>
          </p:cNvCxnSpPr>
          <p:nvPr/>
        </p:nvCxnSpPr>
        <p:spPr>
          <a:xfrm>
            <a:off x="4858290" y="2934402"/>
            <a:ext cx="144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线箭头连接符 116">
            <a:extLst>
              <a:ext uri="{FF2B5EF4-FFF2-40B4-BE49-F238E27FC236}">
                <a16:creationId xmlns:a16="http://schemas.microsoft.com/office/drawing/2014/main" id="{D7FF4EAF-756F-AC4B-A4CA-46B1733CD7BB}"/>
              </a:ext>
            </a:extLst>
          </p:cNvPr>
          <p:cNvCxnSpPr>
            <a:cxnSpLocks/>
          </p:cNvCxnSpPr>
          <p:nvPr/>
        </p:nvCxnSpPr>
        <p:spPr>
          <a:xfrm>
            <a:off x="3578593" y="2784636"/>
            <a:ext cx="127375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线箭头连接符 117">
            <a:extLst>
              <a:ext uri="{FF2B5EF4-FFF2-40B4-BE49-F238E27FC236}">
                <a16:creationId xmlns:a16="http://schemas.microsoft.com/office/drawing/2014/main" id="{DA81350A-2417-5D4C-9BC9-8C572043C55D}"/>
              </a:ext>
            </a:extLst>
          </p:cNvPr>
          <p:cNvCxnSpPr>
            <a:cxnSpLocks/>
          </p:cNvCxnSpPr>
          <p:nvPr/>
        </p:nvCxnSpPr>
        <p:spPr>
          <a:xfrm>
            <a:off x="1933109" y="2371257"/>
            <a:ext cx="3118675" cy="47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6F8DC112-6643-3244-B076-BB3303F4C0A2}"/>
              </a:ext>
            </a:extLst>
          </p:cNvPr>
          <p:cNvCxnSpPr>
            <a:cxnSpLocks/>
          </p:cNvCxnSpPr>
          <p:nvPr/>
        </p:nvCxnSpPr>
        <p:spPr>
          <a:xfrm>
            <a:off x="1933109" y="1965012"/>
            <a:ext cx="31186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矩形 119">
            <a:extLst>
              <a:ext uri="{FF2B5EF4-FFF2-40B4-BE49-F238E27FC236}">
                <a16:creationId xmlns:a16="http://schemas.microsoft.com/office/drawing/2014/main" id="{528A19DD-4CA2-1841-B645-4C9701642C98}"/>
              </a:ext>
            </a:extLst>
          </p:cNvPr>
          <p:cNvSpPr/>
          <p:nvPr/>
        </p:nvSpPr>
        <p:spPr>
          <a:xfrm>
            <a:off x="2212861" y="1842607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R</a:t>
            </a:r>
            <a:r>
              <a:rPr kumimoji="1" lang="en-US" altLang="zh-CN" sz="1000" baseline="-25000" dirty="0"/>
              <a:t>x</a:t>
            </a:r>
            <a:endParaRPr kumimoji="1" lang="zh-CN" altLang="en-US" sz="1000" dirty="0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96CA7E59-DEC5-6843-AF25-729D0E00668B}"/>
              </a:ext>
            </a:extLst>
          </p:cNvPr>
          <p:cNvSpPr>
            <a:spLocks/>
          </p:cNvSpPr>
          <p:nvPr/>
        </p:nvSpPr>
        <p:spPr>
          <a:xfrm>
            <a:off x="2212860" y="2260554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H</a:t>
            </a:r>
            <a:endParaRPr kumimoji="1" lang="zh-CN" altLang="en-US" sz="1000" dirty="0"/>
          </a:p>
        </p:txBody>
      </p:sp>
      <p:pic>
        <p:nvPicPr>
          <p:cNvPr id="122" name="图片 121">
            <a:extLst>
              <a:ext uri="{FF2B5EF4-FFF2-40B4-BE49-F238E27FC236}">
                <a16:creationId xmlns:a16="http://schemas.microsoft.com/office/drawing/2014/main" id="{FCDBEDE2-A204-E54C-B5F8-0909941A9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7914" y="1930024"/>
            <a:ext cx="117978" cy="101518"/>
          </a:xfrm>
          <a:prstGeom prst="rect">
            <a:avLst/>
          </a:prstGeom>
        </p:spPr>
      </p:pic>
      <p:pic>
        <p:nvPicPr>
          <p:cNvPr id="123" name="图片 122">
            <a:extLst>
              <a:ext uri="{FF2B5EF4-FFF2-40B4-BE49-F238E27FC236}">
                <a16:creationId xmlns:a16="http://schemas.microsoft.com/office/drawing/2014/main" id="{BCC99068-D3DB-A943-A1A6-F71899807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6464" y="2338323"/>
            <a:ext cx="119428" cy="100695"/>
          </a:xfrm>
          <a:prstGeom prst="rect">
            <a:avLst/>
          </a:prstGeom>
        </p:spPr>
      </p:pic>
      <p:sp>
        <p:nvSpPr>
          <p:cNvPr id="124" name="矩形 123">
            <a:extLst>
              <a:ext uri="{FF2B5EF4-FFF2-40B4-BE49-F238E27FC236}">
                <a16:creationId xmlns:a16="http://schemas.microsoft.com/office/drawing/2014/main" id="{5D397956-EEDE-B54C-A8E2-1167F681F956}"/>
              </a:ext>
            </a:extLst>
          </p:cNvPr>
          <p:cNvSpPr>
            <a:spLocks/>
          </p:cNvSpPr>
          <p:nvPr/>
        </p:nvSpPr>
        <p:spPr>
          <a:xfrm>
            <a:off x="3318809" y="1853617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T</a:t>
            </a:r>
            <a:endParaRPr kumimoji="1" lang="zh-CN" altLang="en-US" sz="1016" dirty="0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80003BD3-4181-9B4A-AB02-35C3D055E03A}"/>
              </a:ext>
            </a:extLst>
          </p:cNvPr>
          <p:cNvSpPr>
            <a:spLocks/>
          </p:cNvSpPr>
          <p:nvPr/>
        </p:nvSpPr>
        <p:spPr>
          <a:xfrm>
            <a:off x="3323204" y="2258391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R</a:t>
            </a:r>
            <a:r>
              <a:rPr kumimoji="1" lang="en-US" altLang="zh-CN" sz="1016" baseline="-25000" dirty="0"/>
              <a:t>x</a:t>
            </a:r>
            <a:endParaRPr kumimoji="1" lang="zh-CN" altLang="en-US" sz="1016" baseline="-25000" dirty="0"/>
          </a:p>
        </p:txBody>
      </p:sp>
      <p:cxnSp>
        <p:nvCxnSpPr>
          <p:cNvPr id="126" name="直线连接符 125">
            <a:extLst>
              <a:ext uri="{FF2B5EF4-FFF2-40B4-BE49-F238E27FC236}">
                <a16:creationId xmlns:a16="http://schemas.microsoft.com/office/drawing/2014/main" id="{9F3C7567-76D0-3342-AAC1-2580BDDA2D28}"/>
              </a:ext>
            </a:extLst>
          </p:cNvPr>
          <p:cNvCxnSpPr>
            <a:cxnSpLocks/>
          </p:cNvCxnSpPr>
          <p:nvPr/>
        </p:nvCxnSpPr>
        <p:spPr>
          <a:xfrm>
            <a:off x="4003924" y="2778428"/>
            <a:ext cx="0" cy="390465"/>
          </a:xfrm>
          <a:prstGeom prst="line">
            <a:avLst/>
          </a:prstGeom>
          <a:ln w="38100">
            <a:solidFill>
              <a:schemeClr val="accent3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2CAF8F9C-8C83-3B43-A5C1-EB0D0C220EC1}"/>
              </a:ext>
            </a:extLst>
          </p:cNvPr>
          <p:cNvCxnSpPr>
            <a:cxnSpLocks/>
          </p:cNvCxnSpPr>
          <p:nvPr/>
        </p:nvCxnSpPr>
        <p:spPr>
          <a:xfrm>
            <a:off x="1934311" y="3194027"/>
            <a:ext cx="3117473" cy="106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矩形 127">
            <a:extLst>
              <a:ext uri="{FF2B5EF4-FFF2-40B4-BE49-F238E27FC236}">
                <a16:creationId xmlns:a16="http://schemas.microsoft.com/office/drawing/2014/main" id="{6DAB33DC-85B9-6A42-A827-364FA9ECBFB8}"/>
              </a:ext>
            </a:extLst>
          </p:cNvPr>
          <p:cNvSpPr>
            <a:spLocks/>
          </p:cNvSpPr>
          <p:nvPr/>
        </p:nvSpPr>
        <p:spPr>
          <a:xfrm>
            <a:off x="2214061" y="308818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S</a:t>
            </a:r>
            <a:endParaRPr kumimoji="1" lang="zh-CN" altLang="en-US" sz="1016" dirty="0"/>
          </a:p>
        </p:txBody>
      </p:sp>
      <p:pic>
        <p:nvPicPr>
          <p:cNvPr id="129" name="图片 128">
            <a:extLst>
              <a:ext uri="{FF2B5EF4-FFF2-40B4-BE49-F238E27FC236}">
                <a16:creationId xmlns:a16="http://schemas.microsoft.com/office/drawing/2014/main" id="{A26A47CA-19BB-D84E-9A9A-1D95B62672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666" y="3143615"/>
            <a:ext cx="119428" cy="99920"/>
          </a:xfrm>
          <a:prstGeom prst="rect">
            <a:avLst/>
          </a:prstGeom>
        </p:spPr>
      </p:pic>
      <p:sp>
        <p:nvSpPr>
          <p:cNvPr id="130" name="矩形 129">
            <a:extLst>
              <a:ext uri="{FF2B5EF4-FFF2-40B4-BE49-F238E27FC236}">
                <a16:creationId xmlns:a16="http://schemas.microsoft.com/office/drawing/2014/main" id="{4BBC2C61-3BBB-BA41-91CD-5C9D17C58A2D}"/>
              </a:ext>
            </a:extLst>
          </p:cNvPr>
          <p:cNvSpPr>
            <a:spLocks/>
          </p:cNvSpPr>
          <p:nvPr/>
        </p:nvSpPr>
        <p:spPr>
          <a:xfrm>
            <a:off x="2766211" y="308818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Z</a:t>
            </a:r>
            <a:endParaRPr kumimoji="1" lang="zh-CN" altLang="en-US" sz="1016" dirty="0"/>
          </a:p>
        </p:txBody>
      </p:sp>
      <p:sp>
        <p:nvSpPr>
          <p:cNvPr id="131" name="矩形 130">
            <a:extLst>
              <a:ext uri="{FF2B5EF4-FFF2-40B4-BE49-F238E27FC236}">
                <a16:creationId xmlns:a16="http://schemas.microsoft.com/office/drawing/2014/main" id="{762B0A02-4260-4540-BEE2-9820AC145D60}"/>
              </a:ext>
            </a:extLst>
          </p:cNvPr>
          <p:cNvSpPr>
            <a:spLocks/>
          </p:cNvSpPr>
          <p:nvPr/>
        </p:nvSpPr>
        <p:spPr>
          <a:xfrm>
            <a:off x="3318361" y="308818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R</a:t>
            </a:r>
            <a:r>
              <a:rPr kumimoji="1" lang="en-US" altLang="zh-CN" sz="1016" baseline="-25000" dirty="0"/>
              <a:t>x</a:t>
            </a:r>
            <a:endParaRPr kumimoji="1" lang="zh-CN" altLang="en-US" sz="1016" baseline="-25000" dirty="0"/>
          </a:p>
        </p:txBody>
      </p:sp>
      <p:cxnSp>
        <p:nvCxnSpPr>
          <p:cNvPr id="135" name="直线连接符 134">
            <a:extLst>
              <a:ext uri="{FF2B5EF4-FFF2-40B4-BE49-F238E27FC236}">
                <a16:creationId xmlns:a16="http://schemas.microsoft.com/office/drawing/2014/main" id="{ECEDA680-0498-EA41-8C4B-332B4C31B05B}"/>
              </a:ext>
            </a:extLst>
          </p:cNvPr>
          <p:cNvCxnSpPr>
            <a:cxnSpLocks/>
          </p:cNvCxnSpPr>
          <p:nvPr/>
        </p:nvCxnSpPr>
        <p:spPr>
          <a:xfrm>
            <a:off x="2895126" y="1965012"/>
            <a:ext cx="0" cy="390465"/>
          </a:xfrm>
          <a:prstGeom prst="line">
            <a:avLst/>
          </a:prstGeom>
          <a:ln w="38100">
            <a:solidFill>
              <a:schemeClr val="accent3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9" name="图片 138">
            <a:extLst>
              <a:ext uri="{FF2B5EF4-FFF2-40B4-BE49-F238E27FC236}">
                <a16:creationId xmlns:a16="http://schemas.microsoft.com/office/drawing/2014/main" id="{2FA7B2E5-A4C0-BA4B-A2C3-9EF611EBEA0F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709649" y="2668797"/>
            <a:ext cx="119428" cy="170533"/>
          </a:xfrm>
          <a:prstGeom prst="rect">
            <a:avLst/>
          </a:prstGeom>
        </p:spPr>
      </p:pic>
      <p:pic>
        <p:nvPicPr>
          <p:cNvPr id="140" name="图片 139">
            <a:extLst>
              <a:ext uri="{FF2B5EF4-FFF2-40B4-BE49-F238E27FC236}">
                <a16:creationId xmlns:a16="http://schemas.microsoft.com/office/drawing/2014/main" id="{5B003F6D-F3D5-3E46-BD90-56623B720F72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3320206" y="2874855"/>
            <a:ext cx="119428" cy="100695"/>
          </a:xfrm>
          <a:prstGeom prst="rect">
            <a:avLst/>
          </a:prstGeom>
        </p:spPr>
      </p:pic>
      <p:pic>
        <p:nvPicPr>
          <p:cNvPr id="141" name="图片 140">
            <a:extLst>
              <a:ext uri="{FF2B5EF4-FFF2-40B4-BE49-F238E27FC236}">
                <a16:creationId xmlns:a16="http://schemas.microsoft.com/office/drawing/2014/main" id="{610515BA-F3E7-EF4C-B78F-E04F9180FEE7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3320206" y="2771400"/>
            <a:ext cx="119428" cy="100695"/>
          </a:xfrm>
          <a:prstGeom prst="rect">
            <a:avLst/>
          </a:prstGeom>
        </p:spPr>
      </p:pic>
      <p:pic>
        <p:nvPicPr>
          <p:cNvPr id="142" name="图片 141">
            <a:extLst>
              <a:ext uri="{FF2B5EF4-FFF2-40B4-BE49-F238E27FC236}">
                <a16:creationId xmlns:a16="http://schemas.microsoft.com/office/drawing/2014/main" id="{C800938E-FCF9-734B-97F8-66300E912720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3314360" y="2667075"/>
            <a:ext cx="119428" cy="100695"/>
          </a:xfrm>
          <a:prstGeom prst="rect">
            <a:avLst/>
          </a:prstGeom>
        </p:spPr>
      </p:pic>
      <p:pic>
        <p:nvPicPr>
          <p:cNvPr id="143" name="图片 142">
            <a:extLst>
              <a:ext uri="{FF2B5EF4-FFF2-40B4-BE49-F238E27FC236}">
                <a16:creationId xmlns:a16="http://schemas.microsoft.com/office/drawing/2014/main" id="{96D6C4D8-B075-CD48-9A87-BEE2845061A4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3314360" y="2562787"/>
            <a:ext cx="119428" cy="100695"/>
          </a:xfrm>
          <a:prstGeom prst="rect">
            <a:avLst/>
          </a:prstGeom>
        </p:spPr>
      </p:pic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BB3C0605-7FCA-AD4F-9C04-58DF558D3496}"/>
              </a:ext>
            </a:extLst>
          </p:cNvPr>
          <p:cNvCxnSpPr>
            <a:cxnSpLocks/>
            <a:stCxn id="143" idx="3"/>
          </p:cNvCxnSpPr>
          <p:nvPr/>
        </p:nvCxnSpPr>
        <p:spPr>
          <a:xfrm>
            <a:off x="3433788" y="2613135"/>
            <a:ext cx="144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BD2CB8B7-8559-F140-9038-4679077E923D}"/>
              </a:ext>
            </a:extLst>
          </p:cNvPr>
          <p:cNvCxnSpPr>
            <a:cxnSpLocks/>
          </p:cNvCxnSpPr>
          <p:nvPr/>
        </p:nvCxnSpPr>
        <p:spPr>
          <a:xfrm>
            <a:off x="3433788" y="2717132"/>
            <a:ext cx="144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3655B614-1AD2-FD43-8345-CB9A4C976586}"/>
              </a:ext>
            </a:extLst>
          </p:cNvPr>
          <p:cNvCxnSpPr>
            <a:cxnSpLocks/>
          </p:cNvCxnSpPr>
          <p:nvPr/>
        </p:nvCxnSpPr>
        <p:spPr>
          <a:xfrm>
            <a:off x="3433788" y="2821128"/>
            <a:ext cx="144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D5369324-C1B0-C242-952B-4CD1D25C8D38}"/>
              </a:ext>
            </a:extLst>
          </p:cNvPr>
          <p:cNvCxnSpPr>
            <a:cxnSpLocks/>
          </p:cNvCxnSpPr>
          <p:nvPr/>
        </p:nvCxnSpPr>
        <p:spPr>
          <a:xfrm>
            <a:off x="3433788" y="2925125"/>
            <a:ext cx="144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线连接符 147">
            <a:extLst>
              <a:ext uri="{FF2B5EF4-FFF2-40B4-BE49-F238E27FC236}">
                <a16:creationId xmlns:a16="http://schemas.microsoft.com/office/drawing/2014/main" id="{F406412D-BC49-2642-A8F8-3AEF7B595092}"/>
              </a:ext>
            </a:extLst>
          </p:cNvPr>
          <p:cNvCxnSpPr>
            <a:cxnSpLocks/>
          </p:cNvCxnSpPr>
          <p:nvPr/>
        </p:nvCxnSpPr>
        <p:spPr>
          <a:xfrm>
            <a:off x="3578593" y="2613135"/>
            <a:ext cx="0" cy="3181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9" name="图片 148">
            <a:extLst>
              <a:ext uri="{FF2B5EF4-FFF2-40B4-BE49-F238E27FC236}">
                <a16:creationId xmlns:a16="http://schemas.microsoft.com/office/drawing/2014/main" id="{3431A033-67BA-6845-9C3F-BE0DDD6822D7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4976421" y="2251996"/>
            <a:ext cx="260233" cy="244810"/>
          </a:xfrm>
          <a:prstGeom prst="rect">
            <a:avLst/>
          </a:prstGeom>
        </p:spPr>
      </p:pic>
      <p:sp>
        <p:nvSpPr>
          <p:cNvPr id="150" name="文本框 149">
            <a:extLst>
              <a:ext uri="{FF2B5EF4-FFF2-40B4-BE49-F238E27FC236}">
                <a16:creationId xmlns:a16="http://schemas.microsoft.com/office/drawing/2014/main" id="{310904C4-7400-5641-8EDE-19C38D82FCFC}"/>
              </a:ext>
            </a:extLst>
          </p:cNvPr>
          <p:cNvSpPr txBox="1"/>
          <p:nvPr/>
        </p:nvSpPr>
        <p:spPr>
          <a:xfrm>
            <a:off x="4857836" y="2092497"/>
            <a:ext cx="625290" cy="241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16" b="1" dirty="0"/>
              <a:t>X,Y,Z,I</a:t>
            </a:r>
            <a:endParaRPr kumimoji="1" lang="zh-CN" altLang="en-US" sz="1016" b="1" dirty="0"/>
          </a:p>
        </p:txBody>
      </p:sp>
      <p:cxnSp>
        <p:nvCxnSpPr>
          <p:cNvPr id="151" name="直线箭头连接符 150">
            <a:extLst>
              <a:ext uri="{FF2B5EF4-FFF2-40B4-BE49-F238E27FC236}">
                <a16:creationId xmlns:a16="http://schemas.microsoft.com/office/drawing/2014/main" id="{DA61B6EB-97A1-4C4E-AC00-1B00C84BF2C7}"/>
              </a:ext>
            </a:extLst>
          </p:cNvPr>
          <p:cNvCxnSpPr>
            <a:cxnSpLocks/>
          </p:cNvCxnSpPr>
          <p:nvPr/>
        </p:nvCxnSpPr>
        <p:spPr>
          <a:xfrm>
            <a:off x="5236654" y="2287061"/>
            <a:ext cx="354885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直线箭头连接符 151">
            <a:extLst>
              <a:ext uri="{FF2B5EF4-FFF2-40B4-BE49-F238E27FC236}">
                <a16:creationId xmlns:a16="http://schemas.microsoft.com/office/drawing/2014/main" id="{7C26FD5A-22A1-5A47-A6A4-FFE879B0A630}"/>
              </a:ext>
            </a:extLst>
          </p:cNvPr>
          <p:cNvCxnSpPr>
            <a:cxnSpLocks/>
          </p:cNvCxnSpPr>
          <p:nvPr/>
        </p:nvCxnSpPr>
        <p:spPr>
          <a:xfrm>
            <a:off x="5236654" y="2346123"/>
            <a:ext cx="354885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线箭头连接符 152">
            <a:extLst>
              <a:ext uri="{FF2B5EF4-FFF2-40B4-BE49-F238E27FC236}">
                <a16:creationId xmlns:a16="http://schemas.microsoft.com/office/drawing/2014/main" id="{94513378-31BE-0646-9094-055AFFE0C1C5}"/>
              </a:ext>
            </a:extLst>
          </p:cNvPr>
          <p:cNvCxnSpPr>
            <a:cxnSpLocks/>
          </p:cNvCxnSpPr>
          <p:nvPr/>
        </p:nvCxnSpPr>
        <p:spPr>
          <a:xfrm>
            <a:off x="5236654" y="2405184"/>
            <a:ext cx="354885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线箭头连接符 153">
            <a:extLst>
              <a:ext uri="{FF2B5EF4-FFF2-40B4-BE49-F238E27FC236}">
                <a16:creationId xmlns:a16="http://schemas.microsoft.com/office/drawing/2014/main" id="{12C77FB2-2A6D-C742-A5AC-A6A227ADD3AF}"/>
              </a:ext>
            </a:extLst>
          </p:cNvPr>
          <p:cNvCxnSpPr>
            <a:cxnSpLocks/>
          </p:cNvCxnSpPr>
          <p:nvPr/>
        </p:nvCxnSpPr>
        <p:spPr>
          <a:xfrm>
            <a:off x="5236654" y="2464246"/>
            <a:ext cx="354885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5" name="图片 154">
            <a:extLst>
              <a:ext uri="{FF2B5EF4-FFF2-40B4-BE49-F238E27FC236}">
                <a16:creationId xmlns:a16="http://schemas.microsoft.com/office/drawing/2014/main" id="{A4C202B6-3C20-EB49-8C06-0ACE019C7C55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4976421" y="1836450"/>
            <a:ext cx="260233" cy="244810"/>
          </a:xfrm>
          <a:prstGeom prst="rect">
            <a:avLst/>
          </a:prstGeom>
        </p:spPr>
      </p:pic>
      <p:pic>
        <p:nvPicPr>
          <p:cNvPr id="156" name="图片 155">
            <a:extLst>
              <a:ext uri="{FF2B5EF4-FFF2-40B4-BE49-F238E27FC236}">
                <a16:creationId xmlns:a16="http://schemas.microsoft.com/office/drawing/2014/main" id="{0F983D8F-8A74-9241-A2CC-B1CCA9C68FD9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4988352" y="2562788"/>
            <a:ext cx="215060" cy="94729"/>
          </a:xfrm>
          <a:prstGeom prst="rect">
            <a:avLst/>
          </a:prstGeom>
        </p:spPr>
      </p:pic>
      <p:cxnSp>
        <p:nvCxnSpPr>
          <p:cNvPr id="157" name="直线连接符 156">
            <a:extLst>
              <a:ext uri="{FF2B5EF4-FFF2-40B4-BE49-F238E27FC236}">
                <a16:creationId xmlns:a16="http://schemas.microsoft.com/office/drawing/2014/main" id="{BDB9DE7C-CBDD-7E42-9FD2-64993A7FF8C7}"/>
              </a:ext>
            </a:extLst>
          </p:cNvPr>
          <p:cNvCxnSpPr>
            <a:cxnSpLocks/>
          </p:cNvCxnSpPr>
          <p:nvPr/>
        </p:nvCxnSpPr>
        <p:spPr>
          <a:xfrm>
            <a:off x="4858290" y="2619337"/>
            <a:ext cx="0" cy="3181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8" name="图片 157">
            <a:extLst>
              <a:ext uri="{FF2B5EF4-FFF2-40B4-BE49-F238E27FC236}">
                <a16:creationId xmlns:a16="http://schemas.microsoft.com/office/drawing/2014/main" id="{A0525D0B-50FE-8444-9242-E77136A3213D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4988352" y="2674957"/>
            <a:ext cx="215060" cy="94729"/>
          </a:xfrm>
          <a:prstGeom prst="rect">
            <a:avLst/>
          </a:prstGeom>
        </p:spPr>
      </p:pic>
      <p:pic>
        <p:nvPicPr>
          <p:cNvPr id="159" name="图片 158">
            <a:extLst>
              <a:ext uri="{FF2B5EF4-FFF2-40B4-BE49-F238E27FC236}">
                <a16:creationId xmlns:a16="http://schemas.microsoft.com/office/drawing/2014/main" id="{3A9F5E1F-3097-474D-9F7B-8A6BC759FFB6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4988352" y="2787126"/>
            <a:ext cx="215060" cy="94729"/>
          </a:xfrm>
          <a:prstGeom prst="rect">
            <a:avLst/>
          </a:prstGeom>
        </p:spPr>
      </p:pic>
      <p:pic>
        <p:nvPicPr>
          <p:cNvPr id="160" name="图片 159">
            <a:extLst>
              <a:ext uri="{FF2B5EF4-FFF2-40B4-BE49-F238E27FC236}">
                <a16:creationId xmlns:a16="http://schemas.microsoft.com/office/drawing/2014/main" id="{89F12720-700F-3644-866D-F7FD81BA3614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4988352" y="2899294"/>
            <a:ext cx="215060" cy="94729"/>
          </a:xfrm>
          <a:prstGeom prst="rect">
            <a:avLst/>
          </a:prstGeom>
        </p:spPr>
      </p:pic>
      <p:cxnSp>
        <p:nvCxnSpPr>
          <p:cNvPr id="161" name="直线箭头连接符 160">
            <a:extLst>
              <a:ext uri="{FF2B5EF4-FFF2-40B4-BE49-F238E27FC236}">
                <a16:creationId xmlns:a16="http://schemas.microsoft.com/office/drawing/2014/main" id="{986724B3-F354-B94A-9523-8C3F31A66D19}"/>
              </a:ext>
            </a:extLst>
          </p:cNvPr>
          <p:cNvCxnSpPr>
            <a:cxnSpLocks/>
          </p:cNvCxnSpPr>
          <p:nvPr/>
        </p:nvCxnSpPr>
        <p:spPr>
          <a:xfrm>
            <a:off x="5203413" y="2619337"/>
            <a:ext cx="388126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线箭头连接符 161">
            <a:extLst>
              <a:ext uri="{FF2B5EF4-FFF2-40B4-BE49-F238E27FC236}">
                <a16:creationId xmlns:a16="http://schemas.microsoft.com/office/drawing/2014/main" id="{D91824BD-B437-084F-8843-4318F2B4ABF5}"/>
              </a:ext>
            </a:extLst>
          </p:cNvPr>
          <p:cNvCxnSpPr>
            <a:cxnSpLocks/>
          </p:cNvCxnSpPr>
          <p:nvPr/>
        </p:nvCxnSpPr>
        <p:spPr>
          <a:xfrm>
            <a:off x="5203413" y="2726408"/>
            <a:ext cx="388126" cy="4033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线箭头连接符 162">
            <a:extLst>
              <a:ext uri="{FF2B5EF4-FFF2-40B4-BE49-F238E27FC236}">
                <a16:creationId xmlns:a16="http://schemas.microsoft.com/office/drawing/2014/main" id="{2EBF438F-2EBA-D041-96B2-D944ABBA0AA8}"/>
              </a:ext>
            </a:extLst>
          </p:cNvPr>
          <p:cNvCxnSpPr>
            <a:cxnSpLocks/>
          </p:cNvCxnSpPr>
          <p:nvPr/>
        </p:nvCxnSpPr>
        <p:spPr>
          <a:xfrm>
            <a:off x="5203413" y="2830405"/>
            <a:ext cx="388126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箭头连接符 163">
            <a:extLst>
              <a:ext uri="{FF2B5EF4-FFF2-40B4-BE49-F238E27FC236}">
                <a16:creationId xmlns:a16="http://schemas.microsoft.com/office/drawing/2014/main" id="{54FC5338-064B-794B-8C03-E7D355F67A3A}"/>
              </a:ext>
            </a:extLst>
          </p:cNvPr>
          <p:cNvCxnSpPr>
            <a:cxnSpLocks/>
          </p:cNvCxnSpPr>
          <p:nvPr/>
        </p:nvCxnSpPr>
        <p:spPr>
          <a:xfrm>
            <a:off x="5203413" y="2937517"/>
            <a:ext cx="388126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线箭头连接符 164">
            <a:extLst>
              <a:ext uri="{FF2B5EF4-FFF2-40B4-BE49-F238E27FC236}">
                <a16:creationId xmlns:a16="http://schemas.microsoft.com/office/drawing/2014/main" id="{B55BCEC4-B680-4743-AE0F-8B2DC1BB391A}"/>
              </a:ext>
            </a:extLst>
          </p:cNvPr>
          <p:cNvCxnSpPr>
            <a:cxnSpLocks/>
          </p:cNvCxnSpPr>
          <p:nvPr/>
        </p:nvCxnSpPr>
        <p:spPr>
          <a:xfrm>
            <a:off x="5009349" y="3203112"/>
            <a:ext cx="582190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6" name="图片 165">
            <a:extLst>
              <a:ext uri="{FF2B5EF4-FFF2-40B4-BE49-F238E27FC236}">
                <a16:creationId xmlns:a16="http://schemas.microsoft.com/office/drawing/2014/main" id="{72FF4475-6903-FD40-8499-17A10155AA21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4973839" y="3082285"/>
            <a:ext cx="260233" cy="244810"/>
          </a:xfrm>
          <a:prstGeom prst="rect">
            <a:avLst/>
          </a:prstGeom>
        </p:spPr>
      </p:pic>
      <p:sp>
        <p:nvSpPr>
          <p:cNvPr id="167" name="圆角矩形 166">
            <a:extLst>
              <a:ext uri="{FF2B5EF4-FFF2-40B4-BE49-F238E27FC236}">
                <a16:creationId xmlns:a16="http://schemas.microsoft.com/office/drawing/2014/main" id="{9338BD53-91CF-D449-8D36-FE0D52BEE0DB}"/>
              </a:ext>
            </a:extLst>
          </p:cNvPr>
          <p:cNvSpPr/>
          <p:nvPr/>
        </p:nvSpPr>
        <p:spPr>
          <a:xfrm>
            <a:off x="5591539" y="1832864"/>
            <a:ext cx="395983" cy="146344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16" dirty="0"/>
          </a:p>
        </p:txBody>
      </p:sp>
      <p:sp>
        <p:nvSpPr>
          <p:cNvPr id="168" name="文本框 167">
            <a:extLst>
              <a:ext uri="{FF2B5EF4-FFF2-40B4-BE49-F238E27FC236}">
                <a16:creationId xmlns:a16="http://schemas.microsoft.com/office/drawing/2014/main" id="{CFF35E7D-36B6-464C-B85D-0A81E1D0726E}"/>
              </a:ext>
            </a:extLst>
          </p:cNvPr>
          <p:cNvSpPr txBox="1"/>
          <p:nvPr/>
        </p:nvSpPr>
        <p:spPr>
          <a:xfrm>
            <a:off x="5573932" y="1853617"/>
            <a:ext cx="461665" cy="130425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</a:rPr>
              <a:t>张量计算</a:t>
            </a:r>
          </a:p>
        </p:txBody>
      </p:sp>
      <p:sp>
        <p:nvSpPr>
          <p:cNvPr id="170" name="圆角矩形 169">
            <a:extLst>
              <a:ext uri="{FF2B5EF4-FFF2-40B4-BE49-F238E27FC236}">
                <a16:creationId xmlns:a16="http://schemas.microsoft.com/office/drawing/2014/main" id="{A4773F31-D5ED-1E45-A106-129B62277040}"/>
              </a:ext>
            </a:extLst>
          </p:cNvPr>
          <p:cNvSpPr/>
          <p:nvPr/>
        </p:nvSpPr>
        <p:spPr>
          <a:xfrm>
            <a:off x="1272047" y="1772132"/>
            <a:ext cx="608562" cy="780787"/>
          </a:xfrm>
          <a:prstGeom prst="roundRect">
            <a:avLst/>
          </a:prstGeom>
          <a:solidFill>
            <a:schemeClr val="accent2">
              <a:alpha val="28156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3"/>
          </a:p>
        </p:txBody>
      </p:sp>
      <p:sp>
        <p:nvSpPr>
          <p:cNvPr id="171" name="圆角矩形 170">
            <a:extLst>
              <a:ext uri="{FF2B5EF4-FFF2-40B4-BE49-F238E27FC236}">
                <a16:creationId xmlns:a16="http://schemas.microsoft.com/office/drawing/2014/main" id="{1BA2A6EE-989D-D846-AEC7-BA6F396144E9}"/>
              </a:ext>
            </a:extLst>
          </p:cNvPr>
          <p:cNvSpPr/>
          <p:nvPr/>
        </p:nvSpPr>
        <p:spPr>
          <a:xfrm>
            <a:off x="1266771" y="2582404"/>
            <a:ext cx="608562" cy="780787"/>
          </a:xfrm>
          <a:prstGeom prst="roundRect">
            <a:avLst/>
          </a:prstGeom>
          <a:solidFill>
            <a:schemeClr val="accent2">
              <a:alpha val="28156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3"/>
          </a:p>
        </p:txBody>
      </p:sp>
      <p:sp>
        <p:nvSpPr>
          <p:cNvPr id="172" name="文本框 171">
            <a:extLst>
              <a:ext uri="{FF2B5EF4-FFF2-40B4-BE49-F238E27FC236}">
                <a16:creationId xmlns:a16="http://schemas.microsoft.com/office/drawing/2014/main" id="{2CD3FA49-5980-1745-B4B0-3C235FC1E50F}"/>
              </a:ext>
            </a:extLst>
          </p:cNvPr>
          <p:cNvSpPr txBox="1"/>
          <p:nvPr/>
        </p:nvSpPr>
        <p:spPr>
          <a:xfrm>
            <a:off x="1305715" y="2094076"/>
            <a:ext cx="597980" cy="260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43" dirty="0"/>
              <a:t>QPU</a:t>
            </a:r>
            <a:r>
              <a:rPr kumimoji="1" lang="en-US" altLang="zh-CN" sz="1143" baseline="-25000" dirty="0"/>
              <a:t>1</a:t>
            </a:r>
            <a:r>
              <a:rPr kumimoji="1" lang="en-US" altLang="zh-CN" sz="1143" dirty="0"/>
              <a:t> </a:t>
            </a:r>
            <a:endParaRPr kumimoji="1" lang="zh-CN" altLang="en-US" sz="1143" dirty="0"/>
          </a:p>
        </p:txBody>
      </p:sp>
      <p:sp>
        <p:nvSpPr>
          <p:cNvPr id="173" name="文本框 172">
            <a:extLst>
              <a:ext uri="{FF2B5EF4-FFF2-40B4-BE49-F238E27FC236}">
                <a16:creationId xmlns:a16="http://schemas.microsoft.com/office/drawing/2014/main" id="{E4BBB92C-EDEB-E143-8713-83569F7BC8EB}"/>
              </a:ext>
            </a:extLst>
          </p:cNvPr>
          <p:cNvSpPr txBox="1"/>
          <p:nvPr/>
        </p:nvSpPr>
        <p:spPr>
          <a:xfrm>
            <a:off x="1312468" y="2841888"/>
            <a:ext cx="597980" cy="260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43" dirty="0"/>
              <a:t>QPU</a:t>
            </a:r>
            <a:r>
              <a:rPr kumimoji="1" lang="en-US" altLang="zh-CN" sz="1143" baseline="-25000" dirty="0"/>
              <a:t>2</a:t>
            </a:r>
            <a:r>
              <a:rPr kumimoji="1" lang="en-US" altLang="zh-CN" sz="1143" dirty="0"/>
              <a:t> </a:t>
            </a:r>
            <a:endParaRPr kumimoji="1" lang="zh-CN" altLang="en-US" sz="1143" dirty="0"/>
          </a:p>
        </p:txBody>
      </p:sp>
      <p:cxnSp>
        <p:nvCxnSpPr>
          <p:cNvPr id="77" name="直线箭头连接符 76">
            <a:extLst>
              <a:ext uri="{FF2B5EF4-FFF2-40B4-BE49-F238E27FC236}">
                <a16:creationId xmlns:a16="http://schemas.microsoft.com/office/drawing/2014/main" id="{7258364B-ADF0-E046-96AF-7D392CD3875E}"/>
              </a:ext>
            </a:extLst>
          </p:cNvPr>
          <p:cNvCxnSpPr>
            <a:cxnSpLocks/>
            <a:endCxn id="109" idx="3"/>
          </p:cNvCxnSpPr>
          <p:nvPr/>
        </p:nvCxnSpPr>
        <p:spPr>
          <a:xfrm>
            <a:off x="8748178" y="2777917"/>
            <a:ext cx="1418515" cy="62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箭头连接符 77">
            <a:extLst>
              <a:ext uri="{FF2B5EF4-FFF2-40B4-BE49-F238E27FC236}">
                <a16:creationId xmlns:a16="http://schemas.microsoft.com/office/drawing/2014/main" id="{DDA7F86D-E4A8-0F43-8C01-442A985E37A1}"/>
              </a:ext>
            </a:extLst>
          </p:cNvPr>
          <p:cNvCxnSpPr>
            <a:cxnSpLocks/>
          </p:cNvCxnSpPr>
          <p:nvPr/>
        </p:nvCxnSpPr>
        <p:spPr>
          <a:xfrm>
            <a:off x="6865732" y="2373094"/>
            <a:ext cx="1732624" cy="9353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线箭头连接符 78">
            <a:extLst>
              <a:ext uri="{FF2B5EF4-FFF2-40B4-BE49-F238E27FC236}">
                <a16:creationId xmlns:a16="http://schemas.microsoft.com/office/drawing/2014/main" id="{A16A4EB6-992A-FB4B-9880-8FFFD577EF5B}"/>
              </a:ext>
            </a:extLst>
          </p:cNvPr>
          <p:cNvCxnSpPr>
            <a:cxnSpLocks/>
          </p:cNvCxnSpPr>
          <p:nvPr/>
        </p:nvCxnSpPr>
        <p:spPr>
          <a:xfrm>
            <a:off x="6865732" y="1966849"/>
            <a:ext cx="31186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线连接符 83">
            <a:extLst>
              <a:ext uri="{FF2B5EF4-FFF2-40B4-BE49-F238E27FC236}">
                <a16:creationId xmlns:a16="http://schemas.microsoft.com/office/drawing/2014/main" id="{FD854C24-494D-804A-8521-2519DB254471}"/>
              </a:ext>
            </a:extLst>
          </p:cNvPr>
          <p:cNvCxnSpPr>
            <a:cxnSpLocks/>
          </p:cNvCxnSpPr>
          <p:nvPr/>
        </p:nvCxnSpPr>
        <p:spPr>
          <a:xfrm>
            <a:off x="8936546" y="2780265"/>
            <a:ext cx="0" cy="390465"/>
          </a:xfrm>
          <a:prstGeom prst="line">
            <a:avLst/>
          </a:prstGeom>
          <a:ln w="38100">
            <a:solidFill>
              <a:schemeClr val="accent3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线箭头连接符 84">
            <a:extLst>
              <a:ext uri="{FF2B5EF4-FFF2-40B4-BE49-F238E27FC236}">
                <a16:creationId xmlns:a16="http://schemas.microsoft.com/office/drawing/2014/main" id="{889F599D-1D3E-7C4B-8572-B09FD4673DD1}"/>
              </a:ext>
            </a:extLst>
          </p:cNvPr>
          <p:cNvCxnSpPr>
            <a:cxnSpLocks/>
          </p:cNvCxnSpPr>
          <p:nvPr/>
        </p:nvCxnSpPr>
        <p:spPr>
          <a:xfrm>
            <a:off x="6866933" y="3195864"/>
            <a:ext cx="3117474" cy="106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线连接符 91">
            <a:extLst>
              <a:ext uri="{FF2B5EF4-FFF2-40B4-BE49-F238E27FC236}">
                <a16:creationId xmlns:a16="http://schemas.microsoft.com/office/drawing/2014/main" id="{A1C15F32-934B-2947-B3A6-9A950AB6F20C}"/>
              </a:ext>
            </a:extLst>
          </p:cNvPr>
          <p:cNvCxnSpPr>
            <a:cxnSpLocks/>
          </p:cNvCxnSpPr>
          <p:nvPr/>
        </p:nvCxnSpPr>
        <p:spPr>
          <a:xfrm>
            <a:off x="7827748" y="1966849"/>
            <a:ext cx="0" cy="390465"/>
          </a:xfrm>
          <a:prstGeom prst="line">
            <a:avLst/>
          </a:prstGeom>
          <a:ln w="38100">
            <a:solidFill>
              <a:schemeClr val="accent3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6" name="图片 95">
            <a:extLst>
              <a:ext uri="{FF2B5EF4-FFF2-40B4-BE49-F238E27FC236}">
                <a16:creationId xmlns:a16="http://schemas.microsoft.com/office/drawing/2014/main" id="{7AB12FE0-C91B-7F43-A654-E95C7E729D14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9909044" y="1838288"/>
            <a:ext cx="260233" cy="244810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036E81C1-9018-074D-BEB5-EF569EA5920D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461" y="3084122"/>
            <a:ext cx="260233" cy="244810"/>
          </a:xfrm>
          <a:prstGeom prst="rect">
            <a:avLst/>
          </a:prstGeom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AC865FFE-2D22-C540-82D1-F387C5599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274" y="1914448"/>
            <a:ext cx="117978" cy="101518"/>
          </a:xfrm>
          <a:prstGeom prst="rect">
            <a:avLst/>
          </a:prstGeom>
        </p:spPr>
      </p:pic>
      <p:pic>
        <p:nvPicPr>
          <p:cNvPr id="99" name="图片 98">
            <a:extLst>
              <a:ext uri="{FF2B5EF4-FFF2-40B4-BE49-F238E27FC236}">
                <a16:creationId xmlns:a16="http://schemas.microsoft.com/office/drawing/2014/main" id="{57651752-96DE-C347-BA84-F28291F1B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0824" y="2322747"/>
            <a:ext cx="119428" cy="100695"/>
          </a:xfrm>
          <a:prstGeom prst="rect">
            <a:avLst/>
          </a:prstGeom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F0594B98-2B1C-4748-B011-B8BF1815A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2025" y="3128039"/>
            <a:ext cx="119428" cy="99920"/>
          </a:xfrm>
          <a:prstGeom prst="rect">
            <a:avLst/>
          </a:prstGeom>
        </p:spPr>
      </p:pic>
      <p:pic>
        <p:nvPicPr>
          <p:cNvPr id="101" name="图片 100">
            <a:extLst>
              <a:ext uri="{FF2B5EF4-FFF2-40B4-BE49-F238E27FC236}">
                <a16:creationId xmlns:a16="http://schemas.microsoft.com/office/drawing/2014/main" id="{18752071-582D-D441-9F1B-23FA7F01EF80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644009" y="2653221"/>
            <a:ext cx="119428" cy="170533"/>
          </a:xfrm>
          <a:prstGeom prst="rect">
            <a:avLst/>
          </a:prstGeom>
        </p:spPr>
      </p:pic>
      <p:sp>
        <p:nvSpPr>
          <p:cNvPr id="102" name="圆角矩形 101">
            <a:extLst>
              <a:ext uri="{FF2B5EF4-FFF2-40B4-BE49-F238E27FC236}">
                <a16:creationId xmlns:a16="http://schemas.microsoft.com/office/drawing/2014/main" id="{CC12A156-3A54-7540-9732-F611EB0549F3}"/>
              </a:ext>
            </a:extLst>
          </p:cNvPr>
          <p:cNvSpPr/>
          <p:nvPr/>
        </p:nvSpPr>
        <p:spPr>
          <a:xfrm>
            <a:off x="6201834" y="1793176"/>
            <a:ext cx="608562" cy="780787"/>
          </a:xfrm>
          <a:prstGeom prst="roundRect">
            <a:avLst/>
          </a:prstGeom>
          <a:solidFill>
            <a:schemeClr val="accent2">
              <a:alpha val="28156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3"/>
          </a:p>
        </p:txBody>
      </p:sp>
      <p:sp>
        <p:nvSpPr>
          <p:cNvPr id="103" name="圆角矩形 102">
            <a:extLst>
              <a:ext uri="{FF2B5EF4-FFF2-40B4-BE49-F238E27FC236}">
                <a16:creationId xmlns:a16="http://schemas.microsoft.com/office/drawing/2014/main" id="{5EC87C73-5BEC-8E4C-8058-2C85765F2A3D}"/>
              </a:ext>
            </a:extLst>
          </p:cNvPr>
          <p:cNvSpPr/>
          <p:nvPr/>
        </p:nvSpPr>
        <p:spPr>
          <a:xfrm>
            <a:off x="6192922" y="2640209"/>
            <a:ext cx="622890" cy="780787"/>
          </a:xfrm>
          <a:prstGeom prst="roundRect">
            <a:avLst/>
          </a:prstGeom>
          <a:solidFill>
            <a:schemeClr val="accent2">
              <a:alpha val="28156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3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4FCF3A6-8AE8-8D49-8373-1C09126EE82C}"/>
              </a:ext>
            </a:extLst>
          </p:cNvPr>
          <p:cNvSpPr txBox="1"/>
          <p:nvPr/>
        </p:nvSpPr>
        <p:spPr>
          <a:xfrm>
            <a:off x="6217524" y="2053595"/>
            <a:ext cx="597981" cy="260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43" dirty="0"/>
              <a:t>QPU</a:t>
            </a:r>
            <a:r>
              <a:rPr kumimoji="1" lang="en-US" altLang="zh-CN" sz="1143" baseline="-25000" dirty="0"/>
              <a:t>1</a:t>
            </a:r>
            <a:r>
              <a:rPr kumimoji="1" lang="en-US" altLang="zh-CN" sz="1143" dirty="0"/>
              <a:t> </a:t>
            </a:r>
            <a:endParaRPr kumimoji="1" lang="zh-CN" altLang="en-US" sz="1143" dirty="0"/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F929C75D-818D-F04F-A6C5-15A45B5DC243}"/>
              </a:ext>
            </a:extLst>
          </p:cNvPr>
          <p:cNvSpPr txBox="1"/>
          <p:nvPr/>
        </p:nvSpPr>
        <p:spPr>
          <a:xfrm>
            <a:off x="6255380" y="2878247"/>
            <a:ext cx="597981" cy="260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43" dirty="0"/>
              <a:t>QPU</a:t>
            </a:r>
            <a:r>
              <a:rPr kumimoji="1" lang="en-US" altLang="zh-CN" sz="1143" baseline="-25000" dirty="0"/>
              <a:t>2</a:t>
            </a:r>
            <a:r>
              <a:rPr kumimoji="1" lang="en-US" altLang="zh-CN" sz="1143" dirty="0"/>
              <a:t> </a:t>
            </a:r>
            <a:endParaRPr kumimoji="1" lang="zh-CN" altLang="en-US" sz="1143" dirty="0"/>
          </a:p>
        </p:txBody>
      </p:sp>
      <p:cxnSp>
        <p:nvCxnSpPr>
          <p:cNvPr id="106" name="曲线连接符 105">
            <a:extLst>
              <a:ext uri="{FF2B5EF4-FFF2-40B4-BE49-F238E27FC236}">
                <a16:creationId xmlns:a16="http://schemas.microsoft.com/office/drawing/2014/main" id="{78A810AD-E43F-8C42-8D1B-44E346206381}"/>
              </a:ext>
            </a:extLst>
          </p:cNvPr>
          <p:cNvCxnSpPr>
            <a:cxnSpLocks/>
          </p:cNvCxnSpPr>
          <p:nvPr/>
        </p:nvCxnSpPr>
        <p:spPr>
          <a:xfrm rot="16200000" flipH="1">
            <a:off x="8473601" y="2505561"/>
            <a:ext cx="399331" cy="149823"/>
          </a:xfrm>
          <a:prstGeom prst="curvedConnector3">
            <a:avLst/>
          </a:prstGeom>
          <a:ln w="38100" cmpd="thickThin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AFD3D87D-7C63-3B47-AD81-8F2D40C9966B}"/>
              </a:ext>
            </a:extLst>
          </p:cNvPr>
          <p:cNvSpPr txBox="1"/>
          <p:nvPr/>
        </p:nvSpPr>
        <p:spPr>
          <a:xfrm>
            <a:off x="7965690" y="2507652"/>
            <a:ext cx="876811" cy="26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143" dirty="0">
                <a:latin typeface="Times New Roman" panose="02020603050405020304" pitchFamily="18" charset="0"/>
                <a:cs typeface="Times New Roman" panose="02020603050405020304" pitchFamily="18" charset="0"/>
              </a:rPr>
              <a:t>量子连接</a:t>
            </a:r>
          </a:p>
        </p:txBody>
      </p:sp>
      <p:cxnSp>
        <p:nvCxnSpPr>
          <p:cNvPr id="108" name="直线箭头连接符 107">
            <a:extLst>
              <a:ext uri="{FF2B5EF4-FFF2-40B4-BE49-F238E27FC236}">
                <a16:creationId xmlns:a16="http://schemas.microsoft.com/office/drawing/2014/main" id="{1F84791E-0302-3046-8A4D-7B9592EE6189}"/>
              </a:ext>
            </a:extLst>
          </p:cNvPr>
          <p:cNvCxnSpPr>
            <a:cxnSpLocks/>
          </p:cNvCxnSpPr>
          <p:nvPr/>
        </p:nvCxnSpPr>
        <p:spPr>
          <a:xfrm>
            <a:off x="10166694" y="1966849"/>
            <a:ext cx="364161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图片 108">
            <a:extLst>
              <a:ext uri="{FF2B5EF4-FFF2-40B4-BE49-F238E27FC236}">
                <a16:creationId xmlns:a16="http://schemas.microsoft.com/office/drawing/2014/main" id="{1681B3FA-AE33-FE4B-9AF3-EB2C30E37C99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461" y="2661808"/>
            <a:ext cx="260233" cy="244810"/>
          </a:xfrm>
          <a:prstGeom prst="rect">
            <a:avLst/>
          </a:prstGeom>
        </p:spPr>
      </p:pic>
      <p:cxnSp>
        <p:nvCxnSpPr>
          <p:cNvPr id="110" name="直线箭头连接符 109">
            <a:extLst>
              <a:ext uri="{FF2B5EF4-FFF2-40B4-BE49-F238E27FC236}">
                <a16:creationId xmlns:a16="http://schemas.microsoft.com/office/drawing/2014/main" id="{58A96252-E578-7248-BD6B-720C21EAFB9B}"/>
              </a:ext>
            </a:extLst>
          </p:cNvPr>
          <p:cNvCxnSpPr>
            <a:cxnSpLocks/>
          </p:cNvCxnSpPr>
          <p:nvPr/>
        </p:nvCxnSpPr>
        <p:spPr>
          <a:xfrm>
            <a:off x="10164111" y="2790369"/>
            <a:ext cx="366744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线箭头连接符 110">
            <a:extLst>
              <a:ext uri="{FF2B5EF4-FFF2-40B4-BE49-F238E27FC236}">
                <a16:creationId xmlns:a16="http://schemas.microsoft.com/office/drawing/2014/main" id="{CF6EFF4B-EA84-334E-B9BC-3E2CD5DABB4E}"/>
              </a:ext>
            </a:extLst>
          </p:cNvPr>
          <p:cNvCxnSpPr>
            <a:cxnSpLocks/>
          </p:cNvCxnSpPr>
          <p:nvPr/>
        </p:nvCxnSpPr>
        <p:spPr>
          <a:xfrm>
            <a:off x="10169276" y="3204825"/>
            <a:ext cx="361579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0BA417F9-5C34-D045-8DCF-0F7E9845B2BC}"/>
              </a:ext>
            </a:extLst>
          </p:cNvPr>
          <p:cNvCxnSpPr>
            <a:cxnSpLocks/>
          </p:cNvCxnSpPr>
          <p:nvPr/>
        </p:nvCxnSpPr>
        <p:spPr>
          <a:xfrm>
            <a:off x="10136226" y="3731288"/>
            <a:ext cx="388126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57169A7C-1D4E-EF44-BB6B-C06E14EB35CE}"/>
              </a:ext>
            </a:extLst>
          </p:cNvPr>
          <p:cNvCxnSpPr>
            <a:cxnSpLocks/>
          </p:cNvCxnSpPr>
          <p:nvPr/>
        </p:nvCxnSpPr>
        <p:spPr>
          <a:xfrm>
            <a:off x="6865221" y="5061502"/>
            <a:ext cx="2069613" cy="474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5BD15ABC-ABF1-5E46-9F28-9F1FB12CA037}"/>
              </a:ext>
            </a:extLst>
          </p:cNvPr>
          <p:cNvCxnSpPr>
            <a:cxnSpLocks/>
          </p:cNvCxnSpPr>
          <p:nvPr/>
        </p:nvCxnSpPr>
        <p:spPr>
          <a:xfrm>
            <a:off x="6865922" y="4137534"/>
            <a:ext cx="3118675" cy="47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897EB3B9-0416-004A-96E8-96C56B9C5A22}"/>
              </a:ext>
            </a:extLst>
          </p:cNvPr>
          <p:cNvCxnSpPr>
            <a:cxnSpLocks/>
          </p:cNvCxnSpPr>
          <p:nvPr/>
        </p:nvCxnSpPr>
        <p:spPr>
          <a:xfrm>
            <a:off x="6865922" y="3731288"/>
            <a:ext cx="31186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片 42">
            <a:extLst>
              <a:ext uri="{FF2B5EF4-FFF2-40B4-BE49-F238E27FC236}">
                <a16:creationId xmlns:a16="http://schemas.microsoft.com/office/drawing/2014/main" id="{A16AEC85-F8FD-1148-A2A7-534F5E3BE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784" y="3678070"/>
            <a:ext cx="117978" cy="101518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F2F12D49-073B-A142-9BF2-DB8295F48E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3334" y="4086369"/>
            <a:ext cx="119428" cy="100695"/>
          </a:xfrm>
          <a:prstGeom prst="rect">
            <a:avLst/>
          </a:prstGeom>
        </p:spPr>
      </p:pic>
      <p:cxnSp>
        <p:nvCxnSpPr>
          <p:cNvPr id="47" name="直线连接符 46">
            <a:extLst>
              <a:ext uri="{FF2B5EF4-FFF2-40B4-BE49-F238E27FC236}">
                <a16:creationId xmlns:a16="http://schemas.microsoft.com/office/drawing/2014/main" id="{5E30363A-B17D-5A46-BEAB-4ED0F792E940}"/>
              </a:ext>
            </a:extLst>
          </p:cNvPr>
          <p:cNvCxnSpPr>
            <a:cxnSpLocks/>
          </p:cNvCxnSpPr>
          <p:nvPr/>
        </p:nvCxnSpPr>
        <p:spPr>
          <a:xfrm>
            <a:off x="8934835" y="5061622"/>
            <a:ext cx="0" cy="390465"/>
          </a:xfrm>
          <a:prstGeom prst="line">
            <a:avLst/>
          </a:prstGeom>
          <a:ln w="38100">
            <a:solidFill>
              <a:schemeClr val="accent3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40696CAE-AF85-914A-880E-88E673EC9D02}"/>
              </a:ext>
            </a:extLst>
          </p:cNvPr>
          <p:cNvCxnSpPr>
            <a:cxnSpLocks/>
          </p:cNvCxnSpPr>
          <p:nvPr/>
        </p:nvCxnSpPr>
        <p:spPr>
          <a:xfrm>
            <a:off x="6865221" y="5477221"/>
            <a:ext cx="3117474" cy="106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图片 49">
            <a:extLst>
              <a:ext uri="{FF2B5EF4-FFF2-40B4-BE49-F238E27FC236}">
                <a16:creationId xmlns:a16="http://schemas.microsoft.com/office/drawing/2014/main" id="{C452E4DD-5492-E141-8088-F03FBB6552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2634" y="5408578"/>
            <a:ext cx="119428" cy="99920"/>
          </a:xfrm>
          <a:prstGeom prst="rect">
            <a:avLst/>
          </a:prstGeom>
        </p:spPr>
      </p:pic>
      <p:pic>
        <p:nvPicPr>
          <p:cNvPr id="60" name="图片 59">
            <a:extLst>
              <a:ext uri="{FF2B5EF4-FFF2-40B4-BE49-F238E27FC236}">
                <a16:creationId xmlns:a16="http://schemas.microsoft.com/office/drawing/2014/main" id="{F309D30B-D114-1E45-B1C2-B3259A275F62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6664618" y="4933761"/>
            <a:ext cx="119428" cy="170533"/>
          </a:xfrm>
          <a:prstGeom prst="rect">
            <a:avLst/>
          </a:prstGeom>
        </p:spPr>
      </p:pic>
      <p:pic>
        <p:nvPicPr>
          <p:cNvPr id="61" name="图片 60">
            <a:extLst>
              <a:ext uri="{FF2B5EF4-FFF2-40B4-BE49-F238E27FC236}">
                <a16:creationId xmlns:a16="http://schemas.microsoft.com/office/drawing/2014/main" id="{E73FC289-D6A3-994F-BDE9-8F3D693CF363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9909234" y="4018273"/>
            <a:ext cx="260233" cy="244810"/>
          </a:xfrm>
          <a:prstGeom prst="rect">
            <a:avLst/>
          </a:prstGeom>
        </p:spPr>
      </p:pic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08CCC80C-0E62-224D-9AAA-43CE351D5456}"/>
              </a:ext>
            </a:extLst>
          </p:cNvPr>
          <p:cNvCxnSpPr>
            <a:cxnSpLocks/>
          </p:cNvCxnSpPr>
          <p:nvPr/>
        </p:nvCxnSpPr>
        <p:spPr>
          <a:xfrm>
            <a:off x="10162692" y="4142262"/>
            <a:ext cx="354885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图片 62">
            <a:extLst>
              <a:ext uri="{FF2B5EF4-FFF2-40B4-BE49-F238E27FC236}">
                <a16:creationId xmlns:a16="http://schemas.microsoft.com/office/drawing/2014/main" id="{DEBFF0AB-E6C0-B84E-94A2-338D5E9430F3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9909234" y="3602727"/>
            <a:ext cx="260233" cy="244810"/>
          </a:xfrm>
          <a:prstGeom prst="rect">
            <a:avLst/>
          </a:prstGeom>
        </p:spPr>
      </p:pic>
      <p:cxnSp>
        <p:nvCxnSpPr>
          <p:cNvPr id="64" name="直线箭头连接符 63">
            <a:extLst>
              <a:ext uri="{FF2B5EF4-FFF2-40B4-BE49-F238E27FC236}">
                <a16:creationId xmlns:a16="http://schemas.microsoft.com/office/drawing/2014/main" id="{E1A74D65-EA58-544C-9245-4B811C6056BF}"/>
              </a:ext>
            </a:extLst>
          </p:cNvPr>
          <p:cNvCxnSpPr>
            <a:cxnSpLocks/>
          </p:cNvCxnSpPr>
          <p:nvPr/>
        </p:nvCxnSpPr>
        <p:spPr>
          <a:xfrm>
            <a:off x="9940260" y="5486306"/>
            <a:ext cx="582190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5" name="图片 64">
            <a:extLst>
              <a:ext uri="{FF2B5EF4-FFF2-40B4-BE49-F238E27FC236}">
                <a16:creationId xmlns:a16="http://schemas.microsoft.com/office/drawing/2014/main" id="{52C62539-3A12-2146-A347-9CB18712FF4C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9904750" y="5365479"/>
            <a:ext cx="260233" cy="244810"/>
          </a:xfrm>
          <a:prstGeom prst="rect">
            <a:avLst/>
          </a:prstGeom>
        </p:spPr>
      </p:pic>
      <p:sp>
        <p:nvSpPr>
          <p:cNvPr id="66" name="圆角矩形 65">
            <a:extLst>
              <a:ext uri="{FF2B5EF4-FFF2-40B4-BE49-F238E27FC236}">
                <a16:creationId xmlns:a16="http://schemas.microsoft.com/office/drawing/2014/main" id="{3D75B3F2-A72A-734B-B8A7-269EBD4883DE}"/>
              </a:ext>
            </a:extLst>
          </p:cNvPr>
          <p:cNvSpPr/>
          <p:nvPr/>
        </p:nvSpPr>
        <p:spPr>
          <a:xfrm>
            <a:off x="6184517" y="3530937"/>
            <a:ext cx="612079" cy="1038774"/>
          </a:xfrm>
          <a:prstGeom prst="roundRect">
            <a:avLst/>
          </a:prstGeom>
          <a:solidFill>
            <a:schemeClr val="accent2">
              <a:alpha val="28156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3"/>
          </a:p>
        </p:txBody>
      </p:sp>
      <p:sp>
        <p:nvSpPr>
          <p:cNvPr id="67" name="圆角矩形 66">
            <a:extLst>
              <a:ext uri="{FF2B5EF4-FFF2-40B4-BE49-F238E27FC236}">
                <a16:creationId xmlns:a16="http://schemas.microsoft.com/office/drawing/2014/main" id="{3E08A26C-33FC-0E47-9A3A-61AA1CC04501}"/>
              </a:ext>
            </a:extLst>
          </p:cNvPr>
          <p:cNvSpPr/>
          <p:nvPr/>
        </p:nvSpPr>
        <p:spPr>
          <a:xfrm>
            <a:off x="6184517" y="4928151"/>
            <a:ext cx="599528" cy="718220"/>
          </a:xfrm>
          <a:prstGeom prst="roundRect">
            <a:avLst/>
          </a:prstGeom>
          <a:solidFill>
            <a:schemeClr val="accent2">
              <a:alpha val="28156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3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18005F19-9022-BC42-A143-D8BAA403391F}"/>
              </a:ext>
            </a:extLst>
          </p:cNvPr>
          <p:cNvSpPr txBox="1"/>
          <p:nvPr/>
        </p:nvSpPr>
        <p:spPr>
          <a:xfrm>
            <a:off x="6184517" y="3969971"/>
            <a:ext cx="597981" cy="260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43" dirty="0"/>
              <a:t>QPU</a:t>
            </a:r>
            <a:r>
              <a:rPr kumimoji="1" lang="en-US" altLang="zh-CN" sz="1143" baseline="-25000" dirty="0"/>
              <a:t>1</a:t>
            </a:r>
            <a:r>
              <a:rPr kumimoji="1" lang="en-US" altLang="zh-CN" sz="1143" dirty="0"/>
              <a:t> </a:t>
            </a:r>
            <a:endParaRPr kumimoji="1" lang="zh-CN" altLang="en-US" sz="1143" dirty="0"/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9BAD48C7-82EC-CC43-99BC-01421E0F5296}"/>
              </a:ext>
            </a:extLst>
          </p:cNvPr>
          <p:cNvSpPr txBox="1"/>
          <p:nvPr/>
        </p:nvSpPr>
        <p:spPr>
          <a:xfrm>
            <a:off x="6194594" y="5143902"/>
            <a:ext cx="597981" cy="260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43" dirty="0"/>
              <a:t>QPU</a:t>
            </a:r>
            <a:r>
              <a:rPr kumimoji="1" lang="en-US" altLang="zh-CN" sz="1143" baseline="-25000" dirty="0"/>
              <a:t>2</a:t>
            </a:r>
            <a:r>
              <a:rPr kumimoji="1" lang="en-US" altLang="zh-CN" sz="1143" dirty="0"/>
              <a:t> </a:t>
            </a:r>
            <a:endParaRPr kumimoji="1" lang="zh-CN" altLang="en-US" sz="1143" dirty="0"/>
          </a:p>
        </p:txBody>
      </p: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D73A4E0C-AB5C-654D-8442-157BFFDEEEBD}"/>
              </a:ext>
            </a:extLst>
          </p:cNvPr>
          <p:cNvCxnSpPr>
            <a:cxnSpLocks/>
          </p:cNvCxnSpPr>
          <p:nvPr/>
        </p:nvCxnSpPr>
        <p:spPr>
          <a:xfrm flipV="1">
            <a:off x="6858528" y="4489071"/>
            <a:ext cx="2141486" cy="335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图片 70">
            <a:extLst>
              <a:ext uri="{FF2B5EF4-FFF2-40B4-BE49-F238E27FC236}">
                <a16:creationId xmlns:a16="http://schemas.microsoft.com/office/drawing/2014/main" id="{29565B5E-D400-6941-B3A8-C1094FD664C1}"/>
              </a:ext>
            </a:extLst>
          </p:cNvPr>
          <p:cNvPicPr>
            <a:picLocks/>
          </p:cNvPicPr>
          <p:nvPr/>
        </p:nvPicPr>
        <p:blipFill>
          <a:blip r:embed="rId12"/>
          <a:stretch>
            <a:fillRect/>
          </a:stretch>
        </p:blipFill>
        <p:spPr>
          <a:xfrm>
            <a:off x="6664618" y="4401496"/>
            <a:ext cx="119427" cy="147367"/>
          </a:xfrm>
          <a:prstGeom prst="rect">
            <a:avLst/>
          </a:prstGeom>
        </p:spPr>
      </p:pic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E3626250-ED6C-3946-8A31-C77244B2046E}"/>
              </a:ext>
            </a:extLst>
          </p:cNvPr>
          <p:cNvCxnSpPr>
            <a:cxnSpLocks/>
          </p:cNvCxnSpPr>
          <p:nvPr/>
        </p:nvCxnSpPr>
        <p:spPr>
          <a:xfrm>
            <a:off x="8925109" y="4128587"/>
            <a:ext cx="0" cy="390465"/>
          </a:xfrm>
          <a:prstGeom prst="line">
            <a:avLst/>
          </a:prstGeom>
          <a:ln w="38100">
            <a:solidFill>
              <a:schemeClr val="accent3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>
            <a:extLst>
              <a:ext uri="{FF2B5EF4-FFF2-40B4-BE49-F238E27FC236}">
                <a16:creationId xmlns:a16="http://schemas.microsoft.com/office/drawing/2014/main" id="{F6EDD7EA-5E79-9E4E-AA27-E07ACEC1FF84}"/>
              </a:ext>
            </a:extLst>
          </p:cNvPr>
          <p:cNvSpPr>
            <a:spLocks/>
          </p:cNvSpPr>
          <p:nvPr/>
        </p:nvSpPr>
        <p:spPr>
          <a:xfrm>
            <a:off x="8794728" y="4357324"/>
            <a:ext cx="260233" cy="2448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16" dirty="0"/>
          </a:p>
        </p:txBody>
      </p:sp>
      <p:sp>
        <p:nvSpPr>
          <p:cNvPr id="75" name="圆角矩形 74">
            <a:extLst>
              <a:ext uri="{FF2B5EF4-FFF2-40B4-BE49-F238E27FC236}">
                <a16:creationId xmlns:a16="http://schemas.microsoft.com/office/drawing/2014/main" id="{DB27EEEE-8CDC-504C-9D2E-78F606BC259B}"/>
              </a:ext>
            </a:extLst>
          </p:cNvPr>
          <p:cNvSpPr/>
          <p:nvPr/>
        </p:nvSpPr>
        <p:spPr>
          <a:xfrm>
            <a:off x="7956026" y="4652877"/>
            <a:ext cx="1957218" cy="277685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143" dirty="0">
                <a:solidFill>
                  <a:schemeClr val="tx1"/>
                </a:solidFill>
                <a:latin typeface="FangSong" panose="02010609060101010101" pitchFamily="49" charset="-122"/>
                <a:cs typeface="Arial" panose="020B0604020202020204" pitchFamily="34" charset="0"/>
              </a:rPr>
              <a:t>经典通信</a:t>
            </a:r>
          </a:p>
        </p:txBody>
      </p:sp>
      <p:sp>
        <p:nvSpPr>
          <p:cNvPr id="76" name="左右箭头 75">
            <a:extLst>
              <a:ext uri="{FF2B5EF4-FFF2-40B4-BE49-F238E27FC236}">
                <a16:creationId xmlns:a16="http://schemas.microsoft.com/office/drawing/2014/main" id="{2F2CABF7-9AC5-1D4C-B767-BD9F96F30C71}"/>
              </a:ext>
            </a:extLst>
          </p:cNvPr>
          <p:cNvSpPr/>
          <p:nvPr/>
        </p:nvSpPr>
        <p:spPr>
          <a:xfrm rot="5400000">
            <a:off x="8243428" y="4672669"/>
            <a:ext cx="574429" cy="197379"/>
          </a:xfrm>
          <a:prstGeom prst="leftRightArrow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3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7C494269-1671-2241-B227-BAB3656EA818}"/>
              </a:ext>
            </a:extLst>
          </p:cNvPr>
          <p:cNvSpPr txBox="1"/>
          <p:nvPr/>
        </p:nvSpPr>
        <p:spPr>
          <a:xfrm>
            <a:off x="1880608" y="7925901"/>
            <a:ext cx="3189002" cy="317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524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Remote Gate– quantum network</a:t>
            </a:r>
            <a:endParaRPr kumimoji="1" lang="zh-CN" altLang="en-US" sz="1524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D79BE18C-65CF-0E46-806E-175277DFA856}"/>
              </a:ext>
            </a:extLst>
          </p:cNvPr>
          <p:cNvSpPr>
            <a:spLocks/>
          </p:cNvSpPr>
          <p:nvPr/>
        </p:nvSpPr>
        <p:spPr>
          <a:xfrm>
            <a:off x="2733100" y="2260554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X</a:t>
            </a:r>
            <a:endParaRPr kumimoji="1" lang="zh-CN" altLang="en-US" sz="1000" dirty="0"/>
          </a:p>
        </p:txBody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03B1F734-85E5-C843-BE6B-B2A226FA5D08}"/>
              </a:ext>
            </a:extLst>
          </p:cNvPr>
          <p:cNvSpPr>
            <a:spLocks/>
          </p:cNvSpPr>
          <p:nvPr/>
        </p:nvSpPr>
        <p:spPr>
          <a:xfrm>
            <a:off x="3842209" y="308818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X</a:t>
            </a:r>
            <a:endParaRPr kumimoji="1" lang="zh-CN" altLang="en-US" sz="1000" dirty="0"/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F05EBF3D-72DF-7046-AA6B-E577488EA1BB}"/>
              </a:ext>
            </a:extLst>
          </p:cNvPr>
          <p:cNvSpPr>
            <a:spLocks/>
          </p:cNvSpPr>
          <p:nvPr/>
        </p:nvSpPr>
        <p:spPr>
          <a:xfrm>
            <a:off x="3856661" y="1845427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S</a:t>
            </a:r>
            <a:endParaRPr kumimoji="1" lang="zh-CN" altLang="en-US" sz="1016" dirty="0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37A4ED1C-09A3-4742-B0E7-2C5F8348995C}"/>
              </a:ext>
            </a:extLst>
          </p:cNvPr>
          <p:cNvSpPr>
            <a:spLocks/>
          </p:cNvSpPr>
          <p:nvPr/>
        </p:nvSpPr>
        <p:spPr>
          <a:xfrm>
            <a:off x="4362042" y="308818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H</a:t>
            </a:r>
            <a:endParaRPr kumimoji="1" lang="zh-CN" altLang="en-US" sz="1000" dirty="0"/>
          </a:p>
        </p:txBody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3900D1FB-31C8-B848-B614-88967944C034}"/>
              </a:ext>
            </a:extLst>
          </p:cNvPr>
          <p:cNvSpPr/>
          <p:nvPr/>
        </p:nvSpPr>
        <p:spPr>
          <a:xfrm>
            <a:off x="7120217" y="1832864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R</a:t>
            </a:r>
            <a:r>
              <a:rPr kumimoji="1" lang="en-US" altLang="zh-CN" sz="1000" baseline="-25000" dirty="0"/>
              <a:t>x</a:t>
            </a:r>
            <a:endParaRPr kumimoji="1" lang="zh-CN" altLang="en-US" sz="1000" dirty="0"/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FA693636-DB96-5C4B-BC24-55EE3256A43E}"/>
              </a:ext>
            </a:extLst>
          </p:cNvPr>
          <p:cNvSpPr>
            <a:spLocks/>
          </p:cNvSpPr>
          <p:nvPr/>
        </p:nvSpPr>
        <p:spPr>
          <a:xfrm>
            <a:off x="7120216" y="2250811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H</a:t>
            </a:r>
            <a:endParaRPr kumimoji="1" lang="zh-CN" altLang="en-US" sz="1000" dirty="0"/>
          </a:p>
        </p:txBody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659C4D35-F7A8-C246-857D-E714829A2DE5}"/>
              </a:ext>
            </a:extLst>
          </p:cNvPr>
          <p:cNvSpPr>
            <a:spLocks/>
          </p:cNvSpPr>
          <p:nvPr/>
        </p:nvSpPr>
        <p:spPr>
          <a:xfrm>
            <a:off x="7121417" y="3078737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S</a:t>
            </a:r>
            <a:endParaRPr kumimoji="1" lang="zh-CN" altLang="en-US" sz="1016" dirty="0"/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5FD69241-B5C6-8D41-8448-071ABFC5156C}"/>
              </a:ext>
            </a:extLst>
          </p:cNvPr>
          <p:cNvSpPr>
            <a:spLocks/>
          </p:cNvSpPr>
          <p:nvPr/>
        </p:nvSpPr>
        <p:spPr>
          <a:xfrm>
            <a:off x="7672384" y="3078737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Z</a:t>
            </a:r>
            <a:endParaRPr kumimoji="1" lang="zh-CN" altLang="en-US" sz="1016" dirty="0"/>
          </a:p>
        </p:txBody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6D456765-A734-E94D-9835-C57400DE1877}"/>
              </a:ext>
            </a:extLst>
          </p:cNvPr>
          <p:cNvSpPr>
            <a:spLocks/>
          </p:cNvSpPr>
          <p:nvPr/>
        </p:nvSpPr>
        <p:spPr>
          <a:xfrm>
            <a:off x="8223351" y="3078737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R</a:t>
            </a:r>
            <a:r>
              <a:rPr kumimoji="1" lang="en-US" altLang="zh-CN" sz="1016" baseline="-25000" dirty="0"/>
              <a:t>x</a:t>
            </a:r>
            <a:endParaRPr kumimoji="1" lang="zh-CN" altLang="en-US" sz="1016" baseline="-25000" dirty="0"/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E524E8CB-89BB-2F4A-B269-BCC0537A6B67}"/>
              </a:ext>
            </a:extLst>
          </p:cNvPr>
          <p:cNvSpPr>
            <a:spLocks/>
          </p:cNvSpPr>
          <p:nvPr/>
        </p:nvSpPr>
        <p:spPr>
          <a:xfrm>
            <a:off x="8774318" y="3078737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X</a:t>
            </a:r>
            <a:endParaRPr kumimoji="1" lang="zh-CN" altLang="en-US" sz="1000" dirty="0"/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007146A0-531E-0043-905A-E13DDDA36010}"/>
              </a:ext>
            </a:extLst>
          </p:cNvPr>
          <p:cNvSpPr>
            <a:spLocks/>
          </p:cNvSpPr>
          <p:nvPr/>
        </p:nvSpPr>
        <p:spPr>
          <a:xfrm>
            <a:off x="9325286" y="3079551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H</a:t>
            </a:r>
            <a:endParaRPr kumimoji="1" lang="zh-CN" altLang="en-US" sz="1000" dirty="0"/>
          </a:p>
        </p:txBody>
      </p:sp>
      <p:sp>
        <p:nvSpPr>
          <p:cNvPr id="194" name="矩形 193">
            <a:extLst>
              <a:ext uri="{FF2B5EF4-FFF2-40B4-BE49-F238E27FC236}">
                <a16:creationId xmlns:a16="http://schemas.microsoft.com/office/drawing/2014/main" id="{E0CB4AFE-97B3-1046-8BF5-B2762BD4FC16}"/>
              </a:ext>
            </a:extLst>
          </p:cNvPr>
          <p:cNvSpPr>
            <a:spLocks/>
          </p:cNvSpPr>
          <p:nvPr/>
        </p:nvSpPr>
        <p:spPr>
          <a:xfrm>
            <a:off x="7666186" y="2242824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X</a:t>
            </a:r>
            <a:endParaRPr kumimoji="1" lang="zh-CN" altLang="en-US" sz="1000" dirty="0"/>
          </a:p>
        </p:txBody>
      </p:sp>
      <p:sp>
        <p:nvSpPr>
          <p:cNvPr id="196" name="矩形 195">
            <a:extLst>
              <a:ext uri="{FF2B5EF4-FFF2-40B4-BE49-F238E27FC236}">
                <a16:creationId xmlns:a16="http://schemas.microsoft.com/office/drawing/2014/main" id="{63866886-2DDB-1647-B831-0E6E6AFDE942}"/>
              </a:ext>
            </a:extLst>
          </p:cNvPr>
          <p:cNvSpPr>
            <a:spLocks/>
          </p:cNvSpPr>
          <p:nvPr/>
        </p:nvSpPr>
        <p:spPr>
          <a:xfrm>
            <a:off x="8219608" y="1834709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T</a:t>
            </a:r>
            <a:endParaRPr kumimoji="1" lang="zh-CN" altLang="en-US" sz="1016" dirty="0"/>
          </a:p>
        </p:txBody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22DCE256-9DDE-A148-AC9E-DE44A15E7BB6}"/>
              </a:ext>
            </a:extLst>
          </p:cNvPr>
          <p:cNvSpPr>
            <a:spLocks/>
          </p:cNvSpPr>
          <p:nvPr/>
        </p:nvSpPr>
        <p:spPr>
          <a:xfrm>
            <a:off x="8224003" y="223948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R</a:t>
            </a:r>
            <a:r>
              <a:rPr kumimoji="1" lang="en-US" altLang="zh-CN" sz="1016" baseline="-25000" dirty="0"/>
              <a:t>x</a:t>
            </a:r>
            <a:endParaRPr kumimoji="1" lang="zh-CN" altLang="en-US" sz="1016" baseline="-25000" dirty="0"/>
          </a:p>
        </p:txBody>
      </p:sp>
      <p:sp>
        <p:nvSpPr>
          <p:cNvPr id="198" name="矩形 197">
            <a:extLst>
              <a:ext uri="{FF2B5EF4-FFF2-40B4-BE49-F238E27FC236}">
                <a16:creationId xmlns:a16="http://schemas.microsoft.com/office/drawing/2014/main" id="{BDACB804-EF40-F444-A564-FC05E784F73E}"/>
              </a:ext>
            </a:extLst>
          </p:cNvPr>
          <p:cNvSpPr>
            <a:spLocks/>
          </p:cNvSpPr>
          <p:nvPr/>
        </p:nvSpPr>
        <p:spPr>
          <a:xfrm>
            <a:off x="8776228" y="1838790"/>
            <a:ext cx="320635" cy="248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S</a:t>
            </a:r>
            <a:endParaRPr kumimoji="1" lang="zh-CN" altLang="en-US" sz="1016" dirty="0"/>
          </a:p>
        </p:txBody>
      </p:sp>
      <p:cxnSp>
        <p:nvCxnSpPr>
          <p:cNvPr id="199" name="直线连接符 198">
            <a:extLst>
              <a:ext uri="{FF2B5EF4-FFF2-40B4-BE49-F238E27FC236}">
                <a16:creationId xmlns:a16="http://schemas.microsoft.com/office/drawing/2014/main" id="{7E751B61-E64C-5C4F-862D-A72F60C85F8E}"/>
              </a:ext>
            </a:extLst>
          </p:cNvPr>
          <p:cNvCxnSpPr>
            <a:cxnSpLocks/>
          </p:cNvCxnSpPr>
          <p:nvPr/>
        </p:nvCxnSpPr>
        <p:spPr>
          <a:xfrm>
            <a:off x="7828034" y="3721778"/>
            <a:ext cx="0" cy="390465"/>
          </a:xfrm>
          <a:prstGeom prst="line">
            <a:avLst/>
          </a:prstGeom>
          <a:ln w="38100">
            <a:solidFill>
              <a:schemeClr val="accent3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矩形 199">
            <a:extLst>
              <a:ext uri="{FF2B5EF4-FFF2-40B4-BE49-F238E27FC236}">
                <a16:creationId xmlns:a16="http://schemas.microsoft.com/office/drawing/2014/main" id="{6B6B2846-AD47-2B45-B5FA-6B1BDD089C02}"/>
              </a:ext>
            </a:extLst>
          </p:cNvPr>
          <p:cNvSpPr/>
          <p:nvPr/>
        </p:nvSpPr>
        <p:spPr>
          <a:xfrm>
            <a:off x="7120503" y="358779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R</a:t>
            </a:r>
            <a:r>
              <a:rPr kumimoji="1" lang="en-US" altLang="zh-CN" sz="1000" baseline="-25000" dirty="0"/>
              <a:t>x</a:t>
            </a:r>
            <a:endParaRPr kumimoji="1" lang="zh-CN" altLang="en-US" sz="1000" dirty="0"/>
          </a:p>
        </p:txBody>
      </p:sp>
      <p:sp>
        <p:nvSpPr>
          <p:cNvPr id="201" name="矩形 200">
            <a:extLst>
              <a:ext uri="{FF2B5EF4-FFF2-40B4-BE49-F238E27FC236}">
                <a16:creationId xmlns:a16="http://schemas.microsoft.com/office/drawing/2014/main" id="{6E00CA0D-28FE-A849-916E-2C2C3D1849B2}"/>
              </a:ext>
            </a:extLst>
          </p:cNvPr>
          <p:cNvSpPr>
            <a:spLocks/>
          </p:cNvSpPr>
          <p:nvPr/>
        </p:nvSpPr>
        <p:spPr>
          <a:xfrm>
            <a:off x="7120502" y="4005740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H</a:t>
            </a:r>
            <a:endParaRPr kumimoji="1" lang="zh-CN" altLang="en-US" sz="1000" dirty="0"/>
          </a:p>
        </p:txBody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49252D94-7E52-714B-BF19-CA3BEA800603}"/>
              </a:ext>
            </a:extLst>
          </p:cNvPr>
          <p:cNvSpPr>
            <a:spLocks/>
          </p:cNvSpPr>
          <p:nvPr/>
        </p:nvSpPr>
        <p:spPr>
          <a:xfrm>
            <a:off x="7666472" y="399775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X</a:t>
            </a:r>
            <a:endParaRPr kumimoji="1" lang="zh-CN" altLang="en-US" sz="1000" dirty="0"/>
          </a:p>
        </p:txBody>
      </p:sp>
      <p:sp>
        <p:nvSpPr>
          <p:cNvPr id="203" name="矩形 202">
            <a:extLst>
              <a:ext uri="{FF2B5EF4-FFF2-40B4-BE49-F238E27FC236}">
                <a16:creationId xmlns:a16="http://schemas.microsoft.com/office/drawing/2014/main" id="{20560E98-60A6-3140-ADE0-66A85B305653}"/>
              </a:ext>
            </a:extLst>
          </p:cNvPr>
          <p:cNvSpPr>
            <a:spLocks/>
          </p:cNvSpPr>
          <p:nvPr/>
        </p:nvSpPr>
        <p:spPr>
          <a:xfrm>
            <a:off x="8219894" y="3589638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T</a:t>
            </a:r>
            <a:endParaRPr kumimoji="1" lang="zh-CN" altLang="en-US" sz="1016" dirty="0"/>
          </a:p>
        </p:txBody>
      </p:sp>
      <p:sp>
        <p:nvSpPr>
          <p:cNvPr id="204" name="矩形 203">
            <a:extLst>
              <a:ext uri="{FF2B5EF4-FFF2-40B4-BE49-F238E27FC236}">
                <a16:creationId xmlns:a16="http://schemas.microsoft.com/office/drawing/2014/main" id="{C390AF21-0894-9444-8BB8-67380E62A128}"/>
              </a:ext>
            </a:extLst>
          </p:cNvPr>
          <p:cNvSpPr>
            <a:spLocks/>
          </p:cNvSpPr>
          <p:nvPr/>
        </p:nvSpPr>
        <p:spPr>
          <a:xfrm>
            <a:off x="8224289" y="3994412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R</a:t>
            </a:r>
            <a:r>
              <a:rPr kumimoji="1" lang="en-US" altLang="zh-CN" sz="1016" baseline="-25000" dirty="0"/>
              <a:t>x</a:t>
            </a:r>
            <a:endParaRPr kumimoji="1" lang="zh-CN" altLang="en-US" sz="1016" baseline="-25000" dirty="0"/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FCF67E44-959F-064C-A1F0-76C331125A92}"/>
              </a:ext>
            </a:extLst>
          </p:cNvPr>
          <p:cNvSpPr>
            <a:spLocks/>
          </p:cNvSpPr>
          <p:nvPr/>
        </p:nvSpPr>
        <p:spPr>
          <a:xfrm>
            <a:off x="8771219" y="3590918"/>
            <a:ext cx="320635" cy="248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S</a:t>
            </a:r>
            <a:endParaRPr kumimoji="1" lang="zh-CN" altLang="en-US" sz="1016" dirty="0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F0F6782E-29CA-3C4E-B62F-AAC5D4F63AC9}"/>
              </a:ext>
            </a:extLst>
          </p:cNvPr>
          <p:cNvSpPr>
            <a:spLocks/>
          </p:cNvSpPr>
          <p:nvPr/>
        </p:nvSpPr>
        <p:spPr>
          <a:xfrm>
            <a:off x="7156372" y="533450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S</a:t>
            </a:r>
            <a:endParaRPr kumimoji="1" lang="zh-CN" altLang="en-US" sz="1016" dirty="0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D36ECBF2-A575-1649-9A06-E4AFE0135C69}"/>
              </a:ext>
            </a:extLst>
          </p:cNvPr>
          <p:cNvSpPr>
            <a:spLocks/>
          </p:cNvSpPr>
          <p:nvPr/>
        </p:nvSpPr>
        <p:spPr>
          <a:xfrm>
            <a:off x="7708522" y="533450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Z</a:t>
            </a:r>
            <a:endParaRPr kumimoji="1" lang="zh-CN" altLang="en-US" sz="1016" dirty="0"/>
          </a:p>
        </p:txBody>
      </p:sp>
      <p:sp>
        <p:nvSpPr>
          <p:cNvPr id="208" name="矩形 207">
            <a:extLst>
              <a:ext uri="{FF2B5EF4-FFF2-40B4-BE49-F238E27FC236}">
                <a16:creationId xmlns:a16="http://schemas.microsoft.com/office/drawing/2014/main" id="{75F616D2-E264-0648-B29A-E0EA81E0557A}"/>
              </a:ext>
            </a:extLst>
          </p:cNvPr>
          <p:cNvSpPr>
            <a:spLocks/>
          </p:cNvSpPr>
          <p:nvPr/>
        </p:nvSpPr>
        <p:spPr>
          <a:xfrm>
            <a:off x="8260672" y="533450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R</a:t>
            </a:r>
            <a:r>
              <a:rPr kumimoji="1" lang="en-US" altLang="zh-CN" sz="1016" baseline="-25000" dirty="0"/>
              <a:t>x</a:t>
            </a:r>
            <a:endParaRPr kumimoji="1" lang="zh-CN" altLang="en-US" sz="1016" baseline="-25000" dirty="0"/>
          </a:p>
        </p:txBody>
      </p:sp>
      <p:sp>
        <p:nvSpPr>
          <p:cNvPr id="209" name="矩形 208">
            <a:extLst>
              <a:ext uri="{FF2B5EF4-FFF2-40B4-BE49-F238E27FC236}">
                <a16:creationId xmlns:a16="http://schemas.microsoft.com/office/drawing/2014/main" id="{825B23CD-A52A-F045-8813-88F83F67D0DC}"/>
              </a:ext>
            </a:extLst>
          </p:cNvPr>
          <p:cNvSpPr>
            <a:spLocks/>
          </p:cNvSpPr>
          <p:nvPr/>
        </p:nvSpPr>
        <p:spPr>
          <a:xfrm>
            <a:off x="8784520" y="533450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X</a:t>
            </a:r>
            <a:endParaRPr kumimoji="1" lang="zh-CN" altLang="en-US" sz="1000" dirty="0"/>
          </a:p>
        </p:txBody>
      </p:sp>
      <p:sp>
        <p:nvSpPr>
          <p:cNvPr id="210" name="矩形 209">
            <a:extLst>
              <a:ext uri="{FF2B5EF4-FFF2-40B4-BE49-F238E27FC236}">
                <a16:creationId xmlns:a16="http://schemas.microsoft.com/office/drawing/2014/main" id="{9CA97D36-3A32-EF44-9DA6-293B0ECE1F48}"/>
              </a:ext>
            </a:extLst>
          </p:cNvPr>
          <p:cNvSpPr>
            <a:spLocks/>
          </p:cNvSpPr>
          <p:nvPr/>
        </p:nvSpPr>
        <p:spPr>
          <a:xfrm>
            <a:off x="9304353" y="533450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H</a:t>
            </a:r>
            <a:endParaRPr kumimoji="1" lang="zh-CN" altLang="en-US" sz="1000" dirty="0"/>
          </a:p>
        </p:txBody>
      </p:sp>
      <p:cxnSp>
        <p:nvCxnSpPr>
          <p:cNvPr id="250" name="直线箭头连接符 249">
            <a:extLst>
              <a:ext uri="{FF2B5EF4-FFF2-40B4-BE49-F238E27FC236}">
                <a16:creationId xmlns:a16="http://schemas.microsoft.com/office/drawing/2014/main" id="{771EF772-26FA-2D45-98C8-CC669C925EF4}"/>
              </a:ext>
            </a:extLst>
          </p:cNvPr>
          <p:cNvCxnSpPr>
            <a:cxnSpLocks/>
          </p:cNvCxnSpPr>
          <p:nvPr/>
        </p:nvCxnSpPr>
        <p:spPr>
          <a:xfrm>
            <a:off x="5234693" y="3904926"/>
            <a:ext cx="388126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直线箭头连接符 250">
            <a:extLst>
              <a:ext uri="{FF2B5EF4-FFF2-40B4-BE49-F238E27FC236}">
                <a16:creationId xmlns:a16="http://schemas.microsoft.com/office/drawing/2014/main" id="{43AF9CAA-7589-484E-9DF9-411EDF972A9D}"/>
              </a:ext>
            </a:extLst>
          </p:cNvPr>
          <p:cNvCxnSpPr>
            <a:cxnSpLocks/>
          </p:cNvCxnSpPr>
          <p:nvPr/>
        </p:nvCxnSpPr>
        <p:spPr>
          <a:xfrm>
            <a:off x="1976939" y="4815353"/>
            <a:ext cx="31189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线箭头连接符 251">
            <a:extLst>
              <a:ext uri="{FF2B5EF4-FFF2-40B4-BE49-F238E27FC236}">
                <a16:creationId xmlns:a16="http://schemas.microsoft.com/office/drawing/2014/main" id="{5DCFB66C-4499-3B43-ABD0-BD5CF8F02893}"/>
              </a:ext>
            </a:extLst>
          </p:cNvPr>
          <p:cNvCxnSpPr>
            <a:cxnSpLocks/>
          </p:cNvCxnSpPr>
          <p:nvPr/>
        </p:nvCxnSpPr>
        <p:spPr>
          <a:xfrm>
            <a:off x="1964389" y="4311172"/>
            <a:ext cx="3118675" cy="47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直线箭头连接符 252">
            <a:extLst>
              <a:ext uri="{FF2B5EF4-FFF2-40B4-BE49-F238E27FC236}">
                <a16:creationId xmlns:a16="http://schemas.microsoft.com/office/drawing/2014/main" id="{9A522170-54C6-2740-8F61-296392F0F382}"/>
              </a:ext>
            </a:extLst>
          </p:cNvPr>
          <p:cNvCxnSpPr>
            <a:cxnSpLocks/>
          </p:cNvCxnSpPr>
          <p:nvPr/>
        </p:nvCxnSpPr>
        <p:spPr>
          <a:xfrm>
            <a:off x="1964389" y="3904926"/>
            <a:ext cx="31186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4" name="图片 253">
            <a:extLst>
              <a:ext uri="{FF2B5EF4-FFF2-40B4-BE49-F238E27FC236}">
                <a16:creationId xmlns:a16="http://schemas.microsoft.com/office/drawing/2014/main" id="{DAA4DF02-527B-8241-8BF4-7F9EEA5D7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251" y="3851708"/>
            <a:ext cx="117978" cy="101518"/>
          </a:xfrm>
          <a:prstGeom prst="rect">
            <a:avLst/>
          </a:prstGeom>
        </p:spPr>
      </p:pic>
      <p:pic>
        <p:nvPicPr>
          <p:cNvPr id="255" name="图片 254">
            <a:extLst>
              <a:ext uri="{FF2B5EF4-FFF2-40B4-BE49-F238E27FC236}">
                <a16:creationId xmlns:a16="http://schemas.microsoft.com/office/drawing/2014/main" id="{ED5B067E-7AE8-B844-8A11-6B2C5DCE2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801" y="4260007"/>
            <a:ext cx="119428" cy="100695"/>
          </a:xfrm>
          <a:prstGeom prst="rect">
            <a:avLst/>
          </a:prstGeom>
        </p:spPr>
      </p:pic>
      <p:cxnSp>
        <p:nvCxnSpPr>
          <p:cNvPr id="257" name="直线箭头连接符 256">
            <a:extLst>
              <a:ext uri="{FF2B5EF4-FFF2-40B4-BE49-F238E27FC236}">
                <a16:creationId xmlns:a16="http://schemas.microsoft.com/office/drawing/2014/main" id="{C016BB5A-2933-6347-8625-B1BBD77CCFED}"/>
              </a:ext>
            </a:extLst>
          </p:cNvPr>
          <p:cNvCxnSpPr>
            <a:cxnSpLocks/>
          </p:cNvCxnSpPr>
          <p:nvPr/>
        </p:nvCxnSpPr>
        <p:spPr>
          <a:xfrm>
            <a:off x="1976939" y="5231072"/>
            <a:ext cx="3117474" cy="106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8" name="图片 257">
            <a:extLst>
              <a:ext uri="{FF2B5EF4-FFF2-40B4-BE49-F238E27FC236}">
                <a16:creationId xmlns:a16="http://schemas.microsoft.com/office/drawing/2014/main" id="{AF7972B9-77BB-9E47-AC21-176AF0F8B9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4352" y="5162429"/>
            <a:ext cx="119428" cy="99920"/>
          </a:xfrm>
          <a:prstGeom prst="rect">
            <a:avLst/>
          </a:prstGeom>
        </p:spPr>
      </p:pic>
      <p:pic>
        <p:nvPicPr>
          <p:cNvPr id="259" name="图片 258">
            <a:extLst>
              <a:ext uri="{FF2B5EF4-FFF2-40B4-BE49-F238E27FC236}">
                <a16:creationId xmlns:a16="http://schemas.microsoft.com/office/drawing/2014/main" id="{94DFD4E9-7DEA-9445-BCA9-5263BAB89BA0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1776336" y="4687612"/>
            <a:ext cx="119428" cy="170533"/>
          </a:xfrm>
          <a:prstGeom prst="rect">
            <a:avLst/>
          </a:prstGeom>
        </p:spPr>
      </p:pic>
      <p:pic>
        <p:nvPicPr>
          <p:cNvPr id="260" name="图片 259">
            <a:extLst>
              <a:ext uri="{FF2B5EF4-FFF2-40B4-BE49-F238E27FC236}">
                <a16:creationId xmlns:a16="http://schemas.microsoft.com/office/drawing/2014/main" id="{AE0F4F6A-DA85-FA41-8D29-7F2629FCC04D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007701" y="4191911"/>
            <a:ext cx="260233" cy="244810"/>
          </a:xfrm>
          <a:prstGeom prst="rect">
            <a:avLst/>
          </a:prstGeom>
        </p:spPr>
      </p:pic>
      <p:cxnSp>
        <p:nvCxnSpPr>
          <p:cNvPr id="261" name="直线箭头连接符 260">
            <a:extLst>
              <a:ext uri="{FF2B5EF4-FFF2-40B4-BE49-F238E27FC236}">
                <a16:creationId xmlns:a16="http://schemas.microsoft.com/office/drawing/2014/main" id="{A7153AC9-58DE-3E41-84EA-C787FEBE98BC}"/>
              </a:ext>
            </a:extLst>
          </p:cNvPr>
          <p:cNvCxnSpPr>
            <a:cxnSpLocks/>
          </p:cNvCxnSpPr>
          <p:nvPr/>
        </p:nvCxnSpPr>
        <p:spPr>
          <a:xfrm>
            <a:off x="5261159" y="4315900"/>
            <a:ext cx="354885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2" name="图片 261">
            <a:extLst>
              <a:ext uri="{FF2B5EF4-FFF2-40B4-BE49-F238E27FC236}">
                <a16:creationId xmlns:a16="http://schemas.microsoft.com/office/drawing/2014/main" id="{F2551DB2-01AE-C84C-9A53-7BFDD88E2F5B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007701" y="3776365"/>
            <a:ext cx="260233" cy="244810"/>
          </a:xfrm>
          <a:prstGeom prst="rect">
            <a:avLst/>
          </a:prstGeom>
        </p:spPr>
      </p:pic>
      <p:cxnSp>
        <p:nvCxnSpPr>
          <p:cNvPr id="263" name="直线箭头连接符 262">
            <a:extLst>
              <a:ext uri="{FF2B5EF4-FFF2-40B4-BE49-F238E27FC236}">
                <a16:creationId xmlns:a16="http://schemas.microsoft.com/office/drawing/2014/main" id="{8F090FC0-6B31-B845-8E86-A1751869FEB0}"/>
              </a:ext>
            </a:extLst>
          </p:cNvPr>
          <p:cNvCxnSpPr>
            <a:cxnSpLocks/>
          </p:cNvCxnSpPr>
          <p:nvPr/>
        </p:nvCxnSpPr>
        <p:spPr>
          <a:xfrm>
            <a:off x="5051978" y="5240157"/>
            <a:ext cx="582190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4" name="图片 263">
            <a:extLst>
              <a:ext uri="{FF2B5EF4-FFF2-40B4-BE49-F238E27FC236}">
                <a16:creationId xmlns:a16="http://schemas.microsoft.com/office/drawing/2014/main" id="{DD116BEC-8F25-D542-BA8B-FADB1148FF91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016468" y="5119330"/>
            <a:ext cx="260233" cy="244810"/>
          </a:xfrm>
          <a:prstGeom prst="rect">
            <a:avLst/>
          </a:prstGeom>
        </p:spPr>
      </p:pic>
      <p:sp>
        <p:nvSpPr>
          <p:cNvPr id="265" name="圆角矩形 264">
            <a:extLst>
              <a:ext uri="{FF2B5EF4-FFF2-40B4-BE49-F238E27FC236}">
                <a16:creationId xmlns:a16="http://schemas.microsoft.com/office/drawing/2014/main" id="{10313F10-C978-4D41-BE37-7CDF9BC7D272}"/>
              </a:ext>
            </a:extLst>
          </p:cNvPr>
          <p:cNvSpPr/>
          <p:nvPr/>
        </p:nvSpPr>
        <p:spPr>
          <a:xfrm>
            <a:off x="1282984" y="3704575"/>
            <a:ext cx="612079" cy="800682"/>
          </a:xfrm>
          <a:prstGeom prst="roundRect">
            <a:avLst/>
          </a:prstGeom>
          <a:solidFill>
            <a:schemeClr val="accent2">
              <a:alpha val="28156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3"/>
          </a:p>
        </p:txBody>
      </p:sp>
      <p:sp>
        <p:nvSpPr>
          <p:cNvPr id="266" name="圆角矩形 265">
            <a:extLst>
              <a:ext uri="{FF2B5EF4-FFF2-40B4-BE49-F238E27FC236}">
                <a16:creationId xmlns:a16="http://schemas.microsoft.com/office/drawing/2014/main" id="{10D90C63-B79F-C841-8117-6663FAE68961}"/>
              </a:ext>
            </a:extLst>
          </p:cNvPr>
          <p:cNvSpPr/>
          <p:nvPr/>
        </p:nvSpPr>
        <p:spPr>
          <a:xfrm>
            <a:off x="1296235" y="4682002"/>
            <a:ext cx="599528" cy="718220"/>
          </a:xfrm>
          <a:prstGeom prst="roundRect">
            <a:avLst/>
          </a:prstGeom>
          <a:solidFill>
            <a:schemeClr val="accent2">
              <a:alpha val="28156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3" dirty="0"/>
          </a:p>
        </p:txBody>
      </p:sp>
      <p:sp>
        <p:nvSpPr>
          <p:cNvPr id="267" name="文本框 266">
            <a:extLst>
              <a:ext uri="{FF2B5EF4-FFF2-40B4-BE49-F238E27FC236}">
                <a16:creationId xmlns:a16="http://schemas.microsoft.com/office/drawing/2014/main" id="{81735445-13A8-0846-BB32-4B1E721171E5}"/>
              </a:ext>
            </a:extLst>
          </p:cNvPr>
          <p:cNvSpPr txBox="1"/>
          <p:nvPr/>
        </p:nvSpPr>
        <p:spPr>
          <a:xfrm>
            <a:off x="1271479" y="3968616"/>
            <a:ext cx="597981" cy="260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43" dirty="0"/>
              <a:t>QPU</a:t>
            </a:r>
            <a:r>
              <a:rPr kumimoji="1" lang="en-US" altLang="zh-CN" sz="1143" baseline="-25000" dirty="0"/>
              <a:t>1</a:t>
            </a:r>
            <a:r>
              <a:rPr kumimoji="1" lang="en-US" altLang="zh-CN" sz="1143" dirty="0"/>
              <a:t> </a:t>
            </a:r>
            <a:endParaRPr kumimoji="1" lang="zh-CN" altLang="en-US" sz="1143" dirty="0"/>
          </a:p>
        </p:txBody>
      </p:sp>
      <p:sp>
        <p:nvSpPr>
          <p:cNvPr id="268" name="文本框 267">
            <a:extLst>
              <a:ext uri="{FF2B5EF4-FFF2-40B4-BE49-F238E27FC236}">
                <a16:creationId xmlns:a16="http://schemas.microsoft.com/office/drawing/2014/main" id="{A6140CE2-581B-FB42-98C0-28B7863D33B8}"/>
              </a:ext>
            </a:extLst>
          </p:cNvPr>
          <p:cNvSpPr txBox="1"/>
          <p:nvPr/>
        </p:nvSpPr>
        <p:spPr>
          <a:xfrm>
            <a:off x="1306312" y="4897753"/>
            <a:ext cx="597981" cy="260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43" dirty="0"/>
              <a:t>QPU</a:t>
            </a:r>
            <a:r>
              <a:rPr kumimoji="1" lang="en-US" altLang="zh-CN" sz="1143" baseline="-25000" dirty="0"/>
              <a:t>2</a:t>
            </a:r>
            <a:r>
              <a:rPr kumimoji="1" lang="en-US" altLang="zh-CN" sz="1143" dirty="0"/>
              <a:t> </a:t>
            </a:r>
            <a:endParaRPr kumimoji="1" lang="zh-CN" altLang="en-US" sz="1143" dirty="0"/>
          </a:p>
        </p:txBody>
      </p:sp>
      <p:cxnSp>
        <p:nvCxnSpPr>
          <p:cNvPr id="277" name="直线连接符 276">
            <a:extLst>
              <a:ext uri="{FF2B5EF4-FFF2-40B4-BE49-F238E27FC236}">
                <a16:creationId xmlns:a16="http://schemas.microsoft.com/office/drawing/2014/main" id="{FBDD3503-B058-9446-8DF1-A48798C7E926}"/>
              </a:ext>
            </a:extLst>
          </p:cNvPr>
          <p:cNvCxnSpPr>
            <a:cxnSpLocks/>
          </p:cNvCxnSpPr>
          <p:nvPr/>
        </p:nvCxnSpPr>
        <p:spPr>
          <a:xfrm>
            <a:off x="2926501" y="3895416"/>
            <a:ext cx="0" cy="390465"/>
          </a:xfrm>
          <a:prstGeom prst="line">
            <a:avLst/>
          </a:prstGeom>
          <a:ln w="38100">
            <a:solidFill>
              <a:schemeClr val="accent3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矩形 277">
            <a:extLst>
              <a:ext uri="{FF2B5EF4-FFF2-40B4-BE49-F238E27FC236}">
                <a16:creationId xmlns:a16="http://schemas.microsoft.com/office/drawing/2014/main" id="{D57850A0-0097-204C-876F-B90556EF01D4}"/>
              </a:ext>
            </a:extLst>
          </p:cNvPr>
          <p:cNvSpPr/>
          <p:nvPr/>
        </p:nvSpPr>
        <p:spPr>
          <a:xfrm>
            <a:off x="2218970" y="3761431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R</a:t>
            </a:r>
            <a:r>
              <a:rPr kumimoji="1" lang="en-US" altLang="zh-CN" sz="1000" baseline="-25000" dirty="0"/>
              <a:t>x</a:t>
            </a:r>
            <a:endParaRPr kumimoji="1" lang="zh-CN" altLang="en-US" sz="1000" dirty="0"/>
          </a:p>
        </p:txBody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A5DD4A26-36C2-7646-A52C-A4C44A31F34B}"/>
              </a:ext>
            </a:extLst>
          </p:cNvPr>
          <p:cNvSpPr>
            <a:spLocks/>
          </p:cNvSpPr>
          <p:nvPr/>
        </p:nvSpPr>
        <p:spPr>
          <a:xfrm>
            <a:off x="2218969" y="4179378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H</a:t>
            </a:r>
            <a:endParaRPr kumimoji="1" lang="zh-CN" altLang="en-US" sz="1000" dirty="0"/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13B6F023-92A4-C04B-B75A-CC4601755E5D}"/>
              </a:ext>
            </a:extLst>
          </p:cNvPr>
          <p:cNvSpPr>
            <a:spLocks/>
          </p:cNvSpPr>
          <p:nvPr/>
        </p:nvSpPr>
        <p:spPr>
          <a:xfrm>
            <a:off x="2764939" y="4171391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X</a:t>
            </a:r>
            <a:endParaRPr kumimoji="1" lang="zh-CN" altLang="en-US" sz="1000" dirty="0"/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8DC710B4-1FF8-F34E-BEB7-671E3D9F1F49}"/>
              </a:ext>
            </a:extLst>
          </p:cNvPr>
          <p:cNvSpPr>
            <a:spLocks/>
          </p:cNvSpPr>
          <p:nvPr/>
        </p:nvSpPr>
        <p:spPr>
          <a:xfrm>
            <a:off x="3318361" y="3763276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T</a:t>
            </a:r>
            <a:endParaRPr kumimoji="1" lang="zh-CN" altLang="en-US" sz="1016" dirty="0"/>
          </a:p>
        </p:txBody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35F8F9ED-6C96-274F-91B9-DACC743175A1}"/>
              </a:ext>
            </a:extLst>
          </p:cNvPr>
          <p:cNvSpPr>
            <a:spLocks/>
          </p:cNvSpPr>
          <p:nvPr/>
        </p:nvSpPr>
        <p:spPr>
          <a:xfrm>
            <a:off x="3322756" y="4168050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R</a:t>
            </a:r>
            <a:r>
              <a:rPr kumimoji="1" lang="en-US" altLang="zh-CN" sz="1016" baseline="-25000" dirty="0"/>
              <a:t>x</a:t>
            </a:r>
            <a:endParaRPr kumimoji="1" lang="zh-CN" altLang="en-US" sz="1016" baseline="-25000" dirty="0"/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F7809547-C514-AC49-A63F-8FB2E40F8BC8}"/>
              </a:ext>
            </a:extLst>
          </p:cNvPr>
          <p:cNvSpPr>
            <a:spLocks/>
          </p:cNvSpPr>
          <p:nvPr/>
        </p:nvSpPr>
        <p:spPr>
          <a:xfrm>
            <a:off x="4362042" y="3788141"/>
            <a:ext cx="320635" cy="248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S</a:t>
            </a:r>
            <a:endParaRPr kumimoji="1" lang="zh-CN" altLang="en-US" sz="1016" dirty="0"/>
          </a:p>
        </p:txBody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82AFF5C7-980F-EC4F-80B5-11577D6E6FC3}"/>
              </a:ext>
            </a:extLst>
          </p:cNvPr>
          <p:cNvSpPr>
            <a:spLocks/>
          </p:cNvSpPr>
          <p:nvPr/>
        </p:nvSpPr>
        <p:spPr>
          <a:xfrm>
            <a:off x="2268090" y="5088354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S</a:t>
            </a:r>
            <a:endParaRPr kumimoji="1" lang="zh-CN" altLang="en-US" sz="1016" dirty="0"/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89CF129A-C60A-6241-8BBD-0863E199C752}"/>
              </a:ext>
            </a:extLst>
          </p:cNvPr>
          <p:cNvSpPr>
            <a:spLocks/>
          </p:cNvSpPr>
          <p:nvPr/>
        </p:nvSpPr>
        <p:spPr>
          <a:xfrm>
            <a:off x="2820240" y="5088354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Z</a:t>
            </a:r>
            <a:endParaRPr kumimoji="1" lang="zh-CN" altLang="en-US" sz="1016" dirty="0"/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0EF2AA0D-3907-6B4F-90E0-8741446787EF}"/>
              </a:ext>
            </a:extLst>
          </p:cNvPr>
          <p:cNvSpPr>
            <a:spLocks/>
          </p:cNvSpPr>
          <p:nvPr/>
        </p:nvSpPr>
        <p:spPr>
          <a:xfrm>
            <a:off x="3372390" y="5088354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R</a:t>
            </a:r>
            <a:r>
              <a:rPr kumimoji="1" lang="en-US" altLang="zh-CN" sz="1016" baseline="-25000" dirty="0"/>
              <a:t>x</a:t>
            </a:r>
            <a:endParaRPr kumimoji="1" lang="zh-CN" altLang="en-US" sz="1016" baseline="-25000" dirty="0"/>
          </a:p>
        </p:txBody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F83EA208-0D3A-ED4C-9298-A29F269F41FD}"/>
              </a:ext>
            </a:extLst>
          </p:cNvPr>
          <p:cNvSpPr>
            <a:spLocks/>
          </p:cNvSpPr>
          <p:nvPr/>
        </p:nvSpPr>
        <p:spPr>
          <a:xfrm>
            <a:off x="4362041" y="5078037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H</a:t>
            </a:r>
            <a:endParaRPr kumimoji="1" lang="zh-CN" altLang="en-US" sz="1000" dirty="0"/>
          </a:p>
        </p:txBody>
      </p:sp>
      <p:sp>
        <p:nvSpPr>
          <p:cNvPr id="302" name="任意形状 301">
            <a:extLst>
              <a:ext uri="{FF2B5EF4-FFF2-40B4-BE49-F238E27FC236}">
                <a16:creationId xmlns:a16="http://schemas.microsoft.com/office/drawing/2014/main" id="{6D1E792E-B6C8-BB4E-B342-AF9AA4554312}"/>
              </a:ext>
            </a:extLst>
          </p:cNvPr>
          <p:cNvSpPr/>
          <p:nvPr/>
        </p:nvSpPr>
        <p:spPr>
          <a:xfrm>
            <a:off x="6666287" y="4569711"/>
            <a:ext cx="125775" cy="358440"/>
          </a:xfrm>
          <a:custGeom>
            <a:avLst/>
            <a:gdLst>
              <a:gd name="connsiteX0" fmla="*/ 0 w 256035"/>
              <a:gd name="connsiteY0" fmla="*/ 0 h 1074420"/>
              <a:gd name="connsiteX1" fmla="*/ 233172 w 256035"/>
              <a:gd name="connsiteY1" fmla="*/ 205740 h 1074420"/>
              <a:gd name="connsiteX2" fmla="*/ 22860 w 256035"/>
              <a:gd name="connsiteY2" fmla="*/ 420624 h 1074420"/>
              <a:gd name="connsiteX3" fmla="*/ 256032 w 256035"/>
              <a:gd name="connsiteY3" fmla="*/ 608076 h 1074420"/>
              <a:gd name="connsiteX4" fmla="*/ 27432 w 256035"/>
              <a:gd name="connsiteY4" fmla="*/ 768096 h 1074420"/>
              <a:gd name="connsiteX5" fmla="*/ 256032 w 256035"/>
              <a:gd name="connsiteY5" fmla="*/ 923544 h 1074420"/>
              <a:gd name="connsiteX6" fmla="*/ 32004 w 256035"/>
              <a:gd name="connsiteY6" fmla="*/ 1074420 h 1074420"/>
              <a:gd name="connsiteX0" fmla="*/ 64061 w 233228"/>
              <a:gd name="connsiteY0" fmla="*/ 0 h 1046531"/>
              <a:gd name="connsiteX1" fmla="*/ 210365 w 233228"/>
              <a:gd name="connsiteY1" fmla="*/ 177851 h 1046531"/>
              <a:gd name="connsiteX2" fmla="*/ 53 w 233228"/>
              <a:gd name="connsiteY2" fmla="*/ 392735 h 1046531"/>
              <a:gd name="connsiteX3" fmla="*/ 233225 w 233228"/>
              <a:gd name="connsiteY3" fmla="*/ 580187 h 1046531"/>
              <a:gd name="connsiteX4" fmla="*/ 4625 w 233228"/>
              <a:gd name="connsiteY4" fmla="*/ 740207 h 1046531"/>
              <a:gd name="connsiteX5" fmla="*/ 233225 w 233228"/>
              <a:gd name="connsiteY5" fmla="*/ 895655 h 1046531"/>
              <a:gd name="connsiteX6" fmla="*/ 9197 w 233228"/>
              <a:gd name="connsiteY6" fmla="*/ 1046531 h 1046531"/>
              <a:gd name="connsiteX0" fmla="*/ 13767 w 233226"/>
              <a:gd name="connsiteY0" fmla="*/ 0 h 1037235"/>
              <a:gd name="connsiteX1" fmla="*/ 210363 w 233226"/>
              <a:gd name="connsiteY1" fmla="*/ 168555 h 1037235"/>
              <a:gd name="connsiteX2" fmla="*/ 51 w 233226"/>
              <a:gd name="connsiteY2" fmla="*/ 383439 h 1037235"/>
              <a:gd name="connsiteX3" fmla="*/ 233223 w 233226"/>
              <a:gd name="connsiteY3" fmla="*/ 570891 h 1037235"/>
              <a:gd name="connsiteX4" fmla="*/ 4623 w 233226"/>
              <a:gd name="connsiteY4" fmla="*/ 730911 h 1037235"/>
              <a:gd name="connsiteX5" fmla="*/ 233223 w 233226"/>
              <a:gd name="connsiteY5" fmla="*/ 886359 h 1037235"/>
              <a:gd name="connsiteX6" fmla="*/ 9195 w 233226"/>
              <a:gd name="connsiteY6" fmla="*/ 1037235 h 1037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3226" h="1037235">
                <a:moveTo>
                  <a:pt x="13767" y="0"/>
                </a:moveTo>
                <a:cubicBezTo>
                  <a:pt x="128448" y="67818"/>
                  <a:pt x="212649" y="104649"/>
                  <a:pt x="210363" y="168555"/>
                </a:cubicBezTo>
                <a:cubicBezTo>
                  <a:pt x="208077" y="232461"/>
                  <a:pt x="-3759" y="316383"/>
                  <a:pt x="51" y="383439"/>
                </a:cubicBezTo>
                <a:cubicBezTo>
                  <a:pt x="3861" y="450495"/>
                  <a:pt x="232461" y="512979"/>
                  <a:pt x="233223" y="570891"/>
                </a:cubicBezTo>
                <a:cubicBezTo>
                  <a:pt x="233985" y="628803"/>
                  <a:pt x="4623" y="678333"/>
                  <a:pt x="4623" y="730911"/>
                </a:cubicBezTo>
                <a:cubicBezTo>
                  <a:pt x="4623" y="783489"/>
                  <a:pt x="232461" y="835305"/>
                  <a:pt x="233223" y="886359"/>
                </a:cubicBezTo>
                <a:cubicBezTo>
                  <a:pt x="233985" y="937413"/>
                  <a:pt x="121590" y="987324"/>
                  <a:pt x="9195" y="1037235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8FBDBCD6-617C-8740-ADDD-3E9680220170}"/>
              </a:ext>
            </a:extLst>
          </p:cNvPr>
          <p:cNvSpPr>
            <a:spLocks/>
          </p:cNvSpPr>
          <p:nvPr/>
        </p:nvSpPr>
        <p:spPr>
          <a:xfrm>
            <a:off x="3842209" y="4667383"/>
            <a:ext cx="320635" cy="6728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U</a:t>
            </a:r>
            <a:endParaRPr kumimoji="1" lang="zh-CN" altLang="en-US" sz="1000" dirty="0"/>
          </a:p>
        </p:txBody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DE8395A1-4FA9-4943-890E-DE96556DCC4E}"/>
              </a:ext>
            </a:extLst>
          </p:cNvPr>
          <p:cNvSpPr>
            <a:spLocks/>
          </p:cNvSpPr>
          <p:nvPr/>
        </p:nvSpPr>
        <p:spPr>
          <a:xfrm>
            <a:off x="3847897" y="3763831"/>
            <a:ext cx="320635" cy="6728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V</a:t>
            </a:r>
            <a:endParaRPr kumimoji="1" lang="zh-CN" altLang="en-US" sz="1000" dirty="0"/>
          </a:p>
        </p:txBody>
      </p:sp>
      <p:cxnSp>
        <p:nvCxnSpPr>
          <p:cNvPr id="307" name="直线箭头连接符 306">
            <a:extLst>
              <a:ext uri="{FF2B5EF4-FFF2-40B4-BE49-F238E27FC236}">
                <a16:creationId xmlns:a16="http://schemas.microsoft.com/office/drawing/2014/main" id="{8FC8A403-5579-AC4F-A929-4AB12B368C4E}"/>
              </a:ext>
            </a:extLst>
          </p:cNvPr>
          <p:cNvCxnSpPr>
            <a:cxnSpLocks/>
          </p:cNvCxnSpPr>
          <p:nvPr/>
        </p:nvCxnSpPr>
        <p:spPr>
          <a:xfrm>
            <a:off x="5035871" y="4796172"/>
            <a:ext cx="582190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" name="图片 307">
            <a:extLst>
              <a:ext uri="{FF2B5EF4-FFF2-40B4-BE49-F238E27FC236}">
                <a16:creationId xmlns:a16="http://schemas.microsoft.com/office/drawing/2014/main" id="{7A679B59-D324-A248-95B0-DD9FED168A01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000361" y="4675345"/>
            <a:ext cx="260233" cy="244810"/>
          </a:xfrm>
          <a:prstGeom prst="rect">
            <a:avLst/>
          </a:prstGeom>
        </p:spPr>
      </p:pic>
      <p:sp>
        <p:nvSpPr>
          <p:cNvPr id="309" name="圆角矩形 308">
            <a:extLst>
              <a:ext uri="{FF2B5EF4-FFF2-40B4-BE49-F238E27FC236}">
                <a16:creationId xmlns:a16="http://schemas.microsoft.com/office/drawing/2014/main" id="{76964DC1-63A2-3946-933B-6069532BB3CB}"/>
              </a:ext>
            </a:extLst>
          </p:cNvPr>
          <p:cNvSpPr/>
          <p:nvPr/>
        </p:nvSpPr>
        <p:spPr>
          <a:xfrm>
            <a:off x="5620976" y="3814079"/>
            <a:ext cx="395983" cy="146344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16" dirty="0"/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07069323-FF2C-9042-9ABF-A81BB2CB16FB}"/>
              </a:ext>
            </a:extLst>
          </p:cNvPr>
          <p:cNvSpPr txBox="1"/>
          <p:nvPr/>
        </p:nvSpPr>
        <p:spPr>
          <a:xfrm>
            <a:off x="5603369" y="3847537"/>
            <a:ext cx="461665" cy="129155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zh-CN" altLang="en-US" dirty="0">
                <a:solidFill>
                  <a:schemeClr val="bg1"/>
                </a:solidFill>
              </a:rPr>
              <a:t>张量计算</a:t>
            </a: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FE1C281C-300D-F048-B92B-1E36B103B895}"/>
              </a:ext>
            </a:extLst>
          </p:cNvPr>
          <p:cNvSpPr txBox="1"/>
          <p:nvPr/>
        </p:nvSpPr>
        <p:spPr>
          <a:xfrm>
            <a:off x="7913367" y="5693216"/>
            <a:ext cx="27859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量子网络</a:t>
            </a:r>
          </a:p>
        </p:txBody>
      </p:sp>
    </p:spTree>
    <p:extLst>
      <p:ext uri="{BB962C8B-B14F-4D97-AF65-F5344CB8AC3E}">
        <p14:creationId xmlns:p14="http://schemas.microsoft.com/office/powerpoint/2010/main" val="139627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圆角矩形 83">
            <a:extLst>
              <a:ext uri="{FF2B5EF4-FFF2-40B4-BE49-F238E27FC236}">
                <a16:creationId xmlns:a16="http://schemas.microsoft.com/office/drawing/2014/main" id="{817B765F-5EA3-7746-AB11-A19B7DFC11EB}"/>
              </a:ext>
            </a:extLst>
          </p:cNvPr>
          <p:cNvSpPr/>
          <p:nvPr/>
        </p:nvSpPr>
        <p:spPr>
          <a:xfrm>
            <a:off x="440605" y="4449833"/>
            <a:ext cx="6339336" cy="39846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139FDC66-D105-CD49-8D55-CEA979CD42F3}"/>
              </a:ext>
            </a:extLst>
          </p:cNvPr>
          <p:cNvSpPr/>
          <p:nvPr/>
        </p:nvSpPr>
        <p:spPr>
          <a:xfrm>
            <a:off x="440604" y="5580711"/>
            <a:ext cx="6339336" cy="39846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F6981AB-5289-C834-4552-893569830023}"/>
              </a:ext>
            </a:extLst>
          </p:cNvPr>
          <p:cNvSpPr txBox="1"/>
          <p:nvPr/>
        </p:nvSpPr>
        <p:spPr>
          <a:xfrm>
            <a:off x="1269407" y="187736"/>
            <a:ext cx="4620340" cy="678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</a:rPr>
              <a:t>已有研究工作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980D733-0221-B479-BE8A-BED05E6A0F73}"/>
              </a:ext>
            </a:extLst>
          </p:cNvPr>
          <p:cNvGrpSpPr/>
          <p:nvPr/>
        </p:nvGrpSpPr>
        <p:grpSpPr>
          <a:xfrm>
            <a:off x="440604" y="267894"/>
            <a:ext cx="690049" cy="690049"/>
            <a:chOff x="440604" y="267894"/>
            <a:chExt cx="1470105" cy="1470105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326001F-0149-B855-5105-476AB4A5EAAE}"/>
                </a:ext>
              </a:extLst>
            </p:cNvPr>
            <p:cNvSpPr/>
            <p:nvPr/>
          </p:nvSpPr>
          <p:spPr>
            <a:xfrm>
              <a:off x="440604" y="267894"/>
              <a:ext cx="1470105" cy="147010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63693C7-6196-5413-2E51-B5830C55AC6A}"/>
                </a:ext>
              </a:extLst>
            </p:cNvPr>
            <p:cNvSpPr txBox="1"/>
            <p:nvPr/>
          </p:nvSpPr>
          <p:spPr>
            <a:xfrm>
              <a:off x="564012" y="445602"/>
              <a:ext cx="1158401" cy="1114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FangSong" panose="02010609060101010101" pitchFamily="49" charset="-122"/>
                  <a:ea typeface="FangSong" panose="02010609060101010101" pitchFamily="49" charset="-122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endParaRPr>
            </a:p>
          </p:txBody>
        </p:sp>
      </p:grpSp>
      <p:graphicFrame>
        <p:nvGraphicFramePr>
          <p:cNvPr id="6" name="表格 15">
            <a:extLst>
              <a:ext uri="{FF2B5EF4-FFF2-40B4-BE49-F238E27FC236}">
                <a16:creationId xmlns:a16="http://schemas.microsoft.com/office/drawing/2014/main" id="{90BF0C9A-D8FA-5448-9CAC-BB534358D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936719"/>
              </p:ext>
            </p:extLst>
          </p:nvPr>
        </p:nvGraphicFramePr>
        <p:xfrm>
          <a:off x="181300" y="1002314"/>
          <a:ext cx="9139230" cy="34137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07832">
                  <a:extLst>
                    <a:ext uri="{9D8B030D-6E8A-4147-A177-3AD203B41FA5}">
                      <a16:colId xmlns:a16="http://schemas.microsoft.com/office/drawing/2014/main" val="104766737"/>
                    </a:ext>
                  </a:extLst>
                </a:gridCol>
                <a:gridCol w="1126536">
                  <a:extLst>
                    <a:ext uri="{9D8B030D-6E8A-4147-A177-3AD203B41FA5}">
                      <a16:colId xmlns:a16="http://schemas.microsoft.com/office/drawing/2014/main" val="505787371"/>
                    </a:ext>
                  </a:extLst>
                </a:gridCol>
                <a:gridCol w="1034572">
                  <a:extLst>
                    <a:ext uri="{9D8B030D-6E8A-4147-A177-3AD203B41FA5}">
                      <a16:colId xmlns:a16="http://schemas.microsoft.com/office/drawing/2014/main" val="1628178372"/>
                    </a:ext>
                  </a:extLst>
                </a:gridCol>
                <a:gridCol w="885135">
                  <a:extLst>
                    <a:ext uri="{9D8B030D-6E8A-4147-A177-3AD203B41FA5}">
                      <a16:colId xmlns:a16="http://schemas.microsoft.com/office/drawing/2014/main" val="281564479"/>
                    </a:ext>
                  </a:extLst>
                </a:gridCol>
                <a:gridCol w="1257074">
                  <a:extLst>
                    <a:ext uri="{9D8B030D-6E8A-4147-A177-3AD203B41FA5}">
                      <a16:colId xmlns:a16="http://schemas.microsoft.com/office/drawing/2014/main" val="658603490"/>
                    </a:ext>
                  </a:extLst>
                </a:gridCol>
                <a:gridCol w="1496476">
                  <a:extLst>
                    <a:ext uri="{9D8B030D-6E8A-4147-A177-3AD203B41FA5}">
                      <a16:colId xmlns:a16="http://schemas.microsoft.com/office/drawing/2014/main" val="457462050"/>
                    </a:ext>
                  </a:extLst>
                </a:gridCol>
                <a:gridCol w="1726226">
                  <a:extLst>
                    <a:ext uri="{9D8B030D-6E8A-4147-A177-3AD203B41FA5}">
                      <a16:colId xmlns:a16="http://schemas.microsoft.com/office/drawing/2014/main" val="280026350"/>
                    </a:ext>
                  </a:extLst>
                </a:gridCol>
                <a:gridCol w="1205379">
                  <a:extLst>
                    <a:ext uri="{9D8B030D-6E8A-4147-A177-3AD203B41FA5}">
                      <a16:colId xmlns:a16="http://schemas.microsoft.com/office/drawing/2014/main" val="3033199666"/>
                    </a:ext>
                  </a:extLst>
                </a:gridCol>
              </a:tblGrid>
              <a:tr h="336118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b="0" i="0" dirty="0">
                          <a:solidFill>
                            <a:schemeClr val="bg1"/>
                          </a:solidFill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研究工作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CutQC</a:t>
                      </a:r>
                      <a:endParaRPr lang="zh-CN" altLang="en-US" sz="2000" b="0" i="0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QMPI</a:t>
                      </a:r>
                      <a:endParaRPr lang="zh-CN" altLang="en-US" sz="2000" b="0" i="0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Autocom</a:t>
                      </a:r>
                      <a:endParaRPr lang="zh-CN" altLang="en-US" sz="2000" b="0" i="0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Hypergraph</a:t>
                      </a:r>
                      <a:r>
                        <a:rPr lang="zh-CN" altLang="en-US" sz="2000" b="0" i="0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 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" altLang="zh-CN" sz="2000" b="0" i="0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ZX calculus</a:t>
                      </a:r>
                      <a:endParaRPr lang="zh-CN" altLang="en-US" sz="2000" b="0" i="0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000" b="0" i="0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Ours</a:t>
                      </a:r>
                      <a:endParaRPr lang="zh-CN" altLang="en-US" sz="2000" b="0" i="0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839218"/>
                  </a:ext>
                </a:extLst>
              </a:tr>
              <a:tr h="465394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b="0" i="0" dirty="0">
                          <a:solidFill>
                            <a:schemeClr val="tx1"/>
                          </a:solidFill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简介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0" i="0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边分割经典链接并行计算框架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0" i="0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量子网络分布式编程语言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0" i="0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量子网络分布式通信优化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0" i="0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量子网络分布式量子比特分配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0" i="0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门分割经典并行计算方案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000" b="0" i="0" dirty="0"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分布式系统评估，统一的编程语言，适应性框架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608810"/>
                  </a:ext>
                </a:extLst>
              </a:tr>
              <a:tr h="310263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b="0" i="0" dirty="0">
                          <a:solidFill>
                            <a:schemeClr val="tx1"/>
                          </a:solidFill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边分割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0" i="0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0" i="0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0" i="0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0" i="0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0" i="0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b="0" i="0" dirty="0">
                        <a:latin typeface="FangSong" panose="02010609060101010101" pitchFamily="49" charset="-122"/>
                        <a:ea typeface="FangSong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1620326"/>
                  </a:ext>
                </a:extLst>
              </a:tr>
              <a:tr h="310263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b="0" i="0" dirty="0">
                          <a:solidFill>
                            <a:schemeClr val="tx1"/>
                          </a:solidFill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门分割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750389"/>
                  </a:ext>
                </a:extLst>
              </a:tr>
              <a:tr h="335438">
                <a:tc rowSpan="4">
                  <a:txBody>
                    <a:bodyPr/>
                    <a:lstStyle/>
                    <a:p>
                      <a:pPr algn="ctr"/>
                      <a:r>
                        <a:rPr lang="zh-CN" altLang="en-US" b="0" i="0" dirty="0">
                          <a:solidFill>
                            <a:schemeClr val="tx1"/>
                          </a:solidFill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系统性能评估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i="0" dirty="0">
                          <a:solidFill>
                            <a:schemeClr val="tx1"/>
                          </a:solidFill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通信量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038070"/>
                  </a:ext>
                </a:extLst>
              </a:tr>
              <a:tr h="313770">
                <a:tc vMerge="1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系统性能评估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i="0" dirty="0">
                          <a:solidFill>
                            <a:schemeClr val="tx1"/>
                          </a:solidFill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时延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683387"/>
                  </a:ext>
                </a:extLst>
              </a:tr>
              <a:tr h="478678"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i="0" dirty="0">
                          <a:solidFill>
                            <a:schemeClr val="tx1"/>
                          </a:solidFill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保真度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400063"/>
                  </a:ext>
                </a:extLst>
              </a:tr>
              <a:tr h="376017"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i="0" dirty="0">
                          <a:solidFill>
                            <a:schemeClr val="tx1"/>
                          </a:solidFill>
                          <a:latin typeface="FangSong" panose="02010609060101010101" pitchFamily="49" charset="-122"/>
                          <a:ea typeface="FangSong" panose="02010609060101010101" pitchFamily="49" charset="-122"/>
                        </a:rPr>
                        <a:t>拓扑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055452"/>
                  </a:ext>
                </a:extLst>
              </a:tr>
            </a:tbl>
          </a:graphicData>
        </a:graphic>
      </p:graphicFrame>
      <p:grpSp>
        <p:nvGrpSpPr>
          <p:cNvPr id="38" name="组合 37">
            <a:extLst>
              <a:ext uri="{FF2B5EF4-FFF2-40B4-BE49-F238E27FC236}">
                <a16:creationId xmlns:a16="http://schemas.microsoft.com/office/drawing/2014/main" id="{01D98734-DF60-6649-8CD3-57893E23A593}"/>
              </a:ext>
            </a:extLst>
          </p:cNvPr>
          <p:cNvGrpSpPr/>
          <p:nvPr/>
        </p:nvGrpSpPr>
        <p:grpSpPr>
          <a:xfrm>
            <a:off x="0" y="4451428"/>
            <a:ext cx="9241590" cy="1177463"/>
            <a:chOff x="-1141319" y="1660101"/>
            <a:chExt cx="9241590" cy="1177463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7C06BB68-D7C1-FF4F-963C-0424CA158C79}"/>
                </a:ext>
              </a:extLst>
            </p:cNvPr>
            <p:cNvSpPr txBox="1"/>
            <p:nvPr/>
          </p:nvSpPr>
          <p:spPr>
            <a:xfrm>
              <a:off x="-642882" y="1963157"/>
              <a:ext cx="8743153" cy="8744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FangSong" panose="02010609060101010101" pitchFamily="49" charset="-122"/>
                  <a:ea typeface="FangSong" panose="02010609060101010101" pitchFamily="49" charset="-122"/>
                  <a:cs typeface="阿里巴巴普惠体 2.0 55 Regular" panose="00020600040101010101" pitchFamily="18" charset="-122"/>
                  <a:sym typeface="HarmonyOS Sans SC Light" panose="00000400000000000000" pitchFamily="2" charset="-122"/>
                </a:rPr>
                <a:t>目前的研究主要集中在每一个分布式技术的优化，缺乏对整个系统的建模与性能评估，这对于未来的混合式分布式架构，以及统一的分布式编程范式具有重要研究意义</a:t>
              </a:r>
              <a:endParaRPr lang="en-US" altLang="zh-CN" sz="10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angSong" panose="02010609060101010101" pitchFamily="49" charset="-122"/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26F63299-8265-834A-B2FF-DAF1BF5F201F}"/>
                </a:ext>
              </a:extLst>
            </p:cNvPr>
            <p:cNvSpPr txBox="1"/>
            <p:nvPr/>
          </p:nvSpPr>
          <p:spPr>
            <a:xfrm>
              <a:off x="-1141319" y="1660101"/>
              <a:ext cx="62717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000" dirty="0">
                  <a:latin typeface="FangSong" panose="02010609060101010101" pitchFamily="49" charset="-122"/>
                  <a:ea typeface="FangSong" panose="02010609060101010101" pitchFamily="49" charset="-122"/>
                  <a:cs typeface="阿里巴巴普惠体 2.0 55 Regular" panose="00020600040101010101" pitchFamily="18" charset="-122"/>
                  <a:sym typeface="HarmonyOS Sans SC Light" panose="00000400000000000000" pitchFamily="2" charset="-122"/>
                </a:rPr>
                <a:t>缺乏对分布式量子计算硬件实现的系统建模与评估</a:t>
              </a: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00810EBC-6464-5246-8CF6-3610E44EE1D8}"/>
              </a:ext>
            </a:extLst>
          </p:cNvPr>
          <p:cNvGrpSpPr/>
          <p:nvPr/>
        </p:nvGrpSpPr>
        <p:grpSpPr>
          <a:xfrm>
            <a:off x="498437" y="5606360"/>
            <a:ext cx="8198339" cy="1114504"/>
            <a:chOff x="-509307" y="1671076"/>
            <a:chExt cx="8198339" cy="1114504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8A4830FB-07CD-CB42-B4CA-9BC9B96A5CDF}"/>
                </a:ext>
              </a:extLst>
            </p:cNvPr>
            <p:cNvSpPr txBox="1"/>
            <p:nvPr/>
          </p:nvSpPr>
          <p:spPr>
            <a:xfrm>
              <a:off x="-509307" y="1911173"/>
              <a:ext cx="8198339" cy="8744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FangSong" panose="02010609060101010101" pitchFamily="49" charset="-122"/>
                  <a:ea typeface="FangSong" panose="02010609060101010101" pitchFamily="49" charset="-122"/>
                  <a:cs typeface="阿里巴巴普惠体 2.0 55 Regular" panose="00020600040101010101" pitchFamily="18" charset="-122"/>
                  <a:sym typeface="HarmonyOS Sans SC Light" panose="00000400000000000000" pitchFamily="2" charset="-122"/>
                </a:rPr>
                <a:t>对分布式计算系统的需求指标是多方面的，不同的需求需要不同的优化方案，因此建立适应性的优化设计可以满足多场景的计算需求</a:t>
              </a:r>
              <a:endPara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angSong" panose="02010609060101010101" pitchFamily="49" charset="-122"/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EA3975B4-0499-8A42-A717-E62A8CEA25DD}"/>
                </a:ext>
              </a:extLst>
            </p:cNvPr>
            <p:cNvSpPr txBox="1"/>
            <p:nvPr/>
          </p:nvSpPr>
          <p:spPr>
            <a:xfrm>
              <a:off x="-509307" y="1671076"/>
              <a:ext cx="48230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latin typeface="FangSong" panose="02010609060101010101" pitchFamily="49" charset="-122"/>
                  <a:ea typeface="FangSong" panose="02010609060101010101" pitchFamily="49" charset="-122"/>
                  <a:cs typeface="阿里巴巴普惠体 2.0 55 Regular" panose="00020600040101010101" pitchFamily="18" charset="-122"/>
                  <a:sym typeface="HarmonyOS Sans SC Light" panose="00000400000000000000" pitchFamily="2" charset="-122"/>
                </a:rPr>
                <a:t>对系统的优化局限于单目标优化</a:t>
              </a:r>
            </a:p>
          </p:txBody>
        </p:sp>
      </p:grp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CA291FDC-675F-124D-88EF-7108EB7E4332}"/>
              </a:ext>
            </a:extLst>
          </p:cNvPr>
          <p:cNvSpPr/>
          <p:nvPr/>
        </p:nvSpPr>
        <p:spPr>
          <a:xfrm>
            <a:off x="9457302" y="1435254"/>
            <a:ext cx="2416646" cy="62858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实现</a:t>
            </a:r>
            <a:r>
              <a:rPr kumimoji="1" lang="en-US" altLang="zh-CN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/</a:t>
            </a:r>
            <a:r>
              <a:rPr kumimoji="1" lang="zh-CN" altLang="en-US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复现每个分布式计算框架</a:t>
            </a:r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44F8AA6A-33AA-9347-9D80-8315A587BBD6}"/>
              </a:ext>
            </a:extLst>
          </p:cNvPr>
          <p:cNvSpPr/>
          <p:nvPr/>
        </p:nvSpPr>
        <p:spPr>
          <a:xfrm>
            <a:off x="9457302" y="2330384"/>
            <a:ext cx="2416646" cy="81500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建立统一的分布式量子计算系统模型和编程语言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629A709A-5ECC-5047-90F7-FC53156D7BA1}"/>
              </a:ext>
            </a:extLst>
          </p:cNvPr>
          <p:cNvSpPr/>
          <p:nvPr/>
        </p:nvSpPr>
        <p:spPr>
          <a:xfrm>
            <a:off x="9457302" y="3458286"/>
            <a:ext cx="2416646" cy="62858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利用系统模型定量分析系统性能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D407EB14-268F-C346-9E35-8DD5D8F35705}"/>
              </a:ext>
            </a:extLst>
          </p:cNvPr>
          <p:cNvSpPr/>
          <p:nvPr/>
        </p:nvSpPr>
        <p:spPr>
          <a:xfrm>
            <a:off x="9457302" y="4399766"/>
            <a:ext cx="2416646" cy="62858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改进各个分布式系统实现适应性优化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6E332C61-632F-A74F-BBFF-ECBBDDEC4F88}"/>
              </a:ext>
            </a:extLst>
          </p:cNvPr>
          <p:cNvSpPr/>
          <p:nvPr/>
        </p:nvSpPr>
        <p:spPr>
          <a:xfrm>
            <a:off x="9457302" y="5341246"/>
            <a:ext cx="2416646" cy="62858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建立混合的分布式计算优化与调度框架</a:t>
            </a:r>
          </a:p>
        </p:txBody>
      </p: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FA0B313B-240C-844E-A455-0664585DF9C1}"/>
              </a:ext>
            </a:extLst>
          </p:cNvPr>
          <p:cNvCxnSpPr>
            <a:stCxn id="44" idx="2"/>
            <a:endCxn id="45" idx="0"/>
          </p:cNvCxnSpPr>
          <p:nvPr/>
        </p:nvCxnSpPr>
        <p:spPr>
          <a:xfrm>
            <a:off x="10665625" y="2063841"/>
            <a:ext cx="0" cy="26654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箭头连接符 51">
            <a:extLst>
              <a:ext uri="{FF2B5EF4-FFF2-40B4-BE49-F238E27FC236}">
                <a16:creationId xmlns:a16="http://schemas.microsoft.com/office/drawing/2014/main" id="{3FD5E607-BD81-8943-96BB-BC26BFC89C47}"/>
              </a:ext>
            </a:extLst>
          </p:cNvPr>
          <p:cNvCxnSpPr>
            <a:cxnSpLocks/>
            <a:stCxn id="45" idx="2"/>
            <a:endCxn id="46" idx="0"/>
          </p:cNvCxnSpPr>
          <p:nvPr/>
        </p:nvCxnSpPr>
        <p:spPr>
          <a:xfrm>
            <a:off x="10665625" y="3145393"/>
            <a:ext cx="0" cy="312893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C21F3BF1-D042-3D42-9356-EF0DC617DDDD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10665625" y="4086873"/>
            <a:ext cx="0" cy="312893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BDDF9211-0BCC-D448-A88F-019F42D34DB7}"/>
              </a:ext>
            </a:extLst>
          </p:cNvPr>
          <p:cNvCxnSpPr>
            <a:cxnSpLocks/>
            <a:stCxn id="47" idx="2"/>
            <a:endCxn id="48" idx="0"/>
          </p:cNvCxnSpPr>
          <p:nvPr/>
        </p:nvCxnSpPr>
        <p:spPr>
          <a:xfrm>
            <a:off x="10665625" y="5028353"/>
            <a:ext cx="0" cy="312893"/>
          </a:xfrm>
          <a:prstGeom prst="straightConnector1">
            <a:avLst/>
          </a:prstGeom>
          <a:ln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92DA3F30-5088-3D4E-B66A-3D1388E649DE}"/>
              </a:ext>
            </a:extLst>
          </p:cNvPr>
          <p:cNvSpPr txBox="1"/>
          <p:nvPr/>
        </p:nvSpPr>
        <p:spPr>
          <a:xfrm>
            <a:off x="9748923" y="745830"/>
            <a:ext cx="1944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400" dirty="0"/>
              <a:t>研究路线图</a:t>
            </a:r>
          </a:p>
        </p:txBody>
      </p:sp>
      <p:pic>
        <p:nvPicPr>
          <p:cNvPr id="65" name="图形 64">
            <a:extLst>
              <a:ext uri="{FF2B5EF4-FFF2-40B4-BE49-F238E27FC236}">
                <a16:creationId xmlns:a16="http://schemas.microsoft.com/office/drawing/2014/main" id="{AE3D5556-9587-E04E-A053-08E7B6778E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9962" y="1956963"/>
            <a:ext cx="537882" cy="282685"/>
          </a:xfrm>
          <a:prstGeom prst="rect">
            <a:avLst/>
          </a:prstGeom>
        </p:spPr>
      </p:pic>
      <p:pic>
        <p:nvPicPr>
          <p:cNvPr id="66" name="图形 65">
            <a:extLst>
              <a:ext uri="{FF2B5EF4-FFF2-40B4-BE49-F238E27FC236}">
                <a16:creationId xmlns:a16="http://schemas.microsoft.com/office/drawing/2014/main" id="{25435842-AECF-4E47-B8A3-21F0994100E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8623" y="2359250"/>
            <a:ext cx="537882" cy="282685"/>
          </a:xfrm>
          <a:prstGeom prst="rect">
            <a:avLst/>
          </a:prstGeom>
        </p:spPr>
      </p:pic>
      <p:pic>
        <p:nvPicPr>
          <p:cNvPr id="67" name="图形 66">
            <a:extLst>
              <a:ext uri="{FF2B5EF4-FFF2-40B4-BE49-F238E27FC236}">
                <a16:creationId xmlns:a16="http://schemas.microsoft.com/office/drawing/2014/main" id="{FEEA8539-9C71-A845-BE6B-C0EA7D91CF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4475" y="2349523"/>
            <a:ext cx="537882" cy="282685"/>
          </a:xfrm>
          <a:prstGeom prst="rect">
            <a:avLst/>
          </a:prstGeom>
        </p:spPr>
      </p:pic>
      <p:pic>
        <p:nvPicPr>
          <p:cNvPr id="68" name="图形 67">
            <a:extLst>
              <a:ext uri="{FF2B5EF4-FFF2-40B4-BE49-F238E27FC236}">
                <a16:creationId xmlns:a16="http://schemas.microsoft.com/office/drawing/2014/main" id="{0A30B648-6FA2-ED47-94A3-EA92D6C691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2709" y="2362070"/>
            <a:ext cx="537882" cy="282685"/>
          </a:xfrm>
          <a:prstGeom prst="rect">
            <a:avLst/>
          </a:prstGeom>
        </p:spPr>
      </p:pic>
      <p:pic>
        <p:nvPicPr>
          <p:cNvPr id="69" name="图形 68">
            <a:extLst>
              <a:ext uri="{FF2B5EF4-FFF2-40B4-BE49-F238E27FC236}">
                <a16:creationId xmlns:a16="http://schemas.microsoft.com/office/drawing/2014/main" id="{4751DACC-9450-0A48-BE9A-67533E01EF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4675" y="2322952"/>
            <a:ext cx="537882" cy="282685"/>
          </a:xfrm>
          <a:prstGeom prst="rect">
            <a:avLst/>
          </a:prstGeom>
        </p:spPr>
      </p:pic>
      <p:pic>
        <p:nvPicPr>
          <p:cNvPr id="70" name="图形 69">
            <a:extLst>
              <a:ext uri="{FF2B5EF4-FFF2-40B4-BE49-F238E27FC236}">
                <a16:creationId xmlns:a16="http://schemas.microsoft.com/office/drawing/2014/main" id="{ACF536C5-20FB-9548-8D48-CE9F7858A1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5259" y="1949846"/>
            <a:ext cx="537882" cy="282685"/>
          </a:xfrm>
          <a:prstGeom prst="rect">
            <a:avLst/>
          </a:prstGeom>
        </p:spPr>
      </p:pic>
      <p:pic>
        <p:nvPicPr>
          <p:cNvPr id="71" name="图形 70">
            <a:extLst>
              <a:ext uri="{FF2B5EF4-FFF2-40B4-BE49-F238E27FC236}">
                <a16:creationId xmlns:a16="http://schemas.microsoft.com/office/drawing/2014/main" id="{42305958-43B0-A341-8CE4-E443FCBD3E5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5259" y="2394879"/>
            <a:ext cx="537882" cy="282685"/>
          </a:xfrm>
          <a:prstGeom prst="rect">
            <a:avLst/>
          </a:prstGeom>
        </p:spPr>
      </p:pic>
      <p:pic>
        <p:nvPicPr>
          <p:cNvPr id="72" name="图形 71">
            <a:extLst>
              <a:ext uri="{FF2B5EF4-FFF2-40B4-BE49-F238E27FC236}">
                <a16:creationId xmlns:a16="http://schemas.microsoft.com/office/drawing/2014/main" id="{451E9CD9-1003-7440-9B07-AC7D1EB9A33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78623" y="2747926"/>
            <a:ext cx="537882" cy="282685"/>
          </a:xfrm>
          <a:prstGeom prst="rect">
            <a:avLst/>
          </a:prstGeom>
        </p:spPr>
      </p:pic>
      <p:pic>
        <p:nvPicPr>
          <p:cNvPr id="73" name="图形 72">
            <a:extLst>
              <a:ext uri="{FF2B5EF4-FFF2-40B4-BE49-F238E27FC236}">
                <a16:creationId xmlns:a16="http://schemas.microsoft.com/office/drawing/2014/main" id="{E4BCF187-9D38-B240-8083-FC7A593032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89962" y="2737552"/>
            <a:ext cx="537882" cy="282685"/>
          </a:xfrm>
          <a:prstGeom prst="rect">
            <a:avLst/>
          </a:prstGeom>
        </p:spPr>
      </p:pic>
      <p:pic>
        <p:nvPicPr>
          <p:cNvPr id="74" name="图形 73">
            <a:extLst>
              <a:ext uri="{FF2B5EF4-FFF2-40B4-BE49-F238E27FC236}">
                <a16:creationId xmlns:a16="http://schemas.microsoft.com/office/drawing/2014/main" id="{C5C23394-AC2C-2D47-A8EA-E62346FDD8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64011" y="3452465"/>
            <a:ext cx="537882" cy="282685"/>
          </a:xfrm>
          <a:prstGeom prst="rect">
            <a:avLst/>
          </a:prstGeom>
        </p:spPr>
      </p:pic>
      <p:pic>
        <p:nvPicPr>
          <p:cNvPr id="75" name="图形 74">
            <a:extLst>
              <a:ext uri="{FF2B5EF4-FFF2-40B4-BE49-F238E27FC236}">
                <a16:creationId xmlns:a16="http://schemas.microsoft.com/office/drawing/2014/main" id="{67FC1BF2-2BE0-514F-9FCB-CBBE83D87B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4675" y="3458286"/>
            <a:ext cx="537882" cy="282685"/>
          </a:xfrm>
          <a:prstGeom prst="rect">
            <a:avLst/>
          </a:prstGeom>
        </p:spPr>
      </p:pic>
      <p:pic>
        <p:nvPicPr>
          <p:cNvPr id="77" name="图形 76">
            <a:extLst>
              <a:ext uri="{FF2B5EF4-FFF2-40B4-BE49-F238E27FC236}">
                <a16:creationId xmlns:a16="http://schemas.microsoft.com/office/drawing/2014/main" id="{C1B98DA1-BBBD-1144-9192-85225C6D98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2709" y="2750746"/>
            <a:ext cx="537882" cy="282685"/>
          </a:xfrm>
          <a:prstGeom prst="rect">
            <a:avLst/>
          </a:prstGeom>
        </p:spPr>
      </p:pic>
      <p:pic>
        <p:nvPicPr>
          <p:cNvPr id="78" name="图形 77">
            <a:extLst>
              <a:ext uri="{FF2B5EF4-FFF2-40B4-BE49-F238E27FC236}">
                <a16:creationId xmlns:a16="http://schemas.microsoft.com/office/drawing/2014/main" id="{C7F50B01-4C79-E64A-8789-E1580E5580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94475" y="2775270"/>
            <a:ext cx="537882" cy="282685"/>
          </a:xfrm>
          <a:prstGeom prst="rect">
            <a:avLst/>
          </a:prstGeom>
        </p:spPr>
      </p:pic>
      <p:pic>
        <p:nvPicPr>
          <p:cNvPr id="79" name="图形 78">
            <a:extLst>
              <a:ext uri="{FF2B5EF4-FFF2-40B4-BE49-F238E27FC236}">
                <a16:creationId xmlns:a16="http://schemas.microsoft.com/office/drawing/2014/main" id="{453FC9D5-8B77-4045-8297-9FA8165B3F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3725" y="3119835"/>
            <a:ext cx="537882" cy="282685"/>
          </a:xfrm>
          <a:prstGeom prst="rect">
            <a:avLst/>
          </a:prstGeom>
        </p:spPr>
      </p:pic>
      <p:pic>
        <p:nvPicPr>
          <p:cNvPr id="80" name="图形 79">
            <a:extLst>
              <a:ext uri="{FF2B5EF4-FFF2-40B4-BE49-F238E27FC236}">
                <a16:creationId xmlns:a16="http://schemas.microsoft.com/office/drawing/2014/main" id="{FBE96DEE-64A3-8E40-95BE-25B5028506E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5259" y="2714479"/>
            <a:ext cx="537882" cy="282685"/>
          </a:xfrm>
          <a:prstGeom prst="rect">
            <a:avLst/>
          </a:prstGeom>
        </p:spPr>
      </p:pic>
      <p:pic>
        <p:nvPicPr>
          <p:cNvPr id="81" name="图形 80">
            <a:extLst>
              <a:ext uri="{FF2B5EF4-FFF2-40B4-BE49-F238E27FC236}">
                <a16:creationId xmlns:a16="http://schemas.microsoft.com/office/drawing/2014/main" id="{2F66A60C-E40D-E649-A5F0-B81C2C8F64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5259" y="3111836"/>
            <a:ext cx="537882" cy="282685"/>
          </a:xfrm>
          <a:prstGeom prst="rect">
            <a:avLst/>
          </a:prstGeom>
        </p:spPr>
      </p:pic>
      <p:pic>
        <p:nvPicPr>
          <p:cNvPr id="82" name="图形 81">
            <a:extLst>
              <a:ext uri="{FF2B5EF4-FFF2-40B4-BE49-F238E27FC236}">
                <a16:creationId xmlns:a16="http://schemas.microsoft.com/office/drawing/2014/main" id="{21798949-CC75-4641-80A9-BDB1C908001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5259" y="3509193"/>
            <a:ext cx="537882" cy="282685"/>
          </a:xfrm>
          <a:prstGeom prst="rect">
            <a:avLst/>
          </a:prstGeom>
        </p:spPr>
      </p:pic>
      <p:pic>
        <p:nvPicPr>
          <p:cNvPr id="83" name="图形 82">
            <a:extLst>
              <a:ext uri="{FF2B5EF4-FFF2-40B4-BE49-F238E27FC236}">
                <a16:creationId xmlns:a16="http://schemas.microsoft.com/office/drawing/2014/main" id="{3BE0D991-7885-B54E-9F54-4795838D5E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5259" y="3918168"/>
            <a:ext cx="537882" cy="28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995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DC90873-508C-EC40-66FD-3413FF799867}"/>
              </a:ext>
            </a:extLst>
          </p:cNvPr>
          <p:cNvSpPr/>
          <p:nvPr/>
        </p:nvSpPr>
        <p:spPr>
          <a:xfrm>
            <a:off x="3007733" y="2475714"/>
            <a:ext cx="6176530" cy="6241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55667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3050EA2-1F98-F38D-9A1A-5E3FB1D07DC7}"/>
              </a:ext>
            </a:extLst>
          </p:cNvPr>
          <p:cNvSpPr/>
          <p:nvPr/>
        </p:nvSpPr>
        <p:spPr>
          <a:xfrm rot="10800000">
            <a:off x="0" y="5657467"/>
            <a:ext cx="12192000" cy="1200533"/>
          </a:xfrm>
          <a:custGeom>
            <a:avLst/>
            <a:gdLst>
              <a:gd name="connsiteX0" fmla="*/ 6092419 w 12192000"/>
              <a:gd name="connsiteY0" fmla="*/ 1200533 h 1200533"/>
              <a:gd name="connsiteX1" fmla="*/ 252509 w 12192000"/>
              <a:gd name="connsiteY1" fmla="*/ 647355 h 1200533"/>
              <a:gd name="connsiteX2" fmla="*/ 0 w 12192000"/>
              <a:gd name="connsiteY2" fmla="*/ 588332 h 1200533"/>
              <a:gd name="connsiteX3" fmla="*/ 0 w 12192000"/>
              <a:gd name="connsiteY3" fmla="*/ 0 h 1200533"/>
              <a:gd name="connsiteX4" fmla="*/ 12192000 w 12192000"/>
              <a:gd name="connsiteY4" fmla="*/ 0 h 1200533"/>
              <a:gd name="connsiteX5" fmla="*/ 12192000 w 12192000"/>
              <a:gd name="connsiteY5" fmla="*/ 586658 h 1200533"/>
              <a:gd name="connsiteX6" fmla="*/ 11932330 w 12192000"/>
              <a:gd name="connsiteY6" fmla="*/ 647355 h 1200533"/>
              <a:gd name="connsiteX7" fmla="*/ 6092419 w 12192000"/>
              <a:gd name="connsiteY7" fmla="*/ 1200533 h 1200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200533">
                <a:moveTo>
                  <a:pt x="6092419" y="1200533"/>
                </a:moveTo>
                <a:cubicBezTo>
                  <a:pt x="3843896" y="1200533"/>
                  <a:pt x="1794936" y="991054"/>
                  <a:pt x="252509" y="647355"/>
                </a:cubicBezTo>
                <a:lnTo>
                  <a:pt x="0" y="588332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586658"/>
                </a:lnTo>
                <a:lnTo>
                  <a:pt x="11932330" y="647355"/>
                </a:lnTo>
                <a:cubicBezTo>
                  <a:pt x="10389903" y="991054"/>
                  <a:pt x="8340943" y="1200533"/>
                  <a:pt x="6092419" y="120053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CD24AC10-E80A-93D3-BC61-6D1F3C45A1FB}"/>
              </a:ext>
            </a:extLst>
          </p:cNvPr>
          <p:cNvSpPr/>
          <p:nvPr/>
        </p:nvSpPr>
        <p:spPr>
          <a:xfrm>
            <a:off x="0" y="0"/>
            <a:ext cx="12192000" cy="1091379"/>
          </a:xfrm>
          <a:custGeom>
            <a:avLst/>
            <a:gdLst>
              <a:gd name="connsiteX0" fmla="*/ 0 w 12192000"/>
              <a:gd name="connsiteY0" fmla="*/ 0 h 1091379"/>
              <a:gd name="connsiteX1" fmla="*/ 12192000 w 12192000"/>
              <a:gd name="connsiteY1" fmla="*/ 0 h 1091379"/>
              <a:gd name="connsiteX2" fmla="*/ 12192000 w 12192000"/>
              <a:gd name="connsiteY2" fmla="*/ 477504 h 1091379"/>
              <a:gd name="connsiteX3" fmla="*/ 11932330 w 12192000"/>
              <a:gd name="connsiteY3" fmla="*/ 538201 h 1091379"/>
              <a:gd name="connsiteX4" fmla="*/ 6092419 w 12192000"/>
              <a:gd name="connsiteY4" fmla="*/ 1091379 h 1091379"/>
              <a:gd name="connsiteX5" fmla="*/ 252509 w 12192000"/>
              <a:gd name="connsiteY5" fmla="*/ 538201 h 1091379"/>
              <a:gd name="connsiteX6" fmla="*/ 0 w 12192000"/>
              <a:gd name="connsiteY6" fmla="*/ 479178 h 1091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091379">
                <a:moveTo>
                  <a:pt x="0" y="0"/>
                </a:moveTo>
                <a:lnTo>
                  <a:pt x="12192000" y="0"/>
                </a:lnTo>
                <a:lnTo>
                  <a:pt x="12192000" y="477504"/>
                </a:lnTo>
                <a:lnTo>
                  <a:pt x="11932330" y="538201"/>
                </a:lnTo>
                <a:cubicBezTo>
                  <a:pt x="10389903" y="881900"/>
                  <a:pt x="8340943" y="1091379"/>
                  <a:pt x="6092419" y="1091379"/>
                </a:cubicBezTo>
                <a:cubicBezTo>
                  <a:pt x="3843896" y="1091379"/>
                  <a:pt x="1794936" y="881900"/>
                  <a:pt x="252509" y="538201"/>
                </a:cubicBezTo>
                <a:lnTo>
                  <a:pt x="0" y="47917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8364EF49-0656-65FD-4430-89E8AF3C9069}"/>
              </a:ext>
            </a:extLst>
          </p:cNvPr>
          <p:cNvSpPr/>
          <p:nvPr/>
        </p:nvSpPr>
        <p:spPr>
          <a:xfrm>
            <a:off x="-8502342" y="6101472"/>
            <a:ext cx="24697848" cy="7138910"/>
          </a:xfrm>
          <a:prstGeom prst="ellipse">
            <a:avLst/>
          </a:prstGeom>
          <a:noFill/>
          <a:ln w="25400">
            <a:gradFill>
              <a:gsLst>
                <a:gs pos="0">
                  <a:schemeClr val="bg1"/>
                </a:gs>
                <a:gs pos="17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F6981AB-5289-C834-4552-893569830023}"/>
              </a:ext>
            </a:extLst>
          </p:cNvPr>
          <p:cNvSpPr txBox="1"/>
          <p:nvPr/>
        </p:nvSpPr>
        <p:spPr>
          <a:xfrm>
            <a:off x="3812461" y="2384619"/>
            <a:ext cx="4620340" cy="678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</a:rPr>
              <a:t>研究成果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326001F-0149-B855-5105-476AB4A5EAAE}"/>
              </a:ext>
            </a:extLst>
          </p:cNvPr>
          <p:cNvSpPr/>
          <p:nvPr/>
        </p:nvSpPr>
        <p:spPr>
          <a:xfrm>
            <a:off x="5360947" y="579923"/>
            <a:ext cx="1470105" cy="147010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3693C7-6196-5413-2E51-B5830C55AC6A}"/>
              </a:ext>
            </a:extLst>
          </p:cNvPr>
          <p:cNvSpPr txBox="1"/>
          <p:nvPr/>
        </p:nvSpPr>
        <p:spPr>
          <a:xfrm>
            <a:off x="5645577" y="767883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solidFill>
                  <a:srgbClr val="556679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02</a:t>
            </a:r>
            <a:endParaRPr lang="zh-CN" altLang="en-US" sz="6000" dirty="0">
              <a:solidFill>
                <a:srgbClr val="556679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B01B673-F995-AE47-BEB2-A5B7CF95716D}"/>
              </a:ext>
            </a:extLst>
          </p:cNvPr>
          <p:cNvSpPr txBox="1"/>
          <p:nvPr/>
        </p:nvSpPr>
        <p:spPr>
          <a:xfrm>
            <a:off x="4213674" y="3267759"/>
            <a:ext cx="6850748" cy="2221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系统设计与架构</a:t>
            </a:r>
            <a:endParaRPr lang="en-US" altLang="zh-CN" sz="24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分布式量子计算编程语言</a:t>
            </a:r>
            <a:endParaRPr lang="en-US" altLang="zh-CN" sz="24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系统建模与评估</a:t>
            </a:r>
            <a:endParaRPr lang="en-US" altLang="zh-CN" sz="2400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dirty="0">
                <a:latin typeface="FangSong" panose="02010609060101010101" pitchFamily="49" charset="-122"/>
                <a:ea typeface="FangSong" panose="02010609060101010101" pitchFamily="49" charset="-122"/>
              </a:rPr>
              <a:t>适应性分布式量子计算</a:t>
            </a:r>
          </a:p>
        </p:txBody>
      </p:sp>
    </p:spTree>
    <p:extLst>
      <p:ext uri="{BB962C8B-B14F-4D97-AF65-F5344CB8AC3E}">
        <p14:creationId xmlns:p14="http://schemas.microsoft.com/office/powerpoint/2010/main" val="1450530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58EA7E-7375-2542-B797-D6E03E3452D2}"/>
              </a:ext>
            </a:extLst>
          </p:cNvPr>
          <p:cNvSpPr txBox="1"/>
          <p:nvPr/>
        </p:nvSpPr>
        <p:spPr>
          <a:xfrm>
            <a:off x="1269407" y="187736"/>
            <a:ext cx="4620340" cy="678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</a:rPr>
              <a:t>系统整体架构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17C529E-3B63-F549-863E-6F9AED00445E}"/>
              </a:ext>
            </a:extLst>
          </p:cNvPr>
          <p:cNvGrpSpPr/>
          <p:nvPr/>
        </p:nvGrpSpPr>
        <p:grpSpPr>
          <a:xfrm>
            <a:off x="440604" y="267894"/>
            <a:ext cx="690049" cy="690049"/>
            <a:chOff x="440604" y="267894"/>
            <a:chExt cx="1470105" cy="147010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BA248B79-156E-7241-91BB-EC5393731952}"/>
                </a:ext>
              </a:extLst>
            </p:cNvPr>
            <p:cNvSpPr/>
            <p:nvPr/>
          </p:nvSpPr>
          <p:spPr>
            <a:xfrm>
              <a:off x="440604" y="267894"/>
              <a:ext cx="1470105" cy="147010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86FFB56-5835-A94A-A425-4220D9F9322D}"/>
                </a:ext>
              </a:extLst>
            </p:cNvPr>
            <p:cNvSpPr txBox="1"/>
            <p:nvPr/>
          </p:nvSpPr>
          <p:spPr>
            <a:xfrm>
              <a:off x="564012" y="445602"/>
              <a:ext cx="1158401" cy="1114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FangSong" panose="02010609060101010101" pitchFamily="49" charset="-122"/>
                  <a:ea typeface="FangSong" panose="02010609060101010101" pitchFamily="49" charset="-122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endParaRPr>
            </a:p>
          </p:txBody>
        </p:sp>
      </p:grpSp>
      <p:sp>
        <p:nvSpPr>
          <p:cNvPr id="8" name="圆角矩形 7">
            <a:extLst>
              <a:ext uri="{FF2B5EF4-FFF2-40B4-BE49-F238E27FC236}">
                <a16:creationId xmlns:a16="http://schemas.microsoft.com/office/drawing/2014/main" id="{7163167D-B198-344B-9984-DABCDA92CA1C}"/>
              </a:ext>
            </a:extLst>
          </p:cNvPr>
          <p:cNvSpPr/>
          <p:nvPr/>
        </p:nvSpPr>
        <p:spPr>
          <a:xfrm>
            <a:off x="1229200" y="1257907"/>
            <a:ext cx="421575" cy="1264394"/>
          </a:xfrm>
          <a:prstGeom prst="roundRect">
            <a:avLst>
              <a:gd name="adj" fmla="val 34225"/>
            </a:avLst>
          </a:prstGeom>
          <a:solidFill>
            <a:schemeClr val="accent2">
              <a:lumMod val="75000"/>
            </a:schemeClr>
          </a:solidFill>
          <a:scene3d>
            <a:camera prst="orthographicFront"/>
            <a:lightRig rig="threePt" dir="t"/>
          </a:scene3d>
          <a:sp3d contourW="12700">
            <a:bevelT w="38100" h="38100" prst="relaxedInset"/>
            <a:contourClr>
              <a:schemeClr val="accent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用户层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258B4C23-B7D2-174D-A6A0-6E6FBDE8D80E}"/>
              </a:ext>
            </a:extLst>
          </p:cNvPr>
          <p:cNvSpPr/>
          <p:nvPr/>
        </p:nvSpPr>
        <p:spPr>
          <a:xfrm>
            <a:off x="1229200" y="3510683"/>
            <a:ext cx="421575" cy="1851517"/>
          </a:xfrm>
          <a:prstGeom prst="roundRect">
            <a:avLst>
              <a:gd name="adj" fmla="val 50000"/>
            </a:avLst>
          </a:prstGeom>
          <a:ln>
            <a:solidFill>
              <a:schemeClr val="accent1"/>
            </a:solidFill>
          </a:ln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编译层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D766B62-5B11-0F4C-93E3-ADF0F7CF336E}"/>
              </a:ext>
            </a:extLst>
          </p:cNvPr>
          <p:cNvSpPr/>
          <p:nvPr/>
        </p:nvSpPr>
        <p:spPr>
          <a:xfrm>
            <a:off x="1229200" y="5362201"/>
            <a:ext cx="421575" cy="1097998"/>
          </a:xfrm>
          <a:prstGeom prst="roundRect">
            <a:avLst>
              <a:gd name="adj" fmla="val 34129"/>
            </a:avLst>
          </a:prstGeom>
          <a:solidFill>
            <a:schemeClr val="accent3"/>
          </a:solidFill>
          <a:ln>
            <a:solidFill>
              <a:schemeClr val="accent3"/>
            </a:solidFill>
          </a:ln>
          <a:scene3d>
            <a:camera prst="orthographicFront"/>
            <a:lightRig rig="threePt" dir="t"/>
          </a:scene3d>
          <a:sp3d>
            <a:bevelT w="38100" h="381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计算层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A278752-661C-6F44-B1E0-46366DFA3255}"/>
              </a:ext>
            </a:extLst>
          </p:cNvPr>
          <p:cNvSpPr/>
          <p:nvPr/>
        </p:nvSpPr>
        <p:spPr>
          <a:xfrm>
            <a:off x="1229200" y="5362200"/>
            <a:ext cx="5883965" cy="1097999"/>
          </a:xfrm>
          <a:prstGeom prst="roundRect">
            <a:avLst>
              <a:gd name="adj" fmla="val 108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394EED94-8CBA-A64E-8834-19CEBEDC35D5}"/>
              </a:ext>
            </a:extLst>
          </p:cNvPr>
          <p:cNvSpPr/>
          <p:nvPr/>
        </p:nvSpPr>
        <p:spPr>
          <a:xfrm>
            <a:off x="1650775" y="1257906"/>
            <a:ext cx="5462390" cy="488892"/>
          </a:xfrm>
          <a:prstGeom prst="roundRect">
            <a:avLst>
              <a:gd name="adj" fmla="val 26389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B177A79C-1E48-3D49-82B4-365E3D67398C}"/>
              </a:ext>
            </a:extLst>
          </p:cNvPr>
          <p:cNvSpPr/>
          <p:nvPr/>
        </p:nvSpPr>
        <p:spPr>
          <a:xfrm>
            <a:off x="1813637" y="1257906"/>
            <a:ext cx="1407755" cy="488892"/>
          </a:xfrm>
          <a:prstGeom prst="roundRect">
            <a:avLst>
              <a:gd name="adj" fmla="val 1771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算法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D0F358C6-E884-BB45-A8E5-78287EABC8BC}"/>
              </a:ext>
            </a:extLst>
          </p:cNvPr>
          <p:cNvSpPr/>
          <p:nvPr/>
        </p:nvSpPr>
        <p:spPr>
          <a:xfrm>
            <a:off x="1650775" y="1746796"/>
            <a:ext cx="5462390" cy="775505"/>
          </a:xfrm>
          <a:prstGeom prst="roundRect">
            <a:avLst>
              <a:gd name="adj" fmla="val 16890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05C6FBE0-AFD7-B547-90A9-1EF4FD910E07}"/>
              </a:ext>
            </a:extLst>
          </p:cNvPr>
          <p:cNvSpPr/>
          <p:nvPr/>
        </p:nvSpPr>
        <p:spPr>
          <a:xfrm>
            <a:off x="1813637" y="1746795"/>
            <a:ext cx="1407755" cy="7755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编程语言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C543A94-FE26-F740-B318-6F888361B030}"/>
              </a:ext>
            </a:extLst>
          </p:cNvPr>
          <p:cNvSpPr/>
          <p:nvPr/>
        </p:nvSpPr>
        <p:spPr>
          <a:xfrm>
            <a:off x="3632096" y="1796955"/>
            <a:ext cx="1407600" cy="30865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量子电路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858D98E5-F24D-0E43-99FF-F1E18ABFC347}"/>
              </a:ext>
            </a:extLst>
          </p:cNvPr>
          <p:cNvSpPr/>
          <p:nvPr/>
        </p:nvSpPr>
        <p:spPr>
          <a:xfrm>
            <a:off x="5295016" y="1796954"/>
            <a:ext cx="1407600" cy="30865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并行计算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0C065943-14D2-2549-8424-6742DBB1EF4E}"/>
              </a:ext>
            </a:extLst>
          </p:cNvPr>
          <p:cNvSpPr/>
          <p:nvPr/>
        </p:nvSpPr>
        <p:spPr>
          <a:xfrm>
            <a:off x="3631941" y="2172678"/>
            <a:ext cx="1407755" cy="30865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分布式设计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BB2AE500-E72B-9245-9097-F38A82204947}"/>
              </a:ext>
            </a:extLst>
          </p:cNvPr>
          <p:cNvSpPr/>
          <p:nvPr/>
        </p:nvSpPr>
        <p:spPr>
          <a:xfrm>
            <a:off x="5284849" y="2175491"/>
            <a:ext cx="1407600" cy="30865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混合计算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FD5F1329-B545-1341-8794-B0F8C1413269}"/>
              </a:ext>
            </a:extLst>
          </p:cNvPr>
          <p:cNvSpPr/>
          <p:nvPr/>
        </p:nvSpPr>
        <p:spPr>
          <a:xfrm>
            <a:off x="3631941" y="1348022"/>
            <a:ext cx="1407755" cy="30865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量子算法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26D81F56-CF08-2944-AE41-AB87A7E8F37E}"/>
              </a:ext>
            </a:extLst>
          </p:cNvPr>
          <p:cNvSpPr/>
          <p:nvPr/>
        </p:nvSpPr>
        <p:spPr>
          <a:xfrm>
            <a:off x="5284694" y="1348021"/>
            <a:ext cx="1407755" cy="30865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混合算法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1812DBA5-3244-F045-A68B-AF0A9ACDC28C}"/>
              </a:ext>
            </a:extLst>
          </p:cNvPr>
          <p:cNvSpPr/>
          <p:nvPr/>
        </p:nvSpPr>
        <p:spPr>
          <a:xfrm>
            <a:off x="1229200" y="3510683"/>
            <a:ext cx="5883965" cy="1851518"/>
          </a:xfrm>
          <a:prstGeom prst="roundRect">
            <a:avLst>
              <a:gd name="adj" fmla="val 10857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A8C07CB6-7691-DB47-B975-7F23E919E677}"/>
              </a:ext>
            </a:extLst>
          </p:cNvPr>
          <p:cNvSpPr/>
          <p:nvPr/>
        </p:nvSpPr>
        <p:spPr>
          <a:xfrm>
            <a:off x="1650775" y="3505090"/>
            <a:ext cx="5462390" cy="625134"/>
          </a:xfrm>
          <a:prstGeom prst="roundRect">
            <a:avLst>
              <a:gd name="adj" fmla="val 16143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6E6BE6FA-33E0-334A-9A69-1D28D88F63F8}"/>
              </a:ext>
            </a:extLst>
          </p:cNvPr>
          <p:cNvSpPr/>
          <p:nvPr/>
        </p:nvSpPr>
        <p:spPr>
          <a:xfrm>
            <a:off x="1813637" y="3505088"/>
            <a:ext cx="1407755" cy="62513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电路分割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517F283A-C1E0-8A4C-B65F-57A81E12536A}"/>
              </a:ext>
            </a:extLst>
          </p:cNvPr>
          <p:cNvSpPr/>
          <p:nvPr/>
        </p:nvSpPr>
        <p:spPr>
          <a:xfrm>
            <a:off x="3631940" y="3660925"/>
            <a:ext cx="1407755" cy="3086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切分优化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DDFD1EB6-97C7-0A46-915E-3FBF4194171F}"/>
              </a:ext>
            </a:extLst>
          </p:cNvPr>
          <p:cNvSpPr/>
          <p:nvPr/>
        </p:nvSpPr>
        <p:spPr>
          <a:xfrm>
            <a:off x="1813636" y="4130221"/>
            <a:ext cx="1407755" cy="61319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硬件映射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4AC93881-B70A-B54A-B389-C66D41FD5183}"/>
              </a:ext>
            </a:extLst>
          </p:cNvPr>
          <p:cNvSpPr/>
          <p:nvPr/>
        </p:nvSpPr>
        <p:spPr>
          <a:xfrm>
            <a:off x="5284694" y="3658656"/>
            <a:ext cx="1407755" cy="3086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协同切分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F03993AF-4D25-444A-8ADC-8254E00068B9}"/>
              </a:ext>
            </a:extLst>
          </p:cNvPr>
          <p:cNvSpPr/>
          <p:nvPr/>
        </p:nvSpPr>
        <p:spPr>
          <a:xfrm>
            <a:off x="1650775" y="4130223"/>
            <a:ext cx="5462390" cy="625134"/>
          </a:xfrm>
          <a:prstGeom prst="roundRect">
            <a:avLst>
              <a:gd name="adj" fmla="val 1577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9A647845-F47D-C24B-9F83-12CE7B4BEF82}"/>
              </a:ext>
            </a:extLst>
          </p:cNvPr>
          <p:cNvSpPr/>
          <p:nvPr/>
        </p:nvSpPr>
        <p:spPr>
          <a:xfrm>
            <a:off x="1813636" y="4772896"/>
            <a:ext cx="1407755" cy="5764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通信优化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D502CE9E-FA45-B14E-AC9C-AD10671A15CB}"/>
              </a:ext>
            </a:extLst>
          </p:cNvPr>
          <p:cNvSpPr/>
          <p:nvPr/>
        </p:nvSpPr>
        <p:spPr>
          <a:xfrm>
            <a:off x="1650775" y="4749762"/>
            <a:ext cx="5462390" cy="611547"/>
          </a:xfrm>
          <a:prstGeom prst="roundRect">
            <a:avLst>
              <a:gd name="adj" fmla="val 19710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8A2B1E4F-7490-E149-93EC-D882FCA4CB65}"/>
              </a:ext>
            </a:extLst>
          </p:cNvPr>
          <p:cNvSpPr/>
          <p:nvPr/>
        </p:nvSpPr>
        <p:spPr>
          <a:xfrm>
            <a:off x="3631940" y="4897833"/>
            <a:ext cx="1407755" cy="3086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经典通讯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E458843A-D67F-B644-9666-44DD331E0615}"/>
              </a:ext>
            </a:extLst>
          </p:cNvPr>
          <p:cNvSpPr/>
          <p:nvPr/>
        </p:nvSpPr>
        <p:spPr>
          <a:xfrm>
            <a:off x="5284693" y="4888441"/>
            <a:ext cx="1407755" cy="3086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量子通讯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62516A2D-1874-2646-96C8-794DE407480F}"/>
              </a:ext>
            </a:extLst>
          </p:cNvPr>
          <p:cNvSpPr/>
          <p:nvPr/>
        </p:nvSpPr>
        <p:spPr>
          <a:xfrm>
            <a:off x="3631940" y="4314090"/>
            <a:ext cx="1407755" cy="3086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硬件调度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EB95CFC1-78D8-7842-893E-7AB25F211EA5}"/>
              </a:ext>
            </a:extLst>
          </p:cNvPr>
          <p:cNvSpPr/>
          <p:nvPr/>
        </p:nvSpPr>
        <p:spPr>
          <a:xfrm>
            <a:off x="5294861" y="4314090"/>
            <a:ext cx="1407755" cy="3086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拓扑映射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F91A0CFE-9871-5C41-AEEF-C506F391EB66}"/>
              </a:ext>
            </a:extLst>
          </p:cNvPr>
          <p:cNvSpPr/>
          <p:nvPr/>
        </p:nvSpPr>
        <p:spPr>
          <a:xfrm>
            <a:off x="1229200" y="2525852"/>
            <a:ext cx="421575" cy="967292"/>
          </a:xfrm>
          <a:prstGeom prst="roundRect">
            <a:avLst>
              <a:gd name="adj" fmla="val 34225"/>
            </a:avLst>
          </a:prstGeom>
          <a:solidFill>
            <a:schemeClr val="accent4">
              <a:lumMod val="75000"/>
            </a:schemeClr>
          </a:solidFill>
          <a:scene3d>
            <a:camera prst="orthographicFront"/>
            <a:lightRig rig="threePt" dir="t"/>
          </a:scene3d>
          <a:sp3d contourW="12700">
            <a:bevelT w="38100" h="38100" prst="relaxedInset"/>
            <a:contourClr>
              <a:schemeClr val="accent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评估层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8A7EA0E4-F8EC-F441-8283-AF26BE314A0F}"/>
              </a:ext>
            </a:extLst>
          </p:cNvPr>
          <p:cNvSpPr/>
          <p:nvPr/>
        </p:nvSpPr>
        <p:spPr>
          <a:xfrm>
            <a:off x="1229200" y="2525852"/>
            <a:ext cx="5883965" cy="967292"/>
          </a:xfrm>
          <a:prstGeom prst="roundRect">
            <a:avLst>
              <a:gd name="adj" fmla="val 10857"/>
            </a:avLst>
          </a:prstGeom>
          <a:noFill/>
          <a:ln>
            <a:solidFill>
              <a:schemeClr val="bg1"/>
            </a:solidFill>
          </a:ln>
          <a:effectLst/>
          <a:scene3d>
            <a:camera prst="orthographicFront"/>
            <a:lightRig rig="threePt" dir="t"/>
          </a:scene3d>
          <a:sp3d>
            <a:bevelT w="165100" prst="coolSlant"/>
            <a:bevelB w="165100" prst="coolSlan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F676D2E7-842B-D647-84A3-214FF4ACF7C1}"/>
              </a:ext>
            </a:extLst>
          </p:cNvPr>
          <p:cNvSpPr/>
          <p:nvPr/>
        </p:nvSpPr>
        <p:spPr>
          <a:xfrm>
            <a:off x="1650775" y="2525851"/>
            <a:ext cx="5462390" cy="967292"/>
          </a:xfrm>
          <a:prstGeom prst="roundRect">
            <a:avLst>
              <a:gd name="adj" fmla="val 9758"/>
            </a:avLst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ED759115-0A52-C54C-A359-91C8BE8BFF86}"/>
              </a:ext>
            </a:extLst>
          </p:cNvPr>
          <p:cNvSpPr/>
          <p:nvPr/>
        </p:nvSpPr>
        <p:spPr>
          <a:xfrm>
            <a:off x="1813638" y="2525851"/>
            <a:ext cx="1397588" cy="967292"/>
          </a:xfrm>
          <a:prstGeom prst="roundRect">
            <a:avLst>
              <a:gd name="adj" fmla="val 1771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性能评估与优化</a:t>
            </a:r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EDF639CD-C370-DE41-864D-E9AA6424A182}"/>
              </a:ext>
            </a:extLst>
          </p:cNvPr>
          <p:cNvSpPr/>
          <p:nvPr/>
        </p:nvSpPr>
        <p:spPr>
          <a:xfrm>
            <a:off x="3631941" y="2706168"/>
            <a:ext cx="1407755" cy="21754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保真度</a:t>
            </a: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EBEB364A-C5F1-3343-8228-D18EC7FE77CC}"/>
              </a:ext>
            </a:extLst>
          </p:cNvPr>
          <p:cNvSpPr/>
          <p:nvPr/>
        </p:nvSpPr>
        <p:spPr>
          <a:xfrm>
            <a:off x="5284694" y="2706167"/>
            <a:ext cx="1407755" cy="21754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时延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88D70014-3AB1-BB4C-8C7C-B397088169E6}"/>
              </a:ext>
            </a:extLst>
          </p:cNvPr>
          <p:cNvSpPr/>
          <p:nvPr/>
        </p:nvSpPr>
        <p:spPr>
          <a:xfrm>
            <a:off x="3631940" y="3028120"/>
            <a:ext cx="1407755" cy="21754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通信</a:t>
            </a: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5434F9D7-CBFF-1941-8351-6F364DC23ED4}"/>
              </a:ext>
            </a:extLst>
          </p:cNvPr>
          <p:cNvSpPr/>
          <p:nvPr/>
        </p:nvSpPr>
        <p:spPr>
          <a:xfrm>
            <a:off x="5284693" y="3028120"/>
            <a:ext cx="1407755" cy="21754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拓扑结构</a:t>
            </a: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7332D3A7-BF62-B141-93A4-A7A99F4CECE1}"/>
              </a:ext>
            </a:extLst>
          </p:cNvPr>
          <p:cNvSpPr/>
          <p:nvPr/>
        </p:nvSpPr>
        <p:spPr>
          <a:xfrm>
            <a:off x="1803467" y="5632914"/>
            <a:ext cx="1407755" cy="57647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混合硬件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资源</a:t>
            </a: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96776EC0-407D-F64B-85CD-075CAB39B2F7}"/>
              </a:ext>
            </a:extLst>
          </p:cNvPr>
          <p:cNvSpPr/>
          <p:nvPr/>
        </p:nvSpPr>
        <p:spPr>
          <a:xfrm>
            <a:off x="1650775" y="5361309"/>
            <a:ext cx="5462390" cy="1097998"/>
          </a:xfrm>
          <a:prstGeom prst="roundRect">
            <a:avLst>
              <a:gd name="adj" fmla="val 10457"/>
            </a:avLst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5B316905-1FF1-6F48-AA22-2C02804048E4}"/>
              </a:ext>
            </a:extLst>
          </p:cNvPr>
          <p:cNvSpPr/>
          <p:nvPr/>
        </p:nvSpPr>
        <p:spPr>
          <a:xfrm>
            <a:off x="3631939" y="5632915"/>
            <a:ext cx="1407755" cy="57647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经典计算</a:t>
            </a:r>
            <a:endParaRPr kumimoji="1" lang="en-US" altLang="zh-CN" dirty="0">
              <a:solidFill>
                <a:schemeClr val="tx1"/>
              </a:solidFill>
            </a:endParaRPr>
          </a:p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节点</a:t>
            </a:r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FFB9F1CE-E4BE-414A-A56D-1EBA05DB71C8}"/>
              </a:ext>
            </a:extLst>
          </p:cNvPr>
          <p:cNvSpPr/>
          <p:nvPr/>
        </p:nvSpPr>
        <p:spPr>
          <a:xfrm>
            <a:off x="5284693" y="5632915"/>
            <a:ext cx="1407755" cy="576471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量子芯片节点</a:t>
            </a:r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F0C2A977-D65D-F641-B52E-6A6DE6881BC9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7113165" y="2134549"/>
            <a:ext cx="527155" cy="0"/>
          </a:xfrm>
          <a:prstGeom prst="straightConnector1">
            <a:avLst/>
          </a:prstGeom>
          <a:ln w="25400">
            <a:solidFill>
              <a:schemeClr val="accent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1C973BC1-B5A2-9F4E-A7AE-BDB9DB0D6A54}"/>
              </a:ext>
            </a:extLst>
          </p:cNvPr>
          <p:cNvSpPr/>
          <p:nvPr/>
        </p:nvSpPr>
        <p:spPr>
          <a:xfrm>
            <a:off x="7640320" y="1257906"/>
            <a:ext cx="4318001" cy="1223431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E037C2F0-29A3-5843-91C0-07E5059D142A}"/>
              </a:ext>
            </a:extLst>
          </p:cNvPr>
          <p:cNvSpPr/>
          <p:nvPr/>
        </p:nvSpPr>
        <p:spPr>
          <a:xfrm>
            <a:off x="8718085" y="1257906"/>
            <a:ext cx="1912917" cy="38300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分布式描述语言</a:t>
            </a:r>
          </a:p>
        </p:txBody>
      </p:sp>
      <p:sp>
        <p:nvSpPr>
          <p:cNvPr id="66" name="圆角矩形 65">
            <a:extLst>
              <a:ext uri="{FF2B5EF4-FFF2-40B4-BE49-F238E27FC236}">
                <a16:creationId xmlns:a16="http://schemas.microsoft.com/office/drawing/2014/main" id="{DFAE5791-859C-1E4A-B2B3-57DBC2065A13}"/>
              </a:ext>
            </a:extLst>
          </p:cNvPr>
          <p:cNvSpPr/>
          <p:nvPr/>
        </p:nvSpPr>
        <p:spPr>
          <a:xfrm>
            <a:off x="7739642" y="1746795"/>
            <a:ext cx="1175209" cy="53691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节点创建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管理释放</a:t>
            </a:r>
          </a:p>
        </p:txBody>
      </p:sp>
      <p:sp>
        <p:nvSpPr>
          <p:cNvPr id="68" name="圆角矩形 67">
            <a:extLst>
              <a:ext uri="{FF2B5EF4-FFF2-40B4-BE49-F238E27FC236}">
                <a16:creationId xmlns:a16="http://schemas.microsoft.com/office/drawing/2014/main" id="{E0BF274F-81E9-0A46-B2EF-79C0F9C2682E}"/>
              </a:ext>
            </a:extLst>
          </p:cNvPr>
          <p:cNvSpPr/>
          <p:nvPr/>
        </p:nvSpPr>
        <p:spPr>
          <a:xfrm>
            <a:off x="10430790" y="1746795"/>
            <a:ext cx="1428209" cy="53691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计算任务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描述与分配</a:t>
            </a:r>
          </a:p>
        </p:txBody>
      </p: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8CDC3880-1A59-1946-B894-DDAA8F62ECC6}"/>
              </a:ext>
            </a:extLst>
          </p:cNvPr>
          <p:cNvSpPr/>
          <p:nvPr/>
        </p:nvSpPr>
        <p:spPr>
          <a:xfrm>
            <a:off x="9015896" y="1746795"/>
            <a:ext cx="1317296" cy="536918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通信通道创建管理</a:t>
            </a:r>
            <a:endParaRPr kumimoji="1" lang="en-US" altLang="zh-CN" dirty="0"/>
          </a:p>
        </p:txBody>
      </p:sp>
      <p:sp>
        <p:nvSpPr>
          <p:cNvPr id="70" name="圆角矩形 69">
            <a:extLst>
              <a:ext uri="{FF2B5EF4-FFF2-40B4-BE49-F238E27FC236}">
                <a16:creationId xmlns:a16="http://schemas.microsoft.com/office/drawing/2014/main" id="{92D644EB-E7CB-864C-8002-797CB5138E42}"/>
              </a:ext>
            </a:extLst>
          </p:cNvPr>
          <p:cNvSpPr/>
          <p:nvPr/>
        </p:nvSpPr>
        <p:spPr>
          <a:xfrm>
            <a:off x="7640320" y="2517551"/>
            <a:ext cx="4318001" cy="975592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71" name="圆角矩形 70">
            <a:extLst>
              <a:ext uri="{FF2B5EF4-FFF2-40B4-BE49-F238E27FC236}">
                <a16:creationId xmlns:a16="http://schemas.microsoft.com/office/drawing/2014/main" id="{DF0772FC-ADDB-794F-88DC-70C7560671E6}"/>
              </a:ext>
            </a:extLst>
          </p:cNvPr>
          <p:cNvSpPr/>
          <p:nvPr/>
        </p:nvSpPr>
        <p:spPr>
          <a:xfrm>
            <a:off x="8580013" y="2589633"/>
            <a:ext cx="2599385" cy="25832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基于图的性能评估模型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2DF9E598-3E0F-EB4A-8D60-1EA3E63E5D83}"/>
              </a:ext>
            </a:extLst>
          </p:cNvPr>
          <p:cNvSpPr/>
          <p:nvPr/>
        </p:nvSpPr>
        <p:spPr>
          <a:xfrm>
            <a:off x="7745817" y="2892082"/>
            <a:ext cx="1175209" cy="53691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适用不同硬件实现</a:t>
            </a:r>
          </a:p>
        </p:txBody>
      </p:sp>
      <p:sp>
        <p:nvSpPr>
          <p:cNvPr id="73" name="圆角矩形 72">
            <a:extLst>
              <a:ext uri="{FF2B5EF4-FFF2-40B4-BE49-F238E27FC236}">
                <a16:creationId xmlns:a16="http://schemas.microsoft.com/office/drawing/2014/main" id="{8575ABEB-37BD-F24C-B14C-7AF935FD4C12}"/>
              </a:ext>
            </a:extLst>
          </p:cNvPr>
          <p:cNvSpPr/>
          <p:nvPr/>
        </p:nvSpPr>
        <p:spPr>
          <a:xfrm>
            <a:off x="9157983" y="2892082"/>
            <a:ext cx="1175209" cy="53691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能够定量计算</a:t>
            </a:r>
          </a:p>
        </p:txBody>
      </p:sp>
      <p:sp>
        <p:nvSpPr>
          <p:cNvPr id="74" name="圆角矩形 73">
            <a:extLst>
              <a:ext uri="{FF2B5EF4-FFF2-40B4-BE49-F238E27FC236}">
                <a16:creationId xmlns:a16="http://schemas.microsoft.com/office/drawing/2014/main" id="{BA2511CB-C9B9-FD41-8B27-64A3C786FD22}"/>
              </a:ext>
            </a:extLst>
          </p:cNvPr>
          <p:cNvSpPr/>
          <p:nvPr/>
        </p:nvSpPr>
        <p:spPr>
          <a:xfrm>
            <a:off x="10775905" y="2892082"/>
            <a:ext cx="1083094" cy="53691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分阶段评估</a:t>
            </a:r>
          </a:p>
        </p:txBody>
      </p: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19721307-B076-4243-BF58-2DE6BE217F7D}"/>
              </a:ext>
            </a:extLst>
          </p:cNvPr>
          <p:cNvCxnSpPr>
            <a:cxnSpLocks/>
            <a:stCxn id="41" idx="3"/>
            <a:endCxn id="70" idx="1"/>
          </p:cNvCxnSpPr>
          <p:nvPr/>
        </p:nvCxnSpPr>
        <p:spPr>
          <a:xfrm flipV="1">
            <a:off x="7113165" y="3005347"/>
            <a:ext cx="527155" cy="4150"/>
          </a:xfrm>
          <a:prstGeom prst="straightConnector1">
            <a:avLst/>
          </a:prstGeom>
          <a:ln w="25400">
            <a:solidFill>
              <a:schemeClr val="accent4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圆角矩形 79">
            <a:extLst>
              <a:ext uri="{FF2B5EF4-FFF2-40B4-BE49-F238E27FC236}">
                <a16:creationId xmlns:a16="http://schemas.microsoft.com/office/drawing/2014/main" id="{A203CC15-CDAD-FE40-B738-87D458930B89}"/>
              </a:ext>
            </a:extLst>
          </p:cNvPr>
          <p:cNvSpPr/>
          <p:nvPr/>
        </p:nvSpPr>
        <p:spPr>
          <a:xfrm>
            <a:off x="7640320" y="4048858"/>
            <a:ext cx="4318001" cy="97559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81" name="圆角矩形 80">
            <a:extLst>
              <a:ext uri="{FF2B5EF4-FFF2-40B4-BE49-F238E27FC236}">
                <a16:creationId xmlns:a16="http://schemas.microsoft.com/office/drawing/2014/main" id="{1C16BC12-D611-AD43-A486-C7F03B5E495A}"/>
              </a:ext>
            </a:extLst>
          </p:cNvPr>
          <p:cNvSpPr/>
          <p:nvPr/>
        </p:nvSpPr>
        <p:spPr>
          <a:xfrm>
            <a:off x="9107165" y="4112408"/>
            <a:ext cx="1912917" cy="243206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  <p:sp>
        <p:nvSpPr>
          <p:cNvPr id="82" name="圆角矩形 81">
            <a:extLst>
              <a:ext uri="{FF2B5EF4-FFF2-40B4-BE49-F238E27FC236}">
                <a16:creationId xmlns:a16="http://schemas.microsoft.com/office/drawing/2014/main" id="{F5511004-980B-0944-BF67-2CFD229CAE40}"/>
              </a:ext>
            </a:extLst>
          </p:cNvPr>
          <p:cNvSpPr/>
          <p:nvPr/>
        </p:nvSpPr>
        <p:spPr>
          <a:xfrm>
            <a:off x="7803099" y="4423389"/>
            <a:ext cx="1575077" cy="53691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多目标</a:t>
            </a:r>
            <a:endParaRPr kumimoji="1" lang="en-US" altLang="zh-CN" dirty="0"/>
          </a:p>
          <a:p>
            <a:pPr algn="ctr"/>
            <a:r>
              <a:rPr kumimoji="1" lang="zh-CN" altLang="en-US" dirty="0"/>
              <a:t>优化</a:t>
            </a:r>
          </a:p>
        </p:txBody>
      </p:sp>
      <p:sp>
        <p:nvSpPr>
          <p:cNvPr id="83" name="圆角矩形 82">
            <a:extLst>
              <a:ext uri="{FF2B5EF4-FFF2-40B4-BE49-F238E27FC236}">
                <a16:creationId xmlns:a16="http://schemas.microsoft.com/office/drawing/2014/main" id="{72722768-B92C-EC40-B444-5F75F9D709D7}"/>
              </a:ext>
            </a:extLst>
          </p:cNvPr>
          <p:cNvSpPr/>
          <p:nvPr/>
        </p:nvSpPr>
        <p:spPr>
          <a:xfrm>
            <a:off x="10283922" y="4434697"/>
            <a:ext cx="1575077" cy="536918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适用于不同硬件实现</a:t>
            </a:r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1BE577E2-6281-FE45-A16F-A0C49F1049F0}"/>
              </a:ext>
            </a:extLst>
          </p:cNvPr>
          <p:cNvSpPr/>
          <p:nvPr/>
        </p:nvSpPr>
        <p:spPr>
          <a:xfrm>
            <a:off x="8020452" y="4064751"/>
            <a:ext cx="3672300" cy="23905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适应性的分布式量子编译器设计</a:t>
            </a:r>
          </a:p>
        </p:txBody>
      </p: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FBA7F9C7-5761-F445-8247-82E3A3AD0A31}"/>
              </a:ext>
            </a:extLst>
          </p:cNvPr>
          <p:cNvCxnSpPr>
            <a:cxnSpLocks/>
          </p:cNvCxnSpPr>
          <p:nvPr/>
        </p:nvCxnSpPr>
        <p:spPr>
          <a:xfrm flipV="1">
            <a:off x="7113164" y="4549757"/>
            <a:ext cx="527155" cy="4150"/>
          </a:xfrm>
          <a:prstGeom prst="straightConnector1">
            <a:avLst/>
          </a:prstGeom>
          <a:ln w="25400">
            <a:solidFill>
              <a:schemeClr val="accent1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4670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D58EA7E-7375-2542-B797-D6E03E3452D2}"/>
              </a:ext>
            </a:extLst>
          </p:cNvPr>
          <p:cNvSpPr txBox="1"/>
          <p:nvPr/>
        </p:nvSpPr>
        <p:spPr>
          <a:xfrm>
            <a:off x="1269407" y="187736"/>
            <a:ext cx="4620340" cy="678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</a:rPr>
              <a:t>分布式计算编程语言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017C529E-3B63-F549-863E-6F9AED00445E}"/>
              </a:ext>
            </a:extLst>
          </p:cNvPr>
          <p:cNvGrpSpPr/>
          <p:nvPr/>
        </p:nvGrpSpPr>
        <p:grpSpPr>
          <a:xfrm>
            <a:off x="440604" y="267894"/>
            <a:ext cx="690049" cy="690049"/>
            <a:chOff x="440604" y="267894"/>
            <a:chExt cx="1470105" cy="1470105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BA248B79-156E-7241-91BB-EC5393731952}"/>
                </a:ext>
              </a:extLst>
            </p:cNvPr>
            <p:cNvSpPr/>
            <p:nvPr/>
          </p:nvSpPr>
          <p:spPr>
            <a:xfrm>
              <a:off x="440604" y="267894"/>
              <a:ext cx="1470105" cy="147010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486FFB56-5835-A94A-A425-4220D9F9322D}"/>
                </a:ext>
              </a:extLst>
            </p:cNvPr>
            <p:cNvSpPr txBox="1"/>
            <p:nvPr/>
          </p:nvSpPr>
          <p:spPr>
            <a:xfrm>
              <a:off x="596454" y="427295"/>
              <a:ext cx="1158401" cy="1114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FangSong" panose="02010609060101010101" pitchFamily="49" charset="-122"/>
                  <a:ea typeface="FangSong" panose="02010609060101010101" pitchFamily="49" charset="-122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endParaRPr>
            </a:p>
          </p:txBody>
        </p:sp>
      </p:grp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B83CBE36-E393-4906-3754-582D0BF047D5}"/>
              </a:ext>
            </a:extLst>
          </p:cNvPr>
          <p:cNvSpPr/>
          <p:nvPr/>
        </p:nvSpPr>
        <p:spPr>
          <a:xfrm>
            <a:off x="321990" y="1216751"/>
            <a:ext cx="1800000" cy="476581"/>
          </a:xfrm>
          <a:prstGeom prst="roundRect">
            <a:avLst/>
          </a:prstGeom>
          <a:solidFill>
            <a:srgbClr val="D5E8D4"/>
          </a:solidFill>
          <a:ln w="15875" cmpd="sng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节点集群</a:t>
            </a: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47B3BB3-5230-0AB7-3043-15B8CD2986D8}"/>
              </a:ext>
            </a:extLst>
          </p:cNvPr>
          <p:cNvGrpSpPr/>
          <p:nvPr/>
        </p:nvGrpSpPr>
        <p:grpSpPr>
          <a:xfrm>
            <a:off x="460327" y="1923166"/>
            <a:ext cx="1558459" cy="1853562"/>
            <a:chOff x="1022794" y="1717221"/>
            <a:chExt cx="1845732" cy="2195232"/>
          </a:xfrm>
        </p:grpSpPr>
        <p:pic>
          <p:nvPicPr>
            <p:cNvPr id="13" name="图形 12" descr="服务器">
              <a:extLst>
                <a:ext uri="{FF2B5EF4-FFF2-40B4-BE49-F238E27FC236}">
                  <a16:creationId xmlns:a16="http://schemas.microsoft.com/office/drawing/2014/main" id="{3F00CB7E-CD3B-15D1-A743-E6D937951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361857" y="1717221"/>
              <a:ext cx="465666" cy="465666"/>
            </a:xfrm>
            <a:prstGeom prst="rect">
              <a:avLst/>
            </a:prstGeom>
          </p:spPr>
        </p:pic>
        <p:pic>
          <p:nvPicPr>
            <p:cNvPr id="18" name="图形 17" descr="服务器">
              <a:extLst>
                <a:ext uri="{FF2B5EF4-FFF2-40B4-BE49-F238E27FC236}">
                  <a16:creationId xmlns:a16="http://schemas.microsoft.com/office/drawing/2014/main" id="{1C780AC7-48EA-66D3-378E-95F4D8CFD4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2794" y="1967237"/>
              <a:ext cx="465666" cy="465666"/>
            </a:xfrm>
            <a:prstGeom prst="rect">
              <a:avLst/>
            </a:prstGeom>
          </p:spPr>
        </p:pic>
        <p:pic>
          <p:nvPicPr>
            <p:cNvPr id="22" name="图形 21" descr="数据库">
              <a:extLst>
                <a:ext uri="{FF2B5EF4-FFF2-40B4-BE49-F238E27FC236}">
                  <a16:creationId xmlns:a16="http://schemas.microsoft.com/office/drawing/2014/main" id="{066B0EB1-BE1B-588C-2B66-CDE036CCCDD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565325" y="2432903"/>
              <a:ext cx="719667" cy="719667"/>
            </a:xfrm>
            <a:prstGeom prst="rect">
              <a:avLst/>
            </a:prstGeom>
          </p:spPr>
        </p:pic>
        <p:pic>
          <p:nvPicPr>
            <p:cNvPr id="23" name="图形 22" descr="服务器">
              <a:extLst>
                <a:ext uri="{FF2B5EF4-FFF2-40B4-BE49-F238E27FC236}">
                  <a16:creationId xmlns:a16="http://schemas.microsoft.com/office/drawing/2014/main" id="{754B0B7A-2E12-D1EA-59CF-13B84A7133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7497" y="3043767"/>
              <a:ext cx="465666" cy="465666"/>
            </a:xfrm>
            <a:prstGeom prst="rect">
              <a:avLst/>
            </a:prstGeom>
          </p:spPr>
        </p:pic>
        <p:pic>
          <p:nvPicPr>
            <p:cNvPr id="24" name="图形 23" descr="服务器">
              <a:extLst>
                <a:ext uri="{FF2B5EF4-FFF2-40B4-BE49-F238E27FC236}">
                  <a16:creationId xmlns:a16="http://schemas.microsoft.com/office/drawing/2014/main" id="{E980DE76-AE31-A6AE-7629-38465D22B5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402860" y="3446787"/>
              <a:ext cx="465666" cy="465666"/>
            </a:xfrm>
            <a:prstGeom prst="rect">
              <a:avLst/>
            </a:prstGeom>
          </p:spPr>
        </p:pic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01D54302-6A1C-3F0F-6574-EB2134F9C8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91267" y="2200070"/>
              <a:ext cx="295647" cy="28196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65A80A57-D396-5FC7-554B-6C2C8E6C99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91267" y="3043767"/>
              <a:ext cx="372533" cy="46566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0BE282A2-46CF-53D1-4AF0-874A8B7A93ED}"/>
                </a:ext>
              </a:extLst>
            </p:cNvPr>
            <p:cNvCxnSpPr>
              <a:cxnSpLocks/>
            </p:cNvCxnSpPr>
            <p:nvPr/>
          </p:nvCxnSpPr>
          <p:spPr>
            <a:xfrm>
              <a:off x="1455607" y="2389271"/>
              <a:ext cx="262794" cy="15409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C9F8EB6B-3366-AD58-88F7-CE97EC8FC9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8460" y="2909153"/>
              <a:ext cx="198081" cy="13461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CA68BC60-681E-DE87-EAF8-50B91161FA1D}"/>
              </a:ext>
            </a:extLst>
          </p:cNvPr>
          <p:cNvGrpSpPr/>
          <p:nvPr/>
        </p:nvGrpSpPr>
        <p:grpSpPr>
          <a:xfrm>
            <a:off x="2929996" y="2098605"/>
            <a:ext cx="1465362" cy="1465362"/>
            <a:chOff x="4318000" y="2149270"/>
            <a:chExt cx="2006600" cy="2006600"/>
          </a:xfrm>
        </p:grpSpPr>
        <p:pic>
          <p:nvPicPr>
            <p:cNvPr id="40" name="图形 39" descr="处理器">
              <a:extLst>
                <a:ext uri="{FF2B5EF4-FFF2-40B4-BE49-F238E27FC236}">
                  <a16:creationId xmlns:a16="http://schemas.microsoft.com/office/drawing/2014/main" id="{261E9FC5-378B-840D-EFAD-D34B69CFF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318000" y="2149270"/>
              <a:ext cx="2006600" cy="2006600"/>
            </a:xfrm>
            <a:prstGeom prst="rect">
              <a:avLst/>
            </a:prstGeom>
          </p:spPr>
        </p:pic>
        <p:pic>
          <p:nvPicPr>
            <p:cNvPr id="42" name="图形 41" descr="原子">
              <a:extLst>
                <a:ext uri="{FF2B5EF4-FFF2-40B4-BE49-F238E27FC236}">
                  <a16:creationId xmlns:a16="http://schemas.microsoft.com/office/drawing/2014/main" id="{5B7C6574-3991-2589-E1DD-82EEDE48CDB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114532" y="2940902"/>
              <a:ext cx="423336" cy="423336"/>
            </a:xfrm>
            <a:prstGeom prst="rect">
              <a:avLst/>
            </a:prstGeom>
          </p:spPr>
        </p:pic>
      </p:grp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0003EE01-8C2F-026D-7D5E-60C059B45398}"/>
              </a:ext>
            </a:extLst>
          </p:cNvPr>
          <p:cNvSpPr/>
          <p:nvPr/>
        </p:nvSpPr>
        <p:spPr>
          <a:xfrm>
            <a:off x="2794987" y="1216752"/>
            <a:ext cx="1800000" cy="468000"/>
          </a:xfrm>
          <a:prstGeom prst="roundRect">
            <a:avLst/>
          </a:prstGeom>
          <a:solidFill>
            <a:srgbClr val="DAE8FC"/>
          </a:solidFill>
          <a:ln w="15875" cmpd="sng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量子电路</a:t>
            </a: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2FEF4A8C-1217-6B72-0BF8-669AE5027E6C}"/>
              </a:ext>
            </a:extLst>
          </p:cNvPr>
          <p:cNvSpPr/>
          <p:nvPr/>
        </p:nvSpPr>
        <p:spPr>
          <a:xfrm>
            <a:off x="5267984" y="1216752"/>
            <a:ext cx="1800000" cy="468000"/>
          </a:xfrm>
          <a:prstGeom prst="roundRect">
            <a:avLst/>
          </a:prstGeom>
          <a:solidFill>
            <a:srgbClr val="FFE6CC"/>
          </a:solidFill>
          <a:ln w="15875" cmpd="sng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节点通信</a:t>
            </a: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5D3A204F-B31C-0886-4A51-9907D06CA431}"/>
              </a:ext>
            </a:extLst>
          </p:cNvPr>
          <p:cNvSpPr/>
          <p:nvPr/>
        </p:nvSpPr>
        <p:spPr>
          <a:xfrm>
            <a:off x="7740981" y="1216752"/>
            <a:ext cx="1800000" cy="468000"/>
          </a:xfrm>
          <a:prstGeom prst="roundRect">
            <a:avLst/>
          </a:prstGeom>
          <a:solidFill>
            <a:srgbClr val="E1D5E7"/>
          </a:solidFill>
          <a:ln w="15875" cmpd="sng">
            <a:solidFill>
              <a:srgbClr val="D18FC4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节点调度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19402DD9-5A46-EF62-A603-368879A5F13E}"/>
              </a:ext>
            </a:extLst>
          </p:cNvPr>
          <p:cNvSpPr/>
          <p:nvPr/>
        </p:nvSpPr>
        <p:spPr>
          <a:xfrm>
            <a:off x="10213979" y="1216752"/>
            <a:ext cx="1800000" cy="468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5875" cmpd="sng"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结果重组</a:t>
            </a:r>
          </a:p>
        </p:txBody>
      </p: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A25E9255-CD21-2FA5-5AA1-E51E84E671C8}"/>
              </a:ext>
            </a:extLst>
          </p:cNvPr>
          <p:cNvGrpSpPr/>
          <p:nvPr/>
        </p:nvGrpSpPr>
        <p:grpSpPr>
          <a:xfrm>
            <a:off x="5092904" y="2330863"/>
            <a:ext cx="2097805" cy="909422"/>
            <a:chOff x="5005273" y="2503648"/>
            <a:chExt cx="2291153" cy="1050974"/>
          </a:xfrm>
        </p:grpSpPr>
        <p:pic>
          <p:nvPicPr>
            <p:cNvPr id="56" name="图形 55" descr="链接">
              <a:extLst>
                <a:ext uri="{FF2B5EF4-FFF2-40B4-BE49-F238E27FC236}">
                  <a16:creationId xmlns:a16="http://schemas.microsoft.com/office/drawing/2014/main" id="{ED3157C8-DE1C-CBEE-19AE-619B26303A0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8897516">
              <a:off x="5927668" y="2640444"/>
              <a:ext cx="723430" cy="723430"/>
            </a:xfrm>
            <a:prstGeom prst="rect">
              <a:avLst/>
            </a:prstGeom>
          </p:spPr>
        </p:pic>
        <p:pic>
          <p:nvPicPr>
            <p:cNvPr id="60" name="图形 59" descr="服务器">
              <a:extLst>
                <a:ext uri="{FF2B5EF4-FFF2-40B4-BE49-F238E27FC236}">
                  <a16:creationId xmlns:a16="http://schemas.microsoft.com/office/drawing/2014/main" id="{61CBB53F-E73C-D157-1201-3B220EA0D8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005273" y="2503648"/>
              <a:ext cx="1050974" cy="1050974"/>
            </a:xfrm>
            <a:prstGeom prst="rect">
              <a:avLst/>
            </a:prstGeom>
          </p:spPr>
        </p:pic>
        <p:pic>
          <p:nvPicPr>
            <p:cNvPr id="61" name="图形 60" descr="服务器">
              <a:extLst>
                <a:ext uri="{FF2B5EF4-FFF2-40B4-BE49-F238E27FC236}">
                  <a16:creationId xmlns:a16="http://schemas.microsoft.com/office/drawing/2014/main" id="{779FDF4A-454E-E17A-8A43-59DC2D0BC9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24300" y="2671872"/>
              <a:ext cx="672126" cy="672126"/>
            </a:xfrm>
            <a:prstGeom prst="rect">
              <a:avLst/>
            </a:prstGeom>
          </p:spPr>
        </p:pic>
      </p:grpSp>
      <p:pic>
        <p:nvPicPr>
          <p:cNvPr id="78" name="图片 77">
            <a:extLst>
              <a:ext uri="{FF2B5EF4-FFF2-40B4-BE49-F238E27FC236}">
                <a16:creationId xmlns:a16="http://schemas.microsoft.com/office/drawing/2014/main" id="{20BA01F8-75DE-A051-BC84-5C46B9181D2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8845" y="2146434"/>
            <a:ext cx="1417533" cy="1417533"/>
          </a:xfrm>
          <a:prstGeom prst="rect">
            <a:avLst/>
          </a:prstGeom>
        </p:spPr>
      </p:pic>
      <p:grpSp>
        <p:nvGrpSpPr>
          <p:cNvPr id="85" name="组合 84">
            <a:extLst>
              <a:ext uri="{FF2B5EF4-FFF2-40B4-BE49-F238E27FC236}">
                <a16:creationId xmlns:a16="http://schemas.microsoft.com/office/drawing/2014/main" id="{9DC82530-97DF-FFC6-612E-BADA44BAECEC}"/>
              </a:ext>
            </a:extLst>
          </p:cNvPr>
          <p:cNvGrpSpPr/>
          <p:nvPr/>
        </p:nvGrpSpPr>
        <p:grpSpPr>
          <a:xfrm>
            <a:off x="10317182" y="1971073"/>
            <a:ext cx="1586390" cy="1627278"/>
            <a:chOff x="10166089" y="2116241"/>
            <a:chExt cx="1586390" cy="1627278"/>
          </a:xfrm>
        </p:grpSpPr>
        <p:pic>
          <p:nvPicPr>
            <p:cNvPr id="80" name="图形 79" descr="拼图">
              <a:extLst>
                <a:ext uri="{FF2B5EF4-FFF2-40B4-BE49-F238E27FC236}">
                  <a16:creationId xmlns:a16="http://schemas.microsoft.com/office/drawing/2014/main" id="{5A2A2925-C920-0B4F-82C8-F63EBB6C6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10166089" y="2416700"/>
              <a:ext cx="1326819" cy="1326819"/>
            </a:xfrm>
            <a:prstGeom prst="rect">
              <a:avLst/>
            </a:prstGeom>
          </p:spPr>
        </p:pic>
        <p:pic>
          <p:nvPicPr>
            <p:cNvPr id="84" name="图形 83" descr="箭头圆形">
              <a:extLst>
                <a:ext uri="{FF2B5EF4-FFF2-40B4-BE49-F238E27FC236}">
                  <a16:creationId xmlns:a16="http://schemas.microsoft.com/office/drawing/2014/main" id="{4729F401-290A-B65F-1720-9742D4F42A4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1003727" y="2116241"/>
              <a:ext cx="748752" cy="748752"/>
            </a:xfrm>
            <a:prstGeom prst="rect">
              <a:avLst/>
            </a:prstGeom>
          </p:spPr>
        </p:pic>
      </p:grpSp>
      <p:graphicFrame>
        <p:nvGraphicFramePr>
          <p:cNvPr id="91" name="表格 90">
            <a:extLst>
              <a:ext uri="{FF2B5EF4-FFF2-40B4-BE49-F238E27FC236}">
                <a16:creationId xmlns:a16="http://schemas.microsoft.com/office/drawing/2014/main" id="{08F450A1-D96F-34B9-D0AC-E71E2E410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3195088"/>
              </p:ext>
            </p:extLst>
          </p:nvPr>
        </p:nvGraphicFramePr>
        <p:xfrm>
          <a:off x="374943" y="4034809"/>
          <a:ext cx="2065142" cy="65100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065142">
                  <a:extLst>
                    <a:ext uri="{9D8B030D-6E8A-4147-A177-3AD203B41FA5}">
                      <a16:colId xmlns:a16="http://schemas.microsoft.com/office/drawing/2014/main" val="2464872795"/>
                    </a:ext>
                  </a:extLst>
                </a:gridCol>
              </a:tblGrid>
              <a:tr h="1803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kern="100" baseline="0">
                          <a:effectLst/>
                        </a:rPr>
                        <a:t>· </a:t>
                      </a:r>
                      <a:r>
                        <a:rPr lang="en-US" sz="1600" kern="100" baseline="0">
                          <a:effectLst/>
                        </a:rPr>
                        <a:t>DistriPattern(pattern)</a:t>
                      </a:r>
                      <a:endParaRPr lang="zh-CN" sz="1600" kern="100" baseline="0"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150916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kern="100" baseline="0">
                          <a:effectLst/>
                        </a:rPr>
                        <a:t>· </a:t>
                      </a:r>
                      <a:r>
                        <a:rPr lang="en-US" sz="1600" kern="100" baseline="0">
                          <a:effectLst/>
                        </a:rPr>
                        <a:t>addNode()</a:t>
                      </a:r>
                      <a:endParaRPr lang="zh-CN" sz="1600" kern="100" baseline="0"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16999796"/>
                  </a:ext>
                </a:extLst>
              </a:tr>
            </a:tbl>
          </a:graphicData>
        </a:graphic>
      </p:graphicFrame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0AD3BED4-625A-E0FD-D514-171C2E0E9DF0}"/>
              </a:ext>
            </a:extLst>
          </p:cNvPr>
          <p:cNvCxnSpPr>
            <a:cxnSpLocks/>
          </p:cNvCxnSpPr>
          <p:nvPr/>
        </p:nvCxnSpPr>
        <p:spPr>
          <a:xfrm>
            <a:off x="2505746" y="1868707"/>
            <a:ext cx="0" cy="324000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D43F6A4D-767B-E69D-F3B7-8ECA46207FA8}"/>
              </a:ext>
            </a:extLst>
          </p:cNvPr>
          <p:cNvCxnSpPr>
            <a:cxnSpLocks/>
          </p:cNvCxnSpPr>
          <p:nvPr/>
        </p:nvCxnSpPr>
        <p:spPr>
          <a:xfrm>
            <a:off x="4876413" y="1868707"/>
            <a:ext cx="0" cy="324000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579B424C-4C0A-A011-A8E1-D03EE9D83F1A}"/>
              </a:ext>
            </a:extLst>
          </p:cNvPr>
          <p:cNvCxnSpPr>
            <a:cxnSpLocks/>
          </p:cNvCxnSpPr>
          <p:nvPr/>
        </p:nvCxnSpPr>
        <p:spPr>
          <a:xfrm>
            <a:off x="7450280" y="1868707"/>
            <a:ext cx="0" cy="324000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1" name="直接连接符 100">
            <a:extLst>
              <a:ext uri="{FF2B5EF4-FFF2-40B4-BE49-F238E27FC236}">
                <a16:creationId xmlns:a16="http://schemas.microsoft.com/office/drawing/2014/main" id="{C651DCC7-6B0F-C829-DF72-03E190580A34}"/>
              </a:ext>
            </a:extLst>
          </p:cNvPr>
          <p:cNvCxnSpPr>
            <a:cxnSpLocks/>
          </p:cNvCxnSpPr>
          <p:nvPr/>
        </p:nvCxnSpPr>
        <p:spPr>
          <a:xfrm>
            <a:off x="9905613" y="1868707"/>
            <a:ext cx="0" cy="324000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graphicFrame>
        <p:nvGraphicFramePr>
          <p:cNvPr id="102" name="表格 101">
            <a:extLst>
              <a:ext uri="{FF2B5EF4-FFF2-40B4-BE49-F238E27FC236}">
                <a16:creationId xmlns:a16="http://schemas.microsoft.com/office/drawing/2014/main" id="{E35B1BB5-722A-0C5E-5C8E-4BC44D7D1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522259"/>
              </p:ext>
            </p:extLst>
          </p:nvPr>
        </p:nvGraphicFramePr>
        <p:xfrm>
          <a:off x="3049290" y="3977820"/>
          <a:ext cx="1687778" cy="97936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687778">
                  <a:extLst>
                    <a:ext uri="{9D8B030D-6E8A-4147-A177-3AD203B41FA5}">
                      <a16:colId xmlns:a16="http://schemas.microsoft.com/office/drawing/2014/main" val="3315349285"/>
                    </a:ext>
                  </a:extLst>
                </a:gridCol>
              </a:tblGrid>
              <a:tr h="144591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600" kern="1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 </a:t>
                      </a:r>
                      <a:r>
                        <a:rPr lang="en-US" sz="1600" kern="1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circuit()</a:t>
                      </a:r>
                      <a:endParaRPr lang="zh-CN" altLang="en-US" sz="1600" kern="1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4122856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600" kern="1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 </a:t>
                      </a:r>
                      <a:r>
                        <a:rPr lang="en-US" sz="1600" kern="1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Cut()</a:t>
                      </a:r>
                      <a:endParaRPr lang="zh-CN" altLang="en-US" sz="1600" kern="1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20026422"/>
                  </a:ext>
                </a:extLst>
              </a:tr>
              <a:tr h="18034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50000"/>
                        </a:lnSpc>
                      </a:pPr>
                      <a:r>
                        <a:rPr lang="en-US" altLang="zh-CN" sz="1600" kern="1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 </a:t>
                      </a:r>
                      <a:r>
                        <a:rPr lang="en-US" sz="1600" kern="1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Map()</a:t>
                      </a:r>
                      <a:endParaRPr lang="zh-CN" altLang="en-US" sz="1600" kern="1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99986717"/>
                  </a:ext>
                </a:extLst>
              </a:tr>
            </a:tbl>
          </a:graphicData>
        </a:graphic>
      </p:graphicFrame>
      <p:graphicFrame>
        <p:nvGraphicFramePr>
          <p:cNvPr id="103" name="表格 102">
            <a:extLst>
              <a:ext uri="{FF2B5EF4-FFF2-40B4-BE49-F238E27FC236}">
                <a16:creationId xmlns:a16="http://schemas.microsoft.com/office/drawing/2014/main" id="{CD76C817-ADB0-75AD-D880-74347E9D3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073465"/>
              </p:ext>
            </p:extLst>
          </p:nvPr>
        </p:nvGraphicFramePr>
        <p:xfrm>
          <a:off x="5213441" y="4063688"/>
          <a:ext cx="2527540" cy="65100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527540">
                  <a:extLst>
                    <a:ext uri="{9D8B030D-6E8A-4147-A177-3AD203B41FA5}">
                      <a16:colId xmlns:a16="http://schemas.microsoft.com/office/drawing/2014/main" val="3156667749"/>
                    </a:ext>
                  </a:extLst>
                </a:gridCol>
              </a:tblGrid>
              <a:tr h="18034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kern="100" baseline="0">
                          <a:effectLst/>
                        </a:rPr>
                        <a:t>· epr</a:t>
                      </a:r>
                      <a:r>
                        <a:rPr lang="en-US" sz="1600" kern="100" baseline="0">
                          <a:effectLst/>
                        </a:rPr>
                        <a:t>Link()</a:t>
                      </a:r>
                      <a:endParaRPr lang="zh-CN" sz="1600" kern="100" baseline="0"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09036891"/>
                  </a:ext>
                </a:extLst>
              </a:tr>
              <a:tr h="289021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kern="100" baseline="0">
                          <a:effectLst/>
                        </a:rPr>
                        <a:t>· </a:t>
                      </a:r>
                      <a:r>
                        <a:rPr lang="en-US" sz="1600" kern="100" baseline="0">
                          <a:effectLst/>
                        </a:rPr>
                        <a:t>classic</a:t>
                      </a:r>
                      <a:r>
                        <a:rPr lang="en-US" altLang="zh-CN" sz="1600" kern="100" baseline="0">
                          <a:effectLst/>
                        </a:rPr>
                        <a:t>alL</a:t>
                      </a:r>
                      <a:r>
                        <a:rPr lang="en-US" sz="1600" kern="100" baseline="0">
                          <a:effectLst/>
                        </a:rPr>
                        <a:t>ink()</a:t>
                      </a:r>
                      <a:endParaRPr lang="zh-CN" sz="1600" kern="100" baseline="0"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73808406"/>
                  </a:ext>
                </a:extLst>
              </a:tr>
            </a:tbl>
          </a:graphicData>
        </a:graphic>
      </p:graphicFrame>
      <p:graphicFrame>
        <p:nvGraphicFramePr>
          <p:cNvPr id="104" name="表格 103">
            <a:extLst>
              <a:ext uri="{FF2B5EF4-FFF2-40B4-BE49-F238E27FC236}">
                <a16:creationId xmlns:a16="http://schemas.microsoft.com/office/drawing/2014/main" id="{A5D8836A-031A-000F-0EA7-B6F1080488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7637666"/>
              </p:ext>
            </p:extLst>
          </p:nvPr>
        </p:nvGraphicFramePr>
        <p:xfrm>
          <a:off x="7872304" y="4063688"/>
          <a:ext cx="2527540" cy="651002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2527540">
                  <a:extLst>
                    <a:ext uri="{9D8B030D-6E8A-4147-A177-3AD203B41FA5}">
                      <a16:colId xmlns:a16="http://schemas.microsoft.com/office/drawing/2014/main" val="19207597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kern="100" baseline="0">
                          <a:effectLst/>
                        </a:rPr>
                        <a:t>· </a:t>
                      </a:r>
                      <a:r>
                        <a:rPr lang="en-US" sz="1600" kern="100" baseline="0">
                          <a:effectLst/>
                        </a:rPr>
                        <a:t>Parallel()</a:t>
                      </a:r>
                      <a:endParaRPr lang="zh-CN" sz="1600" kern="100" baseline="0"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32096276"/>
                  </a:ext>
                </a:extLst>
              </a:tr>
              <a:tr h="289084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altLang="zh-CN" sz="1600" kern="100" baseline="0">
                          <a:effectLst/>
                        </a:rPr>
                        <a:t>· </a:t>
                      </a:r>
                      <a:r>
                        <a:rPr lang="en-US" sz="1600" kern="100" baseline="0">
                          <a:effectLst/>
                        </a:rPr>
                        <a:t>Pipeline()</a:t>
                      </a:r>
                      <a:endParaRPr lang="zh-CN" sz="1600" kern="100" baseline="0">
                        <a:effectLst/>
                        <a:latin typeface="Times New Roman" panose="02020603050405020304" pitchFamily="18" charset="0"/>
                        <a:ea typeface="仿宋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37026888"/>
                  </a:ext>
                </a:extLst>
              </a:tr>
            </a:tbl>
          </a:graphicData>
        </a:graphic>
      </p:graphicFrame>
      <p:graphicFrame>
        <p:nvGraphicFramePr>
          <p:cNvPr id="110" name="表格 110">
            <a:extLst>
              <a:ext uri="{FF2B5EF4-FFF2-40B4-BE49-F238E27FC236}">
                <a16:creationId xmlns:a16="http://schemas.microsoft.com/office/drawing/2014/main" id="{E4BA2AAB-BA6C-89DB-2383-EB07D81930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406128"/>
              </p:ext>
            </p:extLst>
          </p:nvPr>
        </p:nvGraphicFramePr>
        <p:xfrm>
          <a:off x="10409754" y="4147396"/>
          <a:ext cx="1493818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3818">
                  <a:extLst>
                    <a:ext uri="{9D8B030D-6E8A-4147-A177-3AD203B41FA5}">
                      <a16:colId xmlns:a16="http://schemas.microsoft.com/office/drawing/2014/main" val="41567394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baseline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 Reduce()</a:t>
                      </a:r>
                      <a:endParaRPr lang="zh-CN" altLang="zh-CN" sz="1600" kern="100" baseline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928130"/>
                  </a:ext>
                </a:extLst>
              </a:tr>
            </a:tbl>
          </a:graphicData>
        </a:graphic>
      </p:graphicFrame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3249B9D5-EDBD-4CD5-959B-896610C3B794}"/>
              </a:ext>
            </a:extLst>
          </p:cNvPr>
          <p:cNvSpPr/>
          <p:nvPr/>
        </p:nvSpPr>
        <p:spPr>
          <a:xfrm>
            <a:off x="5655364" y="5664070"/>
            <a:ext cx="336964" cy="501392"/>
          </a:xfrm>
          <a:custGeom>
            <a:avLst/>
            <a:gdLst>
              <a:gd name="connsiteX0" fmla="*/ 81858 w 289788"/>
              <a:gd name="connsiteY0" fmla="*/ 330518 h 431196"/>
              <a:gd name="connsiteX1" fmla="*/ 118339 w 289788"/>
              <a:gd name="connsiteY1" fmla="*/ 354997 h 431196"/>
              <a:gd name="connsiteX2" fmla="*/ 289789 w 289788"/>
              <a:gd name="connsiteY2" fmla="*/ 354997 h 431196"/>
              <a:gd name="connsiteX3" fmla="*/ 289789 w 289788"/>
              <a:gd name="connsiteY3" fmla="*/ 431197 h 431196"/>
              <a:gd name="connsiteX4" fmla="*/ 118339 w 289788"/>
              <a:gd name="connsiteY4" fmla="*/ 431197 h 431196"/>
              <a:gd name="connsiteX5" fmla="*/ 14040 w 289788"/>
              <a:gd name="connsiteY5" fmla="*/ 368618 h 431196"/>
              <a:gd name="connsiteX6" fmla="*/ 18612 w 289788"/>
              <a:gd name="connsiteY6" fmla="*/ 252222 h 431196"/>
              <a:gd name="connsiteX7" fmla="*/ 117672 w 289788"/>
              <a:gd name="connsiteY7" fmla="*/ 80772 h 431196"/>
              <a:gd name="connsiteX8" fmla="*/ 52331 w 289788"/>
              <a:gd name="connsiteY8" fmla="*/ 42672 h 431196"/>
              <a:gd name="connsiteX9" fmla="*/ 211779 w 289788"/>
              <a:gd name="connsiteY9" fmla="*/ 0 h 431196"/>
              <a:gd name="connsiteX10" fmla="*/ 254451 w 289788"/>
              <a:gd name="connsiteY10" fmla="*/ 159449 h 431196"/>
              <a:gd name="connsiteX11" fmla="*/ 185014 w 289788"/>
              <a:gd name="connsiteY11" fmla="*/ 119539 h 431196"/>
              <a:gd name="connsiteX12" fmla="*/ 85573 w 289788"/>
              <a:gd name="connsiteY12" fmla="*/ 291941 h 431196"/>
              <a:gd name="connsiteX13" fmla="*/ 81858 w 289788"/>
              <a:gd name="connsiteY13" fmla="*/ 330518 h 431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89788" h="431196">
                <a:moveTo>
                  <a:pt x="81858" y="330518"/>
                </a:moveTo>
                <a:cubicBezTo>
                  <a:pt x="89045" y="344368"/>
                  <a:pt x="102798" y="353597"/>
                  <a:pt x="118339" y="354997"/>
                </a:cubicBezTo>
                <a:lnTo>
                  <a:pt x="289789" y="354997"/>
                </a:lnTo>
                <a:lnTo>
                  <a:pt x="289789" y="431197"/>
                </a:lnTo>
                <a:lnTo>
                  <a:pt x="118339" y="431197"/>
                </a:lnTo>
                <a:cubicBezTo>
                  <a:pt x="74907" y="430407"/>
                  <a:pt x="35175" y="406568"/>
                  <a:pt x="14040" y="368618"/>
                </a:cubicBezTo>
                <a:cubicBezTo>
                  <a:pt x="-6207" y="331989"/>
                  <a:pt x="-4446" y="287149"/>
                  <a:pt x="18612" y="252222"/>
                </a:cubicBezTo>
                <a:lnTo>
                  <a:pt x="117672" y="80772"/>
                </a:lnTo>
                <a:lnTo>
                  <a:pt x="52331" y="42672"/>
                </a:lnTo>
                <a:lnTo>
                  <a:pt x="211779" y="0"/>
                </a:lnTo>
                <a:lnTo>
                  <a:pt x="254451" y="159449"/>
                </a:lnTo>
                <a:lnTo>
                  <a:pt x="185014" y="119539"/>
                </a:lnTo>
                <a:lnTo>
                  <a:pt x="85573" y="291941"/>
                </a:lnTo>
                <a:cubicBezTo>
                  <a:pt x="77086" y="303042"/>
                  <a:pt x="75646" y="318002"/>
                  <a:pt x="81858" y="330518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180FAF77-6C43-63F3-3DFD-50D51D8DB822}"/>
              </a:ext>
            </a:extLst>
          </p:cNvPr>
          <p:cNvSpPr/>
          <p:nvPr/>
        </p:nvSpPr>
        <p:spPr>
          <a:xfrm>
            <a:off x="5907267" y="5347526"/>
            <a:ext cx="519002" cy="413455"/>
          </a:xfrm>
          <a:custGeom>
            <a:avLst/>
            <a:gdLst>
              <a:gd name="connsiteX0" fmla="*/ 0 w 446341"/>
              <a:gd name="connsiteY0" fmla="*/ 209457 h 355570"/>
              <a:gd name="connsiteX1" fmla="*/ 79724 w 446341"/>
              <a:gd name="connsiteY1" fmla="*/ 60581 h 355570"/>
              <a:gd name="connsiteX2" fmla="*/ 183452 w 446341"/>
              <a:gd name="connsiteY2" fmla="*/ 2 h 355570"/>
              <a:gd name="connsiteX3" fmla="*/ 281940 w 446341"/>
              <a:gd name="connsiteY3" fmla="*/ 62296 h 355570"/>
              <a:gd name="connsiteX4" fmla="*/ 381000 w 446341"/>
              <a:gd name="connsiteY4" fmla="*/ 233746 h 355570"/>
              <a:gd name="connsiteX5" fmla="*/ 446342 w 446341"/>
              <a:gd name="connsiteY5" fmla="*/ 195646 h 355570"/>
              <a:gd name="connsiteX6" fmla="*/ 403669 w 446341"/>
              <a:gd name="connsiteY6" fmla="*/ 355571 h 355570"/>
              <a:gd name="connsiteX7" fmla="*/ 244602 w 446341"/>
              <a:gd name="connsiteY7" fmla="*/ 312899 h 355570"/>
              <a:gd name="connsiteX8" fmla="*/ 313944 w 446341"/>
              <a:gd name="connsiteY8" fmla="*/ 272798 h 355570"/>
              <a:gd name="connsiteX9" fmla="*/ 214027 w 446341"/>
              <a:gd name="connsiteY9" fmla="*/ 100301 h 355570"/>
              <a:gd name="connsiteX10" fmla="*/ 182404 w 446341"/>
              <a:gd name="connsiteY10" fmla="*/ 77822 h 355570"/>
              <a:gd name="connsiteX11" fmla="*/ 147161 w 446341"/>
              <a:gd name="connsiteY11" fmla="*/ 99539 h 355570"/>
              <a:gd name="connsiteX12" fmla="*/ 67342 w 446341"/>
              <a:gd name="connsiteY12" fmla="*/ 248414 h 355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46341" h="355570">
                <a:moveTo>
                  <a:pt x="0" y="209457"/>
                </a:moveTo>
                <a:lnTo>
                  <a:pt x="79724" y="60581"/>
                </a:lnTo>
                <a:cubicBezTo>
                  <a:pt x="100637" y="22956"/>
                  <a:pt x="140405" y="-269"/>
                  <a:pt x="183452" y="2"/>
                </a:cubicBezTo>
                <a:cubicBezTo>
                  <a:pt x="225303" y="861"/>
                  <a:pt x="263230" y="24849"/>
                  <a:pt x="281940" y="62296"/>
                </a:cubicBezTo>
                <a:lnTo>
                  <a:pt x="381000" y="233746"/>
                </a:lnTo>
                <a:lnTo>
                  <a:pt x="446342" y="195646"/>
                </a:lnTo>
                <a:lnTo>
                  <a:pt x="403669" y="355571"/>
                </a:lnTo>
                <a:lnTo>
                  <a:pt x="244602" y="312899"/>
                </a:lnTo>
                <a:lnTo>
                  <a:pt x="313944" y="272798"/>
                </a:lnTo>
                <a:lnTo>
                  <a:pt x="214027" y="100301"/>
                </a:lnTo>
                <a:cubicBezTo>
                  <a:pt x="208600" y="87418"/>
                  <a:pt x="196354" y="78712"/>
                  <a:pt x="182404" y="77822"/>
                </a:cubicBezTo>
                <a:cubicBezTo>
                  <a:pt x="167713" y="78549"/>
                  <a:pt x="154416" y="86744"/>
                  <a:pt x="147161" y="99539"/>
                </a:cubicBezTo>
                <a:lnTo>
                  <a:pt x="67342" y="248414"/>
                </a:ln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B196A93F-882F-09B3-29B9-4FAE171E24B8}"/>
              </a:ext>
            </a:extLst>
          </p:cNvPr>
          <p:cNvSpPr/>
          <p:nvPr/>
        </p:nvSpPr>
        <p:spPr>
          <a:xfrm>
            <a:off x="6073451" y="5796540"/>
            <a:ext cx="504513" cy="465176"/>
          </a:xfrm>
          <a:custGeom>
            <a:avLst/>
            <a:gdLst>
              <a:gd name="connsiteX0" fmla="*/ 417957 w 433880"/>
              <a:gd name="connsiteY0" fmla="*/ 268891 h 400050"/>
              <a:gd name="connsiteX1" fmla="*/ 318421 w 433880"/>
              <a:gd name="connsiteY1" fmla="*/ 323850 h 400050"/>
              <a:gd name="connsiteX2" fmla="*/ 117062 w 433880"/>
              <a:gd name="connsiteY2" fmla="*/ 323850 h 400050"/>
              <a:gd name="connsiteX3" fmla="*/ 117062 w 433880"/>
              <a:gd name="connsiteY3" fmla="*/ 400050 h 400050"/>
              <a:gd name="connsiteX4" fmla="*/ 0 w 433880"/>
              <a:gd name="connsiteY4" fmla="*/ 280988 h 400050"/>
              <a:gd name="connsiteX5" fmla="*/ 117062 w 433880"/>
              <a:gd name="connsiteY5" fmla="*/ 165163 h 400050"/>
              <a:gd name="connsiteX6" fmla="*/ 117062 w 433880"/>
              <a:gd name="connsiteY6" fmla="*/ 247650 h 400050"/>
              <a:gd name="connsiteX7" fmla="*/ 315849 w 433880"/>
              <a:gd name="connsiteY7" fmla="*/ 247650 h 400050"/>
              <a:gd name="connsiteX8" fmla="*/ 351092 w 433880"/>
              <a:gd name="connsiteY8" fmla="*/ 229171 h 400050"/>
              <a:gd name="connsiteX9" fmla="*/ 349948 w 433880"/>
              <a:gd name="connsiteY9" fmla="*/ 187738 h 400050"/>
              <a:gd name="connsiteX10" fmla="*/ 262795 w 433880"/>
              <a:gd name="connsiteY10" fmla="*/ 39148 h 400050"/>
              <a:gd name="connsiteX11" fmla="*/ 330137 w 433880"/>
              <a:gd name="connsiteY11" fmla="*/ 0 h 400050"/>
              <a:gd name="connsiteX12" fmla="*/ 417386 w 433880"/>
              <a:gd name="connsiteY12" fmla="*/ 148495 h 400050"/>
              <a:gd name="connsiteX13" fmla="*/ 428911 w 433880"/>
              <a:gd name="connsiteY13" fmla="*/ 175927 h 400050"/>
              <a:gd name="connsiteX14" fmla="*/ 430530 w 433880"/>
              <a:gd name="connsiteY14" fmla="*/ 182213 h 400050"/>
              <a:gd name="connsiteX15" fmla="*/ 417957 w 433880"/>
              <a:gd name="connsiteY15" fmla="*/ 268891 h 4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33880" h="400050">
                <a:moveTo>
                  <a:pt x="417957" y="268891"/>
                </a:moveTo>
                <a:cubicBezTo>
                  <a:pt x="397131" y="303834"/>
                  <a:pt x="359088" y="324841"/>
                  <a:pt x="318421" y="323850"/>
                </a:cubicBezTo>
                <a:lnTo>
                  <a:pt x="117062" y="323850"/>
                </a:lnTo>
                <a:lnTo>
                  <a:pt x="117062" y="400050"/>
                </a:lnTo>
                <a:lnTo>
                  <a:pt x="0" y="280988"/>
                </a:lnTo>
                <a:lnTo>
                  <a:pt x="117062" y="165163"/>
                </a:lnTo>
                <a:lnTo>
                  <a:pt x="117062" y="247650"/>
                </a:lnTo>
                <a:lnTo>
                  <a:pt x="315849" y="247650"/>
                </a:lnTo>
                <a:cubicBezTo>
                  <a:pt x="330136" y="248602"/>
                  <a:pt x="343750" y="241464"/>
                  <a:pt x="351092" y="229171"/>
                </a:cubicBezTo>
                <a:cubicBezTo>
                  <a:pt x="358203" y="216163"/>
                  <a:pt x="357766" y="200335"/>
                  <a:pt x="349948" y="187738"/>
                </a:cubicBezTo>
                <a:lnTo>
                  <a:pt x="262795" y="39148"/>
                </a:lnTo>
                <a:lnTo>
                  <a:pt x="330137" y="0"/>
                </a:lnTo>
                <a:lnTo>
                  <a:pt x="417386" y="148495"/>
                </a:lnTo>
                <a:cubicBezTo>
                  <a:pt x="422304" y="157148"/>
                  <a:pt x="426173" y="166357"/>
                  <a:pt x="428911" y="175927"/>
                </a:cubicBezTo>
                <a:lnTo>
                  <a:pt x="430530" y="182213"/>
                </a:lnTo>
                <a:cubicBezTo>
                  <a:pt x="437733" y="211644"/>
                  <a:pt x="433225" y="242720"/>
                  <a:pt x="417957" y="268891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575E10C5-C86C-99B4-856A-AAF3E4C09CD4}"/>
              </a:ext>
            </a:extLst>
          </p:cNvPr>
          <p:cNvGrpSpPr/>
          <p:nvPr/>
        </p:nvGrpSpPr>
        <p:grpSpPr>
          <a:xfrm>
            <a:off x="3258302" y="5241963"/>
            <a:ext cx="1140035" cy="1025017"/>
            <a:chOff x="1984165" y="5503333"/>
            <a:chExt cx="1140035" cy="1025017"/>
          </a:xfrm>
        </p:grpSpPr>
        <p:sp>
          <p:nvSpPr>
            <p:cNvPr id="119" name="任意多边形: 形状 118">
              <a:extLst>
                <a:ext uri="{FF2B5EF4-FFF2-40B4-BE49-F238E27FC236}">
                  <a16:creationId xmlns:a16="http://schemas.microsoft.com/office/drawing/2014/main" id="{99197D98-EE20-1552-F923-C94190FE2E7D}"/>
                </a:ext>
              </a:extLst>
            </p:cNvPr>
            <p:cNvSpPr/>
            <p:nvPr/>
          </p:nvSpPr>
          <p:spPr>
            <a:xfrm>
              <a:off x="2126690" y="5747778"/>
              <a:ext cx="922600" cy="568155"/>
            </a:xfrm>
            <a:custGeom>
              <a:avLst/>
              <a:gdLst>
                <a:gd name="connsiteX0" fmla="*/ 401003 w 553402"/>
                <a:gd name="connsiteY0" fmla="*/ 0 h 324802"/>
                <a:gd name="connsiteX1" fmla="*/ 457200 w 553402"/>
                <a:gd name="connsiteY1" fmla="*/ 56198 h 324802"/>
                <a:gd name="connsiteX2" fmla="*/ 381953 w 553402"/>
                <a:gd name="connsiteY2" fmla="*/ 131445 h 324802"/>
                <a:gd name="connsiteX3" fmla="*/ 324803 w 553402"/>
                <a:gd name="connsiteY3" fmla="*/ 74295 h 324802"/>
                <a:gd name="connsiteX4" fmla="*/ 229553 w 553402"/>
                <a:gd name="connsiteY4" fmla="*/ 169545 h 324802"/>
                <a:gd name="connsiteX5" fmla="*/ 172403 w 553402"/>
                <a:gd name="connsiteY5" fmla="*/ 112395 h 324802"/>
                <a:gd name="connsiteX6" fmla="*/ 0 w 553402"/>
                <a:gd name="connsiteY6" fmla="*/ 284798 h 324802"/>
                <a:gd name="connsiteX7" fmla="*/ 40005 w 553402"/>
                <a:gd name="connsiteY7" fmla="*/ 324803 h 324802"/>
                <a:gd name="connsiteX8" fmla="*/ 172403 w 553402"/>
                <a:gd name="connsiteY8" fmla="*/ 192405 h 324802"/>
                <a:gd name="connsiteX9" fmla="*/ 229553 w 553402"/>
                <a:gd name="connsiteY9" fmla="*/ 249555 h 324802"/>
                <a:gd name="connsiteX10" fmla="*/ 324803 w 553402"/>
                <a:gd name="connsiteY10" fmla="*/ 154305 h 324802"/>
                <a:gd name="connsiteX11" fmla="*/ 381953 w 553402"/>
                <a:gd name="connsiteY11" fmla="*/ 211455 h 324802"/>
                <a:gd name="connsiteX12" fmla="*/ 497205 w 553402"/>
                <a:gd name="connsiteY12" fmla="*/ 96202 h 324802"/>
                <a:gd name="connsiteX13" fmla="*/ 553403 w 553402"/>
                <a:gd name="connsiteY13" fmla="*/ 152400 h 324802"/>
                <a:gd name="connsiteX14" fmla="*/ 553403 w 553402"/>
                <a:gd name="connsiteY14" fmla="*/ 0 h 324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53402" h="324802">
                  <a:moveTo>
                    <a:pt x="401003" y="0"/>
                  </a:moveTo>
                  <a:lnTo>
                    <a:pt x="457200" y="56198"/>
                  </a:lnTo>
                  <a:lnTo>
                    <a:pt x="381953" y="131445"/>
                  </a:lnTo>
                  <a:lnTo>
                    <a:pt x="324803" y="74295"/>
                  </a:lnTo>
                  <a:lnTo>
                    <a:pt x="229553" y="169545"/>
                  </a:lnTo>
                  <a:lnTo>
                    <a:pt x="172403" y="112395"/>
                  </a:lnTo>
                  <a:lnTo>
                    <a:pt x="0" y="284798"/>
                  </a:lnTo>
                  <a:lnTo>
                    <a:pt x="40005" y="324803"/>
                  </a:lnTo>
                  <a:lnTo>
                    <a:pt x="172403" y="192405"/>
                  </a:lnTo>
                  <a:lnTo>
                    <a:pt x="229553" y="249555"/>
                  </a:lnTo>
                  <a:lnTo>
                    <a:pt x="324803" y="154305"/>
                  </a:lnTo>
                  <a:lnTo>
                    <a:pt x="381953" y="211455"/>
                  </a:lnTo>
                  <a:lnTo>
                    <a:pt x="497205" y="96202"/>
                  </a:lnTo>
                  <a:lnTo>
                    <a:pt x="553403" y="152400"/>
                  </a:lnTo>
                  <a:lnTo>
                    <a:pt x="553403" y="0"/>
                  </a:lnTo>
                  <a:close/>
                </a:path>
              </a:pathLst>
            </a:custGeom>
            <a:gradFill>
              <a:gsLst>
                <a:gs pos="0">
                  <a:srgbClr val="FBF7F7"/>
                </a:gs>
                <a:gs pos="100000">
                  <a:srgbClr val="C00000"/>
                </a:gs>
              </a:gsLst>
              <a:lin ang="1200000" scaled="0"/>
            </a:gra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id="{1FA64A2D-C257-10E1-AECE-3B0D843E4CD8}"/>
                </a:ext>
              </a:extLst>
            </p:cNvPr>
            <p:cNvCxnSpPr/>
            <p:nvPr/>
          </p:nvCxnSpPr>
          <p:spPr>
            <a:xfrm>
              <a:off x="1984165" y="5503333"/>
              <a:ext cx="0" cy="10250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593157FA-37EE-D95C-98E2-099E9A97E4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84165" y="6528350"/>
              <a:ext cx="114003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34" name="图形 133" descr="火箭">
            <a:extLst>
              <a:ext uri="{FF2B5EF4-FFF2-40B4-BE49-F238E27FC236}">
                <a16:creationId xmlns:a16="http://schemas.microsoft.com/office/drawing/2014/main" id="{0C216C95-C442-36D3-E1B2-9E5E1BFC6C8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764683" y="5383629"/>
            <a:ext cx="914400" cy="914400"/>
          </a:xfrm>
          <a:prstGeom prst="rect">
            <a:avLst/>
          </a:prstGeom>
        </p:spPr>
      </p:pic>
      <p:sp>
        <p:nvSpPr>
          <p:cNvPr id="136" name="文本框 135">
            <a:extLst>
              <a:ext uri="{FF2B5EF4-FFF2-40B4-BE49-F238E27FC236}">
                <a16:creationId xmlns:a16="http://schemas.microsoft.com/office/drawing/2014/main" id="{6C9DA39B-9B38-419B-3F2A-9CD8450E3587}"/>
              </a:ext>
            </a:extLst>
          </p:cNvPr>
          <p:cNvSpPr txBox="1"/>
          <p:nvPr/>
        </p:nvSpPr>
        <p:spPr>
          <a:xfrm>
            <a:off x="3093421" y="6375617"/>
            <a:ext cx="1687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提升编程效率</a:t>
            </a:r>
          </a:p>
        </p:txBody>
      </p:sp>
      <p:cxnSp>
        <p:nvCxnSpPr>
          <p:cNvPr id="140" name="直接连接符 139">
            <a:extLst>
              <a:ext uri="{FF2B5EF4-FFF2-40B4-BE49-F238E27FC236}">
                <a16:creationId xmlns:a16="http://schemas.microsoft.com/office/drawing/2014/main" id="{A5587685-B4FA-E9DA-4C82-E691BADF8C90}"/>
              </a:ext>
            </a:extLst>
          </p:cNvPr>
          <p:cNvCxnSpPr>
            <a:cxnSpLocks/>
          </p:cNvCxnSpPr>
          <p:nvPr/>
        </p:nvCxnSpPr>
        <p:spPr>
          <a:xfrm>
            <a:off x="268122" y="5108707"/>
            <a:ext cx="11745857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8AB1BCB4-F023-9F1E-AB6A-46FB1EE96987}"/>
              </a:ext>
            </a:extLst>
          </p:cNvPr>
          <p:cNvSpPr txBox="1"/>
          <p:nvPr/>
        </p:nvSpPr>
        <p:spPr>
          <a:xfrm>
            <a:off x="5274315" y="6375617"/>
            <a:ext cx="1687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模块重用性</a:t>
            </a: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5AD90DFA-74CA-EBA7-1FAC-98ED275A2AE5}"/>
              </a:ext>
            </a:extLst>
          </p:cNvPr>
          <p:cNvSpPr txBox="1"/>
          <p:nvPr/>
        </p:nvSpPr>
        <p:spPr>
          <a:xfrm>
            <a:off x="7429082" y="6375617"/>
            <a:ext cx="16877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提升集群性能</a:t>
            </a:r>
          </a:p>
        </p:txBody>
      </p:sp>
    </p:spTree>
    <p:extLst>
      <p:ext uri="{BB962C8B-B14F-4D97-AF65-F5344CB8AC3E}">
        <p14:creationId xmlns:p14="http://schemas.microsoft.com/office/powerpoint/2010/main" val="1875035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5" name="直线箭头连接符 654">
            <a:extLst>
              <a:ext uri="{FF2B5EF4-FFF2-40B4-BE49-F238E27FC236}">
                <a16:creationId xmlns:a16="http://schemas.microsoft.com/office/drawing/2014/main" id="{3D66E337-5736-A34D-8DBE-1BF398F84F42}"/>
              </a:ext>
            </a:extLst>
          </p:cNvPr>
          <p:cNvCxnSpPr>
            <a:cxnSpLocks/>
            <a:stCxn id="652" idx="2"/>
            <a:endCxn id="653" idx="6"/>
          </p:cNvCxnSpPr>
          <p:nvPr/>
        </p:nvCxnSpPr>
        <p:spPr>
          <a:xfrm>
            <a:off x="9427628" y="5929461"/>
            <a:ext cx="190924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6" name="圆角矩形 545">
            <a:extLst>
              <a:ext uri="{FF2B5EF4-FFF2-40B4-BE49-F238E27FC236}">
                <a16:creationId xmlns:a16="http://schemas.microsoft.com/office/drawing/2014/main" id="{52BA6AA3-30A0-034C-9855-F12021FAF38F}"/>
              </a:ext>
            </a:extLst>
          </p:cNvPr>
          <p:cNvSpPr/>
          <p:nvPr/>
        </p:nvSpPr>
        <p:spPr>
          <a:xfrm>
            <a:off x="9057035" y="2557337"/>
            <a:ext cx="1667015" cy="122889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5" name="圆角矩形 544">
            <a:extLst>
              <a:ext uri="{FF2B5EF4-FFF2-40B4-BE49-F238E27FC236}">
                <a16:creationId xmlns:a16="http://schemas.microsoft.com/office/drawing/2014/main" id="{7E5F0EE0-13FC-6948-90F2-CF85CA0D643F}"/>
              </a:ext>
            </a:extLst>
          </p:cNvPr>
          <p:cNvSpPr/>
          <p:nvPr/>
        </p:nvSpPr>
        <p:spPr>
          <a:xfrm>
            <a:off x="7274131" y="2561983"/>
            <a:ext cx="1667015" cy="1228899"/>
          </a:xfrm>
          <a:prstGeom prst="roundRect">
            <a:avLst/>
          </a:prstGeom>
          <a:solidFill>
            <a:schemeClr val="accent2">
              <a:alpha val="14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2" name="弧 451">
            <a:extLst>
              <a:ext uri="{FF2B5EF4-FFF2-40B4-BE49-F238E27FC236}">
                <a16:creationId xmlns:a16="http://schemas.microsoft.com/office/drawing/2014/main" id="{CE29F16C-D0E6-EE4D-9B3A-B107C3FEB7E5}"/>
              </a:ext>
            </a:extLst>
          </p:cNvPr>
          <p:cNvSpPr/>
          <p:nvPr/>
        </p:nvSpPr>
        <p:spPr>
          <a:xfrm>
            <a:off x="11165273" y="4881674"/>
            <a:ext cx="315223" cy="335311"/>
          </a:xfrm>
          <a:prstGeom prst="arc">
            <a:avLst>
              <a:gd name="adj1" fmla="val 16422289"/>
              <a:gd name="adj2" fmla="val 4725144"/>
            </a:avLst>
          </a:prstGeom>
          <a:ln w="127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10" name="直线箭头连接符 409">
            <a:extLst>
              <a:ext uri="{FF2B5EF4-FFF2-40B4-BE49-F238E27FC236}">
                <a16:creationId xmlns:a16="http://schemas.microsoft.com/office/drawing/2014/main" id="{DCDFCE22-5D5A-5042-A8B3-651914DF0F5D}"/>
              </a:ext>
            </a:extLst>
          </p:cNvPr>
          <p:cNvCxnSpPr>
            <a:cxnSpLocks/>
          </p:cNvCxnSpPr>
          <p:nvPr/>
        </p:nvCxnSpPr>
        <p:spPr>
          <a:xfrm>
            <a:off x="11254657" y="3190074"/>
            <a:ext cx="0" cy="40356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直线箭头连接符 408">
            <a:extLst>
              <a:ext uri="{FF2B5EF4-FFF2-40B4-BE49-F238E27FC236}">
                <a16:creationId xmlns:a16="http://schemas.microsoft.com/office/drawing/2014/main" id="{8E29DF42-2968-A040-9D2D-0315289D356D}"/>
              </a:ext>
            </a:extLst>
          </p:cNvPr>
          <p:cNvCxnSpPr>
            <a:cxnSpLocks/>
          </p:cNvCxnSpPr>
          <p:nvPr/>
        </p:nvCxnSpPr>
        <p:spPr>
          <a:xfrm>
            <a:off x="11249808" y="2880300"/>
            <a:ext cx="0" cy="40356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" name="直线连接符 265">
            <a:extLst>
              <a:ext uri="{FF2B5EF4-FFF2-40B4-BE49-F238E27FC236}">
                <a16:creationId xmlns:a16="http://schemas.microsoft.com/office/drawing/2014/main" id="{D6A47B1E-06D2-7E4B-B57E-53F48A7DBA0C}"/>
              </a:ext>
            </a:extLst>
          </p:cNvPr>
          <p:cNvCxnSpPr>
            <a:cxnSpLocks/>
          </p:cNvCxnSpPr>
          <p:nvPr/>
        </p:nvCxnSpPr>
        <p:spPr>
          <a:xfrm>
            <a:off x="9117795" y="3543854"/>
            <a:ext cx="1549964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8" name="矩形 407">
            <a:extLst>
              <a:ext uri="{FF2B5EF4-FFF2-40B4-BE49-F238E27FC236}">
                <a16:creationId xmlns:a16="http://schemas.microsoft.com/office/drawing/2014/main" id="{E3AE903E-A59B-8749-8186-8D52389CB13B}"/>
              </a:ext>
            </a:extLst>
          </p:cNvPr>
          <p:cNvSpPr/>
          <p:nvPr/>
        </p:nvSpPr>
        <p:spPr>
          <a:xfrm>
            <a:off x="10259918" y="2838600"/>
            <a:ext cx="270406" cy="80002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4000">
                <a:schemeClr val="bg1">
                  <a:lumMod val="95000"/>
                </a:schemeClr>
              </a:gs>
              <a:gs pos="0">
                <a:schemeClr val="bg1"/>
              </a:gs>
              <a:gs pos="100000">
                <a:schemeClr val="bg1"/>
              </a:gs>
            </a:gsLst>
            <a:lin ang="5400000" scaled="0"/>
          </a:gradFill>
          <a:ln w="63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 dirty="0"/>
          </a:p>
        </p:txBody>
      </p:sp>
      <p:cxnSp>
        <p:nvCxnSpPr>
          <p:cNvPr id="244" name="直线连接符 243">
            <a:extLst>
              <a:ext uri="{FF2B5EF4-FFF2-40B4-BE49-F238E27FC236}">
                <a16:creationId xmlns:a16="http://schemas.microsoft.com/office/drawing/2014/main" id="{B126116E-EF3B-BD44-8762-F93054774A82}"/>
              </a:ext>
            </a:extLst>
          </p:cNvPr>
          <p:cNvCxnSpPr>
            <a:cxnSpLocks/>
          </p:cNvCxnSpPr>
          <p:nvPr/>
        </p:nvCxnSpPr>
        <p:spPr>
          <a:xfrm>
            <a:off x="5576128" y="2982223"/>
            <a:ext cx="1549964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3" name="直线连接符 242">
            <a:extLst>
              <a:ext uri="{FF2B5EF4-FFF2-40B4-BE49-F238E27FC236}">
                <a16:creationId xmlns:a16="http://schemas.microsoft.com/office/drawing/2014/main" id="{26F7CD66-898C-5345-AB96-6EE8C23A292E}"/>
              </a:ext>
            </a:extLst>
          </p:cNvPr>
          <p:cNvCxnSpPr>
            <a:cxnSpLocks/>
          </p:cNvCxnSpPr>
          <p:nvPr/>
        </p:nvCxnSpPr>
        <p:spPr>
          <a:xfrm>
            <a:off x="5578362" y="3565198"/>
            <a:ext cx="1549964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9" name="矩形 248">
            <a:extLst>
              <a:ext uri="{FF2B5EF4-FFF2-40B4-BE49-F238E27FC236}">
                <a16:creationId xmlns:a16="http://schemas.microsoft.com/office/drawing/2014/main" id="{E50C615F-93DE-C241-B248-6388D3331D68}"/>
              </a:ext>
            </a:extLst>
          </p:cNvPr>
          <p:cNvSpPr/>
          <p:nvPr/>
        </p:nvSpPr>
        <p:spPr>
          <a:xfrm>
            <a:off x="6655499" y="2880300"/>
            <a:ext cx="270406" cy="80002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4000">
                <a:schemeClr val="bg1">
                  <a:lumMod val="95000"/>
                </a:schemeClr>
              </a:gs>
              <a:gs pos="0">
                <a:schemeClr val="bg1"/>
              </a:gs>
              <a:gs pos="100000">
                <a:schemeClr val="bg1"/>
              </a:gs>
            </a:gsLst>
            <a:lin ang="5400000" scaled="0"/>
          </a:gradFill>
          <a:ln w="63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F6981AB-5289-C834-4552-893569830023}"/>
              </a:ext>
            </a:extLst>
          </p:cNvPr>
          <p:cNvSpPr txBox="1"/>
          <p:nvPr/>
        </p:nvSpPr>
        <p:spPr>
          <a:xfrm>
            <a:off x="1269406" y="187736"/>
            <a:ext cx="6058319" cy="6726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</a:rPr>
              <a:t>基于图的分布式系统建模与性能评估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1FA46F0-6308-0349-9DBF-C46DDF12A57D}"/>
              </a:ext>
            </a:extLst>
          </p:cNvPr>
          <p:cNvSpPr/>
          <p:nvPr/>
        </p:nvSpPr>
        <p:spPr>
          <a:xfrm>
            <a:off x="1774552" y="5572372"/>
            <a:ext cx="383521" cy="39029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CB23F92-A52A-5943-828E-76D9E662E83F}"/>
              </a:ext>
            </a:extLst>
          </p:cNvPr>
          <p:cNvSpPr/>
          <p:nvPr/>
        </p:nvSpPr>
        <p:spPr>
          <a:xfrm>
            <a:off x="223024" y="1478863"/>
            <a:ext cx="1046382" cy="1587722"/>
          </a:xfrm>
          <a:prstGeom prst="roundRect">
            <a:avLst/>
          </a:prstGeom>
          <a:noFill/>
          <a:ln w="63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电路分割编译图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C27678D2-5D8D-C94F-A291-DD0E5F492A95}"/>
              </a:ext>
            </a:extLst>
          </p:cNvPr>
          <p:cNvSpPr/>
          <p:nvPr/>
        </p:nvSpPr>
        <p:spPr>
          <a:xfrm>
            <a:off x="223024" y="4184893"/>
            <a:ext cx="1046382" cy="1587722"/>
          </a:xfrm>
          <a:prstGeom prst="roundRect">
            <a:avLst/>
          </a:prstGeom>
          <a:noFill/>
          <a:ln w="635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硬件拓扑网络图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68F2265-0CD1-7F4F-BF05-EBC31683D56D}"/>
              </a:ext>
            </a:extLst>
          </p:cNvPr>
          <p:cNvSpPr/>
          <p:nvPr/>
        </p:nvSpPr>
        <p:spPr>
          <a:xfrm>
            <a:off x="2618326" y="5572372"/>
            <a:ext cx="383521" cy="39029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E33CA052-2F30-D543-89DA-DC521B8BE583}"/>
              </a:ext>
            </a:extLst>
          </p:cNvPr>
          <p:cNvSpPr/>
          <p:nvPr/>
        </p:nvSpPr>
        <p:spPr>
          <a:xfrm>
            <a:off x="1774551" y="4778511"/>
            <a:ext cx="383521" cy="39029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90C8260D-F636-2E40-AC45-D443D0108198}"/>
              </a:ext>
            </a:extLst>
          </p:cNvPr>
          <p:cNvSpPr/>
          <p:nvPr/>
        </p:nvSpPr>
        <p:spPr>
          <a:xfrm>
            <a:off x="2618325" y="4778511"/>
            <a:ext cx="383521" cy="3902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C2F7C52A-3A7F-F247-82C0-363BAEC54382}"/>
              </a:ext>
            </a:extLst>
          </p:cNvPr>
          <p:cNvSpPr/>
          <p:nvPr/>
        </p:nvSpPr>
        <p:spPr>
          <a:xfrm>
            <a:off x="3453537" y="5572372"/>
            <a:ext cx="383521" cy="3902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E4119FB-0CE1-A247-A023-0B2B6F79F5BD}"/>
              </a:ext>
            </a:extLst>
          </p:cNvPr>
          <p:cNvSpPr/>
          <p:nvPr/>
        </p:nvSpPr>
        <p:spPr>
          <a:xfrm>
            <a:off x="3453536" y="4778511"/>
            <a:ext cx="383521" cy="39029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43878B23-3097-0740-861D-9B42B04E2AA2}"/>
              </a:ext>
            </a:extLst>
          </p:cNvPr>
          <p:cNvSpPr/>
          <p:nvPr/>
        </p:nvSpPr>
        <p:spPr>
          <a:xfrm>
            <a:off x="4288748" y="5572372"/>
            <a:ext cx="383521" cy="39029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C5F33202-96B0-3B46-8B8F-971B8F781F3A}"/>
              </a:ext>
            </a:extLst>
          </p:cNvPr>
          <p:cNvSpPr/>
          <p:nvPr/>
        </p:nvSpPr>
        <p:spPr>
          <a:xfrm>
            <a:off x="4288747" y="4778511"/>
            <a:ext cx="383521" cy="39029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52EE6149-28D9-CD41-9E3E-956FD344D9C8}"/>
              </a:ext>
            </a:extLst>
          </p:cNvPr>
          <p:cNvSpPr/>
          <p:nvPr/>
        </p:nvSpPr>
        <p:spPr>
          <a:xfrm>
            <a:off x="1774551" y="3984650"/>
            <a:ext cx="383521" cy="39029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8014D703-BAD8-764A-92A8-1CC2FBBE12D1}"/>
              </a:ext>
            </a:extLst>
          </p:cNvPr>
          <p:cNvSpPr/>
          <p:nvPr/>
        </p:nvSpPr>
        <p:spPr>
          <a:xfrm>
            <a:off x="2618325" y="3984650"/>
            <a:ext cx="383521" cy="3902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B93DADDF-FE58-9E42-B0CE-1B7ECBBB174B}"/>
              </a:ext>
            </a:extLst>
          </p:cNvPr>
          <p:cNvSpPr/>
          <p:nvPr/>
        </p:nvSpPr>
        <p:spPr>
          <a:xfrm>
            <a:off x="3453536" y="3984650"/>
            <a:ext cx="383521" cy="390293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78180FC-3848-384A-9E38-BD73E45B4942}"/>
              </a:ext>
            </a:extLst>
          </p:cNvPr>
          <p:cNvSpPr/>
          <p:nvPr/>
        </p:nvSpPr>
        <p:spPr>
          <a:xfrm>
            <a:off x="4288747" y="3984650"/>
            <a:ext cx="383521" cy="3902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E783E4DC-5734-684A-AE9E-532006CFA567}"/>
              </a:ext>
            </a:extLst>
          </p:cNvPr>
          <p:cNvSpPr/>
          <p:nvPr/>
        </p:nvSpPr>
        <p:spPr>
          <a:xfrm>
            <a:off x="1956405" y="1286661"/>
            <a:ext cx="986349" cy="656545"/>
          </a:xfrm>
          <a:prstGeom prst="round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4B614FDE-50D0-134C-8C00-978D448ADFA5}"/>
              </a:ext>
            </a:extLst>
          </p:cNvPr>
          <p:cNvSpPr/>
          <p:nvPr/>
        </p:nvSpPr>
        <p:spPr>
          <a:xfrm>
            <a:off x="1956404" y="2320660"/>
            <a:ext cx="986349" cy="656545"/>
          </a:xfrm>
          <a:prstGeom prst="round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圆角矩形 44">
            <a:extLst>
              <a:ext uri="{FF2B5EF4-FFF2-40B4-BE49-F238E27FC236}">
                <a16:creationId xmlns:a16="http://schemas.microsoft.com/office/drawing/2014/main" id="{96E5ACB6-69DD-EB4D-85A2-3ED703C54808}"/>
              </a:ext>
            </a:extLst>
          </p:cNvPr>
          <p:cNvSpPr/>
          <p:nvPr/>
        </p:nvSpPr>
        <p:spPr>
          <a:xfrm>
            <a:off x="3558084" y="1286236"/>
            <a:ext cx="986349" cy="656545"/>
          </a:xfrm>
          <a:prstGeom prst="round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12E8C1B9-4B0E-CA41-9717-316A23FF9417}"/>
              </a:ext>
            </a:extLst>
          </p:cNvPr>
          <p:cNvSpPr/>
          <p:nvPr/>
        </p:nvSpPr>
        <p:spPr>
          <a:xfrm>
            <a:off x="3558085" y="2321332"/>
            <a:ext cx="986349" cy="656545"/>
          </a:xfrm>
          <a:prstGeom prst="roundRect">
            <a:avLst/>
          </a:prstGeom>
          <a:noFill/>
          <a:ln w="63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878B358E-3654-1D49-8205-C8BAE4DA2329}"/>
              </a:ext>
            </a:extLst>
          </p:cNvPr>
          <p:cNvCxnSpPr>
            <a:cxnSpLocks/>
            <a:stCxn id="45" idx="2"/>
            <a:endCxn id="47" idx="0"/>
          </p:cNvCxnSpPr>
          <p:nvPr/>
        </p:nvCxnSpPr>
        <p:spPr>
          <a:xfrm>
            <a:off x="4051259" y="1942781"/>
            <a:ext cx="1" cy="37855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69A4486-445C-DE41-B1AF-877504942EC7}"/>
              </a:ext>
            </a:extLst>
          </p:cNvPr>
          <p:cNvGrpSpPr/>
          <p:nvPr/>
        </p:nvGrpSpPr>
        <p:grpSpPr>
          <a:xfrm>
            <a:off x="440604" y="267894"/>
            <a:ext cx="690049" cy="690049"/>
            <a:chOff x="440604" y="267894"/>
            <a:chExt cx="1470105" cy="1470105"/>
          </a:xfrm>
        </p:grpSpPr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02CA8C1F-E14F-A945-96C2-52B80A55BBF3}"/>
                </a:ext>
              </a:extLst>
            </p:cNvPr>
            <p:cNvSpPr/>
            <p:nvPr/>
          </p:nvSpPr>
          <p:spPr>
            <a:xfrm>
              <a:off x="440604" y="267894"/>
              <a:ext cx="1470105" cy="147010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24090A2C-63E4-BB4F-B380-3412EE6D4DCE}"/>
                </a:ext>
              </a:extLst>
            </p:cNvPr>
            <p:cNvSpPr txBox="1"/>
            <p:nvPr/>
          </p:nvSpPr>
          <p:spPr>
            <a:xfrm>
              <a:off x="596454" y="427295"/>
              <a:ext cx="1158401" cy="1114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FangSong" panose="02010609060101010101" pitchFamily="49" charset="-122"/>
                  <a:ea typeface="FangSong" panose="02010609060101010101" pitchFamily="49" charset="-122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endParaRPr>
            </a:p>
          </p:txBody>
        </p:sp>
      </p:grpSp>
      <p:cxnSp>
        <p:nvCxnSpPr>
          <p:cNvPr id="54" name="直线箭头连接符 53">
            <a:extLst>
              <a:ext uri="{FF2B5EF4-FFF2-40B4-BE49-F238E27FC236}">
                <a16:creationId xmlns:a16="http://schemas.microsoft.com/office/drawing/2014/main" id="{9992FC0A-DF80-4C48-9F4B-1B0439431DAC}"/>
              </a:ext>
            </a:extLst>
          </p:cNvPr>
          <p:cNvCxnSpPr>
            <a:cxnSpLocks/>
          </p:cNvCxnSpPr>
          <p:nvPr/>
        </p:nvCxnSpPr>
        <p:spPr>
          <a:xfrm>
            <a:off x="2431203" y="1929601"/>
            <a:ext cx="1" cy="378551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11CAA029-C5FE-634A-9916-BCA1F9EA744F}"/>
              </a:ext>
            </a:extLst>
          </p:cNvPr>
          <p:cNvCxnSpPr>
            <a:cxnSpLocks/>
            <a:stCxn id="47" idx="1"/>
            <a:endCxn id="41" idx="3"/>
          </p:cNvCxnSpPr>
          <p:nvPr/>
        </p:nvCxnSpPr>
        <p:spPr>
          <a:xfrm flipH="1" flipV="1">
            <a:off x="2942753" y="2648933"/>
            <a:ext cx="615332" cy="672"/>
          </a:xfrm>
          <a:prstGeom prst="straightConnector1">
            <a:avLst/>
          </a:prstGeom>
          <a:ln w="12700"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C1E14B0F-5A28-344C-B03C-91B35BE97731}"/>
              </a:ext>
            </a:extLst>
          </p:cNvPr>
          <p:cNvCxnSpPr>
            <a:cxnSpLocks/>
            <a:stCxn id="45" idx="1"/>
            <a:endCxn id="9" idx="3"/>
          </p:cNvCxnSpPr>
          <p:nvPr/>
        </p:nvCxnSpPr>
        <p:spPr>
          <a:xfrm flipH="1">
            <a:off x="2942754" y="1614509"/>
            <a:ext cx="615330" cy="425"/>
          </a:xfrm>
          <a:prstGeom prst="straightConnector1">
            <a:avLst/>
          </a:prstGeom>
          <a:ln w="12700"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0477B87A-94CA-DC45-8A67-4917FB8CD0CC}"/>
              </a:ext>
            </a:extLst>
          </p:cNvPr>
          <p:cNvCxnSpPr>
            <a:cxnSpLocks/>
            <a:stCxn id="45" idx="2"/>
          </p:cNvCxnSpPr>
          <p:nvPr/>
        </p:nvCxnSpPr>
        <p:spPr>
          <a:xfrm flipV="1">
            <a:off x="4051259" y="915185"/>
            <a:ext cx="1210179" cy="10275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>
            <a:extLst>
              <a:ext uri="{FF2B5EF4-FFF2-40B4-BE49-F238E27FC236}">
                <a16:creationId xmlns:a16="http://schemas.microsoft.com/office/drawing/2014/main" id="{319DA34D-9956-514B-A9DC-A6BB49CF3006}"/>
              </a:ext>
            </a:extLst>
          </p:cNvPr>
          <p:cNvCxnSpPr>
            <a:cxnSpLocks/>
          </p:cNvCxnSpPr>
          <p:nvPr/>
        </p:nvCxnSpPr>
        <p:spPr>
          <a:xfrm flipV="1">
            <a:off x="4040676" y="2176670"/>
            <a:ext cx="1335424" cy="1439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13318780-D470-3D4A-8BC2-7C9A8B101694}"/>
              </a:ext>
            </a:extLst>
          </p:cNvPr>
          <p:cNvSpPr txBox="1"/>
          <p:nvPr/>
        </p:nvSpPr>
        <p:spPr>
          <a:xfrm>
            <a:off x="7741155" y="811911"/>
            <a:ext cx="1758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通信代价度量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B88A9F52-419A-BC49-B4C8-39979C397AAA}"/>
              </a:ext>
            </a:extLst>
          </p:cNvPr>
          <p:cNvSpPr/>
          <p:nvPr/>
        </p:nvSpPr>
        <p:spPr>
          <a:xfrm>
            <a:off x="5228737" y="1149074"/>
            <a:ext cx="2337306" cy="1027596"/>
          </a:xfrm>
          <a:prstGeom prst="roundRect">
            <a:avLst>
              <a:gd name="adj" fmla="val 13710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FA41A3B4-4B79-9641-BF8B-C93988D80D4B}"/>
              </a:ext>
            </a:extLst>
          </p:cNvPr>
          <p:cNvSpPr txBox="1"/>
          <p:nvPr/>
        </p:nvSpPr>
        <p:spPr>
          <a:xfrm>
            <a:off x="7784208" y="1114513"/>
            <a:ext cx="1593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经典张量重建</a:t>
            </a:r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B920C35E-4BB0-2643-B7EC-CCC2237D5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734" y="1515541"/>
            <a:ext cx="2289718" cy="631733"/>
          </a:xfrm>
          <a:prstGeom prst="rect">
            <a:avLst/>
          </a:prstGeom>
        </p:spPr>
      </p:pic>
      <p:sp>
        <p:nvSpPr>
          <p:cNvPr id="76" name="文本框 75">
            <a:extLst>
              <a:ext uri="{FF2B5EF4-FFF2-40B4-BE49-F238E27FC236}">
                <a16:creationId xmlns:a16="http://schemas.microsoft.com/office/drawing/2014/main" id="{AB9ED5D7-F3D4-D34F-9572-A52D4C2F1ADB}"/>
              </a:ext>
            </a:extLst>
          </p:cNvPr>
          <p:cNvSpPr txBox="1"/>
          <p:nvPr/>
        </p:nvSpPr>
        <p:spPr>
          <a:xfrm>
            <a:off x="5636298" y="1110791"/>
            <a:ext cx="1593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量子隐形传态</a:t>
            </a:r>
          </a:p>
        </p:txBody>
      </p:sp>
      <p:cxnSp>
        <p:nvCxnSpPr>
          <p:cNvPr id="78" name="直线连接符 77">
            <a:extLst>
              <a:ext uri="{FF2B5EF4-FFF2-40B4-BE49-F238E27FC236}">
                <a16:creationId xmlns:a16="http://schemas.microsoft.com/office/drawing/2014/main" id="{01647216-0ACC-3942-A423-F5CF8F7EBCD2}"/>
              </a:ext>
            </a:extLst>
          </p:cNvPr>
          <p:cNvCxnSpPr>
            <a:cxnSpLocks/>
          </p:cNvCxnSpPr>
          <p:nvPr/>
        </p:nvCxnSpPr>
        <p:spPr>
          <a:xfrm flipV="1">
            <a:off x="8680870" y="1730945"/>
            <a:ext cx="265875" cy="3416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4FA1B4DA-E6B4-484D-853B-969D81BE26F6}"/>
              </a:ext>
            </a:extLst>
          </p:cNvPr>
          <p:cNvCxnSpPr>
            <a:cxnSpLocks/>
          </p:cNvCxnSpPr>
          <p:nvPr/>
        </p:nvCxnSpPr>
        <p:spPr>
          <a:xfrm>
            <a:off x="8245661" y="1487690"/>
            <a:ext cx="69980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线连接符 79">
            <a:extLst>
              <a:ext uri="{FF2B5EF4-FFF2-40B4-BE49-F238E27FC236}">
                <a16:creationId xmlns:a16="http://schemas.microsoft.com/office/drawing/2014/main" id="{B40FC805-E5BD-0849-B69A-43929C8B96E1}"/>
              </a:ext>
            </a:extLst>
          </p:cNvPr>
          <p:cNvCxnSpPr>
            <a:cxnSpLocks/>
          </p:cNvCxnSpPr>
          <p:nvPr/>
        </p:nvCxnSpPr>
        <p:spPr>
          <a:xfrm>
            <a:off x="8245661" y="1608611"/>
            <a:ext cx="69980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线连接符 80">
            <a:extLst>
              <a:ext uri="{FF2B5EF4-FFF2-40B4-BE49-F238E27FC236}">
                <a16:creationId xmlns:a16="http://schemas.microsoft.com/office/drawing/2014/main" id="{0F85D5B5-2D37-A140-B3C6-7EBF2EF9F387}"/>
              </a:ext>
            </a:extLst>
          </p:cNvPr>
          <p:cNvCxnSpPr>
            <a:cxnSpLocks/>
          </p:cNvCxnSpPr>
          <p:nvPr/>
        </p:nvCxnSpPr>
        <p:spPr>
          <a:xfrm>
            <a:off x="7855437" y="1733206"/>
            <a:ext cx="52630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线连接符 81">
            <a:extLst>
              <a:ext uri="{FF2B5EF4-FFF2-40B4-BE49-F238E27FC236}">
                <a16:creationId xmlns:a16="http://schemas.microsoft.com/office/drawing/2014/main" id="{13CB9EB1-43F6-0C4E-B6A3-422A454B1282}"/>
              </a:ext>
            </a:extLst>
          </p:cNvPr>
          <p:cNvCxnSpPr>
            <a:cxnSpLocks/>
          </p:cNvCxnSpPr>
          <p:nvPr/>
        </p:nvCxnSpPr>
        <p:spPr>
          <a:xfrm>
            <a:off x="7830434" y="1862643"/>
            <a:ext cx="69980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线连接符 82">
            <a:extLst>
              <a:ext uri="{FF2B5EF4-FFF2-40B4-BE49-F238E27FC236}">
                <a16:creationId xmlns:a16="http://schemas.microsoft.com/office/drawing/2014/main" id="{263C909C-6D74-2D4B-B74C-CDF2486F4696}"/>
              </a:ext>
            </a:extLst>
          </p:cNvPr>
          <p:cNvCxnSpPr>
            <a:cxnSpLocks/>
          </p:cNvCxnSpPr>
          <p:nvPr/>
        </p:nvCxnSpPr>
        <p:spPr>
          <a:xfrm>
            <a:off x="7830434" y="1983564"/>
            <a:ext cx="699809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矩形 83">
            <a:extLst>
              <a:ext uri="{FF2B5EF4-FFF2-40B4-BE49-F238E27FC236}">
                <a16:creationId xmlns:a16="http://schemas.microsoft.com/office/drawing/2014/main" id="{6DC083DD-2E7F-BC4F-9C7E-9CA8D99AF59B}"/>
              </a:ext>
            </a:extLst>
          </p:cNvPr>
          <p:cNvSpPr/>
          <p:nvPr/>
        </p:nvSpPr>
        <p:spPr>
          <a:xfrm>
            <a:off x="8319760" y="1446702"/>
            <a:ext cx="122088" cy="8197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034D502E-2B52-6048-A4AF-76F454C3E002}"/>
              </a:ext>
            </a:extLst>
          </p:cNvPr>
          <p:cNvSpPr/>
          <p:nvPr/>
        </p:nvSpPr>
        <p:spPr>
          <a:xfrm>
            <a:off x="7904532" y="1842965"/>
            <a:ext cx="122088" cy="1733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CE45EF08-B826-BA41-8F0D-0A299D6EB829}"/>
              </a:ext>
            </a:extLst>
          </p:cNvPr>
          <p:cNvSpPr/>
          <p:nvPr/>
        </p:nvSpPr>
        <p:spPr>
          <a:xfrm>
            <a:off x="8528330" y="1452360"/>
            <a:ext cx="134793" cy="1863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45E23710-90EA-E44D-A077-E46EAD19A260}"/>
              </a:ext>
            </a:extLst>
          </p:cNvPr>
          <p:cNvSpPr/>
          <p:nvPr/>
        </p:nvSpPr>
        <p:spPr>
          <a:xfrm>
            <a:off x="8110543" y="1703016"/>
            <a:ext cx="134793" cy="1863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32DB307E-EE81-0D4F-82E2-7C3670816DC8}"/>
              </a:ext>
            </a:extLst>
          </p:cNvPr>
          <p:cNvSpPr/>
          <p:nvPr/>
        </p:nvSpPr>
        <p:spPr>
          <a:xfrm>
            <a:off x="8749604" y="1561167"/>
            <a:ext cx="134793" cy="1863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6891E909-1D35-6340-8963-14E469F54F8A}"/>
              </a:ext>
            </a:extLst>
          </p:cNvPr>
          <p:cNvSpPr/>
          <p:nvPr/>
        </p:nvSpPr>
        <p:spPr>
          <a:xfrm>
            <a:off x="8334376" y="1834740"/>
            <a:ext cx="134793" cy="1863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ED01B05C-350B-9F40-803C-A9F3F3779741}"/>
              </a:ext>
            </a:extLst>
          </p:cNvPr>
          <p:cNvSpPr/>
          <p:nvPr/>
        </p:nvSpPr>
        <p:spPr>
          <a:xfrm>
            <a:off x="7904532" y="1692218"/>
            <a:ext cx="122088" cy="81975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91" name="任意形状 90">
            <a:extLst>
              <a:ext uri="{FF2B5EF4-FFF2-40B4-BE49-F238E27FC236}">
                <a16:creationId xmlns:a16="http://schemas.microsoft.com/office/drawing/2014/main" id="{8A772B83-239A-0248-ACE4-E671624B252E}"/>
              </a:ext>
            </a:extLst>
          </p:cNvPr>
          <p:cNvSpPr/>
          <p:nvPr/>
        </p:nvSpPr>
        <p:spPr>
          <a:xfrm>
            <a:off x="8295098" y="1413937"/>
            <a:ext cx="614312" cy="351285"/>
          </a:xfrm>
          <a:custGeom>
            <a:avLst/>
            <a:gdLst>
              <a:gd name="connsiteX0" fmla="*/ 0 w 2083443"/>
              <a:gd name="connsiteY0" fmla="*/ 0 h 1180618"/>
              <a:gd name="connsiteX1" fmla="*/ 2083443 w 2083443"/>
              <a:gd name="connsiteY1" fmla="*/ 0 h 1180618"/>
              <a:gd name="connsiteX2" fmla="*/ 2083443 w 2083443"/>
              <a:gd name="connsiteY2" fmla="*/ 1180618 h 1180618"/>
              <a:gd name="connsiteX3" fmla="*/ 1481559 w 2083443"/>
              <a:gd name="connsiteY3" fmla="*/ 1180618 h 1180618"/>
              <a:gd name="connsiteX4" fmla="*/ 1481559 w 2083443"/>
              <a:gd name="connsiteY4" fmla="*/ 833377 h 1180618"/>
              <a:gd name="connsiteX5" fmla="*/ 0 w 2083443"/>
              <a:gd name="connsiteY5" fmla="*/ 833377 h 1180618"/>
              <a:gd name="connsiteX6" fmla="*/ 0 w 2083443"/>
              <a:gd name="connsiteY6" fmla="*/ 0 h 118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3443" h="1180618">
                <a:moveTo>
                  <a:pt x="0" y="0"/>
                </a:moveTo>
                <a:lnTo>
                  <a:pt x="2083443" y="0"/>
                </a:lnTo>
                <a:lnTo>
                  <a:pt x="2083443" y="1180618"/>
                </a:lnTo>
                <a:lnTo>
                  <a:pt x="1481559" y="1180618"/>
                </a:lnTo>
                <a:lnTo>
                  <a:pt x="1481559" y="833377"/>
                </a:lnTo>
                <a:lnTo>
                  <a:pt x="0" y="83337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  <a:alpha val="45937"/>
            </a:schemeClr>
          </a:solidFill>
          <a:ln w="635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92" name="任意形状 91">
            <a:extLst>
              <a:ext uri="{FF2B5EF4-FFF2-40B4-BE49-F238E27FC236}">
                <a16:creationId xmlns:a16="http://schemas.microsoft.com/office/drawing/2014/main" id="{36D9A5DE-C159-E642-BD8F-AA5EB9AAF78B}"/>
              </a:ext>
            </a:extLst>
          </p:cNvPr>
          <p:cNvSpPr/>
          <p:nvPr/>
        </p:nvSpPr>
        <p:spPr>
          <a:xfrm>
            <a:off x="7876457" y="1680979"/>
            <a:ext cx="617725" cy="354729"/>
          </a:xfrm>
          <a:custGeom>
            <a:avLst/>
            <a:gdLst>
              <a:gd name="connsiteX0" fmla="*/ 11575 w 2095018"/>
              <a:gd name="connsiteY0" fmla="*/ 0 h 1192192"/>
              <a:gd name="connsiteX1" fmla="*/ 1296364 w 2095018"/>
              <a:gd name="connsiteY1" fmla="*/ 0 h 1192192"/>
              <a:gd name="connsiteX2" fmla="*/ 1296364 w 2095018"/>
              <a:gd name="connsiteY2" fmla="*/ 451412 h 1192192"/>
              <a:gd name="connsiteX3" fmla="*/ 2095018 w 2095018"/>
              <a:gd name="connsiteY3" fmla="*/ 451412 h 1192192"/>
              <a:gd name="connsiteX4" fmla="*/ 2095018 w 2095018"/>
              <a:gd name="connsiteY4" fmla="*/ 1192192 h 1192192"/>
              <a:gd name="connsiteX5" fmla="*/ 0 w 2095018"/>
              <a:gd name="connsiteY5" fmla="*/ 1192192 h 1192192"/>
              <a:gd name="connsiteX6" fmla="*/ 11575 w 2095018"/>
              <a:gd name="connsiteY6" fmla="*/ 0 h 119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5018" h="1192192">
                <a:moveTo>
                  <a:pt x="11575" y="0"/>
                </a:moveTo>
                <a:lnTo>
                  <a:pt x="1296364" y="0"/>
                </a:lnTo>
                <a:lnTo>
                  <a:pt x="1296364" y="451412"/>
                </a:lnTo>
                <a:lnTo>
                  <a:pt x="2095018" y="451412"/>
                </a:lnTo>
                <a:lnTo>
                  <a:pt x="2095018" y="1192192"/>
                </a:lnTo>
                <a:lnTo>
                  <a:pt x="0" y="1192192"/>
                </a:lnTo>
                <a:lnTo>
                  <a:pt x="11575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40762"/>
            </a:schemeClr>
          </a:solidFill>
          <a:ln w="635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pic>
        <p:nvPicPr>
          <p:cNvPr id="93" name="图片 92">
            <a:extLst>
              <a:ext uri="{FF2B5EF4-FFF2-40B4-BE49-F238E27FC236}">
                <a16:creationId xmlns:a16="http://schemas.microsoft.com/office/drawing/2014/main" id="{597F8D80-00C6-4C4B-A66E-3EB33C4D29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843" y="1455989"/>
            <a:ext cx="59101" cy="63403"/>
          </a:xfrm>
          <a:prstGeom prst="rect">
            <a:avLst/>
          </a:prstGeom>
          <a:ln w="6350">
            <a:noFill/>
          </a:ln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E5C8AADB-7E74-0045-836A-CC92D8C2F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7603" y="1575257"/>
            <a:ext cx="59101" cy="63403"/>
          </a:xfrm>
          <a:prstGeom prst="rect">
            <a:avLst/>
          </a:prstGeom>
          <a:ln w="6350">
            <a:noFill/>
          </a:ln>
        </p:spPr>
      </p:pic>
      <p:pic>
        <p:nvPicPr>
          <p:cNvPr id="95" name="图片 94">
            <a:extLst>
              <a:ext uri="{FF2B5EF4-FFF2-40B4-BE49-F238E27FC236}">
                <a16:creationId xmlns:a16="http://schemas.microsoft.com/office/drawing/2014/main" id="{1454BBF0-B2EB-8C46-8B5C-1880F9370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396" y="1710791"/>
            <a:ext cx="59101" cy="63403"/>
          </a:xfrm>
          <a:prstGeom prst="rect">
            <a:avLst/>
          </a:prstGeom>
          <a:ln w="6350">
            <a:noFill/>
          </a:ln>
        </p:spPr>
      </p:pic>
      <p:pic>
        <p:nvPicPr>
          <p:cNvPr id="96" name="图片 95">
            <a:extLst>
              <a:ext uri="{FF2B5EF4-FFF2-40B4-BE49-F238E27FC236}">
                <a16:creationId xmlns:a16="http://schemas.microsoft.com/office/drawing/2014/main" id="{6506D6BB-5B62-5E40-98F5-F02DEF1D35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396" y="1830942"/>
            <a:ext cx="59101" cy="63403"/>
          </a:xfrm>
          <a:prstGeom prst="rect">
            <a:avLst/>
          </a:prstGeom>
          <a:ln w="6350">
            <a:noFill/>
          </a:ln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20E025EB-9845-CC4C-81F5-75A63219E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1155" y="1949725"/>
            <a:ext cx="59101" cy="63403"/>
          </a:xfrm>
          <a:prstGeom prst="rect">
            <a:avLst/>
          </a:prstGeom>
          <a:ln w="6350">
            <a:noFill/>
          </a:ln>
        </p:spPr>
      </p:pic>
      <p:pic>
        <p:nvPicPr>
          <p:cNvPr id="98" name="图片 97">
            <a:extLst>
              <a:ext uri="{FF2B5EF4-FFF2-40B4-BE49-F238E27FC236}">
                <a16:creationId xmlns:a16="http://schemas.microsoft.com/office/drawing/2014/main" id="{B39AE02E-4D88-DD4F-AEFA-D44B551E7A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1500" y="1470660"/>
            <a:ext cx="44302" cy="39931"/>
          </a:xfrm>
          <a:prstGeom prst="rect">
            <a:avLst/>
          </a:prstGeom>
          <a:ln w="6350">
            <a:noFill/>
          </a:ln>
        </p:spPr>
      </p:pic>
      <p:pic>
        <p:nvPicPr>
          <p:cNvPr id="99" name="图片 98">
            <a:extLst>
              <a:ext uri="{FF2B5EF4-FFF2-40B4-BE49-F238E27FC236}">
                <a16:creationId xmlns:a16="http://schemas.microsoft.com/office/drawing/2014/main" id="{5AFD9958-DF2F-0348-BF6C-5A08709440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1500" y="1591245"/>
            <a:ext cx="44302" cy="39126"/>
          </a:xfrm>
          <a:prstGeom prst="rect">
            <a:avLst/>
          </a:prstGeom>
          <a:ln w="6350">
            <a:noFill/>
          </a:ln>
        </p:spPr>
      </p:pic>
      <p:pic>
        <p:nvPicPr>
          <p:cNvPr id="100" name="图片 99">
            <a:extLst>
              <a:ext uri="{FF2B5EF4-FFF2-40B4-BE49-F238E27FC236}">
                <a16:creationId xmlns:a16="http://schemas.microsoft.com/office/drawing/2014/main" id="{BEC425FE-DACD-4B4F-A687-73B13C357E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6273" y="1723214"/>
            <a:ext cx="44302" cy="38825"/>
          </a:xfrm>
          <a:prstGeom prst="rect">
            <a:avLst/>
          </a:prstGeom>
          <a:ln w="6350">
            <a:noFill/>
          </a:ln>
        </p:spPr>
      </p:pic>
      <p:pic>
        <p:nvPicPr>
          <p:cNvPr id="101" name="图片 100">
            <a:extLst>
              <a:ext uri="{FF2B5EF4-FFF2-40B4-BE49-F238E27FC236}">
                <a16:creationId xmlns:a16="http://schemas.microsoft.com/office/drawing/2014/main" id="{432D643B-0A2B-6E41-A406-19F57D7FE4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6273" y="1842693"/>
            <a:ext cx="44302" cy="38353"/>
          </a:xfrm>
          <a:prstGeom prst="rect">
            <a:avLst/>
          </a:prstGeom>
          <a:ln w="6350">
            <a:noFill/>
          </a:ln>
        </p:spPr>
      </p:pic>
      <p:pic>
        <p:nvPicPr>
          <p:cNvPr id="102" name="图片 101">
            <a:extLst>
              <a:ext uri="{FF2B5EF4-FFF2-40B4-BE49-F238E27FC236}">
                <a16:creationId xmlns:a16="http://schemas.microsoft.com/office/drawing/2014/main" id="{EE1CD424-D698-A040-8BE0-D727587975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6272" y="1961700"/>
            <a:ext cx="44302" cy="39126"/>
          </a:xfrm>
          <a:prstGeom prst="rect">
            <a:avLst/>
          </a:prstGeom>
          <a:ln w="6350">
            <a:noFill/>
          </a:ln>
        </p:spPr>
      </p:pic>
      <p:pic>
        <p:nvPicPr>
          <p:cNvPr id="103" name="图片 102">
            <a:extLst>
              <a:ext uri="{FF2B5EF4-FFF2-40B4-BE49-F238E27FC236}">
                <a16:creationId xmlns:a16="http://schemas.microsoft.com/office/drawing/2014/main" id="{D0A15867-5917-AE4B-96BF-C7F64BC6C7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5673" y="1682093"/>
            <a:ext cx="138357" cy="107887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04" name="三角形 103">
            <a:extLst>
              <a:ext uri="{FF2B5EF4-FFF2-40B4-BE49-F238E27FC236}">
                <a16:creationId xmlns:a16="http://schemas.microsoft.com/office/drawing/2014/main" id="{1EDDF18D-E87D-374E-BAF5-4583B5CC5A0E}"/>
              </a:ext>
            </a:extLst>
          </p:cNvPr>
          <p:cNvSpPr/>
          <p:nvPr/>
        </p:nvSpPr>
        <p:spPr>
          <a:xfrm rot="5400000">
            <a:off x="8603742" y="1698123"/>
            <a:ext cx="88976" cy="72475"/>
          </a:xfrm>
          <a:prstGeom prst="triangle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5" name="图片 104">
            <a:extLst>
              <a:ext uri="{FF2B5EF4-FFF2-40B4-BE49-F238E27FC236}">
                <a16:creationId xmlns:a16="http://schemas.microsoft.com/office/drawing/2014/main" id="{60E6EA12-6A9E-0A4C-B07C-DEB0F2CF45F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5326" y="1715974"/>
            <a:ext cx="56527" cy="42230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pic>
        <p:nvPicPr>
          <p:cNvPr id="106" name="图片 105">
            <a:extLst>
              <a:ext uri="{FF2B5EF4-FFF2-40B4-BE49-F238E27FC236}">
                <a16:creationId xmlns:a16="http://schemas.microsoft.com/office/drawing/2014/main" id="{BDE1F880-16B6-6D4F-B62B-98BF5A8ED1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13963" y="1711276"/>
            <a:ext cx="40860" cy="38441"/>
          </a:xfrm>
          <a:prstGeom prst="rect">
            <a:avLst/>
          </a:prstGeom>
          <a:ln w="6350">
            <a:solidFill>
              <a:schemeClr val="tx1"/>
            </a:solidFill>
          </a:ln>
        </p:spPr>
      </p:pic>
      <p:sp>
        <p:nvSpPr>
          <p:cNvPr id="107" name="圆角矩形 106">
            <a:extLst>
              <a:ext uri="{FF2B5EF4-FFF2-40B4-BE49-F238E27FC236}">
                <a16:creationId xmlns:a16="http://schemas.microsoft.com/office/drawing/2014/main" id="{38E03E5E-DF2C-304F-9B66-BBB653827485}"/>
              </a:ext>
            </a:extLst>
          </p:cNvPr>
          <p:cNvSpPr/>
          <p:nvPr/>
        </p:nvSpPr>
        <p:spPr>
          <a:xfrm>
            <a:off x="8837999" y="1802250"/>
            <a:ext cx="614313" cy="34040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张量积运算量</a:t>
            </a:r>
          </a:p>
        </p:txBody>
      </p:sp>
      <p:sp>
        <p:nvSpPr>
          <p:cNvPr id="108" name="圆角矩形 107">
            <a:extLst>
              <a:ext uri="{FF2B5EF4-FFF2-40B4-BE49-F238E27FC236}">
                <a16:creationId xmlns:a16="http://schemas.microsoft.com/office/drawing/2014/main" id="{F3DD4F69-2BB3-0942-A18C-F1A46EBA90A0}"/>
              </a:ext>
            </a:extLst>
          </p:cNvPr>
          <p:cNvSpPr/>
          <p:nvPr/>
        </p:nvSpPr>
        <p:spPr>
          <a:xfrm>
            <a:off x="9595384" y="1149074"/>
            <a:ext cx="2076333" cy="1027596"/>
          </a:xfrm>
          <a:prstGeom prst="roundRect">
            <a:avLst>
              <a:gd name="adj" fmla="val 12591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" name="圆角矩形 108">
            <a:extLst>
              <a:ext uri="{FF2B5EF4-FFF2-40B4-BE49-F238E27FC236}">
                <a16:creationId xmlns:a16="http://schemas.microsoft.com/office/drawing/2014/main" id="{E40D179F-6C14-1640-B999-638449BBF7A3}"/>
              </a:ext>
            </a:extLst>
          </p:cNvPr>
          <p:cNvSpPr/>
          <p:nvPr/>
        </p:nvSpPr>
        <p:spPr>
          <a:xfrm>
            <a:off x="7566044" y="1149074"/>
            <a:ext cx="2028420" cy="1027596"/>
          </a:xfrm>
          <a:prstGeom prst="roundRect">
            <a:avLst>
              <a:gd name="adj" fmla="val 12591"/>
            </a:avLst>
          </a:prstGeom>
          <a:noFill/>
          <a:ln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36BF5108-62EB-514B-8B1D-713FF4EC7FF3}"/>
              </a:ext>
            </a:extLst>
          </p:cNvPr>
          <p:cNvSpPr txBox="1"/>
          <p:nvPr/>
        </p:nvSpPr>
        <p:spPr>
          <a:xfrm>
            <a:off x="9804420" y="1118357"/>
            <a:ext cx="15930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量子比特传输</a:t>
            </a:r>
          </a:p>
        </p:txBody>
      </p:sp>
      <p:cxnSp>
        <p:nvCxnSpPr>
          <p:cNvPr id="142" name="直线连接符 141">
            <a:extLst>
              <a:ext uri="{FF2B5EF4-FFF2-40B4-BE49-F238E27FC236}">
                <a16:creationId xmlns:a16="http://schemas.microsoft.com/office/drawing/2014/main" id="{7EB4C575-4B01-5A44-A90A-0E8AF4DA52AB}"/>
              </a:ext>
            </a:extLst>
          </p:cNvPr>
          <p:cNvCxnSpPr>
            <a:cxnSpLocks/>
          </p:cNvCxnSpPr>
          <p:nvPr/>
        </p:nvCxnSpPr>
        <p:spPr>
          <a:xfrm flipV="1">
            <a:off x="10917866" y="1808729"/>
            <a:ext cx="323198" cy="3901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线连接符 142">
            <a:extLst>
              <a:ext uri="{FF2B5EF4-FFF2-40B4-BE49-F238E27FC236}">
                <a16:creationId xmlns:a16="http://schemas.microsoft.com/office/drawing/2014/main" id="{4DAD9D88-A9E5-4347-B417-795D39329CA3}"/>
              </a:ext>
            </a:extLst>
          </p:cNvPr>
          <p:cNvCxnSpPr>
            <a:cxnSpLocks/>
          </p:cNvCxnSpPr>
          <p:nvPr/>
        </p:nvCxnSpPr>
        <p:spPr>
          <a:xfrm>
            <a:off x="10388826" y="1530928"/>
            <a:ext cx="85068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直线连接符 143">
            <a:extLst>
              <a:ext uri="{FF2B5EF4-FFF2-40B4-BE49-F238E27FC236}">
                <a16:creationId xmlns:a16="http://schemas.microsoft.com/office/drawing/2014/main" id="{BC27FA01-EAFA-144C-ACAC-087AB2C2BFDA}"/>
              </a:ext>
            </a:extLst>
          </p:cNvPr>
          <p:cNvCxnSpPr>
            <a:cxnSpLocks/>
          </p:cNvCxnSpPr>
          <p:nvPr/>
        </p:nvCxnSpPr>
        <p:spPr>
          <a:xfrm>
            <a:off x="10388826" y="1669022"/>
            <a:ext cx="85068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直线连接符 144">
            <a:extLst>
              <a:ext uri="{FF2B5EF4-FFF2-40B4-BE49-F238E27FC236}">
                <a16:creationId xmlns:a16="http://schemas.microsoft.com/office/drawing/2014/main" id="{623D7E26-9BC5-6349-8CE1-550269F444F1}"/>
              </a:ext>
            </a:extLst>
          </p:cNvPr>
          <p:cNvCxnSpPr>
            <a:cxnSpLocks/>
          </p:cNvCxnSpPr>
          <p:nvPr/>
        </p:nvCxnSpPr>
        <p:spPr>
          <a:xfrm>
            <a:off x="9914469" y="1811311"/>
            <a:ext cx="639773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直线连接符 145">
            <a:extLst>
              <a:ext uri="{FF2B5EF4-FFF2-40B4-BE49-F238E27FC236}">
                <a16:creationId xmlns:a16="http://schemas.microsoft.com/office/drawing/2014/main" id="{84BAB257-3E07-7546-B8DC-E89232D059FD}"/>
              </a:ext>
            </a:extLst>
          </p:cNvPr>
          <p:cNvCxnSpPr>
            <a:cxnSpLocks/>
          </p:cNvCxnSpPr>
          <p:nvPr/>
        </p:nvCxnSpPr>
        <p:spPr>
          <a:xfrm>
            <a:off x="9884075" y="1959129"/>
            <a:ext cx="85068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192771E2-2C8D-FB41-888E-727E2486ED42}"/>
              </a:ext>
            </a:extLst>
          </p:cNvPr>
          <p:cNvCxnSpPr>
            <a:cxnSpLocks/>
          </p:cNvCxnSpPr>
          <p:nvPr/>
        </p:nvCxnSpPr>
        <p:spPr>
          <a:xfrm>
            <a:off x="9884075" y="2097223"/>
            <a:ext cx="85068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矩形 147">
            <a:extLst>
              <a:ext uri="{FF2B5EF4-FFF2-40B4-BE49-F238E27FC236}">
                <a16:creationId xmlns:a16="http://schemas.microsoft.com/office/drawing/2014/main" id="{F6E5DFD8-C904-1248-AD7E-677E1CBF8592}"/>
              </a:ext>
            </a:extLst>
          </p:cNvPr>
          <p:cNvSpPr/>
          <p:nvPr/>
        </p:nvSpPr>
        <p:spPr>
          <a:xfrm>
            <a:off x="10478901" y="1484120"/>
            <a:ext cx="148410" cy="9361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8EF9D802-AA67-7040-A921-781A991AAA25}"/>
              </a:ext>
            </a:extLst>
          </p:cNvPr>
          <p:cNvSpPr/>
          <p:nvPr/>
        </p:nvSpPr>
        <p:spPr>
          <a:xfrm>
            <a:off x="9974150" y="1936657"/>
            <a:ext cx="148410" cy="19800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4052A298-5EA7-3F44-8726-B138A703D42B}"/>
              </a:ext>
            </a:extLst>
          </p:cNvPr>
          <p:cNvSpPr/>
          <p:nvPr/>
        </p:nvSpPr>
        <p:spPr>
          <a:xfrm>
            <a:off x="10732438" y="1490581"/>
            <a:ext cx="163854" cy="21275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EAB3136E-8F14-3A4B-BBA1-5A41C55FAF6D}"/>
              </a:ext>
            </a:extLst>
          </p:cNvPr>
          <p:cNvSpPr/>
          <p:nvPr/>
        </p:nvSpPr>
        <p:spPr>
          <a:xfrm>
            <a:off x="10224577" y="1776834"/>
            <a:ext cx="163854" cy="21275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CAF08FCD-9878-784D-B84D-CAC67FAEF14E}"/>
              </a:ext>
            </a:extLst>
          </p:cNvPr>
          <p:cNvSpPr/>
          <p:nvPr/>
        </p:nvSpPr>
        <p:spPr>
          <a:xfrm>
            <a:off x="11001419" y="1614840"/>
            <a:ext cx="163854" cy="21275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44BA0248-E429-2D4E-8BD1-53795073E59A}"/>
              </a:ext>
            </a:extLst>
          </p:cNvPr>
          <p:cNvSpPr/>
          <p:nvPr/>
        </p:nvSpPr>
        <p:spPr>
          <a:xfrm>
            <a:off x="10496667" y="1927264"/>
            <a:ext cx="163854" cy="21275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731075F1-EE7B-ED41-86B7-5F379A97E85F}"/>
              </a:ext>
            </a:extLst>
          </p:cNvPr>
          <p:cNvSpPr/>
          <p:nvPr/>
        </p:nvSpPr>
        <p:spPr>
          <a:xfrm>
            <a:off x="9974149" y="1764503"/>
            <a:ext cx="148410" cy="9361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155" name="任意形状 154">
            <a:extLst>
              <a:ext uri="{FF2B5EF4-FFF2-40B4-BE49-F238E27FC236}">
                <a16:creationId xmlns:a16="http://schemas.microsoft.com/office/drawing/2014/main" id="{E9A2EFC4-1EB7-EF49-8F58-D1CC648439E9}"/>
              </a:ext>
            </a:extLst>
          </p:cNvPr>
          <p:cNvSpPr/>
          <p:nvPr/>
        </p:nvSpPr>
        <p:spPr>
          <a:xfrm>
            <a:off x="10448922" y="1446702"/>
            <a:ext cx="746758" cy="401172"/>
          </a:xfrm>
          <a:custGeom>
            <a:avLst/>
            <a:gdLst>
              <a:gd name="connsiteX0" fmla="*/ 0 w 2083443"/>
              <a:gd name="connsiteY0" fmla="*/ 0 h 1180618"/>
              <a:gd name="connsiteX1" fmla="*/ 2083443 w 2083443"/>
              <a:gd name="connsiteY1" fmla="*/ 0 h 1180618"/>
              <a:gd name="connsiteX2" fmla="*/ 2083443 w 2083443"/>
              <a:gd name="connsiteY2" fmla="*/ 1180618 h 1180618"/>
              <a:gd name="connsiteX3" fmla="*/ 1481559 w 2083443"/>
              <a:gd name="connsiteY3" fmla="*/ 1180618 h 1180618"/>
              <a:gd name="connsiteX4" fmla="*/ 1481559 w 2083443"/>
              <a:gd name="connsiteY4" fmla="*/ 833377 h 1180618"/>
              <a:gd name="connsiteX5" fmla="*/ 0 w 2083443"/>
              <a:gd name="connsiteY5" fmla="*/ 833377 h 1180618"/>
              <a:gd name="connsiteX6" fmla="*/ 0 w 2083443"/>
              <a:gd name="connsiteY6" fmla="*/ 0 h 1180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83443" h="1180618">
                <a:moveTo>
                  <a:pt x="0" y="0"/>
                </a:moveTo>
                <a:lnTo>
                  <a:pt x="2083443" y="0"/>
                </a:lnTo>
                <a:lnTo>
                  <a:pt x="2083443" y="1180618"/>
                </a:lnTo>
                <a:lnTo>
                  <a:pt x="1481559" y="1180618"/>
                </a:lnTo>
                <a:lnTo>
                  <a:pt x="1481559" y="833377"/>
                </a:lnTo>
                <a:lnTo>
                  <a:pt x="0" y="83337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  <a:alpha val="45937"/>
            </a:schemeClr>
          </a:solidFill>
          <a:ln w="635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156" name="任意形状 155">
            <a:extLst>
              <a:ext uri="{FF2B5EF4-FFF2-40B4-BE49-F238E27FC236}">
                <a16:creationId xmlns:a16="http://schemas.microsoft.com/office/drawing/2014/main" id="{0ECEB7CC-238E-7C4B-855A-439C151033F2}"/>
              </a:ext>
            </a:extLst>
          </p:cNvPr>
          <p:cNvSpPr/>
          <p:nvPr/>
        </p:nvSpPr>
        <p:spPr>
          <a:xfrm>
            <a:off x="9940021" y="1751667"/>
            <a:ext cx="750907" cy="405105"/>
          </a:xfrm>
          <a:custGeom>
            <a:avLst/>
            <a:gdLst>
              <a:gd name="connsiteX0" fmla="*/ 11575 w 2095018"/>
              <a:gd name="connsiteY0" fmla="*/ 0 h 1192192"/>
              <a:gd name="connsiteX1" fmla="*/ 1296364 w 2095018"/>
              <a:gd name="connsiteY1" fmla="*/ 0 h 1192192"/>
              <a:gd name="connsiteX2" fmla="*/ 1296364 w 2095018"/>
              <a:gd name="connsiteY2" fmla="*/ 451412 h 1192192"/>
              <a:gd name="connsiteX3" fmla="*/ 2095018 w 2095018"/>
              <a:gd name="connsiteY3" fmla="*/ 451412 h 1192192"/>
              <a:gd name="connsiteX4" fmla="*/ 2095018 w 2095018"/>
              <a:gd name="connsiteY4" fmla="*/ 1192192 h 1192192"/>
              <a:gd name="connsiteX5" fmla="*/ 0 w 2095018"/>
              <a:gd name="connsiteY5" fmla="*/ 1192192 h 1192192"/>
              <a:gd name="connsiteX6" fmla="*/ 11575 w 2095018"/>
              <a:gd name="connsiteY6" fmla="*/ 0 h 1192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95018" h="1192192">
                <a:moveTo>
                  <a:pt x="11575" y="0"/>
                </a:moveTo>
                <a:lnTo>
                  <a:pt x="1296364" y="0"/>
                </a:lnTo>
                <a:lnTo>
                  <a:pt x="1296364" y="451412"/>
                </a:lnTo>
                <a:lnTo>
                  <a:pt x="2095018" y="451412"/>
                </a:lnTo>
                <a:lnTo>
                  <a:pt x="2095018" y="1192192"/>
                </a:lnTo>
                <a:lnTo>
                  <a:pt x="0" y="1192192"/>
                </a:lnTo>
                <a:lnTo>
                  <a:pt x="11575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40762"/>
            </a:schemeClr>
          </a:solidFill>
          <a:ln w="6350" cap="rnd">
            <a:solidFill>
              <a:schemeClr val="tx1"/>
            </a:solidFill>
            <a:prstDash val="sysDot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pic>
        <p:nvPicPr>
          <p:cNvPr id="157" name="图片 156">
            <a:extLst>
              <a:ext uri="{FF2B5EF4-FFF2-40B4-BE49-F238E27FC236}">
                <a16:creationId xmlns:a16="http://schemas.microsoft.com/office/drawing/2014/main" id="{FD96DEB3-C383-ED4B-ACEF-D2EC1FE4E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6936" y="1494726"/>
            <a:ext cx="71844" cy="72407"/>
          </a:xfrm>
          <a:prstGeom prst="rect">
            <a:avLst/>
          </a:prstGeom>
          <a:ln w="6350">
            <a:noFill/>
          </a:ln>
        </p:spPr>
      </p:pic>
      <p:pic>
        <p:nvPicPr>
          <p:cNvPr id="158" name="图片 157">
            <a:extLst>
              <a:ext uri="{FF2B5EF4-FFF2-40B4-BE49-F238E27FC236}">
                <a16:creationId xmlns:a16="http://schemas.microsoft.com/office/drawing/2014/main" id="{479B399B-2590-3D43-A8C0-6C79F71C9A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1782" y="1630931"/>
            <a:ext cx="71844" cy="72407"/>
          </a:xfrm>
          <a:prstGeom prst="rect">
            <a:avLst/>
          </a:prstGeom>
          <a:ln w="6350">
            <a:noFill/>
          </a:ln>
        </p:spPr>
      </p:pic>
      <p:pic>
        <p:nvPicPr>
          <p:cNvPr id="159" name="图片 158">
            <a:extLst>
              <a:ext uri="{FF2B5EF4-FFF2-40B4-BE49-F238E27FC236}">
                <a16:creationId xmlns:a16="http://schemas.microsoft.com/office/drawing/2014/main" id="{F576556D-B888-D145-B244-50F40A1F30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5840" y="1785713"/>
            <a:ext cx="71844" cy="72407"/>
          </a:xfrm>
          <a:prstGeom prst="rect">
            <a:avLst/>
          </a:prstGeom>
          <a:ln w="6350">
            <a:noFill/>
          </a:ln>
        </p:spPr>
      </p:pic>
      <p:pic>
        <p:nvPicPr>
          <p:cNvPr id="160" name="图片 159">
            <a:extLst>
              <a:ext uri="{FF2B5EF4-FFF2-40B4-BE49-F238E27FC236}">
                <a16:creationId xmlns:a16="http://schemas.microsoft.com/office/drawing/2014/main" id="{3E5E521F-77C1-6E41-923B-DAA56EA8B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5840" y="1922927"/>
            <a:ext cx="71844" cy="72407"/>
          </a:xfrm>
          <a:prstGeom prst="rect">
            <a:avLst/>
          </a:prstGeom>
          <a:ln w="6350">
            <a:noFill/>
          </a:ln>
        </p:spPr>
      </p:pic>
      <p:pic>
        <p:nvPicPr>
          <p:cNvPr id="161" name="图片 160">
            <a:extLst>
              <a:ext uri="{FF2B5EF4-FFF2-40B4-BE49-F238E27FC236}">
                <a16:creationId xmlns:a16="http://schemas.microsoft.com/office/drawing/2014/main" id="{CE429C25-BA55-B447-8020-77CAA66560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5548" y="2058578"/>
            <a:ext cx="71844" cy="72407"/>
          </a:xfrm>
          <a:prstGeom prst="rect">
            <a:avLst/>
          </a:prstGeom>
          <a:ln w="6350">
            <a:noFill/>
          </a:ln>
        </p:spPr>
      </p:pic>
      <p:pic>
        <p:nvPicPr>
          <p:cNvPr id="162" name="图片 161">
            <a:extLst>
              <a:ext uri="{FF2B5EF4-FFF2-40B4-BE49-F238E27FC236}">
                <a16:creationId xmlns:a16="http://schemas.microsoft.com/office/drawing/2014/main" id="{178CF57C-84C3-A847-8FD6-5EC38D913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52803" y="1511480"/>
            <a:ext cx="53853" cy="45602"/>
          </a:xfrm>
          <a:prstGeom prst="rect">
            <a:avLst/>
          </a:prstGeom>
          <a:ln w="6350">
            <a:noFill/>
          </a:ln>
        </p:spPr>
      </p:pic>
      <p:pic>
        <p:nvPicPr>
          <p:cNvPr id="163" name="图片 162">
            <a:extLst>
              <a:ext uri="{FF2B5EF4-FFF2-40B4-BE49-F238E27FC236}">
                <a16:creationId xmlns:a16="http://schemas.microsoft.com/office/drawing/2014/main" id="{A9CE693D-5D56-A943-ACBC-41BF132546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2803" y="1649190"/>
            <a:ext cx="53853" cy="44682"/>
          </a:xfrm>
          <a:prstGeom prst="rect">
            <a:avLst/>
          </a:prstGeom>
          <a:ln w="6350">
            <a:noFill/>
          </a:ln>
        </p:spPr>
      </p:pic>
      <p:pic>
        <p:nvPicPr>
          <p:cNvPr id="164" name="图片 163">
            <a:extLst>
              <a:ext uri="{FF2B5EF4-FFF2-40B4-BE49-F238E27FC236}">
                <a16:creationId xmlns:a16="http://schemas.microsoft.com/office/drawing/2014/main" id="{50907C4D-979E-A843-A361-5ACB2A5F6E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8053" y="1799900"/>
            <a:ext cx="53853" cy="44339"/>
          </a:xfrm>
          <a:prstGeom prst="rect">
            <a:avLst/>
          </a:prstGeom>
          <a:ln w="6350">
            <a:noFill/>
          </a:ln>
        </p:spPr>
      </p:pic>
      <p:pic>
        <p:nvPicPr>
          <p:cNvPr id="165" name="图片 164">
            <a:extLst>
              <a:ext uri="{FF2B5EF4-FFF2-40B4-BE49-F238E27FC236}">
                <a16:creationId xmlns:a16="http://schemas.microsoft.com/office/drawing/2014/main" id="{87628BCB-F6FF-6D44-BDBF-B2A59B6A6A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48053" y="1936346"/>
            <a:ext cx="53853" cy="43800"/>
          </a:xfrm>
          <a:prstGeom prst="rect">
            <a:avLst/>
          </a:prstGeom>
          <a:ln w="6350">
            <a:noFill/>
          </a:ln>
        </p:spPr>
      </p:pic>
      <p:pic>
        <p:nvPicPr>
          <p:cNvPr id="166" name="图片 165">
            <a:extLst>
              <a:ext uri="{FF2B5EF4-FFF2-40B4-BE49-F238E27FC236}">
                <a16:creationId xmlns:a16="http://schemas.microsoft.com/office/drawing/2014/main" id="{A0279C8E-B136-F748-AF59-0F05E7C217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48052" y="2072254"/>
            <a:ext cx="53853" cy="44682"/>
          </a:xfrm>
          <a:prstGeom prst="rect">
            <a:avLst/>
          </a:prstGeom>
          <a:ln w="6350">
            <a:noFill/>
          </a:ln>
        </p:spPr>
      </p:pic>
      <p:sp>
        <p:nvSpPr>
          <p:cNvPr id="167" name="任意形状 166">
            <a:extLst>
              <a:ext uri="{FF2B5EF4-FFF2-40B4-BE49-F238E27FC236}">
                <a16:creationId xmlns:a16="http://schemas.microsoft.com/office/drawing/2014/main" id="{9B27348F-626E-6940-9184-ABCD644D5C4C}"/>
              </a:ext>
            </a:extLst>
          </p:cNvPr>
          <p:cNvSpPr/>
          <p:nvPr/>
        </p:nvSpPr>
        <p:spPr>
          <a:xfrm>
            <a:off x="10555163" y="1747029"/>
            <a:ext cx="362703" cy="99435"/>
          </a:xfrm>
          <a:custGeom>
            <a:avLst/>
            <a:gdLst>
              <a:gd name="connsiteX0" fmla="*/ 0 w 1011936"/>
              <a:gd name="connsiteY0" fmla="*/ 182891 h 292630"/>
              <a:gd name="connsiteX1" fmla="*/ 60960 w 1011936"/>
              <a:gd name="connsiteY1" fmla="*/ 12203 h 292630"/>
              <a:gd name="connsiteX2" fmla="*/ 134112 w 1011936"/>
              <a:gd name="connsiteY2" fmla="*/ 292619 h 292630"/>
              <a:gd name="connsiteX3" fmla="*/ 219456 w 1011936"/>
              <a:gd name="connsiteY3" fmla="*/ 11 h 292630"/>
              <a:gd name="connsiteX4" fmla="*/ 304800 w 1011936"/>
              <a:gd name="connsiteY4" fmla="*/ 280427 h 292630"/>
              <a:gd name="connsiteX5" fmla="*/ 402336 w 1011936"/>
              <a:gd name="connsiteY5" fmla="*/ 11 h 292630"/>
              <a:gd name="connsiteX6" fmla="*/ 487680 w 1011936"/>
              <a:gd name="connsiteY6" fmla="*/ 268235 h 292630"/>
              <a:gd name="connsiteX7" fmla="*/ 536448 w 1011936"/>
              <a:gd name="connsiteY7" fmla="*/ 12203 h 292630"/>
              <a:gd name="connsiteX8" fmla="*/ 609600 w 1011936"/>
              <a:gd name="connsiteY8" fmla="*/ 256043 h 292630"/>
              <a:gd name="connsiteX9" fmla="*/ 682752 w 1011936"/>
              <a:gd name="connsiteY9" fmla="*/ 12203 h 292630"/>
              <a:gd name="connsiteX10" fmla="*/ 768096 w 1011936"/>
              <a:gd name="connsiteY10" fmla="*/ 256043 h 292630"/>
              <a:gd name="connsiteX11" fmla="*/ 816864 w 1011936"/>
              <a:gd name="connsiteY11" fmla="*/ 12203 h 292630"/>
              <a:gd name="connsiteX12" fmla="*/ 902208 w 1011936"/>
              <a:gd name="connsiteY12" fmla="*/ 243851 h 292630"/>
              <a:gd name="connsiteX13" fmla="*/ 938784 w 1011936"/>
              <a:gd name="connsiteY13" fmla="*/ 24395 h 292630"/>
              <a:gd name="connsiteX14" fmla="*/ 1011936 w 1011936"/>
              <a:gd name="connsiteY14" fmla="*/ 207275 h 292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011936" h="292630">
                <a:moveTo>
                  <a:pt x="0" y="182891"/>
                </a:moveTo>
                <a:cubicBezTo>
                  <a:pt x="19304" y="88403"/>
                  <a:pt x="38608" y="-6085"/>
                  <a:pt x="60960" y="12203"/>
                </a:cubicBezTo>
                <a:cubicBezTo>
                  <a:pt x="83312" y="30491"/>
                  <a:pt x="107696" y="294651"/>
                  <a:pt x="134112" y="292619"/>
                </a:cubicBezTo>
                <a:cubicBezTo>
                  <a:pt x="160528" y="290587"/>
                  <a:pt x="191008" y="2043"/>
                  <a:pt x="219456" y="11"/>
                </a:cubicBezTo>
                <a:cubicBezTo>
                  <a:pt x="247904" y="-2021"/>
                  <a:pt x="274320" y="280427"/>
                  <a:pt x="304800" y="280427"/>
                </a:cubicBezTo>
                <a:cubicBezTo>
                  <a:pt x="335280" y="280427"/>
                  <a:pt x="371856" y="2043"/>
                  <a:pt x="402336" y="11"/>
                </a:cubicBezTo>
                <a:cubicBezTo>
                  <a:pt x="432816" y="-2021"/>
                  <a:pt x="465328" y="266203"/>
                  <a:pt x="487680" y="268235"/>
                </a:cubicBezTo>
                <a:cubicBezTo>
                  <a:pt x="510032" y="270267"/>
                  <a:pt x="516128" y="14235"/>
                  <a:pt x="536448" y="12203"/>
                </a:cubicBezTo>
                <a:cubicBezTo>
                  <a:pt x="556768" y="10171"/>
                  <a:pt x="585216" y="256043"/>
                  <a:pt x="609600" y="256043"/>
                </a:cubicBezTo>
                <a:cubicBezTo>
                  <a:pt x="633984" y="256043"/>
                  <a:pt x="656336" y="12203"/>
                  <a:pt x="682752" y="12203"/>
                </a:cubicBezTo>
                <a:cubicBezTo>
                  <a:pt x="709168" y="12203"/>
                  <a:pt x="745744" y="256043"/>
                  <a:pt x="768096" y="256043"/>
                </a:cubicBezTo>
                <a:cubicBezTo>
                  <a:pt x="790448" y="256043"/>
                  <a:pt x="794512" y="14235"/>
                  <a:pt x="816864" y="12203"/>
                </a:cubicBezTo>
                <a:cubicBezTo>
                  <a:pt x="839216" y="10171"/>
                  <a:pt x="881888" y="241819"/>
                  <a:pt x="902208" y="243851"/>
                </a:cubicBezTo>
                <a:cubicBezTo>
                  <a:pt x="922528" y="245883"/>
                  <a:pt x="920496" y="30491"/>
                  <a:pt x="938784" y="24395"/>
                </a:cubicBezTo>
                <a:cubicBezTo>
                  <a:pt x="957072" y="18299"/>
                  <a:pt x="979424" y="160539"/>
                  <a:pt x="1011936" y="207275"/>
                </a:cubicBez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8" name="圆角矩形 167">
            <a:extLst>
              <a:ext uri="{FF2B5EF4-FFF2-40B4-BE49-F238E27FC236}">
                <a16:creationId xmlns:a16="http://schemas.microsoft.com/office/drawing/2014/main" id="{15614A19-A100-8743-B114-387BF88849FF}"/>
              </a:ext>
            </a:extLst>
          </p:cNvPr>
          <p:cNvSpPr/>
          <p:nvPr/>
        </p:nvSpPr>
        <p:spPr>
          <a:xfrm>
            <a:off x="10803905" y="1934310"/>
            <a:ext cx="841774" cy="19667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边切割数量</a:t>
            </a:r>
          </a:p>
        </p:txBody>
      </p:sp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9D28B753-121F-AD43-AC8A-A99E0204ABD4}"/>
              </a:ext>
            </a:extLst>
          </p:cNvPr>
          <p:cNvGrpSpPr/>
          <p:nvPr/>
        </p:nvGrpSpPr>
        <p:grpSpPr>
          <a:xfrm>
            <a:off x="1977620" y="2451113"/>
            <a:ext cx="936000" cy="397892"/>
            <a:chOff x="1976845" y="3066585"/>
            <a:chExt cx="1146733" cy="507604"/>
          </a:xfrm>
        </p:grpSpPr>
        <p:cxnSp>
          <p:nvCxnSpPr>
            <p:cNvPr id="185" name="直线连接符 184">
              <a:extLst>
                <a:ext uri="{FF2B5EF4-FFF2-40B4-BE49-F238E27FC236}">
                  <a16:creationId xmlns:a16="http://schemas.microsoft.com/office/drawing/2014/main" id="{9F88D710-2FA5-4244-B8B6-E99AB5133F00}"/>
                </a:ext>
              </a:extLst>
            </p:cNvPr>
            <p:cNvCxnSpPr>
              <a:cxnSpLocks/>
            </p:cNvCxnSpPr>
            <p:nvPr/>
          </p:nvCxnSpPr>
          <p:spPr>
            <a:xfrm>
              <a:off x="2106316" y="3511033"/>
              <a:ext cx="1017262" cy="0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直线连接符 169">
              <a:extLst>
                <a:ext uri="{FF2B5EF4-FFF2-40B4-BE49-F238E27FC236}">
                  <a16:creationId xmlns:a16="http://schemas.microsoft.com/office/drawing/2014/main" id="{357D867C-B236-5F48-9DB1-8834930175FA}"/>
                </a:ext>
              </a:extLst>
            </p:cNvPr>
            <p:cNvCxnSpPr>
              <a:cxnSpLocks/>
            </p:cNvCxnSpPr>
            <p:nvPr/>
          </p:nvCxnSpPr>
          <p:spPr>
            <a:xfrm>
              <a:off x="2104850" y="3129947"/>
              <a:ext cx="1017262" cy="0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直线连接符 170">
              <a:extLst>
                <a:ext uri="{FF2B5EF4-FFF2-40B4-BE49-F238E27FC236}">
                  <a16:creationId xmlns:a16="http://schemas.microsoft.com/office/drawing/2014/main" id="{D0086CAB-5839-DE41-8708-C1CA68F632AA}"/>
                </a:ext>
              </a:extLst>
            </p:cNvPr>
            <p:cNvCxnSpPr>
              <a:cxnSpLocks/>
            </p:cNvCxnSpPr>
            <p:nvPr/>
          </p:nvCxnSpPr>
          <p:spPr>
            <a:xfrm>
              <a:off x="2104850" y="3320490"/>
              <a:ext cx="1017262" cy="0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C349E0C1-98E2-D349-8F9E-434FAB7AAB6C}"/>
                </a:ext>
              </a:extLst>
            </p:cNvPr>
            <p:cNvSpPr/>
            <p:nvPr/>
          </p:nvSpPr>
          <p:spPr>
            <a:xfrm>
              <a:off x="2212562" y="3067134"/>
              <a:ext cx="177470" cy="12562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/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7E785C30-C2FE-0147-A62B-F39D9E592D21}"/>
                </a:ext>
              </a:extLst>
            </p:cNvPr>
            <p:cNvSpPr/>
            <p:nvPr/>
          </p:nvSpPr>
          <p:spPr>
            <a:xfrm>
              <a:off x="2515744" y="3067133"/>
              <a:ext cx="177471" cy="3250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/>
            </a:p>
          </p:txBody>
        </p:sp>
        <p:pic>
          <p:nvPicPr>
            <p:cNvPr id="174" name="图片 173">
              <a:extLst>
                <a:ext uri="{FF2B5EF4-FFF2-40B4-BE49-F238E27FC236}">
                  <a16:creationId xmlns:a16="http://schemas.microsoft.com/office/drawing/2014/main" id="{65D5DEC4-CEDA-C845-989F-D3BCB862B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7973" y="3081364"/>
              <a:ext cx="85912" cy="97165"/>
            </a:xfrm>
            <a:prstGeom prst="rect">
              <a:avLst/>
            </a:prstGeom>
          </p:spPr>
        </p:pic>
        <p:pic>
          <p:nvPicPr>
            <p:cNvPr id="175" name="图片 174">
              <a:extLst>
                <a:ext uri="{FF2B5EF4-FFF2-40B4-BE49-F238E27FC236}">
                  <a16:creationId xmlns:a16="http://schemas.microsoft.com/office/drawing/2014/main" id="{C9E7DB44-D3FA-5D49-97FF-1934BD55E7F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6845" y="3264143"/>
              <a:ext cx="85912" cy="97165"/>
            </a:xfrm>
            <a:prstGeom prst="rect">
              <a:avLst/>
            </a:prstGeom>
          </p:spPr>
        </p:pic>
        <p:sp>
          <p:nvSpPr>
            <p:cNvPr id="179" name="矩形 178">
              <a:extLst>
                <a:ext uri="{FF2B5EF4-FFF2-40B4-BE49-F238E27FC236}">
                  <a16:creationId xmlns:a16="http://schemas.microsoft.com/office/drawing/2014/main" id="{D54AE914-DBF6-944C-9DB7-D96917EAA0CE}"/>
                </a:ext>
              </a:extLst>
            </p:cNvPr>
            <p:cNvSpPr/>
            <p:nvPr/>
          </p:nvSpPr>
          <p:spPr>
            <a:xfrm>
              <a:off x="2810078" y="3245417"/>
              <a:ext cx="177471" cy="3250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 dirty="0"/>
            </a:p>
          </p:txBody>
        </p:sp>
        <p:pic>
          <p:nvPicPr>
            <p:cNvPr id="186" name="图片 185">
              <a:extLst>
                <a:ext uri="{FF2B5EF4-FFF2-40B4-BE49-F238E27FC236}">
                  <a16:creationId xmlns:a16="http://schemas.microsoft.com/office/drawing/2014/main" id="{A5E2C837-AE08-4347-B102-5AF52F29C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8312" y="3459917"/>
              <a:ext cx="85912" cy="97165"/>
            </a:xfrm>
            <a:prstGeom prst="rect">
              <a:avLst/>
            </a:prstGeom>
          </p:spPr>
        </p:pic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774EF09E-3517-5941-970B-39579FCE6891}"/>
                </a:ext>
              </a:extLst>
            </p:cNvPr>
            <p:cNvSpPr/>
            <p:nvPr/>
          </p:nvSpPr>
          <p:spPr>
            <a:xfrm>
              <a:off x="2216034" y="3249160"/>
              <a:ext cx="177471" cy="3250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/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14232D45-B014-8242-9C9C-1AEE695624B1}"/>
                </a:ext>
              </a:extLst>
            </p:cNvPr>
            <p:cNvSpPr/>
            <p:nvPr/>
          </p:nvSpPr>
          <p:spPr>
            <a:xfrm>
              <a:off x="2515745" y="3445689"/>
              <a:ext cx="177470" cy="12562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/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A26ED43F-1DE2-A344-BA57-D61C60C2B637}"/>
                </a:ext>
              </a:extLst>
            </p:cNvPr>
            <p:cNvSpPr/>
            <p:nvPr/>
          </p:nvSpPr>
          <p:spPr>
            <a:xfrm>
              <a:off x="2808399" y="3066585"/>
              <a:ext cx="177470" cy="12562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/>
            </a:p>
          </p:txBody>
        </p:sp>
      </p:grpSp>
      <p:grpSp>
        <p:nvGrpSpPr>
          <p:cNvPr id="193" name="组合 192">
            <a:extLst>
              <a:ext uri="{FF2B5EF4-FFF2-40B4-BE49-F238E27FC236}">
                <a16:creationId xmlns:a16="http://schemas.microsoft.com/office/drawing/2014/main" id="{400FBDE8-E082-2141-8683-006C6A31FEDC}"/>
              </a:ext>
            </a:extLst>
          </p:cNvPr>
          <p:cNvGrpSpPr/>
          <p:nvPr/>
        </p:nvGrpSpPr>
        <p:grpSpPr>
          <a:xfrm>
            <a:off x="1977620" y="1415562"/>
            <a:ext cx="936000" cy="397892"/>
            <a:chOff x="1976845" y="3066585"/>
            <a:chExt cx="1146733" cy="507604"/>
          </a:xfrm>
        </p:grpSpPr>
        <p:cxnSp>
          <p:nvCxnSpPr>
            <p:cNvPr id="194" name="直线连接符 193">
              <a:extLst>
                <a:ext uri="{FF2B5EF4-FFF2-40B4-BE49-F238E27FC236}">
                  <a16:creationId xmlns:a16="http://schemas.microsoft.com/office/drawing/2014/main" id="{5573EC39-DDA5-E94A-9CDA-56B41D8486CB}"/>
                </a:ext>
              </a:extLst>
            </p:cNvPr>
            <p:cNvCxnSpPr>
              <a:cxnSpLocks/>
            </p:cNvCxnSpPr>
            <p:nvPr/>
          </p:nvCxnSpPr>
          <p:spPr>
            <a:xfrm>
              <a:off x="2106316" y="3511033"/>
              <a:ext cx="1017262" cy="0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直线连接符 194">
              <a:extLst>
                <a:ext uri="{FF2B5EF4-FFF2-40B4-BE49-F238E27FC236}">
                  <a16:creationId xmlns:a16="http://schemas.microsoft.com/office/drawing/2014/main" id="{5E12120E-DB78-4742-B8BA-E1AC62BA7281}"/>
                </a:ext>
              </a:extLst>
            </p:cNvPr>
            <p:cNvCxnSpPr>
              <a:cxnSpLocks/>
            </p:cNvCxnSpPr>
            <p:nvPr/>
          </p:nvCxnSpPr>
          <p:spPr>
            <a:xfrm>
              <a:off x="2104850" y="3129947"/>
              <a:ext cx="1017262" cy="0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直线连接符 195">
              <a:extLst>
                <a:ext uri="{FF2B5EF4-FFF2-40B4-BE49-F238E27FC236}">
                  <a16:creationId xmlns:a16="http://schemas.microsoft.com/office/drawing/2014/main" id="{46E21214-83DD-F549-BE3A-79DEE553F975}"/>
                </a:ext>
              </a:extLst>
            </p:cNvPr>
            <p:cNvCxnSpPr>
              <a:cxnSpLocks/>
            </p:cNvCxnSpPr>
            <p:nvPr/>
          </p:nvCxnSpPr>
          <p:spPr>
            <a:xfrm>
              <a:off x="2104850" y="3320490"/>
              <a:ext cx="1017262" cy="0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8" name="矩形 197">
              <a:extLst>
                <a:ext uri="{FF2B5EF4-FFF2-40B4-BE49-F238E27FC236}">
                  <a16:creationId xmlns:a16="http://schemas.microsoft.com/office/drawing/2014/main" id="{095A58B6-BE15-4845-B76B-E625F574C077}"/>
                </a:ext>
              </a:extLst>
            </p:cNvPr>
            <p:cNvSpPr/>
            <p:nvPr/>
          </p:nvSpPr>
          <p:spPr>
            <a:xfrm>
              <a:off x="2515744" y="3067134"/>
              <a:ext cx="177470" cy="3250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/>
            </a:p>
          </p:txBody>
        </p:sp>
        <p:pic>
          <p:nvPicPr>
            <p:cNvPr id="199" name="图片 198">
              <a:extLst>
                <a:ext uri="{FF2B5EF4-FFF2-40B4-BE49-F238E27FC236}">
                  <a16:creationId xmlns:a16="http://schemas.microsoft.com/office/drawing/2014/main" id="{7912134F-323C-3349-B8AB-AA76553D2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7973" y="3081364"/>
              <a:ext cx="85912" cy="97165"/>
            </a:xfrm>
            <a:prstGeom prst="rect">
              <a:avLst/>
            </a:prstGeom>
          </p:spPr>
        </p:pic>
        <p:pic>
          <p:nvPicPr>
            <p:cNvPr id="200" name="图片 199">
              <a:extLst>
                <a:ext uri="{FF2B5EF4-FFF2-40B4-BE49-F238E27FC236}">
                  <a16:creationId xmlns:a16="http://schemas.microsoft.com/office/drawing/2014/main" id="{6C74C068-32B6-A24E-A49A-614A89313F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6845" y="3264143"/>
              <a:ext cx="85912" cy="97165"/>
            </a:xfrm>
            <a:prstGeom prst="rect">
              <a:avLst/>
            </a:prstGeom>
          </p:spPr>
        </p:pic>
        <p:sp>
          <p:nvSpPr>
            <p:cNvPr id="201" name="矩形 200">
              <a:extLst>
                <a:ext uri="{FF2B5EF4-FFF2-40B4-BE49-F238E27FC236}">
                  <a16:creationId xmlns:a16="http://schemas.microsoft.com/office/drawing/2014/main" id="{47280ED7-1074-F648-A511-0721FCEEA3C9}"/>
                </a:ext>
              </a:extLst>
            </p:cNvPr>
            <p:cNvSpPr/>
            <p:nvPr/>
          </p:nvSpPr>
          <p:spPr>
            <a:xfrm>
              <a:off x="2810078" y="3245417"/>
              <a:ext cx="177471" cy="3250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 dirty="0"/>
            </a:p>
          </p:txBody>
        </p:sp>
        <p:pic>
          <p:nvPicPr>
            <p:cNvPr id="202" name="图片 201">
              <a:extLst>
                <a:ext uri="{FF2B5EF4-FFF2-40B4-BE49-F238E27FC236}">
                  <a16:creationId xmlns:a16="http://schemas.microsoft.com/office/drawing/2014/main" id="{66B99350-1E63-0A4F-9E4C-211365A91B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8312" y="3459917"/>
              <a:ext cx="85912" cy="97165"/>
            </a:xfrm>
            <a:prstGeom prst="rect">
              <a:avLst/>
            </a:prstGeom>
          </p:spPr>
        </p:pic>
        <p:sp>
          <p:nvSpPr>
            <p:cNvPr id="203" name="矩形 202">
              <a:extLst>
                <a:ext uri="{FF2B5EF4-FFF2-40B4-BE49-F238E27FC236}">
                  <a16:creationId xmlns:a16="http://schemas.microsoft.com/office/drawing/2014/main" id="{61CCAEF5-C5E0-5142-90B7-C88524E4F96A}"/>
                </a:ext>
              </a:extLst>
            </p:cNvPr>
            <p:cNvSpPr/>
            <p:nvPr/>
          </p:nvSpPr>
          <p:spPr>
            <a:xfrm>
              <a:off x="2216034" y="3249160"/>
              <a:ext cx="177471" cy="3250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/>
            </a:p>
          </p:txBody>
        </p:sp>
        <p:sp>
          <p:nvSpPr>
            <p:cNvPr id="205" name="矩形 204">
              <a:extLst>
                <a:ext uri="{FF2B5EF4-FFF2-40B4-BE49-F238E27FC236}">
                  <a16:creationId xmlns:a16="http://schemas.microsoft.com/office/drawing/2014/main" id="{E0F8C4BC-36A2-6449-ADF9-500959D4276F}"/>
                </a:ext>
              </a:extLst>
            </p:cNvPr>
            <p:cNvSpPr/>
            <p:nvPr/>
          </p:nvSpPr>
          <p:spPr>
            <a:xfrm>
              <a:off x="2808399" y="3066585"/>
              <a:ext cx="177470" cy="12562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/>
            </a:p>
          </p:txBody>
        </p:sp>
      </p:grpSp>
      <p:grpSp>
        <p:nvGrpSpPr>
          <p:cNvPr id="206" name="组合 205">
            <a:extLst>
              <a:ext uri="{FF2B5EF4-FFF2-40B4-BE49-F238E27FC236}">
                <a16:creationId xmlns:a16="http://schemas.microsoft.com/office/drawing/2014/main" id="{D1CED8DF-2B33-4541-AA18-6DE75F3B5D76}"/>
              </a:ext>
            </a:extLst>
          </p:cNvPr>
          <p:cNvGrpSpPr/>
          <p:nvPr/>
        </p:nvGrpSpPr>
        <p:grpSpPr>
          <a:xfrm>
            <a:off x="3583697" y="1406913"/>
            <a:ext cx="936000" cy="397892"/>
            <a:chOff x="1976845" y="3066585"/>
            <a:chExt cx="1146733" cy="507604"/>
          </a:xfrm>
        </p:grpSpPr>
        <p:cxnSp>
          <p:nvCxnSpPr>
            <p:cNvPr id="207" name="直线连接符 206">
              <a:extLst>
                <a:ext uri="{FF2B5EF4-FFF2-40B4-BE49-F238E27FC236}">
                  <a16:creationId xmlns:a16="http://schemas.microsoft.com/office/drawing/2014/main" id="{54DE162F-1350-5249-9F19-D8F89EBCC6CB}"/>
                </a:ext>
              </a:extLst>
            </p:cNvPr>
            <p:cNvCxnSpPr>
              <a:cxnSpLocks/>
            </p:cNvCxnSpPr>
            <p:nvPr/>
          </p:nvCxnSpPr>
          <p:spPr>
            <a:xfrm>
              <a:off x="2106316" y="3511033"/>
              <a:ext cx="1017262" cy="0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8" name="直线连接符 207">
              <a:extLst>
                <a:ext uri="{FF2B5EF4-FFF2-40B4-BE49-F238E27FC236}">
                  <a16:creationId xmlns:a16="http://schemas.microsoft.com/office/drawing/2014/main" id="{2182FF5C-9CA1-BA45-8FE7-31BE83CD0332}"/>
                </a:ext>
              </a:extLst>
            </p:cNvPr>
            <p:cNvCxnSpPr>
              <a:cxnSpLocks/>
            </p:cNvCxnSpPr>
            <p:nvPr/>
          </p:nvCxnSpPr>
          <p:spPr>
            <a:xfrm>
              <a:off x="2104850" y="3129947"/>
              <a:ext cx="1017262" cy="0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9" name="直线连接符 208">
              <a:extLst>
                <a:ext uri="{FF2B5EF4-FFF2-40B4-BE49-F238E27FC236}">
                  <a16:creationId xmlns:a16="http://schemas.microsoft.com/office/drawing/2014/main" id="{989D9F52-9A1E-BE43-A73C-72FE3AE5AEB5}"/>
                </a:ext>
              </a:extLst>
            </p:cNvPr>
            <p:cNvCxnSpPr>
              <a:cxnSpLocks/>
            </p:cNvCxnSpPr>
            <p:nvPr/>
          </p:nvCxnSpPr>
          <p:spPr>
            <a:xfrm>
              <a:off x="2104850" y="3320490"/>
              <a:ext cx="1017262" cy="0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0" name="矩形 209">
              <a:extLst>
                <a:ext uri="{FF2B5EF4-FFF2-40B4-BE49-F238E27FC236}">
                  <a16:creationId xmlns:a16="http://schemas.microsoft.com/office/drawing/2014/main" id="{9AC7A86D-AF0F-8745-B6AB-F46F75888824}"/>
                </a:ext>
              </a:extLst>
            </p:cNvPr>
            <p:cNvSpPr/>
            <p:nvPr/>
          </p:nvSpPr>
          <p:spPr>
            <a:xfrm>
              <a:off x="2515744" y="3067134"/>
              <a:ext cx="177470" cy="3250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/>
            </a:p>
          </p:txBody>
        </p:sp>
        <p:pic>
          <p:nvPicPr>
            <p:cNvPr id="211" name="图片 210">
              <a:extLst>
                <a:ext uri="{FF2B5EF4-FFF2-40B4-BE49-F238E27FC236}">
                  <a16:creationId xmlns:a16="http://schemas.microsoft.com/office/drawing/2014/main" id="{DB58AC52-19F4-C540-92A9-BBE6F7673A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7973" y="3081364"/>
              <a:ext cx="85912" cy="97165"/>
            </a:xfrm>
            <a:prstGeom prst="rect">
              <a:avLst/>
            </a:prstGeom>
          </p:spPr>
        </p:pic>
        <p:pic>
          <p:nvPicPr>
            <p:cNvPr id="212" name="图片 211">
              <a:extLst>
                <a:ext uri="{FF2B5EF4-FFF2-40B4-BE49-F238E27FC236}">
                  <a16:creationId xmlns:a16="http://schemas.microsoft.com/office/drawing/2014/main" id="{650AA033-8A45-4E4B-8392-172814523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6845" y="3264143"/>
              <a:ext cx="85912" cy="97165"/>
            </a:xfrm>
            <a:prstGeom prst="rect">
              <a:avLst/>
            </a:prstGeom>
          </p:spPr>
        </p:pic>
        <p:pic>
          <p:nvPicPr>
            <p:cNvPr id="214" name="图片 213">
              <a:extLst>
                <a:ext uri="{FF2B5EF4-FFF2-40B4-BE49-F238E27FC236}">
                  <a16:creationId xmlns:a16="http://schemas.microsoft.com/office/drawing/2014/main" id="{CE1E8D20-D870-1E45-8224-53A06D415E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78312" y="3459917"/>
              <a:ext cx="85912" cy="97165"/>
            </a:xfrm>
            <a:prstGeom prst="rect">
              <a:avLst/>
            </a:prstGeom>
          </p:spPr>
        </p:pic>
        <p:sp>
          <p:nvSpPr>
            <p:cNvPr id="215" name="矩形 214">
              <a:extLst>
                <a:ext uri="{FF2B5EF4-FFF2-40B4-BE49-F238E27FC236}">
                  <a16:creationId xmlns:a16="http://schemas.microsoft.com/office/drawing/2014/main" id="{50B52BC5-4B2F-E249-888C-D85938AFDECD}"/>
                </a:ext>
              </a:extLst>
            </p:cNvPr>
            <p:cNvSpPr/>
            <p:nvPr/>
          </p:nvSpPr>
          <p:spPr>
            <a:xfrm>
              <a:off x="2216034" y="3249160"/>
              <a:ext cx="177471" cy="32502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/>
            </a:p>
          </p:txBody>
        </p:sp>
        <p:sp>
          <p:nvSpPr>
            <p:cNvPr id="216" name="矩形 215">
              <a:extLst>
                <a:ext uri="{FF2B5EF4-FFF2-40B4-BE49-F238E27FC236}">
                  <a16:creationId xmlns:a16="http://schemas.microsoft.com/office/drawing/2014/main" id="{F5D4230F-2716-2C44-95A4-E358C823008D}"/>
                </a:ext>
              </a:extLst>
            </p:cNvPr>
            <p:cNvSpPr/>
            <p:nvPr/>
          </p:nvSpPr>
          <p:spPr>
            <a:xfrm>
              <a:off x="2808399" y="3066585"/>
              <a:ext cx="177470" cy="125626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 dirty="0"/>
            </a:p>
          </p:txBody>
        </p:sp>
      </p:grpSp>
      <p:cxnSp>
        <p:nvCxnSpPr>
          <p:cNvPr id="218" name="直线连接符 217">
            <a:extLst>
              <a:ext uri="{FF2B5EF4-FFF2-40B4-BE49-F238E27FC236}">
                <a16:creationId xmlns:a16="http://schemas.microsoft.com/office/drawing/2014/main" id="{7F927EDC-4D87-474D-8CC7-B9775E1CEBE9}"/>
              </a:ext>
            </a:extLst>
          </p:cNvPr>
          <p:cNvCxnSpPr>
            <a:cxnSpLocks/>
          </p:cNvCxnSpPr>
          <p:nvPr/>
        </p:nvCxnSpPr>
        <p:spPr>
          <a:xfrm>
            <a:off x="3689375" y="2802439"/>
            <a:ext cx="83032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9" name="直线连接符 218">
            <a:extLst>
              <a:ext uri="{FF2B5EF4-FFF2-40B4-BE49-F238E27FC236}">
                <a16:creationId xmlns:a16="http://schemas.microsoft.com/office/drawing/2014/main" id="{CBF9617A-1665-2645-9696-489C0DA8471E}"/>
              </a:ext>
            </a:extLst>
          </p:cNvPr>
          <p:cNvCxnSpPr>
            <a:cxnSpLocks/>
          </p:cNvCxnSpPr>
          <p:nvPr/>
        </p:nvCxnSpPr>
        <p:spPr>
          <a:xfrm>
            <a:off x="3688179" y="2503719"/>
            <a:ext cx="83032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2" name="图片 221">
            <a:extLst>
              <a:ext uri="{FF2B5EF4-FFF2-40B4-BE49-F238E27FC236}">
                <a16:creationId xmlns:a16="http://schemas.microsoft.com/office/drawing/2014/main" id="{0732BC9B-BBD7-7B42-B632-8D074650EC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618" y="2465637"/>
            <a:ext cx="70124" cy="76164"/>
          </a:xfrm>
          <a:prstGeom prst="rect">
            <a:avLst/>
          </a:prstGeom>
        </p:spPr>
      </p:pic>
      <p:pic>
        <p:nvPicPr>
          <p:cNvPr id="223" name="图片 222">
            <a:extLst>
              <a:ext uri="{FF2B5EF4-FFF2-40B4-BE49-F238E27FC236}">
                <a16:creationId xmlns:a16="http://schemas.microsoft.com/office/drawing/2014/main" id="{D6BCEA19-4D57-5346-9F96-4D80C1FAE3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3697" y="2608911"/>
            <a:ext cx="70124" cy="76164"/>
          </a:xfrm>
          <a:prstGeom prst="rect">
            <a:avLst/>
          </a:prstGeom>
        </p:spPr>
      </p:pic>
      <p:sp>
        <p:nvSpPr>
          <p:cNvPr id="224" name="矩形 223">
            <a:extLst>
              <a:ext uri="{FF2B5EF4-FFF2-40B4-BE49-F238E27FC236}">
                <a16:creationId xmlns:a16="http://schemas.microsoft.com/office/drawing/2014/main" id="{BA82966D-CF67-5A4E-B081-A0151996BF10}"/>
              </a:ext>
            </a:extLst>
          </p:cNvPr>
          <p:cNvSpPr/>
          <p:nvPr/>
        </p:nvSpPr>
        <p:spPr>
          <a:xfrm>
            <a:off x="4263808" y="2454482"/>
            <a:ext cx="144857" cy="39746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 dirty="0"/>
          </a:p>
        </p:txBody>
      </p:sp>
      <p:pic>
        <p:nvPicPr>
          <p:cNvPr id="225" name="图片 224">
            <a:extLst>
              <a:ext uri="{FF2B5EF4-FFF2-40B4-BE49-F238E27FC236}">
                <a16:creationId xmlns:a16="http://schemas.microsoft.com/office/drawing/2014/main" id="{2D0447DB-88E7-D040-979D-853C7B3B9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894" y="2762371"/>
            <a:ext cx="70124" cy="76164"/>
          </a:xfrm>
          <a:prstGeom prst="rect">
            <a:avLst/>
          </a:prstGeom>
        </p:spPr>
      </p:pic>
      <p:sp>
        <p:nvSpPr>
          <p:cNvPr id="228" name="矩形 227">
            <a:extLst>
              <a:ext uri="{FF2B5EF4-FFF2-40B4-BE49-F238E27FC236}">
                <a16:creationId xmlns:a16="http://schemas.microsoft.com/office/drawing/2014/main" id="{96DB1E3D-AAE7-DE40-B1D5-77DBACEEE471}"/>
              </a:ext>
            </a:extLst>
          </p:cNvPr>
          <p:cNvSpPr/>
          <p:nvPr/>
        </p:nvSpPr>
        <p:spPr>
          <a:xfrm>
            <a:off x="4023992" y="2753633"/>
            <a:ext cx="144000" cy="9847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68" name="圆角矩形 67">
            <a:extLst>
              <a:ext uri="{FF2B5EF4-FFF2-40B4-BE49-F238E27FC236}">
                <a16:creationId xmlns:a16="http://schemas.microsoft.com/office/drawing/2014/main" id="{3FD6A271-EC63-1448-81E2-B5F0371CD7D5}"/>
              </a:ext>
            </a:extLst>
          </p:cNvPr>
          <p:cNvSpPr/>
          <p:nvPr/>
        </p:nvSpPr>
        <p:spPr>
          <a:xfrm>
            <a:off x="5230033" y="860421"/>
            <a:ext cx="6441684" cy="1316249"/>
          </a:xfrm>
          <a:prstGeom prst="roundRect">
            <a:avLst>
              <a:gd name="adj" fmla="val 9773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9" name="圆角矩形 228">
            <a:extLst>
              <a:ext uri="{FF2B5EF4-FFF2-40B4-BE49-F238E27FC236}">
                <a16:creationId xmlns:a16="http://schemas.microsoft.com/office/drawing/2014/main" id="{2FED159B-1A25-8344-8DEC-E306F22083B6}"/>
              </a:ext>
            </a:extLst>
          </p:cNvPr>
          <p:cNvSpPr/>
          <p:nvPr/>
        </p:nvSpPr>
        <p:spPr>
          <a:xfrm>
            <a:off x="5880781" y="1436754"/>
            <a:ext cx="1113755" cy="1544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</a:rPr>
              <a:t>EPR</a:t>
            </a:r>
            <a:r>
              <a:rPr kumimoji="1" lang="zh-CN" altLang="en-US" sz="1000" dirty="0">
                <a:solidFill>
                  <a:schemeClr val="tx1"/>
                </a:solidFill>
              </a:rPr>
              <a:t>纠缠对数量</a:t>
            </a:r>
          </a:p>
        </p:txBody>
      </p:sp>
      <p:cxnSp>
        <p:nvCxnSpPr>
          <p:cNvPr id="231" name="直线连接符 230">
            <a:extLst>
              <a:ext uri="{FF2B5EF4-FFF2-40B4-BE49-F238E27FC236}">
                <a16:creationId xmlns:a16="http://schemas.microsoft.com/office/drawing/2014/main" id="{0C95F716-D615-584F-B2CD-5AEED56271EC}"/>
              </a:ext>
            </a:extLst>
          </p:cNvPr>
          <p:cNvCxnSpPr>
            <a:cxnSpLocks/>
          </p:cNvCxnSpPr>
          <p:nvPr/>
        </p:nvCxnSpPr>
        <p:spPr>
          <a:xfrm flipV="1">
            <a:off x="4437522" y="2247621"/>
            <a:ext cx="938578" cy="7303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线连接符 233">
            <a:extLst>
              <a:ext uri="{FF2B5EF4-FFF2-40B4-BE49-F238E27FC236}">
                <a16:creationId xmlns:a16="http://schemas.microsoft.com/office/drawing/2014/main" id="{69C5F154-F719-5E47-80C6-3BCA17757E50}"/>
              </a:ext>
            </a:extLst>
          </p:cNvPr>
          <p:cNvCxnSpPr>
            <a:cxnSpLocks/>
          </p:cNvCxnSpPr>
          <p:nvPr/>
        </p:nvCxnSpPr>
        <p:spPr>
          <a:xfrm>
            <a:off x="4437522" y="2977205"/>
            <a:ext cx="823916" cy="740046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圆角矩形 239">
            <a:extLst>
              <a:ext uri="{FF2B5EF4-FFF2-40B4-BE49-F238E27FC236}">
                <a16:creationId xmlns:a16="http://schemas.microsoft.com/office/drawing/2014/main" id="{14267B01-4FE8-E74F-8838-F402315D115D}"/>
              </a:ext>
            </a:extLst>
          </p:cNvPr>
          <p:cNvSpPr/>
          <p:nvPr/>
        </p:nvSpPr>
        <p:spPr>
          <a:xfrm>
            <a:off x="5230033" y="2247620"/>
            <a:ext cx="6441684" cy="1542670"/>
          </a:xfrm>
          <a:prstGeom prst="roundRect">
            <a:avLst>
              <a:gd name="adj" fmla="val 9773"/>
            </a:avLst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5" name="直线连接符 244">
            <a:extLst>
              <a:ext uri="{FF2B5EF4-FFF2-40B4-BE49-F238E27FC236}">
                <a16:creationId xmlns:a16="http://schemas.microsoft.com/office/drawing/2014/main" id="{842F8F35-D259-2A4B-AEFC-89F67FE28D4F}"/>
              </a:ext>
            </a:extLst>
          </p:cNvPr>
          <p:cNvCxnSpPr>
            <a:cxnSpLocks/>
          </p:cNvCxnSpPr>
          <p:nvPr/>
        </p:nvCxnSpPr>
        <p:spPr>
          <a:xfrm>
            <a:off x="5576128" y="3273710"/>
            <a:ext cx="1549964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6" name="矩形 245">
            <a:extLst>
              <a:ext uri="{FF2B5EF4-FFF2-40B4-BE49-F238E27FC236}">
                <a16:creationId xmlns:a16="http://schemas.microsoft.com/office/drawing/2014/main" id="{5F71EC8C-8D33-234D-A17D-08228207261D}"/>
              </a:ext>
            </a:extLst>
          </p:cNvPr>
          <p:cNvSpPr/>
          <p:nvPr/>
        </p:nvSpPr>
        <p:spPr>
          <a:xfrm>
            <a:off x="6202192" y="2886133"/>
            <a:ext cx="270404" cy="497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pic>
        <p:nvPicPr>
          <p:cNvPr id="247" name="图片 246">
            <a:extLst>
              <a:ext uri="{FF2B5EF4-FFF2-40B4-BE49-F238E27FC236}">
                <a16:creationId xmlns:a16="http://schemas.microsoft.com/office/drawing/2014/main" id="{3E00EA88-9001-B843-BF11-03C53DC46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811" y="2907902"/>
            <a:ext cx="130901" cy="148640"/>
          </a:xfrm>
          <a:prstGeom prst="rect">
            <a:avLst/>
          </a:prstGeom>
        </p:spPr>
      </p:pic>
      <p:pic>
        <p:nvPicPr>
          <p:cNvPr id="248" name="图片 247">
            <a:extLst>
              <a:ext uri="{FF2B5EF4-FFF2-40B4-BE49-F238E27FC236}">
                <a16:creationId xmlns:a16="http://schemas.microsoft.com/office/drawing/2014/main" id="{5984C263-2FF4-5649-9D71-FFC5DA27D1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1092" y="3187512"/>
            <a:ext cx="130901" cy="148640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F48E55BC-AA88-D246-8E30-C57F91331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3327" y="3487002"/>
            <a:ext cx="130901" cy="148640"/>
          </a:xfrm>
          <a:prstGeom prst="rect">
            <a:avLst/>
          </a:prstGeom>
        </p:spPr>
      </p:pic>
      <p:sp>
        <p:nvSpPr>
          <p:cNvPr id="251" name="矩形 250">
            <a:extLst>
              <a:ext uri="{FF2B5EF4-FFF2-40B4-BE49-F238E27FC236}">
                <a16:creationId xmlns:a16="http://schemas.microsoft.com/office/drawing/2014/main" id="{98E75886-1D4B-8D41-A213-8A4FCE1732CC}"/>
              </a:ext>
            </a:extLst>
          </p:cNvPr>
          <p:cNvSpPr/>
          <p:nvPr/>
        </p:nvSpPr>
        <p:spPr>
          <a:xfrm>
            <a:off x="5745535" y="3164592"/>
            <a:ext cx="270406" cy="497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F1DE2826-81C3-234A-9A78-D84040AEDDE3}"/>
              </a:ext>
            </a:extLst>
          </p:cNvPr>
          <p:cNvSpPr/>
          <p:nvPr/>
        </p:nvSpPr>
        <p:spPr>
          <a:xfrm>
            <a:off x="6210240" y="3493137"/>
            <a:ext cx="268805" cy="19217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cxnSp>
        <p:nvCxnSpPr>
          <p:cNvPr id="255" name="直线连接符 254">
            <a:extLst>
              <a:ext uri="{FF2B5EF4-FFF2-40B4-BE49-F238E27FC236}">
                <a16:creationId xmlns:a16="http://schemas.microsoft.com/office/drawing/2014/main" id="{B504E83D-5825-9049-8024-FAC5C09E3A3F}"/>
              </a:ext>
            </a:extLst>
          </p:cNvPr>
          <p:cNvCxnSpPr>
            <a:cxnSpLocks/>
          </p:cNvCxnSpPr>
          <p:nvPr/>
        </p:nvCxnSpPr>
        <p:spPr>
          <a:xfrm>
            <a:off x="7372825" y="3560205"/>
            <a:ext cx="1549964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6" name="直线连接符 255">
            <a:extLst>
              <a:ext uri="{FF2B5EF4-FFF2-40B4-BE49-F238E27FC236}">
                <a16:creationId xmlns:a16="http://schemas.microsoft.com/office/drawing/2014/main" id="{FCF30960-D0AE-A545-AAD3-ACB382B76EC2}"/>
              </a:ext>
            </a:extLst>
          </p:cNvPr>
          <p:cNvCxnSpPr>
            <a:cxnSpLocks/>
          </p:cNvCxnSpPr>
          <p:nvPr/>
        </p:nvCxnSpPr>
        <p:spPr>
          <a:xfrm>
            <a:off x="7370591" y="2977230"/>
            <a:ext cx="1549964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5" name="矩形 264">
            <a:extLst>
              <a:ext uri="{FF2B5EF4-FFF2-40B4-BE49-F238E27FC236}">
                <a16:creationId xmlns:a16="http://schemas.microsoft.com/office/drawing/2014/main" id="{B9A59598-7799-E84C-8298-0D9C3E997905}"/>
              </a:ext>
            </a:extLst>
          </p:cNvPr>
          <p:cNvSpPr/>
          <p:nvPr/>
        </p:nvSpPr>
        <p:spPr>
          <a:xfrm>
            <a:off x="8006494" y="3463274"/>
            <a:ext cx="268805" cy="19217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 dirty="0"/>
          </a:p>
        </p:txBody>
      </p:sp>
      <p:cxnSp>
        <p:nvCxnSpPr>
          <p:cNvPr id="267" name="直线连接符 266">
            <a:extLst>
              <a:ext uri="{FF2B5EF4-FFF2-40B4-BE49-F238E27FC236}">
                <a16:creationId xmlns:a16="http://schemas.microsoft.com/office/drawing/2014/main" id="{2BD1D436-5DBD-3D4C-A0D2-54CB0C74A1C9}"/>
              </a:ext>
            </a:extLst>
          </p:cNvPr>
          <p:cNvCxnSpPr>
            <a:cxnSpLocks/>
          </p:cNvCxnSpPr>
          <p:nvPr/>
        </p:nvCxnSpPr>
        <p:spPr>
          <a:xfrm>
            <a:off x="9115561" y="2960879"/>
            <a:ext cx="1549964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8" name="直线连接符 267">
            <a:extLst>
              <a:ext uri="{FF2B5EF4-FFF2-40B4-BE49-F238E27FC236}">
                <a16:creationId xmlns:a16="http://schemas.microsoft.com/office/drawing/2014/main" id="{D483CC48-16EA-C74F-91B9-004164DEDD3B}"/>
              </a:ext>
            </a:extLst>
          </p:cNvPr>
          <p:cNvCxnSpPr>
            <a:cxnSpLocks/>
          </p:cNvCxnSpPr>
          <p:nvPr/>
        </p:nvCxnSpPr>
        <p:spPr>
          <a:xfrm>
            <a:off x="9115561" y="3252366"/>
            <a:ext cx="1549964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9" name="矩形 268">
            <a:extLst>
              <a:ext uri="{FF2B5EF4-FFF2-40B4-BE49-F238E27FC236}">
                <a16:creationId xmlns:a16="http://schemas.microsoft.com/office/drawing/2014/main" id="{1F1815AE-6F2B-0C45-861C-9BFF637FACC4}"/>
              </a:ext>
            </a:extLst>
          </p:cNvPr>
          <p:cNvSpPr/>
          <p:nvPr/>
        </p:nvSpPr>
        <p:spPr>
          <a:xfrm>
            <a:off x="9741625" y="2864789"/>
            <a:ext cx="270404" cy="497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1" lang="zh-CN" altLang="en-US" sz="18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E3DE3B28-90D5-4946-A36B-5FBB4CAA2AC7}"/>
              </a:ext>
            </a:extLst>
          </p:cNvPr>
          <p:cNvSpPr/>
          <p:nvPr/>
        </p:nvSpPr>
        <p:spPr>
          <a:xfrm>
            <a:off x="9284968" y="3143248"/>
            <a:ext cx="270406" cy="497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1" lang="zh-CN" altLang="en-US" sz="18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4" name="椭圆 273">
            <a:extLst>
              <a:ext uri="{FF2B5EF4-FFF2-40B4-BE49-F238E27FC236}">
                <a16:creationId xmlns:a16="http://schemas.microsoft.com/office/drawing/2014/main" id="{69F5BBB1-AD44-E042-A329-EDADE659BFCD}"/>
              </a:ext>
            </a:extLst>
          </p:cNvPr>
          <p:cNvSpPr/>
          <p:nvPr/>
        </p:nvSpPr>
        <p:spPr>
          <a:xfrm>
            <a:off x="7305155" y="2880300"/>
            <a:ext cx="167640" cy="175828"/>
          </a:xfrm>
          <a:prstGeom prst="ellipse">
            <a:avLst/>
          </a:prstGeom>
          <a:solidFill>
            <a:srgbClr val="F9F9F8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5" name="椭圆 274">
            <a:extLst>
              <a:ext uri="{FF2B5EF4-FFF2-40B4-BE49-F238E27FC236}">
                <a16:creationId xmlns:a16="http://schemas.microsoft.com/office/drawing/2014/main" id="{C42BAD4E-E64C-5F40-B3A8-B6D3AE2E17CE}"/>
              </a:ext>
            </a:extLst>
          </p:cNvPr>
          <p:cNvSpPr/>
          <p:nvPr/>
        </p:nvSpPr>
        <p:spPr>
          <a:xfrm>
            <a:off x="7305155" y="3171787"/>
            <a:ext cx="167640" cy="175828"/>
          </a:xfrm>
          <a:prstGeom prst="ellipse">
            <a:avLst/>
          </a:prstGeom>
          <a:solidFill>
            <a:srgbClr val="F9F9F8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6" name="椭圆 275">
            <a:extLst>
              <a:ext uri="{FF2B5EF4-FFF2-40B4-BE49-F238E27FC236}">
                <a16:creationId xmlns:a16="http://schemas.microsoft.com/office/drawing/2014/main" id="{B3040683-59F9-3148-9CE7-3B89CD795E55}"/>
              </a:ext>
            </a:extLst>
          </p:cNvPr>
          <p:cNvSpPr/>
          <p:nvPr/>
        </p:nvSpPr>
        <p:spPr>
          <a:xfrm>
            <a:off x="7305155" y="3463274"/>
            <a:ext cx="167640" cy="175828"/>
          </a:xfrm>
          <a:prstGeom prst="ellipse">
            <a:avLst/>
          </a:prstGeom>
          <a:solidFill>
            <a:srgbClr val="F9F9F8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78" name="直线箭头连接符 277">
            <a:extLst>
              <a:ext uri="{FF2B5EF4-FFF2-40B4-BE49-F238E27FC236}">
                <a16:creationId xmlns:a16="http://schemas.microsoft.com/office/drawing/2014/main" id="{7B83F292-47BF-A043-B132-A398A4E012D2}"/>
              </a:ext>
            </a:extLst>
          </p:cNvPr>
          <p:cNvCxnSpPr/>
          <p:nvPr/>
        </p:nvCxnSpPr>
        <p:spPr>
          <a:xfrm>
            <a:off x="7469707" y="2816637"/>
            <a:ext cx="1408622" cy="0"/>
          </a:xfrm>
          <a:prstGeom prst="straightConnector1">
            <a:avLst/>
          </a:prstGeom>
          <a:ln w="190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5000">
                  <a:schemeClr val="accent1">
                    <a:lumMod val="60000"/>
                    <a:lumOff val="40000"/>
                  </a:schemeClr>
                </a:gs>
                <a:gs pos="90000">
                  <a:schemeClr val="accent1">
                    <a:lumMod val="75000"/>
                  </a:schemeClr>
                </a:gs>
              </a:gsLst>
              <a:lin ang="0" scaled="0"/>
            </a:gra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9" name="矩形 278">
            <a:extLst>
              <a:ext uri="{FF2B5EF4-FFF2-40B4-BE49-F238E27FC236}">
                <a16:creationId xmlns:a16="http://schemas.microsoft.com/office/drawing/2014/main" id="{E052B327-F61B-BB4A-B211-6F33905FF4BB}"/>
              </a:ext>
            </a:extLst>
          </p:cNvPr>
          <p:cNvSpPr/>
          <p:nvPr/>
        </p:nvSpPr>
        <p:spPr>
          <a:xfrm>
            <a:off x="7625673" y="2582073"/>
            <a:ext cx="1113332" cy="219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模块保真度相乘</a:t>
            </a:r>
          </a:p>
        </p:txBody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CD077AF6-B9D8-5A49-A924-1086B0AEF928}"/>
              </a:ext>
            </a:extLst>
          </p:cNvPr>
          <p:cNvSpPr/>
          <p:nvPr/>
        </p:nvSpPr>
        <p:spPr>
          <a:xfrm>
            <a:off x="9244503" y="2588636"/>
            <a:ext cx="1279143" cy="219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最长时间权重路径</a:t>
            </a:r>
          </a:p>
        </p:txBody>
      </p:sp>
      <p:cxnSp>
        <p:nvCxnSpPr>
          <p:cNvPr id="285" name="直线箭头连接符 284">
            <a:extLst>
              <a:ext uri="{FF2B5EF4-FFF2-40B4-BE49-F238E27FC236}">
                <a16:creationId xmlns:a16="http://schemas.microsoft.com/office/drawing/2014/main" id="{148F552A-F3FC-5446-9FCC-FF89A550A66C}"/>
              </a:ext>
            </a:extLst>
          </p:cNvPr>
          <p:cNvCxnSpPr/>
          <p:nvPr/>
        </p:nvCxnSpPr>
        <p:spPr>
          <a:xfrm>
            <a:off x="10729458" y="3238618"/>
            <a:ext cx="18542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矩形 285">
            <a:extLst>
              <a:ext uri="{FF2B5EF4-FFF2-40B4-BE49-F238E27FC236}">
                <a16:creationId xmlns:a16="http://schemas.microsoft.com/office/drawing/2014/main" id="{F14F077A-1C0F-8145-A3AE-96E87ABC6F3F}"/>
              </a:ext>
            </a:extLst>
          </p:cNvPr>
          <p:cNvSpPr/>
          <p:nvPr/>
        </p:nvSpPr>
        <p:spPr>
          <a:xfrm>
            <a:off x="10894727" y="2578579"/>
            <a:ext cx="747972" cy="219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电路拓扑</a:t>
            </a:r>
          </a:p>
        </p:txBody>
      </p:sp>
      <p:sp>
        <p:nvSpPr>
          <p:cNvPr id="287" name="椭圆 286">
            <a:extLst>
              <a:ext uri="{FF2B5EF4-FFF2-40B4-BE49-F238E27FC236}">
                <a16:creationId xmlns:a16="http://schemas.microsoft.com/office/drawing/2014/main" id="{9D8CDC23-B856-934F-B962-0817E3DCD315}"/>
              </a:ext>
            </a:extLst>
          </p:cNvPr>
          <p:cNvSpPr/>
          <p:nvPr/>
        </p:nvSpPr>
        <p:spPr>
          <a:xfrm>
            <a:off x="11162292" y="2863949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288" name="椭圆 287">
            <a:extLst>
              <a:ext uri="{FF2B5EF4-FFF2-40B4-BE49-F238E27FC236}">
                <a16:creationId xmlns:a16="http://schemas.microsoft.com/office/drawing/2014/main" id="{77EEEEFA-7772-084F-BAAE-5337154F384C}"/>
              </a:ext>
            </a:extLst>
          </p:cNvPr>
          <p:cNvSpPr/>
          <p:nvPr/>
        </p:nvSpPr>
        <p:spPr>
          <a:xfrm>
            <a:off x="11162292" y="3153873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289" name="椭圆 288">
            <a:extLst>
              <a:ext uri="{FF2B5EF4-FFF2-40B4-BE49-F238E27FC236}">
                <a16:creationId xmlns:a16="http://schemas.microsoft.com/office/drawing/2014/main" id="{E9F512C1-5FE4-5F44-A502-9E54E039B51A}"/>
              </a:ext>
            </a:extLst>
          </p:cNvPr>
          <p:cNvSpPr/>
          <p:nvPr/>
        </p:nvSpPr>
        <p:spPr>
          <a:xfrm>
            <a:off x="11160820" y="3443797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cxnSp>
        <p:nvCxnSpPr>
          <p:cNvPr id="294" name="直线箭头连接符 293">
            <a:extLst>
              <a:ext uri="{FF2B5EF4-FFF2-40B4-BE49-F238E27FC236}">
                <a16:creationId xmlns:a16="http://schemas.microsoft.com/office/drawing/2014/main" id="{63A05E7A-E7A1-3043-B08D-9424ECE3A451}"/>
              </a:ext>
            </a:extLst>
          </p:cNvPr>
          <p:cNvCxnSpPr>
            <a:cxnSpLocks/>
            <a:stCxn id="24" idx="4"/>
            <a:endCxn id="18" idx="0"/>
          </p:cNvCxnSpPr>
          <p:nvPr/>
        </p:nvCxnSpPr>
        <p:spPr>
          <a:xfrm>
            <a:off x="2810086" y="4374943"/>
            <a:ext cx="0" cy="403568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直线箭头连接符 296">
            <a:extLst>
              <a:ext uri="{FF2B5EF4-FFF2-40B4-BE49-F238E27FC236}">
                <a16:creationId xmlns:a16="http://schemas.microsoft.com/office/drawing/2014/main" id="{B2BD8CB3-EFCD-F34A-8452-BC435F1556A5}"/>
              </a:ext>
            </a:extLst>
          </p:cNvPr>
          <p:cNvCxnSpPr>
            <a:cxnSpLocks/>
            <a:stCxn id="24" idx="6"/>
            <a:endCxn id="25" idx="2"/>
          </p:cNvCxnSpPr>
          <p:nvPr/>
        </p:nvCxnSpPr>
        <p:spPr>
          <a:xfrm>
            <a:off x="3001846" y="4179797"/>
            <a:ext cx="45169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线箭头连接符 299">
            <a:extLst>
              <a:ext uri="{FF2B5EF4-FFF2-40B4-BE49-F238E27FC236}">
                <a16:creationId xmlns:a16="http://schemas.microsoft.com/office/drawing/2014/main" id="{AF347DED-5116-7047-A774-CFA7A200F364}"/>
              </a:ext>
            </a:extLst>
          </p:cNvPr>
          <p:cNvCxnSpPr>
            <a:cxnSpLocks/>
            <a:stCxn id="25" idx="4"/>
            <a:endCxn id="20" idx="0"/>
          </p:cNvCxnSpPr>
          <p:nvPr/>
        </p:nvCxnSpPr>
        <p:spPr>
          <a:xfrm>
            <a:off x="3645297" y="4374943"/>
            <a:ext cx="0" cy="40356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直线箭头连接符 302">
            <a:extLst>
              <a:ext uri="{FF2B5EF4-FFF2-40B4-BE49-F238E27FC236}">
                <a16:creationId xmlns:a16="http://schemas.microsoft.com/office/drawing/2014/main" id="{F8E3BC2C-7A68-8C44-AD02-C17542281DFB}"/>
              </a:ext>
            </a:extLst>
          </p:cNvPr>
          <p:cNvCxnSpPr>
            <a:cxnSpLocks/>
            <a:stCxn id="22" idx="4"/>
            <a:endCxn id="21" idx="0"/>
          </p:cNvCxnSpPr>
          <p:nvPr/>
        </p:nvCxnSpPr>
        <p:spPr>
          <a:xfrm>
            <a:off x="4480508" y="5168804"/>
            <a:ext cx="1" cy="40356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矩形 305">
            <a:extLst>
              <a:ext uri="{FF2B5EF4-FFF2-40B4-BE49-F238E27FC236}">
                <a16:creationId xmlns:a16="http://schemas.microsoft.com/office/drawing/2014/main" id="{7BEDDCA0-8BC8-7846-8344-7713102A4BC0}"/>
              </a:ext>
            </a:extLst>
          </p:cNvPr>
          <p:cNvSpPr/>
          <p:nvPr/>
        </p:nvSpPr>
        <p:spPr>
          <a:xfrm>
            <a:off x="5817269" y="2588636"/>
            <a:ext cx="1113332" cy="219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电路图</a:t>
            </a:r>
          </a:p>
        </p:txBody>
      </p:sp>
      <p:sp>
        <p:nvSpPr>
          <p:cNvPr id="310" name="文本框 309">
            <a:extLst>
              <a:ext uri="{FF2B5EF4-FFF2-40B4-BE49-F238E27FC236}">
                <a16:creationId xmlns:a16="http://schemas.microsoft.com/office/drawing/2014/main" id="{7910F2AF-EBFB-6B4C-99E4-3A4002C3FB8B}"/>
              </a:ext>
            </a:extLst>
          </p:cNvPr>
          <p:cNvSpPr txBox="1"/>
          <p:nvPr/>
        </p:nvSpPr>
        <p:spPr>
          <a:xfrm>
            <a:off x="7266288" y="2216441"/>
            <a:ext cx="1758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保真度评估</a:t>
            </a:r>
          </a:p>
        </p:txBody>
      </p:sp>
      <p:sp>
        <p:nvSpPr>
          <p:cNvPr id="311" name="文本框 310">
            <a:extLst>
              <a:ext uri="{FF2B5EF4-FFF2-40B4-BE49-F238E27FC236}">
                <a16:creationId xmlns:a16="http://schemas.microsoft.com/office/drawing/2014/main" id="{61E5433B-79C0-354B-995E-83B671C0A7F1}"/>
              </a:ext>
            </a:extLst>
          </p:cNvPr>
          <p:cNvSpPr txBox="1"/>
          <p:nvPr/>
        </p:nvSpPr>
        <p:spPr>
          <a:xfrm>
            <a:off x="9123674" y="2219904"/>
            <a:ext cx="17585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运行时间评估</a:t>
            </a:r>
          </a:p>
        </p:txBody>
      </p:sp>
      <p:cxnSp>
        <p:nvCxnSpPr>
          <p:cNvPr id="320" name="直线箭头连接符 319">
            <a:extLst>
              <a:ext uri="{FF2B5EF4-FFF2-40B4-BE49-F238E27FC236}">
                <a16:creationId xmlns:a16="http://schemas.microsoft.com/office/drawing/2014/main" id="{7813B3A9-07CD-9341-8D9D-F78D53B9A381}"/>
              </a:ext>
            </a:extLst>
          </p:cNvPr>
          <p:cNvCxnSpPr>
            <a:cxnSpLocks/>
            <a:stCxn id="19" idx="6"/>
            <a:endCxn id="21" idx="2"/>
          </p:cNvCxnSpPr>
          <p:nvPr/>
        </p:nvCxnSpPr>
        <p:spPr>
          <a:xfrm>
            <a:off x="3837058" y="5767519"/>
            <a:ext cx="45169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线箭头连接符 322">
            <a:extLst>
              <a:ext uri="{FF2B5EF4-FFF2-40B4-BE49-F238E27FC236}">
                <a16:creationId xmlns:a16="http://schemas.microsoft.com/office/drawing/2014/main" id="{54E839F9-29BB-2B46-9940-D71C77F783D7}"/>
              </a:ext>
            </a:extLst>
          </p:cNvPr>
          <p:cNvCxnSpPr>
            <a:cxnSpLocks/>
            <a:stCxn id="27" idx="4"/>
            <a:endCxn id="22" idx="0"/>
          </p:cNvCxnSpPr>
          <p:nvPr/>
        </p:nvCxnSpPr>
        <p:spPr>
          <a:xfrm>
            <a:off x="4480508" y="4374943"/>
            <a:ext cx="0" cy="403568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直线箭头连接符 325">
            <a:extLst>
              <a:ext uri="{FF2B5EF4-FFF2-40B4-BE49-F238E27FC236}">
                <a16:creationId xmlns:a16="http://schemas.microsoft.com/office/drawing/2014/main" id="{86DD3229-F256-5745-B310-E8120CE913D9}"/>
              </a:ext>
            </a:extLst>
          </p:cNvPr>
          <p:cNvCxnSpPr>
            <a:cxnSpLocks/>
            <a:stCxn id="25" idx="6"/>
            <a:endCxn id="27" idx="2"/>
          </p:cNvCxnSpPr>
          <p:nvPr/>
        </p:nvCxnSpPr>
        <p:spPr>
          <a:xfrm>
            <a:off x="3837057" y="4179797"/>
            <a:ext cx="45169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线箭头连接符 328">
            <a:extLst>
              <a:ext uri="{FF2B5EF4-FFF2-40B4-BE49-F238E27FC236}">
                <a16:creationId xmlns:a16="http://schemas.microsoft.com/office/drawing/2014/main" id="{FE107B8F-8920-6345-9B9D-358F3EEBFEA0}"/>
              </a:ext>
            </a:extLst>
          </p:cNvPr>
          <p:cNvCxnSpPr>
            <a:cxnSpLocks/>
            <a:stCxn id="20" idx="3"/>
            <a:endCxn id="16" idx="7"/>
          </p:cNvCxnSpPr>
          <p:nvPr/>
        </p:nvCxnSpPr>
        <p:spPr>
          <a:xfrm flipH="1">
            <a:off x="2945682" y="5111647"/>
            <a:ext cx="564019" cy="517882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线箭头连接符 331">
            <a:extLst>
              <a:ext uri="{FF2B5EF4-FFF2-40B4-BE49-F238E27FC236}">
                <a16:creationId xmlns:a16="http://schemas.microsoft.com/office/drawing/2014/main" id="{A2972BFE-FC9D-F346-B37C-A57EC5BB5190}"/>
              </a:ext>
            </a:extLst>
          </p:cNvPr>
          <p:cNvCxnSpPr>
            <a:cxnSpLocks/>
            <a:stCxn id="17" idx="4"/>
            <a:endCxn id="5" idx="0"/>
          </p:cNvCxnSpPr>
          <p:nvPr/>
        </p:nvCxnSpPr>
        <p:spPr>
          <a:xfrm>
            <a:off x="1966312" y="5168804"/>
            <a:ext cx="1" cy="40356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线箭头连接符 334">
            <a:extLst>
              <a:ext uri="{FF2B5EF4-FFF2-40B4-BE49-F238E27FC236}">
                <a16:creationId xmlns:a16="http://schemas.microsoft.com/office/drawing/2014/main" id="{A3AF79B4-84EC-7A45-9E72-04B756552B93}"/>
              </a:ext>
            </a:extLst>
          </p:cNvPr>
          <p:cNvCxnSpPr>
            <a:cxnSpLocks/>
            <a:stCxn id="23" idx="4"/>
            <a:endCxn id="17" idx="0"/>
          </p:cNvCxnSpPr>
          <p:nvPr/>
        </p:nvCxnSpPr>
        <p:spPr>
          <a:xfrm>
            <a:off x="1966312" y="4374943"/>
            <a:ext cx="0" cy="40356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线箭头连接符 337">
            <a:extLst>
              <a:ext uri="{FF2B5EF4-FFF2-40B4-BE49-F238E27FC236}">
                <a16:creationId xmlns:a16="http://schemas.microsoft.com/office/drawing/2014/main" id="{E5F2D9A5-E9DE-2649-A164-F025A7023CC4}"/>
              </a:ext>
            </a:extLst>
          </p:cNvPr>
          <p:cNvCxnSpPr>
            <a:cxnSpLocks/>
            <a:stCxn id="16" idx="1"/>
            <a:endCxn id="17" idx="5"/>
          </p:cNvCxnSpPr>
          <p:nvPr/>
        </p:nvCxnSpPr>
        <p:spPr>
          <a:xfrm flipH="1" flipV="1">
            <a:off x="2101907" y="5111647"/>
            <a:ext cx="572584" cy="517882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直线箭头连接符 340">
            <a:extLst>
              <a:ext uri="{FF2B5EF4-FFF2-40B4-BE49-F238E27FC236}">
                <a16:creationId xmlns:a16="http://schemas.microsoft.com/office/drawing/2014/main" id="{0C5800B8-5DD6-DF41-A2C1-A7156C36A98B}"/>
              </a:ext>
            </a:extLst>
          </p:cNvPr>
          <p:cNvCxnSpPr>
            <a:cxnSpLocks/>
          </p:cNvCxnSpPr>
          <p:nvPr/>
        </p:nvCxnSpPr>
        <p:spPr>
          <a:xfrm>
            <a:off x="1932227" y="6175285"/>
            <a:ext cx="451690" cy="0"/>
          </a:xfrm>
          <a:prstGeom prst="straightConnector1">
            <a:avLst/>
          </a:prstGeom>
          <a:ln w="12700">
            <a:solidFill>
              <a:schemeClr val="accent2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" name="文本框 341">
            <a:extLst>
              <a:ext uri="{FF2B5EF4-FFF2-40B4-BE49-F238E27FC236}">
                <a16:creationId xmlns:a16="http://schemas.microsoft.com/office/drawing/2014/main" id="{A6808A34-0CED-734E-A2C7-24A60E7DD4B2}"/>
              </a:ext>
            </a:extLst>
          </p:cNvPr>
          <p:cNvSpPr txBox="1"/>
          <p:nvPr/>
        </p:nvSpPr>
        <p:spPr>
          <a:xfrm>
            <a:off x="2618325" y="5962665"/>
            <a:ext cx="181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经典信息通道</a:t>
            </a:r>
          </a:p>
        </p:txBody>
      </p:sp>
      <p:cxnSp>
        <p:nvCxnSpPr>
          <p:cNvPr id="343" name="直线箭头连接符 342">
            <a:extLst>
              <a:ext uri="{FF2B5EF4-FFF2-40B4-BE49-F238E27FC236}">
                <a16:creationId xmlns:a16="http://schemas.microsoft.com/office/drawing/2014/main" id="{7047B7B9-9F7C-6D4D-ACA6-71DA0AC34C54}"/>
              </a:ext>
            </a:extLst>
          </p:cNvPr>
          <p:cNvCxnSpPr>
            <a:cxnSpLocks/>
          </p:cNvCxnSpPr>
          <p:nvPr/>
        </p:nvCxnSpPr>
        <p:spPr>
          <a:xfrm>
            <a:off x="1925626" y="6444962"/>
            <a:ext cx="464892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6" name="文本框 345">
            <a:extLst>
              <a:ext uri="{FF2B5EF4-FFF2-40B4-BE49-F238E27FC236}">
                <a16:creationId xmlns:a16="http://schemas.microsoft.com/office/drawing/2014/main" id="{54681162-3549-CB43-8371-380FBC9443B3}"/>
              </a:ext>
            </a:extLst>
          </p:cNvPr>
          <p:cNvSpPr txBox="1"/>
          <p:nvPr/>
        </p:nvSpPr>
        <p:spPr>
          <a:xfrm>
            <a:off x="2618325" y="6270686"/>
            <a:ext cx="181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量子信息通道</a:t>
            </a:r>
          </a:p>
        </p:txBody>
      </p:sp>
      <p:grpSp>
        <p:nvGrpSpPr>
          <p:cNvPr id="347" name="组合 346">
            <a:extLst>
              <a:ext uri="{FF2B5EF4-FFF2-40B4-BE49-F238E27FC236}">
                <a16:creationId xmlns:a16="http://schemas.microsoft.com/office/drawing/2014/main" id="{A3F53BF7-8F48-9348-85D2-5F4427C5AAEB}"/>
              </a:ext>
            </a:extLst>
          </p:cNvPr>
          <p:cNvGrpSpPr/>
          <p:nvPr/>
        </p:nvGrpSpPr>
        <p:grpSpPr>
          <a:xfrm>
            <a:off x="5518975" y="4799054"/>
            <a:ext cx="1044000" cy="1224000"/>
            <a:chOff x="1467668" y="5039599"/>
            <a:chExt cx="810480" cy="872637"/>
          </a:xfrm>
        </p:grpSpPr>
        <p:sp>
          <p:nvSpPr>
            <p:cNvPr id="348" name="任意形状 347">
              <a:extLst>
                <a:ext uri="{FF2B5EF4-FFF2-40B4-BE49-F238E27FC236}">
                  <a16:creationId xmlns:a16="http://schemas.microsoft.com/office/drawing/2014/main" id="{0394F6C7-0BA2-F248-B9D9-F45145871C28}"/>
                </a:ext>
              </a:extLst>
            </p:cNvPr>
            <p:cNvSpPr/>
            <p:nvPr/>
          </p:nvSpPr>
          <p:spPr>
            <a:xfrm rot="18817775">
              <a:off x="1752609" y="5033398"/>
              <a:ext cx="241727" cy="254129"/>
            </a:xfrm>
            <a:custGeom>
              <a:avLst/>
              <a:gdLst>
                <a:gd name="connsiteX0" fmla="*/ 427558 w 427557"/>
                <a:gd name="connsiteY0" fmla="*/ 427558 h 427557"/>
                <a:gd name="connsiteX1" fmla="*/ 0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427558" y="427558"/>
                  </a:moveTo>
                  <a:lnTo>
                    <a:pt x="0" y="0"/>
                  </a:lnTo>
                </a:path>
              </a:pathLst>
            </a:custGeom>
            <a:noFill/>
            <a:ln w="36105" cap="sq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9" name="任意形状 348">
              <a:extLst>
                <a:ext uri="{FF2B5EF4-FFF2-40B4-BE49-F238E27FC236}">
                  <a16:creationId xmlns:a16="http://schemas.microsoft.com/office/drawing/2014/main" id="{BD4BD6CD-6105-AB42-9EC9-6482E4745F84}"/>
                </a:ext>
              </a:extLst>
            </p:cNvPr>
            <p:cNvSpPr/>
            <p:nvPr/>
          </p:nvSpPr>
          <p:spPr>
            <a:xfrm rot="18872136">
              <a:off x="1909607" y="5369727"/>
              <a:ext cx="241727" cy="254129"/>
            </a:xfrm>
            <a:custGeom>
              <a:avLst/>
              <a:gdLst>
                <a:gd name="connsiteX0" fmla="*/ 427558 w 427557"/>
                <a:gd name="connsiteY0" fmla="*/ 427558 h 427557"/>
                <a:gd name="connsiteX1" fmla="*/ 0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427558" y="427558"/>
                  </a:moveTo>
                  <a:lnTo>
                    <a:pt x="0" y="0"/>
                  </a:lnTo>
                </a:path>
              </a:pathLst>
            </a:custGeom>
            <a:noFill/>
            <a:ln w="36105" cap="sq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0" name="任意形状 349">
              <a:extLst>
                <a:ext uri="{FF2B5EF4-FFF2-40B4-BE49-F238E27FC236}">
                  <a16:creationId xmlns:a16="http://schemas.microsoft.com/office/drawing/2014/main" id="{A9EADE7F-6F75-3D48-8CFE-2D95FD24C984}"/>
                </a:ext>
              </a:extLst>
            </p:cNvPr>
            <p:cNvSpPr/>
            <p:nvPr/>
          </p:nvSpPr>
          <p:spPr>
            <a:xfrm rot="18817775">
              <a:off x="1595635" y="5369726"/>
              <a:ext cx="241727" cy="254129"/>
            </a:xfrm>
            <a:custGeom>
              <a:avLst/>
              <a:gdLst>
                <a:gd name="connsiteX0" fmla="*/ 427558 w 427557"/>
                <a:gd name="connsiteY0" fmla="*/ 427558 h 427557"/>
                <a:gd name="connsiteX1" fmla="*/ 0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427558" y="427558"/>
                  </a:moveTo>
                  <a:lnTo>
                    <a:pt x="0" y="0"/>
                  </a:lnTo>
                </a:path>
              </a:pathLst>
            </a:custGeom>
            <a:noFill/>
            <a:ln w="36105" cap="sq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1" name="任意形状 350">
              <a:extLst>
                <a:ext uri="{FF2B5EF4-FFF2-40B4-BE49-F238E27FC236}">
                  <a16:creationId xmlns:a16="http://schemas.microsoft.com/office/drawing/2014/main" id="{FC981900-DD7F-0640-8B78-522041C3DE9F}"/>
                </a:ext>
              </a:extLst>
            </p:cNvPr>
            <p:cNvSpPr/>
            <p:nvPr/>
          </p:nvSpPr>
          <p:spPr>
            <a:xfrm>
              <a:off x="1521529" y="5169477"/>
              <a:ext cx="182580" cy="328761"/>
            </a:xfrm>
            <a:custGeom>
              <a:avLst/>
              <a:gdLst>
                <a:gd name="connsiteX0" fmla="*/ 0 w 427557"/>
                <a:gd name="connsiteY0" fmla="*/ 427558 h 427557"/>
                <a:gd name="connsiteX1" fmla="*/ 427558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0" y="427558"/>
                  </a:moveTo>
                  <a:lnTo>
                    <a:pt x="427558" y="0"/>
                  </a:lnTo>
                </a:path>
              </a:pathLst>
            </a:custGeom>
            <a:noFill/>
            <a:ln w="36105" cap="sq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2" name="任意形状 351">
              <a:extLst>
                <a:ext uri="{FF2B5EF4-FFF2-40B4-BE49-F238E27FC236}">
                  <a16:creationId xmlns:a16="http://schemas.microsoft.com/office/drawing/2014/main" id="{F6E73B9A-7BE0-D64B-9BA3-1294517F5801}"/>
                </a:ext>
              </a:extLst>
            </p:cNvPr>
            <p:cNvSpPr/>
            <p:nvPr/>
          </p:nvSpPr>
          <p:spPr>
            <a:xfrm>
              <a:off x="1864149" y="5503057"/>
              <a:ext cx="357154" cy="337802"/>
            </a:xfrm>
            <a:custGeom>
              <a:avLst/>
              <a:gdLst>
                <a:gd name="connsiteX0" fmla="*/ 0 w 427557"/>
                <a:gd name="connsiteY0" fmla="*/ 427558 h 427557"/>
                <a:gd name="connsiteX1" fmla="*/ 427558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0" y="427558"/>
                  </a:moveTo>
                  <a:lnTo>
                    <a:pt x="427558" y="0"/>
                  </a:lnTo>
                </a:path>
              </a:pathLst>
            </a:custGeom>
            <a:noFill/>
            <a:ln w="36105" cap="sq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3" name="任意形状 352">
              <a:extLst>
                <a:ext uri="{FF2B5EF4-FFF2-40B4-BE49-F238E27FC236}">
                  <a16:creationId xmlns:a16="http://schemas.microsoft.com/office/drawing/2014/main" id="{6806C8D9-4104-1B45-AEE6-B8DB05C2DB71}"/>
                </a:ext>
              </a:extLst>
            </p:cNvPr>
            <p:cNvSpPr/>
            <p:nvPr/>
          </p:nvSpPr>
          <p:spPr>
            <a:xfrm>
              <a:off x="1467668" y="5429456"/>
              <a:ext cx="142759" cy="142758"/>
            </a:xfrm>
            <a:custGeom>
              <a:avLst/>
              <a:gdLst>
                <a:gd name="connsiteX0" fmla="*/ 178151 w 356302"/>
                <a:gd name="connsiteY0" fmla="*/ 356296 h 356295"/>
                <a:gd name="connsiteX1" fmla="*/ 304122 w 356302"/>
                <a:gd name="connsiteY1" fmla="*/ 304122 h 356295"/>
                <a:gd name="connsiteX2" fmla="*/ 356303 w 356302"/>
                <a:gd name="connsiteY2" fmla="*/ 178151 h 356295"/>
                <a:gd name="connsiteX3" fmla="*/ 304122 w 356302"/>
                <a:gd name="connsiteY3" fmla="*/ 52181 h 356295"/>
                <a:gd name="connsiteX4" fmla="*/ 178151 w 356302"/>
                <a:gd name="connsiteY4" fmla="*/ 0 h 356295"/>
                <a:gd name="connsiteX5" fmla="*/ 52181 w 356302"/>
                <a:gd name="connsiteY5" fmla="*/ 52181 h 356295"/>
                <a:gd name="connsiteX6" fmla="*/ 0 w 356302"/>
                <a:gd name="connsiteY6" fmla="*/ 178151 h 356295"/>
                <a:gd name="connsiteX7" fmla="*/ 52181 w 356302"/>
                <a:gd name="connsiteY7" fmla="*/ 304122 h 356295"/>
                <a:gd name="connsiteX8" fmla="*/ 178151 w 356302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2" h="356295">
                  <a:moveTo>
                    <a:pt x="178151" y="356296"/>
                  </a:moveTo>
                  <a:cubicBezTo>
                    <a:pt x="225399" y="356296"/>
                    <a:pt x="270712" y="337525"/>
                    <a:pt x="304122" y="304122"/>
                  </a:cubicBezTo>
                  <a:cubicBezTo>
                    <a:pt x="337532" y="270712"/>
                    <a:pt x="356303" y="225392"/>
                    <a:pt x="356303" y="178151"/>
                  </a:cubicBezTo>
                  <a:cubicBezTo>
                    <a:pt x="356303" y="130903"/>
                    <a:pt x="337532" y="85584"/>
                    <a:pt x="304122" y="52181"/>
                  </a:cubicBezTo>
                  <a:cubicBezTo>
                    <a:pt x="270712" y="18771"/>
                    <a:pt x="225399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8" y="85584"/>
                    <a:pt x="0" y="130903"/>
                    <a:pt x="0" y="178151"/>
                  </a:cubicBezTo>
                  <a:cubicBezTo>
                    <a:pt x="0" y="225392"/>
                    <a:pt x="18778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1"/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354" name="任意形状 353">
              <a:extLst>
                <a:ext uri="{FF2B5EF4-FFF2-40B4-BE49-F238E27FC236}">
                  <a16:creationId xmlns:a16="http://schemas.microsoft.com/office/drawing/2014/main" id="{F90E534B-51B4-6440-8FB8-2988F739DF77}"/>
                </a:ext>
              </a:extLst>
            </p:cNvPr>
            <p:cNvSpPr/>
            <p:nvPr/>
          </p:nvSpPr>
          <p:spPr>
            <a:xfrm>
              <a:off x="1634597" y="5089431"/>
              <a:ext cx="142761" cy="142761"/>
            </a:xfrm>
            <a:custGeom>
              <a:avLst/>
              <a:gdLst>
                <a:gd name="connsiteX0" fmla="*/ 178151 w 356303"/>
                <a:gd name="connsiteY0" fmla="*/ 356303 h 356302"/>
                <a:gd name="connsiteX1" fmla="*/ 304122 w 356303"/>
                <a:gd name="connsiteY1" fmla="*/ 304122 h 356302"/>
                <a:gd name="connsiteX2" fmla="*/ 356303 w 356303"/>
                <a:gd name="connsiteY2" fmla="*/ 178152 h 356302"/>
                <a:gd name="connsiteX3" fmla="*/ 304122 w 356303"/>
                <a:gd name="connsiteY3" fmla="*/ 52181 h 356302"/>
                <a:gd name="connsiteX4" fmla="*/ 178151 w 356303"/>
                <a:gd name="connsiteY4" fmla="*/ 0 h 356302"/>
                <a:gd name="connsiteX5" fmla="*/ 52181 w 356303"/>
                <a:gd name="connsiteY5" fmla="*/ 52181 h 356302"/>
                <a:gd name="connsiteX6" fmla="*/ 0 w 356303"/>
                <a:gd name="connsiteY6" fmla="*/ 178152 h 356302"/>
                <a:gd name="connsiteX7" fmla="*/ 52181 w 356303"/>
                <a:gd name="connsiteY7" fmla="*/ 304122 h 356302"/>
                <a:gd name="connsiteX8" fmla="*/ 178151 w 356303"/>
                <a:gd name="connsiteY8" fmla="*/ 356303 h 35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302">
                  <a:moveTo>
                    <a:pt x="178151" y="356303"/>
                  </a:moveTo>
                  <a:cubicBezTo>
                    <a:pt x="225400" y="356303"/>
                    <a:pt x="270712" y="337525"/>
                    <a:pt x="304122" y="304122"/>
                  </a:cubicBezTo>
                  <a:cubicBezTo>
                    <a:pt x="337533" y="270712"/>
                    <a:pt x="356303" y="225399"/>
                    <a:pt x="356303" y="178152"/>
                  </a:cubicBezTo>
                  <a:cubicBezTo>
                    <a:pt x="356303" y="130903"/>
                    <a:pt x="337533" y="85591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91"/>
                    <a:pt x="0" y="130903"/>
                    <a:pt x="0" y="178152"/>
                  </a:cubicBezTo>
                  <a:cubicBezTo>
                    <a:pt x="0" y="225399"/>
                    <a:pt x="18771" y="270712"/>
                    <a:pt x="52181" y="304122"/>
                  </a:cubicBezTo>
                  <a:cubicBezTo>
                    <a:pt x="85591" y="337525"/>
                    <a:pt x="130903" y="356303"/>
                    <a:pt x="178151" y="356303"/>
                  </a:cubicBezTo>
                  <a:close/>
                </a:path>
              </a:pathLst>
            </a:custGeom>
            <a:solidFill>
              <a:schemeClr val="accent1"/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355" name="任意形状 354">
              <a:extLst>
                <a:ext uri="{FF2B5EF4-FFF2-40B4-BE49-F238E27FC236}">
                  <a16:creationId xmlns:a16="http://schemas.microsoft.com/office/drawing/2014/main" id="{3B4384CF-988E-FD4E-8852-BFA2497149C7}"/>
                </a:ext>
              </a:extLst>
            </p:cNvPr>
            <p:cNvSpPr/>
            <p:nvPr/>
          </p:nvSpPr>
          <p:spPr>
            <a:xfrm>
              <a:off x="1801528" y="5429456"/>
              <a:ext cx="142761" cy="142758"/>
            </a:xfrm>
            <a:custGeom>
              <a:avLst/>
              <a:gdLst>
                <a:gd name="connsiteX0" fmla="*/ 178151 w 356303"/>
                <a:gd name="connsiteY0" fmla="*/ 356296 h 356295"/>
                <a:gd name="connsiteX1" fmla="*/ 304122 w 356303"/>
                <a:gd name="connsiteY1" fmla="*/ 304122 h 356295"/>
                <a:gd name="connsiteX2" fmla="*/ 356303 w 356303"/>
                <a:gd name="connsiteY2" fmla="*/ 178151 h 356295"/>
                <a:gd name="connsiteX3" fmla="*/ 304122 w 356303"/>
                <a:gd name="connsiteY3" fmla="*/ 52181 h 356295"/>
                <a:gd name="connsiteX4" fmla="*/ 178151 w 356303"/>
                <a:gd name="connsiteY4" fmla="*/ 0 h 356295"/>
                <a:gd name="connsiteX5" fmla="*/ 52181 w 356303"/>
                <a:gd name="connsiteY5" fmla="*/ 52181 h 356295"/>
                <a:gd name="connsiteX6" fmla="*/ 0 w 356303"/>
                <a:gd name="connsiteY6" fmla="*/ 178151 h 356295"/>
                <a:gd name="connsiteX7" fmla="*/ 52181 w 356303"/>
                <a:gd name="connsiteY7" fmla="*/ 304122 h 356295"/>
                <a:gd name="connsiteX8" fmla="*/ 178151 w 356303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295">
                  <a:moveTo>
                    <a:pt x="178151" y="356296"/>
                  </a:moveTo>
                  <a:cubicBezTo>
                    <a:pt x="225400" y="356296"/>
                    <a:pt x="270712" y="337525"/>
                    <a:pt x="304122" y="304122"/>
                  </a:cubicBezTo>
                  <a:cubicBezTo>
                    <a:pt x="337533" y="270712"/>
                    <a:pt x="356303" y="225392"/>
                    <a:pt x="356303" y="178151"/>
                  </a:cubicBezTo>
                  <a:cubicBezTo>
                    <a:pt x="356303" y="130903"/>
                    <a:pt x="337533" y="85584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84"/>
                    <a:pt x="0" y="130903"/>
                    <a:pt x="0" y="178151"/>
                  </a:cubicBezTo>
                  <a:cubicBezTo>
                    <a:pt x="0" y="225392"/>
                    <a:pt x="18771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1"/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356" name="任意形状 355">
              <a:extLst>
                <a:ext uri="{FF2B5EF4-FFF2-40B4-BE49-F238E27FC236}">
                  <a16:creationId xmlns:a16="http://schemas.microsoft.com/office/drawing/2014/main" id="{A7A534F9-880A-C14B-A902-00586E0D36D7}"/>
                </a:ext>
              </a:extLst>
            </p:cNvPr>
            <p:cNvSpPr/>
            <p:nvPr/>
          </p:nvSpPr>
          <p:spPr>
            <a:xfrm>
              <a:off x="2135389" y="5429456"/>
              <a:ext cx="142759" cy="142758"/>
            </a:xfrm>
            <a:custGeom>
              <a:avLst/>
              <a:gdLst>
                <a:gd name="connsiteX0" fmla="*/ 178151 w 356302"/>
                <a:gd name="connsiteY0" fmla="*/ 356296 h 356295"/>
                <a:gd name="connsiteX1" fmla="*/ 304122 w 356302"/>
                <a:gd name="connsiteY1" fmla="*/ 304122 h 356295"/>
                <a:gd name="connsiteX2" fmla="*/ 356303 w 356302"/>
                <a:gd name="connsiteY2" fmla="*/ 178151 h 356295"/>
                <a:gd name="connsiteX3" fmla="*/ 304122 w 356302"/>
                <a:gd name="connsiteY3" fmla="*/ 52181 h 356295"/>
                <a:gd name="connsiteX4" fmla="*/ 178151 w 356302"/>
                <a:gd name="connsiteY4" fmla="*/ 0 h 356295"/>
                <a:gd name="connsiteX5" fmla="*/ 52181 w 356302"/>
                <a:gd name="connsiteY5" fmla="*/ 52181 h 356295"/>
                <a:gd name="connsiteX6" fmla="*/ 0 w 356302"/>
                <a:gd name="connsiteY6" fmla="*/ 178151 h 356295"/>
                <a:gd name="connsiteX7" fmla="*/ 52181 w 356302"/>
                <a:gd name="connsiteY7" fmla="*/ 304122 h 356295"/>
                <a:gd name="connsiteX8" fmla="*/ 178151 w 356302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2" h="356295">
                  <a:moveTo>
                    <a:pt x="178151" y="356296"/>
                  </a:moveTo>
                  <a:cubicBezTo>
                    <a:pt x="225399" y="356296"/>
                    <a:pt x="270712" y="337525"/>
                    <a:pt x="304122" y="304122"/>
                  </a:cubicBezTo>
                  <a:cubicBezTo>
                    <a:pt x="337525" y="270712"/>
                    <a:pt x="356303" y="225392"/>
                    <a:pt x="356303" y="178151"/>
                  </a:cubicBezTo>
                  <a:cubicBezTo>
                    <a:pt x="356303" y="130903"/>
                    <a:pt x="337525" y="85584"/>
                    <a:pt x="304122" y="52181"/>
                  </a:cubicBezTo>
                  <a:cubicBezTo>
                    <a:pt x="270712" y="18771"/>
                    <a:pt x="225399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84"/>
                    <a:pt x="0" y="130903"/>
                    <a:pt x="0" y="178151"/>
                  </a:cubicBezTo>
                  <a:cubicBezTo>
                    <a:pt x="0" y="225392"/>
                    <a:pt x="18771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1"/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7" name="任意形状 356">
              <a:extLst>
                <a:ext uri="{FF2B5EF4-FFF2-40B4-BE49-F238E27FC236}">
                  <a16:creationId xmlns:a16="http://schemas.microsoft.com/office/drawing/2014/main" id="{A31CCABC-85ED-F74E-BD2D-F3AE6CC4EEC0}"/>
                </a:ext>
              </a:extLst>
            </p:cNvPr>
            <p:cNvSpPr/>
            <p:nvPr/>
          </p:nvSpPr>
          <p:spPr>
            <a:xfrm>
              <a:off x="1801528" y="5769478"/>
              <a:ext cx="142761" cy="142758"/>
            </a:xfrm>
            <a:custGeom>
              <a:avLst/>
              <a:gdLst>
                <a:gd name="connsiteX0" fmla="*/ 178151 w 356303"/>
                <a:gd name="connsiteY0" fmla="*/ 356296 h 356295"/>
                <a:gd name="connsiteX1" fmla="*/ 304122 w 356303"/>
                <a:gd name="connsiteY1" fmla="*/ 304122 h 356295"/>
                <a:gd name="connsiteX2" fmla="*/ 356303 w 356303"/>
                <a:gd name="connsiteY2" fmla="*/ 178151 h 356295"/>
                <a:gd name="connsiteX3" fmla="*/ 304122 w 356303"/>
                <a:gd name="connsiteY3" fmla="*/ 52181 h 356295"/>
                <a:gd name="connsiteX4" fmla="*/ 178151 w 356303"/>
                <a:gd name="connsiteY4" fmla="*/ 0 h 356295"/>
                <a:gd name="connsiteX5" fmla="*/ 52181 w 356303"/>
                <a:gd name="connsiteY5" fmla="*/ 52181 h 356295"/>
                <a:gd name="connsiteX6" fmla="*/ 0 w 356303"/>
                <a:gd name="connsiteY6" fmla="*/ 178151 h 356295"/>
                <a:gd name="connsiteX7" fmla="*/ 52181 w 356303"/>
                <a:gd name="connsiteY7" fmla="*/ 304122 h 356295"/>
                <a:gd name="connsiteX8" fmla="*/ 178151 w 356303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295">
                  <a:moveTo>
                    <a:pt x="178151" y="356296"/>
                  </a:moveTo>
                  <a:cubicBezTo>
                    <a:pt x="225400" y="356296"/>
                    <a:pt x="270712" y="337525"/>
                    <a:pt x="304122" y="304122"/>
                  </a:cubicBezTo>
                  <a:cubicBezTo>
                    <a:pt x="337533" y="270712"/>
                    <a:pt x="356303" y="225392"/>
                    <a:pt x="356303" y="178151"/>
                  </a:cubicBezTo>
                  <a:cubicBezTo>
                    <a:pt x="356303" y="130903"/>
                    <a:pt x="337533" y="85584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84"/>
                    <a:pt x="0" y="130903"/>
                    <a:pt x="0" y="178151"/>
                  </a:cubicBezTo>
                  <a:cubicBezTo>
                    <a:pt x="0" y="225392"/>
                    <a:pt x="18771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1"/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8" name="任意形状 357">
              <a:extLst>
                <a:ext uri="{FF2B5EF4-FFF2-40B4-BE49-F238E27FC236}">
                  <a16:creationId xmlns:a16="http://schemas.microsoft.com/office/drawing/2014/main" id="{E90B1392-E8BE-B84E-B54C-744D4E7B527E}"/>
                </a:ext>
              </a:extLst>
            </p:cNvPr>
            <p:cNvSpPr/>
            <p:nvPr/>
          </p:nvSpPr>
          <p:spPr>
            <a:xfrm>
              <a:off x="1968459" y="5089431"/>
              <a:ext cx="142761" cy="142761"/>
            </a:xfrm>
            <a:custGeom>
              <a:avLst/>
              <a:gdLst>
                <a:gd name="connsiteX0" fmla="*/ 178151 w 356303"/>
                <a:gd name="connsiteY0" fmla="*/ 356303 h 356302"/>
                <a:gd name="connsiteX1" fmla="*/ 304122 w 356303"/>
                <a:gd name="connsiteY1" fmla="*/ 304122 h 356302"/>
                <a:gd name="connsiteX2" fmla="*/ 356303 w 356303"/>
                <a:gd name="connsiteY2" fmla="*/ 178152 h 356302"/>
                <a:gd name="connsiteX3" fmla="*/ 304122 w 356303"/>
                <a:gd name="connsiteY3" fmla="*/ 52181 h 356302"/>
                <a:gd name="connsiteX4" fmla="*/ 178151 w 356303"/>
                <a:gd name="connsiteY4" fmla="*/ 0 h 356302"/>
                <a:gd name="connsiteX5" fmla="*/ 52181 w 356303"/>
                <a:gd name="connsiteY5" fmla="*/ 52181 h 356302"/>
                <a:gd name="connsiteX6" fmla="*/ 0 w 356303"/>
                <a:gd name="connsiteY6" fmla="*/ 178152 h 356302"/>
                <a:gd name="connsiteX7" fmla="*/ 52181 w 356303"/>
                <a:gd name="connsiteY7" fmla="*/ 304122 h 356302"/>
                <a:gd name="connsiteX8" fmla="*/ 178151 w 356303"/>
                <a:gd name="connsiteY8" fmla="*/ 356303 h 35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302">
                  <a:moveTo>
                    <a:pt x="178151" y="356303"/>
                  </a:moveTo>
                  <a:cubicBezTo>
                    <a:pt x="225400" y="356303"/>
                    <a:pt x="270712" y="337525"/>
                    <a:pt x="304122" y="304122"/>
                  </a:cubicBezTo>
                  <a:cubicBezTo>
                    <a:pt x="337533" y="270712"/>
                    <a:pt x="356303" y="225399"/>
                    <a:pt x="356303" y="178152"/>
                  </a:cubicBezTo>
                  <a:cubicBezTo>
                    <a:pt x="356303" y="130903"/>
                    <a:pt x="337533" y="85591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91"/>
                    <a:pt x="0" y="130903"/>
                    <a:pt x="0" y="178152"/>
                  </a:cubicBezTo>
                  <a:cubicBezTo>
                    <a:pt x="0" y="225399"/>
                    <a:pt x="18771" y="270712"/>
                    <a:pt x="52181" y="304122"/>
                  </a:cubicBezTo>
                  <a:cubicBezTo>
                    <a:pt x="85591" y="337525"/>
                    <a:pt x="130903" y="356303"/>
                    <a:pt x="178151" y="356303"/>
                  </a:cubicBezTo>
                  <a:close/>
                </a:path>
              </a:pathLst>
            </a:custGeom>
            <a:solidFill>
              <a:schemeClr val="accent1"/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</p:grpSp>
      <p:sp>
        <p:nvSpPr>
          <p:cNvPr id="359" name="圆角矩形 358">
            <a:extLst>
              <a:ext uri="{FF2B5EF4-FFF2-40B4-BE49-F238E27FC236}">
                <a16:creationId xmlns:a16="http://schemas.microsoft.com/office/drawing/2014/main" id="{4307B071-3291-3043-A00C-3812EB5FBA00}"/>
              </a:ext>
            </a:extLst>
          </p:cNvPr>
          <p:cNvSpPr/>
          <p:nvPr/>
        </p:nvSpPr>
        <p:spPr>
          <a:xfrm>
            <a:off x="5218534" y="4179796"/>
            <a:ext cx="1698266" cy="1982155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60" name="直线连接符 359">
            <a:extLst>
              <a:ext uri="{FF2B5EF4-FFF2-40B4-BE49-F238E27FC236}">
                <a16:creationId xmlns:a16="http://schemas.microsoft.com/office/drawing/2014/main" id="{40D7A752-0A7F-F543-99ED-4A04E64173D8}"/>
              </a:ext>
            </a:extLst>
          </p:cNvPr>
          <p:cNvCxnSpPr>
            <a:cxnSpLocks/>
            <a:stCxn id="21" idx="0"/>
          </p:cNvCxnSpPr>
          <p:nvPr/>
        </p:nvCxnSpPr>
        <p:spPr>
          <a:xfrm flipV="1">
            <a:off x="4480509" y="4297273"/>
            <a:ext cx="780929" cy="1275099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直线连接符 363">
            <a:extLst>
              <a:ext uri="{FF2B5EF4-FFF2-40B4-BE49-F238E27FC236}">
                <a16:creationId xmlns:a16="http://schemas.microsoft.com/office/drawing/2014/main" id="{622D1732-3BF6-A647-8DBE-E2E138B93D45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4480509" y="5962665"/>
            <a:ext cx="993551" cy="19857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矩形 370">
            <a:extLst>
              <a:ext uri="{FF2B5EF4-FFF2-40B4-BE49-F238E27FC236}">
                <a16:creationId xmlns:a16="http://schemas.microsoft.com/office/drawing/2014/main" id="{3B182EEA-B0EC-2748-9968-4B3FFAB97F20}"/>
              </a:ext>
            </a:extLst>
          </p:cNvPr>
          <p:cNvSpPr/>
          <p:nvPr/>
        </p:nvSpPr>
        <p:spPr>
          <a:xfrm>
            <a:off x="5261438" y="4421799"/>
            <a:ext cx="1619629" cy="3098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芯片拓扑结构</a:t>
            </a:r>
          </a:p>
        </p:txBody>
      </p:sp>
      <p:cxnSp>
        <p:nvCxnSpPr>
          <p:cNvPr id="220" name="直线连接符 219">
            <a:extLst>
              <a:ext uri="{FF2B5EF4-FFF2-40B4-BE49-F238E27FC236}">
                <a16:creationId xmlns:a16="http://schemas.microsoft.com/office/drawing/2014/main" id="{570A7F8D-566B-4447-88D7-1EF34E4D3824}"/>
              </a:ext>
            </a:extLst>
          </p:cNvPr>
          <p:cNvCxnSpPr>
            <a:cxnSpLocks/>
          </p:cNvCxnSpPr>
          <p:nvPr/>
        </p:nvCxnSpPr>
        <p:spPr>
          <a:xfrm>
            <a:off x="3688179" y="2653079"/>
            <a:ext cx="830322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1" name="矩形 220">
            <a:extLst>
              <a:ext uri="{FF2B5EF4-FFF2-40B4-BE49-F238E27FC236}">
                <a16:creationId xmlns:a16="http://schemas.microsoft.com/office/drawing/2014/main" id="{A62682BD-6B88-F94F-BC34-D611AA4ED522}"/>
              </a:ext>
            </a:extLst>
          </p:cNvPr>
          <p:cNvSpPr/>
          <p:nvPr/>
        </p:nvSpPr>
        <p:spPr>
          <a:xfrm>
            <a:off x="4023564" y="2454482"/>
            <a:ext cx="144857" cy="25477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1EB37015-410A-3B40-B628-C763288DE55B}"/>
              </a:ext>
            </a:extLst>
          </p:cNvPr>
          <p:cNvSpPr/>
          <p:nvPr/>
        </p:nvSpPr>
        <p:spPr>
          <a:xfrm>
            <a:off x="3778931" y="2597166"/>
            <a:ext cx="144857" cy="25477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405" name="矩形 404">
            <a:extLst>
              <a:ext uri="{FF2B5EF4-FFF2-40B4-BE49-F238E27FC236}">
                <a16:creationId xmlns:a16="http://schemas.microsoft.com/office/drawing/2014/main" id="{DD844BB2-B754-9F48-AAC6-8B41ABEE101D}"/>
              </a:ext>
            </a:extLst>
          </p:cNvPr>
          <p:cNvSpPr/>
          <p:nvPr/>
        </p:nvSpPr>
        <p:spPr>
          <a:xfrm>
            <a:off x="8467051" y="2859689"/>
            <a:ext cx="270406" cy="80002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4000">
                <a:schemeClr val="bg1">
                  <a:lumMod val="95000"/>
                </a:schemeClr>
              </a:gs>
              <a:gs pos="0">
                <a:schemeClr val="bg1"/>
              </a:gs>
              <a:gs pos="100000">
                <a:schemeClr val="bg1"/>
              </a:gs>
            </a:gsLst>
            <a:lin ang="5400000" scaled="0"/>
          </a:gradFill>
          <a:ln w="6350">
            <a:solidFill>
              <a:schemeClr val="dk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 dirty="0"/>
          </a:p>
        </p:txBody>
      </p:sp>
      <p:cxnSp>
        <p:nvCxnSpPr>
          <p:cNvPr id="257" name="直线连接符 256">
            <a:extLst>
              <a:ext uri="{FF2B5EF4-FFF2-40B4-BE49-F238E27FC236}">
                <a16:creationId xmlns:a16="http://schemas.microsoft.com/office/drawing/2014/main" id="{2B8591FC-DA68-E44C-887B-DC5EB9849E57}"/>
              </a:ext>
            </a:extLst>
          </p:cNvPr>
          <p:cNvCxnSpPr>
            <a:cxnSpLocks/>
          </p:cNvCxnSpPr>
          <p:nvPr/>
        </p:nvCxnSpPr>
        <p:spPr>
          <a:xfrm>
            <a:off x="7370591" y="3268717"/>
            <a:ext cx="1549964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8" name="矩形 257">
            <a:extLst>
              <a:ext uri="{FF2B5EF4-FFF2-40B4-BE49-F238E27FC236}">
                <a16:creationId xmlns:a16="http://schemas.microsoft.com/office/drawing/2014/main" id="{AAFF5240-E245-2146-AD96-ECAE62299783}"/>
              </a:ext>
            </a:extLst>
          </p:cNvPr>
          <p:cNvSpPr/>
          <p:nvPr/>
        </p:nvSpPr>
        <p:spPr>
          <a:xfrm>
            <a:off x="7996655" y="2881140"/>
            <a:ext cx="270404" cy="497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误差</a:t>
            </a:r>
          </a:p>
        </p:txBody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CBE2082A-C9C2-2744-8542-09790462BCF4}"/>
              </a:ext>
            </a:extLst>
          </p:cNvPr>
          <p:cNvSpPr/>
          <p:nvPr/>
        </p:nvSpPr>
        <p:spPr>
          <a:xfrm>
            <a:off x="7539998" y="3159599"/>
            <a:ext cx="270406" cy="497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误差</a:t>
            </a:r>
          </a:p>
        </p:txBody>
      </p:sp>
      <p:cxnSp>
        <p:nvCxnSpPr>
          <p:cNvPr id="282" name="肘形连接符 281">
            <a:extLst>
              <a:ext uri="{FF2B5EF4-FFF2-40B4-BE49-F238E27FC236}">
                <a16:creationId xmlns:a16="http://schemas.microsoft.com/office/drawing/2014/main" id="{49BB029A-E0EB-734B-B074-143DD132A853}"/>
              </a:ext>
            </a:extLst>
          </p:cNvPr>
          <p:cNvCxnSpPr>
            <a:cxnSpLocks/>
          </p:cNvCxnSpPr>
          <p:nvPr/>
        </p:nvCxnSpPr>
        <p:spPr>
          <a:xfrm flipV="1">
            <a:off x="9115561" y="2962030"/>
            <a:ext cx="1575367" cy="581822"/>
          </a:xfrm>
          <a:prstGeom prst="bentConnector3">
            <a:avLst>
              <a:gd name="adj1" fmla="val 33484"/>
            </a:avLst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矩形 272">
            <a:extLst>
              <a:ext uri="{FF2B5EF4-FFF2-40B4-BE49-F238E27FC236}">
                <a16:creationId xmlns:a16="http://schemas.microsoft.com/office/drawing/2014/main" id="{474D8B5D-33F8-D049-B26C-D746A3EB9060}"/>
              </a:ext>
            </a:extLst>
          </p:cNvPr>
          <p:cNvSpPr/>
          <p:nvPr/>
        </p:nvSpPr>
        <p:spPr>
          <a:xfrm>
            <a:off x="9749671" y="3447763"/>
            <a:ext cx="268805" cy="19217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80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kumimoji="1" lang="zh-CN" altLang="en-US" sz="180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1" name="弧 410">
            <a:extLst>
              <a:ext uri="{FF2B5EF4-FFF2-40B4-BE49-F238E27FC236}">
                <a16:creationId xmlns:a16="http://schemas.microsoft.com/office/drawing/2014/main" id="{8B873648-6E62-C543-8C1B-4375F244F17D}"/>
              </a:ext>
            </a:extLst>
          </p:cNvPr>
          <p:cNvSpPr/>
          <p:nvPr/>
        </p:nvSpPr>
        <p:spPr>
          <a:xfrm>
            <a:off x="11065261" y="2916221"/>
            <a:ext cx="421326" cy="627633"/>
          </a:xfrm>
          <a:prstGeom prst="arc">
            <a:avLst>
              <a:gd name="adj1" fmla="val 16878105"/>
              <a:gd name="adj2" fmla="val 4725144"/>
            </a:avLst>
          </a:prstGeom>
          <a:ln w="127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419" name="直线箭头连接符 418">
            <a:extLst>
              <a:ext uri="{FF2B5EF4-FFF2-40B4-BE49-F238E27FC236}">
                <a16:creationId xmlns:a16="http://schemas.microsoft.com/office/drawing/2014/main" id="{A00BBFD0-D914-AE47-B41D-664516722586}"/>
              </a:ext>
            </a:extLst>
          </p:cNvPr>
          <p:cNvCxnSpPr>
            <a:cxnSpLocks/>
          </p:cNvCxnSpPr>
          <p:nvPr/>
        </p:nvCxnSpPr>
        <p:spPr>
          <a:xfrm>
            <a:off x="9777972" y="3717251"/>
            <a:ext cx="0" cy="657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0" name="直线连接符 419">
            <a:extLst>
              <a:ext uri="{FF2B5EF4-FFF2-40B4-BE49-F238E27FC236}">
                <a16:creationId xmlns:a16="http://schemas.microsoft.com/office/drawing/2014/main" id="{D1FE7AEB-CA15-154E-9E05-E78174FC0D28}"/>
              </a:ext>
            </a:extLst>
          </p:cNvPr>
          <p:cNvCxnSpPr>
            <a:cxnSpLocks/>
          </p:cNvCxnSpPr>
          <p:nvPr/>
        </p:nvCxnSpPr>
        <p:spPr>
          <a:xfrm>
            <a:off x="9122809" y="4593762"/>
            <a:ext cx="187861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1" name="直线连接符 420">
            <a:extLst>
              <a:ext uri="{FF2B5EF4-FFF2-40B4-BE49-F238E27FC236}">
                <a16:creationId xmlns:a16="http://schemas.microsoft.com/office/drawing/2014/main" id="{5BA0ED71-033A-204A-A036-EFC404CAC21A}"/>
              </a:ext>
            </a:extLst>
          </p:cNvPr>
          <p:cNvCxnSpPr>
            <a:cxnSpLocks/>
          </p:cNvCxnSpPr>
          <p:nvPr/>
        </p:nvCxnSpPr>
        <p:spPr>
          <a:xfrm>
            <a:off x="9125043" y="5176737"/>
            <a:ext cx="1876376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3" name="直线连接符 422">
            <a:extLst>
              <a:ext uri="{FF2B5EF4-FFF2-40B4-BE49-F238E27FC236}">
                <a16:creationId xmlns:a16="http://schemas.microsoft.com/office/drawing/2014/main" id="{AF14CF0C-D871-1F46-8480-221800F61DFA}"/>
              </a:ext>
            </a:extLst>
          </p:cNvPr>
          <p:cNvCxnSpPr>
            <a:cxnSpLocks/>
          </p:cNvCxnSpPr>
          <p:nvPr/>
        </p:nvCxnSpPr>
        <p:spPr>
          <a:xfrm>
            <a:off x="9122809" y="4885249"/>
            <a:ext cx="1878610" cy="0"/>
          </a:xfrm>
          <a:prstGeom prst="line">
            <a:avLst/>
          </a:prstGeom>
          <a:ln w="63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4" name="矩形 423">
            <a:extLst>
              <a:ext uri="{FF2B5EF4-FFF2-40B4-BE49-F238E27FC236}">
                <a16:creationId xmlns:a16="http://schemas.microsoft.com/office/drawing/2014/main" id="{B106B3F0-BBD6-5142-8BD7-F9EE0BFF0912}"/>
              </a:ext>
            </a:extLst>
          </p:cNvPr>
          <p:cNvSpPr/>
          <p:nvPr/>
        </p:nvSpPr>
        <p:spPr>
          <a:xfrm>
            <a:off x="9748873" y="4497672"/>
            <a:ext cx="270404" cy="497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DD6E28EC-97DC-E844-8E06-95B3795C9D1E}"/>
              </a:ext>
            </a:extLst>
          </p:cNvPr>
          <p:cNvSpPr/>
          <p:nvPr/>
        </p:nvSpPr>
        <p:spPr>
          <a:xfrm>
            <a:off x="9292216" y="4776131"/>
            <a:ext cx="270406" cy="497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426" name="矩形 425">
            <a:extLst>
              <a:ext uri="{FF2B5EF4-FFF2-40B4-BE49-F238E27FC236}">
                <a16:creationId xmlns:a16="http://schemas.microsoft.com/office/drawing/2014/main" id="{40731E2A-75C9-5A40-A032-90C5FAAC1E42}"/>
              </a:ext>
            </a:extLst>
          </p:cNvPr>
          <p:cNvSpPr/>
          <p:nvPr/>
        </p:nvSpPr>
        <p:spPr>
          <a:xfrm>
            <a:off x="9756921" y="5104676"/>
            <a:ext cx="268805" cy="19217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427" name="矩形 426">
            <a:extLst>
              <a:ext uri="{FF2B5EF4-FFF2-40B4-BE49-F238E27FC236}">
                <a16:creationId xmlns:a16="http://schemas.microsoft.com/office/drawing/2014/main" id="{60A65C2E-B2B9-4D41-9C26-0FEEFE74B0A1}"/>
              </a:ext>
            </a:extLst>
          </p:cNvPr>
          <p:cNvSpPr/>
          <p:nvPr/>
        </p:nvSpPr>
        <p:spPr>
          <a:xfrm>
            <a:off x="10243810" y="4497672"/>
            <a:ext cx="270404" cy="497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 dirty="0">
              <a:solidFill>
                <a:schemeClr val="tx1"/>
              </a:solidFill>
            </a:endParaRPr>
          </a:p>
        </p:txBody>
      </p:sp>
      <p:sp>
        <p:nvSpPr>
          <p:cNvPr id="438" name="矩形 437">
            <a:extLst>
              <a:ext uri="{FF2B5EF4-FFF2-40B4-BE49-F238E27FC236}">
                <a16:creationId xmlns:a16="http://schemas.microsoft.com/office/drawing/2014/main" id="{D0353158-2927-B941-90C6-F6E3EC3753EC}"/>
              </a:ext>
            </a:extLst>
          </p:cNvPr>
          <p:cNvSpPr/>
          <p:nvPr/>
        </p:nvSpPr>
        <p:spPr>
          <a:xfrm>
            <a:off x="10699927" y="4792540"/>
            <a:ext cx="270404" cy="4972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1"/>
          </a:p>
        </p:txBody>
      </p:sp>
      <p:sp>
        <p:nvSpPr>
          <p:cNvPr id="439" name="文本框 438">
            <a:extLst>
              <a:ext uri="{FF2B5EF4-FFF2-40B4-BE49-F238E27FC236}">
                <a16:creationId xmlns:a16="http://schemas.microsoft.com/office/drawing/2014/main" id="{2CC695B1-A3C3-9B4F-BE0F-CE56B8769EFF}"/>
              </a:ext>
            </a:extLst>
          </p:cNvPr>
          <p:cNvSpPr txBox="1"/>
          <p:nvPr/>
        </p:nvSpPr>
        <p:spPr>
          <a:xfrm rot="10800000">
            <a:off x="10203631" y="4442112"/>
            <a:ext cx="338554" cy="48642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2" name="文本框 441">
            <a:extLst>
              <a:ext uri="{FF2B5EF4-FFF2-40B4-BE49-F238E27FC236}">
                <a16:creationId xmlns:a16="http://schemas.microsoft.com/office/drawing/2014/main" id="{C8D0621F-975A-E246-B5BC-6D0576DAB17C}"/>
              </a:ext>
            </a:extLst>
          </p:cNvPr>
          <p:cNvSpPr txBox="1"/>
          <p:nvPr/>
        </p:nvSpPr>
        <p:spPr>
          <a:xfrm rot="16200000">
            <a:off x="10060669" y="4111239"/>
            <a:ext cx="338554" cy="48642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3" name="椭圆 442">
            <a:extLst>
              <a:ext uri="{FF2B5EF4-FFF2-40B4-BE49-F238E27FC236}">
                <a16:creationId xmlns:a16="http://schemas.microsoft.com/office/drawing/2014/main" id="{A4913D01-CFD2-F143-B639-489719752A14}"/>
              </a:ext>
            </a:extLst>
          </p:cNvPr>
          <p:cNvSpPr/>
          <p:nvPr/>
        </p:nvSpPr>
        <p:spPr>
          <a:xfrm>
            <a:off x="9884075" y="4092951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444" name="椭圆 443">
            <a:extLst>
              <a:ext uri="{FF2B5EF4-FFF2-40B4-BE49-F238E27FC236}">
                <a16:creationId xmlns:a16="http://schemas.microsoft.com/office/drawing/2014/main" id="{C477DF42-6769-8145-BC0E-6FD94CFBA462}"/>
              </a:ext>
            </a:extLst>
          </p:cNvPr>
          <p:cNvSpPr/>
          <p:nvPr/>
        </p:nvSpPr>
        <p:spPr>
          <a:xfrm>
            <a:off x="10288515" y="4084062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cxnSp>
        <p:nvCxnSpPr>
          <p:cNvPr id="445" name="直线箭头连接符 444">
            <a:extLst>
              <a:ext uri="{FF2B5EF4-FFF2-40B4-BE49-F238E27FC236}">
                <a16:creationId xmlns:a16="http://schemas.microsoft.com/office/drawing/2014/main" id="{9A76EB11-8DA9-B141-B26E-5F867A5C33D9}"/>
              </a:ext>
            </a:extLst>
          </p:cNvPr>
          <p:cNvCxnSpPr>
            <a:cxnSpLocks/>
          </p:cNvCxnSpPr>
          <p:nvPr/>
        </p:nvCxnSpPr>
        <p:spPr>
          <a:xfrm>
            <a:off x="9953884" y="4295705"/>
            <a:ext cx="451690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直线箭头连接符 445">
            <a:extLst>
              <a:ext uri="{FF2B5EF4-FFF2-40B4-BE49-F238E27FC236}">
                <a16:creationId xmlns:a16="http://schemas.microsoft.com/office/drawing/2014/main" id="{ACBEA717-6291-6047-8073-692CC15F8736}"/>
              </a:ext>
            </a:extLst>
          </p:cNvPr>
          <p:cNvCxnSpPr>
            <a:cxnSpLocks/>
          </p:cNvCxnSpPr>
          <p:nvPr/>
        </p:nvCxnSpPr>
        <p:spPr>
          <a:xfrm>
            <a:off x="11253925" y="3717251"/>
            <a:ext cx="0" cy="6576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直线箭头连接符 446">
            <a:extLst>
              <a:ext uri="{FF2B5EF4-FFF2-40B4-BE49-F238E27FC236}">
                <a16:creationId xmlns:a16="http://schemas.microsoft.com/office/drawing/2014/main" id="{DF7A2C43-D9DA-5E47-94C8-41B157286115}"/>
              </a:ext>
            </a:extLst>
          </p:cNvPr>
          <p:cNvCxnSpPr>
            <a:cxnSpLocks/>
          </p:cNvCxnSpPr>
          <p:nvPr/>
        </p:nvCxnSpPr>
        <p:spPr>
          <a:xfrm>
            <a:off x="11271604" y="4846478"/>
            <a:ext cx="0" cy="40356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8" name="直线箭头连接符 447">
            <a:extLst>
              <a:ext uri="{FF2B5EF4-FFF2-40B4-BE49-F238E27FC236}">
                <a16:creationId xmlns:a16="http://schemas.microsoft.com/office/drawing/2014/main" id="{6921BD64-FE27-7447-9726-9EE44F08C653}"/>
              </a:ext>
            </a:extLst>
          </p:cNvPr>
          <p:cNvCxnSpPr>
            <a:cxnSpLocks/>
          </p:cNvCxnSpPr>
          <p:nvPr/>
        </p:nvCxnSpPr>
        <p:spPr>
          <a:xfrm>
            <a:off x="11266755" y="4536704"/>
            <a:ext cx="0" cy="403568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9" name="椭圆 448">
            <a:extLst>
              <a:ext uri="{FF2B5EF4-FFF2-40B4-BE49-F238E27FC236}">
                <a16:creationId xmlns:a16="http://schemas.microsoft.com/office/drawing/2014/main" id="{2AAAA398-C903-5E46-8551-6083A07F5C6A}"/>
              </a:ext>
            </a:extLst>
          </p:cNvPr>
          <p:cNvSpPr/>
          <p:nvPr/>
        </p:nvSpPr>
        <p:spPr>
          <a:xfrm>
            <a:off x="11179239" y="4520353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450" name="椭圆 449">
            <a:extLst>
              <a:ext uri="{FF2B5EF4-FFF2-40B4-BE49-F238E27FC236}">
                <a16:creationId xmlns:a16="http://schemas.microsoft.com/office/drawing/2014/main" id="{885F3C28-D02F-714B-BBB7-C0F9D20E52A8}"/>
              </a:ext>
            </a:extLst>
          </p:cNvPr>
          <p:cNvSpPr/>
          <p:nvPr/>
        </p:nvSpPr>
        <p:spPr>
          <a:xfrm>
            <a:off x="11179239" y="4810277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451" name="椭圆 450">
            <a:extLst>
              <a:ext uri="{FF2B5EF4-FFF2-40B4-BE49-F238E27FC236}">
                <a16:creationId xmlns:a16="http://schemas.microsoft.com/office/drawing/2014/main" id="{FA0B0AC9-D349-D249-8C63-ED0240660D92}"/>
              </a:ext>
            </a:extLst>
          </p:cNvPr>
          <p:cNvSpPr/>
          <p:nvPr/>
        </p:nvSpPr>
        <p:spPr>
          <a:xfrm>
            <a:off x="11177767" y="5100201"/>
            <a:ext cx="180000" cy="18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483" name="圆角矩形 482">
            <a:extLst>
              <a:ext uri="{FF2B5EF4-FFF2-40B4-BE49-F238E27FC236}">
                <a16:creationId xmlns:a16="http://schemas.microsoft.com/office/drawing/2014/main" id="{BE0E4351-235A-EB46-8B03-939CC2412014}"/>
              </a:ext>
            </a:extLst>
          </p:cNvPr>
          <p:cNvSpPr/>
          <p:nvPr/>
        </p:nvSpPr>
        <p:spPr>
          <a:xfrm>
            <a:off x="7211314" y="4010298"/>
            <a:ext cx="1667015" cy="1228899"/>
          </a:xfrm>
          <a:prstGeom prst="roundRect">
            <a:avLst/>
          </a:prstGeom>
          <a:solidFill>
            <a:schemeClr val="accent2">
              <a:alpha val="14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5" name="圆角矩形 484">
            <a:extLst>
              <a:ext uri="{FF2B5EF4-FFF2-40B4-BE49-F238E27FC236}">
                <a16:creationId xmlns:a16="http://schemas.microsoft.com/office/drawing/2014/main" id="{86CDDFE2-85CD-6041-98AD-5CAC7F3F3DB9}"/>
              </a:ext>
            </a:extLst>
          </p:cNvPr>
          <p:cNvSpPr/>
          <p:nvPr/>
        </p:nvSpPr>
        <p:spPr>
          <a:xfrm>
            <a:off x="7211314" y="5421447"/>
            <a:ext cx="1667015" cy="1228899"/>
          </a:xfrm>
          <a:prstGeom prst="roundRect">
            <a:avLst/>
          </a:prstGeom>
          <a:solidFill>
            <a:schemeClr val="accent1">
              <a:alpha val="2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6" name="矩形 485">
            <a:extLst>
              <a:ext uri="{FF2B5EF4-FFF2-40B4-BE49-F238E27FC236}">
                <a16:creationId xmlns:a16="http://schemas.microsoft.com/office/drawing/2014/main" id="{8B5252B6-2135-1942-BB08-B1DF244C338D}"/>
              </a:ext>
            </a:extLst>
          </p:cNvPr>
          <p:cNvSpPr/>
          <p:nvPr/>
        </p:nvSpPr>
        <p:spPr>
          <a:xfrm>
            <a:off x="7241685" y="4004602"/>
            <a:ext cx="1619629" cy="3098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芯片噪声信息</a:t>
            </a:r>
          </a:p>
        </p:txBody>
      </p:sp>
      <p:sp>
        <p:nvSpPr>
          <p:cNvPr id="487" name="矩形 486">
            <a:extLst>
              <a:ext uri="{FF2B5EF4-FFF2-40B4-BE49-F238E27FC236}">
                <a16:creationId xmlns:a16="http://schemas.microsoft.com/office/drawing/2014/main" id="{067E24F2-1D67-B449-A11E-C4F8C5014B52}"/>
              </a:ext>
            </a:extLst>
          </p:cNvPr>
          <p:cNvSpPr/>
          <p:nvPr/>
        </p:nvSpPr>
        <p:spPr>
          <a:xfrm>
            <a:off x="7279615" y="5402337"/>
            <a:ext cx="1619629" cy="3098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</a:rPr>
              <a:t>芯片时延信息</a:t>
            </a:r>
          </a:p>
        </p:txBody>
      </p:sp>
      <p:sp>
        <p:nvSpPr>
          <p:cNvPr id="488" name="任意形状 487">
            <a:extLst>
              <a:ext uri="{FF2B5EF4-FFF2-40B4-BE49-F238E27FC236}">
                <a16:creationId xmlns:a16="http://schemas.microsoft.com/office/drawing/2014/main" id="{CB661479-EC12-1A46-AFE8-2EB8D0A27152}"/>
              </a:ext>
            </a:extLst>
          </p:cNvPr>
          <p:cNvSpPr/>
          <p:nvPr/>
        </p:nvSpPr>
        <p:spPr>
          <a:xfrm>
            <a:off x="7500502" y="4754459"/>
            <a:ext cx="52168" cy="63791"/>
          </a:xfrm>
          <a:custGeom>
            <a:avLst/>
            <a:gdLst>
              <a:gd name="connsiteX0" fmla="*/ 0 w 159178"/>
              <a:gd name="connsiteY0" fmla="*/ 0 h 374813"/>
              <a:gd name="connsiteX1" fmla="*/ 159179 w 159178"/>
              <a:gd name="connsiteY1" fmla="*/ 0 h 374813"/>
              <a:gd name="connsiteX2" fmla="*/ 159179 w 159178"/>
              <a:gd name="connsiteY2" fmla="*/ 374814 h 374813"/>
              <a:gd name="connsiteX3" fmla="*/ 0 w 159178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178" h="374813">
                <a:moveTo>
                  <a:pt x="0" y="0"/>
                </a:moveTo>
                <a:lnTo>
                  <a:pt x="159179" y="0"/>
                </a:lnTo>
                <a:lnTo>
                  <a:pt x="159179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89" name="文本框 488">
            <a:extLst>
              <a:ext uri="{FF2B5EF4-FFF2-40B4-BE49-F238E27FC236}">
                <a16:creationId xmlns:a16="http://schemas.microsoft.com/office/drawing/2014/main" id="{EC5B55C7-1017-8D44-88D7-13F43954F3FF}"/>
              </a:ext>
            </a:extLst>
          </p:cNvPr>
          <p:cNvSpPr txBox="1"/>
          <p:nvPr/>
        </p:nvSpPr>
        <p:spPr>
          <a:xfrm>
            <a:off x="7312896" y="4243216"/>
            <a:ext cx="55886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测量误差</a:t>
            </a:r>
          </a:p>
        </p:txBody>
      </p:sp>
      <p:sp>
        <p:nvSpPr>
          <p:cNvPr id="490" name="任意形状 489">
            <a:extLst>
              <a:ext uri="{FF2B5EF4-FFF2-40B4-BE49-F238E27FC236}">
                <a16:creationId xmlns:a16="http://schemas.microsoft.com/office/drawing/2014/main" id="{D239431D-FC6A-DE41-BCB5-F840BDF1FA83}"/>
              </a:ext>
            </a:extLst>
          </p:cNvPr>
          <p:cNvSpPr/>
          <p:nvPr/>
        </p:nvSpPr>
        <p:spPr>
          <a:xfrm>
            <a:off x="7500502" y="4381599"/>
            <a:ext cx="130395" cy="63791"/>
          </a:xfrm>
          <a:custGeom>
            <a:avLst/>
            <a:gdLst>
              <a:gd name="connsiteX0" fmla="*/ 0 w 556027"/>
              <a:gd name="connsiteY0" fmla="*/ 0 h 374813"/>
              <a:gd name="connsiteX1" fmla="*/ 556028 w 556027"/>
              <a:gd name="connsiteY1" fmla="*/ 0 h 374813"/>
              <a:gd name="connsiteX2" fmla="*/ 556028 w 556027"/>
              <a:gd name="connsiteY2" fmla="*/ 374814 h 374813"/>
              <a:gd name="connsiteX3" fmla="*/ 0 w 556027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27" h="374813">
                <a:moveTo>
                  <a:pt x="0" y="0"/>
                </a:moveTo>
                <a:lnTo>
                  <a:pt x="556028" y="0"/>
                </a:lnTo>
                <a:lnTo>
                  <a:pt x="556028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91" name="任意形状 490">
            <a:extLst>
              <a:ext uri="{FF2B5EF4-FFF2-40B4-BE49-F238E27FC236}">
                <a16:creationId xmlns:a16="http://schemas.microsoft.com/office/drawing/2014/main" id="{8E340920-6231-F844-BF87-F17843B3582F}"/>
              </a:ext>
            </a:extLst>
          </p:cNvPr>
          <p:cNvSpPr/>
          <p:nvPr/>
        </p:nvSpPr>
        <p:spPr>
          <a:xfrm>
            <a:off x="7500502" y="4474814"/>
            <a:ext cx="39067" cy="63791"/>
          </a:xfrm>
          <a:custGeom>
            <a:avLst/>
            <a:gdLst>
              <a:gd name="connsiteX0" fmla="*/ 0 w 166588"/>
              <a:gd name="connsiteY0" fmla="*/ 0 h 374813"/>
              <a:gd name="connsiteX1" fmla="*/ 166589 w 166588"/>
              <a:gd name="connsiteY1" fmla="*/ 0 h 374813"/>
              <a:gd name="connsiteX2" fmla="*/ 166589 w 166588"/>
              <a:gd name="connsiteY2" fmla="*/ 374814 h 374813"/>
              <a:gd name="connsiteX3" fmla="*/ 0 w 166588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588" h="374813">
                <a:moveTo>
                  <a:pt x="0" y="0"/>
                </a:moveTo>
                <a:lnTo>
                  <a:pt x="166589" y="0"/>
                </a:lnTo>
                <a:lnTo>
                  <a:pt x="166589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92" name="任意形状 491">
            <a:extLst>
              <a:ext uri="{FF2B5EF4-FFF2-40B4-BE49-F238E27FC236}">
                <a16:creationId xmlns:a16="http://schemas.microsoft.com/office/drawing/2014/main" id="{7443019B-264C-6C46-BE2E-83C42891CA13}"/>
              </a:ext>
            </a:extLst>
          </p:cNvPr>
          <p:cNvSpPr/>
          <p:nvPr/>
        </p:nvSpPr>
        <p:spPr>
          <a:xfrm>
            <a:off x="7500502" y="4568029"/>
            <a:ext cx="25350" cy="63791"/>
          </a:xfrm>
          <a:custGeom>
            <a:avLst/>
            <a:gdLst>
              <a:gd name="connsiteX0" fmla="*/ 0 w 108095"/>
              <a:gd name="connsiteY0" fmla="*/ 0 h 374813"/>
              <a:gd name="connsiteX1" fmla="*/ 108096 w 108095"/>
              <a:gd name="connsiteY1" fmla="*/ 0 h 374813"/>
              <a:gd name="connsiteX2" fmla="*/ 108096 w 108095"/>
              <a:gd name="connsiteY2" fmla="*/ 374814 h 374813"/>
              <a:gd name="connsiteX3" fmla="*/ 0 w 108095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095" h="374813">
                <a:moveTo>
                  <a:pt x="0" y="0"/>
                </a:moveTo>
                <a:lnTo>
                  <a:pt x="108096" y="0"/>
                </a:lnTo>
                <a:lnTo>
                  <a:pt x="108096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93" name="任意形状 492">
            <a:extLst>
              <a:ext uri="{FF2B5EF4-FFF2-40B4-BE49-F238E27FC236}">
                <a16:creationId xmlns:a16="http://schemas.microsoft.com/office/drawing/2014/main" id="{93C771BE-B2AA-A24F-A870-593D87420061}"/>
              </a:ext>
            </a:extLst>
          </p:cNvPr>
          <p:cNvSpPr/>
          <p:nvPr/>
        </p:nvSpPr>
        <p:spPr>
          <a:xfrm>
            <a:off x="7500502" y="4661244"/>
            <a:ext cx="37329" cy="63791"/>
          </a:xfrm>
          <a:custGeom>
            <a:avLst/>
            <a:gdLst>
              <a:gd name="connsiteX0" fmla="*/ 0 w 159178"/>
              <a:gd name="connsiteY0" fmla="*/ 0 h 374813"/>
              <a:gd name="connsiteX1" fmla="*/ 159179 w 159178"/>
              <a:gd name="connsiteY1" fmla="*/ 0 h 374813"/>
              <a:gd name="connsiteX2" fmla="*/ 159179 w 159178"/>
              <a:gd name="connsiteY2" fmla="*/ 374814 h 374813"/>
              <a:gd name="connsiteX3" fmla="*/ 0 w 159178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178" h="374813">
                <a:moveTo>
                  <a:pt x="0" y="0"/>
                </a:moveTo>
                <a:lnTo>
                  <a:pt x="159179" y="0"/>
                </a:lnTo>
                <a:lnTo>
                  <a:pt x="159179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94" name="任意形状 493">
            <a:extLst>
              <a:ext uri="{FF2B5EF4-FFF2-40B4-BE49-F238E27FC236}">
                <a16:creationId xmlns:a16="http://schemas.microsoft.com/office/drawing/2014/main" id="{B1DF2878-60FA-8E42-9583-7B29E855B2AD}"/>
              </a:ext>
            </a:extLst>
          </p:cNvPr>
          <p:cNvSpPr/>
          <p:nvPr/>
        </p:nvSpPr>
        <p:spPr>
          <a:xfrm>
            <a:off x="7500502" y="4847673"/>
            <a:ext cx="58689" cy="63791"/>
          </a:xfrm>
          <a:custGeom>
            <a:avLst/>
            <a:gdLst>
              <a:gd name="connsiteX0" fmla="*/ 0 w 246546"/>
              <a:gd name="connsiteY0" fmla="*/ 0 h 374813"/>
              <a:gd name="connsiteX1" fmla="*/ 246546 w 246546"/>
              <a:gd name="connsiteY1" fmla="*/ 0 h 374813"/>
              <a:gd name="connsiteX2" fmla="*/ 246546 w 246546"/>
              <a:gd name="connsiteY2" fmla="*/ 374813 h 374813"/>
              <a:gd name="connsiteX3" fmla="*/ 0 w 246546"/>
              <a:gd name="connsiteY3" fmla="*/ 374813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546" h="374813">
                <a:moveTo>
                  <a:pt x="0" y="0"/>
                </a:moveTo>
                <a:lnTo>
                  <a:pt x="246546" y="0"/>
                </a:lnTo>
                <a:lnTo>
                  <a:pt x="246546" y="374813"/>
                </a:lnTo>
                <a:lnTo>
                  <a:pt x="0" y="37481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495" name="任意形状 494">
            <a:extLst>
              <a:ext uri="{FF2B5EF4-FFF2-40B4-BE49-F238E27FC236}">
                <a16:creationId xmlns:a16="http://schemas.microsoft.com/office/drawing/2014/main" id="{37D10398-7899-7E46-9659-A75E1C03B70E}"/>
              </a:ext>
            </a:extLst>
          </p:cNvPr>
          <p:cNvSpPr/>
          <p:nvPr/>
        </p:nvSpPr>
        <p:spPr>
          <a:xfrm>
            <a:off x="7558494" y="4388477"/>
            <a:ext cx="1694" cy="542221"/>
          </a:xfrm>
          <a:custGeom>
            <a:avLst/>
            <a:gdLst>
              <a:gd name="connsiteX0" fmla="*/ 0 w 7222"/>
              <a:gd name="connsiteY0" fmla="*/ 2473761 h 2473760"/>
              <a:gd name="connsiteX1" fmla="*/ 0 w 7222"/>
              <a:gd name="connsiteY1" fmla="*/ 0 h 2473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22" h="2473760">
                <a:moveTo>
                  <a:pt x="0" y="2473761"/>
                </a:moveTo>
                <a:lnTo>
                  <a:pt x="0" y="0"/>
                </a:lnTo>
              </a:path>
            </a:pathLst>
          </a:custGeom>
          <a:noFill/>
          <a:ln w="6350" cap="flat">
            <a:solidFill>
              <a:srgbClr val="212121"/>
            </a:solidFill>
            <a:custDash>
              <a:ds d="416250" sp="180000"/>
            </a:custDash>
            <a:round/>
          </a:ln>
        </p:spPr>
        <p:txBody>
          <a:bodyPr rtlCol="0" anchor="ctr"/>
          <a:lstStyle/>
          <a:p>
            <a:endParaRPr lang="zh-CN" altLang="en-US" dirty="0"/>
          </a:p>
        </p:txBody>
      </p:sp>
      <p:cxnSp>
        <p:nvCxnSpPr>
          <p:cNvPr id="496" name="直线连接符 495">
            <a:extLst>
              <a:ext uri="{FF2B5EF4-FFF2-40B4-BE49-F238E27FC236}">
                <a16:creationId xmlns:a16="http://schemas.microsoft.com/office/drawing/2014/main" id="{23A94EDD-C8A6-EB4D-99F8-51EA1D4F8827}"/>
              </a:ext>
            </a:extLst>
          </p:cNvPr>
          <p:cNvCxnSpPr>
            <a:cxnSpLocks/>
          </p:cNvCxnSpPr>
          <p:nvPr/>
        </p:nvCxnSpPr>
        <p:spPr>
          <a:xfrm>
            <a:off x="7500502" y="4384092"/>
            <a:ext cx="0" cy="549317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直线连接符 496">
            <a:extLst>
              <a:ext uri="{FF2B5EF4-FFF2-40B4-BE49-F238E27FC236}">
                <a16:creationId xmlns:a16="http://schemas.microsoft.com/office/drawing/2014/main" id="{897A6236-453D-A64B-A7F7-E60394B946CB}"/>
              </a:ext>
            </a:extLst>
          </p:cNvPr>
          <p:cNvCxnSpPr>
            <a:cxnSpLocks/>
          </p:cNvCxnSpPr>
          <p:nvPr/>
        </p:nvCxnSpPr>
        <p:spPr>
          <a:xfrm>
            <a:off x="7500502" y="4933408"/>
            <a:ext cx="155414" cy="62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8" name="组合 497">
            <a:extLst>
              <a:ext uri="{FF2B5EF4-FFF2-40B4-BE49-F238E27FC236}">
                <a16:creationId xmlns:a16="http://schemas.microsoft.com/office/drawing/2014/main" id="{7CEF00D9-EDD6-C74F-AA84-56A322E89F75}"/>
              </a:ext>
            </a:extLst>
          </p:cNvPr>
          <p:cNvGrpSpPr/>
          <p:nvPr/>
        </p:nvGrpSpPr>
        <p:grpSpPr>
          <a:xfrm>
            <a:off x="7558381" y="4932780"/>
            <a:ext cx="73187" cy="26644"/>
            <a:chOff x="1075598" y="6230342"/>
            <a:chExt cx="80807" cy="30073"/>
          </a:xfrm>
        </p:grpSpPr>
        <p:cxnSp>
          <p:nvCxnSpPr>
            <p:cNvPr id="499" name="直线连接符 498">
              <a:extLst>
                <a:ext uri="{FF2B5EF4-FFF2-40B4-BE49-F238E27FC236}">
                  <a16:creationId xmlns:a16="http://schemas.microsoft.com/office/drawing/2014/main" id="{F0D87C7B-AEE7-6341-8C47-C539305CF1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5598" y="6230342"/>
              <a:ext cx="0" cy="300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直线连接符 499">
              <a:extLst>
                <a:ext uri="{FF2B5EF4-FFF2-40B4-BE49-F238E27FC236}">
                  <a16:creationId xmlns:a16="http://schemas.microsoft.com/office/drawing/2014/main" id="{934E4557-28D5-FE42-A537-15E033CD74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05" y="6230343"/>
              <a:ext cx="0" cy="300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03" name="文本框 502">
            <a:extLst>
              <a:ext uri="{FF2B5EF4-FFF2-40B4-BE49-F238E27FC236}">
                <a16:creationId xmlns:a16="http://schemas.microsoft.com/office/drawing/2014/main" id="{C22197A0-5930-4B4C-8E49-686713D2B8F8}"/>
              </a:ext>
            </a:extLst>
          </p:cNvPr>
          <p:cNvSpPr txBox="1"/>
          <p:nvPr/>
        </p:nvSpPr>
        <p:spPr>
          <a:xfrm>
            <a:off x="7341089" y="5074496"/>
            <a:ext cx="66540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单比特门误差</a:t>
            </a:r>
          </a:p>
        </p:txBody>
      </p:sp>
      <p:grpSp>
        <p:nvGrpSpPr>
          <p:cNvPr id="504" name="组合 503">
            <a:extLst>
              <a:ext uri="{FF2B5EF4-FFF2-40B4-BE49-F238E27FC236}">
                <a16:creationId xmlns:a16="http://schemas.microsoft.com/office/drawing/2014/main" id="{DA66B154-405B-4D42-AED8-ED80E1867217}"/>
              </a:ext>
            </a:extLst>
          </p:cNvPr>
          <p:cNvGrpSpPr/>
          <p:nvPr/>
        </p:nvGrpSpPr>
        <p:grpSpPr>
          <a:xfrm>
            <a:off x="7382935" y="5005655"/>
            <a:ext cx="690716" cy="146077"/>
            <a:chOff x="987441" y="6021623"/>
            <a:chExt cx="762631" cy="164876"/>
          </a:xfrm>
        </p:grpSpPr>
        <p:sp>
          <p:nvSpPr>
            <p:cNvPr id="505" name="矩形 504">
              <a:extLst>
                <a:ext uri="{FF2B5EF4-FFF2-40B4-BE49-F238E27FC236}">
                  <a16:creationId xmlns:a16="http://schemas.microsoft.com/office/drawing/2014/main" id="{0F612F72-0671-5B44-8CC0-74DAD27E534A}"/>
                </a:ext>
              </a:extLst>
            </p:cNvPr>
            <p:cNvSpPr/>
            <p:nvPr/>
          </p:nvSpPr>
          <p:spPr>
            <a:xfrm>
              <a:off x="1016464" y="6021623"/>
              <a:ext cx="582791" cy="45719"/>
            </a:xfrm>
            <a:prstGeom prst="rect">
              <a:avLst/>
            </a:prstGeom>
            <a:gradFill>
              <a:gsLst>
                <a:gs pos="2000">
                  <a:schemeClr val="accent1">
                    <a:lumMod val="5000"/>
                    <a:lumOff val="95000"/>
                  </a:schemeClr>
                </a:gs>
                <a:gs pos="24000">
                  <a:schemeClr val="accent5">
                    <a:lumMod val="20000"/>
                    <a:lumOff val="8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75000">
                  <a:schemeClr val="accent5">
                    <a:lumMod val="75000"/>
                  </a:schemeClr>
                </a:gs>
                <a:gs pos="100000">
                  <a:schemeClr val="accent5">
                    <a:lumMod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06" name="组合 505">
              <a:extLst>
                <a:ext uri="{FF2B5EF4-FFF2-40B4-BE49-F238E27FC236}">
                  <a16:creationId xmlns:a16="http://schemas.microsoft.com/office/drawing/2014/main" id="{05A026A1-DFA0-6545-BDEE-64EF24DE49D2}"/>
                </a:ext>
              </a:extLst>
            </p:cNvPr>
            <p:cNvGrpSpPr/>
            <p:nvPr/>
          </p:nvGrpSpPr>
          <p:grpSpPr>
            <a:xfrm>
              <a:off x="987441" y="6048000"/>
              <a:ext cx="762631" cy="138499"/>
              <a:chOff x="987441" y="6327261"/>
              <a:chExt cx="762631" cy="138499"/>
            </a:xfrm>
          </p:grpSpPr>
          <p:grpSp>
            <p:nvGrpSpPr>
              <p:cNvPr id="507" name="组合 506">
                <a:extLst>
                  <a:ext uri="{FF2B5EF4-FFF2-40B4-BE49-F238E27FC236}">
                    <a16:creationId xmlns:a16="http://schemas.microsoft.com/office/drawing/2014/main" id="{DD1C37BC-AA35-9949-B124-AB77CE30C0AF}"/>
                  </a:ext>
                </a:extLst>
              </p:cNvPr>
              <p:cNvGrpSpPr/>
              <p:nvPr/>
            </p:nvGrpSpPr>
            <p:grpSpPr>
              <a:xfrm>
                <a:off x="1015386" y="6346446"/>
                <a:ext cx="582793" cy="27587"/>
                <a:chOff x="1045635" y="6354163"/>
                <a:chExt cx="582793" cy="27587"/>
              </a:xfrm>
            </p:grpSpPr>
            <p:cxnSp>
              <p:nvCxnSpPr>
                <p:cNvPr id="512" name="直线连接符 511">
                  <a:extLst>
                    <a:ext uri="{FF2B5EF4-FFF2-40B4-BE49-F238E27FC236}">
                      <a16:creationId xmlns:a16="http://schemas.microsoft.com/office/drawing/2014/main" id="{8E866032-9B14-8B47-BB76-F1324946EA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67910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3" name="直线连接符 512">
                  <a:extLst>
                    <a:ext uri="{FF2B5EF4-FFF2-40B4-BE49-F238E27FC236}">
                      <a16:creationId xmlns:a16="http://schemas.microsoft.com/office/drawing/2014/main" id="{58ADB030-A86B-4B4A-9504-7EBAF7B755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26509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4" name="直线连接符 513">
                  <a:extLst>
                    <a:ext uri="{FF2B5EF4-FFF2-40B4-BE49-F238E27FC236}">
                      <a16:creationId xmlns:a16="http://schemas.microsoft.com/office/drawing/2014/main" id="{9BEFFFF2-F1A0-1B4F-8EBA-8ADBBD8C2B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50710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5" name="直线连接符 514">
                  <a:extLst>
                    <a:ext uri="{FF2B5EF4-FFF2-40B4-BE49-F238E27FC236}">
                      <a16:creationId xmlns:a16="http://schemas.microsoft.com/office/drawing/2014/main" id="{8FB392FD-6A10-8240-98CD-CB59BE0B49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5635" y="6354163"/>
                  <a:ext cx="582793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6" name="直线连接符 515">
                  <a:extLst>
                    <a:ext uri="{FF2B5EF4-FFF2-40B4-BE49-F238E27FC236}">
                      <a16:creationId xmlns:a16="http://schemas.microsoft.com/office/drawing/2014/main" id="{308ADE74-05DD-FE4A-A082-C39CA948E7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06135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8" name="文本框 507">
                <a:extLst>
                  <a:ext uri="{FF2B5EF4-FFF2-40B4-BE49-F238E27FC236}">
                    <a16:creationId xmlns:a16="http://schemas.microsoft.com/office/drawing/2014/main" id="{4F5E3E55-F59B-F644-A40D-5F898D5DCF7A}"/>
                  </a:ext>
                </a:extLst>
              </p:cNvPr>
              <p:cNvSpPr txBox="1"/>
              <p:nvPr/>
            </p:nvSpPr>
            <p:spPr>
              <a:xfrm>
                <a:off x="987441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0.045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9" name="文本框 508">
                <a:extLst>
                  <a:ext uri="{FF2B5EF4-FFF2-40B4-BE49-F238E27FC236}">
                    <a16:creationId xmlns:a16="http://schemas.microsoft.com/office/drawing/2014/main" id="{945C6B92-D260-7345-B468-DA862886C465}"/>
                  </a:ext>
                </a:extLst>
              </p:cNvPr>
              <p:cNvSpPr txBox="1"/>
              <p:nvPr/>
            </p:nvSpPr>
            <p:spPr>
              <a:xfrm>
                <a:off x="1141962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0.050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0" name="文本框 509">
                <a:extLst>
                  <a:ext uri="{FF2B5EF4-FFF2-40B4-BE49-F238E27FC236}">
                    <a16:creationId xmlns:a16="http://schemas.microsoft.com/office/drawing/2014/main" id="{AF039D6B-286E-9843-BE11-FD685E13F9C2}"/>
                  </a:ext>
                </a:extLst>
              </p:cNvPr>
              <p:cNvSpPr txBox="1"/>
              <p:nvPr/>
            </p:nvSpPr>
            <p:spPr>
              <a:xfrm>
                <a:off x="1299745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0.055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1" name="文本框 510">
                <a:extLst>
                  <a:ext uri="{FF2B5EF4-FFF2-40B4-BE49-F238E27FC236}">
                    <a16:creationId xmlns:a16="http://schemas.microsoft.com/office/drawing/2014/main" id="{952EDC2C-1396-BA4C-88A7-7A577019FAB3}"/>
                  </a:ext>
                </a:extLst>
              </p:cNvPr>
              <p:cNvSpPr txBox="1"/>
              <p:nvPr/>
            </p:nvSpPr>
            <p:spPr>
              <a:xfrm>
                <a:off x="1451638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0.060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517" name="文本框 516">
            <a:extLst>
              <a:ext uri="{FF2B5EF4-FFF2-40B4-BE49-F238E27FC236}">
                <a16:creationId xmlns:a16="http://schemas.microsoft.com/office/drawing/2014/main" id="{7D8BC4CC-A167-9E4B-882B-AF8481ED31C6}"/>
              </a:ext>
            </a:extLst>
          </p:cNvPr>
          <p:cNvSpPr txBox="1"/>
          <p:nvPr/>
        </p:nvSpPr>
        <p:spPr>
          <a:xfrm>
            <a:off x="8110505" y="5073382"/>
            <a:ext cx="74829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CNOT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门误差</a:t>
            </a:r>
          </a:p>
        </p:txBody>
      </p:sp>
      <p:grpSp>
        <p:nvGrpSpPr>
          <p:cNvPr id="518" name="组合 517">
            <a:extLst>
              <a:ext uri="{FF2B5EF4-FFF2-40B4-BE49-F238E27FC236}">
                <a16:creationId xmlns:a16="http://schemas.microsoft.com/office/drawing/2014/main" id="{415732DA-16EA-5B49-B241-48C94389A6AB}"/>
              </a:ext>
            </a:extLst>
          </p:cNvPr>
          <p:cNvGrpSpPr/>
          <p:nvPr/>
        </p:nvGrpSpPr>
        <p:grpSpPr>
          <a:xfrm>
            <a:off x="8118588" y="4997100"/>
            <a:ext cx="690716" cy="147692"/>
            <a:chOff x="1729511" y="6012667"/>
            <a:chExt cx="762631" cy="166699"/>
          </a:xfrm>
        </p:grpSpPr>
        <p:sp>
          <p:nvSpPr>
            <p:cNvPr id="519" name="矩形 518">
              <a:extLst>
                <a:ext uri="{FF2B5EF4-FFF2-40B4-BE49-F238E27FC236}">
                  <a16:creationId xmlns:a16="http://schemas.microsoft.com/office/drawing/2014/main" id="{2C15412A-0F4F-B14C-B7B6-C2963DD10944}"/>
                </a:ext>
              </a:extLst>
            </p:cNvPr>
            <p:cNvSpPr/>
            <p:nvPr/>
          </p:nvSpPr>
          <p:spPr>
            <a:xfrm>
              <a:off x="1757458" y="6012667"/>
              <a:ext cx="582791" cy="45719"/>
            </a:xfrm>
            <a:prstGeom prst="rect">
              <a:avLst/>
            </a:prstGeom>
            <a:gradFill>
              <a:gsLst>
                <a:gs pos="2000">
                  <a:schemeClr val="accent1">
                    <a:lumMod val="5000"/>
                    <a:lumOff val="95000"/>
                  </a:schemeClr>
                </a:gs>
                <a:gs pos="24000">
                  <a:schemeClr val="accent5">
                    <a:lumMod val="20000"/>
                    <a:lumOff val="8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75000">
                  <a:schemeClr val="accent5">
                    <a:lumMod val="75000"/>
                  </a:schemeClr>
                </a:gs>
                <a:gs pos="100000">
                  <a:schemeClr val="accent5">
                    <a:lumMod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20" name="组合 519">
              <a:extLst>
                <a:ext uri="{FF2B5EF4-FFF2-40B4-BE49-F238E27FC236}">
                  <a16:creationId xmlns:a16="http://schemas.microsoft.com/office/drawing/2014/main" id="{596BDBB4-F396-814A-96B4-493090EE24F8}"/>
                </a:ext>
              </a:extLst>
            </p:cNvPr>
            <p:cNvGrpSpPr/>
            <p:nvPr/>
          </p:nvGrpSpPr>
          <p:grpSpPr>
            <a:xfrm>
              <a:off x="1729511" y="6040867"/>
              <a:ext cx="762631" cy="138499"/>
              <a:chOff x="987441" y="6327261"/>
              <a:chExt cx="762631" cy="138499"/>
            </a:xfrm>
          </p:grpSpPr>
          <p:grpSp>
            <p:nvGrpSpPr>
              <p:cNvPr id="521" name="组合 520">
                <a:extLst>
                  <a:ext uri="{FF2B5EF4-FFF2-40B4-BE49-F238E27FC236}">
                    <a16:creationId xmlns:a16="http://schemas.microsoft.com/office/drawing/2014/main" id="{C5ED56F2-2CCB-4F45-B63B-15DDF59BFE93}"/>
                  </a:ext>
                </a:extLst>
              </p:cNvPr>
              <p:cNvGrpSpPr/>
              <p:nvPr/>
            </p:nvGrpSpPr>
            <p:grpSpPr>
              <a:xfrm>
                <a:off x="1015386" y="6346446"/>
                <a:ext cx="582793" cy="27587"/>
                <a:chOff x="1045635" y="6354163"/>
                <a:chExt cx="582793" cy="27587"/>
              </a:xfrm>
            </p:grpSpPr>
            <p:cxnSp>
              <p:nvCxnSpPr>
                <p:cNvPr id="526" name="直线连接符 525">
                  <a:extLst>
                    <a:ext uri="{FF2B5EF4-FFF2-40B4-BE49-F238E27FC236}">
                      <a16:creationId xmlns:a16="http://schemas.microsoft.com/office/drawing/2014/main" id="{2C370DB3-B256-8C41-9570-09303EA52F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67910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直线连接符 526">
                  <a:extLst>
                    <a:ext uri="{FF2B5EF4-FFF2-40B4-BE49-F238E27FC236}">
                      <a16:creationId xmlns:a16="http://schemas.microsoft.com/office/drawing/2014/main" id="{5135E25D-03FD-F94C-BB7E-B121762DAF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26509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直线连接符 527">
                  <a:extLst>
                    <a:ext uri="{FF2B5EF4-FFF2-40B4-BE49-F238E27FC236}">
                      <a16:creationId xmlns:a16="http://schemas.microsoft.com/office/drawing/2014/main" id="{19F0ADF9-45BC-4043-AD6A-93E10F5AB3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50710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直线连接符 528">
                  <a:extLst>
                    <a:ext uri="{FF2B5EF4-FFF2-40B4-BE49-F238E27FC236}">
                      <a16:creationId xmlns:a16="http://schemas.microsoft.com/office/drawing/2014/main" id="{FFE8C3A1-B9C5-2C4C-8BF5-86F7E9F9DE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5635" y="6354163"/>
                  <a:ext cx="582793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直线连接符 529">
                  <a:extLst>
                    <a:ext uri="{FF2B5EF4-FFF2-40B4-BE49-F238E27FC236}">
                      <a16:creationId xmlns:a16="http://schemas.microsoft.com/office/drawing/2014/main" id="{8C500492-DD02-594D-9C95-31147DD797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06135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2" name="文本框 521">
                <a:extLst>
                  <a:ext uri="{FF2B5EF4-FFF2-40B4-BE49-F238E27FC236}">
                    <a16:creationId xmlns:a16="http://schemas.microsoft.com/office/drawing/2014/main" id="{62E53567-C766-BB40-9385-230CE9A7DD12}"/>
                  </a:ext>
                </a:extLst>
              </p:cNvPr>
              <p:cNvSpPr txBox="1"/>
              <p:nvPr/>
            </p:nvSpPr>
            <p:spPr>
              <a:xfrm>
                <a:off x="987441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0.075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3" name="文本框 522">
                <a:extLst>
                  <a:ext uri="{FF2B5EF4-FFF2-40B4-BE49-F238E27FC236}">
                    <a16:creationId xmlns:a16="http://schemas.microsoft.com/office/drawing/2014/main" id="{D3A49B8B-11BF-EE48-8B84-B234139E39B9}"/>
                  </a:ext>
                </a:extLst>
              </p:cNvPr>
              <p:cNvSpPr txBox="1"/>
              <p:nvPr/>
            </p:nvSpPr>
            <p:spPr>
              <a:xfrm>
                <a:off x="1141962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0.090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4" name="文本框 523">
                <a:extLst>
                  <a:ext uri="{FF2B5EF4-FFF2-40B4-BE49-F238E27FC236}">
                    <a16:creationId xmlns:a16="http://schemas.microsoft.com/office/drawing/2014/main" id="{ACB76262-0A7B-4540-8552-B56583F9B591}"/>
                  </a:ext>
                </a:extLst>
              </p:cNvPr>
              <p:cNvSpPr txBox="1"/>
              <p:nvPr/>
            </p:nvSpPr>
            <p:spPr>
              <a:xfrm>
                <a:off x="1299745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0.105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25" name="文本框 524">
                <a:extLst>
                  <a:ext uri="{FF2B5EF4-FFF2-40B4-BE49-F238E27FC236}">
                    <a16:creationId xmlns:a16="http://schemas.microsoft.com/office/drawing/2014/main" id="{5103DEE6-36CE-A847-B39B-771E78058D2A}"/>
                  </a:ext>
                </a:extLst>
              </p:cNvPr>
              <p:cNvSpPr txBox="1"/>
              <p:nvPr/>
            </p:nvSpPr>
            <p:spPr>
              <a:xfrm>
                <a:off x="1451638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0.120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31" name="组合 530">
            <a:extLst>
              <a:ext uri="{FF2B5EF4-FFF2-40B4-BE49-F238E27FC236}">
                <a16:creationId xmlns:a16="http://schemas.microsoft.com/office/drawing/2014/main" id="{ABA358B4-E944-A34F-9F58-418FEAEB4DEB}"/>
              </a:ext>
            </a:extLst>
          </p:cNvPr>
          <p:cNvGrpSpPr/>
          <p:nvPr/>
        </p:nvGrpSpPr>
        <p:grpSpPr>
          <a:xfrm>
            <a:off x="7670685" y="4246089"/>
            <a:ext cx="734053" cy="773140"/>
            <a:chOff x="1467668" y="5039599"/>
            <a:chExt cx="810480" cy="872637"/>
          </a:xfrm>
        </p:grpSpPr>
        <p:sp>
          <p:nvSpPr>
            <p:cNvPr id="532" name="任意形状 531">
              <a:extLst>
                <a:ext uri="{FF2B5EF4-FFF2-40B4-BE49-F238E27FC236}">
                  <a16:creationId xmlns:a16="http://schemas.microsoft.com/office/drawing/2014/main" id="{CE8319D8-9CDA-9C49-98E6-DA615C58FD6A}"/>
                </a:ext>
              </a:extLst>
            </p:cNvPr>
            <p:cNvSpPr/>
            <p:nvPr/>
          </p:nvSpPr>
          <p:spPr>
            <a:xfrm rot="18817775">
              <a:off x="1752609" y="5033398"/>
              <a:ext cx="241727" cy="254129"/>
            </a:xfrm>
            <a:custGeom>
              <a:avLst/>
              <a:gdLst>
                <a:gd name="connsiteX0" fmla="*/ 427558 w 427557"/>
                <a:gd name="connsiteY0" fmla="*/ 427558 h 427557"/>
                <a:gd name="connsiteX1" fmla="*/ 0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427558" y="427558"/>
                  </a:moveTo>
                  <a:lnTo>
                    <a:pt x="0" y="0"/>
                  </a:lnTo>
                </a:path>
              </a:pathLst>
            </a:custGeom>
            <a:noFill/>
            <a:ln w="36105" cap="sq">
              <a:solidFill>
                <a:schemeClr val="accent5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3" name="任意形状 532">
              <a:extLst>
                <a:ext uri="{FF2B5EF4-FFF2-40B4-BE49-F238E27FC236}">
                  <a16:creationId xmlns:a16="http://schemas.microsoft.com/office/drawing/2014/main" id="{E0C964B5-B581-4343-8802-0278ED09DDE4}"/>
                </a:ext>
              </a:extLst>
            </p:cNvPr>
            <p:cNvSpPr/>
            <p:nvPr/>
          </p:nvSpPr>
          <p:spPr>
            <a:xfrm rot="18872136">
              <a:off x="1909607" y="5369727"/>
              <a:ext cx="241727" cy="254129"/>
            </a:xfrm>
            <a:custGeom>
              <a:avLst/>
              <a:gdLst>
                <a:gd name="connsiteX0" fmla="*/ 427558 w 427557"/>
                <a:gd name="connsiteY0" fmla="*/ 427558 h 427557"/>
                <a:gd name="connsiteX1" fmla="*/ 0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427558" y="427558"/>
                  </a:moveTo>
                  <a:lnTo>
                    <a:pt x="0" y="0"/>
                  </a:lnTo>
                </a:path>
              </a:pathLst>
            </a:custGeom>
            <a:noFill/>
            <a:ln w="36105" cap="sq">
              <a:solidFill>
                <a:schemeClr val="accent5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4" name="任意形状 533">
              <a:extLst>
                <a:ext uri="{FF2B5EF4-FFF2-40B4-BE49-F238E27FC236}">
                  <a16:creationId xmlns:a16="http://schemas.microsoft.com/office/drawing/2014/main" id="{6434615E-6E6F-7342-B198-D7261543BB8B}"/>
                </a:ext>
              </a:extLst>
            </p:cNvPr>
            <p:cNvSpPr/>
            <p:nvPr/>
          </p:nvSpPr>
          <p:spPr>
            <a:xfrm rot="18817775">
              <a:off x="1595635" y="5369726"/>
              <a:ext cx="241727" cy="254129"/>
            </a:xfrm>
            <a:custGeom>
              <a:avLst/>
              <a:gdLst>
                <a:gd name="connsiteX0" fmla="*/ 427558 w 427557"/>
                <a:gd name="connsiteY0" fmla="*/ 427558 h 427557"/>
                <a:gd name="connsiteX1" fmla="*/ 0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427558" y="427558"/>
                  </a:moveTo>
                  <a:lnTo>
                    <a:pt x="0" y="0"/>
                  </a:lnTo>
                </a:path>
              </a:pathLst>
            </a:custGeom>
            <a:noFill/>
            <a:ln w="36105" cap="sq">
              <a:solidFill>
                <a:schemeClr val="accent5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5" name="任意形状 534">
              <a:extLst>
                <a:ext uri="{FF2B5EF4-FFF2-40B4-BE49-F238E27FC236}">
                  <a16:creationId xmlns:a16="http://schemas.microsoft.com/office/drawing/2014/main" id="{BDD05E6B-29F8-AF47-8C99-F8E2BA58A21C}"/>
                </a:ext>
              </a:extLst>
            </p:cNvPr>
            <p:cNvSpPr/>
            <p:nvPr/>
          </p:nvSpPr>
          <p:spPr>
            <a:xfrm>
              <a:off x="1521529" y="5169477"/>
              <a:ext cx="182580" cy="328761"/>
            </a:xfrm>
            <a:custGeom>
              <a:avLst/>
              <a:gdLst>
                <a:gd name="connsiteX0" fmla="*/ 0 w 427557"/>
                <a:gd name="connsiteY0" fmla="*/ 427558 h 427557"/>
                <a:gd name="connsiteX1" fmla="*/ 427558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0" y="427558"/>
                  </a:moveTo>
                  <a:lnTo>
                    <a:pt x="427558" y="0"/>
                  </a:lnTo>
                </a:path>
              </a:pathLst>
            </a:custGeom>
            <a:noFill/>
            <a:ln w="36105" cap="sq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6" name="任意形状 535">
              <a:extLst>
                <a:ext uri="{FF2B5EF4-FFF2-40B4-BE49-F238E27FC236}">
                  <a16:creationId xmlns:a16="http://schemas.microsoft.com/office/drawing/2014/main" id="{10E55A1E-2B69-1249-8546-C8D8B0D87F16}"/>
                </a:ext>
              </a:extLst>
            </p:cNvPr>
            <p:cNvSpPr/>
            <p:nvPr/>
          </p:nvSpPr>
          <p:spPr>
            <a:xfrm>
              <a:off x="1864149" y="5503057"/>
              <a:ext cx="357154" cy="337802"/>
            </a:xfrm>
            <a:custGeom>
              <a:avLst/>
              <a:gdLst>
                <a:gd name="connsiteX0" fmla="*/ 0 w 427557"/>
                <a:gd name="connsiteY0" fmla="*/ 427558 h 427557"/>
                <a:gd name="connsiteX1" fmla="*/ 427558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0" y="427558"/>
                  </a:moveTo>
                  <a:lnTo>
                    <a:pt x="427558" y="0"/>
                  </a:lnTo>
                </a:path>
              </a:pathLst>
            </a:custGeom>
            <a:noFill/>
            <a:ln w="36105" cap="sq">
              <a:solidFill>
                <a:schemeClr val="accent5">
                  <a:lumMod val="5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37" name="任意形状 536">
              <a:extLst>
                <a:ext uri="{FF2B5EF4-FFF2-40B4-BE49-F238E27FC236}">
                  <a16:creationId xmlns:a16="http://schemas.microsoft.com/office/drawing/2014/main" id="{CDA9FE42-98AD-FF46-962B-A4953E44178C}"/>
                </a:ext>
              </a:extLst>
            </p:cNvPr>
            <p:cNvSpPr/>
            <p:nvPr/>
          </p:nvSpPr>
          <p:spPr>
            <a:xfrm>
              <a:off x="1467668" y="5429456"/>
              <a:ext cx="142759" cy="142758"/>
            </a:xfrm>
            <a:custGeom>
              <a:avLst/>
              <a:gdLst>
                <a:gd name="connsiteX0" fmla="*/ 178151 w 356302"/>
                <a:gd name="connsiteY0" fmla="*/ 356296 h 356295"/>
                <a:gd name="connsiteX1" fmla="*/ 304122 w 356302"/>
                <a:gd name="connsiteY1" fmla="*/ 304122 h 356295"/>
                <a:gd name="connsiteX2" fmla="*/ 356303 w 356302"/>
                <a:gd name="connsiteY2" fmla="*/ 178151 h 356295"/>
                <a:gd name="connsiteX3" fmla="*/ 304122 w 356302"/>
                <a:gd name="connsiteY3" fmla="*/ 52181 h 356295"/>
                <a:gd name="connsiteX4" fmla="*/ 178151 w 356302"/>
                <a:gd name="connsiteY4" fmla="*/ 0 h 356295"/>
                <a:gd name="connsiteX5" fmla="*/ 52181 w 356302"/>
                <a:gd name="connsiteY5" fmla="*/ 52181 h 356295"/>
                <a:gd name="connsiteX6" fmla="*/ 0 w 356302"/>
                <a:gd name="connsiteY6" fmla="*/ 178151 h 356295"/>
                <a:gd name="connsiteX7" fmla="*/ 52181 w 356302"/>
                <a:gd name="connsiteY7" fmla="*/ 304122 h 356295"/>
                <a:gd name="connsiteX8" fmla="*/ 178151 w 356302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2" h="356295">
                  <a:moveTo>
                    <a:pt x="178151" y="356296"/>
                  </a:moveTo>
                  <a:cubicBezTo>
                    <a:pt x="225399" y="356296"/>
                    <a:pt x="270712" y="337525"/>
                    <a:pt x="304122" y="304122"/>
                  </a:cubicBezTo>
                  <a:cubicBezTo>
                    <a:pt x="337532" y="270712"/>
                    <a:pt x="356303" y="225392"/>
                    <a:pt x="356303" y="178151"/>
                  </a:cubicBezTo>
                  <a:cubicBezTo>
                    <a:pt x="356303" y="130903"/>
                    <a:pt x="337532" y="85584"/>
                    <a:pt x="304122" y="52181"/>
                  </a:cubicBezTo>
                  <a:cubicBezTo>
                    <a:pt x="270712" y="18771"/>
                    <a:pt x="225399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8" y="85584"/>
                    <a:pt x="0" y="130903"/>
                    <a:pt x="0" y="178151"/>
                  </a:cubicBezTo>
                  <a:cubicBezTo>
                    <a:pt x="0" y="225392"/>
                    <a:pt x="18778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538" name="任意形状 537">
              <a:extLst>
                <a:ext uri="{FF2B5EF4-FFF2-40B4-BE49-F238E27FC236}">
                  <a16:creationId xmlns:a16="http://schemas.microsoft.com/office/drawing/2014/main" id="{33028409-72AC-CA40-B74D-9A94FA358F82}"/>
                </a:ext>
              </a:extLst>
            </p:cNvPr>
            <p:cNvSpPr/>
            <p:nvPr/>
          </p:nvSpPr>
          <p:spPr>
            <a:xfrm>
              <a:off x="1634597" y="5089431"/>
              <a:ext cx="142761" cy="142761"/>
            </a:xfrm>
            <a:custGeom>
              <a:avLst/>
              <a:gdLst>
                <a:gd name="connsiteX0" fmla="*/ 178151 w 356303"/>
                <a:gd name="connsiteY0" fmla="*/ 356303 h 356302"/>
                <a:gd name="connsiteX1" fmla="*/ 304122 w 356303"/>
                <a:gd name="connsiteY1" fmla="*/ 304122 h 356302"/>
                <a:gd name="connsiteX2" fmla="*/ 356303 w 356303"/>
                <a:gd name="connsiteY2" fmla="*/ 178152 h 356302"/>
                <a:gd name="connsiteX3" fmla="*/ 304122 w 356303"/>
                <a:gd name="connsiteY3" fmla="*/ 52181 h 356302"/>
                <a:gd name="connsiteX4" fmla="*/ 178151 w 356303"/>
                <a:gd name="connsiteY4" fmla="*/ 0 h 356302"/>
                <a:gd name="connsiteX5" fmla="*/ 52181 w 356303"/>
                <a:gd name="connsiteY5" fmla="*/ 52181 h 356302"/>
                <a:gd name="connsiteX6" fmla="*/ 0 w 356303"/>
                <a:gd name="connsiteY6" fmla="*/ 178152 h 356302"/>
                <a:gd name="connsiteX7" fmla="*/ 52181 w 356303"/>
                <a:gd name="connsiteY7" fmla="*/ 304122 h 356302"/>
                <a:gd name="connsiteX8" fmla="*/ 178151 w 356303"/>
                <a:gd name="connsiteY8" fmla="*/ 356303 h 35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302">
                  <a:moveTo>
                    <a:pt x="178151" y="356303"/>
                  </a:moveTo>
                  <a:cubicBezTo>
                    <a:pt x="225400" y="356303"/>
                    <a:pt x="270712" y="337525"/>
                    <a:pt x="304122" y="304122"/>
                  </a:cubicBezTo>
                  <a:cubicBezTo>
                    <a:pt x="337533" y="270712"/>
                    <a:pt x="356303" y="225399"/>
                    <a:pt x="356303" y="178152"/>
                  </a:cubicBezTo>
                  <a:cubicBezTo>
                    <a:pt x="356303" y="130903"/>
                    <a:pt x="337533" y="85591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91"/>
                    <a:pt x="0" y="130903"/>
                    <a:pt x="0" y="178152"/>
                  </a:cubicBezTo>
                  <a:cubicBezTo>
                    <a:pt x="0" y="225399"/>
                    <a:pt x="18771" y="270712"/>
                    <a:pt x="52181" y="304122"/>
                  </a:cubicBezTo>
                  <a:cubicBezTo>
                    <a:pt x="85591" y="337525"/>
                    <a:pt x="130903" y="356303"/>
                    <a:pt x="178151" y="356303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539" name="任意形状 538">
              <a:extLst>
                <a:ext uri="{FF2B5EF4-FFF2-40B4-BE49-F238E27FC236}">
                  <a16:creationId xmlns:a16="http://schemas.microsoft.com/office/drawing/2014/main" id="{15A96BBA-1625-234E-9ECB-9E786B8B9BF7}"/>
                </a:ext>
              </a:extLst>
            </p:cNvPr>
            <p:cNvSpPr/>
            <p:nvPr/>
          </p:nvSpPr>
          <p:spPr>
            <a:xfrm>
              <a:off x="1801528" y="5429456"/>
              <a:ext cx="142761" cy="142758"/>
            </a:xfrm>
            <a:custGeom>
              <a:avLst/>
              <a:gdLst>
                <a:gd name="connsiteX0" fmla="*/ 178151 w 356303"/>
                <a:gd name="connsiteY0" fmla="*/ 356296 h 356295"/>
                <a:gd name="connsiteX1" fmla="*/ 304122 w 356303"/>
                <a:gd name="connsiteY1" fmla="*/ 304122 h 356295"/>
                <a:gd name="connsiteX2" fmla="*/ 356303 w 356303"/>
                <a:gd name="connsiteY2" fmla="*/ 178151 h 356295"/>
                <a:gd name="connsiteX3" fmla="*/ 304122 w 356303"/>
                <a:gd name="connsiteY3" fmla="*/ 52181 h 356295"/>
                <a:gd name="connsiteX4" fmla="*/ 178151 w 356303"/>
                <a:gd name="connsiteY4" fmla="*/ 0 h 356295"/>
                <a:gd name="connsiteX5" fmla="*/ 52181 w 356303"/>
                <a:gd name="connsiteY5" fmla="*/ 52181 h 356295"/>
                <a:gd name="connsiteX6" fmla="*/ 0 w 356303"/>
                <a:gd name="connsiteY6" fmla="*/ 178151 h 356295"/>
                <a:gd name="connsiteX7" fmla="*/ 52181 w 356303"/>
                <a:gd name="connsiteY7" fmla="*/ 304122 h 356295"/>
                <a:gd name="connsiteX8" fmla="*/ 178151 w 356303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295">
                  <a:moveTo>
                    <a:pt x="178151" y="356296"/>
                  </a:moveTo>
                  <a:cubicBezTo>
                    <a:pt x="225400" y="356296"/>
                    <a:pt x="270712" y="337525"/>
                    <a:pt x="304122" y="304122"/>
                  </a:cubicBezTo>
                  <a:cubicBezTo>
                    <a:pt x="337533" y="270712"/>
                    <a:pt x="356303" y="225392"/>
                    <a:pt x="356303" y="178151"/>
                  </a:cubicBezTo>
                  <a:cubicBezTo>
                    <a:pt x="356303" y="130903"/>
                    <a:pt x="337533" y="85584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84"/>
                    <a:pt x="0" y="130903"/>
                    <a:pt x="0" y="178151"/>
                  </a:cubicBezTo>
                  <a:cubicBezTo>
                    <a:pt x="0" y="225392"/>
                    <a:pt x="18771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540" name="任意形状 539">
              <a:extLst>
                <a:ext uri="{FF2B5EF4-FFF2-40B4-BE49-F238E27FC236}">
                  <a16:creationId xmlns:a16="http://schemas.microsoft.com/office/drawing/2014/main" id="{2AA2BCF8-3D14-3E42-9405-F2105415FECF}"/>
                </a:ext>
              </a:extLst>
            </p:cNvPr>
            <p:cNvSpPr/>
            <p:nvPr/>
          </p:nvSpPr>
          <p:spPr>
            <a:xfrm>
              <a:off x="2135389" y="5429456"/>
              <a:ext cx="142759" cy="142758"/>
            </a:xfrm>
            <a:custGeom>
              <a:avLst/>
              <a:gdLst>
                <a:gd name="connsiteX0" fmla="*/ 178151 w 356302"/>
                <a:gd name="connsiteY0" fmla="*/ 356296 h 356295"/>
                <a:gd name="connsiteX1" fmla="*/ 304122 w 356302"/>
                <a:gd name="connsiteY1" fmla="*/ 304122 h 356295"/>
                <a:gd name="connsiteX2" fmla="*/ 356303 w 356302"/>
                <a:gd name="connsiteY2" fmla="*/ 178151 h 356295"/>
                <a:gd name="connsiteX3" fmla="*/ 304122 w 356302"/>
                <a:gd name="connsiteY3" fmla="*/ 52181 h 356295"/>
                <a:gd name="connsiteX4" fmla="*/ 178151 w 356302"/>
                <a:gd name="connsiteY4" fmla="*/ 0 h 356295"/>
                <a:gd name="connsiteX5" fmla="*/ 52181 w 356302"/>
                <a:gd name="connsiteY5" fmla="*/ 52181 h 356295"/>
                <a:gd name="connsiteX6" fmla="*/ 0 w 356302"/>
                <a:gd name="connsiteY6" fmla="*/ 178151 h 356295"/>
                <a:gd name="connsiteX7" fmla="*/ 52181 w 356302"/>
                <a:gd name="connsiteY7" fmla="*/ 304122 h 356295"/>
                <a:gd name="connsiteX8" fmla="*/ 178151 w 356302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2" h="356295">
                  <a:moveTo>
                    <a:pt x="178151" y="356296"/>
                  </a:moveTo>
                  <a:cubicBezTo>
                    <a:pt x="225399" y="356296"/>
                    <a:pt x="270712" y="337525"/>
                    <a:pt x="304122" y="304122"/>
                  </a:cubicBezTo>
                  <a:cubicBezTo>
                    <a:pt x="337525" y="270712"/>
                    <a:pt x="356303" y="225392"/>
                    <a:pt x="356303" y="178151"/>
                  </a:cubicBezTo>
                  <a:cubicBezTo>
                    <a:pt x="356303" y="130903"/>
                    <a:pt x="337525" y="85584"/>
                    <a:pt x="304122" y="52181"/>
                  </a:cubicBezTo>
                  <a:cubicBezTo>
                    <a:pt x="270712" y="18771"/>
                    <a:pt x="225399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84"/>
                    <a:pt x="0" y="130903"/>
                    <a:pt x="0" y="178151"/>
                  </a:cubicBezTo>
                  <a:cubicBezTo>
                    <a:pt x="0" y="225392"/>
                    <a:pt x="18771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1" name="任意形状 540">
              <a:extLst>
                <a:ext uri="{FF2B5EF4-FFF2-40B4-BE49-F238E27FC236}">
                  <a16:creationId xmlns:a16="http://schemas.microsoft.com/office/drawing/2014/main" id="{18CE46CF-0D20-9648-B440-BB0EAF4D3B35}"/>
                </a:ext>
              </a:extLst>
            </p:cNvPr>
            <p:cNvSpPr/>
            <p:nvPr/>
          </p:nvSpPr>
          <p:spPr>
            <a:xfrm>
              <a:off x="1801528" y="5769478"/>
              <a:ext cx="142761" cy="142758"/>
            </a:xfrm>
            <a:custGeom>
              <a:avLst/>
              <a:gdLst>
                <a:gd name="connsiteX0" fmla="*/ 178151 w 356303"/>
                <a:gd name="connsiteY0" fmla="*/ 356296 h 356295"/>
                <a:gd name="connsiteX1" fmla="*/ 304122 w 356303"/>
                <a:gd name="connsiteY1" fmla="*/ 304122 h 356295"/>
                <a:gd name="connsiteX2" fmla="*/ 356303 w 356303"/>
                <a:gd name="connsiteY2" fmla="*/ 178151 h 356295"/>
                <a:gd name="connsiteX3" fmla="*/ 304122 w 356303"/>
                <a:gd name="connsiteY3" fmla="*/ 52181 h 356295"/>
                <a:gd name="connsiteX4" fmla="*/ 178151 w 356303"/>
                <a:gd name="connsiteY4" fmla="*/ 0 h 356295"/>
                <a:gd name="connsiteX5" fmla="*/ 52181 w 356303"/>
                <a:gd name="connsiteY5" fmla="*/ 52181 h 356295"/>
                <a:gd name="connsiteX6" fmla="*/ 0 w 356303"/>
                <a:gd name="connsiteY6" fmla="*/ 178151 h 356295"/>
                <a:gd name="connsiteX7" fmla="*/ 52181 w 356303"/>
                <a:gd name="connsiteY7" fmla="*/ 304122 h 356295"/>
                <a:gd name="connsiteX8" fmla="*/ 178151 w 356303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295">
                  <a:moveTo>
                    <a:pt x="178151" y="356296"/>
                  </a:moveTo>
                  <a:cubicBezTo>
                    <a:pt x="225400" y="356296"/>
                    <a:pt x="270712" y="337525"/>
                    <a:pt x="304122" y="304122"/>
                  </a:cubicBezTo>
                  <a:cubicBezTo>
                    <a:pt x="337533" y="270712"/>
                    <a:pt x="356303" y="225392"/>
                    <a:pt x="356303" y="178151"/>
                  </a:cubicBezTo>
                  <a:cubicBezTo>
                    <a:pt x="356303" y="130903"/>
                    <a:pt x="337533" y="85584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84"/>
                    <a:pt x="0" y="130903"/>
                    <a:pt x="0" y="178151"/>
                  </a:cubicBezTo>
                  <a:cubicBezTo>
                    <a:pt x="0" y="225392"/>
                    <a:pt x="18771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5"/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2" name="任意形状 541">
              <a:extLst>
                <a:ext uri="{FF2B5EF4-FFF2-40B4-BE49-F238E27FC236}">
                  <a16:creationId xmlns:a16="http://schemas.microsoft.com/office/drawing/2014/main" id="{22732855-79E3-8540-9C2E-6514C94AE0CF}"/>
                </a:ext>
              </a:extLst>
            </p:cNvPr>
            <p:cNvSpPr/>
            <p:nvPr/>
          </p:nvSpPr>
          <p:spPr>
            <a:xfrm>
              <a:off x="1968459" y="5089431"/>
              <a:ext cx="142761" cy="142761"/>
            </a:xfrm>
            <a:custGeom>
              <a:avLst/>
              <a:gdLst>
                <a:gd name="connsiteX0" fmla="*/ 178151 w 356303"/>
                <a:gd name="connsiteY0" fmla="*/ 356303 h 356302"/>
                <a:gd name="connsiteX1" fmla="*/ 304122 w 356303"/>
                <a:gd name="connsiteY1" fmla="*/ 304122 h 356302"/>
                <a:gd name="connsiteX2" fmla="*/ 356303 w 356303"/>
                <a:gd name="connsiteY2" fmla="*/ 178152 h 356302"/>
                <a:gd name="connsiteX3" fmla="*/ 304122 w 356303"/>
                <a:gd name="connsiteY3" fmla="*/ 52181 h 356302"/>
                <a:gd name="connsiteX4" fmla="*/ 178151 w 356303"/>
                <a:gd name="connsiteY4" fmla="*/ 0 h 356302"/>
                <a:gd name="connsiteX5" fmla="*/ 52181 w 356303"/>
                <a:gd name="connsiteY5" fmla="*/ 52181 h 356302"/>
                <a:gd name="connsiteX6" fmla="*/ 0 w 356303"/>
                <a:gd name="connsiteY6" fmla="*/ 178152 h 356302"/>
                <a:gd name="connsiteX7" fmla="*/ 52181 w 356303"/>
                <a:gd name="connsiteY7" fmla="*/ 304122 h 356302"/>
                <a:gd name="connsiteX8" fmla="*/ 178151 w 356303"/>
                <a:gd name="connsiteY8" fmla="*/ 356303 h 35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302">
                  <a:moveTo>
                    <a:pt x="178151" y="356303"/>
                  </a:moveTo>
                  <a:cubicBezTo>
                    <a:pt x="225400" y="356303"/>
                    <a:pt x="270712" y="337525"/>
                    <a:pt x="304122" y="304122"/>
                  </a:cubicBezTo>
                  <a:cubicBezTo>
                    <a:pt x="337533" y="270712"/>
                    <a:pt x="356303" y="225399"/>
                    <a:pt x="356303" y="178152"/>
                  </a:cubicBezTo>
                  <a:cubicBezTo>
                    <a:pt x="356303" y="130903"/>
                    <a:pt x="337533" y="85591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91"/>
                    <a:pt x="0" y="130903"/>
                    <a:pt x="0" y="178152"/>
                  </a:cubicBezTo>
                  <a:cubicBezTo>
                    <a:pt x="0" y="225399"/>
                    <a:pt x="18771" y="270712"/>
                    <a:pt x="52181" y="304122"/>
                  </a:cubicBezTo>
                  <a:cubicBezTo>
                    <a:pt x="85591" y="337525"/>
                    <a:pt x="130903" y="356303"/>
                    <a:pt x="178151" y="356303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</p:grpSp>
      <p:grpSp>
        <p:nvGrpSpPr>
          <p:cNvPr id="562" name="组合 561">
            <a:extLst>
              <a:ext uri="{FF2B5EF4-FFF2-40B4-BE49-F238E27FC236}">
                <a16:creationId xmlns:a16="http://schemas.microsoft.com/office/drawing/2014/main" id="{4E3446A9-2333-D543-BAEF-57985E7F7F40}"/>
              </a:ext>
            </a:extLst>
          </p:cNvPr>
          <p:cNvGrpSpPr/>
          <p:nvPr/>
        </p:nvGrpSpPr>
        <p:grpSpPr>
          <a:xfrm>
            <a:off x="7365029" y="6428250"/>
            <a:ext cx="812910" cy="208700"/>
            <a:chOff x="2477891" y="6036733"/>
            <a:chExt cx="762631" cy="244874"/>
          </a:xfrm>
        </p:grpSpPr>
        <p:sp>
          <p:nvSpPr>
            <p:cNvPr id="563" name="矩形 562">
              <a:extLst>
                <a:ext uri="{FF2B5EF4-FFF2-40B4-BE49-F238E27FC236}">
                  <a16:creationId xmlns:a16="http://schemas.microsoft.com/office/drawing/2014/main" id="{59E4F840-A93E-5348-B00D-8712D8BC9DE1}"/>
                </a:ext>
              </a:extLst>
            </p:cNvPr>
            <p:cNvSpPr/>
            <p:nvPr/>
          </p:nvSpPr>
          <p:spPr>
            <a:xfrm>
              <a:off x="2505838" y="6036733"/>
              <a:ext cx="582791" cy="45719"/>
            </a:xfrm>
            <a:prstGeom prst="rect">
              <a:avLst/>
            </a:prstGeom>
            <a:gradFill>
              <a:gsLst>
                <a:gs pos="2000">
                  <a:schemeClr val="accent1">
                    <a:lumMod val="5000"/>
                    <a:lumOff val="95000"/>
                  </a:schemeClr>
                </a:gs>
                <a:gs pos="24000">
                  <a:schemeClr val="accent5">
                    <a:lumMod val="20000"/>
                    <a:lumOff val="8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75000">
                  <a:schemeClr val="accent5">
                    <a:lumMod val="75000"/>
                  </a:schemeClr>
                </a:gs>
                <a:gs pos="100000">
                  <a:schemeClr val="accent5">
                    <a:lumMod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564" name="组合 563">
              <a:extLst>
                <a:ext uri="{FF2B5EF4-FFF2-40B4-BE49-F238E27FC236}">
                  <a16:creationId xmlns:a16="http://schemas.microsoft.com/office/drawing/2014/main" id="{1892DD3F-291F-E445-867B-A897AFD4482A}"/>
                </a:ext>
              </a:extLst>
            </p:cNvPr>
            <p:cNvGrpSpPr/>
            <p:nvPr/>
          </p:nvGrpSpPr>
          <p:grpSpPr>
            <a:xfrm>
              <a:off x="2477891" y="6064933"/>
              <a:ext cx="762631" cy="216674"/>
              <a:chOff x="987441" y="6327261"/>
              <a:chExt cx="762631" cy="216674"/>
            </a:xfrm>
          </p:grpSpPr>
          <p:grpSp>
            <p:nvGrpSpPr>
              <p:cNvPr id="565" name="组合 564">
                <a:extLst>
                  <a:ext uri="{FF2B5EF4-FFF2-40B4-BE49-F238E27FC236}">
                    <a16:creationId xmlns:a16="http://schemas.microsoft.com/office/drawing/2014/main" id="{A1B81CF0-D586-9140-B9ED-BA0647047CF1}"/>
                  </a:ext>
                </a:extLst>
              </p:cNvPr>
              <p:cNvGrpSpPr/>
              <p:nvPr/>
            </p:nvGrpSpPr>
            <p:grpSpPr>
              <a:xfrm>
                <a:off x="1015386" y="6346446"/>
                <a:ext cx="582793" cy="27587"/>
                <a:chOff x="1045635" y="6354163"/>
                <a:chExt cx="582793" cy="27587"/>
              </a:xfrm>
            </p:grpSpPr>
            <p:cxnSp>
              <p:nvCxnSpPr>
                <p:cNvPr id="570" name="直线连接符 569">
                  <a:extLst>
                    <a:ext uri="{FF2B5EF4-FFF2-40B4-BE49-F238E27FC236}">
                      <a16:creationId xmlns:a16="http://schemas.microsoft.com/office/drawing/2014/main" id="{24AE62E0-AF54-FF40-A619-5E76146274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67910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1" name="直线连接符 570">
                  <a:extLst>
                    <a:ext uri="{FF2B5EF4-FFF2-40B4-BE49-F238E27FC236}">
                      <a16:creationId xmlns:a16="http://schemas.microsoft.com/office/drawing/2014/main" id="{0E9B68C7-9DCE-9C4E-B615-91B4B15F57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26509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2" name="直线连接符 571">
                  <a:extLst>
                    <a:ext uri="{FF2B5EF4-FFF2-40B4-BE49-F238E27FC236}">
                      <a16:creationId xmlns:a16="http://schemas.microsoft.com/office/drawing/2014/main" id="{FA937B72-1F39-BF43-AAA3-1474C9F5AB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50710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" name="直线连接符 572">
                  <a:extLst>
                    <a:ext uri="{FF2B5EF4-FFF2-40B4-BE49-F238E27FC236}">
                      <a16:creationId xmlns:a16="http://schemas.microsoft.com/office/drawing/2014/main" id="{FEF1E85E-DD6D-1D42-BAC4-1478FB4BE4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5635" y="6354163"/>
                  <a:ext cx="582793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直线连接符 573">
                  <a:extLst>
                    <a:ext uri="{FF2B5EF4-FFF2-40B4-BE49-F238E27FC236}">
                      <a16:creationId xmlns:a16="http://schemas.microsoft.com/office/drawing/2014/main" id="{FF3EDC59-85B8-2648-BC44-7F9BEAB56E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06135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66" name="文本框 565">
                <a:extLst>
                  <a:ext uri="{FF2B5EF4-FFF2-40B4-BE49-F238E27FC236}">
                    <a16:creationId xmlns:a16="http://schemas.microsoft.com/office/drawing/2014/main" id="{01D2081B-4CFE-E944-AD77-AF8D19AB397D}"/>
                  </a:ext>
                </a:extLst>
              </p:cNvPr>
              <p:cNvSpPr txBox="1"/>
              <p:nvPr/>
            </p:nvSpPr>
            <p:spPr>
              <a:xfrm>
                <a:off x="987441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22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7" name="文本框 566">
                <a:extLst>
                  <a:ext uri="{FF2B5EF4-FFF2-40B4-BE49-F238E27FC236}">
                    <a16:creationId xmlns:a16="http://schemas.microsoft.com/office/drawing/2014/main" id="{0BFF5F4E-80D8-FB48-AFA2-EE94F7FC4435}"/>
                  </a:ext>
                </a:extLst>
              </p:cNvPr>
              <p:cNvSpPr txBox="1"/>
              <p:nvPr/>
            </p:nvSpPr>
            <p:spPr>
              <a:xfrm>
                <a:off x="1163944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8" name="文本框 567">
                <a:extLst>
                  <a:ext uri="{FF2B5EF4-FFF2-40B4-BE49-F238E27FC236}">
                    <a16:creationId xmlns:a16="http://schemas.microsoft.com/office/drawing/2014/main" id="{85967A0D-8206-9544-8EC3-A004544A71AD}"/>
                  </a:ext>
                </a:extLst>
              </p:cNvPr>
              <p:cNvSpPr txBox="1"/>
              <p:nvPr/>
            </p:nvSpPr>
            <p:spPr>
              <a:xfrm>
                <a:off x="1299745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40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69" name="文本框 568">
                <a:extLst>
                  <a:ext uri="{FF2B5EF4-FFF2-40B4-BE49-F238E27FC236}">
                    <a16:creationId xmlns:a16="http://schemas.microsoft.com/office/drawing/2014/main" id="{7C22253E-CD82-264E-A006-62FC3B1F7F75}"/>
                  </a:ext>
                </a:extLst>
              </p:cNvPr>
              <p:cNvSpPr txBox="1"/>
              <p:nvPr/>
            </p:nvSpPr>
            <p:spPr>
              <a:xfrm>
                <a:off x="1451638" y="6327261"/>
                <a:ext cx="298434" cy="2166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49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575" name="组合 574">
            <a:extLst>
              <a:ext uri="{FF2B5EF4-FFF2-40B4-BE49-F238E27FC236}">
                <a16:creationId xmlns:a16="http://schemas.microsoft.com/office/drawing/2014/main" id="{44B1FEB2-97EC-DC4F-8ECA-2077536A61D9}"/>
              </a:ext>
            </a:extLst>
          </p:cNvPr>
          <p:cNvGrpSpPr/>
          <p:nvPr/>
        </p:nvGrpSpPr>
        <p:grpSpPr>
          <a:xfrm>
            <a:off x="7418374" y="5784185"/>
            <a:ext cx="249854" cy="663590"/>
            <a:chOff x="4075190" y="5205417"/>
            <a:chExt cx="294379" cy="778611"/>
          </a:xfrm>
        </p:grpSpPr>
        <p:sp>
          <p:nvSpPr>
            <p:cNvPr id="576" name="任意形状 575">
              <a:extLst>
                <a:ext uri="{FF2B5EF4-FFF2-40B4-BE49-F238E27FC236}">
                  <a16:creationId xmlns:a16="http://schemas.microsoft.com/office/drawing/2014/main" id="{C02B186E-B042-854C-B409-1A6EC149E1A5}"/>
                </a:ext>
              </a:extLst>
            </p:cNvPr>
            <p:cNvSpPr>
              <a:spLocks/>
            </p:cNvSpPr>
            <p:nvPr/>
          </p:nvSpPr>
          <p:spPr>
            <a:xfrm>
              <a:off x="4124605" y="5419629"/>
              <a:ext cx="68400" cy="72000"/>
            </a:xfrm>
            <a:custGeom>
              <a:avLst/>
              <a:gdLst>
                <a:gd name="connsiteX0" fmla="*/ 0 w 556027"/>
                <a:gd name="connsiteY0" fmla="*/ 0 h 374813"/>
                <a:gd name="connsiteX1" fmla="*/ 556028 w 556027"/>
                <a:gd name="connsiteY1" fmla="*/ 0 h 374813"/>
                <a:gd name="connsiteX2" fmla="*/ 556028 w 556027"/>
                <a:gd name="connsiteY2" fmla="*/ 374814 h 374813"/>
                <a:gd name="connsiteX3" fmla="*/ 0 w 556027"/>
                <a:gd name="connsiteY3" fmla="*/ 374814 h 3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027" h="374813">
                  <a:moveTo>
                    <a:pt x="0" y="0"/>
                  </a:moveTo>
                  <a:lnTo>
                    <a:pt x="556028" y="0"/>
                  </a:lnTo>
                  <a:lnTo>
                    <a:pt x="556028" y="374814"/>
                  </a:lnTo>
                  <a:lnTo>
                    <a:pt x="0" y="374814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7221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7" name="任意形状 576">
              <a:extLst>
                <a:ext uri="{FF2B5EF4-FFF2-40B4-BE49-F238E27FC236}">
                  <a16:creationId xmlns:a16="http://schemas.microsoft.com/office/drawing/2014/main" id="{FFB08C51-881E-074D-8C2B-1803F3A564BF}"/>
                </a:ext>
              </a:extLst>
            </p:cNvPr>
            <p:cNvSpPr>
              <a:spLocks/>
            </p:cNvSpPr>
            <p:nvPr/>
          </p:nvSpPr>
          <p:spPr>
            <a:xfrm>
              <a:off x="4124605" y="5220316"/>
              <a:ext cx="68400" cy="72000"/>
            </a:xfrm>
            <a:custGeom>
              <a:avLst/>
              <a:gdLst>
                <a:gd name="connsiteX0" fmla="*/ 0 w 556027"/>
                <a:gd name="connsiteY0" fmla="*/ 0 h 374813"/>
                <a:gd name="connsiteX1" fmla="*/ 556028 w 556027"/>
                <a:gd name="connsiteY1" fmla="*/ 0 h 374813"/>
                <a:gd name="connsiteX2" fmla="*/ 556028 w 556027"/>
                <a:gd name="connsiteY2" fmla="*/ 374814 h 374813"/>
                <a:gd name="connsiteX3" fmla="*/ 0 w 556027"/>
                <a:gd name="connsiteY3" fmla="*/ 374814 h 3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027" h="374813">
                  <a:moveTo>
                    <a:pt x="0" y="0"/>
                  </a:moveTo>
                  <a:lnTo>
                    <a:pt x="556028" y="0"/>
                  </a:lnTo>
                  <a:lnTo>
                    <a:pt x="556028" y="374814"/>
                  </a:lnTo>
                  <a:lnTo>
                    <a:pt x="0" y="374814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7221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578" name="任意形状 577">
              <a:extLst>
                <a:ext uri="{FF2B5EF4-FFF2-40B4-BE49-F238E27FC236}">
                  <a16:creationId xmlns:a16="http://schemas.microsoft.com/office/drawing/2014/main" id="{AA7E166C-910C-E44D-A2BF-0AEF1262526F}"/>
                </a:ext>
              </a:extLst>
            </p:cNvPr>
            <p:cNvSpPr>
              <a:spLocks/>
            </p:cNvSpPr>
            <p:nvPr/>
          </p:nvSpPr>
          <p:spPr>
            <a:xfrm>
              <a:off x="4124605" y="5319973"/>
              <a:ext cx="68400" cy="72000"/>
            </a:xfrm>
            <a:custGeom>
              <a:avLst/>
              <a:gdLst>
                <a:gd name="connsiteX0" fmla="*/ 0 w 166588"/>
                <a:gd name="connsiteY0" fmla="*/ 0 h 374813"/>
                <a:gd name="connsiteX1" fmla="*/ 166589 w 166588"/>
                <a:gd name="connsiteY1" fmla="*/ 0 h 374813"/>
                <a:gd name="connsiteX2" fmla="*/ 166589 w 166588"/>
                <a:gd name="connsiteY2" fmla="*/ 374814 h 374813"/>
                <a:gd name="connsiteX3" fmla="*/ 0 w 166588"/>
                <a:gd name="connsiteY3" fmla="*/ 374814 h 3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588" h="374813">
                  <a:moveTo>
                    <a:pt x="0" y="0"/>
                  </a:moveTo>
                  <a:lnTo>
                    <a:pt x="166589" y="0"/>
                  </a:lnTo>
                  <a:lnTo>
                    <a:pt x="166589" y="374814"/>
                  </a:lnTo>
                  <a:lnTo>
                    <a:pt x="0" y="374814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7221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79" name="任意形状 578">
              <a:extLst>
                <a:ext uri="{FF2B5EF4-FFF2-40B4-BE49-F238E27FC236}">
                  <a16:creationId xmlns:a16="http://schemas.microsoft.com/office/drawing/2014/main" id="{3321909C-6D5B-1446-80D9-581FD7ED8019}"/>
                </a:ext>
              </a:extLst>
            </p:cNvPr>
            <p:cNvSpPr>
              <a:spLocks/>
            </p:cNvSpPr>
            <p:nvPr/>
          </p:nvSpPr>
          <p:spPr>
            <a:xfrm>
              <a:off x="4124605" y="5519287"/>
              <a:ext cx="68400" cy="72000"/>
            </a:xfrm>
            <a:custGeom>
              <a:avLst/>
              <a:gdLst>
                <a:gd name="connsiteX0" fmla="*/ 0 w 108095"/>
                <a:gd name="connsiteY0" fmla="*/ 0 h 374813"/>
                <a:gd name="connsiteX1" fmla="*/ 108096 w 108095"/>
                <a:gd name="connsiteY1" fmla="*/ 0 h 374813"/>
                <a:gd name="connsiteX2" fmla="*/ 108096 w 108095"/>
                <a:gd name="connsiteY2" fmla="*/ 374814 h 374813"/>
                <a:gd name="connsiteX3" fmla="*/ 0 w 108095"/>
                <a:gd name="connsiteY3" fmla="*/ 374814 h 3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095" h="374813">
                  <a:moveTo>
                    <a:pt x="0" y="0"/>
                  </a:moveTo>
                  <a:lnTo>
                    <a:pt x="108096" y="0"/>
                  </a:lnTo>
                  <a:lnTo>
                    <a:pt x="108096" y="374814"/>
                  </a:lnTo>
                  <a:lnTo>
                    <a:pt x="0" y="374814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7221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0" name="任意形状 579">
              <a:extLst>
                <a:ext uri="{FF2B5EF4-FFF2-40B4-BE49-F238E27FC236}">
                  <a16:creationId xmlns:a16="http://schemas.microsoft.com/office/drawing/2014/main" id="{BD4D74D2-4F1B-4448-BC0D-44BB7E5329E1}"/>
                </a:ext>
              </a:extLst>
            </p:cNvPr>
            <p:cNvSpPr>
              <a:spLocks/>
            </p:cNvSpPr>
            <p:nvPr/>
          </p:nvSpPr>
          <p:spPr>
            <a:xfrm>
              <a:off x="4124605" y="5618944"/>
              <a:ext cx="68400" cy="72000"/>
            </a:xfrm>
            <a:custGeom>
              <a:avLst/>
              <a:gdLst>
                <a:gd name="connsiteX0" fmla="*/ 0 w 159178"/>
                <a:gd name="connsiteY0" fmla="*/ 0 h 374813"/>
                <a:gd name="connsiteX1" fmla="*/ 159179 w 159178"/>
                <a:gd name="connsiteY1" fmla="*/ 0 h 374813"/>
                <a:gd name="connsiteX2" fmla="*/ 159179 w 159178"/>
                <a:gd name="connsiteY2" fmla="*/ 374814 h 374813"/>
                <a:gd name="connsiteX3" fmla="*/ 0 w 159178"/>
                <a:gd name="connsiteY3" fmla="*/ 374814 h 3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178" h="374813">
                  <a:moveTo>
                    <a:pt x="0" y="0"/>
                  </a:moveTo>
                  <a:lnTo>
                    <a:pt x="159179" y="0"/>
                  </a:lnTo>
                  <a:lnTo>
                    <a:pt x="159179" y="374814"/>
                  </a:lnTo>
                  <a:lnTo>
                    <a:pt x="0" y="374814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7221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1" name="任意形状 580">
              <a:extLst>
                <a:ext uri="{FF2B5EF4-FFF2-40B4-BE49-F238E27FC236}">
                  <a16:creationId xmlns:a16="http://schemas.microsoft.com/office/drawing/2014/main" id="{20B659BB-A71F-2444-9868-B24ECFA0EBC5}"/>
                </a:ext>
              </a:extLst>
            </p:cNvPr>
            <p:cNvSpPr/>
            <p:nvPr/>
          </p:nvSpPr>
          <p:spPr>
            <a:xfrm>
              <a:off x="4124605" y="5718602"/>
              <a:ext cx="68400" cy="72000"/>
            </a:xfrm>
            <a:custGeom>
              <a:avLst/>
              <a:gdLst>
                <a:gd name="connsiteX0" fmla="*/ 0 w 246546"/>
                <a:gd name="connsiteY0" fmla="*/ 0 h 374813"/>
                <a:gd name="connsiteX1" fmla="*/ 246546 w 246546"/>
                <a:gd name="connsiteY1" fmla="*/ 0 h 374813"/>
                <a:gd name="connsiteX2" fmla="*/ 246546 w 246546"/>
                <a:gd name="connsiteY2" fmla="*/ 374813 h 374813"/>
                <a:gd name="connsiteX3" fmla="*/ 0 w 246546"/>
                <a:gd name="connsiteY3" fmla="*/ 374813 h 3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546" h="374813">
                  <a:moveTo>
                    <a:pt x="0" y="0"/>
                  </a:moveTo>
                  <a:lnTo>
                    <a:pt x="246546" y="0"/>
                  </a:lnTo>
                  <a:lnTo>
                    <a:pt x="246546" y="374813"/>
                  </a:lnTo>
                  <a:lnTo>
                    <a:pt x="0" y="374813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7221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82" name="任意形状 581">
              <a:extLst>
                <a:ext uri="{FF2B5EF4-FFF2-40B4-BE49-F238E27FC236}">
                  <a16:creationId xmlns:a16="http://schemas.microsoft.com/office/drawing/2014/main" id="{CDFE6B04-F68A-E346-8935-B05DABE7AC6A}"/>
                </a:ext>
              </a:extLst>
            </p:cNvPr>
            <p:cNvSpPr>
              <a:spLocks/>
            </p:cNvSpPr>
            <p:nvPr/>
          </p:nvSpPr>
          <p:spPr>
            <a:xfrm>
              <a:off x="4188637" y="5211402"/>
              <a:ext cx="1870" cy="612000"/>
            </a:xfrm>
            <a:custGeom>
              <a:avLst/>
              <a:gdLst>
                <a:gd name="connsiteX0" fmla="*/ 0 w 7222"/>
                <a:gd name="connsiteY0" fmla="*/ 2473761 h 2473760"/>
                <a:gd name="connsiteX1" fmla="*/ 0 w 7222"/>
                <a:gd name="connsiteY1" fmla="*/ 0 h 247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22" h="2473760">
                  <a:moveTo>
                    <a:pt x="0" y="2473761"/>
                  </a:moveTo>
                  <a:lnTo>
                    <a:pt x="0" y="0"/>
                  </a:lnTo>
                </a:path>
              </a:pathLst>
            </a:custGeom>
            <a:noFill/>
            <a:ln w="6350" cap="flat">
              <a:solidFill>
                <a:srgbClr val="212121"/>
              </a:solidFill>
              <a:custDash>
                <a:ds d="416250" sp="180000"/>
              </a:custDash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cxnSp>
          <p:nvCxnSpPr>
            <p:cNvPr id="583" name="直线连接符 582">
              <a:extLst>
                <a:ext uri="{FF2B5EF4-FFF2-40B4-BE49-F238E27FC236}">
                  <a16:creationId xmlns:a16="http://schemas.microsoft.com/office/drawing/2014/main" id="{59726EF7-200F-C140-8673-91BD961C444C}"/>
                </a:ext>
              </a:extLst>
            </p:cNvPr>
            <p:cNvCxnSpPr>
              <a:cxnSpLocks/>
            </p:cNvCxnSpPr>
            <p:nvPr/>
          </p:nvCxnSpPr>
          <p:spPr>
            <a:xfrm>
              <a:off x="4124605" y="5827263"/>
              <a:ext cx="171595" cy="7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直线连接符 583">
              <a:extLst>
                <a:ext uri="{FF2B5EF4-FFF2-40B4-BE49-F238E27FC236}">
                  <a16:creationId xmlns:a16="http://schemas.microsoft.com/office/drawing/2014/main" id="{CFD5CBEA-8554-374E-B6DD-D7BAD2149E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8510" y="5826554"/>
              <a:ext cx="0" cy="300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5" name="文本框 584">
              <a:extLst>
                <a:ext uri="{FF2B5EF4-FFF2-40B4-BE49-F238E27FC236}">
                  <a16:creationId xmlns:a16="http://schemas.microsoft.com/office/drawing/2014/main" id="{50FDD575-C504-E143-8725-BC2D5CE8FC31}"/>
                </a:ext>
              </a:extLst>
            </p:cNvPr>
            <p:cNvSpPr txBox="1"/>
            <p:nvPr/>
          </p:nvSpPr>
          <p:spPr>
            <a:xfrm>
              <a:off x="4075190" y="5821523"/>
              <a:ext cx="294379" cy="1625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5.5</a:t>
              </a:r>
              <a:endParaRPr kumimoji="1" lang="zh-CN" altLang="en-US" sz="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586" name="直线连接符 585">
              <a:extLst>
                <a:ext uri="{FF2B5EF4-FFF2-40B4-BE49-F238E27FC236}">
                  <a16:creationId xmlns:a16="http://schemas.microsoft.com/office/drawing/2014/main" id="{7B7CBC28-7E7B-B84E-AF71-63F3595D6B9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765" y="5205417"/>
              <a:ext cx="0" cy="620009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2" name="组合 601">
            <a:extLst>
              <a:ext uri="{FF2B5EF4-FFF2-40B4-BE49-F238E27FC236}">
                <a16:creationId xmlns:a16="http://schemas.microsoft.com/office/drawing/2014/main" id="{E0988D11-B871-234D-BD1D-AD45EF645C1D}"/>
              </a:ext>
            </a:extLst>
          </p:cNvPr>
          <p:cNvGrpSpPr/>
          <p:nvPr/>
        </p:nvGrpSpPr>
        <p:grpSpPr>
          <a:xfrm>
            <a:off x="7748140" y="5630058"/>
            <a:ext cx="687894" cy="743725"/>
            <a:chOff x="1467668" y="5039599"/>
            <a:chExt cx="810480" cy="872637"/>
          </a:xfrm>
        </p:grpSpPr>
        <p:sp>
          <p:nvSpPr>
            <p:cNvPr id="603" name="任意形状 602">
              <a:extLst>
                <a:ext uri="{FF2B5EF4-FFF2-40B4-BE49-F238E27FC236}">
                  <a16:creationId xmlns:a16="http://schemas.microsoft.com/office/drawing/2014/main" id="{8DD8DC4B-D627-9142-850D-922D84F93736}"/>
                </a:ext>
              </a:extLst>
            </p:cNvPr>
            <p:cNvSpPr/>
            <p:nvPr/>
          </p:nvSpPr>
          <p:spPr>
            <a:xfrm rot="18817775">
              <a:off x="1752609" y="5033398"/>
              <a:ext cx="241727" cy="254129"/>
            </a:xfrm>
            <a:custGeom>
              <a:avLst/>
              <a:gdLst>
                <a:gd name="connsiteX0" fmla="*/ 427558 w 427557"/>
                <a:gd name="connsiteY0" fmla="*/ 427558 h 427557"/>
                <a:gd name="connsiteX1" fmla="*/ 0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427558" y="427558"/>
                  </a:moveTo>
                  <a:lnTo>
                    <a:pt x="0" y="0"/>
                  </a:lnTo>
                </a:path>
              </a:pathLst>
            </a:custGeom>
            <a:noFill/>
            <a:ln w="36105" cap="sq">
              <a:solidFill>
                <a:schemeClr val="accent5">
                  <a:lumMod val="40000"/>
                  <a:lumOff val="6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4" name="任意形状 603">
              <a:extLst>
                <a:ext uri="{FF2B5EF4-FFF2-40B4-BE49-F238E27FC236}">
                  <a16:creationId xmlns:a16="http://schemas.microsoft.com/office/drawing/2014/main" id="{A52ABC42-E3A4-E147-9C8C-7BDDD949E7E5}"/>
                </a:ext>
              </a:extLst>
            </p:cNvPr>
            <p:cNvSpPr/>
            <p:nvPr/>
          </p:nvSpPr>
          <p:spPr>
            <a:xfrm rot="18872136">
              <a:off x="1909607" y="5369727"/>
              <a:ext cx="241727" cy="254129"/>
            </a:xfrm>
            <a:custGeom>
              <a:avLst/>
              <a:gdLst>
                <a:gd name="connsiteX0" fmla="*/ 427558 w 427557"/>
                <a:gd name="connsiteY0" fmla="*/ 427558 h 427557"/>
                <a:gd name="connsiteX1" fmla="*/ 0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427558" y="427558"/>
                  </a:moveTo>
                  <a:lnTo>
                    <a:pt x="0" y="0"/>
                  </a:lnTo>
                </a:path>
              </a:pathLst>
            </a:custGeom>
            <a:noFill/>
            <a:ln w="36105" cap="sq">
              <a:solidFill>
                <a:schemeClr val="accent5">
                  <a:lumMod val="5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605" name="任意形状 604">
              <a:extLst>
                <a:ext uri="{FF2B5EF4-FFF2-40B4-BE49-F238E27FC236}">
                  <a16:creationId xmlns:a16="http://schemas.microsoft.com/office/drawing/2014/main" id="{05F920C5-027E-A14B-901D-E71AE7A98750}"/>
                </a:ext>
              </a:extLst>
            </p:cNvPr>
            <p:cNvSpPr/>
            <p:nvPr/>
          </p:nvSpPr>
          <p:spPr>
            <a:xfrm rot="18817775">
              <a:off x="1595635" y="5369726"/>
              <a:ext cx="241727" cy="254129"/>
            </a:xfrm>
            <a:custGeom>
              <a:avLst/>
              <a:gdLst>
                <a:gd name="connsiteX0" fmla="*/ 427558 w 427557"/>
                <a:gd name="connsiteY0" fmla="*/ 427558 h 427557"/>
                <a:gd name="connsiteX1" fmla="*/ 0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427558" y="427558"/>
                  </a:moveTo>
                  <a:lnTo>
                    <a:pt x="0" y="0"/>
                  </a:lnTo>
                </a:path>
              </a:pathLst>
            </a:custGeom>
            <a:noFill/>
            <a:ln w="36105" cap="sq">
              <a:solidFill>
                <a:schemeClr val="accent5">
                  <a:lumMod val="20000"/>
                  <a:lumOff val="8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6" name="任意形状 605">
              <a:extLst>
                <a:ext uri="{FF2B5EF4-FFF2-40B4-BE49-F238E27FC236}">
                  <a16:creationId xmlns:a16="http://schemas.microsoft.com/office/drawing/2014/main" id="{5B924848-1AC9-A74A-A4E3-718B9BD1CF99}"/>
                </a:ext>
              </a:extLst>
            </p:cNvPr>
            <p:cNvSpPr/>
            <p:nvPr/>
          </p:nvSpPr>
          <p:spPr>
            <a:xfrm>
              <a:off x="1521529" y="5169477"/>
              <a:ext cx="182580" cy="328761"/>
            </a:xfrm>
            <a:custGeom>
              <a:avLst/>
              <a:gdLst>
                <a:gd name="connsiteX0" fmla="*/ 0 w 427557"/>
                <a:gd name="connsiteY0" fmla="*/ 427558 h 427557"/>
                <a:gd name="connsiteX1" fmla="*/ 427558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0" y="427558"/>
                  </a:moveTo>
                  <a:lnTo>
                    <a:pt x="427558" y="0"/>
                  </a:lnTo>
                </a:path>
              </a:pathLst>
            </a:custGeom>
            <a:noFill/>
            <a:ln w="36105" cap="sq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7" name="任意形状 606">
              <a:extLst>
                <a:ext uri="{FF2B5EF4-FFF2-40B4-BE49-F238E27FC236}">
                  <a16:creationId xmlns:a16="http://schemas.microsoft.com/office/drawing/2014/main" id="{D164B412-EC24-B544-9A43-159C1068E81F}"/>
                </a:ext>
              </a:extLst>
            </p:cNvPr>
            <p:cNvSpPr/>
            <p:nvPr/>
          </p:nvSpPr>
          <p:spPr>
            <a:xfrm>
              <a:off x="1864149" y="5503057"/>
              <a:ext cx="357154" cy="337802"/>
            </a:xfrm>
            <a:custGeom>
              <a:avLst/>
              <a:gdLst>
                <a:gd name="connsiteX0" fmla="*/ 0 w 427557"/>
                <a:gd name="connsiteY0" fmla="*/ 427558 h 427557"/>
                <a:gd name="connsiteX1" fmla="*/ 427558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0" y="427558"/>
                  </a:moveTo>
                  <a:lnTo>
                    <a:pt x="427558" y="0"/>
                  </a:lnTo>
                </a:path>
              </a:pathLst>
            </a:custGeom>
            <a:noFill/>
            <a:ln w="36105" cap="sq">
              <a:solidFill>
                <a:schemeClr val="accent5">
                  <a:lumMod val="5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608" name="任意形状 607">
              <a:extLst>
                <a:ext uri="{FF2B5EF4-FFF2-40B4-BE49-F238E27FC236}">
                  <a16:creationId xmlns:a16="http://schemas.microsoft.com/office/drawing/2014/main" id="{A50B63BF-25BA-5943-A1E4-86DBEBA7E21E}"/>
                </a:ext>
              </a:extLst>
            </p:cNvPr>
            <p:cNvSpPr/>
            <p:nvPr/>
          </p:nvSpPr>
          <p:spPr>
            <a:xfrm>
              <a:off x="1467668" y="5429456"/>
              <a:ext cx="142759" cy="142758"/>
            </a:xfrm>
            <a:custGeom>
              <a:avLst/>
              <a:gdLst>
                <a:gd name="connsiteX0" fmla="*/ 178151 w 356302"/>
                <a:gd name="connsiteY0" fmla="*/ 356296 h 356295"/>
                <a:gd name="connsiteX1" fmla="*/ 304122 w 356302"/>
                <a:gd name="connsiteY1" fmla="*/ 304122 h 356295"/>
                <a:gd name="connsiteX2" fmla="*/ 356303 w 356302"/>
                <a:gd name="connsiteY2" fmla="*/ 178151 h 356295"/>
                <a:gd name="connsiteX3" fmla="*/ 304122 w 356302"/>
                <a:gd name="connsiteY3" fmla="*/ 52181 h 356295"/>
                <a:gd name="connsiteX4" fmla="*/ 178151 w 356302"/>
                <a:gd name="connsiteY4" fmla="*/ 0 h 356295"/>
                <a:gd name="connsiteX5" fmla="*/ 52181 w 356302"/>
                <a:gd name="connsiteY5" fmla="*/ 52181 h 356295"/>
                <a:gd name="connsiteX6" fmla="*/ 0 w 356302"/>
                <a:gd name="connsiteY6" fmla="*/ 178151 h 356295"/>
                <a:gd name="connsiteX7" fmla="*/ 52181 w 356302"/>
                <a:gd name="connsiteY7" fmla="*/ 304122 h 356295"/>
                <a:gd name="connsiteX8" fmla="*/ 178151 w 356302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2" h="356295">
                  <a:moveTo>
                    <a:pt x="178151" y="356296"/>
                  </a:moveTo>
                  <a:cubicBezTo>
                    <a:pt x="225399" y="356296"/>
                    <a:pt x="270712" y="337525"/>
                    <a:pt x="304122" y="304122"/>
                  </a:cubicBezTo>
                  <a:cubicBezTo>
                    <a:pt x="337532" y="270712"/>
                    <a:pt x="356303" y="225392"/>
                    <a:pt x="356303" y="178151"/>
                  </a:cubicBezTo>
                  <a:cubicBezTo>
                    <a:pt x="356303" y="130903"/>
                    <a:pt x="337532" y="85584"/>
                    <a:pt x="304122" y="52181"/>
                  </a:cubicBezTo>
                  <a:cubicBezTo>
                    <a:pt x="270712" y="18771"/>
                    <a:pt x="225399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8" y="85584"/>
                    <a:pt x="0" y="130903"/>
                    <a:pt x="0" y="178151"/>
                  </a:cubicBezTo>
                  <a:cubicBezTo>
                    <a:pt x="0" y="225392"/>
                    <a:pt x="18778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5"/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609" name="任意形状 608">
              <a:extLst>
                <a:ext uri="{FF2B5EF4-FFF2-40B4-BE49-F238E27FC236}">
                  <a16:creationId xmlns:a16="http://schemas.microsoft.com/office/drawing/2014/main" id="{21069A5A-6495-8C49-87AF-FD0E3F814A0C}"/>
                </a:ext>
              </a:extLst>
            </p:cNvPr>
            <p:cNvSpPr/>
            <p:nvPr/>
          </p:nvSpPr>
          <p:spPr>
            <a:xfrm>
              <a:off x="1634597" y="5089431"/>
              <a:ext cx="142761" cy="142761"/>
            </a:xfrm>
            <a:custGeom>
              <a:avLst/>
              <a:gdLst>
                <a:gd name="connsiteX0" fmla="*/ 178151 w 356303"/>
                <a:gd name="connsiteY0" fmla="*/ 356303 h 356302"/>
                <a:gd name="connsiteX1" fmla="*/ 304122 w 356303"/>
                <a:gd name="connsiteY1" fmla="*/ 304122 h 356302"/>
                <a:gd name="connsiteX2" fmla="*/ 356303 w 356303"/>
                <a:gd name="connsiteY2" fmla="*/ 178152 h 356302"/>
                <a:gd name="connsiteX3" fmla="*/ 304122 w 356303"/>
                <a:gd name="connsiteY3" fmla="*/ 52181 h 356302"/>
                <a:gd name="connsiteX4" fmla="*/ 178151 w 356303"/>
                <a:gd name="connsiteY4" fmla="*/ 0 h 356302"/>
                <a:gd name="connsiteX5" fmla="*/ 52181 w 356303"/>
                <a:gd name="connsiteY5" fmla="*/ 52181 h 356302"/>
                <a:gd name="connsiteX6" fmla="*/ 0 w 356303"/>
                <a:gd name="connsiteY6" fmla="*/ 178152 h 356302"/>
                <a:gd name="connsiteX7" fmla="*/ 52181 w 356303"/>
                <a:gd name="connsiteY7" fmla="*/ 304122 h 356302"/>
                <a:gd name="connsiteX8" fmla="*/ 178151 w 356303"/>
                <a:gd name="connsiteY8" fmla="*/ 356303 h 35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302">
                  <a:moveTo>
                    <a:pt x="178151" y="356303"/>
                  </a:moveTo>
                  <a:cubicBezTo>
                    <a:pt x="225400" y="356303"/>
                    <a:pt x="270712" y="337525"/>
                    <a:pt x="304122" y="304122"/>
                  </a:cubicBezTo>
                  <a:cubicBezTo>
                    <a:pt x="337533" y="270712"/>
                    <a:pt x="356303" y="225399"/>
                    <a:pt x="356303" y="178152"/>
                  </a:cubicBezTo>
                  <a:cubicBezTo>
                    <a:pt x="356303" y="130903"/>
                    <a:pt x="337533" y="85591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91"/>
                    <a:pt x="0" y="130903"/>
                    <a:pt x="0" y="178152"/>
                  </a:cubicBezTo>
                  <a:cubicBezTo>
                    <a:pt x="0" y="225399"/>
                    <a:pt x="18771" y="270712"/>
                    <a:pt x="52181" y="304122"/>
                  </a:cubicBezTo>
                  <a:cubicBezTo>
                    <a:pt x="85591" y="337525"/>
                    <a:pt x="130903" y="356303"/>
                    <a:pt x="178151" y="356303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610" name="任意形状 609">
              <a:extLst>
                <a:ext uri="{FF2B5EF4-FFF2-40B4-BE49-F238E27FC236}">
                  <a16:creationId xmlns:a16="http://schemas.microsoft.com/office/drawing/2014/main" id="{97E106C1-DB3F-4241-B3F4-78D12D6AF60A}"/>
                </a:ext>
              </a:extLst>
            </p:cNvPr>
            <p:cNvSpPr/>
            <p:nvPr/>
          </p:nvSpPr>
          <p:spPr>
            <a:xfrm>
              <a:off x="1801528" y="5429456"/>
              <a:ext cx="142761" cy="142758"/>
            </a:xfrm>
            <a:custGeom>
              <a:avLst/>
              <a:gdLst>
                <a:gd name="connsiteX0" fmla="*/ 178151 w 356303"/>
                <a:gd name="connsiteY0" fmla="*/ 356296 h 356295"/>
                <a:gd name="connsiteX1" fmla="*/ 304122 w 356303"/>
                <a:gd name="connsiteY1" fmla="*/ 304122 h 356295"/>
                <a:gd name="connsiteX2" fmla="*/ 356303 w 356303"/>
                <a:gd name="connsiteY2" fmla="*/ 178151 h 356295"/>
                <a:gd name="connsiteX3" fmla="*/ 304122 w 356303"/>
                <a:gd name="connsiteY3" fmla="*/ 52181 h 356295"/>
                <a:gd name="connsiteX4" fmla="*/ 178151 w 356303"/>
                <a:gd name="connsiteY4" fmla="*/ 0 h 356295"/>
                <a:gd name="connsiteX5" fmla="*/ 52181 w 356303"/>
                <a:gd name="connsiteY5" fmla="*/ 52181 h 356295"/>
                <a:gd name="connsiteX6" fmla="*/ 0 w 356303"/>
                <a:gd name="connsiteY6" fmla="*/ 178151 h 356295"/>
                <a:gd name="connsiteX7" fmla="*/ 52181 w 356303"/>
                <a:gd name="connsiteY7" fmla="*/ 304122 h 356295"/>
                <a:gd name="connsiteX8" fmla="*/ 178151 w 356303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295">
                  <a:moveTo>
                    <a:pt x="178151" y="356296"/>
                  </a:moveTo>
                  <a:cubicBezTo>
                    <a:pt x="225400" y="356296"/>
                    <a:pt x="270712" y="337525"/>
                    <a:pt x="304122" y="304122"/>
                  </a:cubicBezTo>
                  <a:cubicBezTo>
                    <a:pt x="337533" y="270712"/>
                    <a:pt x="356303" y="225392"/>
                    <a:pt x="356303" y="178151"/>
                  </a:cubicBezTo>
                  <a:cubicBezTo>
                    <a:pt x="356303" y="130903"/>
                    <a:pt x="337533" y="85584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84"/>
                    <a:pt x="0" y="130903"/>
                    <a:pt x="0" y="178151"/>
                  </a:cubicBezTo>
                  <a:cubicBezTo>
                    <a:pt x="0" y="225392"/>
                    <a:pt x="18771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611" name="任意形状 610">
              <a:extLst>
                <a:ext uri="{FF2B5EF4-FFF2-40B4-BE49-F238E27FC236}">
                  <a16:creationId xmlns:a16="http://schemas.microsoft.com/office/drawing/2014/main" id="{01BAB513-F1C9-DF47-84AB-CC705C0AFE7C}"/>
                </a:ext>
              </a:extLst>
            </p:cNvPr>
            <p:cNvSpPr/>
            <p:nvPr/>
          </p:nvSpPr>
          <p:spPr>
            <a:xfrm>
              <a:off x="2135389" y="5429456"/>
              <a:ext cx="142759" cy="142758"/>
            </a:xfrm>
            <a:custGeom>
              <a:avLst/>
              <a:gdLst>
                <a:gd name="connsiteX0" fmla="*/ 178151 w 356302"/>
                <a:gd name="connsiteY0" fmla="*/ 356296 h 356295"/>
                <a:gd name="connsiteX1" fmla="*/ 304122 w 356302"/>
                <a:gd name="connsiteY1" fmla="*/ 304122 h 356295"/>
                <a:gd name="connsiteX2" fmla="*/ 356303 w 356302"/>
                <a:gd name="connsiteY2" fmla="*/ 178151 h 356295"/>
                <a:gd name="connsiteX3" fmla="*/ 304122 w 356302"/>
                <a:gd name="connsiteY3" fmla="*/ 52181 h 356295"/>
                <a:gd name="connsiteX4" fmla="*/ 178151 w 356302"/>
                <a:gd name="connsiteY4" fmla="*/ 0 h 356295"/>
                <a:gd name="connsiteX5" fmla="*/ 52181 w 356302"/>
                <a:gd name="connsiteY5" fmla="*/ 52181 h 356295"/>
                <a:gd name="connsiteX6" fmla="*/ 0 w 356302"/>
                <a:gd name="connsiteY6" fmla="*/ 178151 h 356295"/>
                <a:gd name="connsiteX7" fmla="*/ 52181 w 356302"/>
                <a:gd name="connsiteY7" fmla="*/ 304122 h 356295"/>
                <a:gd name="connsiteX8" fmla="*/ 178151 w 356302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2" h="356295">
                  <a:moveTo>
                    <a:pt x="178151" y="356296"/>
                  </a:moveTo>
                  <a:cubicBezTo>
                    <a:pt x="225399" y="356296"/>
                    <a:pt x="270712" y="337525"/>
                    <a:pt x="304122" y="304122"/>
                  </a:cubicBezTo>
                  <a:cubicBezTo>
                    <a:pt x="337525" y="270712"/>
                    <a:pt x="356303" y="225392"/>
                    <a:pt x="356303" y="178151"/>
                  </a:cubicBezTo>
                  <a:cubicBezTo>
                    <a:pt x="356303" y="130903"/>
                    <a:pt x="337525" y="85584"/>
                    <a:pt x="304122" y="52181"/>
                  </a:cubicBezTo>
                  <a:cubicBezTo>
                    <a:pt x="270712" y="18771"/>
                    <a:pt x="225399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84"/>
                    <a:pt x="0" y="130903"/>
                    <a:pt x="0" y="178151"/>
                  </a:cubicBezTo>
                  <a:cubicBezTo>
                    <a:pt x="0" y="225392"/>
                    <a:pt x="18771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2" name="任意形状 611">
              <a:extLst>
                <a:ext uri="{FF2B5EF4-FFF2-40B4-BE49-F238E27FC236}">
                  <a16:creationId xmlns:a16="http://schemas.microsoft.com/office/drawing/2014/main" id="{38CC0ED3-091A-EF43-878F-03204D823295}"/>
                </a:ext>
              </a:extLst>
            </p:cNvPr>
            <p:cNvSpPr/>
            <p:nvPr/>
          </p:nvSpPr>
          <p:spPr>
            <a:xfrm>
              <a:off x="1801528" y="5769478"/>
              <a:ext cx="142761" cy="142758"/>
            </a:xfrm>
            <a:custGeom>
              <a:avLst/>
              <a:gdLst>
                <a:gd name="connsiteX0" fmla="*/ 178151 w 356303"/>
                <a:gd name="connsiteY0" fmla="*/ 356296 h 356295"/>
                <a:gd name="connsiteX1" fmla="*/ 304122 w 356303"/>
                <a:gd name="connsiteY1" fmla="*/ 304122 h 356295"/>
                <a:gd name="connsiteX2" fmla="*/ 356303 w 356303"/>
                <a:gd name="connsiteY2" fmla="*/ 178151 h 356295"/>
                <a:gd name="connsiteX3" fmla="*/ 304122 w 356303"/>
                <a:gd name="connsiteY3" fmla="*/ 52181 h 356295"/>
                <a:gd name="connsiteX4" fmla="*/ 178151 w 356303"/>
                <a:gd name="connsiteY4" fmla="*/ 0 h 356295"/>
                <a:gd name="connsiteX5" fmla="*/ 52181 w 356303"/>
                <a:gd name="connsiteY5" fmla="*/ 52181 h 356295"/>
                <a:gd name="connsiteX6" fmla="*/ 0 w 356303"/>
                <a:gd name="connsiteY6" fmla="*/ 178151 h 356295"/>
                <a:gd name="connsiteX7" fmla="*/ 52181 w 356303"/>
                <a:gd name="connsiteY7" fmla="*/ 304122 h 356295"/>
                <a:gd name="connsiteX8" fmla="*/ 178151 w 356303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295">
                  <a:moveTo>
                    <a:pt x="178151" y="356296"/>
                  </a:moveTo>
                  <a:cubicBezTo>
                    <a:pt x="225400" y="356296"/>
                    <a:pt x="270712" y="337525"/>
                    <a:pt x="304122" y="304122"/>
                  </a:cubicBezTo>
                  <a:cubicBezTo>
                    <a:pt x="337533" y="270712"/>
                    <a:pt x="356303" y="225392"/>
                    <a:pt x="356303" y="178151"/>
                  </a:cubicBezTo>
                  <a:cubicBezTo>
                    <a:pt x="356303" y="130903"/>
                    <a:pt x="337533" y="85584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84"/>
                    <a:pt x="0" y="130903"/>
                    <a:pt x="0" y="178151"/>
                  </a:cubicBezTo>
                  <a:cubicBezTo>
                    <a:pt x="0" y="225392"/>
                    <a:pt x="18771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3" name="任意形状 612">
              <a:extLst>
                <a:ext uri="{FF2B5EF4-FFF2-40B4-BE49-F238E27FC236}">
                  <a16:creationId xmlns:a16="http://schemas.microsoft.com/office/drawing/2014/main" id="{F4A858D3-AEF8-9B47-A595-82C9D95433F8}"/>
                </a:ext>
              </a:extLst>
            </p:cNvPr>
            <p:cNvSpPr/>
            <p:nvPr/>
          </p:nvSpPr>
          <p:spPr>
            <a:xfrm>
              <a:off x="1968459" y="5089431"/>
              <a:ext cx="142761" cy="142761"/>
            </a:xfrm>
            <a:custGeom>
              <a:avLst/>
              <a:gdLst>
                <a:gd name="connsiteX0" fmla="*/ 178151 w 356303"/>
                <a:gd name="connsiteY0" fmla="*/ 356303 h 356302"/>
                <a:gd name="connsiteX1" fmla="*/ 304122 w 356303"/>
                <a:gd name="connsiteY1" fmla="*/ 304122 h 356302"/>
                <a:gd name="connsiteX2" fmla="*/ 356303 w 356303"/>
                <a:gd name="connsiteY2" fmla="*/ 178152 h 356302"/>
                <a:gd name="connsiteX3" fmla="*/ 304122 w 356303"/>
                <a:gd name="connsiteY3" fmla="*/ 52181 h 356302"/>
                <a:gd name="connsiteX4" fmla="*/ 178151 w 356303"/>
                <a:gd name="connsiteY4" fmla="*/ 0 h 356302"/>
                <a:gd name="connsiteX5" fmla="*/ 52181 w 356303"/>
                <a:gd name="connsiteY5" fmla="*/ 52181 h 356302"/>
                <a:gd name="connsiteX6" fmla="*/ 0 w 356303"/>
                <a:gd name="connsiteY6" fmla="*/ 178152 h 356302"/>
                <a:gd name="connsiteX7" fmla="*/ 52181 w 356303"/>
                <a:gd name="connsiteY7" fmla="*/ 304122 h 356302"/>
                <a:gd name="connsiteX8" fmla="*/ 178151 w 356303"/>
                <a:gd name="connsiteY8" fmla="*/ 356303 h 35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302">
                  <a:moveTo>
                    <a:pt x="178151" y="356303"/>
                  </a:moveTo>
                  <a:cubicBezTo>
                    <a:pt x="225400" y="356303"/>
                    <a:pt x="270712" y="337525"/>
                    <a:pt x="304122" y="304122"/>
                  </a:cubicBezTo>
                  <a:cubicBezTo>
                    <a:pt x="337533" y="270712"/>
                    <a:pt x="356303" y="225399"/>
                    <a:pt x="356303" y="178152"/>
                  </a:cubicBezTo>
                  <a:cubicBezTo>
                    <a:pt x="356303" y="130903"/>
                    <a:pt x="337533" y="85591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91"/>
                    <a:pt x="0" y="130903"/>
                    <a:pt x="0" y="178152"/>
                  </a:cubicBezTo>
                  <a:cubicBezTo>
                    <a:pt x="0" y="225399"/>
                    <a:pt x="18771" y="270712"/>
                    <a:pt x="52181" y="304122"/>
                  </a:cubicBezTo>
                  <a:cubicBezTo>
                    <a:pt x="85591" y="337525"/>
                    <a:pt x="130903" y="356303"/>
                    <a:pt x="178151" y="356303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</p:grpSp>
      <p:grpSp>
        <p:nvGrpSpPr>
          <p:cNvPr id="614" name="组合 613">
            <a:extLst>
              <a:ext uri="{FF2B5EF4-FFF2-40B4-BE49-F238E27FC236}">
                <a16:creationId xmlns:a16="http://schemas.microsoft.com/office/drawing/2014/main" id="{21E3FCCE-63E7-3C41-9EA6-F1759CB7BFCA}"/>
              </a:ext>
            </a:extLst>
          </p:cNvPr>
          <p:cNvGrpSpPr/>
          <p:nvPr/>
        </p:nvGrpSpPr>
        <p:grpSpPr>
          <a:xfrm>
            <a:off x="8088511" y="6433583"/>
            <a:ext cx="795886" cy="142073"/>
            <a:chOff x="3219961" y="6029600"/>
            <a:chExt cx="762631" cy="166699"/>
          </a:xfrm>
        </p:grpSpPr>
        <p:sp>
          <p:nvSpPr>
            <p:cNvPr id="615" name="矩形 614">
              <a:extLst>
                <a:ext uri="{FF2B5EF4-FFF2-40B4-BE49-F238E27FC236}">
                  <a16:creationId xmlns:a16="http://schemas.microsoft.com/office/drawing/2014/main" id="{4C316C67-2798-F247-87F5-B41582778A8C}"/>
                </a:ext>
              </a:extLst>
            </p:cNvPr>
            <p:cNvSpPr/>
            <p:nvPr/>
          </p:nvSpPr>
          <p:spPr>
            <a:xfrm>
              <a:off x="3247908" y="6029600"/>
              <a:ext cx="582791" cy="45719"/>
            </a:xfrm>
            <a:prstGeom prst="rect">
              <a:avLst/>
            </a:prstGeom>
            <a:gradFill>
              <a:gsLst>
                <a:gs pos="2000">
                  <a:schemeClr val="accent1">
                    <a:lumMod val="5000"/>
                    <a:lumOff val="95000"/>
                  </a:schemeClr>
                </a:gs>
                <a:gs pos="24000">
                  <a:schemeClr val="accent5">
                    <a:lumMod val="20000"/>
                    <a:lumOff val="8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75000">
                  <a:schemeClr val="accent5">
                    <a:lumMod val="75000"/>
                  </a:schemeClr>
                </a:gs>
                <a:gs pos="100000">
                  <a:schemeClr val="accent5">
                    <a:lumMod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616" name="组合 615">
              <a:extLst>
                <a:ext uri="{FF2B5EF4-FFF2-40B4-BE49-F238E27FC236}">
                  <a16:creationId xmlns:a16="http://schemas.microsoft.com/office/drawing/2014/main" id="{8518A6DE-3598-D041-A598-74187FBEE4CE}"/>
                </a:ext>
              </a:extLst>
            </p:cNvPr>
            <p:cNvGrpSpPr/>
            <p:nvPr/>
          </p:nvGrpSpPr>
          <p:grpSpPr>
            <a:xfrm>
              <a:off x="3219961" y="6057800"/>
              <a:ext cx="762631" cy="138499"/>
              <a:chOff x="987441" y="6327261"/>
              <a:chExt cx="762631" cy="138499"/>
            </a:xfrm>
          </p:grpSpPr>
          <p:grpSp>
            <p:nvGrpSpPr>
              <p:cNvPr id="617" name="组合 616">
                <a:extLst>
                  <a:ext uri="{FF2B5EF4-FFF2-40B4-BE49-F238E27FC236}">
                    <a16:creationId xmlns:a16="http://schemas.microsoft.com/office/drawing/2014/main" id="{1A3D177C-A18D-3741-910A-E69435A8EC78}"/>
                  </a:ext>
                </a:extLst>
              </p:cNvPr>
              <p:cNvGrpSpPr/>
              <p:nvPr/>
            </p:nvGrpSpPr>
            <p:grpSpPr>
              <a:xfrm>
                <a:off x="1015386" y="6346446"/>
                <a:ext cx="582793" cy="27587"/>
                <a:chOff x="1045635" y="6354163"/>
                <a:chExt cx="582793" cy="27587"/>
              </a:xfrm>
            </p:grpSpPr>
            <p:cxnSp>
              <p:nvCxnSpPr>
                <p:cNvPr id="622" name="直线连接符 621">
                  <a:extLst>
                    <a:ext uri="{FF2B5EF4-FFF2-40B4-BE49-F238E27FC236}">
                      <a16:creationId xmlns:a16="http://schemas.microsoft.com/office/drawing/2014/main" id="{2095057F-1597-484E-8452-A0CB87F37E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67910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3" name="直线连接符 622">
                  <a:extLst>
                    <a:ext uri="{FF2B5EF4-FFF2-40B4-BE49-F238E27FC236}">
                      <a16:creationId xmlns:a16="http://schemas.microsoft.com/office/drawing/2014/main" id="{1E49FBDD-737D-7645-AF54-74B6DE8D7C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26509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4" name="直线连接符 623">
                  <a:extLst>
                    <a:ext uri="{FF2B5EF4-FFF2-40B4-BE49-F238E27FC236}">
                      <a16:creationId xmlns:a16="http://schemas.microsoft.com/office/drawing/2014/main" id="{60D46FAE-9FBD-5B45-8DD7-01FFAE57BF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50710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5" name="直线连接符 624">
                  <a:extLst>
                    <a:ext uri="{FF2B5EF4-FFF2-40B4-BE49-F238E27FC236}">
                      <a16:creationId xmlns:a16="http://schemas.microsoft.com/office/drawing/2014/main" id="{8A8419F1-9047-9340-9BED-A6EF3E4D95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5635" y="6354163"/>
                  <a:ext cx="582793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6" name="直线连接符 625">
                  <a:extLst>
                    <a:ext uri="{FF2B5EF4-FFF2-40B4-BE49-F238E27FC236}">
                      <a16:creationId xmlns:a16="http://schemas.microsoft.com/office/drawing/2014/main" id="{0F426E65-45AB-C543-AE80-FD1E2416D3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06135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18" name="文本框 617">
                <a:extLst>
                  <a:ext uri="{FF2B5EF4-FFF2-40B4-BE49-F238E27FC236}">
                    <a16:creationId xmlns:a16="http://schemas.microsoft.com/office/drawing/2014/main" id="{BE363E32-16BD-FE41-91CD-DD4CB212EEAD}"/>
                  </a:ext>
                </a:extLst>
              </p:cNvPr>
              <p:cNvSpPr txBox="1"/>
              <p:nvPr/>
            </p:nvSpPr>
            <p:spPr>
              <a:xfrm>
                <a:off x="987441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270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19" name="文本框 618">
                <a:extLst>
                  <a:ext uri="{FF2B5EF4-FFF2-40B4-BE49-F238E27FC236}">
                    <a16:creationId xmlns:a16="http://schemas.microsoft.com/office/drawing/2014/main" id="{6833E1EE-8407-A245-938A-39C35CCAEFF0}"/>
                  </a:ext>
                </a:extLst>
              </p:cNvPr>
              <p:cNvSpPr txBox="1"/>
              <p:nvPr/>
            </p:nvSpPr>
            <p:spPr>
              <a:xfrm>
                <a:off x="1141962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350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0" name="文本框 619">
                <a:extLst>
                  <a:ext uri="{FF2B5EF4-FFF2-40B4-BE49-F238E27FC236}">
                    <a16:creationId xmlns:a16="http://schemas.microsoft.com/office/drawing/2014/main" id="{75BAA1FF-8941-1947-A53E-E3025E9B8425}"/>
                  </a:ext>
                </a:extLst>
              </p:cNvPr>
              <p:cNvSpPr txBox="1"/>
              <p:nvPr/>
            </p:nvSpPr>
            <p:spPr>
              <a:xfrm>
                <a:off x="1299745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430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21" name="文本框 620">
                <a:extLst>
                  <a:ext uri="{FF2B5EF4-FFF2-40B4-BE49-F238E27FC236}">
                    <a16:creationId xmlns:a16="http://schemas.microsoft.com/office/drawing/2014/main" id="{0B779D07-BBA5-6E4C-8E7B-2EFE506362F7}"/>
                  </a:ext>
                </a:extLst>
              </p:cNvPr>
              <p:cNvSpPr txBox="1"/>
              <p:nvPr/>
            </p:nvSpPr>
            <p:spPr>
              <a:xfrm>
                <a:off x="1451638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510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629" name="文本框 628">
            <a:extLst>
              <a:ext uri="{FF2B5EF4-FFF2-40B4-BE49-F238E27FC236}">
                <a16:creationId xmlns:a16="http://schemas.microsoft.com/office/drawing/2014/main" id="{30CD2A7A-E700-104D-9E1A-022ABB491934}"/>
              </a:ext>
            </a:extLst>
          </p:cNvPr>
          <p:cNvSpPr txBox="1"/>
          <p:nvPr/>
        </p:nvSpPr>
        <p:spPr>
          <a:xfrm>
            <a:off x="7199550" y="5640962"/>
            <a:ext cx="7556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测量时长（微秒）</a:t>
            </a:r>
          </a:p>
        </p:txBody>
      </p:sp>
      <p:sp>
        <p:nvSpPr>
          <p:cNvPr id="630" name="文本框 629">
            <a:extLst>
              <a:ext uri="{FF2B5EF4-FFF2-40B4-BE49-F238E27FC236}">
                <a16:creationId xmlns:a16="http://schemas.microsoft.com/office/drawing/2014/main" id="{AD08FE2C-FA49-E546-9323-2DC6F9338D41}"/>
              </a:ext>
            </a:extLst>
          </p:cNvPr>
          <p:cNvSpPr txBox="1"/>
          <p:nvPr/>
        </p:nvSpPr>
        <p:spPr>
          <a:xfrm>
            <a:off x="7284150" y="6500071"/>
            <a:ext cx="87474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单比特门时长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微秒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1" name="文本框 630">
            <a:extLst>
              <a:ext uri="{FF2B5EF4-FFF2-40B4-BE49-F238E27FC236}">
                <a16:creationId xmlns:a16="http://schemas.microsoft.com/office/drawing/2014/main" id="{1EB40568-DA2C-EB43-8010-F9C1DB5BF6E3}"/>
              </a:ext>
            </a:extLst>
          </p:cNvPr>
          <p:cNvSpPr txBox="1"/>
          <p:nvPr/>
        </p:nvSpPr>
        <p:spPr>
          <a:xfrm>
            <a:off x="8034665" y="6493721"/>
            <a:ext cx="87474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CNOT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门时长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微秒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7" name="椭圆 646">
            <a:extLst>
              <a:ext uri="{FF2B5EF4-FFF2-40B4-BE49-F238E27FC236}">
                <a16:creationId xmlns:a16="http://schemas.microsoft.com/office/drawing/2014/main" id="{B4C324EC-EBF4-464C-9172-C742F0DE872B}"/>
              </a:ext>
            </a:extLst>
          </p:cNvPr>
          <p:cNvSpPr/>
          <p:nvPr/>
        </p:nvSpPr>
        <p:spPr>
          <a:xfrm>
            <a:off x="9859940" y="5839461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648" name="椭圆 647">
            <a:extLst>
              <a:ext uri="{FF2B5EF4-FFF2-40B4-BE49-F238E27FC236}">
                <a16:creationId xmlns:a16="http://schemas.microsoft.com/office/drawing/2014/main" id="{82A9C35F-C866-7C47-83DB-049AD776C0D9}"/>
              </a:ext>
            </a:extLst>
          </p:cNvPr>
          <p:cNvSpPr/>
          <p:nvPr/>
        </p:nvSpPr>
        <p:spPr>
          <a:xfrm>
            <a:off x="10292252" y="5839461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649" name="椭圆 648">
            <a:extLst>
              <a:ext uri="{FF2B5EF4-FFF2-40B4-BE49-F238E27FC236}">
                <a16:creationId xmlns:a16="http://schemas.microsoft.com/office/drawing/2014/main" id="{C536A35E-F909-0944-BCE7-C6A9E9CF419A}"/>
              </a:ext>
            </a:extLst>
          </p:cNvPr>
          <p:cNvSpPr/>
          <p:nvPr/>
        </p:nvSpPr>
        <p:spPr>
          <a:xfrm>
            <a:off x="10724564" y="5839461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652" name="椭圆 651">
            <a:extLst>
              <a:ext uri="{FF2B5EF4-FFF2-40B4-BE49-F238E27FC236}">
                <a16:creationId xmlns:a16="http://schemas.microsoft.com/office/drawing/2014/main" id="{4080D3E3-1D30-7D44-AA5B-98E3E546B685}"/>
              </a:ext>
            </a:extLst>
          </p:cNvPr>
          <p:cNvSpPr/>
          <p:nvPr/>
        </p:nvSpPr>
        <p:spPr>
          <a:xfrm>
            <a:off x="9427628" y="5839461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53" name="椭圆 652">
            <a:extLst>
              <a:ext uri="{FF2B5EF4-FFF2-40B4-BE49-F238E27FC236}">
                <a16:creationId xmlns:a16="http://schemas.microsoft.com/office/drawing/2014/main" id="{CC4961F2-8AAB-604C-ADBD-31AC41DED6CF}"/>
              </a:ext>
            </a:extLst>
          </p:cNvPr>
          <p:cNvSpPr/>
          <p:nvPr/>
        </p:nvSpPr>
        <p:spPr>
          <a:xfrm>
            <a:off x="11156875" y="5839461"/>
            <a:ext cx="180000" cy="18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657" name="下箭头 656">
            <a:extLst>
              <a:ext uri="{FF2B5EF4-FFF2-40B4-BE49-F238E27FC236}">
                <a16:creationId xmlns:a16="http://schemas.microsoft.com/office/drawing/2014/main" id="{51117B28-D6DB-104E-BA00-78EE039E8A6B}"/>
              </a:ext>
            </a:extLst>
          </p:cNvPr>
          <p:cNvSpPr/>
          <p:nvPr/>
        </p:nvSpPr>
        <p:spPr>
          <a:xfrm>
            <a:off x="10119626" y="5368814"/>
            <a:ext cx="159223" cy="319815"/>
          </a:xfrm>
          <a:prstGeom prst="downArrow">
            <a:avLst>
              <a:gd name="adj1" fmla="val 18814"/>
              <a:gd name="adj2" fmla="val 27127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58" name="矩形 657">
            <a:extLst>
              <a:ext uri="{FF2B5EF4-FFF2-40B4-BE49-F238E27FC236}">
                <a16:creationId xmlns:a16="http://schemas.microsoft.com/office/drawing/2014/main" id="{2EB81A21-7170-864D-ADE2-A9A793430264}"/>
              </a:ext>
            </a:extLst>
          </p:cNvPr>
          <p:cNvSpPr/>
          <p:nvPr/>
        </p:nvSpPr>
        <p:spPr>
          <a:xfrm>
            <a:off x="9717576" y="5346253"/>
            <a:ext cx="1619629" cy="3098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000" dirty="0">
                <a:solidFill>
                  <a:schemeClr val="tx1"/>
                </a:solidFill>
              </a:rPr>
              <a:t>比特映射</a:t>
            </a:r>
          </a:p>
        </p:txBody>
      </p:sp>
      <p:sp>
        <p:nvSpPr>
          <p:cNvPr id="659" name="圆角矩形 658">
            <a:extLst>
              <a:ext uri="{FF2B5EF4-FFF2-40B4-BE49-F238E27FC236}">
                <a16:creationId xmlns:a16="http://schemas.microsoft.com/office/drawing/2014/main" id="{8CB4ADA3-8C5C-EF4F-B86F-202E92024401}"/>
              </a:ext>
            </a:extLst>
          </p:cNvPr>
          <p:cNvSpPr/>
          <p:nvPr/>
        </p:nvSpPr>
        <p:spPr>
          <a:xfrm>
            <a:off x="9057035" y="3975436"/>
            <a:ext cx="2588644" cy="2660218"/>
          </a:xfrm>
          <a:prstGeom prst="roundRect">
            <a:avLst>
              <a:gd name="adj" fmla="val 9518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62" name="文本框 661">
            <a:extLst>
              <a:ext uri="{FF2B5EF4-FFF2-40B4-BE49-F238E27FC236}">
                <a16:creationId xmlns:a16="http://schemas.microsoft.com/office/drawing/2014/main" id="{57088EC2-D79D-4142-A1C1-69ACB9F4AE6F}"/>
              </a:ext>
            </a:extLst>
          </p:cNvPr>
          <p:cNvSpPr txBox="1"/>
          <p:nvPr/>
        </p:nvSpPr>
        <p:spPr>
          <a:xfrm>
            <a:off x="9439927" y="6192991"/>
            <a:ext cx="1994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/>
              <a:t>拓扑相似性评估</a:t>
            </a:r>
          </a:p>
        </p:txBody>
      </p:sp>
      <p:sp>
        <p:nvSpPr>
          <p:cNvPr id="663" name="圆角矩形 662">
            <a:extLst>
              <a:ext uri="{FF2B5EF4-FFF2-40B4-BE49-F238E27FC236}">
                <a16:creationId xmlns:a16="http://schemas.microsoft.com/office/drawing/2014/main" id="{CE2FFD02-C2BF-D441-8E66-3E27B1FC5962}"/>
              </a:ext>
            </a:extLst>
          </p:cNvPr>
          <p:cNvSpPr/>
          <p:nvPr/>
        </p:nvSpPr>
        <p:spPr>
          <a:xfrm>
            <a:off x="10557962" y="4033894"/>
            <a:ext cx="607311" cy="3353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kumimoji="1" lang="zh-CN" altLang="en-US" sz="1000" dirty="0">
                <a:solidFill>
                  <a:schemeClr val="tx1"/>
                </a:solidFill>
              </a:rPr>
              <a:t> 门数量</a:t>
            </a:r>
          </a:p>
        </p:txBody>
      </p:sp>
      <p:cxnSp>
        <p:nvCxnSpPr>
          <p:cNvPr id="664" name="直线箭头连接符 663">
            <a:extLst>
              <a:ext uri="{FF2B5EF4-FFF2-40B4-BE49-F238E27FC236}">
                <a16:creationId xmlns:a16="http://schemas.microsoft.com/office/drawing/2014/main" id="{2D85A344-5CC8-5D48-95E0-BA4CEC0FDF8B}"/>
              </a:ext>
            </a:extLst>
          </p:cNvPr>
          <p:cNvCxnSpPr>
            <a:cxnSpLocks/>
            <a:stCxn id="670" idx="1"/>
          </p:cNvCxnSpPr>
          <p:nvPr/>
        </p:nvCxnSpPr>
        <p:spPr>
          <a:xfrm flipH="1">
            <a:off x="2302916" y="3143248"/>
            <a:ext cx="419440" cy="922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0" name="文本框 669">
            <a:extLst>
              <a:ext uri="{FF2B5EF4-FFF2-40B4-BE49-F238E27FC236}">
                <a16:creationId xmlns:a16="http://schemas.microsoft.com/office/drawing/2014/main" id="{0266CBC6-0138-AB41-BF33-13ED81582B6C}"/>
              </a:ext>
            </a:extLst>
          </p:cNvPr>
          <p:cNvSpPr txBox="1"/>
          <p:nvPr/>
        </p:nvSpPr>
        <p:spPr>
          <a:xfrm>
            <a:off x="2722356" y="2958582"/>
            <a:ext cx="181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门分割</a:t>
            </a:r>
          </a:p>
        </p:txBody>
      </p:sp>
      <p:cxnSp>
        <p:nvCxnSpPr>
          <p:cNvPr id="672" name="直线箭头连接符 671">
            <a:extLst>
              <a:ext uri="{FF2B5EF4-FFF2-40B4-BE49-F238E27FC236}">
                <a16:creationId xmlns:a16="http://schemas.microsoft.com/office/drawing/2014/main" id="{0EAD9010-7971-494E-AE4E-8044B1FF3DBD}"/>
              </a:ext>
            </a:extLst>
          </p:cNvPr>
          <p:cNvCxnSpPr>
            <a:cxnSpLocks/>
          </p:cNvCxnSpPr>
          <p:nvPr/>
        </p:nvCxnSpPr>
        <p:spPr>
          <a:xfrm flipH="1">
            <a:off x="2327421" y="3413376"/>
            <a:ext cx="386471" cy="0"/>
          </a:xfrm>
          <a:prstGeom prst="straightConnector1">
            <a:avLst/>
          </a:prstGeom>
          <a:ln w="12700"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4" name="文本框 673">
            <a:extLst>
              <a:ext uri="{FF2B5EF4-FFF2-40B4-BE49-F238E27FC236}">
                <a16:creationId xmlns:a16="http://schemas.microsoft.com/office/drawing/2014/main" id="{603525D7-0D9D-DF49-A4AD-185AE5A21A0E}"/>
              </a:ext>
            </a:extLst>
          </p:cNvPr>
          <p:cNvSpPr txBox="1"/>
          <p:nvPr/>
        </p:nvSpPr>
        <p:spPr>
          <a:xfrm>
            <a:off x="2709160" y="3234663"/>
            <a:ext cx="1819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边分割</a:t>
            </a:r>
          </a:p>
        </p:txBody>
      </p:sp>
    </p:spTree>
    <p:extLst>
      <p:ext uri="{BB962C8B-B14F-4D97-AF65-F5344CB8AC3E}">
        <p14:creationId xmlns:p14="http://schemas.microsoft.com/office/powerpoint/2010/main" val="1796417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>
            <a:extLst>
              <a:ext uri="{FF2B5EF4-FFF2-40B4-BE49-F238E27FC236}">
                <a16:creationId xmlns:a16="http://schemas.microsoft.com/office/drawing/2014/main" id="{0F6981AB-5289-C834-4552-893569830023}"/>
              </a:ext>
            </a:extLst>
          </p:cNvPr>
          <p:cNvSpPr txBox="1"/>
          <p:nvPr/>
        </p:nvSpPr>
        <p:spPr>
          <a:xfrm>
            <a:off x="1269407" y="187736"/>
            <a:ext cx="4620340" cy="678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</a:rPr>
              <a:t>适应性分布式量子计算</a:t>
            </a:r>
          </a:p>
        </p:txBody>
      </p: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C85F2335-1699-1846-8939-06018AE79248}"/>
              </a:ext>
            </a:extLst>
          </p:cNvPr>
          <p:cNvCxnSpPr>
            <a:cxnSpLocks/>
          </p:cNvCxnSpPr>
          <p:nvPr/>
        </p:nvCxnSpPr>
        <p:spPr>
          <a:xfrm>
            <a:off x="4331961" y="4447771"/>
            <a:ext cx="111044" cy="0"/>
          </a:xfrm>
          <a:prstGeom prst="straightConnector1">
            <a:avLst/>
          </a:prstGeom>
          <a:ln>
            <a:solidFill>
              <a:schemeClr val="tx1"/>
            </a:solidFill>
            <a:headEnd type="none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>
            <a:extLst>
              <a:ext uri="{FF2B5EF4-FFF2-40B4-BE49-F238E27FC236}">
                <a16:creationId xmlns:a16="http://schemas.microsoft.com/office/drawing/2014/main" id="{FD76B6FC-0832-5844-B6BB-12DCBD04256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980110" y="1749522"/>
            <a:ext cx="366720" cy="36672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461757C2-108F-1B4A-B96D-F16CB27216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501" y="1744942"/>
            <a:ext cx="366720" cy="366720"/>
          </a:xfrm>
          <a:prstGeom prst="rect">
            <a:avLst/>
          </a:prstGeom>
        </p:spPr>
      </p:pic>
      <p:sp>
        <p:nvSpPr>
          <p:cNvPr id="39" name="任意形状 38">
            <a:extLst>
              <a:ext uri="{FF2B5EF4-FFF2-40B4-BE49-F238E27FC236}">
                <a16:creationId xmlns:a16="http://schemas.microsoft.com/office/drawing/2014/main" id="{D4718F37-4F8B-F842-983E-F508394D05BA}"/>
              </a:ext>
            </a:extLst>
          </p:cNvPr>
          <p:cNvSpPr/>
          <p:nvPr/>
        </p:nvSpPr>
        <p:spPr>
          <a:xfrm flipV="1">
            <a:off x="5717239" y="1693708"/>
            <a:ext cx="689872" cy="55744"/>
          </a:xfrm>
          <a:custGeom>
            <a:avLst/>
            <a:gdLst>
              <a:gd name="connsiteX0" fmla="*/ 0 w 5620163"/>
              <a:gd name="connsiteY0" fmla="*/ 0 h 12690"/>
              <a:gd name="connsiteX1" fmla="*/ 5620164 w 5620163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620163" h="12690">
                <a:moveTo>
                  <a:pt x="0" y="0"/>
                </a:moveTo>
                <a:lnTo>
                  <a:pt x="5620164" y="0"/>
                </a:lnTo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2578555E-8B4B-E14B-9EC6-7FEEAA0A85E6}"/>
              </a:ext>
            </a:extLst>
          </p:cNvPr>
          <p:cNvCxnSpPr>
            <a:cxnSpLocks/>
            <a:stCxn id="77" idx="3"/>
            <a:endCxn id="72" idx="0"/>
          </p:cNvCxnSpPr>
          <p:nvPr/>
        </p:nvCxnSpPr>
        <p:spPr>
          <a:xfrm flipH="1" flipV="1">
            <a:off x="4851489" y="1762313"/>
            <a:ext cx="163961" cy="1550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Picture 4" descr="Encoding into the 3-qubits repetition code (left) leads to a logical heavy square lattice (right).">
            <a:extLst>
              <a:ext uri="{FF2B5EF4-FFF2-40B4-BE49-F238E27FC236}">
                <a16:creationId xmlns:a16="http://schemas.microsoft.com/office/drawing/2014/main" id="{DFF35059-0912-C944-9578-2084EA34E2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27" t="25318" r="12074" b="28323"/>
          <a:stretch/>
        </p:blipFill>
        <p:spPr bwMode="auto">
          <a:xfrm>
            <a:off x="5180417" y="1674302"/>
            <a:ext cx="279233" cy="25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84F27DFB-7B75-CC40-8917-7988A3983DEA}"/>
              </a:ext>
            </a:extLst>
          </p:cNvPr>
          <p:cNvCxnSpPr>
            <a:cxnSpLocks/>
            <a:stCxn id="77" idx="3"/>
          </p:cNvCxnSpPr>
          <p:nvPr/>
        </p:nvCxnSpPr>
        <p:spPr>
          <a:xfrm>
            <a:off x="5015449" y="1777822"/>
            <a:ext cx="279946" cy="27921"/>
          </a:xfrm>
          <a:prstGeom prst="straightConnector1">
            <a:avLst/>
          </a:prstGeom>
          <a:ln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732BDACB-FE1B-4E40-A3BC-6FA0723CCE01}"/>
              </a:ext>
            </a:extLst>
          </p:cNvPr>
          <p:cNvCxnSpPr>
            <a:cxnSpLocks/>
            <a:stCxn id="80" idx="2"/>
          </p:cNvCxnSpPr>
          <p:nvPr/>
        </p:nvCxnSpPr>
        <p:spPr>
          <a:xfrm>
            <a:off x="5069546" y="1716571"/>
            <a:ext cx="388826" cy="32882"/>
          </a:xfrm>
          <a:prstGeom prst="straightConnector1">
            <a:avLst/>
          </a:prstGeom>
          <a:ln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0849F99B-75F8-0D4E-9440-180C2B8416DB}"/>
              </a:ext>
            </a:extLst>
          </p:cNvPr>
          <p:cNvSpPr txBox="1"/>
          <p:nvPr/>
        </p:nvSpPr>
        <p:spPr>
          <a:xfrm>
            <a:off x="4730077" y="1875856"/>
            <a:ext cx="457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-US" altLang="zh-C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996C9F1-047D-9349-85B8-1239B55603B5}"/>
              </a:ext>
            </a:extLst>
          </p:cNvPr>
          <p:cNvSpPr txBox="1"/>
          <p:nvPr/>
        </p:nvSpPr>
        <p:spPr>
          <a:xfrm>
            <a:off x="5111472" y="1875856"/>
            <a:ext cx="45568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1" lang="en-US" altLang="zh-C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B0424242-5A0D-EC4A-97E8-D01F88CAE8D8}"/>
              </a:ext>
            </a:extLst>
          </p:cNvPr>
          <p:cNvSpPr/>
          <p:nvPr/>
        </p:nvSpPr>
        <p:spPr>
          <a:xfrm>
            <a:off x="3757108" y="1277940"/>
            <a:ext cx="3629630" cy="914400"/>
          </a:xfrm>
          <a:prstGeom prst="roundRect">
            <a:avLst>
              <a:gd name="adj" fmla="val 8458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9D88EF3A-D250-0C43-82D3-78128522B28F}"/>
              </a:ext>
            </a:extLst>
          </p:cNvPr>
          <p:cNvSpPr/>
          <p:nvPr/>
        </p:nvSpPr>
        <p:spPr>
          <a:xfrm>
            <a:off x="995179" y="1274731"/>
            <a:ext cx="2259461" cy="914400"/>
          </a:xfrm>
          <a:prstGeom prst="roundRect">
            <a:avLst>
              <a:gd name="adj" fmla="val 8458"/>
            </a:avLst>
          </a:prstGeom>
          <a:noFill/>
          <a:ln>
            <a:solidFill>
              <a:schemeClr val="accent2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33F43C9-11B8-CA42-B67E-0B634539BBCC}"/>
              </a:ext>
            </a:extLst>
          </p:cNvPr>
          <p:cNvSpPr txBox="1"/>
          <p:nvPr/>
        </p:nvSpPr>
        <p:spPr>
          <a:xfrm>
            <a:off x="1589146" y="1215388"/>
            <a:ext cx="1280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latin typeface="FangSong" panose="02010609060101010101" pitchFamily="49" charset="-122"/>
                <a:ea typeface="FangSong" panose="02010609060101010101" pitchFamily="49" charset="-122"/>
                <a:cs typeface="Times New Roman" panose="02020603050405020304" pitchFamily="18" charset="0"/>
              </a:rPr>
              <a:t>量子电路</a:t>
            </a:r>
          </a:p>
        </p:txBody>
      </p:sp>
      <p:cxnSp>
        <p:nvCxnSpPr>
          <p:cNvPr id="50" name="直线连接符 49">
            <a:extLst>
              <a:ext uri="{FF2B5EF4-FFF2-40B4-BE49-F238E27FC236}">
                <a16:creationId xmlns:a16="http://schemas.microsoft.com/office/drawing/2014/main" id="{01B803F3-C619-EB46-B985-53A7C53846FD}"/>
              </a:ext>
            </a:extLst>
          </p:cNvPr>
          <p:cNvCxnSpPr>
            <a:cxnSpLocks/>
          </p:cNvCxnSpPr>
          <p:nvPr/>
        </p:nvCxnSpPr>
        <p:spPr>
          <a:xfrm>
            <a:off x="4655756" y="1460039"/>
            <a:ext cx="0" cy="59388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连接符 50">
            <a:extLst>
              <a:ext uri="{FF2B5EF4-FFF2-40B4-BE49-F238E27FC236}">
                <a16:creationId xmlns:a16="http://schemas.microsoft.com/office/drawing/2014/main" id="{88A65AC2-F063-6544-9A6E-90BDEAFB8733}"/>
              </a:ext>
            </a:extLst>
          </p:cNvPr>
          <p:cNvCxnSpPr>
            <a:cxnSpLocks/>
          </p:cNvCxnSpPr>
          <p:nvPr/>
        </p:nvCxnSpPr>
        <p:spPr>
          <a:xfrm>
            <a:off x="5605112" y="1501414"/>
            <a:ext cx="0" cy="586040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A7AA3356-A35F-C44D-B57D-36763639A56B}"/>
              </a:ext>
            </a:extLst>
          </p:cNvPr>
          <p:cNvCxnSpPr>
            <a:cxnSpLocks/>
          </p:cNvCxnSpPr>
          <p:nvPr/>
        </p:nvCxnSpPr>
        <p:spPr>
          <a:xfrm>
            <a:off x="6511617" y="1480725"/>
            <a:ext cx="0" cy="598454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id="{43CFBA12-A319-154B-9C7F-81AAC3128D5B}"/>
              </a:ext>
            </a:extLst>
          </p:cNvPr>
          <p:cNvSpPr txBox="1"/>
          <p:nvPr/>
        </p:nvSpPr>
        <p:spPr>
          <a:xfrm>
            <a:off x="3727358" y="1378313"/>
            <a:ext cx="1094868" cy="248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E04E4006-9D7A-9A40-8D9E-59A7353E6372}"/>
              </a:ext>
            </a:extLst>
          </p:cNvPr>
          <p:cNvSpPr txBox="1"/>
          <p:nvPr/>
        </p:nvSpPr>
        <p:spPr>
          <a:xfrm>
            <a:off x="4739138" y="1378314"/>
            <a:ext cx="769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图形 54">
            <a:extLst>
              <a:ext uri="{FF2B5EF4-FFF2-40B4-BE49-F238E27FC236}">
                <a16:creationId xmlns:a16="http://schemas.microsoft.com/office/drawing/2014/main" id="{9B8323B8-8C45-9F49-A6F4-27C876A6F6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87296" y="1963143"/>
            <a:ext cx="147509" cy="148031"/>
          </a:xfrm>
          <a:prstGeom prst="rect">
            <a:avLst/>
          </a:prstGeom>
        </p:spPr>
      </p:pic>
      <p:pic>
        <p:nvPicPr>
          <p:cNvPr id="56" name="图形 55">
            <a:extLst>
              <a:ext uri="{FF2B5EF4-FFF2-40B4-BE49-F238E27FC236}">
                <a16:creationId xmlns:a16="http://schemas.microsoft.com/office/drawing/2014/main" id="{085CF538-3B0B-134A-B861-9FDCE08A22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87734" y="1901539"/>
            <a:ext cx="253712" cy="253712"/>
          </a:xfrm>
          <a:prstGeom prst="rect">
            <a:avLst/>
          </a:prstGeom>
        </p:spPr>
      </p:pic>
      <p:pic>
        <p:nvPicPr>
          <p:cNvPr id="57" name="图形 56">
            <a:extLst>
              <a:ext uri="{FF2B5EF4-FFF2-40B4-BE49-F238E27FC236}">
                <a16:creationId xmlns:a16="http://schemas.microsoft.com/office/drawing/2014/main" id="{B1459844-06DF-E04E-85D0-1F2E71ED92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0560" y="1956793"/>
            <a:ext cx="147509" cy="148031"/>
          </a:xfrm>
          <a:prstGeom prst="rect">
            <a:avLst/>
          </a:prstGeom>
        </p:spPr>
      </p:pic>
      <p:pic>
        <p:nvPicPr>
          <p:cNvPr id="58" name="图形 57">
            <a:extLst>
              <a:ext uri="{FF2B5EF4-FFF2-40B4-BE49-F238E27FC236}">
                <a16:creationId xmlns:a16="http://schemas.microsoft.com/office/drawing/2014/main" id="{54699076-5F05-434C-AE99-E89D824AC8F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92193" y="1898364"/>
            <a:ext cx="253712" cy="253712"/>
          </a:xfrm>
          <a:prstGeom prst="rect">
            <a:avLst/>
          </a:prstGeom>
        </p:spPr>
      </p:pic>
      <p:pic>
        <p:nvPicPr>
          <p:cNvPr id="59" name="图形 58">
            <a:extLst>
              <a:ext uri="{FF2B5EF4-FFF2-40B4-BE49-F238E27FC236}">
                <a16:creationId xmlns:a16="http://schemas.microsoft.com/office/drawing/2014/main" id="{E5011581-0703-114A-B713-AE0EC88D66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4439327" y="1798044"/>
            <a:ext cx="147509" cy="148031"/>
          </a:xfrm>
          <a:prstGeom prst="rect">
            <a:avLst/>
          </a:prstGeom>
        </p:spPr>
      </p:pic>
      <p:pic>
        <p:nvPicPr>
          <p:cNvPr id="60" name="图形 59">
            <a:extLst>
              <a:ext uri="{FF2B5EF4-FFF2-40B4-BE49-F238E27FC236}">
                <a16:creationId xmlns:a16="http://schemas.microsoft.com/office/drawing/2014/main" id="{81445BDC-6875-BB45-87CE-E0F9110701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3982448" y="1630633"/>
            <a:ext cx="147509" cy="148031"/>
          </a:xfrm>
          <a:prstGeom prst="rect">
            <a:avLst/>
          </a:prstGeom>
        </p:spPr>
      </p:pic>
      <p:pic>
        <p:nvPicPr>
          <p:cNvPr id="61" name="图形 60">
            <a:extLst>
              <a:ext uri="{FF2B5EF4-FFF2-40B4-BE49-F238E27FC236}">
                <a16:creationId xmlns:a16="http://schemas.microsoft.com/office/drawing/2014/main" id="{1FE4EB32-E088-0147-9133-4A20A229EE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26406" y="1677394"/>
            <a:ext cx="156010" cy="148031"/>
          </a:xfrm>
          <a:prstGeom prst="rect">
            <a:avLst/>
          </a:prstGeom>
        </p:spPr>
      </p:pic>
      <p:pic>
        <p:nvPicPr>
          <p:cNvPr id="62" name="图形 61">
            <a:extLst>
              <a:ext uri="{FF2B5EF4-FFF2-40B4-BE49-F238E27FC236}">
                <a16:creationId xmlns:a16="http://schemas.microsoft.com/office/drawing/2014/main" id="{94222FFE-90A1-C642-8DC2-AC03B2E10F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0800000">
            <a:off x="4276020" y="1630633"/>
            <a:ext cx="147509" cy="148031"/>
          </a:xfrm>
          <a:prstGeom prst="rect">
            <a:avLst/>
          </a:prstGeom>
        </p:spPr>
      </p:pic>
      <p:pic>
        <p:nvPicPr>
          <p:cNvPr id="63" name="图形 62">
            <a:extLst>
              <a:ext uri="{FF2B5EF4-FFF2-40B4-BE49-F238E27FC236}">
                <a16:creationId xmlns:a16="http://schemas.microsoft.com/office/drawing/2014/main" id="{6F898AB5-B368-974E-9558-9BBF02984F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3820496" y="1801219"/>
            <a:ext cx="147509" cy="148031"/>
          </a:xfrm>
          <a:prstGeom prst="rect">
            <a:avLst/>
          </a:prstGeom>
        </p:spPr>
      </p:pic>
      <p:pic>
        <p:nvPicPr>
          <p:cNvPr id="64" name="图形 63">
            <a:extLst>
              <a:ext uri="{FF2B5EF4-FFF2-40B4-BE49-F238E27FC236}">
                <a16:creationId xmlns:a16="http://schemas.microsoft.com/office/drawing/2014/main" id="{63D65A3B-CC84-9D48-A154-8324EFEE576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87734" y="1611668"/>
            <a:ext cx="253712" cy="253712"/>
          </a:xfrm>
          <a:prstGeom prst="rect">
            <a:avLst/>
          </a:prstGeom>
        </p:spPr>
      </p:pic>
      <p:pic>
        <p:nvPicPr>
          <p:cNvPr id="65" name="图形 64">
            <a:extLst>
              <a:ext uri="{FF2B5EF4-FFF2-40B4-BE49-F238E27FC236}">
                <a16:creationId xmlns:a16="http://schemas.microsoft.com/office/drawing/2014/main" id="{F194760B-2F4E-DA43-88E2-86DD183C07E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72866" y="1602126"/>
            <a:ext cx="253712" cy="253712"/>
          </a:xfrm>
          <a:prstGeom prst="rect">
            <a:avLst/>
          </a:prstGeom>
        </p:spPr>
      </p:pic>
      <p:pic>
        <p:nvPicPr>
          <p:cNvPr id="66" name="图形 65">
            <a:extLst>
              <a:ext uri="{FF2B5EF4-FFF2-40B4-BE49-F238E27FC236}">
                <a16:creationId xmlns:a16="http://schemas.microsoft.com/office/drawing/2014/main" id="{48321A64-E53B-3F46-A863-FC35402C29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386225" y="1895189"/>
            <a:ext cx="253712" cy="253712"/>
          </a:xfrm>
          <a:prstGeom prst="rect">
            <a:avLst/>
          </a:prstGeom>
        </p:spPr>
      </p:pic>
      <p:cxnSp>
        <p:nvCxnSpPr>
          <p:cNvPr id="67" name="直线连接符 66">
            <a:extLst>
              <a:ext uri="{FF2B5EF4-FFF2-40B4-BE49-F238E27FC236}">
                <a16:creationId xmlns:a16="http://schemas.microsoft.com/office/drawing/2014/main" id="{DBE3D93C-876B-484F-8898-4CF43F19F658}"/>
              </a:ext>
            </a:extLst>
          </p:cNvPr>
          <p:cNvCxnSpPr>
            <a:cxnSpLocks/>
          </p:cNvCxnSpPr>
          <p:nvPr/>
        </p:nvCxnSpPr>
        <p:spPr>
          <a:xfrm>
            <a:off x="4529039" y="1751063"/>
            <a:ext cx="235845" cy="320114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60F435A9-4529-8045-93F6-383B803D851A}"/>
              </a:ext>
            </a:extLst>
          </p:cNvPr>
          <p:cNvCxnSpPr>
            <a:cxnSpLocks/>
          </p:cNvCxnSpPr>
          <p:nvPr/>
        </p:nvCxnSpPr>
        <p:spPr>
          <a:xfrm flipV="1">
            <a:off x="4530461" y="1630632"/>
            <a:ext cx="295637" cy="60106"/>
          </a:xfrm>
          <a:prstGeom prst="line">
            <a:avLst/>
          </a:prstGeom>
          <a:ln>
            <a:solidFill>
              <a:schemeClr val="accent5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圆角矩形 68">
            <a:extLst>
              <a:ext uri="{FF2B5EF4-FFF2-40B4-BE49-F238E27FC236}">
                <a16:creationId xmlns:a16="http://schemas.microsoft.com/office/drawing/2014/main" id="{42E0DEBB-7731-114C-AF35-272AF82086E8}"/>
              </a:ext>
            </a:extLst>
          </p:cNvPr>
          <p:cNvSpPr/>
          <p:nvPr/>
        </p:nvSpPr>
        <p:spPr>
          <a:xfrm>
            <a:off x="4764883" y="1630633"/>
            <a:ext cx="730537" cy="484994"/>
          </a:xfrm>
          <a:prstGeom prst="roundRect">
            <a:avLst/>
          </a:prstGeom>
          <a:noFill/>
          <a:ln w="63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E299DF3E-5FF9-4849-830F-3406FF6EA713}"/>
              </a:ext>
            </a:extLst>
          </p:cNvPr>
          <p:cNvSpPr txBox="1"/>
          <p:nvPr/>
        </p:nvSpPr>
        <p:spPr>
          <a:xfrm>
            <a:off x="5741608" y="1378314"/>
            <a:ext cx="769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4F95E2E5-2E72-5E41-BF6E-65165DEE2DCB}"/>
              </a:ext>
            </a:extLst>
          </p:cNvPr>
          <p:cNvSpPr txBox="1"/>
          <p:nvPr/>
        </p:nvSpPr>
        <p:spPr>
          <a:xfrm>
            <a:off x="6646617" y="1386296"/>
            <a:ext cx="769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Fidelity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E9EAC98-0DD7-F84F-8B06-DBD8EB1C647C}"/>
              </a:ext>
            </a:extLst>
          </p:cNvPr>
          <p:cNvSpPr/>
          <p:nvPr/>
        </p:nvSpPr>
        <p:spPr>
          <a:xfrm rot="14532294">
            <a:off x="4808801" y="1740353"/>
            <a:ext cx="111873" cy="2995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32D23529-E8F9-A84A-AD04-E11EC91A55A1}"/>
              </a:ext>
            </a:extLst>
          </p:cNvPr>
          <p:cNvSpPr/>
          <p:nvPr/>
        </p:nvSpPr>
        <p:spPr>
          <a:xfrm rot="7199749">
            <a:off x="4915136" y="1828507"/>
            <a:ext cx="111873" cy="2995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25D9BA1-3A04-9246-88B9-5FAFDE4833E1}"/>
              </a:ext>
            </a:extLst>
          </p:cNvPr>
          <p:cNvSpPr/>
          <p:nvPr/>
        </p:nvSpPr>
        <p:spPr>
          <a:xfrm>
            <a:off x="4839056" y="1699290"/>
            <a:ext cx="205932" cy="2895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E3355F1F-9065-1149-BFC9-6980D3ADF9A6}"/>
              </a:ext>
            </a:extLst>
          </p:cNvPr>
          <p:cNvSpPr/>
          <p:nvPr/>
        </p:nvSpPr>
        <p:spPr>
          <a:xfrm rot="17905005">
            <a:off x="4959701" y="1745831"/>
            <a:ext cx="111873" cy="2995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E5219EA4-486E-EB48-87BA-E9EB5F461C6D}"/>
              </a:ext>
            </a:extLst>
          </p:cNvPr>
          <p:cNvSpPr/>
          <p:nvPr/>
        </p:nvSpPr>
        <p:spPr>
          <a:xfrm rot="10800000">
            <a:off x="4885483" y="1783278"/>
            <a:ext cx="113111" cy="2962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88E9BB4E-DF49-B640-A826-120A27891C2B}"/>
              </a:ext>
            </a:extLst>
          </p:cNvPr>
          <p:cNvSpPr/>
          <p:nvPr/>
        </p:nvSpPr>
        <p:spPr>
          <a:xfrm rot="10800000">
            <a:off x="4966593" y="1769426"/>
            <a:ext cx="57239" cy="5732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77CD4D8F-D0D8-854A-A974-EC57A5DCF1C4}"/>
              </a:ext>
            </a:extLst>
          </p:cNvPr>
          <p:cNvSpPr/>
          <p:nvPr/>
        </p:nvSpPr>
        <p:spPr>
          <a:xfrm rot="10800000">
            <a:off x="4860245" y="1769426"/>
            <a:ext cx="57239" cy="5732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5B88816F-CBBC-F948-B59A-255769F85C30}"/>
              </a:ext>
            </a:extLst>
          </p:cNvPr>
          <p:cNvSpPr/>
          <p:nvPr/>
        </p:nvSpPr>
        <p:spPr>
          <a:xfrm rot="10800000">
            <a:off x="4813977" y="1687908"/>
            <a:ext cx="57239" cy="5732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FDC5B12A-2DA5-B940-9639-E9E246F4BEF4}"/>
              </a:ext>
            </a:extLst>
          </p:cNvPr>
          <p:cNvSpPr/>
          <p:nvPr/>
        </p:nvSpPr>
        <p:spPr>
          <a:xfrm rot="10800000">
            <a:off x="5012308" y="1687908"/>
            <a:ext cx="57239" cy="5732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9292600E-869A-4F49-82C3-639202D79BA8}"/>
              </a:ext>
            </a:extLst>
          </p:cNvPr>
          <p:cNvSpPr/>
          <p:nvPr/>
        </p:nvSpPr>
        <p:spPr>
          <a:xfrm rot="10800000">
            <a:off x="4912719" y="1687908"/>
            <a:ext cx="57239" cy="5732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0675880F-6733-544E-8A7C-48368BC2659C}"/>
              </a:ext>
            </a:extLst>
          </p:cNvPr>
          <p:cNvSpPr/>
          <p:nvPr/>
        </p:nvSpPr>
        <p:spPr>
          <a:xfrm rot="10800000">
            <a:off x="4912719" y="1854004"/>
            <a:ext cx="57239" cy="5732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3" name="直线箭头连接符 82">
            <a:extLst>
              <a:ext uri="{FF2B5EF4-FFF2-40B4-BE49-F238E27FC236}">
                <a16:creationId xmlns:a16="http://schemas.microsoft.com/office/drawing/2014/main" id="{C04DFF68-5D39-AF4D-8309-FE7BDE4E1397}"/>
              </a:ext>
            </a:extLst>
          </p:cNvPr>
          <p:cNvCxnSpPr>
            <a:cxnSpLocks/>
            <a:stCxn id="82" idx="2"/>
          </p:cNvCxnSpPr>
          <p:nvPr/>
        </p:nvCxnSpPr>
        <p:spPr>
          <a:xfrm>
            <a:off x="4969958" y="1882667"/>
            <a:ext cx="329575" cy="29760"/>
          </a:xfrm>
          <a:prstGeom prst="straightConnector1">
            <a:avLst/>
          </a:prstGeom>
          <a:ln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圆角矩形 83">
            <a:extLst>
              <a:ext uri="{FF2B5EF4-FFF2-40B4-BE49-F238E27FC236}">
                <a16:creationId xmlns:a16="http://schemas.microsoft.com/office/drawing/2014/main" id="{7F2CAE94-55DE-8A47-833A-16E14ABE63E6}"/>
              </a:ext>
            </a:extLst>
          </p:cNvPr>
          <p:cNvSpPr/>
          <p:nvPr/>
        </p:nvSpPr>
        <p:spPr>
          <a:xfrm>
            <a:off x="5683409" y="1630633"/>
            <a:ext cx="777001" cy="484994"/>
          </a:xfrm>
          <a:prstGeom prst="roundRect">
            <a:avLst/>
          </a:prstGeom>
          <a:noFill/>
          <a:ln w="63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EBAC0725-A218-7548-AFFE-AD7A182B9759}"/>
              </a:ext>
            </a:extLst>
          </p:cNvPr>
          <p:cNvGrpSpPr/>
          <p:nvPr/>
        </p:nvGrpSpPr>
        <p:grpSpPr>
          <a:xfrm>
            <a:off x="5738453" y="1663572"/>
            <a:ext cx="151892" cy="151716"/>
            <a:chOff x="1582927" y="1921202"/>
            <a:chExt cx="151892" cy="151716"/>
          </a:xfrm>
        </p:grpSpPr>
        <p:sp>
          <p:nvSpPr>
            <p:cNvPr id="86" name="任意形状 85">
              <a:extLst>
                <a:ext uri="{FF2B5EF4-FFF2-40B4-BE49-F238E27FC236}">
                  <a16:creationId xmlns:a16="http://schemas.microsoft.com/office/drawing/2014/main" id="{004A2F83-D066-1C44-B165-5D7E2CA1234F}"/>
                </a:ext>
              </a:extLst>
            </p:cNvPr>
            <p:cNvSpPr/>
            <p:nvPr/>
          </p:nvSpPr>
          <p:spPr>
            <a:xfrm>
              <a:off x="1582927" y="1921202"/>
              <a:ext cx="151892" cy="151716"/>
            </a:xfrm>
            <a:custGeom>
              <a:avLst/>
              <a:gdLst>
                <a:gd name="connsiteX0" fmla="*/ 151892 w 151892"/>
                <a:gd name="connsiteY0" fmla="*/ 151716 h 151716"/>
                <a:gd name="connsiteX1" fmla="*/ 151892 w 151892"/>
                <a:gd name="connsiteY1" fmla="*/ 0 h 151716"/>
                <a:gd name="connsiteX2" fmla="*/ 0 w 151892"/>
                <a:gd name="connsiteY2" fmla="*/ 0 h 151716"/>
                <a:gd name="connsiteX3" fmla="*/ 0 w 151892"/>
                <a:gd name="connsiteY3" fmla="*/ 151716 h 151716"/>
                <a:gd name="connsiteX4" fmla="*/ 151892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151892" y="151716"/>
                  </a:moveTo>
                  <a:lnTo>
                    <a:pt x="151892" y="0"/>
                  </a:lnTo>
                  <a:lnTo>
                    <a:pt x="0" y="0"/>
                  </a:lnTo>
                  <a:lnTo>
                    <a:pt x="0" y="151716"/>
                  </a:lnTo>
                  <a:lnTo>
                    <a:pt x="151892" y="151716"/>
                  </a:lnTo>
                  <a:close/>
                </a:path>
              </a:pathLst>
            </a:custGeom>
            <a:solidFill>
              <a:srgbClr val="FFFFFF"/>
            </a:solidFill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87" name="任意形状 86">
              <a:extLst>
                <a:ext uri="{FF2B5EF4-FFF2-40B4-BE49-F238E27FC236}">
                  <a16:creationId xmlns:a16="http://schemas.microsoft.com/office/drawing/2014/main" id="{7F346E27-9FE4-5D48-8426-DDDFCB6E0C8D}"/>
                </a:ext>
              </a:extLst>
            </p:cNvPr>
            <p:cNvSpPr/>
            <p:nvPr/>
          </p:nvSpPr>
          <p:spPr>
            <a:xfrm>
              <a:off x="1620909" y="1953767"/>
              <a:ext cx="89000" cy="83710"/>
            </a:xfrm>
            <a:custGeom>
              <a:avLst/>
              <a:gdLst>
                <a:gd name="connsiteX0" fmla="*/ 50745 w 89000"/>
                <a:gd name="connsiteY0" fmla="*/ 37349 h 83710"/>
                <a:gd name="connsiteX1" fmla="*/ 68736 w 89000"/>
                <a:gd name="connsiteY1" fmla="*/ 64140 h 83710"/>
                <a:gd name="connsiteX2" fmla="*/ 79828 w 89000"/>
                <a:gd name="connsiteY2" fmla="*/ 78185 h 83710"/>
                <a:gd name="connsiteX3" fmla="*/ 89001 w 89000"/>
                <a:gd name="connsiteY3" fmla="*/ 81426 h 83710"/>
                <a:gd name="connsiteX4" fmla="*/ 89001 w 89000"/>
                <a:gd name="connsiteY4" fmla="*/ 83710 h 83710"/>
                <a:gd name="connsiteX5" fmla="*/ 53032 w 89000"/>
                <a:gd name="connsiteY5" fmla="*/ 83710 h 83710"/>
                <a:gd name="connsiteX6" fmla="*/ 53032 w 89000"/>
                <a:gd name="connsiteY6" fmla="*/ 81426 h 83710"/>
                <a:gd name="connsiteX7" fmla="*/ 58343 w 89000"/>
                <a:gd name="connsiteY7" fmla="*/ 80685 h 83710"/>
                <a:gd name="connsiteX8" fmla="*/ 60478 w 89000"/>
                <a:gd name="connsiteY8" fmla="*/ 78987 h 83710"/>
                <a:gd name="connsiteX9" fmla="*/ 61316 w 89000"/>
                <a:gd name="connsiteY9" fmla="*/ 76672 h 83710"/>
                <a:gd name="connsiteX10" fmla="*/ 60757 w 89000"/>
                <a:gd name="connsiteY10" fmla="*/ 73832 h 83710"/>
                <a:gd name="connsiteX11" fmla="*/ 57365 w 89000"/>
                <a:gd name="connsiteY11" fmla="*/ 68399 h 83710"/>
                <a:gd name="connsiteX12" fmla="*/ 43148 w 89000"/>
                <a:gd name="connsiteY12" fmla="*/ 46917 h 83710"/>
                <a:gd name="connsiteX13" fmla="*/ 25589 w 89000"/>
                <a:gd name="connsiteY13" fmla="*/ 69388 h 83710"/>
                <a:gd name="connsiteX14" fmla="*/ 22247 w 89000"/>
                <a:gd name="connsiteY14" fmla="*/ 74172 h 83710"/>
                <a:gd name="connsiteX15" fmla="*/ 21701 w 89000"/>
                <a:gd name="connsiteY15" fmla="*/ 76672 h 83710"/>
                <a:gd name="connsiteX16" fmla="*/ 23365 w 89000"/>
                <a:gd name="connsiteY16" fmla="*/ 79944 h 83710"/>
                <a:gd name="connsiteX17" fmla="*/ 29731 w 89000"/>
                <a:gd name="connsiteY17" fmla="*/ 81426 h 83710"/>
                <a:gd name="connsiteX18" fmla="*/ 29731 w 89000"/>
                <a:gd name="connsiteY18" fmla="*/ 83710 h 83710"/>
                <a:gd name="connsiteX19" fmla="*/ 0 w 89000"/>
                <a:gd name="connsiteY19" fmla="*/ 83710 h 83710"/>
                <a:gd name="connsiteX20" fmla="*/ 0 w 89000"/>
                <a:gd name="connsiteY20" fmla="*/ 81426 h 83710"/>
                <a:gd name="connsiteX21" fmla="*/ 5438 w 89000"/>
                <a:gd name="connsiteY21" fmla="*/ 80129 h 83710"/>
                <a:gd name="connsiteX22" fmla="*/ 12731 w 89000"/>
                <a:gd name="connsiteY22" fmla="*/ 75808 h 83710"/>
                <a:gd name="connsiteX23" fmla="*/ 20646 w 89000"/>
                <a:gd name="connsiteY23" fmla="*/ 67474 h 83710"/>
                <a:gd name="connsiteX24" fmla="*/ 40428 w 89000"/>
                <a:gd name="connsiteY24" fmla="*/ 42534 h 83710"/>
                <a:gd name="connsiteX25" fmla="*/ 23924 w 89000"/>
                <a:gd name="connsiteY25" fmla="*/ 18397 h 83710"/>
                <a:gd name="connsiteX26" fmla="*/ 12489 w 89000"/>
                <a:gd name="connsiteY26" fmla="*/ 5525 h 83710"/>
                <a:gd name="connsiteX27" fmla="*/ 1677 w 89000"/>
                <a:gd name="connsiteY27" fmla="*/ 2284 h 83710"/>
                <a:gd name="connsiteX28" fmla="*/ 1677 w 89000"/>
                <a:gd name="connsiteY28" fmla="*/ 0 h 83710"/>
                <a:gd name="connsiteX29" fmla="*/ 40428 w 89000"/>
                <a:gd name="connsiteY29" fmla="*/ 0 h 83710"/>
                <a:gd name="connsiteX30" fmla="*/ 40428 w 89000"/>
                <a:gd name="connsiteY30" fmla="*/ 2284 h 83710"/>
                <a:gd name="connsiteX31" fmla="*/ 33657 w 89000"/>
                <a:gd name="connsiteY31" fmla="*/ 3890 h 83710"/>
                <a:gd name="connsiteX32" fmla="*/ 31827 w 89000"/>
                <a:gd name="connsiteY32" fmla="*/ 7038 h 83710"/>
                <a:gd name="connsiteX33" fmla="*/ 34800 w 89000"/>
                <a:gd name="connsiteY33" fmla="*/ 13706 h 83710"/>
                <a:gd name="connsiteX34" fmla="*/ 47658 w 89000"/>
                <a:gd name="connsiteY34" fmla="*/ 32903 h 83710"/>
                <a:gd name="connsiteX35" fmla="*/ 62548 w 89000"/>
                <a:gd name="connsiteY35" fmla="*/ 14075 h 83710"/>
                <a:gd name="connsiteX36" fmla="*/ 65738 w 89000"/>
                <a:gd name="connsiteY36" fmla="*/ 9508 h 83710"/>
                <a:gd name="connsiteX37" fmla="*/ 66322 w 89000"/>
                <a:gd name="connsiteY37" fmla="*/ 6976 h 83710"/>
                <a:gd name="connsiteX38" fmla="*/ 65585 w 89000"/>
                <a:gd name="connsiteY38" fmla="*/ 4692 h 83710"/>
                <a:gd name="connsiteX39" fmla="*/ 63235 w 89000"/>
                <a:gd name="connsiteY39" fmla="*/ 2871 h 83710"/>
                <a:gd name="connsiteX40" fmla="*/ 57365 w 89000"/>
                <a:gd name="connsiteY40" fmla="*/ 2284 h 83710"/>
                <a:gd name="connsiteX41" fmla="*/ 57365 w 89000"/>
                <a:gd name="connsiteY41" fmla="*/ 0 h 83710"/>
                <a:gd name="connsiteX42" fmla="*/ 87082 w 89000"/>
                <a:gd name="connsiteY42" fmla="*/ 0 h 83710"/>
                <a:gd name="connsiteX43" fmla="*/ 87082 w 89000"/>
                <a:gd name="connsiteY43" fmla="*/ 2284 h 83710"/>
                <a:gd name="connsiteX44" fmla="*/ 81340 w 89000"/>
                <a:gd name="connsiteY44" fmla="*/ 3396 h 83710"/>
                <a:gd name="connsiteX45" fmla="*/ 75216 w 89000"/>
                <a:gd name="connsiteY45" fmla="*/ 7223 h 83710"/>
                <a:gd name="connsiteX46" fmla="*/ 67377 w 89000"/>
                <a:gd name="connsiteY46" fmla="*/ 16113 h 83710"/>
                <a:gd name="connsiteX47" fmla="*/ 50745 w 89000"/>
                <a:gd name="connsiteY47" fmla="*/ 37349 h 8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89000" h="83710">
                  <a:moveTo>
                    <a:pt x="50745" y="37349"/>
                  </a:moveTo>
                  <a:lnTo>
                    <a:pt x="68736" y="64140"/>
                  </a:lnTo>
                  <a:cubicBezTo>
                    <a:pt x="73716" y="71548"/>
                    <a:pt x="77414" y="76229"/>
                    <a:pt x="79828" y="78185"/>
                  </a:cubicBezTo>
                  <a:cubicBezTo>
                    <a:pt x="82242" y="80139"/>
                    <a:pt x="85291" y="81219"/>
                    <a:pt x="89001" y="81426"/>
                  </a:cubicBezTo>
                  <a:lnTo>
                    <a:pt x="89001" y="83710"/>
                  </a:lnTo>
                  <a:lnTo>
                    <a:pt x="53032" y="83710"/>
                  </a:lnTo>
                  <a:lnTo>
                    <a:pt x="53032" y="81426"/>
                  </a:lnTo>
                  <a:cubicBezTo>
                    <a:pt x="55421" y="81384"/>
                    <a:pt x="57200" y="81138"/>
                    <a:pt x="58343" y="80685"/>
                  </a:cubicBezTo>
                  <a:cubicBezTo>
                    <a:pt x="59207" y="80314"/>
                    <a:pt x="59918" y="79748"/>
                    <a:pt x="60478" y="78987"/>
                  </a:cubicBezTo>
                  <a:cubicBezTo>
                    <a:pt x="61037" y="78225"/>
                    <a:pt x="61316" y="77454"/>
                    <a:pt x="61316" y="76672"/>
                  </a:cubicBezTo>
                  <a:cubicBezTo>
                    <a:pt x="61316" y="75725"/>
                    <a:pt x="61125" y="74779"/>
                    <a:pt x="60757" y="73832"/>
                  </a:cubicBezTo>
                  <a:cubicBezTo>
                    <a:pt x="60465" y="73133"/>
                    <a:pt x="59334" y="71322"/>
                    <a:pt x="57365" y="68399"/>
                  </a:cubicBezTo>
                  <a:lnTo>
                    <a:pt x="43148" y="46917"/>
                  </a:lnTo>
                  <a:lnTo>
                    <a:pt x="25589" y="69388"/>
                  </a:lnTo>
                  <a:cubicBezTo>
                    <a:pt x="23734" y="71775"/>
                    <a:pt x="22628" y="73369"/>
                    <a:pt x="22247" y="74172"/>
                  </a:cubicBezTo>
                  <a:cubicBezTo>
                    <a:pt x="21879" y="74974"/>
                    <a:pt x="21701" y="75808"/>
                    <a:pt x="21701" y="76672"/>
                  </a:cubicBezTo>
                  <a:cubicBezTo>
                    <a:pt x="21701" y="77989"/>
                    <a:pt x="22247" y="79079"/>
                    <a:pt x="23365" y="79944"/>
                  </a:cubicBezTo>
                  <a:cubicBezTo>
                    <a:pt x="24483" y="80808"/>
                    <a:pt x="26605" y="81302"/>
                    <a:pt x="29731" y="81426"/>
                  </a:cubicBezTo>
                  <a:lnTo>
                    <a:pt x="29731" y="83710"/>
                  </a:lnTo>
                  <a:lnTo>
                    <a:pt x="0" y="83710"/>
                  </a:lnTo>
                  <a:lnTo>
                    <a:pt x="0" y="81426"/>
                  </a:lnTo>
                  <a:cubicBezTo>
                    <a:pt x="2109" y="81219"/>
                    <a:pt x="3913" y="80788"/>
                    <a:pt x="5438" y="80129"/>
                  </a:cubicBezTo>
                  <a:cubicBezTo>
                    <a:pt x="7992" y="79059"/>
                    <a:pt x="10431" y="77619"/>
                    <a:pt x="12731" y="75808"/>
                  </a:cubicBezTo>
                  <a:cubicBezTo>
                    <a:pt x="15043" y="73997"/>
                    <a:pt x="17673" y="71219"/>
                    <a:pt x="20646" y="67474"/>
                  </a:cubicBezTo>
                  <a:lnTo>
                    <a:pt x="40428" y="42534"/>
                  </a:lnTo>
                  <a:lnTo>
                    <a:pt x="23924" y="18397"/>
                  </a:lnTo>
                  <a:cubicBezTo>
                    <a:pt x="19427" y="11853"/>
                    <a:pt x="15615" y="7562"/>
                    <a:pt x="12489" y="5525"/>
                  </a:cubicBezTo>
                  <a:cubicBezTo>
                    <a:pt x="9351" y="3489"/>
                    <a:pt x="5756" y="2407"/>
                    <a:pt x="1677" y="2284"/>
                  </a:cubicBezTo>
                  <a:lnTo>
                    <a:pt x="1677" y="0"/>
                  </a:lnTo>
                  <a:lnTo>
                    <a:pt x="40428" y="0"/>
                  </a:lnTo>
                  <a:lnTo>
                    <a:pt x="40428" y="2284"/>
                  </a:lnTo>
                  <a:cubicBezTo>
                    <a:pt x="37125" y="2407"/>
                    <a:pt x="34876" y="2943"/>
                    <a:pt x="33657" y="3890"/>
                  </a:cubicBezTo>
                  <a:cubicBezTo>
                    <a:pt x="32437" y="4836"/>
                    <a:pt x="31827" y="5886"/>
                    <a:pt x="31827" y="7038"/>
                  </a:cubicBezTo>
                  <a:cubicBezTo>
                    <a:pt x="31827" y="8561"/>
                    <a:pt x="32818" y="10783"/>
                    <a:pt x="34800" y="13706"/>
                  </a:cubicBezTo>
                  <a:lnTo>
                    <a:pt x="47658" y="32903"/>
                  </a:lnTo>
                  <a:lnTo>
                    <a:pt x="62548" y="14075"/>
                  </a:lnTo>
                  <a:cubicBezTo>
                    <a:pt x="64277" y="11853"/>
                    <a:pt x="65344" y="10330"/>
                    <a:pt x="65738" y="9508"/>
                  </a:cubicBezTo>
                  <a:cubicBezTo>
                    <a:pt x="66119" y="8684"/>
                    <a:pt x="66322" y="7840"/>
                    <a:pt x="66322" y="6976"/>
                  </a:cubicBezTo>
                  <a:cubicBezTo>
                    <a:pt x="66322" y="6112"/>
                    <a:pt x="66068" y="5350"/>
                    <a:pt x="65585" y="4692"/>
                  </a:cubicBezTo>
                  <a:cubicBezTo>
                    <a:pt x="64962" y="3827"/>
                    <a:pt x="64175" y="3221"/>
                    <a:pt x="63235" y="2871"/>
                  </a:cubicBezTo>
                  <a:cubicBezTo>
                    <a:pt x="62282" y="2522"/>
                    <a:pt x="60325" y="2326"/>
                    <a:pt x="57365" y="2284"/>
                  </a:cubicBezTo>
                  <a:lnTo>
                    <a:pt x="57365" y="0"/>
                  </a:lnTo>
                  <a:lnTo>
                    <a:pt x="87082" y="0"/>
                  </a:lnTo>
                  <a:lnTo>
                    <a:pt x="87082" y="2284"/>
                  </a:lnTo>
                  <a:cubicBezTo>
                    <a:pt x="84745" y="2407"/>
                    <a:pt x="82826" y="2778"/>
                    <a:pt x="81340" y="3396"/>
                  </a:cubicBezTo>
                  <a:cubicBezTo>
                    <a:pt x="79116" y="4343"/>
                    <a:pt x="77071" y="5618"/>
                    <a:pt x="75216" y="7223"/>
                  </a:cubicBezTo>
                  <a:cubicBezTo>
                    <a:pt x="73361" y="8829"/>
                    <a:pt x="70756" y="11791"/>
                    <a:pt x="67377" y="16113"/>
                  </a:cubicBezTo>
                  <a:lnTo>
                    <a:pt x="50745" y="37349"/>
                  </a:lnTo>
                  <a:close/>
                </a:path>
              </a:pathLst>
            </a:custGeom>
            <a:solidFill>
              <a:schemeClr val="tx1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</p:grpSp>
      <p:sp>
        <p:nvSpPr>
          <p:cNvPr id="88" name="任意形状 87">
            <a:extLst>
              <a:ext uri="{FF2B5EF4-FFF2-40B4-BE49-F238E27FC236}">
                <a16:creationId xmlns:a16="http://schemas.microsoft.com/office/drawing/2014/main" id="{A37F3A82-986D-124C-ACF7-209AB7DA13B2}"/>
              </a:ext>
            </a:extLst>
          </p:cNvPr>
          <p:cNvSpPr/>
          <p:nvPr/>
        </p:nvSpPr>
        <p:spPr>
          <a:xfrm>
            <a:off x="5908712" y="1663775"/>
            <a:ext cx="151892" cy="151716"/>
          </a:xfrm>
          <a:custGeom>
            <a:avLst/>
            <a:gdLst>
              <a:gd name="connsiteX0" fmla="*/ 151892 w 151892"/>
              <a:gd name="connsiteY0" fmla="*/ 151716 h 151716"/>
              <a:gd name="connsiteX1" fmla="*/ 151892 w 151892"/>
              <a:gd name="connsiteY1" fmla="*/ 0 h 151716"/>
              <a:gd name="connsiteX2" fmla="*/ 0 w 151892"/>
              <a:gd name="connsiteY2" fmla="*/ 0 h 151716"/>
              <a:gd name="connsiteX3" fmla="*/ 0 w 151892"/>
              <a:gd name="connsiteY3" fmla="*/ 151716 h 151716"/>
              <a:gd name="connsiteX4" fmla="*/ 151892 w 151892"/>
              <a:gd name="connsiteY4" fmla="*/ 151716 h 15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892" h="151716">
                <a:moveTo>
                  <a:pt x="151892" y="151716"/>
                </a:moveTo>
                <a:lnTo>
                  <a:pt x="151892" y="0"/>
                </a:lnTo>
                <a:lnTo>
                  <a:pt x="0" y="0"/>
                </a:lnTo>
                <a:lnTo>
                  <a:pt x="0" y="151716"/>
                </a:lnTo>
                <a:lnTo>
                  <a:pt x="151892" y="151716"/>
                </a:lnTo>
                <a:close/>
              </a:path>
            </a:pathLst>
          </a:custGeom>
          <a:solidFill>
            <a:srgbClr val="FFFFFF"/>
          </a:solidFill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6F149796-34DB-EA49-9162-8D44292BEC5F}"/>
              </a:ext>
            </a:extLst>
          </p:cNvPr>
          <p:cNvGrpSpPr/>
          <p:nvPr/>
        </p:nvGrpSpPr>
        <p:grpSpPr>
          <a:xfrm>
            <a:off x="6158015" y="1663572"/>
            <a:ext cx="151892" cy="151716"/>
            <a:chOff x="4754439" y="134106"/>
            <a:chExt cx="151892" cy="151716"/>
          </a:xfrm>
        </p:grpSpPr>
        <p:sp>
          <p:nvSpPr>
            <p:cNvPr id="90" name="任意形状 89">
              <a:extLst>
                <a:ext uri="{FF2B5EF4-FFF2-40B4-BE49-F238E27FC236}">
                  <a16:creationId xmlns:a16="http://schemas.microsoft.com/office/drawing/2014/main" id="{3B5DA38D-3958-0344-8D56-C3924027F2BE}"/>
                </a:ext>
              </a:extLst>
            </p:cNvPr>
            <p:cNvSpPr/>
            <p:nvPr/>
          </p:nvSpPr>
          <p:spPr>
            <a:xfrm>
              <a:off x="4754439" y="134106"/>
              <a:ext cx="151892" cy="151716"/>
            </a:xfrm>
            <a:custGeom>
              <a:avLst/>
              <a:gdLst>
                <a:gd name="connsiteX0" fmla="*/ 0 w 151892"/>
                <a:gd name="connsiteY0" fmla="*/ 151716 h 151716"/>
                <a:gd name="connsiteX1" fmla="*/ 0 w 151892"/>
                <a:gd name="connsiteY1" fmla="*/ 0 h 151716"/>
                <a:gd name="connsiteX2" fmla="*/ 151892 w 151892"/>
                <a:gd name="connsiteY2" fmla="*/ 0 h 151716"/>
                <a:gd name="connsiteX3" fmla="*/ 151892 w 151892"/>
                <a:gd name="connsiteY3" fmla="*/ 151716 h 151716"/>
                <a:gd name="connsiteX4" fmla="*/ 0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0" y="151716"/>
                  </a:moveTo>
                  <a:lnTo>
                    <a:pt x="0" y="0"/>
                  </a:lnTo>
                  <a:lnTo>
                    <a:pt x="151892" y="0"/>
                  </a:lnTo>
                  <a:lnTo>
                    <a:pt x="151892" y="151716"/>
                  </a:lnTo>
                  <a:lnTo>
                    <a:pt x="0" y="151716"/>
                  </a:ln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1" name="任意形状 90">
              <a:extLst>
                <a:ext uri="{FF2B5EF4-FFF2-40B4-BE49-F238E27FC236}">
                  <a16:creationId xmlns:a16="http://schemas.microsoft.com/office/drawing/2014/main" id="{AF1B1035-1DD0-0F4C-B8FA-4E9412B9BF69}"/>
                </a:ext>
              </a:extLst>
            </p:cNvPr>
            <p:cNvSpPr/>
            <p:nvPr/>
          </p:nvSpPr>
          <p:spPr>
            <a:xfrm>
              <a:off x="4754439" y="134106"/>
              <a:ext cx="151892" cy="151716"/>
            </a:xfrm>
            <a:custGeom>
              <a:avLst/>
              <a:gdLst>
                <a:gd name="connsiteX0" fmla="*/ 0 w 151892"/>
                <a:gd name="connsiteY0" fmla="*/ 151716 h 151716"/>
                <a:gd name="connsiteX1" fmla="*/ 0 w 151892"/>
                <a:gd name="connsiteY1" fmla="*/ 0 h 151716"/>
                <a:gd name="connsiteX2" fmla="*/ 151892 w 151892"/>
                <a:gd name="connsiteY2" fmla="*/ 0 h 151716"/>
                <a:gd name="connsiteX3" fmla="*/ 151892 w 151892"/>
                <a:gd name="connsiteY3" fmla="*/ 151716 h 151716"/>
                <a:gd name="connsiteX4" fmla="*/ 0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0" y="151716"/>
                  </a:moveTo>
                  <a:lnTo>
                    <a:pt x="0" y="0"/>
                  </a:lnTo>
                  <a:lnTo>
                    <a:pt x="151892" y="0"/>
                  </a:lnTo>
                  <a:lnTo>
                    <a:pt x="151892" y="151716"/>
                  </a:lnTo>
                  <a:lnTo>
                    <a:pt x="0" y="151716"/>
                  </a:lnTo>
                  <a:close/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2" name="任意形状 91">
              <a:extLst>
                <a:ext uri="{FF2B5EF4-FFF2-40B4-BE49-F238E27FC236}">
                  <a16:creationId xmlns:a16="http://schemas.microsoft.com/office/drawing/2014/main" id="{DF35A65B-1566-054D-AF6F-66C388E5B92C}"/>
                </a:ext>
              </a:extLst>
            </p:cNvPr>
            <p:cNvSpPr/>
            <p:nvPr/>
          </p:nvSpPr>
          <p:spPr>
            <a:xfrm>
              <a:off x="4764603" y="202378"/>
              <a:ext cx="65775" cy="37928"/>
            </a:xfrm>
            <a:custGeom>
              <a:avLst/>
              <a:gdLst>
                <a:gd name="connsiteX0" fmla="*/ 65776 w 65775"/>
                <a:gd name="connsiteY0" fmla="*/ 0 h 37928"/>
                <a:gd name="connsiteX1" fmla="*/ 0 w 65775"/>
                <a:gd name="connsiteY1" fmla="*/ 37929 h 3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775" h="37928">
                  <a:moveTo>
                    <a:pt x="65776" y="0"/>
                  </a:moveTo>
                  <a:cubicBezTo>
                    <a:pt x="38650" y="0"/>
                    <a:pt x="13569" y="14461"/>
                    <a:pt x="0" y="37929"/>
                  </a:cubicBezTo>
                </a:path>
              </a:pathLst>
            </a:custGeom>
            <a:noFill/>
            <a:ln w="252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3" name="任意形状 92">
              <a:extLst>
                <a:ext uri="{FF2B5EF4-FFF2-40B4-BE49-F238E27FC236}">
                  <a16:creationId xmlns:a16="http://schemas.microsoft.com/office/drawing/2014/main" id="{68C5EBBB-6EB0-E844-84C3-1F65BC12E1E1}"/>
                </a:ext>
              </a:extLst>
            </p:cNvPr>
            <p:cNvSpPr/>
            <p:nvPr/>
          </p:nvSpPr>
          <p:spPr>
            <a:xfrm>
              <a:off x="4830379" y="202378"/>
              <a:ext cx="65775" cy="37928"/>
            </a:xfrm>
            <a:custGeom>
              <a:avLst/>
              <a:gdLst>
                <a:gd name="connsiteX0" fmla="*/ 0 w 65775"/>
                <a:gd name="connsiteY0" fmla="*/ 0 h 37928"/>
                <a:gd name="connsiteX1" fmla="*/ 65776 w 65775"/>
                <a:gd name="connsiteY1" fmla="*/ 37929 h 3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775" h="37928">
                  <a:moveTo>
                    <a:pt x="0" y="0"/>
                  </a:moveTo>
                  <a:cubicBezTo>
                    <a:pt x="27138" y="0"/>
                    <a:pt x="52206" y="14461"/>
                    <a:pt x="65776" y="37929"/>
                  </a:cubicBezTo>
                </a:path>
              </a:pathLst>
            </a:custGeom>
            <a:noFill/>
            <a:ln w="252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4" name="任意形状 93">
              <a:extLst>
                <a:ext uri="{FF2B5EF4-FFF2-40B4-BE49-F238E27FC236}">
                  <a16:creationId xmlns:a16="http://schemas.microsoft.com/office/drawing/2014/main" id="{555FD479-6F67-8140-BE4A-7D56C0789F85}"/>
                </a:ext>
              </a:extLst>
            </p:cNvPr>
            <p:cNvSpPr/>
            <p:nvPr/>
          </p:nvSpPr>
          <p:spPr>
            <a:xfrm>
              <a:off x="4830379" y="173742"/>
              <a:ext cx="18448" cy="104492"/>
            </a:xfrm>
            <a:custGeom>
              <a:avLst/>
              <a:gdLst>
                <a:gd name="connsiteX0" fmla="*/ 0 w 18448"/>
                <a:gd name="connsiteY0" fmla="*/ 104493 h 104492"/>
                <a:gd name="connsiteX1" fmla="*/ 18448 w 18448"/>
                <a:gd name="connsiteY1" fmla="*/ 0 h 104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448" h="104492">
                  <a:moveTo>
                    <a:pt x="0" y="104493"/>
                  </a:moveTo>
                  <a:lnTo>
                    <a:pt x="18448" y="0"/>
                  </a:lnTo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95" name="任意形状 94">
              <a:extLst>
                <a:ext uri="{FF2B5EF4-FFF2-40B4-BE49-F238E27FC236}">
                  <a16:creationId xmlns:a16="http://schemas.microsoft.com/office/drawing/2014/main" id="{6E8324EE-CEF7-DB49-9F74-4D196B3F6084}"/>
                </a:ext>
              </a:extLst>
            </p:cNvPr>
            <p:cNvSpPr/>
            <p:nvPr/>
          </p:nvSpPr>
          <p:spPr>
            <a:xfrm>
              <a:off x="4826249" y="148840"/>
              <a:ext cx="39882" cy="43355"/>
            </a:xfrm>
            <a:custGeom>
              <a:avLst/>
              <a:gdLst>
                <a:gd name="connsiteX0" fmla="*/ 26974 w 39882"/>
                <a:gd name="connsiteY0" fmla="*/ 0 h 43355"/>
                <a:gd name="connsiteX1" fmla="*/ 0 w 39882"/>
                <a:gd name="connsiteY1" fmla="*/ 36331 h 43355"/>
                <a:gd name="connsiteX2" fmla="*/ 22577 w 39882"/>
                <a:gd name="connsiteY2" fmla="*/ 24902 h 43355"/>
                <a:gd name="connsiteX3" fmla="*/ 39882 w 39882"/>
                <a:gd name="connsiteY3" fmla="*/ 43355 h 4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82" h="43355">
                  <a:moveTo>
                    <a:pt x="26974" y="0"/>
                  </a:moveTo>
                  <a:lnTo>
                    <a:pt x="0" y="36331"/>
                  </a:lnTo>
                  <a:lnTo>
                    <a:pt x="22577" y="24902"/>
                  </a:lnTo>
                  <a:lnTo>
                    <a:pt x="39882" y="43355"/>
                  </a:lnTo>
                </a:path>
              </a:pathLst>
            </a:custGeom>
            <a:solidFill>
              <a:srgbClr val="FF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C62D2142-85CC-EA4E-8A00-02707F1BB338}"/>
                  </a:ext>
                </a:extLst>
              </p:cNvPr>
              <p:cNvSpPr txBox="1"/>
              <p:nvPr/>
            </p:nvSpPr>
            <p:spPr>
              <a:xfrm>
                <a:off x="5829245" y="1656747"/>
                <a:ext cx="319372" cy="1653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zh-CN" alt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√</m:t>
                      </m:r>
                      <m:r>
                        <m:rPr>
                          <m:nor/>
                        </m:rPr>
                        <a:rPr kumimoji="1" lang="en-US" altLang="zh-CN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</m:t>
                      </m:r>
                    </m:oMath>
                  </m:oMathPara>
                </a14:m>
                <a:endParaRPr kumimoji="1" lang="zh-CN" alt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C62D2142-85CC-EA4E-8A00-02707F1BB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9245" y="1656747"/>
                <a:ext cx="319372" cy="165366"/>
              </a:xfrm>
              <a:prstGeom prst="rect">
                <a:avLst/>
              </a:prstGeom>
              <a:blipFill>
                <a:blip r:embed="rId10"/>
                <a:stretch>
                  <a:fillRect t="-7143" b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任意形状 96">
            <a:extLst>
              <a:ext uri="{FF2B5EF4-FFF2-40B4-BE49-F238E27FC236}">
                <a16:creationId xmlns:a16="http://schemas.microsoft.com/office/drawing/2014/main" id="{598C8CEA-DF3A-B748-A4BD-E2E91E0B7423}"/>
              </a:ext>
            </a:extLst>
          </p:cNvPr>
          <p:cNvSpPr/>
          <p:nvPr/>
        </p:nvSpPr>
        <p:spPr>
          <a:xfrm>
            <a:off x="5732128" y="1936260"/>
            <a:ext cx="680869" cy="13065"/>
          </a:xfrm>
          <a:custGeom>
            <a:avLst/>
            <a:gdLst>
              <a:gd name="connsiteX0" fmla="*/ 0 w 5858748"/>
              <a:gd name="connsiteY0" fmla="*/ 0 h 8042"/>
              <a:gd name="connsiteX1" fmla="*/ 5858749 w 5858748"/>
              <a:gd name="connsiteY1" fmla="*/ 0 h 8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58748" h="8042">
                <a:moveTo>
                  <a:pt x="0" y="0"/>
                </a:moveTo>
                <a:lnTo>
                  <a:pt x="5858749" y="0"/>
                </a:lnTo>
              </a:path>
            </a:pathLst>
          </a:custGeom>
          <a:noFill/>
          <a:ln w="8070" cap="sq">
            <a:solidFill>
              <a:srgbClr val="000000"/>
            </a:soli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98" name="任意形状 97">
            <a:extLst>
              <a:ext uri="{FF2B5EF4-FFF2-40B4-BE49-F238E27FC236}">
                <a16:creationId xmlns:a16="http://schemas.microsoft.com/office/drawing/2014/main" id="{CFFB534D-7758-0748-868D-92B4715C1B5F}"/>
              </a:ext>
            </a:extLst>
          </p:cNvPr>
          <p:cNvSpPr/>
          <p:nvPr/>
        </p:nvSpPr>
        <p:spPr>
          <a:xfrm>
            <a:off x="5732128" y="1982565"/>
            <a:ext cx="680869" cy="13065"/>
          </a:xfrm>
          <a:custGeom>
            <a:avLst/>
            <a:gdLst>
              <a:gd name="connsiteX0" fmla="*/ 0 w 5858748"/>
              <a:gd name="connsiteY0" fmla="*/ 0 h 8042"/>
              <a:gd name="connsiteX1" fmla="*/ 5858749 w 5858748"/>
              <a:gd name="connsiteY1" fmla="*/ 0 h 8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58748" h="8042">
                <a:moveTo>
                  <a:pt x="0" y="0"/>
                </a:moveTo>
                <a:lnTo>
                  <a:pt x="5858749" y="0"/>
                </a:lnTo>
              </a:path>
            </a:pathLst>
          </a:custGeom>
          <a:noFill/>
          <a:ln w="8070" cap="sq">
            <a:solidFill>
              <a:srgbClr val="000000"/>
            </a:soli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99" name="任意形状 98">
            <a:extLst>
              <a:ext uri="{FF2B5EF4-FFF2-40B4-BE49-F238E27FC236}">
                <a16:creationId xmlns:a16="http://schemas.microsoft.com/office/drawing/2014/main" id="{8619CB4D-A8AA-3643-8965-8BB416FF0E23}"/>
              </a:ext>
            </a:extLst>
          </p:cNvPr>
          <p:cNvSpPr/>
          <p:nvPr/>
        </p:nvSpPr>
        <p:spPr>
          <a:xfrm>
            <a:off x="5784785" y="1983518"/>
            <a:ext cx="1647" cy="7171"/>
          </a:xfrm>
          <a:custGeom>
            <a:avLst/>
            <a:gdLst>
              <a:gd name="connsiteX0" fmla="*/ 150 w 8076"/>
              <a:gd name="connsiteY0" fmla="*/ 211 h 28149"/>
              <a:gd name="connsiteX1" fmla="*/ 150 w 8076"/>
              <a:gd name="connsiteY1" fmla="*/ 28361 h 28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76" h="28149">
                <a:moveTo>
                  <a:pt x="150" y="211"/>
                </a:moveTo>
                <a:lnTo>
                  <a:pt x="150" y="28361"/>
                </a:lnTo>
              </a:path>
            </a:pathLst>
          </a:custGeom>
          <a:solidFill>
            <a:srgbClr val="000000"/>
          </a:solidFill>
          <a:ln w="6456" cap="flat">
            <a:solidFill>
              <a:srgbClr val="000000"/>
            </a:soli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00" name="任意形状 99">
            <a:extLst>
              <a:ext uri="{FF2B5EF4-FFF2-40B4-BE49-F238E27FC236}">
                <a16:creationId xmlns:a16="http://schemas.microsoft.com/office/drawing/2014/main" id="{CF367586-728F-354C-9BC8-D9000AB9893F}"/>
              </a:ext>
            </a:extLst>
          </p:cNvPr>
          <p:cNvSpPr/>
          <p:nvPr/>
        </p:nvSpPr>
        <p:spPr>
          <a:xfrm>
            <a:off x="6012837" y="1983517"/>
            <a:ext cx="1647" cy="7170"/>
          </a:xfrm>
          <a:custGeom>
            <a:avLst/>
            <a:gdLst>
              <a:gd name="connsiteX0" fmla="*/ 288 w 8076"/>
              <a:gd name="connsiteY0" fmla="*/ 211 h 28149"/>
              <a:gd name="connsiteX1" fmla="*/ 288 w 8076"/>
              <a:gd name="connsiteY1" fmla="*/ 28361 h 28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76" h="28149">
                <a:moveTo>
                  <a:pt x="288" y="211"/>
                </a:moveTo>
                <a:lnTo>
                  <a:pt x="288" y="28361"/>
                </a:lnTo>
              </a:path>
            </a:pathLst>
          </a:custGeom>
          <a:solidFill>
            <a:srgbClr val="000000"/>
          </a:solidFill>
          <a:ln w="6456" cap="flat">
            <a:solidFill>
              <a:srgbClr val="000000"/>
            </a:soli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01" name="任意形状 100">
            <a:extLst>
              <a:ext uri="{FF2B5EF4-FFF2-40B4-BE49-F238E27FC236}">
                <a16:creationId xmlns:a16="http://schemas.microsoft.com/office/drawing/2014/main" id="{855BE07A-C36B-CD4D-9264-88705316BBE0}"/>
              </a:ext>
            </a:extLst>
          </p:cNvPr>
          <p:cNvSpPr/>
          <p:nvPr/>
        </p:nvSpPr>
        <p:spPr>
          <a:xfrm>
            <a:off x="6240889" y="1983517"/>
            <a:ext cx="1647" cy="7170"/>
          </a:xfrm>
          <a:custGeom>
            <a:avLst/>
            <a:gdLst>
              <a:gd name="connsiteX0" fmla="*/ 427 w 8076"/>
              <a:gd name="connsiteY0" fmla="*/ 211 h 28149"/>
              <a:gd name="connsiteX1" fmla="*/ 427 w 8076"/>
              <a:gd name="connsiteY1" fmla="*/ 28361 h 28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76" h="28149">
                <a:moveTo>
                  <a:pt x="427" y="211"/>
                </a:moveTo>
                <a:lnTo>
                  <a:pt x="427" y="28361"/>
                </a:lnTo>
              </a:path>
            </a:pathLst>
          </a:custGeom>
          <a:solidFill>
            <a:srgbClr val="000000"/>
          </a:solidFill>
          <a:ln w="6456" cap="flat">
            <a:solidFill>
              <a:srgbClr val="000000"/>
            </a:solidFill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02" name="任意形状 101">
            <a:extLst>
              <a:ext uri="{FF2B5EF4-FFF2-40B4-BE49-F238E27FC236}">
                <a16:creationId xmlns:a16="http://schemas.microsoft.com/office/drawing/2014/main" id="{9AC4704D-671E-4643-A897-1FE150DCFEAB}"/>
              </a:ext>
            </a:extLst>
          </p:cNvPr>
          <p:cNvSpPr/>
          <p:nvPr/>
        </p:nvSpPr>
        <p:spPr>
          <a:xfrm>
            <a:off x="5786426" y="1885847"/>
            <a:ext cx="28959" cy="50413"/>
          </a:xfrm>
          <a:custGeom>
            <a:avLst/>
            <a:gdLst>
              <a:gd name="connsiteX0" fmla="*/ 0 w 142030"/>
              <a:gd name="connsiteY0" fmla="*/ 198146 h 197908"/>
              <a:gd name="connsiteX1" fmla="*/ 0 w 142030"/>
              <a:gd name="connsiteY1" fmla="*/ 194380 h 197908"/>
              <a:gd name="connsiteX2" fmla="*/ 1479 w 142030"/>
              <a:gd name="connsiteY2" fmla="*/ 194380 h 197908"/>
              <a:gd name="connsiteX3" fmla="*/ 1479 w 142030"/>
              <a:gd name="connsiteY3" fmla="*/ 191668 h 197908"/>
              <a:gd name="connsiteX4" fmla="*/ 2959 w 142030"/>
              <a:gd name="connsiteY4" fmla="*/ 191668 h 197908"/>
              <a:gd name="connsiteX5" fmla="*/ 2959 w 142030"/>
              <a:gd name="connsiteY5" fmla="*/ 188791 h 197908"/>
              <a:gd name="connsiteX6" fmla="*/ 4438 w 142030"/>
              <a:gd name="connsiteY6" fmla="*/ 188791 h 197908"/>
              <a:gd name="connsiteX7" fmla="*/ 4438 w 142030"/>
              <a:gd name="connsiteY7" fmla="*/ 185745 h 197908"/>
              <a:gd name="connsiteX8" fmla="*/ 5918 w 142030"/>
              <a:gd name="connsiteY8" fmla="*/ 185745 h 197908"/>
              <a:gd name="connsiteX9" fmla="*/ 5918 w 142030"/>
              <a:gd name="connsiteY9" fmla="*/ 182527 h 197908"/>
              <a:gd name="connsiteX10" fmla="*/ 7397 w 142030"/>
              <a:gd name="connsiteY10" fmla="*/ 182527 h 197908"/>
              <a:gd name="connsiteX11" fmla="*/ 7397 w 142030"/>
              <a:gd name="connsiteY11" fmla="*/ 179136 h 197908"/>
              <a:gd name="connsiteX12" fmla="*/ 8877 w 142030"/>
              <a:gd name="connsiteY12" fmla="*/ 179136 h 197908"/>
              <a:gd name="connsiteX13" fmla="*/ 8877 w 142030"/>
              <a:gd name="connsiteY13" fmla="*/ 175571 h 197908"/>
              <a:gd name="connsiteX14" fmla="*/ 10356 w 142030"/>
              <a:gd name="connsiteY14" fmla="*/ 175571 h 197908"/>
              <a:gd name="connsiteX15" fmla="*/ 10356 w 142030"/>
              <a:gd name="connsiteY15" fmla="*/ 171830 h 197908"/>
              <a:gd name="connsiteX16" fmla="*/ 11836 w 142030"/>
              <a:gd name="connsiteY16" fmla="*/ 171830 h 197908"/>
              <a:gd name="connsiteX17" fmla="*/ 11836 w 142030"/>
              <a:gd name="connsiteY17" fmla="*/ 167915 h 197908"/>
              <a:gd name="connsiteX18" fmla="*/ 13315 w 142030"/>
              <a:gd name="connsiteY18" fmla="*/ 167915 h 197908"/>
              <a:gd name="connsiteX19" fmla="*/ 13315 w 142030"/>
              <a:gd name="connsiteY19" fmla="*/ 163827 h 197908"/>
              <a:gd name="connsiteX20" fmla="*/ 14795 w 142030"/>
              <a:gd name="connsiteY20" fmla="*/ 163827 h 197908"/>
              <a:gd name="connsiteX21" fmla="*/ 14795 w 142030"/>
              <a:gd name="connsiteY21" fmla="*/ 159568 h 197908"/>
              <a:gd name="connsiteX22" fmla="*/ 16274 w 142030"/>
              <a:gd name="connsiteY22" fmla="*/ 159568 h 197908"/>
              <a:gd name="connsiteX23" fmla="*/ 16274 w 142030"/>
              <a:gd name="connsiteY23" fmla="*/ 155142 h 197908"/>
              <a:gd name="connsiteX24" fmla="*/ 17754 w 142030"/>
              <a:gd name="connsiteY24" fmla="*/ 155142 h 197908"/>
              <a:gd name="connsiteX25" fmla="*/ 17754 w 142030"/>
              <a:gd name="connsiteY25" fmla="*/ 150555 h 197908"/>
              <a:gd name="connsiteX26" fmla="*/ 19233 w 142030"/>
              <a:gd name="connsiteY26" fmla="*/ 150555 h 197908"/>
              <a:gd name="connsiteX27" fmla="*/ 19233 w 142030"/>
              <a:gd name="connsiteY27" fmla="*/ 145811 h 197908"/>
              <a:gd name="connsiteX28" fmla="*/ 20713 w 142030"/>
              <a:gd name="connsiteY28" fmla="*/ 145811 h 197908"/>
              <a:gd name="connsiteX29" fmla="*/ 20713 w 142030"/>
              <a:gd name="connsiteY29" fmla="*/ 140919 h 197908"/>
              <a:gd name="connsiteX30" fmla="*/ 22192 w 142030"/>
              <a:gd name="connsiteY30" fmla="*/ 140919 h 197908"/>
              <a:gd name="connsiteX31" fmla="*/ 22192 w 142030"/>
              <a:gd name="connsiteY31" fmla="*/ 135886 h 197908"/>
              <a:gd name="connsiteX32" fmla="*/ 23672 w 142030"/>
              <a:gd name="connsiteY32" fmla="*/ 135886 h 197908"/>
              <a:gd name="connsiteX33" fmla="*/ 23672 w 142030"/>
              <a:gd name="connsiteY33" fmla="*/ 130722 h 197908"/>
              <a:gd name="connsiteX34" fmla="*/ 25151 w 142030"/>
              <a:gd name="connsiteY34" fmla="*/ 130722 h 197908"/>
              <a:gd name="connsiteX35" fmla="*/ 25151 w 142030"/>
              <a:gd name="connsiteY35" fmla="*/ 125439 h 197908"/>
              <a:gd name="connsiteX36" fmla="*/ 26631 w 142030"/>
              <a:gd name="connsiteY36" fmla="*/ 125439 h 197908"/>
              <a:gd name="connsiteX37" fmla="*/ 26631 w 142030"/>
              <a:gd name="connsiteY37" fmla="*/ 120048 h 197908"/>
              <a:gd name="connsiteX38" fmla="*/ 28110 w 142030"/>
              <a:gd name="connsiteY38" fmla="*/ 120048 h 197908"/>
              <a:gd name="connsiteX39" fmla="*/ 28110 w 142030"/>
              <a:gd name="connsiteY39" fmla="*/ 114564 h 197908"/>
              <a:gd name="connsiteX40" fmla="*/ 29590 w 142030"/>
              <a:gd name="connsiteY40" fmla="*/ 114564 h 197908"/>
              <a:gd name="connsiteX41" fmla="*/ 29590 w 142030"/>
              <a:gd name="connsiteY41" fmla="*/ 108999 h 197908"/>
              <a:gd name="connsiteX42" fmla="*/ 31069 w 142030"/>
              <a:gd name="connsiteY42" fmla="*/ 108999 h 197908"/>
              <a:gd name="connsiteX43" fmla="*/ 31069 w 142030"/>
              <a:gd name="connsiteY43" fmla="*/ 103371 h 197908"/>
              <a:gd name="connsiteX44" fmla="*/ 32549 w 142030"/>
              <a:gd name="connsiteY44" fmla="*/ 103371 h 197908"/>
              <a:gd name="connsiteX45" fmla="*/ 32549 w 142030"/>
              <a:gd name="connsiteY45" fmla="*/ 97697 h 197908"/>
              <a:gd name="connsiteX46" fmla="*/ 34028 w 142030"/>
              <a:gd name="connsiteY46" fmla="*/ 97697 h 197908"/>
              <a:gd name="connsiteX47" fmla="*/ 34028 w 142030"/>
              <a:gd name="connsiteY47" fmla="*/ 91994 h 197908"/>
              <a:gd name="connsiteX48" fmla="*/ 35508 w 142030"/>
              <a:gd name="connsiteY48" fmla="*/ 91994 h 197908"/>
              <a:gd name="connsiteX49" fmla="*/ 35508 w 142030"/>
              <a:gd name="connsiteY49" fmla="*/ 86281 h 197908"/>
              <a:gd name="connsiteX50" fmla="*/ 36987 w 142030"/>
              <a:gd name="connsiteY50" fmla="*/ 86281 h 197908"/>
              <a:gd name="connsiteX51" fmla="*/ 36987 w 142030"/>
              <a:gd name="connsiteY51" fmla="*/ 80578 h 197908"/>
              <a:gd name="connsiteX52" fmla="*/ 38467 w 142030"/>
              <a:gd name="connsiteY52" fmla="*/ 80578 h 197908"/>
              <a:gd name="connsiteX53" fmla="*/ 38467 w 142030"/>
              <a:gd name="connsiteY53" fmla="*/ 74906 h 197908"/>
              <a:gd name="connsiteX54" fmla="*/ 39946 w 142030"/>
              <a:gd name="connsiteY54" fmla="*/ 74906 h 197908"/>
              <a:gd name="connsiteX55" fmla="*/ 39946 w 142030"/>
              <a:gd name="connsiteY55" fmla="*/ 69286 h 197908"/>
              <a:gd name="connsiteX56" fmla="*/ 41425 w 142030"/>
              <a:gd name="connsiteY56" fmla="*/ 69286 h 197908"/>
              <a:gd name="connsiteX57" fmla="*/ 41425 w 142030"/>
              <a:gd name="connsiteY57" fmla="*/ 63740 h 197908"/>
              <a:gd name="connsiteX58" fmla="*/ 42905 w 142030"/>
              <a:gd name="connsiteY58" fmla="*/ 63740 h 197908"/>
              <a:gd name="connsiteX59" fmla="*/ 42905 w 142030"/>
              <a:gd name="connsiteY59" fmla="*/ 58289 h 197908"/>
              <a:gd name="connsiteX60" fmla="*/ 44384 w 142030"/>
              <a:gd name="connsiteY60" fmla="*/ 58289 h 197908"/>
              <a:gd name="connsiteX61" fmla="*/ 44384 w 142030"/>
              <a:gd name="connsiteY61" fmla="*/ 52958 h 197908"/>
              <a:gd name="connsiteX62" fmla="*/ 45864 w 142030"/>
              <a:gd name="connsiteY62" fmla="*/ 52958 h 197908"/>
              <a:gd name="connsiteX63" fmla="*/ 45864 w 142030"/>
              <a:gd name="connsiteY63" fmla="*/ 47767 h 197908"/>
              <a:gd name="connsiteX64" fmla="*/ 47343 w 142030"/>
              <a:gd name="connsiteY64" fmla="*/ 47767 h 197908"/>
              <a:gd name="connsiteX65" fmla="*/ 47343 w 142030"/>
              <a:gd name="connsiteY65" fmla="*/ 42739 h 197908"/>
              <a:gd name="connsiteX66" fmla="*/ 48823 w 142030"/>
              <a:gd name="connsiteY66" fmla="*/ 42739 h 197908"/>
              <a:gd name="connsiteX67" fmla="*/ 48823 w 142030"/>
              <a:gd name="connsiteY67" fmla="*/ 37897 h 197908"/>
              <a:gd name="connsiteX68" fmla="*/ 50302 w 142030"/>
              <a:gd name="connsiteY68" fmla="*/ 37897 h 197908"/>
              <a:gd name="connsiteX69" fmla="*/ 50302 w 142030"/>
              <a:gd name="connsiteY69" fmla="*/ 33263 h 197908"/>
              <a:gd name="connsiteX70" fmla="*/ 51782 w 142030"/>
              <a:gd name="connsiteY70" fmla="*/ 33263 h 197908"/>
              <a:gd name="connsiteX71" fmla="*/ 51782 w 142030"/>
              <a:gd name="connsiteY71" fmla="*/ 28858 h 197908"/>
              <a:gd name="connsiteX72" fmla="*/ 53261 w 142030"/>
              <a:gd name="connsiteY72" fmla="*/ 28858 h 197908"/>
              <a:gd name="connsiteX73" fmla="*/ 53261 w 142030"/>
              <a:gd name="connsiteY73" fmla="*/ 24703 h 197908"/>
              <a:gd name="connsiteX74" fmla="*/ 54741 w 142030"/>
              <a:gd name="connsiteY74" fmla="*/ 24703 h 197908"/>
              <a:gd name="connsiteX75" fmla="*/ 54741 w 142030"/>
              <a:gd name="connsiteY75" fmla="*/ 20817 h 197908"/>
              <a:gd name="connsiteX76" fmla="*/ 56220 w 142030"/>
              <a:gd name="connsiteY76" fmla="*/ 20817 h 197908"/>
              <a:gd name="connsiteX77" fmla="*/ 56220 w 142030"/>
              <a:gd name="connsiteY77" fmla="*/ 17219 h 197908"/>
              <a:gd name="connsiteX78" fmla="*/ 57700 w 142030"/>
              <a:gd name="connsiteY78" fmla="*/ 17219 h 197908"/>
              <a:gd name="connsiteX79" fmla="*/ 57700 w 142030"/>
              <a:gd name="connsiteY79" fmla="*/ 13928 h 197908"/>
              <a:gd name="connsiteX80" fmla="*/ 59179 w 142030"/>
              <a:gd name="connsiteY80" fmla="*/ 13928 h 197908"/>
              <a:gd name="connsiteX81" fmla="*/ 59179 w 142030"/>
              <a:gd name="connsiteY81" fmla="*/ 10958 h 197908"/>
              <a:gd name="connsiteX82" fmla="*/ 60659 w 142030"/>
              <a:gd name="connsiteY82" fmla="*/ 10958 h 197908"/>
              <a:gd name="connsiteX83" fmla="*/ 60659 w 142030"/>
              <a:gd name="connsiteY83" fmla="*/ 8326 h 197908"/>
              <a:gd name="connsiteX84" fmla="*/ 62138 w 142030"/>
              <a:gd name="connsiteY84" fmla="*/ 8326 h 197908"/>
              <a:gd name="connsiteX85" fmla="*/ 62138 w 142030"/>
              <a:gd name="connsiteY85" fmla="*/ 6045 h 197908"/>
              <a:gd name="connsiteX86" fmla="*/ 63618 w 142030"/>
              <a:gd name="connsiteY86" fmla="*/ 6045 h 197908"/>
              <a:gd name="connsiteX87" fmla="*/ 63618 w 142030"/>
              <a:gd name="connsiteY87" fmla="*/ 4126 h 197908"/>
              <a:gd name="connsiteX88" fmla="*/ 65097 w 142030"/>
              <a:gd name="connsiteY88" fmla="*/ 4126 h 197908"/>
              <a:gd name="connsiteX89" fmla="*/ 65097 w 142030"/>
              <a:gd name="connsiteY89" fmla="*/ 2578 h 197908"/>
              <a:gd name="connsiteX90" fmla="*/ 66577 w 142030"/>
              <a:gd name="connsiteY90" fmla="*/ 2578 h 197908"/>
              <a:gd name="connsiteX91" fmla="*/ 66577 w 142030"/>
              <a:gd name="connsiteY91" fmla="*/ 1411 h 197908"/>
              <a:gd name="connsiteX92" fmla="*/ 68056 w 142030"/>
              <a:gd name="connsiteY92" fmla="*/ 1411 h 197908"/>
              <a:gd name="connsiteX93" fmla="*/ 68056 w 142030"/>
              <a:gd name="connsiteY93" fmla="*/ 629 h 197908"/>
              <a:gd name="connsiteX94" fmla="*/ 69536 w 142030"/>
              <a:gd name="connsiteY94" fmla="*/ 629 h 197908"/>
              <a:gd name="connsiteX95" fmla="*/ 69536 w 142030"/>
              <a:gd name="connsiteY95" fmla="*/ 238 h 197908"/>
              <a:gd name="connsiteX96" fmla="*/ 72495 w 142030"/>
              <a:gd name="connsiteY96" fmla="*/ 238 h 197908"/>
              <a:gd name="connsiteX97" fmla="*/ 72495 w 142030"/>
              <a:gd name="connsiteY97" fmla="*/ 631 h 197908"/>
              <a:gd name="connsiteX98" fmla="*/ 73974 w 142030"/>
              <a:gd name="connsiteY98" fmla="*/ 631 h 197908"/>
              <a:gd name="connsiteX99" fmla="*/ 73974 w 142030"/>
              <a:gd name="connsiteY99" fmla="*/ 1414 h 197908"/>
              <a:gd name="connsiteX100" fmla="*/ 75454 w 142030"/>
              <a:gd name="connsiteY100" fmla="*/ 1414 h 197908"/>
              <a:gd name="connsiteX101" fmla="*/ 75454 w 142030"/>
              <a:gd name="connsiteY101" fmla="*/ 2583 h 197908"/>
              <a:gd name="connsiteX102" fmla="*/ 76933 w 142030"/>
              <a:gd name="connsiteY102" fmla="*/ 2583 h 197908"/>
              <a:gd name="connsiteX103" fmla="*/ 76933 w 142030"/>
              <a:gd name="connsiteY103" fmla="*/ 4131 h 197908"/>
              <a:gd name="connsiteX104" fmla="*/ 78413 w 142030"/>
              <a:gd name="connsiteY104" fmla="*/ 4131 h 197908"/>
              <a:gd name="connsiteX105" fmla="*/ 78413 w 142030"/>
              <a:gd name="connsiteY105" fmla="*/ 6052 h 197908"/>
              <a:gd name="connsiteX106" fmla="*/ 79892 w 142030"/>
              <a:gd name="connsiteY106" fmla="*/ 6052 h 197908"/>
              <a:gd name="connsiteX107" fmla="*/ 79892 w 142030"/>
              <a:gd name="connsiteY107" fmla="*/ 8334 h 197908"/>
              <a:gd name="connsiteX108" fmla="*/ 81371 w 142030"/>
              <a:gd name="connsiteY108" fmla="*/ 8334 h 197908"/>
              <a:gd name="connsiteX109" fmla="*/ 81371 w 142030"/>
              <a:gd name="connsiteY109" fmla="*/ 10968 h 197908"/>
              <a:gd name="connsiteX110" fmla="*/ 82851 w 142030"/>
              <a:gd name="connsiteY110" fmla="*/ 10968 h 197908"/>
              <a:gd name="connsiteX111" fmla="*/ 82851 w 142030"/>
              <a:gd name="connsiteY111" fmla="*/ 13938 h 197908"/>
              <a:gd name="connsiteX112" fmla="*/ 84330 w 142030"/>
              <a:gd name="connsiteY112" fmla="*/ 13938 h 197908"/>
              <a:gd name="connsiteX113" fmla="*/ 84330 w 142030"/>
              <a:gd name="connsiteY113" fmla="*/ 17230 h 197908"/>
              <a:gd name="connsiteX114" fmla="*/ 85810 w 142030"/>
              <a:gd name="connsiteY114" fmla="*/ 17230 h 197908"/>
              <a:gd name="connsiteX115" fmla="*/ 85810 w 142030"/>
              <a:gd name="connsiteY115" fmla="*/ 20829 h 197908"/>
              <a:gd name="connsiteX116" fmla="*/ 87289 w 142030"/>
              <a:gd name="connsiteY116" fmla="*/ 20829 h 197908"/>
              <a:gd name="connsiteX117" fmla="*/ 87289 w 142030"/>
              <a:gd name="connsiteY117" fmla="*/ 24716 h 197908"/>
              <a:gd name="connsiteX118" fmla="*/ 88769 w 142030"/>
              <a:gd name="connsiteY118" fmla="*/ 24716 h 197908"/>
              <a:gd name="connsiteX119" fmla="*/ 88769 w 142030"/>
              <a:gd name="connsiteY119" fmla="*/ 28872 h 197908"/>
              <a:gd name="connsiteX120" fmla="*/ 90248 w 142030"/>
              <a:gd name="connsiteY120" fmla="*/ 28872 h 197908"/>
              <a:gd name="connsiteX121" fmla="*/ 90248 w 142030"/>
              <a:gd name="connsiteY121" fmla="*/ 33278 h 197908"/>
              <a:gd name="connsiteX122" fmla="*/ 91728 w 142030"/>
              <a:gd name="connsiteY122" fmla="*/ 33278 h 197908"/>
              <a:gd name="connsiteX123" fmla="*/ 91728 w 142030"/>
              <a:gd name="connsiteY123" fmla="*/ 37912 h 197908"/>
              <a:gd name="connsiteX124" fmla="*/ 93207 w 142030"/>
              <a:gd name="connsiteY124" fmla="*/ 37912 h 197908"/>
              <a:gd name="connsiteX125" fmla="*/ 93207 w 142030"/>
              <a:gd name="connsiteY125" fmla="*/ 42755 h 197908"/>
              <a:gd name="connsiteX126" fmla="*/ 94687 w 142030"/>
              <a:gd name="connsiteY126" fmla="*/ 42755 h 197908"/>
              <a:gd name="connsiteX127" fmla="*/ 94687 w 142030"/>
              <a:gd name="connsiteY127" fmla="*/ 47783 h 197908"/>
              <a:gd name="connsiteX128" fmla="*/ 96166 w 142030"/>
              <a:gd name="connsiteY128" fmla="*/ 47783 h 197908"/>
              <a:gd name="connsiteX129" fmla="*/ 96166 w 142030"/>
              <a:gd name="connsiteY129" fmla="*/ 52974 h 197908"/>
              <a:gd name="connsiteX130" fmla="*/ 97646 w 142030"/>
              <a:gd name="connsiteY130" fmla="*/ 52974 h 197908"/>
              <a:gd name="connsiteX131" fmla="*/ 97646 w 142030"/>
              <a:gd name="connsiteY131" fmla="*/ 58306 h 197908"/>
              <a:gd name="connsiteX132" fmla="*/ 99125 w 142030"/>
              <a:gd name="connsiteY132" fmla="*/ 58306 h 197908"/>
              <a:gd name="connsiteX133" fmla="*/ 99125 w 142030"/>
              <a:gd name="connsiteY133" fmla="*/ 63757 h 197908"/>
              <a:gd name="connsiteX134" fmla="*/ 100605 w 142030"/>
              <a:gd name="connsiteY134" fmla="*/ 63757 h 197908"/>
              <a:gd name="connsiteX135" fmla="*/ 100605 w 142030"/>
              <a:gd name="connsiteY135" fmla="*/ 69303 h 197908"/>
              <a:gd name="connsiteX136" fmla="*/ 102084 w 142030"/>
              <a:gd name="connsiteY136" fmla="*/ 69303 h 197908"/>
              <a:gd name="connsiteX137" fmla="*/ 102084 w 142030"/>
              <a:gd name="connsiteY137" fmla="*/ 74923 h 197908"/>
              <a:gd name="connsiteX138" fmla="*/ 103564 w 142030"/>
              <a:gd name="connsiteY138" fmla="*/ 74923 h 197908"/>
              <a:gd name="connsiteX139" fmla="*/ 103564 w 142030"/>
              <a:gd name="connsiteY139" fmla="*/ 80595 h 197908"/>
              <a:gd name="connsiteX140" fmla="*/ 105043 w 142030"/>
              <a:gd name="connsiteY140" fmla="*/ 80595 h 197908"/>
              <a:gd name="connsiteX141" fmla="*/ 105043 w 142030"/>
              <a:gd name="connsiteY141" fmla="*/ 86298 h 197908"/>
              <a:gd name="connsiteX142" fmla="*/ 106523 w 142030"/>
              <a:gd name="connsiteY142" fmla="*/ 86298 h 197908"/>
              <a:gd name="connsiteX143" fmla="*/ 106523 w 142030"/>
              <a:gd name="connsiteY143" fmla="*/ 92011 h 197908"/>
              <a:gd name="connsiteX144" fmla="*/ 108002 w 142030"/>
              <a:gd name="connsiteY144" fmla="*/ 92011 h 197908"/>
              <a:gd name="connsiteX145" fmla="*/ 108002 w 142030"/>
              <a:gd name="connsiteY145" fmla="*/ 97714 h 197908"/>
              <a:gd name="connsiteX146" fmla="*/ 109482 w 142030"/>
              <a:gd name="connsiteY146" fmla="*/ 97714 h 197908"/>
              <a:gd name="connsiteX147" fmla="*/ 109482 w 142030"/>
              <a:gd name="connsiteY147" fmla="*/ 103388 h 197908"/>
              <a:gd name="connsiteX148" fmla="*/ 110961 w 142030"/>
              <a:gd name="connsiteY148" fmla="*/ 103388 h 197908"/>
              <a:gd name="connsiteX149" fmla="*/ 110961 w 142030"/>
              <a:gd name="connsiteY149" fmla="*/ 109015 h 197908"/>
              <a:gd name="connsiteX150" fmla="*/ 112441 w 142030"/>
              <a:gd name="connsiteY150" fmla="*/ 109015 h 197908"/>
              <a:gd name="connsiteX151" fmla="*/ 112441 w 142030"/>
              <a:gd name="connsiteY151" fmla="*/ 114579 h 197908"/>
              <a:gd name="connsiteX152" fmla="*/ 113920 w 142030"/>
              <a:gd name="connsiteY152" fmla="*/ 114579 h 197908"/>
              <a:gd name="connsiteX153" fmla="*/ 113920 w 142030"/>
              <a:gd name="connsiteY153" fmla="*/ 120063 h 197908"/>
              <a:gd name="connsiteX154" fmla="*/ 115400 w 142030"/>
              <a:gd name="connsiteY154" fmla="*/ 120063 h 197908"/>
              <a:gd name="connsiteX155" fmla="*/ 115400 w 142030"/>
              <a:gd name="connsiteY155" fmla="*/ 125454 h 197908"/>
              <a:gd name="connsiteX156" fmla="*/ 116879 w 142030"/>
              <a:gd name="connsiteY156" fmla="*/ 125454 h 197908"/>
              <a:gd name="connsiteX157" fmla="*/ 116879 w 142030"/>
              <a:gd name="connsiteY157" fmla="*/ 130736 h 197908"/>
              <a:gd name="connsiteX158" fmla="*/ 118359 w 142030"/>
              <a:gd name="connsiteY158" fmla="*/ 130736 h 197908"/>
              <a:gd name="connsiteX159" fmla="*/ 118359 w 142030"/>
              <a:gd name="connsiteY159" fmla="*/ 135899 h 197908"/>
              <a:gd name="connsiteX160" fmla="*/ 119838 w 142030"/>
              <a:gd name="connsiteY160" fmla="*/ 135899 h 197908"/>
              <a:gd name="connsiteX161" fmla="*/ 119838 w 142030"/>
              <a:gd name="connsiteY161" fmla="*/ 140931 h 197908"/>
              <a:gd name="connsiteX162" fmla="*/ 121317 w 142030"/>
              <a:gd name="connsiteY162" fmla="*/ 140931 h 197908"/>
              <a:gd name="connsiteX163" fmla="*/ 121317 w 142030"/>
              <a:gd name="connsiteY163" fmla="*/ 145823 h 197908"/>
              <a:gd name="connsiteX164" fmla="*/ 122797 w 142030"/>
              <a:gd name="connsiteY164" fmla="*/ 145823 h 197908"/>
              <a:gd name="connsiteX165" fmla="*/ 122797 w 142030"/>
              <a:gd name="connsiteY165" fmla="*/ 150566 h 197908"/>
              <a:gd name="connsiteX166" fmla="*/ 124276 w 142030"/>
              <a:gd name="connsiteY166" fmla="*/ 150566 h 197908"/>
              <a:gd name="connsiteX167" fmla="*/ 124276 w 142030"/>
              <a:gd name="connsiteY167" fmla="*/ 155153 h 197908"/>
              <a:gd name="connsiteX168" fmla="*/ 125756 w 142030"/>
              <a:gd name="connsiteY168" fmla="*/ 155153 h 197908"/>
              <a:gd name="connsiteX169" fmla="*/ 125756 w 142030"/>
              <a:gd name="connsiteY169" fmla="*/ 159577 h 197908"/>
              <a:gd name="connsiteX170" fmla="*/ 127235 w 142030"/>
              <a:gd name="connsiteY170" fmla="*/ 159577 h 197908"/>
              <a:gd name="connsiteX171" fmla="*/ 127235 w 142030"/>
              <a:gd name="connsiteY171" fmla="*/ 163835 h 197908"/>
              <a:gd name="connsiteX172" fmla="*/ 128715 w 142030"/>
              <a:gd name="connsiteY172" fmla="*/ 163835 h 197908"/>
              <a:gd name="connsiteX173" fmla="*/ 128715 w 142030"/>
              <a:gd name="connsiteY173" fmla="*/ 167923 h 197908"/>
              <a:gd name="connsiteX174" fmla="*/ 130194 w 142030"/>
              <a:gd name="connsiteY174" fmla="*/ 167923 h 197908"/>
              <a:gd name="connsiteX175" fmla="*/ 130194 w 142030"/>
              <a:gd name="connsiteY175" fmla="*/ 171837 h 197908"/>
              <a:gd name="connsiteX176" fmla="*/ 131674 w 142030"/>
              <a:gd name="connsiteY176" fmla="*/ 171837 h 197908"/>
              <a:gd name="connsiteX177" fmla="*/ 131674 w 142030"/>
              <a:gd name="connsiteY177" fmla="*/ 175577 h 197908"/>
              <a:gd name="connsiteX178" fmla="*/ 133153 w 142030"/>
              <a:gd name="connsiteY178" fmla="*/ 175577 h 197908"/>
              <a:gd name="connsiteX179" fmla="*/ 133153 w 142030"/>
              <a:gd name="connsiteY179" fmla="*/ 179142 h 197908"/>
              <a:gd name="connsiteX180" fmla="*/ 134633 w 142030"/>
              <a:gd name="connsiteY180" fmla="*/ 179142 h 197908"/>
              <a:gd name="connsiteX181" fmla="*/ 134633 w 142030"/>
              <a:gd name="connsiteY181" fmla="*/ 182532 h 197908"/>
              <a:gd name="connsiteX182" fmla="*/ 136112 w 142030"/>
              <a:gd name="connsiteY182" fmla="*/ 182532 h 197908"/>
              <a:gd name="connsiteX183" fmla="*/ 136112 w 142030"/>
              <a:gd name="connsiteY183" fmla="*/ 185748 h 197908"/>
              <a:gd name="connsiteX184" fmla="*/ 137592 w 142030"/>
              <a:gd name="connsiteY184" fmla="*/ 185748 h 197908"/>
              <a:gd name="connsiteX185" fmla="*/ 137592 w 142030"/>
              <a:gd name="connsiteY185" fmla="*/ 188794 h 197908"/>
              <a:gd name="connsiteX186" fmla="*/ 139071 w 142030"/>
              <a:gd name="connsiteY186" fmla="*/ 188794 h 197908"/>
              <a:gd name="connsiteX187" fmla="*/ 139071 w 142030"/>
              <a:gd name="connsiteY187" fmla="*/ 191670 h 197908"/>
              <a:gd name="connsiteX188" fmla="*/ 140551 w 142030"/>
              <a:gd name="connsiteY188" fmla="*/ 191670 h 197908"/>
              <a:gd name="connsiteX189" fmla="*/ 140551 w 142030"/>
              <a:gd name="connsiteY189" fmla="*/ 194381 h 197908"/>
              <a:gd name="connsiteX190" fmla="*/ 142030 w 142030"/>
              <a:gd name="connsiteY190" fmla="*/ 194381 h 197908"/>
              <a:gd name="connsiteX191" fmla="*/ 142030 w 142030"/>
              <a:gd name="connsiteY191" fmla="*/ 198146 h 197908"/>
              <a:gd name="connsiteX192" fmla="*/ 142030 w 142030"/>
              <a:gd name="connsiteY192" fmla="*/ 198146 h 197908"/>
              <a:gd name="connsiteX193" fmla="*/ 140551 w 142030"/>
              <a:gd name="connsiteY193" fmla="*/ 198146 h 197908"/>
              <a:gd name="connsiteX194" fmla="*/ 140551 w 142030"/>
              <a:gd name="connsiteY194" fmla="*/ 198146 h 197908"/>
              <a:gd name="connsiteX195" fmla="*/ 139071 w 142030"/>
              <a:gd name="connsiteY195" fmla="*/ 198146 h 197908"/>
              <a:gd name="connsiteX196" fmla="*/ 139071 w 142030"/>
              <a:gd name="connsiteY196" fmla="*/ 198146 h 197908"/>
              <a:gd name="connsiteX197" fmla="*/ 137592 w 142030"/>
              <a:gd name="connsiteY197" fmla="*/ 198146 h 197908"/>
              <a:gd name="connsiteX198" fmla="*/ 137592 w 142030"/>
              <a:gd name="connsiteY198" fmla="*/ 198146 h 197908"/>
              <a:gd name="connsiteX199" fmla="*/ 136112 w 142030"/>
              <a:gd name="connsiteY199" fmla="*/ 198146 h 197908"/>
              <a:gd name="connsiteX200" fmla="*/ 136112 w 142030"/>
              <a:gd name="connsiteY200" fmla="*/ 198146 h 197908"/>
              <a:gd name="connsiteX201" fmla="*/ 134633 w 142030"/>
              <a:gd name="connsiteY201" fmla="*/ 198146 h 197908"/>
              <a:gd name="connsiteX202" fmla="*/ 134633 w 142030"/>
              <a:gd name="connsiteY202" fmla="*/ 198146 h 197908"/>
              <a:gd name="connsiteX203" fmla="*/ 133153 w 142030"/>
              <a:gd name="connsiteY203" fmla="*/ 198146 h 197908"/>
              <a:gd name="connsiteX204" fmla="*/ 133153 w 142030"/>
              <a:gd name="connsiteY204" fmla="*/ 198146 h 197908"/>
              <a:gd name="connsiteX205" fmla="*/ 131674 w 142030"/>
              <a:gd name="connsiteY205" fmla="*/ 198146 h 197908"/>
              <a:gd name="connsiteX206" fmla="*/ 131674 w 142030"/>
              <a:gd name="connsiteY206" fmla="*/ 198146 h 197908"/>
              <a:gd name="connsiteX207" fmla="*/ 130194 w 142030"/>
              <a:gd name="connsiteY207" fmla="*/ 198146 h 197908"/>
              <a:gd name="connsiteX208" fmla="*/ 130194 w 142030"/>
              <a:gd name="connsiteY208" fmla="*/ 198146 h 197908"/>
              <a:gd name="connsiteX209" fmla="*/ 128715 w 142030"/>
              <a:gd name="connsiteY209" fmla="*/ 198146 h 197908"/>
              <a:gd name="connsiteX210" fmla="*/ 128715 w 142030"/>
              <a:gd name="connsiteY210" fmla="*/ 198146 h 197908"/>
              <a:gd name="connsiteX211" fmla="*/ 127235 w 142030"/>
              <a:gd name="connsiteY211" fmla="*/ 198146 h 197908"/>
              <a:gd name="connsiteX212" fmla="*/ 127235 w 142030"/>
              <a:gd name="connsiteY212" fmla="*/ 198146 h 197908"/>
              <a:gd name="connsiteX213" fmla="*/ 125756 w 142030"/>
              <a:gd name="connsiteY213" fmla="*/ 198146 h 197908"/>
              <a:gd name="connsiteX214" fmla="*/ 125756 w 142030"/>
              <a:gd name="connsiteY214" fmla="*/ 198146 h 197908"/>
              <a:gd name="connsiteX215" fmla="*/ 124276 w 142030"/>
              <a:gd name="connsiteY215" fmla="*/ 198146 h 197908"/>
              <a:gd name="connsiteX216" fmla="*/ 124276 w 142030"/>
              <a:gd name="connsiteY216" fmla="*/ 198146 h 197908"/>
              <a:gd name="connsiteX217" fmla="*/ 122797 w 142030"/>
              <a:gd name="connsiteY217" fmla="*/ 198146 h 197908"/>
              <a:gd name="connsiteX218" fmla="*/ 122797 w 142030"/>
              <a:gd name="connsiteY218" fmla="*/ 198146 h 197908"/>
              <a:gd name="connsiteX219" fmla="*/ 121317 w 142030"/>
              <a:gd name="connsiteY219" fmla="*/ 198146 h 197908"/>
              <a:gd name="connsiteX220" fmla="*/ 121317 w 142030"/>
              <a:gd name="connsiteY220" fmla="*/ 198146 h 197908"/>
              <a:gd name="connsiteX221" fmla="*/ 119838 w 142030"/>
              <a:gd name="connsiteY221" fmla="*/ 198146 h 197908"/>
              <a:gd name="connsiteX222" fmla="*/ 119838 w 142030"/>
              <a:gd name="connsiteY222" fmla="*/ 198146 h 197908"/>
              <a:gd name="connsiteX223" fmla="*/ 118359 w 142030"/>
              <a:gd name="connsiteY223" fmla="*/ 198146 h 197908"/>
              <a:gd name="connsiteX224" fmla="*/ 118359 w 142030"/>
              <a:gd name="connsiteY224" fmla="*/ 198146 h 197908"/>
              <a:gd name="connsiteX225" fmla="*/ 116879 w 142030"/>
              <a:gd name="connsiteY225" fmla="*/ 198146 h 197908"/>
              <a:gd name="connsiteX226" fmla="*/ 116879 w 142030"/>
              <a:gd name="connsiteY226" fmla="*/ 198146 h 197908"/>
              <a:gd name="connsiteX227" fmla="*/ 115400 w 142030"/>
              <a:gd name="connsiteY227" fmla="*/ 198146 h 197908"/>
              <a:gd name="connsiteX228" fmla="*/ 115400 w 142030"/>
              <a:gd name="connsiteY228" fmla="*/ 198146 h 197908"/>
              <a:gd name="connsiteX229" fmla="*/ 113920 w 142030"/>
              <a:gd name="connsiteY229" fmla="*/ 198146 h 197908"/>
              <a:gd name="connsiteX230" fmla="*/ 113920 w 142030"/>
              <a:gd name="connsiteY230" fmla="*/ 198146 h 197908"/>
              <a:gd name="connsiteX231" fmla="*/ 112441 w 142030"/>
              <a:gd name="connsiteY231" fmla="*/ 198146 h 197908"/>
              <a:gd name="connsiteX232" fmla="*/ 112441 w 142030"/>
              <a:gd name="connsiteY232" fmla="*/ 198146 h 197908"/>
              <a:gd name="connsiteX233" fmla="*/ 110961 w 142030"/>
              <a:gd name="connsiteY233" fmla="*/ 198146 h 197908"/>
              <a:gd name="connsiteX234" fmla="*/ 110961 w 142030"/>
              <a:gd name="connsiteY234" fmla="*/ 198146 h 197908"/>
              <a:gd name="connsiteX235" fmla="*/ 109482 w 142030"/>
              <a:gd name="connsiteY235" fmla="*/ 198146 h 197908"/>
              <a:gd name="connsiteX236" fmla="*/ 109482 w 142030"/>
              <a:gd name="connsiteY236" fmla="*/ 198146 h 197908"/>
              <a:gd name="connsiteX237" fmla="*/ 108002 w 142030"/>
              <a:gd name="connsiteY237" fmla="*/ 198146 h 197908"/>
              <a:gd name="connsiteX238" fmla="*/ 108002 w 142030"/>
              <a:gd name="connsiteY238" fmla="*/ 198146 h 197908"/>
              <a:gd name="connsiteX239" fmla="*/ 106523 w 142030"/>
              <a:gd name="connsiteY239" fmla="*/ 198146 h 197908"/>
              <a:gd name="connsiteX240" fmla="*/ 106523 w 142030"/>
              <a:gd name="connsiteY240" fmla="*/ 198146 h 197908"/>
              <a:gd name="connsiteX241" fmla="*/ 105043 w 142030"/>
              <a:gd name="connsiteY241" fmla="*/ 198146 h 197908"/>
              <a:gd name="connsiteX242" fmla="*/ 105043 w 142030"/>
              <a:gd name="connsiteY242" fmla="*/ 198146 h 197908"/>
              <a:gd name="connsiteX243" fmla="*/ 103564 w 142030"/>
              <a:gd name="connsiteY243" fmla="*/ 198146 h 197908"/>
              <a:gd name="connsiteX244" fmla="*/ 103564 w 142030"/>
              <a:gd name="connsiteY244" fmla="*/ 198146 h 197908"/>
              <a:gd name="connsiteX245" fmla="*/ 102084 w 142030"/>
              <a:gd name="connsiteY245" fmla="*/ 198146 h 197908"/>
              <a:gd name="connsiteX246" fmla="*/ 102084 w 142030"/>
              <a:gd name="connsiteY246" fmla="*/ 198146 h 197908"/>
              <a:gd name="connsiteX247" fmla="*/ 100605 w 142030"/>
              <a:gd name="connsiteY247" fmla="*/ 198146 h 197908"/>
              <a:gd name="connsiteX248" fmla="*/ 100605 w 142030"/>
              <a:gd name="connsiteY248" fmla="*/ 198146 h 197908"/>
              <a:gd name="connsiteX249" fmla="*/ 99125 w 142030"/>
              <a:gd name="connsiteY249" fmla="*/ 198146 h 197908"/>
              <a:gd name="connsiteX250" fmla="*/ 99125 w 142030"/>
              <a:gd name="connsiteY250" fmla="*/ 198146 h 197908"/>
              <a:gd name="connsiteX251" fmla="*/ 97646 w 142030"/>
              <a:gd name="connsiteY251" fmla="*/ 198146 h 197908"/>
              <a:gd name="connsiteX252" fmla="*/ 97646 w 142030"/>
              <a:gd name="connsiteY252" fmla="*/ 198146 h 197908"/>
              <a:gd name="connsiteX253" fmla="*/ 96166 w 142030"/>
              <a:gd name="connsiteY253" fmla="*/ 198146 h 197908"/>
              <a:gd name="connsiteX254" fmla="*/ 96166 w 142030"/>
              <a:gd name="connsiteY254" fmla="*/ 198146 h 197908"/>
              <a:gd name="connsiteX255" fmla="*/ 94687 w 142030"/>
              <a:gd name="connsiteY255" fmla="*/ 198146 h 197908"/>
              <a:gd name="connsiteX256" fmla="*/ 94687 w 142030"/>
              <a:gd name="connsiteY256" fmla="*/ 198146 h 197908"/>
              <a:gd name="connsiteX257" fmla="*/ 93207 w 142030"/>
              <a:gd name="connsiteY257" fmla="*/ 198146 h 197908"/>
              <a:gd name="connsiteX258" fmla="*/ 93207 w 142030"/>
              <a:gd name="connsiteY258" fmla="*/ 198146 h 197908"/>
              <a:gd name="connsiteX259" fmla="*/ 91728 w 142030"/>
              <a:gd name="connsiteY259" fmla="*/ 198146 h 197908"/>
              <a:gd name="connsiteX260" fmla="*/ 91728 w 142030"/>
              <a:gd name="connsiteY260" fmla="*/ 198146 h 197908"/>
              <a:gd name="connsiteX261" fmla="*/ 90248 w 142030"/>
              <a:gd name="connsiteY261" fmla="*/ 198146 h 197908"/>
              <a:gd name="connsiteX262" fmla="*/ 90248 w 142030"/>
              <a:gd name="connsiteY262" fmla="*/ 198146 h 197908"/>
              <a:gd name="connsiteX263" fmla="*/ 88769 w 142030"/>
              <a:gd name="connsiteY263" fmla="*/ 198146 h 197908"/>
              <a:gd name="connsiteX264" fmla="*/ 88769 w 142030"/>
              <a:gd name="connsiteY264" fmla="*/ 198146 h 197908"/>
              <a:gd name="connsiteX265" fmla="*/ 87289 w 142030"/>
              <a:gd name="connsiteY265" fmla="*/ 198146 h 197908"/>
              <a:gd name="connsiteX266" fmla="*/ 87289 w 142030"/>
              <a:gd name="connsiteY266" fmla="*/ 198146 h 197908"/>
              <a:gd name="connsiteX267" fmla="*/ 85810 w 142030"/>
              <a:gd name="connsiteY267" fmla="*/ 198146 h 197908"/>
              <a:gd name="connsiteX268" fmla="*/ 85810 w 142030"/>
              <a:gd name="connsiteY268" fmla="*/ 198146 h 197908"/>
              <a:gd name="connsiteX269" fmla="*/ 84330 w 142030"/>
              <a:gd name="connsiteY269" fmla="*/ 198146 h 197908"/>
              <a:gd name="connsiteX270" fmla="*/ 84330 w 142030"/>
              <a:gd name="connsiteY270" fmla="*/ 198146 h 197908"/>
              <a:gd name="connsiteX271" fmla="*/ 82851 w 142030"/>
              <a:gd name="connsiteY271" fmla="*/ 198146 h 197908"/>
              <a:gd name="connsiteX272" fmla="*/ 82851 w 142030"/>
              <a:gd name="connsiteY272" fmla="*/ 198146 h 197908"/>
              <a:gd name="connsiteX273" fmla="*/ 81371 w 142030"/>
              <a:gd name="connsiteY273" fmla="*/ 198146 h 197908"/>
              <a:gd name="connsiteX274" fmla="*/ 81371 w 142030"/>
              <a:gd name="connsiteY274" fmla="*/ 198146 h 197908"/>
              <a:gd name="connsiteX275" fmla="*/ 79892 w 142030"/>
              <a:gd name="connsiteY275" fmla="*/ 198146 h 197908"/>
              <a:gd name="connsiteX276" fmla="*/ 79892 w 142030"/>
              <a:gd name="connsiteY276" fmla="*/ 198146 h 197908"/>
              <a:gd name="connsiteX277" fmla="*/ 78413 w 142030"/>
              <a:gd name="connsiteY277" fmla="*/ 198146 h 197908"/>
              <a:gd name="connsiteX278" fmla="*/ 78413 w 142030"/>
              <a:gd name="connsiteY278" fmla="*/ 198146 h 197908"/>
              <a:gd name="connsiteX279" fmla="*/ 76933 w 142030"/>
              <a:gd name="connsiteY279" fmla="*/ 198146 h 197908"/>
              <a:gd name="connsiteX280" fmla="*/ 76933 w 142030"/>
              <a:gd name="connsiteY280" fmla="*/ 198146 h 197908"/>
              <a:gd name="connsiteX281" fmla="*/ 75454 w 142030"/>
              <a:gd name="connsiteY281" fmla="*/ 198146 h 197908"/>
              <a:gd name="connsiteX282" fmla="*/ 75454 w 142030"/>
              <a:gd name="connsiteY282" fmla="*/ 198146 h 197908"/>
              <a:gd name="connsiteX283" fmla="*/ 73974 w 142030"/>
              <a:gd name="connsiteY283" fmla="*/ 198146 h 197908"/>
              <a:gd name="connsiteX284" fmla="*/ 73974 w 142030"/>
              <a:gd name="connsiteY284" fmla="*/ 198146 h 197908"/>
              <a:gd name="connsiteX285" fmla="*/ 72495 w 142030"/>
              <a:gd name="connsiteY285" fmla="*/ 198146 h 197908"/>
              <a:gd name="connsiteX286" fmla="*/ 72495 w 142030"/>
              <a:gd name="connsiteY286" fmla="*/ 198146 h 197908"/>
              <a:gd name="connsiteX287" fmla="*/ 69536 w 142030"/>
              <a:gd name="connsiteY287" fmla="*/ 198146 h 197908"/>
              <a:gd name="connsiteX288" fmla="*/ 69536 w 142030"/>
              <a:gd name="connsiteY288" fmla="*/ 198146 h 197908"/>
              <a:gd name="connsiteX289" fmla="*/ 68056 w 142030"/>
              <a:gd name="connsiteY289" fmla="*/ 198146 h 197908"/>
              <a:gd name="connsiteX290" fmla="*/ 68056 w 142030"/>
              <a:gd name="connsiteY290" fmla="*/ 198146 h 197908"/>
              <a:gd name="connsiteX291" fmla="*/ 66577 w 142030"/>
              <a:gd name="connsiteY291" fmla="*/ 198146 h 197908"/>
              <a:gd name="connsiteX292" fmla="*/ 66577 w 142030"/>
              <a:gd name="connsiteY292" fmla="*/ 198146 h 197908"/>
              <a:gd name="connsiteX293" fmla="*/ 65097 w 142030"/>
              <a:gd name="connsiteY293" fmla="*/ 198146 h 197908"/>
              <a:gd name="connsiteX294" fmla="*/ 65097 w 142030"/>
              <a:gd name="connsiteY294" fmla="*/ 198146 h 197908"/>
              <a:gd name="connsiteX295" fmla="*/ 63618 w 142030"/>
              <a:gd name="connsiteY295" fmla="*/ 198146 h 197908"/>
              <a:gd name="connsiteX296" fmla="*/ 63618 w 142030"/>
              <a:gd name="connsiteY296" fmla="*/ 198146 h 197908"/>
              <a:gd name="connsiteX297" fmla="*/ 62138 w 142030"/>
              <a:gd name="connsiteY297" fmla="*/ 198146 h 197908"/>
              <a:gd name="connsiteX298" fmla="*/ 62138 w 142030"/>
              <a:gd name="connsiteY298" fmla="*/ 198146 h 197908"/>
              <a:gd name="connsiteX299" fmla="*/ 60659 w 142030"/>
              <a:gd name="connsiteY299" fmla="*/ 198146 h 197908"/>
              <a:gd name="connsiteX300" fmla="*/ 60659 w 142030"/>
              <a:gd name="connsiteY300" fmla="*/ 198146 h 197908"/>
              <a:gd name="connsiteX301" fmla="*/ 59179 w 142030"/>
              <a:gd name="connsiteY301" fmla="*/ 198146 h 197908"/>
              <a:gd name="connsiteX302" fmla="*/ 59179 w 142030"/>
              <a:gd name="connsiteY302" fmla="*/ 198146 h 197908"/>
              <a:gd name="connsiteX303" fmla="*/ 57700 w 142030"/>
              <a:gd name="connsiteY303" fmla="*/ 198146 h 197908"/>
              <a:gd name="connsiteX304" fmla="*/ 57700 w 142030"/>
              <a:gd name="connsiteY304" fmla="*/ 198146 h 197908"/>
              <a:gd name="connsiteX305" fmla="*/ 56220 w 142030"/>
              <a:gd name="connsiteY305" fmla="*/ 198146 h 197908"/>
              <a:gd name="connsiteX306" fmla="*/ 56220 w 142030"/>
              <a:gd name="connsiteY306" fmla="*/ 198146 h 197908"/>
              <a:gd name="connsiteX307" fmla="*/ 54741 w 142030"/>
              <a:gd name="connsiteY307" fmla="*/ 198146 h 197908"/>
              <a:gd name="connsiteX308" fmla="*/ 54741 w 142030"/>
              <a:gd name="connsiteY308" fmla="*/ 198146 h 197908"/>
              <a:gd name="connsiteX309" fmla="*/ 53261 w 142030"/>
              <a:gd name="connsiteY309" fmla="*/ 198146 h 197908"/>
              <a:gd name="connsiteX310" fmla="*/ 53261 w 142030"/>
              <a:gd name="connsiteY310" fmla="*/ 198146 h 197908"/>
              <a:gd name="connsiteX311" fmla="*/ 51782 w 142030"/>
              <a:gd name="connsiteY311" fmla="*/ 198146 h 197908"/>
              <a:gd name="connsiteX312" fmla="*/ 51782 w 142030"/>
              <a:gd name="connsiteY312" fmla="*/ 198146 h 197908"/>
              <a:gd name="connsiteX313" fmla="*/ 50302 w 142030"/>
              <a:gd name="connsiteY313" fmla="*/ 198146 h 197908"/>
              <a:gd name="connsiteX314" fmla="*/ 50302 w 142030"/>
              <a:gd name="connsiteY314" fmla="*/ 198146 h 197908"/>
              <a:gd name="connsiteX315" fmla="*/ 48823 w 142030"/>
              <a:gd name="connsiteY315" fmla="*/ 198146 h 197908"/>
              <a:gd name="connsiteX316" fmla="*/ 48823 w 142030"/>
              <a:gd name="connsiteY316" fmla="*/ 198146 h 197908"/>
              <a:gd name="connsiteX317" fmla="*/ 47343 w 142030"/>
              <a:gd name="connsiteY317" fmla="*/ 198146 h 197908"/>
              <a:gd name="connsiteX318" fmla="*/ 47343 w 142030"/>
              <a:gd name="connsiteY318" fmla="*/ 198146 h 197908"/>
              <a:gd name="connsiteX319" fmla="*/ 45864 w 142030"/>
              <a:gd name="connsiteY319" fmla="*/ 198146 h 197908"/>
              <a:gd name="connsiteX320" fmla="*/ 45864 w 142030"/>
              <a:gd name="connsiteY320" fmla="*/ 198146 h 197908"/>
              <a:gd name="connsiteX321" fmla="*/ 44384 w 142030"/>
              <a:gd name="connsiteY321" fmla="*/ 198146 h 197908"/>
              <a:gd name="connsiteX322" fmla="*/ 44384 w 142030"/>
              <a:gd name="connsiteY322" fmla="*/ 198146 h 197908"/>
              <a:gd name="connsiteX323" fmla="*/ 42905 w 142030"/>
              <a:gd name="connsiteY323" fmla="*/ 198146 h 197908"/>
              <a:gd name="connsiteX324" fmla="*/ 42905 w 142030"/>
              <a:gd name="connsiteY324" fmla="*/ 198146 h 197908"/>
              <a:gd name="connsiteX325" fmla="*/ 41425 w 142030"/>
              <a:gd name="connsiteY325" fmla="*/ 198146 h 197908"/>
              <a:gd name="connsiteX326" fmla="*/ 41425 w 142030"/>
              <a:gd name="connsiteY326" fmla="*/ 198146 h 197908"/>
              <a:gd name="connsiteX327" fmla="*/ 39946 w 142030"/>
              <a:gd name="connsiteY327" fmla="*/ 198146 h 197908"/>
              <a:gd name="connsiteX328" fmla="*/ 39946 w 142030"/>
              <a:gd name="connsiteY328" fmla="*/ 198146 h 197908"/>
              <a:gd name="connsiteX329" fmla="*/ 38467 w 142030"/>
              <a:gd name="connsiteY329" fmla="*/ 198146 h 197908"/>
              <a:gd name="connsiteX330" fmla="*/ 38467 w 142030"/>
              <a:gd name="connsiteY330" fmla="*/ 198146 h 197908"/>
              <a:gd name="connsiteX331" fmla="*/ 36987 w 142030"/>
              <a:gd name="connsiteY331" fmla="*/ 198146 h 197908"/>
              <a:gd name="connsiteX332" fmla="*/ 36987 w 142030"/>
              <a:gd name="connsiteY332" fmla="*/ 198146 h 197908"/>
              <a:gd name="connsiteX333" fmla="*/ 35508 w 142030"/>
              <a:gd name="connsiteY333" fmla="*/ 198146 h 197908"/>
              <a:gd name="connsiteX334" fmla="*/ 35508 w 142030"/>
              <a:gd name="connsiteY334" fmla="*/ 198146 h 197908"/>
              <a:gd name="connsiteX335" fmla="*/ 34028 w 142030"/>
              <a:gd name="connsiteY335" fmla="*/ 198146 h 197908"/>
              <a:gd name="connsiteX336" fmla="*/ 34028 w 142030"/>
              <a:gd name="connsiteY336" fmla="*/ 198146 h 197908"/>
              <a:gd name="connsiteX337" fmla="*/ 32549 w 142030"/>
              <a:gd name="connsiteY337" fmla="*/ 198146 h 197908"/>
              <a:gd name="connsiteX338" fmla="*/ 32549 w 142030"/>
              <a:gd name="connsiteY338" fmla="*/ 198146 h 197908"/>
              <a:gd name="connsiteX339" fmla="*/ 31069 w 142030"/>
              <a:gd name="connsiteY339" fmla="*/ 198146 h 197908"/>
              <a:gd name="connsiteX340" fmla="*/ 31069 w 142030"/>
              <a:gd name="connsiteY340" fmla="*/ 198146 h 197908"/>
              <a:gd name="connsiteX341" fmla="*/ 29590 w 142030"/>
              <a:gd name="connsiteY341" fmla="*/ 198146 h 197908"/>
              <a:gd name="connsiteX342" fmla="*/ 29590 w 142030"/>
              <a:gd name="connsiteY342" fmla="*/ 198146 h 197908"/>
              <a:gd name="connsiteX343" fmla="*/ 28110 w 142030"/>
              <a:gd name="connsiteY343" fmla="*/ 198146 h 197908"/>
              <a:gd name="connsiteX344" fmla="*/ 28110 w 142030"/>
              <a:gd name="connsiteY344" fmla="*/ 198146 h 197908"/>
              <a:gd name="connsiteX345" fmla="*/ 26631 w 142030"/>
              <a:gd name="connsiteY345" fmla="*/ 198146 h 197908"/>
              <a:gd name="connsiteX346" fmla="*/ 26631 w 142030"/>
              <a:gd name="connsiteY346" fmla="*/ 198146 h 197908"/>
              <a:gd name="connsiteX347" fmla="*/ 25151 w 142030"/>
              <a:gd name="connsiteY347" fmla="*/ 198146 h 197908"/>
              <a:gd name="connsiteX348" fmla="*/ 25151 w 142030"/>
              <a:gd name="connsiteY348" fmla="*/ 198146 h 197908"/>
              <a:gd name="connsiteX349" fmla="*/ 23672 w 142030"/>
              <a:gd name="connsiteY349" fmla="*/ 198146 h 197908"/>
              <a:gd name="connsiteX350" fmla="*/ 23672 w 142030"/>
              <a:gd name="connsiteY350" fmla="*/ 198146 h 197908"/>
              <a:gd name="connsiteX351" fmla="*/ 22192 w 142030"/>
              <a:gd name="connsiteY351" fmla="*/ 198146 h 197908"/>
              <a:gd name="connsiteX352" fmla="*/ 22192 w 142030"/>
              <a:gd name="connsiteY352" fmla="*/ 198146 h 197908"/>
              <a:gd name="connsiteX353" fmla="*/ 20713 w 142030"/>
              <a:gd name="connsiteY353" fmla="*/ 198146 h 197908"/>
              <a:gd name="connsiteX354" fmla="*/ 20713 w 142030"/>
              <a:gd name="connsiteY354" fmla="*/ 198146 h 197908"/>
              <a:gd name="connsiteX355" fmla="*/ 19233 w 142030"/>
              <a:gd name="connsiteY355" fmla="*/ 198146 h 197908"/>
              <a:gd name="connsiteX356" fmla="*/ 19233 w 142030"/>
              <a:gd name="connsiteY356" fmla="*/ 198146 h 197908"/>
              <a:gd name="connsiteX357" fmla="*/ 17754 w 142030"/>
              <a:gd name="connsiteY357" fmla="*/ 198146 h 197908"/>
              <a:gd name="connsiteX358" fmla="*/ 17754 w 142030"/>
              <a:gd name="connsiteY358" fmla="*/ 198146 h 197908"/>
              <a:gd name="connsiteX359" fmla="*/ 16274 w 142030"/>
              <a:gd name="connsiteY359" fmla="*/ 198146 h 197908"/>
              <a:gd name="connsiteX360" fmla="*/ 16274 w 142030"/>
              <a:gd name="connsiteY360" fmla="*/ 198146 h 197908"/>
              <a:gd name="connsiteX361" fmla="*/ 14795 w 142030"/>
              <a:gd name="connsiteY361" fmla="*/ 198146 h 197908"/>
              <a:gd name="connsiteX362" fmla="*/ 14795 w 142030"/>
              <a:gd name="connsiteY362" fmla="*/ 198146 h 197908"/>
              <a:gd name="connsiteX363" fmla="*/ 13315 w 142030"/>
              <a:gd name="connsiteY363" fmla="*/ 198146 h 197908"/>
              <a:gd name="connsiteX364" fmla="*/ 13315 w 142030"/>
              <a:gd name="connsiteY364" fmla="*/ 198146 h 197908"/>
              <a:gd name="connsiteX365" fmla="*/ 11836 w 142030"/>
              <a:gd name="connsiteY365" fmla="*/ 198146 h 197908"/>
              <a:gd name="connsiteX366" fmla="*/ 11836 w 142030"/>
              <a:gd name="connsiteY366" fmla="*/ 198146 h 197908"/>
              <a:gd name="connsiteX367" fmla="*/ 10356 w 142030"/>
              <a:gd name="connsiteY367" fmla="*/ 198146 h 197908"/>
              <a:gd name="connsiteX368" fmla="*/ 10356 w 142030"/>
              <a:gd name="connsiteY368" fmla="*/ 198146 h 197908"/>
              <a:gd name="connsiteX369" fmla="*/ 8877 w 142030"/>
              <a:gd name="connsiteY369" fmla="*/ 198146 h 197908"/>
              <a:gd name="connsiteX370" fmla="*/ 8877 w 142030"/>
              <a:gd name="connsiteY370" fmla="*/ 198146 h 197908"/>
              <a:gd name="connsiteX371" fmla="*/ 7397 w 142030"/>
              <a:gd name="connsiteY371" fmla="*/ 198146 h 197908"/>
              <a:gd name="connsiteX372" fmla="*/ 7397 w 142030"/>
              <a:gd name="connsiteY372" fmla="*/ 198146 h 197908"/>
              <a:gd name="connsiteX373" fmla="*/ 5918 w 142030"/>
              <a:gd name="connsiteY373" fmla="*/ 198146 h 197908"/>
              <a:gd name="connsiteX374" fmla="*/ 5918 w 142030"/>
              <a:gd name="connsiteY374" fmla="*/ 198146 h 197908"/>
              <a:gd name="connsiteX375" fmla="*/ 4438 w 142030"/>
              <a:gd name="connsiteY375" fmla="*/ 198146 h 197908"/>
              <a:gd name="connsiteX376" fmla="*/ 4438 w 142030"/>
              <a:gd name="connsiteY376" fmla="*/ 198146 h 197908"/>
              <a:gd name="connsiteX377" fmla="*/ 2959 w 142030"/>
              <a:gd name="connsiteY377" fmla="*/ 198146 h 197908"/>
              <a:gd name="connsiteX378" fmla="*/ 2959 w 142030"/>
              <a:gd name="connsiteY378" fmla="*/ 198146 h 197908"/>
              <a:gd name="connsiteX379" fmla="*/ 1479 w 142030"/>
              <a:gd name="connsiteY379" fmla="*/ 198146 h 197908"/>
              <a:gd name="connsiteX380" fmla="*/ 1479 w 142030"/>
              <a:gd name="connsiteY380" fmla="*/ 198146 h 197908"/>
              <a:gd name="connsiteX381" fmla="*/ 0 w 142030"/>
              <a:gd name="connsiteY381" fmla="*/ 198146 h 197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</a:cxnLst>
            <a:rect l="l" t="t" r="r" b="b"/>
            <a:pathLst>
              <a:path w="142030" h="197908">
                <a:moveTo>
                  <a:pt x="0" y="198146"/>
                </a:moveTo>
                <a:lnTo>
                  <a:pt x="0" y="194380"/>
                </a:lnTo>
                <a:lnTo>
                  <a:pt x="1479" y="194380"/>
                </a:lnTo>
                <a:lnTo>
                  <a:pt x="1479" y="191668"/>
                </a:lnTo>
                <a:lnTo>
                  <a:pt x="2959" y="191668"/>
                </a:lnTo>
                <a:lnTo>
                  <a:pt x="2959" y="188791"/>
                </a:lnTo>
                <a:lnTo>
                  <a:pt x="4438" y="188791"/>
                </a:lnTo>
                <a:lnTo>
                  <a:pt x="4438" y="185745"/>
                </a:lnTo>
                <a:lnTo>
                  <a:pt x="5918" y="185745"/>
                </a:lnTo>
                <a:lnTo>
                  <a:pt x="5918" y="182527"/>
                </a:lnTo>
                <a:lnTo>
                  <a:pt x="7397" y="182527"/>
                </a:lnTo>
                <a:lnTo>
                  <a:pt x="7397" y="179136"/>
                </a:lnTo>
                <a:lnTo>
                  <a:pt x="8877" y="179136"/>
                </a:lnTo>
                <a:lnTo>
                  <a:pt x="8877" y="175571"/>
                </a:lnTo>
                <a:lnTo>
                  <a:pt x="10356" y="175571"/>
                </a:lnTo>
                <a:lnTo>
                  <a:pt x="10356" y="171830"/>
                </a:lnTo>
                <a:lnTo>
                  <a:pt x="11836" y="171830"/>
                </a:lnTo>
                <a:lnTo>
                  <a:pt x="11836" y="167915"/>
                </a:lnTo>
                <a:lnTo>
                  <a:pt x="13315" y="167915"/>
                </a:lnTo>
                <a:lnTo>
                  <a:pt x="13315" y="163827"/>
                </a:lnTo>
                <a:lnTo>
                  <a:pt x="14795" y="163827"/>
                </a:lnTo>
                <a:lnTo>
                  <a:pt x="14795" y="159568"/>
                </a:lnTo>
                <a:lnTo>
                  <a:pt x="16274" y="159568"/>
                </a:lnTo>
                <a:lnTo>
                  <a:pt x="16274" y="155142"/>
                </a:lnTo>
                <a:lnTo>
                  <a:pt x="17754" y="155142"/>
                </a:lnTo>
                <a:lnTo>
                  <a:pt x="17754" y="150555"/>
                </a:lnTo>
                <a:lnTo>
                  <a:pt x="19233" y="150555"/>
                </a:lnTo>
                <a:lnTo>
                  <a:pt x="19233" y="145811"/>
                </a:lnTo>
                <a:lnTo>
                  <a:pt x="20713" y="145811"/>
                </a:lnTo>
                <a:lnTo>
                  <a:pt x="20713" y="140919"/>
                </a:lnTo>
                <a:lnTo>
                  <a:pt x="22192" y="140919"/>
                </a:lnTo>
                <a:lnTo>
                  <a:pt x="22192" y="135886"/>
                </a:lnTo>
                <a:lnTo>
                  <a:pt x="23672" y="135886"/>
                </a:lnTo>
                <a:lnTo>
                  <a:pt x="23672" y="130722"/>
                </a:lnTo>
                <a:lnTo>
                  <a:pt x="25151" y="130722"/>
                </a:lnTo>
                <a:lnTo>
                  <a:pt x="25151" y="125439"/>
                </a:lnTo>
                <a:lnTo>
                  <a:pt x="26631" y="125439"/>
                </a:lnTo>
                <a:lnTo>
                  <a:pt x="26631" y="120048"/>
                </a:lnTo>
                <a:lnTo>
                  <a:pt x="28110" y="120048"/>
                </a:lnTo>
                <a:lnTo>
                  <a:pt x="28110" y="114564"/>
                </a:lnTo>
                <a:lnTo>
                  <a:pt x="29590" y="114564"/>
                </a:lnTo>
                <a:lnTo>
                  <a:pt x="29590" y="108999"/>
                </a:lnTo>
                <a:lnTo>
                  <a:pt x="31069" y="108999"/>
                </a:lnTo>
                <a:lnTo>
                  <a:pt x="31069" y="103371"/>
                </a:lnTo>
                <a:lnTo>
                  <a:pt x="32549" y="103371"/>
                </a:lnTo>
                <a:lnTo>
                  <a:pt x="32549" y="97697"/>
                </a:lnTo>
                <a:lnTo>
                  <a:pt x="34028" y="97697"/>
                </a:lnTo>
                <a:lnTo>
                  <a:pt x="34028" y="91994"/>
                </a:lnTo>
                <a:lnTo>
                  <a:pt x="35508" y="91994"/>
                </a:lnTo>
                <a:lnTo>
                  <a:pt x="35508" y="86281"/>
                </a:lnTo>
                <a:lnTo>
                  <a:pt x="36987" y="86281"/>
                </a:lnTo>
                <a:lnTo>
                  <a:pt x="36987" y="80578"/>
                </a:lnTo>
                <a:lnTo>
                  <a:pt x="38467" y="80578"/>
                </a:lnTo>
                <a:lnTo>
                  <a:pt x="38467" y="74906"/>
                </a:lnTo>
                <a:lnTo>
                  <a:pt x="39946" y="74906"/>
                </a:lnTo>
                <a:lnTo>
                  <a:pt x="39946" y="69286"/>
                </a:lnTo>
                <a:lnTo>
                  <a:pt x="41425" y="69286"/>
                </a:lnTo>
                <a:lnTo>
                  <a:pt x="41425" y="63740"/>
                </a:lnTo>
                <a:lnTo>
                  <a:pt x="42905" y="63740"/>
                </a:lnTo>
                <a:lnTo>
                  <a:pt x="42905" y="58289"/>
                </a:lnTo>
                <a:lnTo>
                  <a:pt x="44384" y="58289"/>
                </a:lnTo>
                <a:lnTo>
                  <a:pt x="44384" y="52958"/>
                </a:lnTo>
                <a:lnTo>
                  <a:pt x="45864" y="52958"/>
                </a:lnTo>
                <a:lnTo>
                  <a:pt x="45864" y="47767"/>
                </a:lnTo>
                <a:lnTo>
                  <a:pt x="47343" y="47767"/>
                </a:lnTo>
                <a:lnTo>
                  <a:pt x="47343" y="42739"/>
                </a:lnTo>
                <a:lnTo>
                  <a:pt x="48823" y="42739"/>
                </a:lnTo>
                <a:lnTo>
                  <a:pt x="48823" y="37897"/>
                </a:lnTo>
                <a:lnTo>
                  <a:pt x="50302" y="37897"/>
                </a:lnTo>
                <a:lnTo>
                  <a:pt x="50302" y="33263"/>
                </a:lnTo>
                <a:lnTo>
                  <a:pt x="51782" y="33263"/>
                </a:lnTo>
                <a:lnTo>
                  <a:pt x="51782" y="28858"/>
                </a:lnTo>
                <a:lnTo>
                  <a:pt x="53261" y="28858"/>
                </a:lnTo>
                <a:lnTo>
                  <a:pt x="53261" y="24703"/>
                </a:lnTo>
                <a:lnTo>
                  <a:pt x="54741" y="24703"/>
                </a:lnTo>
                <a:lnTo>
                  <a:pt x="54741" y="20817"/>
                </a:lnTo>
                <a:lnTo>
                  <a:pt x="56220" y="20817"/>
                </a:lnTo>
                <a:lnTo>
                  <a:pt x="56220" y="17219"/>
                </a:lnTo>
                <a:lnTo>
                  <a:pt x="57700" y="17219"/>
                </a:lnTo>
                <a:lnTo>
                  <a:pt x="57700" y="13928"/>
                </a:lnTo>
                <a:lnTo>
                  <a:pt x="59179" y="13928"/>
                </a:lnTo>
                <a:lnTo>
                  <a:pt x="59179" y="10958"/>
                </a:lnTo>
                <a:lnTo>
                  <a:pt x="60659" y="10958"/>
                </a:lnTo>
                <a:lnTo>
                  <a:pt x="60659" y="8326"/>
                </a:lnTo>
                <a:lnTo>
                  <a:pt x="62138" y="8326"/>
                </a:lnTo>
                <a:lnTo>
                  <a:pt x="62138" y="6045"/>
                </a:lnTo>
                <a:lnTo>
                  <a:pt x="63618" y="6045"/>
                </a:lnTo>
                <a:lnTo>
                  <a:pt x="63618" y="4126"/>
                </a:lnTo>
                <a:lnTo>
                  <a:pt x="65097" y="4126"/>
                </a:lnTo>
                <a:lnTo>
                  <a:pt x="65097" y="2578"/>
                </a:lnTo>
                <a:lnTo>
                  <a:pt x="66577" y="2578"/>
                </a:lnTo>
                <a:lnTo>
                  <a:pt x="66577" y="1411"/>
                </a:lnTo>
                <a:lnTo>
                  <a:pt x="68056" y="1411"/>
                </a:lnTo>
                <a:lnTo>
                  <a:pt x="68056" y="629"/>
                </a:lnTo>
                <a:lnTo>
                  <a:pt x="69536" y="629"/>
                </a:lnTo>
                <a:lnTo>
                  <a:pt x="69536" y="238"/>
                </a:lnTo>
                <a:lnTo>
                  <a:pt x="72495" y="238"/>
                </a:lnTo>
                <a:lnTo>
                  <a:pt x="72495" y="631"/>
                </a:lnTo>
                <a:lnTo>
                  <a:pt x="73974" y="631"/>
                </a:lnTo>
                <a:lnTo>
                  <a:pt x="73974" y="1414"/>
                </a:lnTo>
                <a:lnTo>
                  <a:pt x="75454" y="1414"/>
                </a:lnTo>
                <a:lnTo>
                  <a:pt x="75454" y="2583"/>
                </a:lnTo>
                <a:lnTo>
                  <a:pt x="76933" y="2583"/>
                </a:lnTo>
                <a:lnTo>
                  <a:pt x="76933" y="4131"/>
                </a:lnTo>
                <a:lnTo>
                  <a:pt x="78413" y="4131"/>
                </a:lnTo>
                <a:lnTo>
                  <a:pt x="78413" y="6052"/>
                </a:lnTo>
                <a:lnTo>
                  <a:pt x="79892" y="6052"/>
                </a:lnTo>
                <a:lnTo>
                  <a:pt x="79892" y="8334"/>
                </a:lnTo>
                <a:lnTo>
                  <a:pt x="81371" y="8334"/>
                </a:lnTo>
                <a:lnTo>
                  <a:pt x="81371" y="10968"/>
                </a:lnTo>
                <a:lnTo>
                  <a:pt x="82851" y="10968"/>
                </a:lnTo>
                <a:lnTo>
                  <a:pt x="82851" y="13938"/>
                </a:lnTo>
                <a:lnTo>
                  <a:pt x="84330" y="13938"/>
                </a:lnTo>
                <a:lnTo>
                  <a:pt x="84330" y="17230"/>
                </a:lnTo>
                <a:lnTo>
                  <a:pt x="85810" y="17230"/>
                </a:lnTo>
                <a:lnTo>
                  <a:pt x="85810" y="20829"/>
                </a:lnTo>
                <a:lnTo>
                  <a:pt x="87289" y="20829"/>
                </a:lnTo>
                <a:lnTo>
                  <a:pt x="87289" y="24716"/>
                </a:lnTo>
                <a:lnTo>
                  <a:pt x="88769" y="24716"/>
                </a:lnTo>
                <a:lnTo>
                  <a:pt x="88769" y="28872"/>
                </a:lnTo>
                <a:lnTo>
                  <a:pt x="90248" y="28872"/>
                </a:lnTo>
                <a:lnTo>
                  <a:pt x="90248" y="33278"/>
                </a:lnTo>
                <a:lnTo>
                  <a:pt x="91728" y="33278"/>
                </a:lnTo>
                <a:lnTo>
                  <a:pt x="91728" y="37912"/>
                </a:lnTo>
                <a:lnTo>
                  <a:pt x="93207" y="37912"/>
                </a:lnTo>
                <a:lnTo>
                  <a:pt x="93207" y="42755"/>
                </a:lnTo>
                <a:lnTo>
                  <a:pt x="94687" y="42755"/>
                </a:lnTo>
                <a:lnTo>
                  <a:pt x="94687" y="47783"/>
                </a:lnTo>
                <a:lnTo>
                  <a:pt x="96166" y="47783"/>
                </a:lnTo>
                <a:lnTo>
                  <a:pt x="96166" y="52974"/>
                </a:lnTo>
                <a:lnTo>
                  <a:pt x="97646" y="52974"/>
                </a:lnTo>
                <a:lnTo>
                  <a:pt x="97646" y="58306"/>
                </a:lnTo>
                <a:lnTo>
                  <a:pt x="99125" y="58306"/>
                </a:lnTo>
                <a:lnTo>
                  <a:pt x="99125" y="63757"/>
                </a:lnTo>
                <a:lnTo>
                  <a:pt x="100605" y="63757"/>
                </a:lnTo>
                <a:lnTo>
                  <a:pt x="100605" y="69303"/>
                </a:lnTo>
                <a:lnTo>
                  <a:pt x="102084" y="69303"/>
                </a:lnTo>
                <a:lnTo>
                  <a:pt x="102084" y="74923"/>
                </a:lnTo>
                <a:lnTo>
                  <a:pt x="103564" y="74923"/>
                </a:lnTo>
                <a:lnTo>
                  <a:pt x="103564" y="80595"/>
                </a:lnTo>
                <a:lnTo>
                  <a:pt x="105043" y="80595"/>
                </a:lnTo>
                <a:lnTo>
                  <a:pt x="105043" y="86298"/>
                </a:lnTo>
                <a:lnTo>
                  <a:pt x="106523" y="86298"/>
                </a:lnTo>
                <a:lnTo>
                  <a:pt x="106523" y="92011"/>
                </a:lnTo>
                <a:lnTo>
                  <a:pt x="108002" y="92011"/>
                </a:lnTo>
                <a:lnTo>
                  <a:pt x="108002" y="97714"/>
                </a:lnTo>
                <a:lnTo>
                  <a:pt x="109482" y="97714"/>
                </a:lnTo>
                <a:lnTo>
                  <a:pt x="109482" y="103388"/>
                </a:lnTo>
                <a:lnTo>
                  <a:pt x="110961" y="103388"/>
                </a:lnTo>
                <a:lnTo>
                  <a:pt x="110961" y="109015"/>
                </a:lnTo>
                <a:lnTo>
                  <a:pt x="112441" y="109015"/>
                </a:lnTo>
                <a:lnTo>
                  <a:pt x="112441" y="114579"/>
                </a:lnTo>
                <a:lnTo>
                  <a:pt x="113920" y="114579"/>
                </a:lnTo>
                <a:lnTo>
                  <a:pt x="113920" y="120063"/>
                </a:lnTo>
                <a:lnTo>
                  <a:pt x="115400" y="120063"/>
                </a:lnTo>
                <a:lnTo>
                  <a:pt x="115400" y="125454"/>
                </a:lnTo>
                <a:lnTo>
                  <a:pt x="116879" y="125454"/>
                </a:lnTo>
                <a:lnTo>
                  <a:pt x="116879" y="130736"/>
                </a:lnTo>
                <a:lnTo>
                  <a:pt x="118359" y="130736"/>
                </a:lnTo>
                <a:lnTo>
                  <a:pt x="118359" y="135899"/>
                </a:lnTo>
                <a:lnTo>
                  <a:pt x="119838" y="135899"/>
                </a:lnTo>
                <a:lnTo>
                  <a:pt x="119838" y="140931"/>
                </a:lnTo>
                <a:lnTo>
                  <a:pt x="121317" y="140931"/>
                </a:lnTo>
                <a:lnTo>
                  <a:pt x="121317" y="145823"/>
                </a:lnTo>
                <a:lnTo>
                  <a:pt x="122797" y="145823"/>
                </a:lnTo>
                <a:lnTo>
                  <a:pt x="122797" y="150566"/>
                </a:lnTo>
                <a:lnTo>
                  <a:pt x="124276" y="150566"/>
                </a:lnTo>
                <a:lnTo>
                  <a:pt x="124276" y="155153"/>
                </a:lnTo>
                <a:lnTo>
                  <a:pt x="125756" y="155153"/>
                </a:lnTo>
                <a:lnTo>
                  <a:pt x="125756" y="159577"/>
                </a:lnTo>
                <a:lnTo>
                  <a:pt x="127235" y="159577"/>
                </a:lnTo>
                <a:lnTo>
                  <a:pt x="127235" y="163835"/>
                </a:lnTo>
                <a:lnTo>
                  <a:pt x="128715" y="163835"/>
                </a:lnTo>
                <a:lnTo>
                  <a:pt x="128715" y="167923"/>
                </a:lnTo>
                <a:lnTo>
                  <a:pt x="130194" y="167923"/>
                </a:lnTo>
                <a:lnTo>
                  <a:pt x="130194" y="171837"/>
                </a:lnTo>
                <a:lnTo>
                  <a:pt x="131674" y="171837"/>
                </a:lnTo>
                <a:lnTo>
                  <a:pt x="131674" y="175577"/>
                </a:lnTo>
                <a:lnTo>
                  <a:pt x="133153" y="175577"/>
                </a:lnTo>
                <a:lnTo>
                  <a:pt x="133153" y="179142"/>
                </a:lnTo>
                <a:lnTo>
                  <a:pt x="134633" y="179142"/>
                </a:lnTo>
                <a:lnTo>
                  <a:pt x="134633" y="182532"/>
                </a:lnTo>
                <a:lnTo>
                  <a:pt x="136112" y="182532"/>
                </a:lnTo>
                <a:lnTo>
                  <a:pt x="136112" y="185748"/>
                </a:lnTo>
                <a:lnTo>
                  <a:pt x="137592" y="185748"/>
                </a:lnTo>
                <a:lnTo>
                  <a:pt x="137592" y="188794"/>
                </a:lnTo>
                <a:lnTo>
                  <a:pt x="139071" y="188794"/>
                </a:lnTo>
                <a:lnTo>
                  <a:pt x="139071" y="191670"/>
                </a:lnTo>
                <a:lnTo>
                  <a:pt x="140551" y="191670"/>
                </a:lnTo>
                <a:lnTo>
                  <a:pt x="140551" y="194381"/>
                </a:lnTo>
                <a:lnTo>
                  <a:pt x="142030" y="194381"/>
                </a:lnTo>
                <a:lnTo>
                  <a:pt x="142030" y="198146"/>
                </a:lnTo>
                <a:lnTo>
                  <a:pt x="142030" y="198146"/>
                </a:lnTo>
                <a:lnTo>
                  <a:pt x="140551" y="198146"/>
                </a:lnTo>
                <a:lnTo>
                  <a:pt x="140551" y="198146"/>
                </a:lnTo>
                <a:lnTo>
                  <a:pt x="139071" y="198146"/>
                </a:lnTo>
                <a:lnTo>
                  <a:pt x="139071" y="198146"/>
                </a:lnTo>
                <a:lnTo>
                  <a:pt x="137592" y="198146"/>
                </a:lnTo>
                <a:lnTo>
                  <a:pt x="137592" y="198146"/>
                </a:lnTo>
                <a:lnTo>
                  <a:pt x="136112" y="198146"/>
                </a:lnTo>
                <a:lnTo>
                  <a:pt x="136112" y="198146"/>
                </a:lnTo>
                <a:lnTo>
                  <a:pt x="134633" y="198146"/>
                </a:lnTo>
                <a:lnTo>
                  <a:pt x="134633" y="198146"/>
                </a:lnTo>
                <a:lnTo>
                  <a:pt x="133153" y="198146"/>
                </a:lnTo>
                <a:lnTo>
                  <a:pt x="133153" y="198146"/>
                </a:lnTo>
                <a:lnTo>
                  <a:pt x="131674" y="198146"/>
                </a:lnTo>
                <a:lnTo>
                  <a:pt x="131674" y="198146"/>
                </a:lnTo>
                <a:lnTo>
                  <a:pt x="130194" y="198146"/>
                </a:lnTo>
                <a:lnTo>
                  <a:pt x="130194" y="198146"/>
                </a:lnTo>
                <a:lnTo>
                  <a:pt x="128715" y="198146"/>
                </a:lnTo>
                <a:lnTo>
                  <a:pt x="128715" y="198146"/>
                </a:lnTo>
                <a:lnTo>
                  <a:pt x="127235" y="198146"/>
                </a:lnTo>
                <a:lnTo>
                  <a:pt x="127235" y="198146"/>
                </a:lnTo>
                <a:lnTo>
                  <a:pt x="125756" y="198146"/>
                </a:lnTo>
                <a:lnTo>
                  <a:pt x="125756" y="198146"/>
                </a:lnTo>
                <a:lnTo>
                  <a:pt x="124276" y="198146"/>
                </a:lnTo>
                <a:lnTo>
                  <a:pt x="124276" y="198146"/>
                </a:lnTo>
                <a:lnTo>
                  <a:pt x="122797" y="198146"/>
                </a:lnTo>
                <a:lnTo>
                  <a:pt x="122797" y="198146"/>
                </a:lnTo>
                <a:lnTo>
                  <a:pt x="121317" y="198146"/>
                </a:lnTo>
                <a:lnTo>
                  <a:pt x="121317" y="198146"/>
                </a:lnTo>
                <a:lnTo>
                  <a:pt x="119838" y="198146"/>
                </a:lnTo>
                <a:lnTo>
                  <a:pt x="119838" y="198146"/>
                </a:lnTo>
                <a:lnTo>
                  <a:pt x="118359" y="198146"/>
                </a:lnTo>
                <a:lnTo>
                  <a:pt x="118359" y="198146"/>
                </a:lnTo>
                <a:lnTo>
                  <a:pt x="116879" y="198146"/>
                </a:lnTo>
                <a:lnTo>
                  <a:pt x="116879" y="198146"/>
                </a:lnTo>
                <a:lnTo>
                  <a:pt x="115400" y="198146"/>
                </a:lnTo>
                <a:lnTo>
                  <a:pt x="115400" y="198146"/>
                </a:lnTo>
                <a:lnTo>
                  <a:pt x="113920" y="198146"/>
                </a:lnTo>
                <a:lnTo>
                  <a:pt x="113920" y="198146"/>
                </a:lnTo>
                <a:lnTo>
                  <a:pt x="112441" y="198146"/>
                </a:lnTo>
                <a:lnTo>
                  <a:pt x="112441" y="198146"/>
                </a:lnTo>
                <a:lnTo>
                  <a:pt x="110961" y="198146"/>
                </a:lnTo>
                <a:lnTo>
                  <a:pt x="110961" y="198146"/>
                </a:lnTo>
                <a:lnTo>
                  <a:pt x="109482" y="198146"/>
                </a:lnTo>
                <a:lnTo>
                  <a:pt x="109482" y="198146"/>
                </a:lnTo>
                <a:lnTo>
                  <a:pt x="108002" y="198146"/>
                </a:lnTo>
                <a:lnTo>
                  <a:pt x="108002" y="198146"/>
                </a:lnTo>
                <a:lnTo>
                  <a:pt x="106523" y="198146"/>
                </a:lnTo>
                <a:lnTo>
                  <a:pt x="106523" y="198146"/>
                </a:lnTo>
                <a:lnTo>
                  <a:pt x="105043" y="198146"/>
                </a:lnTo>
                <a:lnTo>
                  <a:pt x="105043" y="198146"/>
                </a:lnTo>
                <a:lnTo>
                  <a:pt x="103564" y="198146"/>
                </a:lnTo>
                <a:lnTo>
                  <a:pt x="103564" y="198146"/>
                </a:lnTo>
                <a:lnTo>
                  <a:pt x="102084" y="198146"/>
                </a:lnTo>
                <a:lnTo>
                  <a:pt x="102084" y="198146"/>
                </a:lnTo>
                <a:lnTo>
                  <a:pt x="100605" y="198146"/>
                </a:lnTo>
                <a:lnTo>
                  <a:pt x="100605" y="198146"/>
                </a:lnTo>
                <a:lnTo>
                  <a:pt x="99125" y="198146"/>
                </a:lnTo>
                <a:lnTo>
                  <a:pt x="99125" y="198146"/>
                </a:lnTo>
                <a:lnTo>
                  <a:pt x="97646" y="198146"/>
                </a:lnTo>
                <a:lnTo>
                  <a:pt x="97646" y="198146"/>
                </a:lnTo>
                <a:lnTo>
                  <a:pt x="96166" y="198146"/>
                </a:lnTo>
                <a:lnTo>
                  <a:pt x="96166" y="198146"/>
                </a:lnTo>
                <a:lnTo>
                  <a:pt x="94687" y="198146"/>
                </a:lnTo>
                <a:lnTo>
                  <a:pt x="94687" y="198146"/>
                </a:lnTo>
                <a:lnTo>
                  <a:pt x="93207" y="198146"/>
                </a:lnTo>
                <a:lnTo>
                  <a:pt x="93207" y="198146"/>
                </a:lnTo>
                <a:lnTo>
                  <a:pt x="91728" y="198146"/>
                </a:lnTo>
                <a:lnTo>
                  <a:pt x="91728" y="198146"/>
                </a:lnTo>
                <a:lnTo>
                  <a:pt x="90248" y="198146"/>
                </a:lnTo>
                <a:lnTo>
                  <a:pt x="90248" y="198146"/>
                </a:lnTo>
                <a:lnTo>
                  <a:pt x="88769" y="198146"/>
                </a:lnTo>
                <a:lnTo>
                  <a:pt x="88769" y="198146"/>
                </a:lnTo>
                <a:lnTo>
                  <a:pt x="87289" y="198146"/>
                </a:lnTo>
                <a:lnTo>
                  <a:pt x="87289" y="198146"/>
                </a:lnTo>
                <a:lnTo>
                  <a:pt x="85810" y="198146"/>
                </a:lnTo>
                <a:lnTo>
                  <a:pt x="85810" y="198146"/>
                </a:lnTo>
                <a:lnTo>
                  <a:pt x="84330" y="198146"/>
                </a:lnTo>
                <a:lnTo>
                  <a:pt x="84330" y="198146"/>
                </a:lnTo>
                <a:lnTo>
                  <a:pt x="82851" y="198146"/>
                </a:lnTo>
                <a:lnTo>
                  <a:pt x="82851" y="198146"/>
                </a:lnTo>
                <a:lnTo>
                  <a:pt x="81371" y="198146"/>
                </a:lnTo>
                <a:lnTo>
                  <a:pt x="81371" y="198146"/>
                </a:lnTo>
                <a:lnTo>
                  <a:pt x="79892" y="198146"/>
                </a:lnTo>
                <a:lnTo>
                  <a:pt x="79892" y="198146"/>
                </a:lnTo>
                <a:lnTo>
                  <a:pt x="78413" y="198146"/>
                </a:lnTo>
                <a:lnTo>
                  <a:pt x="78413" y="198146"/>
                </a:lnTo>
                <a:lnTo>
                  <a:pt x="76933" y="198146"/>
                </a:lnTo>
                <a:lnTo>
                  <a:pt x="76933" y="198146"/>
                </a:lnTo>
                <a:lnTo>
                  <a:pt x="75454" y="198146"/>
                </a:lnTo>
                <a:lnTo>
                  <a:pt x="75454" y="198146"/>
                </a:lnTo>
                <a:lnTo>
                  <a:pt x="73974" y="198146"/>
                </a:lnTo>
                <a:lnTo>
                  <a:pt x="73974" y="198146"/>
                </a:lnTo>
                <a:lnTo>
                  <a:pt x="72495" y="198146"/>
                </a:lnTo>
                <a:lnTo>
                  <a:pt x="72495" y="198146"/>
                </a:lnTo>
                <a:lnTo>
                  <a:pt x="69536" y="198146"/>
                </a:lnTo>
                <a:lnTo>
                  <a:pt x="69536" y="198146"/>
                </a:lnTo>
                <a:lnTo>
                  <a:pt x="68056" y="198146"/>
                </a:lnTo>
                <a:lnTo>
                  <a:pt x="68056" y="198146"/>
                </a:lnTo>
                <a:lnTo>
                  <a:pt x="66577" y="198146"/>
                </a:lnTo>
                <a:lnTo>
                  <a:pt x="66577" y="198146"/>
                </a:lnTo>
                <a:lnTo>
                  <a:pt x="65097" y="198146"/>
                </a:lnTo>
                <a:lnTo>
                  <a:pt x="65097" y="198146"/>
                </a:lnTo>
                <a:lnTo>
                  <a:pt x="63618" y="198146"/>
                </a:lnTo>
                <a:lnTo>
                  <a:pt x="63618" y="198146"/>
                </a:lnTo>
                <a:lnTo>
                  <a:pt x="62138" y="198146"/>
                </a:lnTo>
                <a:lnTo>
                  <a:pt x="62138" y="198146"/>
                </a:lnTo>
                <a:lnTo>
                  <a:pt x="60659" y="198146"/>
                </a:lnTo>
                <a:lnTo>
                  <a:pt x="60659" y="198146"/>
                </a:lnTo>
                <a:lnTo>
                  <a:pt x="59179" y="198146"/>
                </a:lnTo>
                <a:lnTo>
                  <a:pt x="59179" y="198146"/>
                </a:lnTo>
                <a:lnTo>
                  <a:pt x="57700" y="198146"/>
                </a:lnTo>
                <a:lnTo>
                  <a:pt x="57700" y="198146"/>
                </a:lnTo>
                <a:lnTo>
                  <a:pt x="56220" y="198146"/>
                </a:lnTo>
                <a:lnTo>
                  <a:pt x="56220" y="198146"/>
                </a:lnTo>
                <a:lnTo>
                  <a:pt x="54741" y="198146"/>
                </a:lnTo>
                <a:lnTo>
                  <a:pt x="54741" y="198146"/>
                </a:lnTo>
                <a:lnTo>
                  <a:pt x="53261" y="198146"/>
                </a:lnTo>
                <a:lnTo>
                  <a:pt x="53261" y="198146"/>
                </a:lnTo>
                <a:lnTo>
                  <a:pt x="51782" y="198146"/>
                </a:lnTo>
                <a:lnTo>
                  <a:pt x="51782" y="198146"/>
                </a:lnTo>
                <a:lnTo>
                  <a:pt x="50302" y="198146"/>
                </a:lnTo>
                <a:lnTo>
                  <a:pt x="50302" y="198146"/>
                </a:lnTo>
                <a:lnTo>
                  <a:pt x="48823" y="198146"/>
                </a:lnTo>
                <a:lnTo>
                  <a:pt x="48823" y="198146"/>
                </a:lnTo>
                <a:lnTo>
                  <a:pt x="47343" y="198146"/>
                </a:lnTo>
                <a:lnTo>
                  <a:pt x="47343" y="198146"/>
                </a:lnTo>
                <a:lnTo>
                  <a:pt x="45864" y="198146"/>
                </a:lnTo>
                <a:lnTo>
                  <a:pt x="45864" y="198146"/>
                </a:lnTo>
                <a:lnTo>
                  <a:pt x="44384" y="198146"/>
                </a:lnTo>
                <a:lnTo>
                  <a:pt x="44384" y="198146"/>
                </a:lnTo>
                <a:lnTo>
                  <a:pt x="42905" y="198146"/>
                </a:lnTo>
                <a:lnTo>
                  <a:pt x="42905" y="198146"/>
                </a:lnTo>
                <a:lnTo>
                  <a:pt x="41425" y="198146"/>
                </a:lnTo>
                <a:lnTo>
                  <a:pt x="41425" y="198146"/>
                </a:lnTo>
                <a:lnTo>
                  <a:pt x="39946" y="198146"/>
                </a:lnTo>
                <a:lnTo>
                  <a:pt x="39946" y="198146"/>
                </a:lnTo>
                <a:lnTo>
                  <a:pt x="38467" y="198146"/>
                </a:lnTo>
                <a:lnTo>
                  <a:pt x="38467" y="198146"/>
                </a:lnTo>
                <a:lnTo>
                  <a:pt x="36987" y="198146"/>
                </a:lnTo>
                <a:lnTo>
                  <a:pt x="36987" y="198146"/>
                </a:lnTo>
                <a:lnTo>
                  <a:pt x="35508" y="198146"/>
                </a:lnTo>
                <a:lnTo>
                  <a:pt x="35508" y="198146"/>
                </a:lnTo>
                <a:lnTo>
                  <a:pt x="34028" y="198146"/>
                </a:lnTo>
                <a:lnTo>
                  <a:pt x="34028" y="198146"/>
                </a:lnTo>
                <a:lnTo>
                  <a:pt x="32549" y="198146"/>
                </a:lnTo>
                <a:lnTo>
                  <a:pt x="32549" y="198146"/>
                </a:lnTo>
                <a:lnTo>
                  <a:pt x="31069" y="198146"/>
                </a:lnTo>
                <a:lnTo>
                  <a:pt x="31069" y="198146"/>
                </a:lnTo>
                <a:lnTo>
                  <a:pt x="29590" y="198146"/>
                </a:lnTo>
                <a:lnTo>
                  <a:pt x="29590" y="198146"/>
                </a:lnTo>
                <a:lnTo>
                  <a:pt x="28110" y="198146"/>
                </a:lnTo>
                <a:lnTo>
                  <a:pt x="28110" y="198146"/>
                </a:lnTo>
                <a:lnTo>
                  <a:pt x="26631" y="198146"/>
                </a:lnTo>
                <a:lnTo>
                  <a:pt x="26631" y="198146"/>
                </a:lnTo>
                <a:lnTo>
                  <a:pt x="25151" y="198146"/>
                </a:lnTo>
                <a:lnTo>
                  <a:pt x="25151" y="198146"/>
                </a:lnTo>
                <a:lnTo>
                  <a:pt x="23672" y="198146"/>
                </a:lnTo>
                <a:lnTo>
                  <a:pt x="23672" y="198146"/>
                </a:lnTo>
                <a:lnTo>
                  <a:pt x="22192" y="198146"/>
                </a:lnTo>
                <a:lnTo>
                  <a:pt x="22192" y="198146"/>
                </a:lnTo>
                <a:lnTo>
                  <a:pt x="20713" y="198146"/>
                </a:lnTo>
                <a:lnTo>
                  <a:pt x="20713" y="198146"/>
                </a:lnTo>
                <a:lnTo>
                  <a:pt x="19233" y="198146"/>
                </a:lnTo>
                <a:lnTo>
                  <a:pt x="19233" y="198146"/>
                </a:lnTo>
                <a:lnTo>
                  <a:pt x="17754" y="198146"/>
                </a:lnTo>
                <a:lnTo>
                  <a:pt x="17754" y="198146"/>
                </a:lnTo>
                <a:lnTo>
                  <a:pt x="16274" y="198146"/>
                </a:lnTo>
                <a:lnTo>
                  <a:pt x="16274" y="198146"/>
                </a:lnTo>
                <a:lnTo>
                  <a:pt x="14795" y="198146"/>
                </a:lnTo>
                <a:lnTo>
                  <a:pt x="14795" y="198146"/>
                </a:lnTo>
                <a:lnTo>
                  <a:pt x="13315" y="198146"/>
                </a:lnTo>
                <a:lnTo>
                  <a:pt x="13315" y="198146"/>
                </a:lnTo>
                <a:lnTo>
                  <a:pt x="11836" y="198146"/>
                </a:lnTo>
                <a:lnTo>
                  <a:pt x="11836" y="198146"/>
                </a:lnTo>
                <a:lnTo>
                  <a:pt x="10356" y="198146"/>
                </a:lnTo>
                <a:lnTo>
                  <a:pt x="10356" y="198146"/>
                </a:lnTo>
                <a:lnTo>
                  <a:pt x="8877" y="198146"/>
                </a:lnTo>
                <a:lnTo>
                  <a:pt x="8877" y="198146"/>
                </a:lnTo>
                <a:lnTo>
                  <a:pt x="7397" y="198146"/>
                </a:lnTo>
                <a:lnTo>
                  <a:pt x="7397" y="198146"/>
                </a:lnTo>
                <a:lnTo>
                  <a:pt x="5918" y="198146"/>
                </a:lnTo>
                <a:lnTo>
                  <a:pt x="5918" y="198146"/>
                </a:lnTo>
                <a:lnTo>
                  <a:pt x="4438" y="198146"/>
                </a:lnTo>
                <a:lnTo>
                  <a:pt x="4438" y="198146"/>
                </a:lnTo>
                <a:lnTo>
                  <a:pt x="2959" y="198146"/>
                </a:lnTo>
                <a:lnTo>
                  <a:pt x="2959" y="198146"/>
                </a:lnTo>
                <a:lnTo>
                  <a:pt x="1479" y="198146"/>
                </a:lnTo>
                <a:lnTo>
                  <a:pt x="1479" y="198146"/>
                </a:lnTo>
                <a:lnTo>
                  <a:pt x="0" y="198146"/>
                </a:lnTo>
                <a:close/>
              </a:path>
            </a:pathLst>
          </a:custGeom>
          <a:solidFill>
            <a:srgbClr val="648FFF">
              <a:alpha val="30000"/>
            </a:srgbClr>
          </a:solidFill>
          <a:ln w="8070" cap="flat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03" name="任意形状 102">
            <a:extLst>
              <a:ext uri="{FF2B5EF4-FFF2-40B4-BE49-F238E27FC236}">
                <a16:creationId xmlns:a16="http://schemas.microsoft.com/office/drawing/2014/main" id="{3913CD49-9B12-C247-9CBB-156EFC0DC305}"/>
              </a:ext>
            </a:extLst>
          </p:cNvPr>
          <p:cNvSpPr/>
          <p:nvPr/>
        </p:nvSpPr>
        <p:spPr>
          <a:xfrm>
            <a:off x="5786426" y="1935577"/>
            <a:ext cx="28959" cy="1116"/>
          </a:xfrm>
          <a:custGeom>
            <a:avLst/>
            <a:gdLst>
              <a:gd name="connsiteX0" fmla="*/ 0 w 142030"/>
              <a:gd name="connsiteY0" fmla="*/ 2916 h 4382"/>
              <a:gd name="connsiteX1" fmla="*/ 0 w 142030"/>
              <a:gd name="connsiteY1" fmla="*/ 3047 h 4382"/>
              <a:gd name="connsiteX2" fmla="*/ 1479 w 142030"/>
              <a:gd name="connsiteY2" fmla="*/ 3047 h 4382"/>
              <a:gd name="connsiteX3" fmla="*/ 1479 w 142030"/>
              <a:gd name="connsiteY3" fmla="*/ 3136 h 4382"/>
              <a:gd name="connsiteX4" fmla="*/ 2959 w 142030"/>
              <a:gd name="connsiteY4" fmla="*/ 3136 h 4382"/>
              <a:gd name="connsiteX5" fmla="*/ 2959 w 142030"/>
              <a:gd name="connsiteY5" fmla="*/ 3226 h 4382"/>
              <a:gd name="connsiteX6" fmla="*/ 4438 w 142030"/>
              <a:gd name="connsiteY6" fmla="*/ 3226 h 4382"/>
              <a:gd name="connsiteX7" fmla="*/ 4438 w 142030"/>
              <a:gd name="connsiteY7" fmla="*/ 3318 h 4382"/>
              <a:gd name="connsiteX8" fmla="*/ 5918 w 142030"/>
              <a:gd name="connsiteY8" fmla="*/ 3318 h 4382"/>
              <a:gd name="connsiteX9" fmla="*/ 5918 w 142030"/>
              <a:gd name="connsiteY9" fmla="*/ 3409 h 4382"/>
              <a:gd name="connsiteX10" fmla="*/ 7397 w 142030"/>
              <a:gd name="connsiteY10" fmla="*/ 3409 h 4382"/>
              <a:gd name="connsiteX11" fmla="*/ 7397 w 142030"/>
              <a:gd name="connsiteY11" fmla="*/ 3501 h 4382"/>
              <a:gd name="connsiteX12" fmla="*/ 8877 w 142030"/>
              <a:gd name="connsiteY12" fmla="*/ 3501 h 4382"/>
              <a:gd name="connsiteX13" fmla="*/ 8877 w 142030"/>
              <a:gd name="connsiteY13" fmla="*/ 3592 h 4382"/>
              <a:gd name="connsiteX14" fmla="*/ 10356 w 142030"/>
              <a:gd name="connsiteY14" fmla="*/ 3592 h 4382"/>
              <a:gd name="connsiteX15" fmla="*/ 10356 w 142030"/>
              <a:gd name="connsiteY15" fmla="*/ 3682 h 4382"/>
              <a:gd name="connsiteX16" fmla="*/ 11836 w 142030"/>
              <a:gd name="connsiteY16" fmla="*/ 3682 h 4382"/>
              <a:gd name="connsiteX17" fmla="*/ 11836 w 142030"/>
              <a:gd name="connsiteY17" fmla="*/ 3772 h 4382"/>
              <a:gd name="connsiteX18" fmla="*/ 13315 w 142030"/>
              <a:gd name="connsiteY18" fmla="*/ 3772 h 4382"/>
              <a:gd name="connsiteX19" fmla="*/ 13315 w 142030"/>
              <a:gd name="connsiteY19" fmla="*/ 3859 h 4382"/>
              <a:gd name="connsiteX20" fmla="*/ 14795 w 142030"/>
              <a:gd name="connsiteY20" fmla="*/ 3859 h 4382"/>
              <a:gd name="connsiteX21" fmla="*/ 14795 w 142030"/>
              <a:gd name="connsiteY21" fmla="*/ 3945 h 4382"/>
              <a:gd name="connsiteX22" fmla="*/ 16274 w 142030"/>
              <a:gd name="connsiteY22" fmla="*/ 3945 h 4382"/>
              <a:gd name="connsiteX23" fmla="*/ 16274 w 142030"/>
              <a:gd name="connsiteY23" fmla="*/ 4028 h 4382"/>
              <a:gd name="connsiteX24" fmla="*/ 17754 w 142030"/>
              <a:gd name="connsiteY24" fmla="*/ 4028 h 4382"/>
              <a:gd name="connsiteX25" fmla="*/ 17754 w 142030"/>
              <a:gd name="connsiteY25" fmla="*/ 4108 h 4382"/>
              <a:gd name="connsiteX26" fmla="*/ 19233 w 142030"/>
              <a:gd name="connsiteY26" fmla="*/ 4108 h 4382"/>
              <a:gd name="connsiteX27" fmla="*/ 19233 w 142030"/>
              <a:gd name="connsiteY27" fmla="*/ 4184 h 4382"/>
              <a:gd name="connsiteX28" fmla="*/ 20713 w 142030"/>
              <a:gd name="connsiteY28" fmla="*/ 4184 h 4382"/>
              <a:gd name="connsiteX29" fmla="*/ 20713 w 142030"/>
              <a:gd name="connsiteY29" fmla="*/ 4255 h 4382"/>
              <a:gd name="connsiteX30" fmla="*/ 22192 w 142030"/>
              <a:gd name="connsiteY30" fmla="*/ 4255 h 4382"/>
              <a:gd name="connsiteX31" fmla="*/ 22192 w 142030"/>
              <a:gd name="connsiteY31" fmla="*/ 4322 h 4382"/>
              <a:gd name="connsiteX32" fmla="*/ 23672 w 142030"/>
              <a:gd name="connsiteY32" fmla="*/ 4322 h 4382"/>
              <a:gd name="connsiteX33" fmla="*/ 23672 w 142030"/>
              <a:gd name="connsiteY33" fmla="*/ 4384 h 4382"/>
              <a:gd name="connsiteX34" fmla="*/ 25151 w 142030"/>
              <a:gd name="connsiteY34" fmla="*/ 4384 h 4382"/>
              <a:gd name="connsiteX35" fmla="*/ 25151 w 142030"/>
              <a:gd name="connsiteY35" fmla="*/ 4440 h 4382"/>
              <a:gd name="connsiteX36" fmla="*/ 26631 w 142030"/>
              <a:gd name="connsiteY36" fmla="*/ 4440 h 4382"/>
              <a:gd name="connsiteX37" fmla="*/ 26631 w 142030"/>
              <a:gd name="connsiteY37" fmla="*/ 4489 h 4382"/>
              <a:gd name="connsiteX38" fmla="*/ 28110 w 142030"/>
              <a:gd name="connsiteY38" fmla="*/ 4489 h 4382"/>
              <a:gd name="connsiteX39" fmla="*/ 28110 w 142030"/>
              <a:gd name="connsiteY39" fmla="*/ 4531 h 4382"/>
              <a:gd name="connsiteX40" fmla="*/ 29590 w 142030"/>
              <a:gd name="connsiteY40" fmla="*/ 4531 h 4382"/>
              <a:gd name="connsiteX41" fmla="*/ 29590 w 142030"/>
              <a:gd name="connsiteY41" fmla="*/ 4565 h 4382"/>
              <a:gd name="connsiteX42" fmla="*/ 31069 w 142030"/>
              <a:gd name="connsiteY42" fmla="*/ 4565 h 4382"/>
              <a:gd name="connsiteX43" fmla="*/ 31069 w 142030"/>
              <a:gd name="connsiteY43" fmla="*/ 4592 h 4382"/>
              <a:gd name="connsiteX44" fmla="*/ 32549 w 142030"/>
              <a:gd name="connsiteY44" fmla="*/ 4592 h 4382"/>
              <a:gd name="connsiteX45" fmla="*/ 32549 w 142030"/>
              <a:gd name="connsiteY45" fmla="*/ 4610 h 4382"/>
              <a:gd name="connsiteX46" fmla="*/ 34028 w 142030"/>
              <a:gd name="connsiteY46" fmla="*/ 4610 h 4382"/>
              <a:gd name="connsiteX47" fmla="*/ 34028 w 142030"/>
              <a:gd name="connsiteY47" fmla="*/ 4620 h 4382"/>
              <a:gd name="connsiteX48" fmla="*/ 36987 w 142030"/>
              <a:gd name="connsiteY48" fmla="*/ 4620 h 4382"/>
              <a:gd name="connsiteX49" fmla="*/ 36987 w 142030"/>
              <a:gd name="connsiteY49" fmla="*/ 4611 h 4382"/>
              <a:gd name="connsiteX50" fmla="*/ 38467 w 142030"/>
              <a:gd name="connsiteY50" fmla="*/ 4611 h 4382"/>
              <a:gd name="connsiteX51" fmla="*/ 38467 w 142030"/>
              <a:gd name="connsiteY51" fmla="*/ 4592 h 4382"/>
              <a:gd name="connsiteX52" fmla="*/ 39946 w 142030"/>
              <a:gd name="connsiteY52" fmla="*/ 4592 h 4382"/>
              <a:gd name="connsiteX53" fmla="*/ 39946 w 142030"/>
              <a:gd name="connsiteY53" fmla="*/ 4563 h 4382"/>
              <a:gd name="connsiteX54" fmla="*/ 41425 w 142030"/>
              <a:gd name="connsiteY54" fmla="*/ 4563 h 4382"/>
              <a:gd name="connsiteX55" fmla="*/ 41425 w 142030"/>
              <a:gd name="connsiteY55" fmla="*/ 4524 h 4382"/>
              <a:gd name="connsiteX56" fmla="*/ 42905 w 142030"/>
              <a:gd name="connsiteY56" fmla="*/ 4524 h 4382"/>
              <a:gd name="connsiteX57" fmla="*/ 42905 w 142030"/>
              <a:gd name="connsiteY57" fmla="*/ 4475 h 4382"/>
              <a:gd name="connsiteX58" fmla="*/ 44384 w 142030"/>
              <a:gd name="connsiteY58" fmla="*/ 4475 h 4382"/>
              <a:gd name="connsiteX59" fmla="*/ 44384 w 142030"/>
              <a:gd name="connsiteY59" fmla="*/ 4416 h 4382"/>
              <a:gd name="connsiteX60" fmla="*/ 45864 w 142030"/>
              <a:gd name="connsiteY60" fmla="*/ 4416 h 4382"/>
              <a:gd name="connsiteX61" fmla="*/ 45864 w 142030"/>
              <a:gd name="connsiteY61" fmla="*/ 4346 h 4382"/>
              <a:gd name="connsiteX62" fmla="*/ 47343 w 142030"/>
              <a:gd name="connsiteY62" fmla="*/ 4346 h 4382"/>
              <a:gd name="connsiteX63" fmla="*/ 47343 w 142030"/>
              <a:gd name="connsiteY63" fmla="*/ 4267 h 4382"/>
              <a:gd name="connsiteX64" fmla="*/ 48823 w 142030"/>
              <a:gd name="connsiteY64" fmla="*/ 4267 h 4382"/>
              <a:gd name="connsiteX65" fmla="*/ 48823 w 142030"/>
              <a:gd name="connsiteY65" fmla="*/ 4178 h 4382"/>
              <a:gd name="connsiteX66" fmla="*/ 50302 w 142030"/>
              <a:gd name="connsiteY66" fmla="*/ 4178 h 4382"/>
              <a:gd name="connsiteX67" fmla="*/ 50302 w 142030"/>
              <a:gd name="connsiteY67" fmla="*/ 4080 h 4382"/>
              <a:gd name="connsiteX68" fmla="*/ 51782 w 142030"/>
              <a:gd name="connsiteY68" fmla="*/ 4080 h 4382"/>
              <a:gd name="connsiteX69" fmla="*/ 51782 w 142030"/>
              <a:gd name="connsiteY69" fmla="*/ 3972 h 4382"/>
              <a:gd name="connsiteX70" fmla="*/ 53261 w 142030"/>
              <a:gd name="connsiteY70" fmla="*/ 3972 h 4382"/>
              <a:gd name="connsiteX71" fmla="*/ 53261 w 142030"/>
              <a:gd name="connsiteY71" fmla="*/ 3856 h 4382"/>
              <a:gd name="connsiteX72" fmla="*/ 54741 w 142030"/>
              <a:gd name="connsiteY72" fmla="*/ 3856 h 4382"/>
              <a:gd name="connsiteX73" fmla="*/ 54741 w 142030"/>
              <a:gd name="connsiteY73" fmla="*/ 3732 h 4382"/>
              <a:gd name="connsiteX74" fmla="*/ 56220 w 142030"/>
              <a:gd name="connsiteY74" fmla="*/ 3732 h 4382"/>
              <a:gd name="connsiteX75" fmla="*/ 56220 w 142030"/>
              <a:gd name="connsiteY75" fmla="*/ 3601 h 4382"/>
              <a:gd name="connsiteX76" fmla="*/ 57700 w 142030"/>
              <a:gd name="connsiteY76" fmla="*/ 3601 h 4382"/>
              <a:gd name="connsiteX77" fmla="*/ 57700 w 142030"/>
              <a:gd name="connsiteY77" fmla="*/ 3463 h 4382"/>
              <a:gd name="connsiteX78" fmla="*/ 59179 w 142030"/>
              <a:gd name="connsiteY78" fmla="*/ 3463 h 4382"/>
              <a:gd name="connsiteX79" fmla="*/ 59179 w 142030"/>
              <a:gd name="connsiteY79" fmla="*/ 3319 h 4382"/>
              <a:gd name="connsiteX80" fmla="*/ 60659 w 142030"/>
              <a:gd name="connsiteY80" fmla="*/ 3319 h 4382"/>
              <a:gd name="connsiteX81" fmla="*/ 60659 w 142030"/>
              <a:gd name="connsiteY81" fmla="*/ 3169 h 4382"/>
              <a:gd name="connsiteX82" fmla="*/ 62138 w 142030"/>
              <a:gd name="connsiteY82" fmla="*/ 3169 h 4382"/>
              <a:gd name="connsiteX83" fmla="*/ 62138 w 142030"/>
              <a:gd name="connsiteY83" fmla="*/ 3015 h 4382"/>
              <a:gd name="connsiteX84" fmla="*/ 63618 w 142030"/>
              <a:gd name="connsiteY84" fmla="*/ 3015 h 4382"/>
              <a:gd name="connsiteX85" fmla="*/ 63618 w 142030"/>
              <a:gd name="connsiteY85" fmla="*/ 2857 h 4382"/>
              <a:gd name="connsiteX86" fmla="*/ 65097 w 142030"/>
              <a:gd name="connsiteY86" fmla="*/ 2857 h 4382"/>
              <a:gd name="connsiteX87" fmla="*/ 65097 w 142030"/>
              <a:gd name="connsiteY87" fmla="*/ 2697 h 4382"/>
              <a:gd name="connsiteX88" fmla="*/ 66577 w 142030"/>
              <a:gd name="connsiteY88" fmla="*/ 2697 h 4382"/>
              <a:gd name="connsiteX89" fmla="*/ 66577 w 142030"/>
              <a:gd name="connsiteY89" fmla="*/ 2535 h 4382"/>
              <a:gd name="connsiteX90" fmla="*/ 68056 w 142030"/>
              <a:gd name="connsiteY90" fmla="*/ 2535 h 4382"/>
              <a:gd name="connsiteX91" fmla="*/ 68056 w 142030"/>
              <a:gd name="connsiteY91" fmla="*/ 2372 h 4382"/>
              <a:gd name="connsiteX92" fmla="*/ 69536 w 142030"/>
              <a:gd name="connsiteY92" fmla="*/ 2372 h 4382"/>
              <a:gd name="connsiteX93" fmla="*/ 69536 w 142030"/>
              <a:gd name="connsiteY93" fmla="*/ 2209 h 4382"/>
              <a:gd name="connsiteX94" fmla="*/ 71015 w 142030"/>
              <a:gd name="connsiteY94" fmla="*/ 2209 h 4382"/>
              <a:gd name="connsiteX95" fmla="*/ 71015 w 142030"/>
              <a:gd name="connsiteY95" fmla="*/ 2047 h 4382"/>
              <a:gd name="connsiteX96" fmla="*/ 72495 w 142030"/>
              <a:gd name="connsiteY96" fmla="*/ 2047 h 4382"/>
              <a:gd name="connsiteX97" fmla="*/ 72495 w 142030"/>
              <a:gd name="connsiteY97" fmla="*/ 1887 h 4382"/>
              <a:gd name="connsiteX98" fmla="*/ 73974 w 142030"/>
              <a:gd name="connsiteY98" fmla="*/ 1887 h 4382"/>
              <a:gd name="connsiteX99" fmla="*/ 73974 w 142030"/>
              <a:gd name="connsiteY99" fmla="*/ 1731 h 4382"/>
              <a:gd name="connsiteX100" fmla="*/ 75454 w 142030"/>
              <a:gd name="connsiteY100" fmla="*/ 1731 h 4382"/>
              <a:gd name="connsiteX101" fmla="*/ 75454 w 142030"/>
              <a:gd name="connsiteY101" fmla="*/ 1578 h 4382"/>
              <a:gd name="connsiteX102" fmla="*/ 76933 w 142030"/>
              <a:gd name="connsiteY102" fmla="*/ 1578 h 4382"/>
              <a:gd name="connsiteX103" fmla="*/ 76933 w 142030"/>
              <a:gd name="connsiteY103" fmla="*/ 1429 h 4382"/>
              <a:gd name="connsiteX104" fmla="*/ 78413 w 142030"/>
              <a:gd name="connsiteY104" fmla="*/ 1429 h 4382"/>
              <a:gd name="connsiteX105" fmla="*/ 78413 w 142030"/>
              <a:gd name="connsiteY105" fmla="*/ 1287 h 4382"/>
              <a:gd name="connsiteX106" fmla="*/ 79892 w 142030"/>
              <a:gd name="connsiteY106" fmla="*/ 1287 h 4382"/>
              <a:gd name="connsiteX107" fmla="*/ 79892 w 142030"/>
              <a:gd name="connsiteY107" fmla="*/ 1151 h 4382"/>
              <a:gd name="connsiteX108" fmla="*/ 81371 w 142030"/>
              <a:gd name="connsiteY108" fmla="*/ 1151 h 4382"/>
              <a:gd name="connsiteX109" fmla="*/ 81371 w 142030"/>
              <a:gd name="connsiteY109" fmla="*/ 1023 h 4382"/>
              <a:gd name="connsiteX110" fmla="*/ 82851 w 142030"/>
              <a:gd name="connsiteY110" fmla="*/ 1023 h 4382"/>
              <a:gd name="connsiteX111" fmla="*/ 82851 w 142030"/>
              <a:gd name="connsiteY111" fmla="*/ 902 h 4382"/>
              <a:gd name="connsiteX112" fmla="*/ 84330 w 142030"/>
              <a:gd name="connsiteY112" fmla="*/ 902 h 4382"/>
              <a:gd name="connsiteX113" fmla="*/ 84330 w 142030"/>
              <a:gd name="connsiteY113" fmla="*/ 790 h 4382"/>
              <a:gd name="connsiteX114" fmla="*/ 85810 w 142030"/>
              <a:gd name="connsiteY114" fmla="*/ 790 h 4382"/>
              <a:gd name="connsiteX115" fmla="*/ 85810 w 142030"/>
              <a:gd name="connsiteY115" fmla="*/ 687 h 4382"/>
              <a:gd name="connsiteX116" fmla="*/ 87289 w 142030"/>
              <a:gd name="connsiteY116" fmla="*/ 687 h 4382"/>
              <a:gd name="connsiteX117" fmla="*/ 87289 w 142030"/>
              <a:gd name="connsiteY117" fmla="*/ 594 h 4382"/>
              <a:gd name="connsiteX118" fmla="*/ 88769 w 142030"/>
              <a:gd name="connsiteY118" fmla="*/ 594 h 4382"/>
              <a:gd name="connsiteX119" fmla="*/ 88769 w 142030"/>
              <a:gd name="connsiteY119" fmla="*/ 512 h 4382"/>
              <a:gd name="connsiteX120" fmla="*/ 90248 w 142030"/>
              <a:gd name="connsiteY120" fmla="*/ 512 h 4382"/>
              <a:gd name="connsiteX121" fmla="*/ 90248 w 142030"/>
              <a:gd name="connsiteY121" fmla="*/ 439 h 4382"/>
              <a:gd name="connsiteX122" fmla="*/ 91728 w 142030"/>
              <a:gd name="connsiteY122" fmla="*/ 439 h 4382"/>
              <a:gd name="connsiteX123" fmla="*/ 91728 w 142030"/>
              <a:gd name="connsiteY123" fmla="*/ 378 h 4382"/>
              <a:gd name="connsiteX124" fmla="*/ 93207 w 142030"/>
              <a:gd name="connsiteY124" fmla="*/ 378 h 4382"/>
              <a:gd name="connsiteX125" fmla="*/ 93207 w 142030"/>
              <a:gd name="connsiteY125" fmla="*/ 327 h 4382"/>
              <a:gd name="connsiteX126" fmla="*/ 94687 w 142030"/>
              <a:gd name="connsiteY126" fmla="*/ 327 h 4382"/>
              <a:gd name="connsiteX127" fmla="*/ 94687 w 142030"/>
              <a:gd name="connsiteY127" fmla="*/ 288 h 4382"/>
              <a:gd name="connsiteX128" fmla="*/ 96166 w 142030"/>
              <a:gd name="connsiteY128" fmla="*/ 288 h 4382"/>
              <a:gd name="connsiteX129" fmla="*/ 96166 w 142030"/>
              <a:gd name="connsiteY129" fmla="*/ 260 h 4382"/>
              <a:gd name="connsiteX130" fmla="*/ 97646 w 142030"/>
              <a:gd name="connsiteY130" fmla="*/ 260 h 4382"/>
              <a:gd name="connsiteX131" fmla="*/ 97646 w 142030"/>
              <a:gd name="connsiteY131" fmla="*/ 243 h 4382"/>
              <a:gd name="connsiteX132" fmla="*/ 99125 w 142030"/>
              <a:gd name="connsiteY132" fmla="*/ 243 h 4382"/>
              <a:gd name="connsiteX133" fmla="*/ 99125 w 142030"/>
              <a:gd name="connsiteY133" fmla="*/ 238 h 4382"/>
              <a:gd name="connsiteX134" fmla="*/ 100605 w 142030"/>
              <a:gd name="connsiteY134" fmla="*/ 238 h 4382"/>
              <a:gd name="connsiteX135" fmla="*/ 100605 w 142030"/>
              <a:gd name="connsiteY135" fmla="*/ 243 h 4382"/>
              <a:gd name="connsiteX136" fmla="*/ 102084 w 142030"/>
              <a:gd name="connsiteY136" fmla="*/ 243 h 4382"/>
              <a:gd name="connsiteX137" fmla="*/ 102084 w 142030"/>
              <a:gd name="connsiteY137" fmla="*/ 259 h 4382"/>
              <a:gd name="connsiteX138" fmla="*/ 103564 w 142030"/>
              <a:gd name="connsiteY138" fmla="*/ 259 h 4382"/>
              <a:gd name="connsiteX139" fmla="*/ 103564 w 142030"/>
              <a:gd name="connsiteY139" fmla="*/ 285 h 4382"/>
              <a:gd name="connsiteX140" fmla="*/ 105043 w 142030"/>
              <a:gd name="connsiteY140" fmla="*/ 285 h 4382"/>
              <a:gd name="connsiteX141" fmla="*/ 105043 w 142030"/>
              <a:gd name="connsiteY141" fmla="*/ 321 h 4382"/>
              <a:gd name="connsiteX142" fmla="*/ 106523 w 142030"/>
              <a:gd name="connsiteY142" fmla="*/ 321 h 4382"/>
              <a:gd name="connsiteX143" fmla="*/ 106523 w 142030"/>
              <a:gd name="connsiteY143" fmla="*/ 367 h 4382"/>
              <a:gd name="connsiteX144" fmla="*/ 108002 w 142030"/>
              <a:gd name="connsiteY144" fmla="*/ 367 h 4382"/>
              <a:gd name="connsiteX145" fmla="*/ 108002 w 142030"/>
              <a:gd name="connsiteY145" fmla="*/ 421 h 4382"/>
              <a:gd name="connsiteX146" fmla="*/ 109482 w 142030"/>
              <a:gd name="connsiteY146" fmla="*/ 421 h 4382"/>
              <a:gd name="connsiteX147" fmla="*/ 109482 w 142030"/>
              <a:gd name="connsiteY147" fmla="*/ 485 h 4382"/>
              <a:gd name="connsiteX148" fmla="*/ 110961 w 142030"/>
              <a:gd name="connsiteY148" fmla="*/ 485 h 4382"/>
              <a:gd name="connsiteX149" fmla="*/ 110961 w 142030"/>
              <a:gd name="connsiteY149" fmla="*/ 556 h 4382"/>
              <a:gd name="connsiteX150" fmla="*/ 112441 w 142030"/>
              <a:gd name="connsiteY150" fmla="*/ 556 h 4382"/>
              <a:gd name="connsiteX151" fmla="*/ 112441 w 142030"/>
              <a:gd name="connsiteY151" fmla="*/ 635 h 4382"/>
              <a:gd name="connsiteX152" fmla="*/ 113920 w 142030"/>
              <a:gd name="connsiteY152" fmla="*/ 635 h 4382"/>
              <a:gd name="connsiteX153" fmla="*/ 113920 w 142030"/>
              <a:gd name="connsiteY153" fmla="*/ 721 h 4382"/>
              <a:gd name="connsiteX154" fmla="*/ 115400 w 142030"/>
              <a:gd name="connsiteY154" fmla="*/ 721 h 4382"/>
              <a:gd name="connsiteX155" fmla="*/ 115400 w 142030"/>
              <a:gd name="connsiteY155" fmla="*/ 813 h 4382"/>
              <a:gd name="connsiteX156" fmla="*/ 116879 w 142030"/>
              <a:gd name="connsiteY156" fmla="*/ 813 h 4382"/>
              <a:gd name="connsiteX157" fmla="*/ 116879 w 142030"/>
              <a:gd name="connsiteY157" fmla="*/ 911 h 4382"/>
              <a:gd name="connsiteX158" fmla="*/ 118359 w 142030"/>
              <a:gd name="connsiteY158" fmla="*/ 911 h 4382"/>
              <a:gd name="connsiteX159" fmla="*/ 118359 w 142030"/>
              <a:gd name="connsiteY159" fmla="*/ 1013 h 4382"/>
              <a:gd name="connsiteX160" fmla="*/ 119838 w 142030"/>
              <a:gd name="connsiteY160" fmla="*/ 1013 h 4382"/>
              <a:gd name="connsiteX161" fmla="*/ 119838 w 142030"/>
              <a:gd name="connsiteY161" fmla="*/ 1120 h 4382"/>
              <a:gd name="connsiteX162" fmla="*/ 121317 w 142030"/>
              <a:gd name="connsiteY162" fmla="*/ 1120 h 4382"/>
              <a:gd name="connsiteX163" fmla="*/ 121317 w 142030"/>
              <a:gd name="connsiteY163" fmla="*/ 1231 h 4382"/>
              <a:gd name="connsiteX164" fmla="*/ 122797 w 142030"/>
              <a:gd name="connsiteY164" fmla="*/ 1231 h 4382"/>
              <a:gd name="connsiteX165" fmla="*/ 122797 w 142030"/>
              <a:gd name="connsiteY165" fmla="*/ 1345 h 4382"/>
              <a:gd name="connsiteX166" fmla="*/ 124276 w 142030"/>
              <a:gd name="connsiteY166" fmla="*/ 1345 h 4382"/>
              <a:gd name="connsiteX167" fmla="*/ 124276 w 142030"/>
              <a:gd name="connsiteY167" fmla="*/ 1461 h 4382"/>
              <a:gd name="connsiteX168" fmla="*/ 125756 w 142030"/>
              <a:gd name="connsiteY168" fmla="*/ 1461 h 4382"/>
              <a:gd name="connsiteX169" fmla="*/ 125756 w 142030"/>
              <a:gd name="connsiteY169" fmla="*/ 1579 h 4382"/>
              <a:gd name="connsiteX170" fmla="*/ 127235 w 142030"/>
              <a:gd name="connsiteY170" fmla="*/ 1579 h 4382"/>
              <a:gd name="connsiteX171" fmla="*/ 127235 w 142030"/>
              <a:gd name="connsiteY171" fmla="*/ 1699 h 4382"/>
              <a:gd name="connsiteX172" fmla="*/ 128715 w 142030"/>
              <a:gd name="connsiteY172" fmla="*/ 1699 h 4382"/>
              <a:gd name="connsiteX173" fmla="*/ 128715 w 142030"/>
              <a:gd name="connsiteY173" fmla="*/ 1819 h 4382"/>
              <a:gd name="connsiteX174" fmla="*/ 130194 w 142030"/>
              <a:gd name="connsiteY174" fmla="*/ 1819 h 4382"/>
              <a:gd name="connsiteX175" fmla="*/ 130194 w 142030"/>
              <a:gd name="connsiteY175" fmla="*/ 1939 h 4382"/>
              <a:gd name="connsiteX176" fmla="*/ 131674 w 142030"/>
              <a:gd name="connsiteY176" fmla="*/ 1939 h 4382"/>
              <a:gd name="connsiteX177" fmla="*/ 131674 w 142030"/>
              <a:gd name="connsiteY177" fmla="*/ 2060 h 4382"/>
              <a:gd name="connsiteX178" fmla="*/ 133153 w 142030"/>
              <a:gd name="connsiteY178" fmla="*/ 2060 h 4382"/>
              <a:gd name="connsiteX179" fmla="*/ 133153 w 142030"/>
              <a:gd name="connsiteY179" fmla="*/ 2179 h 4382"/>
              <a:gd name="connsiteX180" fmla="*/ 134633 w 142030"/>
              <a:gd name="connsiteY180" fmla="*/ 2179 h 4382"/>
              <a:gd name="connsiteX181" fmla="*/ 134633 w 142030"/>
              <a:gd name="connsiteY181" fmla="*/ 2298 h 4382"/>
              <a:gd name="connsiteX182" fmla="*/ 136112 w 142030"/>
              <a:gd name="connsiteY182" fmla="*/ 2298 h 4382"/>
              <a:gd name="connsiteX183" fmla="*/ 136112 w 142030"/>
              <a:gd name="connsiteY183" fmla="*/ 2415 h 4382"/>
              <a:gd name="connsiteX184" fmla="*/ 137592 w 142030"/>
              <a:gd name="connsiteY184" fmla="*/ 2415 h 4382"/>
              <a:gd name="connsiteX185" fmla="*/ 137592 w 142030"/>
              <a:gd name="connsiteY185" fmla="*/ 2530 h 4382"/>
              <a:gd name="connsiteX186" fmla="*/ 139071 w 142030"/>
              <a:gd name="connsiteY186" fmla="*/ 2530 h 4382"/>
              <a:gd name="connsiteX187" fmla="*/ 139071 w 142030"/>
              <a:gd name="connsiteY187" fmla="*/ 2644 h 4382"/>
              <a:gd name="connsiteX188" fmla="*/ 140551 w 142030"/>
              <a:gd name="connsiteY188" fmla="*/ 2644 h 4382"/>
              <a:gd name="connsiteX189" fmla="*/ 140551 w 142030"/>
              <a:gd name="connsiteY189" fmla="*/ 2754 h 4382"/>
              <a:gd name="connsiteX190" fmla="*/ 142030 w 142030"/>
              <a:gd name="connsiteY190" fmla="*/ 2754 h 4382"/>
              <a:gd name="connsiteX191" fmla="*/ 142030 w 142030"/>
              <a:gd name="connsiteY191" fmla="*/ 2916 h 4382"/>
              <a:gd name="connsiteX192" fmla="*/ 142030 w 142030"/>
              <a:gd name="connsiteY192" fmla="*/ 2916 h 4382"/>
              <a:gd name="connsiteX193" fmla="*/ 140551 w 142030"/>
              <a:gd name="connsiteY193" fmla="*/ 2916 h 4382"/>
              <a:gd name="connsiteX194" fmla="*/ 140551 w 142030"/>
              <a:gd name="connsiteY194" fmla="*/ 2916 h 4382"/>
              <a:gd name="connsiteX195" fmla="*/ 139071 w 142030"/>
              <a:gd name="connsiteY195" fmla="*/ 2916 h 4382"/>
              <a:gd name="connsiteX196" fmla="*/ 139071 w 142030"/>
              <a:gd name="connsiteY196" fmla="*/ 2916 h 4382"/>
              <a:gd name="connsiteX197" fmla="*/ 137592 w 142030"/>
              <a:gd name="connsiteY197" fmla="*/ 2916 h 4382"/>
              <a:gd name="connsiteX198" fmla="*/ 137592 w 142030"/>
              <a:gd name="connsiteY198" fmla="*/ 2916 h 4382"/>
              <a:gd name="connsiteX199" fmla="*/ 136112 w 142030"/>
              <a:gd name="connsiteY199" fmla="*/ 2916 h 4382"/>
              <a:gd name="connsiteX200" fmla="*/ 136112 w 142030"/>
              <a:gd name="connsiteY200" fmla="*/ 2916 h 4382"/>
              <a:gd name="connsiteX201" fmla="*/ 134633 w 142030"/>
              <a:gd name="connsiteY201" fmla="*/ 2916 h 4382"/>
              <a:gd name="connsiteX202" fmla="*/ 134633 w 142030"/>
              <a:gd name="connsiteY202" fmla="*/ 2916 h 4382"/>
              <a:gd name="connsiteX203" fmla="*/ 133153 w 142030"/>
              <a:gd name="connsiteY203" fmla="*/ 2916 h 4382"/>
              <a:gd name="connsiteX204" fmla="*/ 133153 w 142030"/>
              <a:gd name="connsiteY204" fmla="*/ 2916 h 4382"/>
              <a:gd name="connsiteX205" fmla="*/ 131674 w 142030"/>
              <a:gd name="connsiteY205" fmla="*/ 2916 h 4382"/>
              <a:gd name="connsiteX206" fmla="*/ 131674 w 142030"/>
              <a:gd name="connsiteY206" fmla="*/ 2916 h 4382"/>
              <a:gd name="connsiteX207" fmla="*/ 130194 w 142030"/>
              <a:gd name="connsiteY207" fmla="*/ 2916 h 4382"/>
              <a:gd name="connsiteX208" fmla="*/ 130194 w 142030"/>
              <a:gd name="connsiteY208" fmla="*/ 2916 h 4382"/>
              <a:gd name="connsiteX209" fmla="*/ 128715 w 142030"/>
              <a:gd name="connsiteY209" fmla="*/ 2916 h 4382"/>
              <a:gd name="connsiteX210" fmla="*/ 128715 w 142030"/>
              <a:gd name="connsiteY210" fmla="*/ 2916 h 4382"/>
              <a:gd name="connsiteX211" fmla="*/ 127235 w 142030"/>
              <a:gd name="connsiteY211" fmla="*/ 2916 h 4382"/>
              <a:gd name="connsiteX212" fmla="*/ 127235 w 142030"/>
              <a:gd name="connsiteY212" fmla="*/ 2916 h 4382"/>
              <a:gd name="connsiteX213" fmla="*/ 125756 w 142030"/>
              <a:gd name="connsiteY213" fmla="*/ 2916 h 4382"/>
              <a:gd name="connsiteX214" fmla="*/ 125756 w 142030"/>
              <a:gd name="connsiteY214" fmla="*/ 2916 h 4382"/>
              <a:gd name="connsiteX215" fmla="*/ 124276 w 142030"/>
              <a:gd name="connsiteY215" fmla="*/ 2916 h 4382"/>
              <a:gd name="connsiteX216" fmla="*/ 124276 w 142030"/>
              <a:gd name="connsiteY216" fmla="*/ 2916 h 4382"/>
              <a:gd name="connsiteX217" fmla="*/ 122797 w 142030"/>
              <a:gd name="connsiteY217" fmla="*/ 2916 h 4382"/>
              <a:gd name="connsiteX218" fmla="*/ 122797 w 142030"/>
              <a:gd name="connsiteY218" fmla="*/ 2916 h 4382"/>
              <a:gd name="connsiteX219" fmla="*/ 121317 w 142030"/>
              <a:gd name="connsiteY219" fmla="*/ 2916 h 4382"/>
              <a:gd name="connsiteX220" fmla="*/ 121317 w 142030"/>
              <a:gd name="connsiteY220" fmla="*/ 2916 h 4382"/>
              <a:gd name="connsiteX221" fmla="*/ 119838 w 142030"/>
              <a:gd name="connsiteY221" fmla="*/ 2916 h 4382"/>
              <a:gd name="connsiteX222" fmla="*/ 119838 w 142030"/>
              <a:gd name="connsiteY222" fmla="*/ 2916 h 4382"/>
              <a:gd name="connsiteX223" fmla="*/ 118359 w 142030"/>
              <a:gd name="connsiteY223" fmla="*/ 2916 h 4382"/>
              <a:gd name="connsiteX224" fmla="*/ 118359 w 142030"/>
              <a:gd name="connsiteY224" fmla="*/ 2916 h 4382"/>
              <a:gd name="connsiteX225" fmla="*/ 116879 w 142030"/>
              <a:gd name="connsiteY225" fmla="*/ 2916 h 4382"/>
              <a:gd name="connsiteX226" fmla="*/ 116879 w 142030"/>
              <a:gd name="connsiteY226" fmla="*/ 2916 h 4382"/>
              <a:gd name="connsiteX227" fmla="*/ 115400 w 142030"/>
              <a:gd name="connsiteY227" fmla="*/ 2916 h 4382"/>
              <a:gd name="connsiteX228" fmla="*/ 115400 w 142030"/>
              <a:gd name="connsiteY228" fmla="*/ 2916 h 4382"/>
              <a:gd name="connsiteX229" fmla="*/ 113920 w 142030"/>
              <a:gd name="connsiteY229" fmla="*/ 2916 h 4382"/>
              <a:gd name="connsiteX230" fmla="*/ 113920 w 142030"/>
              <a:gd name="connsiteY230" fmla="*/ 2916 h 4382"/>
              <a:gd name="connsiteX231" fmla="*/ 112441 w 142030"/>
              <a:gd name="connsiteY231" fmla="*/ 2916 h 4382"/>
              <a:gd name="connsiteX232" fmla="*/ 112441 w 142030"/>
              <a:gd name="connsiteY232" fmla="*/ 2916 h 4382"/>
              <a:gd name="connsiteX233" fmla="*/ 110961 w 142030"/>
              <a:gd name="connsiteY233" fmla="*/ 2916 h 4382"/>
              <a:gd name="connsiteX234" fmla="*/ 110961 w 142030"/>
              <a:gd name="connsiteY234" fmla="*/ 2916 h 4382"/>
              <a:gd name="connsiteX235" fmla="*/ 109482 w 142030"/>
              <a:gd name="connsiteY235" fmla="*/ 2916 h 4382"/>
              <a:gd name="connsiteX236" fmla="*/ 109482 w 142030"/>
              <a:gd name="connsiteY236" fmla="*/ 2916 h 4382"/>
              <a:gd name="connsiteX237" fmla="*/ 108002 w 142030"/>
              <a:gd name="connsiteY237" fmla="*/ 2916 h 4382"/>
              <a:gd name="connsiteX238" fmla="*/ 108002 w 142030"/>
              <a:gd name="connsiteY238" fmla="*/ 2916 h 4382"/>
              <a:gd name="connsiteX239" fmla="*/ 106523 w 142030"/>
              <a:gd name="connsiteY239" fmla="*/ 2916 h 4382"/>
              <a:gd name="connsiteX240" fmla="*/ 106523 w 142030"/>
              <a:gd name="connsiteY240" fmla="*/ 2916 h 4382"/>
              <a:gd name="connsiteX241" fmla="*/ 105043 w 142030"/>
              <a:gd name="connsiteY241" fmla="*/ 2916 h 4382"/>
              <a:gd name="connsiteX242" fmla="*/ 105043 w 142030"/>
              <a:gd name="connsiteY242" fmla="*/ 2916 h 4382"/>
              <a:gd name="connsiteX243" fmla="*/ 103564 w 142030"/>
              <a:gd name="connsiteY243" fmla="*/ 2916 h 4382"/>
              <a:gd name="connsiteX244" fmla="*/ 103564 w 142030"/>
              <a:gd name="connsiteY244" fmla="*/ 2916 h 4382"/>
              <a:gd name="connsiteX245" fmla="*/ 102084 w 142030"/>
              <a:gd name="connsiteY245" fmla="*/ 2916 h 4382"/>
              <a:gd name="connsiteX246" fmla="*/ 102084 w 142030"/>
              <a:gd name="connsiteY246" fmla="*/ 2916 h 4382"/>
              <a:gd name="connsiteX247" fmla="*/ 100605 w 142030"/>
              <a:gd name="connsiteY247" fmla="*/ 2916 h 4382"/>
              <a:gd name="connsiteX248" fmla="*/ 100605 w 142030"/>
              <a:gd name="connsiteY248" fmla="*/ 2916 h 4382"/>
              <a:gd name="connsiteX249" fmla="*/ 99125 w 142030"/>
              <a:gd name="connsiteY249" fmla="*/ 2916 h 4382"/>
              <a:gd name="connsiteX250" fmla="*/ 99125 w 142030"/>
              <a:gd name="connsiteY250" fmla="*/ 2916 h 4382"/>
              <a:gd name="connsiteX251" fmla="*/ 97646 w 142030"/>
              <a:gd name="connsiteY251" fmla="*/ 2916 h 4382"/>
              <a:gd name="connsiteX252" fmla="*/ 97646 w 142030"/>
              <a:gd name="connsiteY252" fmla="*/ 2916 h 4382"/>
              <a:gd name="connsiteX253" fmla="*/ 96166 w 142030"/>
              <a:gd name="connsiteY253" fmla="*/ 2916 h 4382"/>
              <a:gd name="connsiteX254" fmla="*/ 96166 w 142030"/>
              <a:gd name="connsiteY254" fmla="*/ 2916 h 4382"/>
              <a:gd name="connsiteX255" fmla="*/ 94687 w 142030"/>
              <a:gd name="connsiteY255" fmla="*/ 2916 h 4382"/>
              <a:gd name="connsiteX256" fmla="*/ 94687 w 142030"/>
              <a:gd name="connsiteY256" fmla="*/ 2916 h 4382"/>
              <a:gd name="connsiteX257" fmla="*/ 93207 w 142030"/>
              <a:gd name="connsiteY257" fmla="*/ 2916 h 4382"/>
              <a:gd name="connsiteX258" fmla="*/ 93207 w 142030"/>
              <a:gd name="connsiteY258" fmla="*/ 2916 h 4382"/>
              <a:gd name="connsiteX259" fmla="*/ 91728 w 142030"/>
              <a:gd name="connsiteY259" fmla="*/ 2916 h 4382"/>
              <a:gd name="connsiteX260" fmla="*/ 91728 w 142030"/>
              <a:gd name="connsiteY260" fmla="*/ 2916 h 4382"/>
              <a:gd name="connsiteX261" fmla="*/ 90248 w 142030"/>
              <a:gd name="connsiteY261" fmla="*/ 2916 h 4382"/>
              <a:gd name="connsiteX262" fmla="*/ 90248 w 142030"/>
              <a:gd name="connsiteY262" fmla="*/ 2916 h 4382"/>
              <a:gd name="connsiteX263" fmla="*/ 88769 w 142030"/>
              <a:gd name="connsiteY263" fmla="*/ 2916 h 4382"/>
              <a:gd name="connsiteX264" fmla="*/ 88769 w 142030"/>
              <a:gd name="connsiteY264" fmla="*/ 2916 h 4382"/>
              <a:gd name="connsiteX265" fmla="*/ 87289 w 142030"/>
              <a:gd name="connsiteY265" fmla="*/ 2916 h 4382"/>
              <a:gd name="connsiteX266" fmla="*/ 87289 w 142030"/>
              <a:gd name="connsiteY266" fmla="*/ 2916 h 4382"/>
              <a:gd name="connsiteX267" fmla="*/ 85810 w 142030"/>
              <a:gd name="connsiteY267" fmla="*/ 2916 h 4382"/>
              <a:gd name="connsiteX268" fmla="*/ 85810 w 142030"/>
              <a:gd name="connsiteY268" fmla="*/ 2916 h 4382"/>
              <a:gd name="connsiteX269" fmla="*/ 84330 w 142030"/>
              <a:gd name="connsiteY269" fmla="*/ 2916 h 4382"/>
              <a:gd name="connsiteX270" fmla="*/ 84330 w 142030"/>
              <a:gd name="connsiteY270" fmla="*/ 2916 h 4382"/>
              <a:gd name="connsiteX271" fmla="*/ 82851 w 142030"/>
              <a:gd name="connsiteY271" fmla="*/ 2916 h 4382"/>
              <a:gd name="connsiteX272" fmla="*/ 82851 w 142030"/>
              <a:gd name="connsiteY272" fmla="*/ 2916 h 4382"/>
              <a:gd name="connsiteX273" fmla="*/ 81371 w 142030"/>
              <a:gd name="connsiteY273" fmla="*/ 2916 h 4382"/>
              <a:gd name="connsiteX274" fmla="*/ 81371 w 142030"/>
              <a:gd name="connsiteY274" fmla="*/ 2916 h 4382"/>
              <a:gd name="connsiteX275" fmla="*/ 79892 w 142030"/>
              <a:gd name="connsiteY275" fmla="*/ 2916 h 4382"/>
              <a:gd name="connsiteX276" fmla="*/ 79892 w 142030"/>
              <a:gd name="connsiteY276" fmla="*/ 2916 h 4382"/>
              <a:gd name="connsiteX277" fmla="*/ 78413 w 142030"/>
              <a:gd name="connsiteY277" fmla="*/ 2916 h 4382"/>
              <a:gd name="connsiteX278" fmla="*/ 78413 w 142030"/>
              <a:gd name="connsiteY278" fmla="*/ 2916 h 4382"/>
              <a:gd name="connsiteX279" fmla="*/ 76933 w 142030"/>
              <a:gd name="connsiteY279" fmla="*/ 2916 h 4382"/>
              <a:gd name="connsiteX280" fmla="*/ 76933 w 142030"/>
              <a:gd name="connsiteY280" fmla="*/ 2916 h 4382"/>
              <a:gd name="connsiteX281" fmla="*/ 75454 w 142030"/>
              <a:gd name="connsiteY281" fmla="*/ 2916 h 4382"/>
              <a:gd name="connsiteX282" fmla="*/ 75454 w 142030"/>
              <a:gd name="connsiteY282" fmla="*/ 2916 h 4382"/>
              <a:gd name="connsiteX283" fmla="*/ 73974 w 142030"/>
              <a:gd name="connsiteY283" fmla="*/ 2916 h 4382"/>
              <a:gd name="connsiteX284" fmla="*/ 73974 w 142030"/>
              <a:gd name="connsiteY284" fmla="*/ 2916 h 4382"/>
              <a:gd name="connsiteX285" fmla="*/ 72495 w 142030"/>
              <a:gd name="connsiteY285" fmla="*/ 2916 h 4382"/>
              <a:gd name="connsiteX286" fmla="*/ 72495 w 142030"/>
              <a:gd name="connsiteY286" fmla="*/ 2916 h 4382"/>
              <a:gd name="connsiteX287" fmla="*/ 71015 w 142030"/>
              <a:gd name="connsiteY287" fmla="*/ 2916 h 4382"/>
              <a:gd name="connsiteX288" fmla="*/ 71015 w 142030"/>
              <a:gd name="connsiteY288" fmla="*/ 2916 h 4382"/>
              <a:gd name="connsiteX289" fmla="*/ 69536 w 142030"/>
              <a:gd name="connsiteY289" fmla="*/ 2916 h 4382"/>
              <a:gd name="connsiteX290" fmla="*/ 69536 w 142030"/>
              <a:gd name="connsiteY290" fmla="*/ 2916 h 4382"/>
              <a:gd name="connsiteX291" fmla="*/ 68056 w 142030"/>
              <a:gd name="connsiteY291" fmla="*/ 2916 h 4382"/>
              <a:gd name="connsiteX292" fmla="*/ 68056 w 142030"/>
              <a:gd name="connsiteY292" fmla="*/ 2916 h 4382"/>
              <a:gd name="connsiteX293" fmla="*/ 66577 w 142030"/>
              <a:gd name="connsiteY293" fmla="*/ 2916 h 4382"/>
              <a:gd name="connsiteX294" fmla="*/ 66577 w 142030"/>
              <a:gd name="connsiteY294" fmla="*/ 2916 h 4382"/>
              <a:gd name="connsiteX295" fmla="*/ 65097 w 142030"/>
              <a:gd name="connsiteY295" fmla="*/ 2916 h 4382"/>
              <a:gd name="connsiteX296" fmla="*/ 65097 w 142030"/>
              <a:gd name="connsiteY296" fmla="*/ 2916 h 4382"/>
              <a:gd name="connsiteX297" fmla="*/ 63618 w 142030"/>
              <a:gd name="connsiteY297" fmla="*/ 2916 h 4382"/>
              <a:gd name="connsiteX298" fmla="*/ 63618 w 142030"/>
              <a:gd name="connsiteY298" fmla="*/ 2916 h 4382"/>
              <a:gd name="connsiteX299" fmla="*/ 62138 w 142030"/>
              <a:gd name="connsiteY299" fmla="*/ 2916 h 4382"/>
              <a:gd name="connsiteX300" fmla="*/ 62138 w 142030"/>
              <a:gd name="connsiteY300" fmla="*/ 2916 h 4382"/>
              <a:gd name="connsiteX301" fmla="*/ 60659 w 142030"/>
              <a:gd name="connsiteY301" fmla="*/ 2916 h 4382"/>
              <a:gd name="connsiteX302" fmla="*/ 60659 w 142030"/>
              <a:gd name="connsiteY302" fmla="*/ 2916 h 4382"/>
              <a:gd name="connsiteX303" fmla="*/ 59179 w 142030"/>
              <a:gd name="connsiteY303" fmla="*/ 2916 h 4382"/>
              <a:gd name="connsiteX304" fmla="*/ 59179 w 142030"/>
              <a:gd name="connsiteY304" fmla="*/ 2916 h 4382"/>
              <a:gd name="connsiteX305" fmla="*/ 57700 w 142030"/>
              <a:gd name="connsiteY305" fmla="*/ 2916 h 4382"/>
              <a:gd name="connsiteX306" fmla="*/ 57700 w 142030"/>
              <a:gd name="connsiteY306" fmla="*/ 2916 h 4382"/>
              <a:gd name="connsiteX307" fmla="*/ 56220 w 142030"/>
              <a:gd name="connsiteY307" fmla="*/ 2916 h 4382"/>
              <a:gd name="connsiteX308" fmla="*/ 56220 w 142030"/>
              <a:gd name="connsiteY308" fmla="*/ 2916 h 4382"/>
              <a:gd name="connsiteX309" fmla="*/ 54741 w 142030"/>
              <a:gd name="connsiteY309" fmla="*/ 2916 h 4382"/>
              <a:gd name="connsiteX310" fmla="*/ 54741 w 142030"/>
              <a:gd name="connsiteY310" fmla="*/ 2916 h 4382"/>
              <a:gd name="connsiteX311" fmla="*/ 53261 w 142030"/>
              <a:gd name="connsiteY311" fmla="*/ 2916 h 4382"/>
              <a:gd name="connsiteX312" fmla="*/ 53261 w 142030"/>
              <a:gd name="connsiteY312" fmla="*/ 2916 h 4382"/>
              <a:gd name="connsiteX313" fmla="*/ 51782 w 142030"/>
              <a:gd name="connsiteY313" fmla="*/ 2916 h 4382"/>
              <a:gd name="connsiteX314" fmla="*/ 51782 w 142030"/>
              <a:gd name="connsiteY314" fmla="*/ 2916 h 4382"/>
              <a:gd name="connsiteX315" fmla="*/ 50302 w 142030"/>
              <a:gd name="connsiteY315" fmla="*/ 2916 h 4382"/>
              <a:gd name="connsiteX316" fmla="*/ 50302 w 142030"/>
              <a:gd name="connsiteY316" fmla="*/ 2916 h 4382"/>
              <a:gd name="connsiteX317" fmla="*/ 48823 w 142030"/>
              <a:gd name="connsiteY317" fmla="*/ 2916 h 4382"/>
              <a:gd name="connsiteX318" fmla="*/ 48823 w 142030"/>
              <a:gd name="connsiteY318" fmla="*/ 2916 h 4382"/>
              <a:gd name="connsiteX319" fmla="*/ 47343 w 142030"/>
              <a:gd name="connsiteY319" fmla="*/ 2916 h 4382"/>
              <a:gd name="connsiteX320" fmla="*/ 47343 w 142030"/>
              <a:gd name="connsiteY320" fmla="*/ 2916 h 4382"/>
              <a:gd name="connsiteX321" fmla="*/ 45864 w 142030"/>
              <a:gd name="connsiteY321" fmla="*/ 2916 h 4382"/>
              <a:gd name="connsiteX322" fmla="*/ 45864 w 142030"/>
              <a:gd name="connsiteY322" fmla="*/ 2916 h 4382"/>
              <a:gd name="connsiteX323" fmla="*/ 44384 w 142030"/>
              <a:gd name="connsiteY323" fmla="*/ 2916 h 4382"/>
              <a:gd name="connsiteX324" fmla="*/ 44384 w 142030"/>
              <a:gd name="connsiteY324" fmla="*/ 2916 h 4382"/>
              <a:gd name="connsiteX325" fmla="*/ 42905 w 142030"/>
              <a:gd name="connsiteY325" fmla="*/ 2916 h 4382"/>
              <a:gd name="connsiteX326" fmla="*/ 42905 w 142030"/>
              <a:gd name="connsiteY326" fmla="*/ 2916 h 4382"/>
              <a:gd name="connsiteX327" fmla="*/ 41425 w 142030"/>
              <a:gd name="connsiteY327" fmla="*/ 2916 h 4382"/>
              <a:gd name="connsiteX328" fmla="*/ 41425 w 142030"/>
              <a:gd name="connsiteY328" fmla="*/ 2916 h 4382"/>
              <a:gd name="connsiteX329" fmla="*/ 39946 w 142030"/>
              <a:gd name="connsiteY329" fmla="*/ 2916 h 4382"/>
              <a:gd name="connsiteX330" fmla="*/ 39946 w 142030"/>
              <a:gd name="connsiteY330" fmla="*/ 2916 h 4382"/>
              <a:gd name="connsiteX331" fmla="*/ 38467 w 142030"/>
              <a:gd name="connsiteY331" fmla="*/ 2916 h 4382"/>
              <a:gd name="connsiteX332" fmla="*/ 38467 w 142030"/>
              <a:gd name="connsiteY332" fmla="*/ 2916 h 4382"/>
              <a:gd name="connsiteX333" fmla="*/ 36987 w 142030"/>
              <a:gd name="connsiteY333" fmla="*/ 2916 h 4382"/>
              <a:gd name="connsiteX334" fmla="*/ 36987 w 142030"/>
              <a:gd name="connsiteY334" fmla="*/ 2916 h 4382"/>
              <a:gd name="connsiteX335" fmla="*/ 34028 w 142030"/>
              <a:gd name="connsiteY335" fmla="*/ 2916 h 4382"/>
              <a:gd name="connsiteX336" fmla="*/ 34028 w 142030"/>
              <a:gd name="connsiteY336" fmla="*/ 2916 h 4382"/>
              <a:gd name="connsiteX337" fmla="*/ 32549 w 142030"/>
              <a:gd name="connsiteY337" fmla="*/ 2916 h 4382"/>
              <a:gd name="connsiteX338" fmla="*/ 32549 w 142030"/>
              <a:gd name="connsiteY338" fmla="*/ 2916 h 4382"/>
              <a:gd name="connsiteX339" fmla="*/ 31069 w 142030"/>
              <a:gd name="connsiteY339" fmla="*/ 2916 h 4382"/>
              <a:gd name="connsiteX340" fmla="*/ 31069 w 142030"/>
              <a:gd name="connsiteY340" fmla="*/ 2916 h 4382"/>
              <a:gd name="connsiteX341" fmla="*/ 29590 w 142030"/>
              <a:gd name="connsiteY341" fmla="*/ 2916 h 4382"/>
              <a:gd name="connsiteX342" fmla="*/ 29590 w 142030"/>
              <a:gd name="connsiteY342" fmla="*/ 2916 h 4382"/>
              <a:gd name="connsiteX343" fmla="*/ 28110 w 142030"/>
              <a:gd name="connsiteY343" fmla="*/ 2916 h 4382"/>
              <a:gd name="connsiteX344" fmla="*/ 28110 w 142030"/>
              <a:gd name="connsiteY344" fmla="*/ 2916 h 4382"/>
              <a:gd name="connsiteX345" fmla="*/ 26631 w 142030"/>
              <a:gd name="connsiteY345" fmla="*/ 2916 h 4382"/>
              <a:gd name="connsiteX346" fmla="*/ 26631 w 142030"/>
              <a:gd name="connsiteY346" fmla="*/ 2916 h 4382"/>
              <a:gd name="connsiteX347" fmla="*/ 25151 w 142030"/>
              <a:gd name="connsiteY347" fmla="*/ 2916 h 4382"/>
              <a:gd name="connsiteX348" fmla="*/ 25151 w 142030"/>
              <a:gd name="connsiteY348" fmla="*/ 2916 h 4382"/>
              <a:gd name="connsiteX349" fmla="*/ 23672 w 142030"/>
              <a:gd name="connsiteY349" fmla="*/ 2916 h 4382"/>
              <a:gd name="connsiteX350" fmla="*/ 23672 w 142030"/>
              <a:gd name="connsiteY350" fmla="*/ 2916 h 4382"/>
              <a:gd name="connsiteX351" fmla="*/ 22192 w 142030"/>
              <a:gd name="connsiteY351" fmla="*/ 2916 h 4382"/>
              <a:gd name="connsiteX352" fmla="*/ 22192 w 142030"/>
              <a:gd name="connsiteY352" fmla="*/ 2916 h 4382"/>
              <a:gd name="connsiteX353" fmla="*/ 20713 w 142030"/>
              <a:gd name="connsiteY353" fmla="*/ 2916 h 4382"/>
              <a:gd name="connsiteX354" fmla="*/ 20713 w 142030"/>
              <a:gd name="connsiteY354" fmla="*/ 2916 h 4382"/>
              <a:gd name="connsiteX355" fmla="*/ 19233 w 142030"/>
              <a:gd name="connsiteY355" fmla="*/ 2916 h 4382"/>
              <a:gd name="connsiteX356" fmla="*/ 19233 w 142030"/>
              <a:gd name="connsiteY356" fmla="*/ 2916 h 4382"/>
              <a:gd name="connsiteX357" fmla="*/ 17754 w 142030"/>
              <a:gd name="connsiteY357" fmla="*/ 2916 h 4382"/>
              <a:gd name="connsiteX358" fmla="*/ 17754 w 142030"/>
              <a:gd name="connsiteY358" fmla="*/ 2916 h 4382"/>
              <a:gd name="connsiteX359" fmla="*/ 16274 w 142030"/>
              <a:gd name="connsiteY359" fmla="*/ 2916 h 4382"/>
              <a:gd name="connsiteX360" fmla="*/ 16274 w 142030"/>
              <a:gd name="connsiteY360" fmla="*/ 2916 h 4382"/>
              <a:gd name="connsiteX361" fmla="*/ 14795 w 142030"/>
              <a:gd name="connsiteY361" fmla="*/ 2916 h 4382"/>
              <a:gd name="connsiteX362" fmla="*/ 14795 w 142030"/>
              <a:gd name="connsiteY362" fmla="*/ 2916 h 4382"/>
              <a:gd name="connsiteX363" fmla="*/ 13315 w 142030"/>
              <a:gd name="connsiteY363" fmla="*/ 2916 h 4382"/>
              <a:gd name="connsiteX364" fmla="*/ 13315 w 142030"/>
              <a:gd name="connsiteY364" fmla="*/ 2916 h 4382"/>
              <a:gd name="connsiteX365" fmla="*/ 11836 w 142030"/>
              <a:gd name="connsiteY365" fmla="*/ 2916 h 4382"/>
              <a:gd name="connsiteX366" fmla="*/ 11836 w 142030"/>
              <a:gd name="connsiteY366" fmla="*/ 2916 h 4382"/>
              <a:gd name="connsiteX367" fmla="*/ 10356 w 142030"/>
              <a:gd name="connsiteY367" fmla="*/ 2916 h 4382"/>
              <a:gd name="connsiteX368" fmla="*/ 10356 w 142030"/>
              <a:gd name="connsiteY368" fmla="*/ 2916 h 4382"/>
              <a:gd name="connsiteX369" fmla="*/ 8877 w 142030"/>
              <a:gd name="connsiteY369" fmla="*/ 2916 h 4382"/>
              <a:gd name="connsiteX370" fmla="*/ 8877 w 142030"/>
              <a:gd name="connsiteY370" fmla="*/ 2916 h 4382"/>
              <a:gd name="connsiteX371" fmla="*/ 7397 w 142030"/>
              <a:gd name="connsiteY371" fmla="*/ 2916 h 4382"/>
              <a:gd name="connsiteX372" fmla="*/ 7397 w 142030"/>
              <a:gd name="connsiteY372" fmla="*/ 2916 h 4382"/>
              <a:gd name="connsiteX373" fmla="*/ 5918 w 142030"/>
              <a:gd name="connsiteY373" fmla="*/ 2916 h 4382"/>
              <a:gd name="connsiteX374" fmla="*/ 5918 w 142030"/>
              <a:gd name="connsiteY374" fmla="*/ 2916 h 4382"/>
              <a:gd name="connsiteX375" fmla="*/ 4438 w 142030"/>
              <a:gd name="connsiteY375" fmla="*/ 2916 h 4382"/>
              <a:gd name="connsiteX376" fmla="*/ 4438 w 142030"/>
              <a:gd name="connsiteY376" fmla="*/ 2916 h 4382"/>
              <a:gd name="connsiteX377" fmla="*/ 2959 w 142030"/>
              <a:gd name="connsiteY377" fmla="*/ 2916 h 4382"/>
              <a:gd name="connsiteX378" fmla="*/ 2959 w 142030"/>
              <a:gd name="connsiteY378" fmla="*/ 2916 h 4382"/>
              <a:gd name="connsiteX379" fmla="*/ 1479 w 142030"/>
              <a:gd name="connsiteY379" fmla="*/ 2916 h 4382"/>
              <a:gd name="connsiteX380" fmla="*/ 1479 w 142030"/>
              <a:gd name="connsiteY380" fmla="*/ 2916 h 4382"/>
              <a:gd name="connsiteX381" fmla="*/ 0 w 142030"/>
              <a:gd name="connsiteY381" fmla="*/ 2916 h 4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</a:cxnLst>
            <a:rect l="l" t="t" r="r" b="b"/>
            <a:pathLst>
              <a:path w="142030" h="4382">
                <a:moveTo>
                  <a:pt x="0" y="2916"/>
                </a:moveTo>
                <a:lnTo>
                  <a:pt x="0" y="3047"/>
                </a:lnTo>
                <a:lnTo>
                  <a:pt x="1479" y="3047"/>
                </a:lnTo>
                <a:lnTo>
                  <a:pt x="1479" y="3136"/>
                </a:lnTo>
                <a:lnTo>
                  <a:pt x="2959" y="3136"/>
                </a:lnTo>
                <a:lnTo>
                  <a:pt x="2959" y="3226"/>
                </a:lnTo>
                <a:lnTo>
                  <a:pt x="4438" y="3226"/>
                </a:lnTo>
                <a:lnTo>
                  <a:pt x="4438" y="3318"/>
                </a:lnTo>
                <a:lnTo>
                  <a:pt x="5918" y="3318"/>
                </a:lnTo>
                <a:lnTo>
                  <a:pt x="5918" y="3409"/>
                </a:lnTo>
                <a:lnTo>
                  <a:pt x="7397" y="3409"/>
                </a:lnTo>
                <a:lnTo>
                  <a:pt x="7397" y="3501"/>
                </a:lnTo>
                <a:lnTo>
                  <a:pt x="8877" y="3501"/>
                </a:lnTo>
                <a:lnTo>
                  <a:pt x="8877" y="3592"/>
                </a:lnTo>
                <a:lnTo>
                  <a:pt x="10356" y="3592"/>
                </a:lnTo>
                <a:lnTo>
                  <a:pt x="10356" y="3682"/>
                </a:lnTo>
                <a:lnTo>
                  <a:pt x="11836" y="3682"/>
                </a:lnTo>
                <a:lnTo>
                  <a:pt x="11836" y="3772"/>
                </a:lnTo>
                <a:lnTo>
                  <a:pt x="13315" y="3772"/>
                </a:lnTo>
                <a:lnTo>
                  <a:pt x="13315" y="3859"/>
                </a:lnTo>
                <a:lnTo>
                  <a:pt x="14795" y="3859"/>
                </a:lnTo>
                <a:lnTo>
                  <a:pt x="14795" y="3945"/>
                </a:lnTo>
                <a:lnTo>
                  <a:pt x="16274" y="3945"/>
                </a:lnTo>
                <a:lnTo>
                  <a:pt x="16274" y="4028"/>
                </a:lnTo>
                <a:lnTo>
                  <a:pt x="17754" y="4028"/>
                </a:lnTo>
                <a:lnTo>
                  <a:pt x="17754" y="4108"/>
                </a:lnTo>
                <a:lnTo>
                  <a:pt x="19233" y="4108"/>
                </a:lnTo>
                <a:lnTo>
                  <a:pt x="19233" y="4184"/>
                </a:lnTo>
                <a:lnTo>
                  <a:pt x="20713" y="4184"/>
                </a:lnTo>
                <a:lnTo>
                  <a:pt x="20713" y="4255"/>
                </a:lnTo>
                <a:lnTo>
                  <a:pt x="22192" y="4255"/>
                </a:lnTo>
                <a:lnTo>
                  <a:pt x="22192" y="4322"/>
                </a:lnTo>
                <a:lnTo>
                  <a:pt x="23672" y="4322"/>
                </a:lnTo>
                <a:lnTo>
                  <a:pt x="23672" y="4384"/>
                </a:lnTo>
                <a:lnTo>
                  <a:pt x="25151" y="4384"/>
                </a:lnTo>
                <a:lnTo>
                  <a:pt x="25151" y="4440"/>
                </a:lnTo>
                <a:lnTo>
                  <a:pt x="26631" y="4440"/>
                </a:lnTo>
                <a:lnTo>
                  <a:pt x="26631" y="4489"/>
                </a:lnTo>
                <a:lnTo>
                  <a:pt x="28110" y="4489"/>
                </a:lnTo>
                <a:lnTo>
                  <a:pt x="28110" y="4531"/>
                </a:lnTo>
                <a:lnTo>
                  <a:pt x="29590" y="4531"/>
                </a:lnTo>
                <a:lnTo>
                  <a:pt x="29590" y="4565"/>
                </a:lnTo>
                <a:lnTo>
                  <a:pt x="31069" y="4565"/>
                </a:lnTo>
                <a:lnTo>
                  <a:pt x="31069" y="4592"/>
                </a:lnTo>
                <a:lnTo>
                  <a:pt x="32549" y="4592"/>
                </a:lnTo>
                <a:lnTo>
                  <a:pt x="32549" y="4610"/>
                </a:lnTo>
                <a:lnTo>
                  <a:pt x="34028" y="4610"/>
                </a:lnTo>
                <a:lnTo>
                  <a:pt x="34028" y="4620"/>
                </a:lnTo>
                <a:lnTo>
                  <a:pt x="36987" y="4620"/>
                </a:lnTo>
                <a:lnTo>
                  <a:pt x="36987" y="4611"/>
                </a:lnTo>
                <a:lnTo>
                  <a:pt x="38467" y="4611"/>
                </a:lnTo>
                <a:lnTo>
                  <a:pt x="38467" y="4592"/>
                </a:lnTo>
                <a:lnTo>
                  <a:pt x="39946" y="4592"/>
                </a:lnTo>
                <a:lnTo>
                  <a:pt x="39946" y="4563"/>
                </a:lnTo>
                <a:lnTo>
                  <a:pt x="41425" y="4563"/>
                </a:lnTo>
                <a:lnTo>
                  <a:pt x="41425" y="4524"/>
                </a:lnTo>
                <a:lnTo>
                  <a:pt x="42905" y="4524"/>
                </a:lnTo>
                <a:lnTo>
                  <a:pt x="42905" y="4475"/>
                </a:lnTo>
                <a:lnTo>
                  <a:pt x="44384" y="4475"/>
                </a:lnTo>
                <a:lnTo>
                  <a:pt x="44384" y="4416"/>
                </a:lnTo>
                <a:lnTo>
                  <a:pt x="45864" y="4416"/>
                </a:lnTo>
                <a:lnTo>
                  <a:pt x="45864" y="4346"/>
                </a:lnTo>
                <a:lnTo>
                  <a:pt x="47343" y="4346"/>
                </a:lnTo>
                <a:lnTo>
                  <a:pt x="47343" y="4267"/>
                </a:lnTo>
                <a:lnTo>
                  <a:pt x="48823" y="4267"/>
                </a:lnTo>
                <a:lnTo>
                  <a:pt x="48823" y="4178"/>
                </a:lnTo>
                <a:lnTo>
                  <a:pt x="50302" y="4178"/>
                </a:lnTo>
                <a:lnTo>
                  <a:pt x="50302" y="4080"/>
                </a:lnTo>
                <a:lnTo>
                  <a:pt x="51782" y="4080"/>
                </a:lnTo>
                <a:lnTo>
                  <a:pt x="51782" y="3972"/>
                </a:lnTo>
                <a:lnTo>
                  <a:pt x="53261" y="3972"/>
                </a:lnTo>
                <a:lnTo>
                  <a:pt x="53261" y="3856"/>
                </a:lnTo>
                <a:lnTo>
                  <a:pt x="54741" y="3856"/>
                </a:lnTo>
                <a:lnTo>
                  <a:pt x="54741" y="3732"/>
                </a:lnTo>
                <a:lnTo>
                  <a:pt x="56220" y="3732"/>
                </a:lnTo>
                <a:lnTo>
                  <a:pt x="56220" y="3601"/>
                </a:lnTo>
                <a:lnTo>
                  <a:pt x="57700" y="3601"/>
                </a:lnTo>
                <a:lnTo>
                  <a:pt x="57700" y="3463"/>
                </a:lnTo>
                <a:lnTo>
                  <a:pt x="59179" y="3463"/>
                </a:lnTo>
                <a:lnTo>
                  <a:pt x="59179" y="3319"/>
                </a:lnTo>
                <a:lnTo>
                  <a:pt x="60659" y="3319"/>
                </a:lnTo>
                <a:lnTo>
                  <a:pt x="60659" y="3169"/>
                </a:lnTo>
                <a:lnTo>
                  <a:pt x="62138" y="3169"/>
                </a:lnTo>
                <a:lnTo>
                  <a:pt x="62138" y="3015"/>
                </a:lnTo>
                <a:lnTo>
                  <a:pt x="63618" y="3015"/>
                </a:lnTo>
                <a:lnTo>
                  <a:pt x="63618" y="2857"/>
                </a:lnTo>
                <a:lnTo>
                  <a:pt x="65097" y="2857"/>
                </a:lnTo>
                <a:lnTo>
                  <a:pt x="65097" y="2697"/>
                </a:lnTo>
                <a:lnTo>
                  <a:pt x="66577" y="2697"/>
                </a:lnTo>
                <a:lnTo>
                  <a:pt x="66577" y="2535"/>
                </a:lnTo>
                <a:lnTo>
                  <a:pt x="68056" y="2535"/>
                </a:lnTo>
                <a:lnTo>
                  <a:pt x="68056" y="2372"/>
                </a:lnTo>
                <a:lnTo>
                  <a:pt x="69536" y="2372"/>
                </a:lnTo>
                <a:lnTo>
                  <a:pt x="69536" y="2209"/>
                </a:lnTo>
                <a:lnTo>
                  <a:pt x="71015" y="2209"/>
                </a:lnTo>
                <a:lnTo>
                  <a:pt x="71015" y="2047"/>
                </a:lnTo>
                <a:lnTo>
                  <a:pt x="72495" y="2047"/>
                </a:lnTo>
                <a:lnTo>
                  <a:pt x="72495" y="1887"/>
                </a:lnTo>
                <a:lnTo>
                  <a:pt x="73974" y="1887"/>
                </a:lnTo>
                <a:lnTo>
                  <a:pt x="73974" y="1731"/>
                </a:lnTo>
                <a:lnTo>
                  <a:pt x="75454" y="1731"/>
                </a:lnTo>
                <a:lnTo>
                  <a:pt x="75454" y="1578"/>
                </a:lnTo>
                <a:lnTo>
                  <a:pt x="76933" y="1578"/>
                </a:lnTo>
                <a:lnTo>
                  <a:pt x="76933" y="1429"/>
                </a:lnTo>
                <a:lnTo>
                  <a:pt x="78413" y="1429"/>
                </a:lnTo>
                <a:lnTo>
                  <a:pt x="78413" y="1287"/>
                </a:lnTo>
                <a:lnTo>
                  <a:pt x="79892" y="1287"/>
                </a:lnTo>
                <a:lnTo>
                  <a:pt x="79892" y="1151"/>
                </a:lnTo>
                <a:lnTo>
                  <a:pt x="81371" y="1151"/>
                </a:lnTo>
                <a:lnTo>
                  <a:pt x="81371" y="1023"/>
                </a:lnTo>
                <a:lnTo>
                  <a:pt x="82851" y="1023"/>
                </a:lnTo>
                <a:lnTo>
                  <a:pt x="82851" y="902"/>
                </a:lnTo>
                <a:lnTo>
                  <a:pt x="84330" y="902"/>
                </a:lnTo>
                <a:lnTo>
                  <a:pt x="84330" y="790"/>
                </a:lnTo>
                <a:lnTo>
                  <a:pt x="85810" y="790"/>
                </a:lnTo>
                <a:lnTo>
                  <a:pt x="85810" y="687"/>
                </a:lnTo>
                <a:lnTo>
                  <a:pt x="87289" y="687"/>
                </a:lnTo>
                <a:lnTo>
                  <a:pt x="87289" y="594"/>
                </a:lnTo>
                <a:lnTo>
                  <a:pt x="88769" y="594"/>
                </a:lnTo>
                <a:lnTo>
                  <a:pt x="88769" y="512"/>
                </a:lnTo>
                <a:lnTo>
                  <a:pt x="90248" y="512"/>
                </a:lnTo>
                <a:lnTo>
                  <a:pt x="90248" y="439"/>
                </a:lnTo>
                <a:lnTo>
                  <a:pt x="91728" y="439"/>
                </a:lnTo>
                <a:lnTo>
                  <a:pt x="91728" y="378"/>
                </a:lnTo>
                <a:lnTo>
                  <a:pt x="93207" y="378"/>
                </a:lnTo>
                <a:lnTo>
                  <a:pt x="93207" y="327"/>
                </a:lnTo>
                <a:lnTo>
                  <a:pt x="94687" y="327"/>
                </a:lnTo>
                <a:lnTo>
                  <a:pt x="94687" y="288"/>
                </a:lnTo>
                <a:lnTo>
                  <a:pt x="96166" y="288"/>
                </a:lnTo>
                <a:lnTo>
                  <a:pt x="96166" y="260"/>
                </a:lnTo>
                <a:lnTo>
                  <a:pt x="97646" y="260"/>
                </a:lnTo>
                <a:lnTo>
                  <a:pt x="97646" y="243"/>
                </a:lnTo>
                <a:lnTo>
                  <a:pt x="99125" y="243"/>
                </a:lnTo>
                <a:lnTo>
                  <a:pt x="99125" y="238"/>
                </a:lnTo>
                <a:lnTo>
                  <a:pt x="100605" y="238"/>
                </a:lnTo>
                <a:lnTo>
                  <a:pt x="100605" y="243"/>
                </a:lnTo>
                <a:lnTo>
                  <a:pt x="102084" y="243"/>
                </a:lnTo>
                <a:lnTo>
                  <a:pt x="102084" y="259"/>
                </a:lnTo>
                <a:lnTo>
                  <a:pt x="103564" y="259"/>
                </a:lnTo>
                <a:lnTo>
                  <a:pt x="103564" y="285"/>
                </a:lnTo>
                <a:lnTo>
                  <a:pt x="105043" y="285"/>
                </a:lnTo>
                <a:lnTo>
                  <a:pt x="105043" y="321"/>
                </a:lnTo>
                <a:lnTo>
                  <a:pt x="106523" y="321"/>
                </a:lnTo>
                <a:lnTo>
                  <a:pt x="106523" y="367"/>
                </a:lnTo>
                <a:lnTo>
                  <a:pt x="108002" y="367"/>
                </a:lnTo>
                <a:lnTo>
                  <a:pt x="108002" y="421"/>
                </a:lnTo>
                <a:lnTo>
                  <a:pt x="109482" y="421"/>
                </a:lnTo>
                <a:lnTo>
                  <a:pt x="109482" y="485"/>
                </a:lnTo>
                <a:lnTo>
                  <a:pt x="110961" y="485"/>
                </a:lnTo>
                <a:lnTo>
                  <a:pt x="110961" y="556"/>
                </a:lnTo>
                <a:lnTo>
                  <a:pt x="112441" y="556"/>
                </a:lnTo>
                <a:lnTo>
                  <a:pt x="112441" y="635"/>
                </a:lnTo>
                <a:lnTo>
                  <a:pt x="113920" y="635"/>
                </a:lnTo>
                <a:lnTo>
                  <a:pt x="113920" y="721"/>
                </a:lnTo>
                <a:lnTo>
                  <a:pt x="115400" y="721"/>
                </a:lnTo>
                <a:lnTo>
                  <a:pt x="115400" y="813"/>
                </a:lnTo>
                <a:lnTo>
                  <a:pt x="116879" y="813"/>
                </a:lnTo>
                <a:lnTo>
                  <a:pt x="116879" y="911"/>
                </a:lnTo>
                <a:lnTo>
                  <a:pt x="118359" y="911"/>
                </a:lnTo>
                <a:lnTo>
                  <a:pt x="118359" y="1013"/>
                </a:lnTo>
                <a:lnTo>
                  <a:pt x="119838" y="1013"/>
                </a:lnTo>
                <a:lnTo>
                  <a:pt x="119838" y="1120"/>
                </a:lnTo>
                <a:lnTo>
                  <a:pt x="121317" y="1120"/>
                </a:lnTo>
                <a:lnTo>
                  <a:pt x="121317" y="1231"/>
                </a:lnTo>
                <a:lnTo>
                  <a:pt x="122797" y="1231"/>
                </a:lnTo>
                <a:lnTo>
                  <a:pt x="122797" y="1345"/>
                </a:lnTo>
                <a:lnTo>
                  <a:pt x="124276" y="1345"/>
                </a:lnTo>
                <a:lnTo>
                  <a:pt x="124276" y="1461"/>
                </a:lnTo>
                <a:lnTo>
                  <a:pt x="125756" y="1461"/>
                </a:lnTo>
                <a:lnTo>
                  <a:pt x="125756" y="1579"/>
                </a:lnTo>
                <a:lnTo>
                  <a:pt x="127235" y="1579"/>
                </a:lnTo>
                <a:lnTo>
                  <a:pt x="127235" y="1699"/>
                </a:lnTo>
                <a:lnTo>
                  <a:pt x="128715" y="1699"/>
                </a:lnTo>
                <a:lnTo>
                  <a:pt x="128715" y="1819"/>
                </a:lnTo>
                <a:lnTo>
                  <a:pt x="130194" y="1819"/>
                </a:lnTo>
                <a:lnTo>
                  <a:pt x="130194" y="1939"/>
                </a:lnTo>
                <a:lnTo>
                  <a:pt x="131674" y="1939"/>
                </a:lnTo>
                <a:lnTo>
                  <a:pt x="131674" y="2060"/>
                </a:lnTo>
                <a:lnTo>
                  <a:pt x="133153" y="2060"/>
                </a:lnTo>
                <a:lnTo>
                  <a:pt x="133153" y="2179"/>
                </a:lnTo>
                <a:lnTo>
                  <a:pt x="134633" y="2179"/>
                </a:lnTo>
                <a:lnTo>
                  <a:pt x="134633" y="2298"/>
                </a:lnTo>
                <a:lnTo>
                  <a:pt x="136112" y="2298"/>
                </a:lnTo>
                <a:lnTo>
                  <a:pt x="136112" y="2415"/>
                </a:lnTo>
                <a:lnTo>
                  <a:pt x="137592" y="2415"/>
                </a:lnTo>
                <a:lnTo>
                  <a:pt x="137592" y="2530"/>
                </a:lnTo>
                <a:lnTo>
                  <a:pt x="139071" y="2530"/>
                </a:lnTo>
                <a:lnTo>
                  <a:pt x="139071" y="2644"/>
                </a:lnTo>
                <a:lnTo>
                  <a:pt x="140551" y="2644"/>
                </a:lnTo>
                <a:lnTo>
                  <a:pt x="140551" y="2754"/>
                </a:lnTo>
                <a:lnTo>
                  <a:pt x="142030" y="2754"/>
                </a:lnTo>
                <a:lnTo>
                  <a:pt x="142030" y="2916"/>
                </a:lnTo>
                <a:lnTo>
                  <a:pt x="142030" y="2916"/>
                </a:lnTo>
                <a:lnTo>
                  <a:pt x="140551" y="2916"/>
                </a:lnTo>
                <a:lnTo>
                  <a:pt x="140551" y="2916"/>
                </a:lnTo>
                <a:lnTo>
                  <a:pt x="139071" y="2916"/>
                </a:lnTo>
                <a:lnTo>
                  <a:pt x="139071" y="2916"/>
                </a:lnTo>
                <a:lnTo>
                  <a:pt x="137592" y="2916"/>
                </a:lnTo>
                <a:lnTo>
                  <a:pt x="137592" y="2916"/>
                </a:lnTo>
                <a:lnTo>
                  <a:pt x="136112" y="2916"/>
                </a:lnTo>
                <a:lnTo>
                  <a:pt x="136112" y="2916"/>
                </a:lnTo>
                <a:lnTo>
                  <a:pt x="134633" y="2916"/>
                </a:lnTo>
                <a:lnTo>
                  <a:pt x="134633" y="2916"/>
                </a:lnTo>
                <a:lnTo>
                  <a:pt x="133153" y="2916"/>
                </a:lnTo>
                <a:lnTo>
                  <a:pt x="133153" y="2916"/>
                </a:lnTo>
                <a:lnTo>
                  <a:pt x="131674" y="2916"/>
                </a:lnTo>
                <a:lnTo>
                  <a:pt x="131674" y="2916"/>
                </a:lnTo>
                <a:lnTo>
                  <a:pt x="130194" y="2916"/>
                </a:lnTo>
                <a:lnTo>
                  <a:pt x="130194" y="2916"/>
                </a:lnTo>
                <a:lnTo>
                  <a:pt x="128715" y="2916"/>
                </a:lnTo>
                <a:lnTo>
                  <a:pt x="128715" y="2916"/>
                </a:lnTo>
                <a:lnTo>
                  <a:pt x="127235" y="2916"/>
                </a:lnTo>
                <a:lnTo>
                  <a:pt x="127235" y="2916"/>
                </a:lnTo>
                <a:lnTo>
                  <a:pt x="125756" y="2916"/>
                </a:lnTo>
                <a:lnTo>
                  <a:pt x="125756" y="2916"/>
                </a:lnTo>
                <a:lnTo>
                  <a:pt x="124276" y="2916"/>
                </a:lnTo>
                <a:lnTo>
                  <a:pt x="124276" y="2916"/>
                </a:lnTo>
                <a:lnTo>
                  <a:pt x="122797" y="2916"/>
                </a:lnTo>
                <a:lnTo>
                  <a:pt x="122797" y="2916"/>
                </a:lnTo>
                <a:lnTo>
                  <a:pt x="121317" y="2916"/>
                </a:lnTo>
                <a:lnTo>
                  <a:pt x="121317" y="2916"/>
                </a:lnTo>
                <a:lnTo>
                  <a:pt x="119838" y="2916"/>
                </a:lnTo>
                <a:lnTo>
                  <a:pt x="119838" y="2916"/>
                </a:lnTo>
                <a:lnTo>
                  <a:pt x="118359" y="2916"/>
                </a:lnTo>
                <a:lnTo>
                  <a:pt x="118359" y="2916"/>
                </a:lnTo>
                <a:lnTo>
                  <a:pt x="116879" y="2916"/>
                </a:lnTo>
                <a:lnTo>
                  <a:pt x="116879" y="2916"/>
                </a:lnTo>
                <a:lnTo>
                  <a:pt x="115400" y="2916"/>
                </a:lnTo>
                <a:lnTo>
                  <a:pt x="115400" y="2916"/>
                </a:lnTo>
                <a:lnTo>
                  <a:pt x="113920" y="2916"/>
                </a:lnTo>
                <a:lnTo>
                  <a:pt x="113920" y="2916"/>
                </a:lnTo>
                <a:lnTo>
                  <a:pt x="112441" y="2916"/>
                </a:lnTo>
                <a:lnTo>
                  <a:pt x="112441" y="2916"/>
                </a:lnTo>
                <a:lnTo>
                  <a:pt x="110961" y="2916"/>
                </a:lnTo>
                <a:lnTo>
                  <a:pt x="110961" y="2916"/>
                </a:lnTo>
                <a:lnTo>
                  <a:pt x="109482" y="2916"/>
                </a:lnTo>
                <a:lnTo>
                  <a:pt x="109482" y="2916"/>
                </a:lnTo>
                <a:lnTo>
                  <a:pt x="108002" y="2916"/>
                </a:lnTo>
                <a:lnTo>
                  <a:pt x="108002" y="2916"/>
                </a:lnTo>
                <a:lnTo>
                  <a:pt x="106523" y="2916"/>
                </a:lnTo>
                <a:lnTo>
                  <a:pt x="106523" y="2916"/>
                </a:lnTo>
                <a:lnTo>
                  <a:pt x="105043" y="2916"/>
                </a:lnTo>
                <a:lnTo>
                  <a:pt x="105043" y="2916"/>
                </a:lnTo>
                <a:lnTo>
                  <a:pt x="103564" y="2916"/>
                </a:lnTo>
                <a:lnTo>
                  <a:pt x="103564" y="2916"/>
                </a:lnTo>
                <a:lnTo>
                  <a:pt x="102084" y="2916"/>
                </a:lnTo>
                <a:lnTo>
                  <a:pt x="102084" y="2916"/>
                </a:lnTo>
                <a:lnTo>
                  <a:pt x="100605" y="2916"/>
                </a:lnTo>
                <a:lnTo>
                  <a:pt x="100605" y="2916"/>
                </a:lnTo>
                <a:lnTo>
                  <a:pt x="99125" y="2916"/>
                </a:lnTo>
                <a:lnTo>
                  <a:pt x="99125" y="2916"/>
                </a:lnTo>
                <a:lnTo>
                  <a:pt x="97646" y="2916"/>
                </a:lnTo>
                <a:lnTo>
                  <a:pt x="97646" y="2916"/>
                </a:lnTo>
                <a:lnTo>
                  <a:pt x="96166" y="2916"/>
                </a:lnTo>
                <a:lnTo>
                  <a:pt x="96166" y="2916"/>
                </a:lnTo>
                <a:lnTo>
                  <a:pt x="94687" y="2916"/>
                </a:lnTo>
                <a:lnTo>
                  <a:pt x="94687" y="2916"/>
                </a:lnTo>
                <a:lnTo>
                  <a:pt x="93207" y="2916"/>
                </a:lnTo>
                <a:lnTo>
                  <a:pt x="93207" y="2916"/>
                </a:lnTo>
                <a:lnTo>
                  <a:pt x="91728" y="2916"/>
                </a:lnTo>
                <a:lnTo>
                  <a:pt x="91728" y="2916"/>
                </a:lnTo>
                <a:lnTo>
                  <a:pt x="90248" y="2916"/>
                </a:lnTo>
                <a:lnTo>
                  <a:pt x="90248" y="2916"/>
                </a:lnTo>
                <a:lnTo>
                  <a:pt x="88769" y="2916"/>
                </a:lnTo>
                <a:lnTo>
                  <a:pt x="88769" y="2916"/>
                </a:lnTo>
                <a:lnTo>
                  <a:pt x="87289" y="2916"/>
                </a:lnTo>
                <a:lnTo>
                  <a:pt x="87289" y="2916"/>
                </a:lnTo>
                <a:lnTo>
                  <a:pt x="85810" y="2916"/>
                </a:lnTo>
                <a:lnTo>
                  <a:pt x="85810" y="2916"/>
                </a:lnTo>
                <a:lnTo>
                  <a:pt x="84330" y="2916"/>
                </a:lnTo>
                <a:lnTo>
                  <a:pt x="84330" y="2916"/>
                </a:lnTo>
                <a:lnTo>
                  <a:pt x="82851" y="2916"/>
                </a:lnTo>
                <a:lnTo>
                  <a:pt x="82851" y="2916"/>
                </a:lnTo>
                <a:lnTo>
                  <a:pt x="81371" y="2916"/>
                </a:lnTo>
                <a:lnTo>
                  <a:pt x="81371" y="2916"/>
                </a:lnTo>
                <a:lnTo>
                  <a:pt x="79892" y="2916"/>
                </a:lnTo>
                <a:lnTo>
                  <a:pt x="79892" y="2916"/>
                </a:lnTo>
                <a:lnTo>
                  <a:pt x="78413" y="2916"/>
                </a:lnTo>
                <a:lnTo>
                  <a:pt x="78413" y="2916"/>
                </a:lnTo>
                <a:lnTo>
                  <a:pt x="76933" y="2916"/>
                </a:lnTo>
                <a:lnTo>
                  <a:pt x="76933" y="2916"/>
                </a:lnTo>
                <a:lnTo>
                  <a:pt x="75454" y="2916"/>
                </a:lnTo>
                <a:lnTo>
                  <a:pt x="75454" y="2916"/>
                </a:lnTo>
                <a:lnTo>
                  <a:pt x="73974" y="2916"/>
                </a:lnTo>
                <a:lnTo>
                  <a:pt x="73974" y="2916"/>
                </a:lnTo>
                <a:lnTo>
                  <a:pt x="72495" y="2916"/>
                </a:lnTo>
                <a:lnTo>
                  <a:pt x="72495" y="2916"/>
                </a:lnTo>
                <a:lnTo>
                  <a:pt x="71015" y="2916"/>
                </a:lnTo>
                <a:lnTo>
                  <a:pt x="71015" y="2916"/>
                </a:lnTo>
                <a:lnTo>
                  <a:pt x="69536" y="2916"/>
                </a:lnTo>
                <a:lnTo>
                  <a:pt x="69536" y="2916"/>
                </a:lnTo>
                <a:lnTo>
                  <a:pt x="68056" y="2916"/>
                </a:lnTo>
                <a:lnTo>
                  <a:pt x="68056" y="2916"/>
                </a:lnTo>
                <a:lnTo>
                  <a:pt x="66577" y="2916"/>
                </a:lnTo>
                <a:lnTo>
                  <a:pt x="66577" y="2916"/>
                </a:lnTo>
                <a:lnTo>
                  <a:pt x="65097" y="2916"/>
                </a:lnTo>
                <a:lnTo>
                  <a:pt x="65097" y="2916"/>
                </a:lnTo>
                <a:lnTo>
                  <a:pt x="63618" y="2916"/>
                </a:lnTo>
                <a:lnTo>
                  <a:pt x="63618" y="2916"/>
                </a:lnTo>
                <a:lnTo>
                  <a:pt x="62138" y="2916"/>
                </a:lnTo>
                <a:lnTo>
                  <a:pt x="62138" y="2916"/>
                </a:lnTo>
                <a:lnTo>
                  <a:pt x="60659" y="2916"/>
                </a:lnTo>
                <a:lnTo>
                  <a:pt x="60659" y="2916"/>
                </a:lnTo>
                <a:lnTo>
                  <a:pt x="59179" y="2916"/>
                </a:lnTo>
                <a:lnTo>
                  <a:pt x="59179" y="2916"/>
                </a:lnTo>
                <a:lnTo>
                  <a:pt x="57700" y="2916"/>
                </a:lnTo>
                <a:lnTo>
                  <a:pt x="57700" y="2916"/>
                </a:lnTo>
                <a:lnTo>
                  <a:pt x="56220" y="2916"/>
                </a:lnTo>
                <a:lnTo>
                  <a:pt x="56220" y="2916"/>
                </a:lnTo>
                <a:lnTo>
                  <a:pt x="54741" y="2916"/>
                </a:lnTo>
                <a:lnTo>
                  <a:pt x="54741" y="2916"/>
                </a:lnTo>
                <a:lnTo>
                  <a:pt x="53261" y="2916"/>
                </a:lnTo>
                <a:lnTo>
                  <a:pt x="53261" y="2916"/>
                </a:lnTo>
                <a:lnTo>
                  <a:pt x="51782" y="2916"/>
                </a:lnTo>
                <a:lnTo>
                  <a:pt x="51782" y="2916"/>
                </a:lnTo>
                <a:lnTo>
                  <a:pt x="50302" y="2916"/>
                </a:lnTo>
                <a:lnTo>
                  <a:pt x="50302" y="2916"/>
                </a:lnTo>
                <a:lnTo>
                  <a:pt x="48823" y="2916"/>
                </a:lnTo>
                <a:lnTo>
                  <a:pt x="48823" y="2916"/>
                </a:lnTo>
                <a:lnTo>
                  <a:pt x="47343" y="2916"/>
                </a:lnTo>
                <a:lnTo>
                  <a:pt x="47343" y="2916"/>
                </a:lnTo>
                <a:lnTo>
                  <a:pt x="45864" y="2916"/>
                </a:lnTo>
                <a:lnTo>
                  <a:pt x="45864" y="2916"/>
                </a:lnTo>
                <a:lnTo>
                  <a:pt x="44384" y="2916"/>
                </a:lnTo>
                <a:lnTo>
                  <a:pt x="44384" y="2916"/>
                </a:lnTo>
                <a:lnTo>
                  <a:pt x="42905" y="2916"/>
                </a:lnTo>
                <a:lnTo>
                  <a:pt x="42905" y="2916"/>
                </a:lnTo>
                <a:lnTo>
                  <a:pt x="41425" y="2916"/>
                </a:lnTo>
                <a:lnTo>
                  <a:pt x="41425" y="2916"/>
                </a:lnTo>
                <a:lnTo>
                  <a:pt x="39946" y="2916"/>
                </a:lnTo>
                <a:lnTo>
                  <a:pt x="39946" y="2916"/>
                </a:lnTo>
                <a:lnTo>
                  <a:pt x="38467" y="2916"/>
                </a:lnTo>
                <a:lnTo>
                  <a:pt x="38467" y="2916"/>
                </a:lnTo>
                <a:lnTo>
                  <a:pt x="36987" y="2916"/>
                </a:lnTo>
                <a:lnTo>
                  <a:pt x="36987" y="2916"/>
                </a:lnTo>
                <a:lnTo>
                  <a:pt x="34028" y="2916"/>
                </a:lnTo>
                <a:lnTo>
                  <a:pt x="34028" y="2916"/>
                </a:lnTo>
                <a:lnTo>
                  <a:pt x="32549" y="2916"/>
                </a:lnTo>
                <a:lnTo>
                  <a:pt x="32549" y="2916"/>
                </a:lnTo>
                <a:lnTo>
                  <a:pt x="31069" y="2916"/>
                </a:lnTo>
                <a:lnTo>
                  <a:pt x="31069" y="2916"/>
                </a:lnTo>
                <a:lnTo>
                  <a:pt x="29590" y="2916"/>
                </a:lnTo>
                <a:lnTo>
                  <a:pt x="29590" y="2916"/>
                </a:lnTo>
                <a:lnTo>
                  <a:pt x="28110" y="2916"/>
                </a:lnTo>
                <a:lnTo>
                  <a:pt x="28110" y="2916"/>
                </a:lnTo>
                <a:lnTo>
                  <a:pt x="26631" y="2916"/>
                </a:lnTo>
                <a:lnTo>
                  <a:pt x="26631" y="2916"/>
                </a:lnTo>
                <a:lnTo>
                  <a:pt x="25151" y="2916"/>
                </a:lnTo>
                <a:lnTo>
                  <a:pt x="25151" y="2916"/>
                </a:lnTo>
                <a:lnTo>
                  <a:pt x="23672" y="2916"/>
                </a:lnTo>
                <a:lnTo>
                  <a:pt x="23672" y="2916"/>
                </a:lnTo>
                <a:lnTo>
                  <a:pt x="22192" y="2916"/>
                </a:lnTo>
                <a:lnTo>
                  <a:pt x="22192" y="2916"/>
                </a:lnTo>
                <a:lnTo>
                  <a:pt x="20713" y="2916"/>
                </a:lnTo>
                <a:lnTo>
                  <a:pt x="20713" y="2916"/>
                </a:lnTo>
                <a:lnTo>
                  <a:pt x="19233" y="2916"/>
                </a:lnTo>
                <a:lnTo>
                  <a:pt x="19233" y="2916"/>
                </a:lnTo>
                <a:lnTo>
                  <a:pt x="17754" y="2916"/>
                </a:lnTo>
                <a:lnTo>
                  <a:pt x="17754" y="2916"/>
                </a:lnTo>
                <a:lnTo>
                  <a:pt x="16274" y="2916"/>
                </a:lnTo>
                <a:lnTo>
                  <a:pt x="16274" y="2916"/>
                </a:lnTo>
                <a:lnTo>
                  <a:pt x="14795" y="2916"/>
                </a:lnTo>
                <a:lnTo>
                  <a:pt x="14795" y="2916"/>
                </a:lnTo>
                <a:lnTo>
                  <a:pt x="13315" y="2916"/>
                </a:lnTo>
                <a:lnTo>
                  <a:pt x="13315" y="2916"/>
                </a:lnTo>
                <a:lnTo>
                  <a:pt x="11836" y="2916"/>
                </a:lnTo>
                <a:lnTo>
                  <a:pt x="11836" y="2916"/>
                </a:lnTo>
                <a:lnTo>
                  <a:pt x="10356" y="2916"/>
                </a:lnTo>
                <a:lnTo>
                  <a:pt x="10356" y="2916"/>
                </a:lnTo>
                <a:lnTo>
                  <a:pt x="8877" y="2916"/>
                </a:lnTo>
                <a:lnTo>
                  <a:pt x="8877" y="2916"/>
                </a:lnTo>
                <a:lnTo>
                  <a:pt x="7397" y="2916"/>
                </a:lnTo>
                <a:lnTo>
                  <a:pt x="7397" y="2916"/>
                </a:lnTo>
                <a:lnTo>
                  <a:pt x="5918" y="2916"/>
                </a:lnTo>
                <a:lnTo>
                  <a:pt x="5918" y="2916"/>
                </a:lnTo>
                <a:lnTo>
                  <a:pt x="4438" y="2916"/>
                </a:lnTo>
                <a:lnTo>
                  <a:pt x="4438" y="2916"/>
                </a:lnTo>
                <a:lnTo>
                  <a:pt x="2959" y="2916"/>
                </a:lnTo>
                <a:lnTo>
                  <a:pt x="2959" y="2916"/>
                </a:lnTo>
                <a:lnTo>
                  <a:pt x="1479" y="2916"/>
                </a:lnTo>
                <a:lnTo>
                  <a:pt x="1479" y="2916"/>
                </a:lnTo>
                <a:lnTo>
                  <a:pt x="0" y="2916"/>
                </a:lnTo>
                <a:close/>
              </a:path>
            </a:pathLst>
          </a:custGeom>
          <a:solidFill>
            <a:srgbClr val="002999">
              <a:alpha val="30000"/>
            </a:srgbClr>
          </a:solidFill>
          <a:ln w="8070" cap="flat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04" name="任意形状 103">
            <a:extLst>
              <a:ext uri="{FF2B5EF4-FFF2-40B4-BE49-F238E27FC236}">
                <a16:creationId xmlns:a16="http://schemas.microsoft.com/office/drawing/2014/main" id="{D107AE26-4FDB-FE40-A27C-123712947094}"/>
              </a:ext>
            </a:extLst>
          </p:cNvPr>
          <p:cNvSpPr/>
          <p:nvPr/>
        </p:nvSpPr>
        <p:spPr>
          <a:xfrm>
            <a:off x="5815385" y="1834959"/>
            <a:ext cx="28959" cy="101300"/>
          </a:xfrm>
          <a:custGeom>
            <a:avLst/>
            <a:gdLst>
              <a:gd name="connsiteX0" fmla="*/ 0 w 142030"/>
              <a:gd name="connsiteY0" fmla="*/ 397918 h 397680"/>
              <a:gd name="connsiteX1" fmla="*/ 0 w 142030"/>
              <a:gd name="connsiteY1" fmla="*/ 390351 h 397680"/>
              <a:gd name="connsiteX2" fmla="*/ 1479 w 142030"/>
              <a:gd name="connsiteY2" fmla="*/ 390351 h 397680"/>
              <a:gd name="connsiteX3" fmla="*/ 1479 w 142030"/>
              <a:gd name="connsiteY3" fmla="*/ 384903 h 397680"/>
              <a:gd name="connsiteX4" fmla="*/ 2959 w 142030"/>
              <a:gd name="connsiteY4" fmla="*/ 384903 h 397680"/>
              <a:gd name="connsiteX5" fmla="*/ 2959 w 142030"/>
              <a:gd name="connsiteY5" fmla="*/ 379122 h 397680"/>
              <a:gd name="connsiteX6" fmla="*/ 4438 w 142030"/>
              <a:gd name="connsiteY6" fmla="*/ 379122 h 397680"/>
              <a:gd name="connsiteX7" fmla="*/ 4438 w 142030"/>
              <a:gd name="connsiteY7" fmla="*/ 373002 h 397680"/>
              <a:gd name="connsiteX8" fmla="*/ 5918 w 142030"/>
              <a:gd name="connsiteY8" fmla="*/ 373002 h 397680"/>
              <a:gd name="connsiteX9" fmla="*/ 5918 w 142030"/>
              <a:gd name="connsiteY9" fmla="*/ 366538 h 397680"/>
              <a:gd name="connsiteX10" fmla="*/ 7397 w 142030"/>
              <a:gd name="connsiteY10" fmla="*/ 366538 h 397680"/>
              <a:gd name="connsiteX11" fmla="*/ 7397 w 142030"/>
              <a:gd name="connsiteY11" fmla="*/ 359725 h 397680"/>
              <a:gd name="connsiteX12" fmla="*/ 8877 w 142030"/>
              <a:gd name="connsiteY12" fmla="*/ 359725 h 397680"/>
              <a:gd name="connsiteX13" fmla="*/ 8877 w 142030"/>
              <a:gd name="connsiteY13" fmla="*/ 352561 h 397680"/>
              <a:gd name="connsiteX14" fmla="*/ 10356 w 142030"/>
              <a:gd name="connsiteY14" fmla="*/ 352561 h 397680"/>
              <a:gd name="connsiteX15" fmla="*/ 10356 w 142030"/>
              <a:gd name="connsiteY15" fmla="*/ 345045 h 397680"/>
              <a:gd name="connsiteX16" fmla="*/ 11836 w 142030"/>
              <a:gd name="connsiteY16" fmla="*/ 345045 h 397680"/>
              <a:gd name="connsiteX17" fmla="*/ 11836 w 142030"/>
              <a:gd name="connsiteY17" fmla="*/ 337178 h 397680"/>
              <a:gd name="connsiteX18" fmla="*/ 13315 w 142030"/>
              <a:gd name="connsiteY18" fmla="*/ 337178 h 397680"/>
              <a:gd name="connsiteX19" fmla="*/ 13315 w 142030"/>
              <a:gd name="connsiteY19" fmla="*/ 328964 h 397680"/>
              <a:gd name="connsiteX20" fmla="*/ 14795 w 142030"/>
              <a:gd name="connsiteY20" fmla="*/ 328964 h 397680"/>
              <a:gd name="connsiteX21" fmla="*/ 14795 w 142030"/>
              <a:gd name="connsiteY21" fmla="*/ 320408 h 397680"/>
              <a:gd name="connsiteX22" fmla="*/ 16274 w 142030"/>
              <a:gd name="connsiteY22" fmla="*/ 320408 h 397680"/>
              <a:gd name="connsiteX23" fmla="*/ 16274 w 142030"/>
              <a:gd name="connsiteY23" fmla="*/ 311516 h 397680"/>
              <a:gd name="connsiteX24" fmla="*/ 17754 w 142030"/>
              <a:gd name="connsiteY24" fmla="*/ 311516 h 397680"/>
              <a:gd name="connsiteX25" fmla="*/ 17754 w 142030"/>
              <a:gd name="connsiteY25" fmla="*/ 302298 h 397680"/>
              <a:gd name="connsiteX26" fmla="*/ 19233 w 142030"/>
              <a:gd name="connsiteY26" fmla="*/ 302298 h 397680"/>
              <a:gd name="connsiteX27" fmla="*/ 19233 w 142030"/>
              <a:gd name="connsiteY27" fmla="*/ 292767 h 397680"/>
              <a:gd name="connsiteX28" fmla="*/ 20713 w 142030"/>
              <a:gd name="connsiteY28" fmla="*/ 292767 h 397680"/>
              <a:gd name="connsiteX29" fmla="*/ 20713 w 142030"/>
              <a:gd name="connsiteY29" fmla="*/ 282937 h 397680"/>
              <a:gd name="connsiteX30" fmla="*/ 22192 w 142030"/>
              <a:gd name="connsiteY30" fmla="*/ 282937 h 397680"/>
              <a:gd name="connsiteX31" fmla="*/ 22192 w 142030"/>
              <a:gd name="connsiteY31" fmla="*/ 272824 h 397680"/>
              <a:gd name="connsiteX32" fmla="*/ 23672 w 142030"/>
              <a:gd name="connsiteY32" fmla="*/ 272824 h 397680"/>
              <a:gd name="connsiteX33" fmla="*/ 23672 w 142030"/>
              <a:gd name="connsiteY33" fmla="*/ 262450 h 397680"/>
              <a:gd name="connsiteX34" fmla="*/ 25151 w 142030"/>
              <a:gd name="connsiteY34" fmla="*/ 262450 h 397680"/>
              <a:gd name="connsiteX35" fmla="*/ 25151 w 142030"/>
              <a:gd name="connsiteY35" fmla="*/ 251834 h 397680"/>
              <a:gd name="connsiteX36" fmla="*/ 26631 w 142030"/>
              <a:gd name="connsiteY36" fmla="*/ 251834 h 397680"/>
              <a:gd name="connsiteX37" fmla="*/ 26631 w 142030"/>
              <a:gd name="connsiteY37" fmla="*/ 241002 h 397680"/>
              <a:gd name="connsiteX38" fmla="*/ 28110 w 142030"/>
              <a:gd name="connsiteY38" fmla="*/ 241002 h 397680"/>
              <a:gd name="connsiteX39" fmla="*/ 28110 w 142030"/>
              <a:gd name="connsiteY39" fmla="*/ 229981 h 397680"/>
              <a:gd name="connsiteX40" fmla="*/ 29590 w 142030"/>
              <a:gd name="connsiteY40" fmla="*/ 229981 h 397680"/>
              <a:gd name="connsiteX41" fmla="*/ 29590 w 142030"/>
              <a:gd name="connsiteY41" fmla="*/ 218801 h 397680"/>
              <a:gd name="connsiteX42" fmla="*/ 31069 w 142030"/>
              <a:gd name="connsiteY42" fmla="*/ 218801 h 397680"/>
              <a:gd name="connsiteX43" fmla="*/ 31069 w 142030"/>
              <a:gd name="connsiteY43" fmla="*/ 207492 h 397680"/>
              <a:gd name="connsiteX44" fmla="*/ 32549 w 142030"/>
              <a:gd name="connsiteY44" fmla="*/ 207492 h 397680"/>
              <a:gd name="connsiteX45" fmla="*/ 32549 w 142030"/>
              <a:gd name="connsiteY45" fmla="*/ 196090 h 397680"/>
              <a:gd name="connsiteX46" fmla="*/ 34028 w 142030"/>
              <a:gd name="connsiteY46" fmla="*/ 196090 h 397680"/>
              <a:gd name="connsiteX47" fmla="*/ 34028 w 142030"/>
              <a:gd name="connsiteY47" fmla="*/ 184630 h 397680"/>
              <a:gd name="connsiteX48" fmla="*/ 35508 w 142030"/>
              <a:gd name="connsiteY48" fmla="*/ 184630 h 397680"/>
              <a:gd name="connsiteX49" fmla="*/ 35508 w 142030"/>
              <a:gd name="connsiteY49" fmla="*/ 173151 h 397680"/>
              <a:gd name="connsiteX50" fmla="*/ 36987 w 142030"/>
              <a:gd name="connsiteY50" fmla="*/ 173151 h 397680"/>
              <a:gd name="connsiteX51" fmla="*/ 36987 w 142030"/>
              <a:gd name="connsiteY51" fmla="*/ 161692 h 397680"/>
              <a:gd name="connsiteX52" fmla="*/ 38467 w 142030"/>
              <a:gd name="connsiteY52" fmla="*/ 161692 h 397680"/>
              <a:gd name="connsiteX53" fmla="*/ 38467 w 142030"/>
              <a:gd name="connsiteY53" fmla="*/ 150294 h 397680"/>
              <a:gd name="connsiteX54" fmla="*/ 39946 w 142030"/>
              <a:gd name="connsiteY54" fmla="*/ 150294 h 397680"/>
              <a:gd name="connsiteX55" fmla="*/ 39946 w 142030"/>
              <a:gd name="connsiteY55" fmla="*/ 139001 h 397680"/>
              <a:gd name="connsiteX56" fmla="*/ 41425 w 142030"/>
              <a:gd name="connsiteY56" fmla="*/ 139001 h 397680"/>
              <a:gd name="connsiteX57" fmla="*/ 41425 w 142030"/>
              <a:gd name="connsiteY57" fmla="*/ 127856 h 397680"/>
              <a:gd name="connsiteX58" fmla="*/ 42905 w 142030"/>
              <a:gd name="connsiteY58" fmla="*/ 127856 h 397680"/>
              <a:gd name="connsiteX59" fmla="*/ 42905 w 142030"/>
              <a:gd name="connsiteY59" fmla="*/ 116904 h 397680"/>
              <a:gd name="connsiteX60" fmla="*/ 44384 w 142030"/>
              <a:gd name="connsiteY60" fmla="*/ 116904 h 397680"/>
              <a:gd name="connsiteX61" fmla="*/ 44384 w 142030"/>
              <a:gd name="connsiteY61" fmla="*/ 106190 h 397680"/>
              <a:gd name="connsiteX62" fmla="*/ 45864 w 142030"/>
              <a:gd name="connsiteY62" fmla="*/ 106190 h 397680"/>
              <a:gd name="connsiteX63" fmla="*/ 45864 w 142030"/>
              <a:gd name="connsiteY63" fmla="*/ 95759 h 397680"/>
              <a:gd name="connsiteX64" fmla="*/ 47343 w 142030"/>
              <a:gd name="connsiteY64" fmla="*/ 95759 h 397680"/>
              <a:gd name="connsiteX65" fmla="*/ 47343 w 142030"/>
              <a:gd name="connsiteY65" fmla="*/ 85656 h 397680"/>
              <a:gd name="connsiteX66" fmla="*/ 48823 w 142030"/>
              <a:gd name="connsiteY66" fmla="*/ 85656 h 397680"/>
              <a:gd name="connsiteX67" fmla="*/ 48823 w 142030"/>
              <a:gd name="connsiteY67" fmla="*/ 75926 h 397680"/>
              <a:gd name="connsiteX68" fmla="*/ 50302 w 142030"/>
              <a:gd name="connsiteY68" fmla="*/ 75926 h 397680"/>
              <a:gd name="connsiteX69" fmla="*/ 50302 w 142030"/>
              <a:gd name="connsiteY69" fmla="*/ 66613 h 397680"/>
              <a:gd name="connsiteX70" fmla="*/ 51782 w 142030"/>
              <a:gd name="connsiteY70" fmla="*/ 66613 h 397680"/>
              <a:gd name="connsiteX71" fmla="*/ 51782 w 142030"/>
              <a:gd name="connsiteY71" fmla="*/ 57761 h 397680"/>
              <a:gd name="connsiteX72" fmla="*/ 53261 w 142030"/>
              <a:gd name="connsiteY72" fmla="*/ 57761 h 397680"/>
              <a:gd name="connsiteX73" fmla="*/ 53261 w 142030"/>
              <a:gd name="connsiteY73" fmla="*/ 49410 h 397680"/>
              <a:gd name="connsiteX74" fmla="*/ 54741 w 142030"/>
              <a:gd name="connsiteY74" fmla="*/ 49410 h 397680"/>
              <a:gd name="connsiteX75" fmla="*/ 54741 w 142030"/>
              <a:gd name="connsiteY75" fmla="*/ 41601 h 397680"/>
              <a:gd name="connsiteX76" fmla="*/ 56220 w 142030"/>
              <a:gd name="connsiteY76" fmla="*/ 41601 h 397680"/>
              <a:gd name="connsiteX77" fmla="*/ 56220 w 142030"/>
              <a:gd name="connsiteY77" fmla="*/ 34371 h 397680"/>
              <a:gd name="connsiteX78" fmla="*/ 57700 w 142030"/>
              <a:gd name="connsiteY78" fmla="*/ 34371 h 397680"/>
              <a:gd name="connsiteX79" fmla="*/ 57700 w 142030"/>
              <a:gd name="connsiteY79" fmla="*/ 27756 h 397680"/>
              <a:gd name="connsiteX80" fmla="*/ 59179 w 142030"/>
              <a:gd name="connsiteY80" fmla="*/ 27756 h 397680"/>
              <a:gd name="connsiteX81" fmla="*/ 59179 w 142030"/>
              <a:gd name="connsiteY81" fmla="*/ 21789 h 397680"/>
              <a:gd name="connsiteX82" fmla="*/ 60659 w 142030"/>
              <a:gd name="connsiteY82" fmla="*/ 21789 h 397680"/>
              <a:gd name="connsiteX83" fmla="*/ 60659 w 142030"/>
              <a:gd name="connsiteY83" fmla="*/ 16499 h 397680"/>
              <a:gd name="connsiteX84" fmla="*/ 62138 w 142030"/>
              <a:gd name="connsiteY84" fmla="*/ 16499 h 397680"/>
              <a:gd name="connsiteX85" fmla="*/ 62138 w 142030"/>
              <a:gd name="connsiteY85" fmla="*/ 11913 h 397680"/>
              <a:gd name="connsiteX86" fmla="*/ 63618 w 142030"/>
              <a:gd name="connsiteY86" fmla="*/ 11913 h 397680"/>
              <a:gd name="connsiteX87" fmla="*/ 63618 w 142030"/>
              <a:gd name="connsiteY87" fmla="*/ 8055 h 397680"/>
              <a:gd name="connsiteX88" fmla="*/ 65097 w 142030"/>
              <a:gd name="connsiteY88" fmla="*/ 8055 h 397680"/>
              <a:gd name="connsiteX89" fmla="*/ 65097 w 142030"/>
              <a:gd name="connsiteY89" fmla="*/ 4944 h 397680"/>
              <a:gd name="connsiteX90" fmla="*/ 66577 w 142030"/>
              <a:gd name="connsiteY90" fmla="*/ 4944 h 397680"/>
              <a:gd name="connsiteX91" fmla="*/ 66577 w 142030"/>
              <a:gd name="connsiteY91" fmla="*/ 2597 h 397680"/>
              <a:gd name="connsiteX92" fmla="*/ 68056 w 142030"/>
              <a:gd name="connsiteY92" fmla="*/ 2597 h 397680"/>
              <a:gd name="connsiteX93" fmla="*/ 68056 w 142030"/>
              <a:gd name="connsiteY93" fmla="*/ 1025 h 397680"/>
              <a:gd name="connsiteX94" fmla="*/ 69536 w 142030"/>
              <a:gd name="connsiteY94" fmla="*/ 1025 h 397680"/>
              <a:gd name="connsiteX95" fmla="*/ 69536 w 142030"/>
              <a:gd name="connsiteY95" fmla="*/ 238 h 397680"/>
              <a:gd name="connsiteX96" fmla="*/ 72495 w 142030"/>
              <a:gd name="connsiteY96" fmla="*/ 238 h 397680"/>
              <a:gd name="connsiteX97" fmla="*/ 72495 w 142030"/>
              <a:gd name="connsiteY97" fmla="*/ 1025 h 397680"/>
              <a:gd name="connsiteX98" fmla="*/ 73974 w 142030"/>
              <a:gd name="connsiteY98" fmla="*/ 1025 h 397680"/>
              <a:gd name="connsiteX99" fmla="*/ 73974 w 142030"/>
              <a:gd name="connsiteY99" fmla="*/ 2597 h 397680"/>
              <a:gd name="connsiteX100" fmla="*/ 75454 w 142030"/>
              <a:gd name="connsiteY100" fmla="*/ 2597 h 397680"/>
              <a:gd name="connsiteX101" fmla="*/ 75454 w 142030"/>
              <a:gd name="connsiteY101" fmla="*/ 4944 h 397680"/>
              <a:gd name="connsiteX102" fmla="*/ 76933 w 142030"/>
              <a:gd name="connsiteY102" fmla="*/ 4944 h 397680"/>
              <a:gd name="connsiteX103" fmla="*/ 76933 w 142030"/>
              <a:gd name="connsiteY103" fmla="*/ 8055 h 397680"/>
              <a:gd name="connsiteX104" fmla="*/ 78413 w 142030"/>
              <a:gd name="connsiteY104" fmla="*/ 8055 h 397680"/>
              <a:gd name="connsiteX105" fmla="*/ 78413 w 142030"/>
              <a:gd name="connsiteY105" fmla="*/ 11913 h 397680"/>
              <a:gd name="connsiteX106" fmla="*/ 79892 w 142030"/>
              <a:gd name="connsiteY106" fmla="*/ 11913 h 397680"/>
              <a:gd name="connsiteX107" fmla="*/ 79892 w 142030"/>
              <a:gd name="connsiteY107" fmla="*/ 16499 h 397680"/>
              <a:gd name="connsiteX108" fmla="*/ 81371 w 142030"/>
              <a:gd name="connsiteY108" fmla="*/ 16499 h 397680"/>
              <a:gd name="connsiteX109" fmla="*/ 81371 w 142030"/>
              <a:gd name="connsiteY109" fmla="*/ 21789 h 397680"/>
              <a:gd name="connsiteX110" fmla="*/ 82851 w 142030"/>
              <a:gd name="connsiteY110" fmla="*/ 21789 h 397680"/>
              <a:gd name="connsiteX111" fmla="*/ 82851 w 142030"/>
              <a:gd name="connsiteY111" fmla="*/ 27756 h 397680"/>
              <a:gd name="connsiteX112" fmla="*/ 84330 w 142030"/>
              <a:gd name="connsiteY112" fmla="*/ 27756 h 397680"/>
              <a:gd name="connsiteX113" fmla="*/ 84330 w 142030"/>
              <a:gd name="connsiteY113" fmla="*/ 34371 h 397680"/>
              <a:gd name="connsiteX114" fmla="*/ 85810 w 142030"/>
              <a:gd name="connsiteY114" fmla="*/ 34371 h 397680"/>
              <a:gd name="connsiteX115" fmla="*/ 85810 w 142030"/>
              <a:gd name="connsiteY115" fmla="*/ 41601 h 397680"/>
              <a:gd name="connsiteX116" fmla="*/ 87289 w 142030"/>
              <a:gd name="connsiteY116" fmla="*/ 41601 h 397680"/>
              <a:gd name="connsiteX117" fmla="*/ 87289 w 142030"/>
              <a:gd name="connsiteY117" fmla="*/ 49410 h 397680"/>
              <a:gd name="connsiteX118" fmla="*/ 88769 w 142030"/>
              <a:gd name="connsiteY118" fmla="*/ 49410 h 397680"/>
              <a:gd name="connsiteX119" fmla="*/ 88769 w 142030"/>
              <a:gd name="connsiteY119" fmla="*/ 57761 h 397680"/>
              <a:gd name="connsiteX120" fmla="*/ 90248 w 142030"/>
              <a:gd name="connsiteY120" fmla="*/ 57761 h 397680"/>
              <a:gd name="connsiteX121" fmla="*/ 90248 w 142030"/>
              <a:gd name="connsiteY121" fmla="*/ 66613 h 397680"/>
              <a:gd name="connsiteX122" fmla="*/ 91728 w 142030"/>
              <a:gd name="connsiteY122" fmla="*/ 66613 h 397680"/>
              <a:gd name="connsiteX123" fmla="*/ 91728 w 142030"/>
              <a:gd name="connsiteY123" fmla="*/ 75926 h 397680"/>
              <a:gd name="connsiteX124" fmla="*/ 93207 w 142030"/>
              <a:gd name="connsiteY124" fmla="*/ 75926 h 397680"/>
              <a:gd name="connsiteX125" fmla="*/ 93207 w 142030"/>
              <a:gd name="connsiteY125" fmla="*/ 85656 h 397680"/>
              <a:gd name="connsiteX126" fmla="*/ 94687 w 142030"/>
              <a:gd name="connsiteY126" fmla="*/ 85656 h 397680"/>
              <a:gd name="connsiteX127" fmla="*/ 94687 w 142030"/>
              <a:gd name="connsiteY127" fmla="*/ 95759 h 397680"/>
              <a:gd name="connsiteX128" fmla="*/ 96166 w 142030"/>
              <a:gd name="connsiteY128" fmla="*/ 95759 h 397680"/>
              <a:gd name="connsiteX129" fmla="*/ 96166 w 142030"/>
              <a:gd name="connsiteY129" fmla="*/ 106190 h 397680"/>
              <a:gd name="connsiteX130" fmla="*/ 97646 w 142030"/>
              <a:gd name="connsiteY130" fmla="*/ 106190 h 397680"/>
              <a:gd name="connsiteX131" fmla="*/ 97646 w 142030"/>
              <a:gd name="connsiteY131" fmla="*/ 116904 h 397680"/>
              <a:gd name="connsiteX132" fmla="*/ 99125 w 142030"/>
              <a:gd name="connsiteY132" fmla="*/ 116904 h 397680"/>
              <a:gd name="connsiteX133" fmla="*/ 99125 w 142030"/>
              <a:gd name="connsiteY133" fmla="*/ 127856 h 397680"/>
              <a:gd name="connsiteX134" fmla="*/ 100605 w 142030"/>
              <a:gd name="connsiteY134" fmla="*/ 127856 h 397680"/>
              <a:gd name="connsiteX135" fmla="*/ 100605 w 142030"/>
              <a:gd name="connsiteY135" fmla="*/ 139001 h 397680"/>
              <a:gd name="connsiteX136" fmla="*/ 102084 w 142030"/>
              <a:gd name="connsiteY136" fmla="*/ 139001 h 397680"/>
              <a:gd name="connsiteX137" fmla="*/ 102084 w 142030"/>
              <a:gd name="connsiteY137" fmla="*/ 150294 h 397680"/>
              <a:gd name="connsiteX138" fmla="*/ 103564 w 142030"/>
              <a:gd name="connsiteY138" fmla="*/ 150294 h 397680"/>
              <a:gd name="connsiteX139" fmla="*/ 103564 w 142030"/>
              <a:gd name="connsiteY139" fmla="*/ 161692 h 397680"/>
              <a:gd name="connsiteX140" fmla="*/ 105043 w 142030"/>
              <a:gd name="connsiteY140" fmla="*/ 161692 h 397680"/>
              <a:gd name="connsiteX141" fmla="*/ 105043 w 142030"/>
              <a:gd name="connsiteY141" fmla="*/ 173151 h 397680"/>
              <a:gd name="connsiteX142" fmla="*/ 106523 w 142030"/>
              <a:gd name="connsiteY142" fmla="*/ 173151 h 397680"/>
              <a:gd name="connsiteX143" fmla="*/ 106523 w 142030"/>
              <a:gd name="connsiteY143" fmla="*/ 184630 h 397680"/>
              <a:gd name="connsiteX144" fmla="*/ 108002 w 142030"/>
              <a:gd name="connsiteY144" fmla="*/ 184630 h 397680"/>
              <a:gd name="connsiteX145" fmla="*/ 108002 w 142030"/>
              <a:gd name="connsiteY145" fmla="*/ 196090 h 397680"/>
              <a:gd name="connsiteX146" fmla="*/ 109482 w 142030"/>
              <a:gd name="connsiteY146" fmla="*/ 196090 h 397680"/>
              <a:gd name="connsiteX147" fmla="*/ 109482 w 142030"/>
              <a:gd name="connsiteY147" fmla="*/ 207492 h 397680"/>
              <a:gd name="connsiteX148" fmla="*/ 110961 w 142030"/>
              <a:gd name="connsiteY148" fmla="*/ 207492 h 397680"/>
              <a:gd name="connsiteX149" fmla="*/ 110961 w 142030"/>
              <a:gd name="connsiteY149" fmla="*/ 218801 h 397680"/>
              <a:gd name="connsiteX150" fmla="*/ 112441 w 142030"/>
              <a:gd name="connsiteY150" fmla="*/ 218801 h 397680"/>
              <a:gd name="connsiteX151" fmla="*/ 112441 w 142030"/>
              <a:gd name="connsiteY151" fmla="*/ 229981 h 397680"/>
              <a:gd name="connsiteX152" fmla="*/ 113920 w 142030"/>
              <a:gd name="connsiteY152" fmla="*/ 229981 h 397680"/>
              <a:gd name="connsiteX153" fmla="*/ 113920 w 142030"/>
              <a:gd name="connsiteY153" fmla="*/ 241002 h 397680"/>
              <a:gd name="connsiteX154" fmla="*/ 115400 w 142030"/>
              <a:gd name="connsiteY154" fmla="*/ 241002 h 397680"/>
              <a:gd name="connsiteX155" fmla="*/ 115400 w 142030"/>
              <a:gd name="connsiteY155" fmla="*/ 251834 h 397680"/>
              <a:gd name="connsiteX156" fmla="*/ 116879 w 142030"/>
              <a:gd name="connsiteY156" fmla="*/ 251834 h 397680"/>
              <a:gd name="connsiteX157" fmla="*/ 116879 w 142030"/>
              <a:gd name="connsiteY157" fmla="*/ 262450 h 397680"/>
              <a:gd name="connsiteX158" fmla="*/ 118359 w 142030"/>
              <a:gd name="connsiteY158" fmla="*/ 262450 h 397680"/>
              <a:gd name="connsiteX159" fmla="*/ 118359 w 142030"/>
              <a:gd name="connsiteY159" fmla="*/ 272824 h 397680"/>
              <a:gd name="connsiteX160" fmla="*/ 119838 w 142030"/>
              <a:gd name="connsiteY160" fmla="*/ 272824 h 397680"/>
              <a:gd name="connsiteX161" fmla="*/ 119838 w 142030"/>
              <a:gd name="connsiteY161" fmla="*/ 282937 h 397680"/>
              <a:gd name="connsiteX162" fmla="*/ 121317 w 142030"/>
              <a:gd name="connsiteY162" fmla="*/ 282937 h 397680"/>
              <a:gd name="connsiteX163" fmla="*/ 121317 w 142030"/>
              <a:gd name="connsiteY163" fmla="*/ 292767 h 397680"/>
              <a:gd name="connsiteX164" fmla="*/ 122797 w 142030"/>
              <a:gd name="connsiteY164" fmla="*/ 292767 h 397680"/>
              <a:gd name="connsiteX165" fmla="*/ 122797 w 142030"/>
              <a:gd name="connsiteY165" fmla="*/ 302298 h 397680"/>
              <a:gd name="connsiteX166" fmla="*/ 124276 w 142030"/>
              <a:gd name="connsiteY166" fmla="*/ 302298 h 397680"/>
              <a:gd name="connsiteX167" fmla="*/ 124276 w 142030"/>
              <a:gd name="connsiteY167" fmla="*/ 311516 h 397680"/>
              <a:gd name="connsiteX168" fmla="*/ 125756 w 142030"/>
              <a:gd name="connsiteY168" fmla="*/ 311516 h 397680"/>
              <a:gd name="connsiteX169" fmla="*/ 125756 w 142030"/>
              <a:gd name="connsiteY169" fmla="*/ 320408 h 397680"/>
              <a:gd name="connsiteX170" fmla="*/ 127235 w 142030"/>
              <a:gd name="connsiteY170" fmla="*/ 320408 h 397680"/>
              <a:gd name="connsiteX171" fmla="*/ 127235 w 142030"/>
              <a:gd name="connsiteY171" fmla="*/ 328964 h 397680"/>
              <a:gd name="connsiteX172" fmla="*/ 128715 w 142030"/>
              <a:gd name="connsiteY172" fmla="*/ 328964 h 397680"/>
              <a:gd name="connsiteX173" fmla="*/ 128715 w 142030"/>
              <a:gd name="connsiteY173" fmla="*/ 337178 h 397680"/>
              <a:gd name="connsiteX174" fmla="*/ 130194 w 142030"/>
              <a:gd name="connsiteY174" fmla="*/ 337178 h 397680"/>
              <a:gd name="connsiteX175" fmla="*/ 130194 w 142030"/>
              <a:gd name="connsiteY175" fmla="*/ 345045 h 397680"/>
              <a:gd name="connsiteX176" fmla="*/ 131674 w 142030"/>
              <a:gd name="connsiteY176" fmla="*/ 345045 h 397680"/>
              <a:gd name="connsiteX177" fmla="*/ 131674 w 142030"/>
              <a:gd name="connsiteY177" fmla="*/ 352561 h 397680"/>
              <a:gd name="connsiteX178" fmla="*/ 133153 w 142030"/>
              <a:gd name="connsiteY178" fmla="*/ 352561 h 397680"/>
              <a:gd name="connsiteX179" fmla="*/ 133153 w 142030"/>
              <a:gd name="connsiteY179" fmla="*/ 359725 h 397680"/>
              <a:gd name="connsiteX180" fmla="*/ 134633 w 142030"/>
              <a:gd name="connsiteY180" fmla="*/ 359725 h 397680"/>
              <a:gd name="connsiteX181" fmla="*/ 134633 w 142030"/>
              <a:gd name="connsiteY181" fmla="*/ 366538 h 397680"/>
              <a:gd name="connsiteX182" fmla="*/ 136112 w 142030"/>
              <a:gd name="connsiteY182" fmla="*/ 366538 h 397680"/>
              <a:gd name="connsiteX183" fmla="*/ 136112 w 142030"/>
              <a:gd name="connsiteY183" fmla="*/ 373002 h 397680"/>
              <a:gd name="connsiteX184" fmla="*/ 137592 w 142030"/>
              <a:gd name="connsiteY184" fmla="*/ 373002 h 397680"/>
              <a:gd name="connsiteX185" fmla="*/ 137592 w 142030"/>
              <a:gd name="connsiteY185" fmla="*/ 379122 h 397680"/>
              <a:gd name="connsiteX186" fmla="*/ 139071 w 142030"/>
              <a:gd name="connsiteY186" fmla="*/ 379122 h 397680"/>
              <a:gd name="connsiteX187" fmla="*/ 139071 w 142030"/>
              <a:gd name="connsiteY187" fmla="*/ 384903 h 397680"/>
              <a:gd name="connsiteX188" fmla="*/ 140551 w 142030"/>
              <a:gd name="connsiteY188" fmla="*/ 384903 h 397680"/>
              <a:gd name="connsiteX189" fmla="*/ 140551 w 142030"/>
              <a:gd name="connsiteY189" fmla="*/ 390351 h 397680"/>
              <a:gd name="connsiteX190" fmla="*/ 142030 w 142030"/>
              <a:gd name="connsiteY190" fmla="*/ 390351 h 397680"/>
              <a:gd name="connsiteX191" fmla="*/ 142030 w 142030"/>
              <a:gd name="connsiteY191" fmla="*/ 397918 h 397680"/>
              <a:gd name="connsiteX192" fmla="*/ 142030 w 142030"/>
              <a:gd name="connsiteY192" fmla="*/ 397918 h 397680"/>
              <a:gd name="connsiteX193" fmla="*/ 140551 w 142030"/>
              <a:gd name="connsiteY193" fmla="*/ 397918 h 397680"/>
              <a:gd name="connsiteX194" fmla="*/ 140551 w 142030"/>
              <a:gd name="connsiteY194" fmla="*/ 397918 h 397680"/>
              <a:gd name="connsiteX195" fmla="*/ 139071 w 142030"/>
              <a:gd name="connsiteY195" fmla="*/ 397918 h 397680"/>
              <a:gd name="connsiteX196" fmla="*/ 139071 w 142030"/>
              <a:gd name="connsiteY196" fmla="*/ 397918 h 397680"/>
              <a:gd name="connsiteX197" fmla="*/ 137592 w 142030"/>
              <a:gd name="connsiteY197" fmla="*/ 397918 h 397680"/>
              <a:gd name="connsiteX198" fmla="*/ 137592 w 142030"/>
              <a:gd name="connsiteY198" fmla="*/ 397918 h 397680"/>
              <a:gd name="connsiteX199" fmla="*/ 136112 w 142030"/>
              <a:gd name="connsiteY199" fmla="*/ 397918 h 397680"/>
              <a:gd name="connsiteX200" fmla="*/ 136112 w 142030"/>
              <a:gd name="connsiteY200" fmla="*/ 397918 h 397680"/>
              <a:gd name="connsiteX201" fmla="*/ 134633 w 142030"/>
              <a:gd name="connsiteY201" fmla="*/ 397918 h 397680"/>
              <a:gd name="connsiteX202" fmla="*/ 134633 w 142030"/>
              <a:gd name="connsiteY202" fmla="*/ 397918 h 397680"/>
              <a:gd name="connsiteX203" fmla="*/ 133153 w 142030"/>
              <a:gd name="connsiteY203" fmla="*/ 397918 h 397680"/>
              <a:gd name="connsiteX204" fmla="*/ 133153 w 142030"/>
              <a:gd name="connsiteY204" fmla="*/ 397918 h 397680"/>
              <a:gd name="connsiteX205" fmla="*/ 131674 w 142030"/>
              <a:gd name="connsiteY205" fmla="*/ 397918 h 397680"/>
              <a:gd name="connsiteX206" fmla="*/ 131674 w 142030"/>
              <a:gd name="connsiteY206" fmla="*/ 397918 h 397680"/>
              <a:gd name="connsiteX207" fmla="*/ 130194 w 142030"/>
              <a:gd name="connsiteY207" fmla="*/ 397918 h 397680"/>
              <a:gd name="connsiteX208" fmla="*/ 130194 w 142030"/>
              <a:gd name="connsiteY208" fmla="*/ 397918 h 397680"/>
              <a:gd name="connsiteX209" fmla="*/ 128715 w 142030"/>
              <a:gd name="connsiteY209" fmla="*/ 397918 h 397680"/>
              <a:gd name="connsiteX210" fmla="*/ 128715 w 142030"/>
              <a:gd name="connsiteY210" fmla="*/ 397918 h 397680"/>
              <a:gd name="connsiteX211" fmla="*/ 127235 w 142030"/>
              <a:gd name="connsiteY211" fmla="*/ 397918 h 397680"/>
              <a:gd name="connsiteX212" fmla="*/ 127235 w 142030"/>
              <a:gd name="connsiteY212" fmla="*/ 397918 h 397680"/>
              <a:gd name="connsiteX213" fmla="*/ 125756 w 142030"/>
              <a:gd name="connsiteY213" fmla="*/ 397918 h 397680"/>
              <a:gd name="connsiteX214" fmla="*/ 125756 w 142030"/>
              <a:gd name="connsiteY214" fmla="*/ 397918 h 397680"/>
              <a:gd name="connsiteX215" fmla="*/ 124276 w 142030"/>
              <a:gd name="connsiteY215" fmla="*/ 397918 h 397680"/>
              <a:gd name="connsiteX216" fmla="*/ 124276 w 142030"/>
              <a:gd name="connsiteY216" fmla="*/ 397918 h 397680"/>
              <a:gd name="connsiteX217" fmla="*/ 122797 w 142030"/>
              <a:gd name="connsiteY217" fmla="*/ 397918 h 397680"/>
              <a:gd name="connsiteX218" fmla="*/ 122797 w 142030"/>
              <a:gd name="connsiteY218" fmla="*/ 397918 h 397680"/>
              <a:gd name="connsiteX219" fmla="*/ 121317 w 142030"/>
              <a:gd name="connsiteY219" fmla="*/ 397918 h 397680"/>
              <a:gd name="connsiteX220" fmla="*/ 121317 w 142030"/>
              <a:gd name="connsiteY220" fmla="*/ 397918 h 397680"/>
              <a:gd name="connsiteX221" fmla="*/ 119838 w 142030"/>
              <a:gd name="connsiteY221" fmla="*/ 397918 h 397680"/>
              <a:gd name="connsiteX222" fmla="*/ 119838 w 142030"/>
              <a:gd name="connsiteY222" fmla="*/ 397918 h 397680"/>
              <a:gd name="connsiteX223" fmla="*/ 118359 w 142030"/>
              <a:gd name="connsiteY223" fmla="*/ 397918 h 397680"/>
              <a:gd name="connsiteX224" fmla="*/ 118359 w 142030"/>
              <a:gd name="connsiteY224" fmla="*/ 397918 h 397680"/>
              <a:gd name="connsiteX225" fmla="*/ 116879 w 142030"/>
              <a:gd name="connsiteY225" fmla="*/ 397918 h 397680"/>
              <a:gd name="connsiteX226" fmla="*/ 116879 w 142030"/>
              <a:gd name="connsiteY226" fmla="*/ 397918 h 397680"/>
              <a:gd name="connsiteX227" fmla="*/ 115400 w 142030"/>
              <a:gd name="connsiteY227" fmla="*/ 397918 h 397680"/>
              <a:gd name="connsiteX228" fmla="*/ 115400 w 142030"/>
              <a:gd name="connsiteY228" fmla="*/ 397918 h 397680"/>
              <a:gd name="connsiteX229" fmla="*/ 113920 w 142030"/>
              <a:gd name="connsiteY229" fmla="*/ 397918 h 397680"/>
              <a:gd name="connsiteX230" fmla="*/ 113920 w 142030"/>
              <a:gd name="connsiteY230" fmla="*/ 397918 h 397680"/>
              <a:gd name="connsiteX231" fmla="*/ 112441 w 142030"/>
              <a:gd name="connsiteY231" fmla="*/ 397918 h 397680"/>
              <a:gd name="connsiteX232" fmla="*/ 112441 w 142030"/>
              <a:gd name="connsiteY232" fmla="*/ 397918 h 397680"/>
              <a:gd name="connsiteX233" fmla="*/ 110961 w 142030"/>
              <a:gd name="connsiteY233" fmla="*/ 397918 h 397680"/>
              <a:gd name="connsiteX234" fmla="*/ 110961 w 142030"/>
              <a:gd name="connsiteY234" fmla="*/ 397918 h 397680"/>
              <a:gd name="connsiteX235" fmla="*/ 109482 w 142030"/>
              <a:gd name="connsiteY235" fmla="*/ 397918 h 397680"/>
              <a:gd name="connsiteX236" fmla="*/ 109482 w 142030"/>
              <a:gd name="connsiteY236" fmla="*/ 397918 h 397680"/>
              <a:gd name="connsiteX237" fmla="*/ 108002 w 142030"/>
              <a:gd name="connsiteY237" fmla="*/ 397918 h 397680"/>
              <a:gd name="connsiteX238" fmla="*/ 108002 w 142030"/>
              <a:gd name="connsiteY238" fmla="*/ 397918 h 397680"/>
              <a:gd name="connsiteX239" fmla="*/ 106523 w 142030"/>
              <a:gd name="connsiteY239" fmla="*/ 397918 h 397680"/>
              <a:gd name="connsiteX240" fmla="*/ 106523 w 142030"/>
              <a:gd name="connsiteY240" fmla="*/ 397918 h 397680"/>
              <a:gd name="connsiteX241" fmla="*/ 105043 w 142030"/>
              <a:gd name="connsiteY241" fmla="*/ 397918 h 397680"/>
              <a:gd name="connsiteX242" fmla="*/ 105043 w 142030"/>
              <a:gd name="connsiteY242" fmla="*/ 397918 h 397680"/>
              <a:gd name="connsiteX243" fmla="*/ 103564 w 142030"/>
              <a:gd name="connsiteY243" fmla="*/ 397918 h 397680"/>
              <a:gd name="connsiteX244" fmla="*/ 103564 w 142030"/>
              <a:gd name="connsiteY244" fmla="*/ 397918 h 397680"/>
              <a:gd name="connsiteX245" fmla="*/ 102084 w 142030"/>
              <a:gd name="connsiteY245" fmla="*/ 397918 h 397680"/>
              <a:gd name="connsiteX246" fmla="*/ 102084 w 142030"/>
              <a:gd name="connsiteY246" fmla="*/ 397918 h 397680"/>
              <a:gd name="connsiteX247" fmla="*/ 100605 w 142030"/>
              <a:gd name="connsiteY247" fmla="*/ 397918 h 397680"/>
              <a:gd name="connsiteX248" fmla="*/ 100605 w 142030"/>
              <a:gd name="connsiteY248" fmla="*/ 397918 h 397680"/>
              <a:gd name="connsiteX249" fmla="*/ 99125 w 142030"/>
              <a:gd name="connsiteY249" fmla="*/ 397918 h 397680"/>
              <a:gd name="connsiteX250" fmla="*/ 99125 w 142030"/>
              <a:gd name="connsiteY250" fmla="*/ 397918 h 397680"/>
              <a:gd name="connsiteX251" fmla="*/ 97646 w 142030"/>
              <a:gd name="connsiteY251" fmla="*/ 397918 h 397680"/>
              <a:gd name="connsiteX252" fmla="*/ 97646 w 142030"/>
              <a:gd name="connsiteY252" fmla="*/ 397918 h 397680"/>
              <a:gd name="connsiteX253" fmla="*/ 96166 w 142030"/>
              <a:gd name="connsiteY253" fmla="*/ 397918 h 397680"/>
              <a:gd name="connsiteX254" fmla="*/ 96166 w 142030"/>
              <a:gd name="connsiteY254" fmla="*/ 397918 h 397680"/>
              <a:gd name="connsiteX255" fmla="*/ 94687 w 142030"/>
              <a:gd name="connsiteY255" fmla="*/ 397918 h 397680"/>
              <a:gd name="connsiteX256" fmla="*/ 94687 w 142030"/>
              <a:gd name="connsiteY256" fmla="*/ 397918 h 397680"/>
              <a:gd name="connsiteX257" fmla="*/ 93207 w 142030"/>
              <a:gd name="connsiteY257" fmla="*/ 397918 h 397680"/>
              <a:gd name="connsiteX258" fmla="*/ 93207 w 142030"/>
              <a:gd name="connsiteY258" fmla="*/ 397918 h 397680"/>
              <a:gd name="connsiteX259" fmla="*/ 91728 w 142030"/>
              <a:gd name="connsiteY259" fmla="*/ 397918 h 397680"/>
              <a:gd name="connsiteX260" fmla="*/ 91728 w 142030"/>
              <a:gd name="connsiteY260" fmla="*/ 397918 h 397680"/>
              <a:gd name="connsiteX261" fmla="*/ 90248 w 142030"/>
              <a:gd name="connsiteY261" fmla="*/ 397918 h 397680"/>
              <a:gd name="connsiteX262" fmla="*/ 90248 w 142030"/>
              <a:gd name="connsiteY262" fmla="*/ 397918 h 397680"/>
              <a:gd name="connsiteX263" fmla="*/ 88769 w 142030"/>
              <a:gd name="connsiteY263" fmla="*/ 397918 h 397680"/>
              <a:gd name="connsiteX264" fmla="*/ 88769 w 142030"/>
              <a:gd name="connsiteY264" fmla="*/ 397918 h 397680"/>
              <a:gd name="connsiteX265" fmla="*/ 87289 w 142030"/>
              <a:gd name="connsiteY265" fmla="*/ 397918 h 397680"/>
              <a:gd name="connsiteX266" fmla="*/ 87289 w 142030"/>
              <a:gd name="connsiteY266" fmla="*/ 397918 h 397680"/>
              <a:gd name="connsiteX267" fmla="*/ 85810 w 142030"/>
              <a:gd name="connsiteY267" fmla="*/ 397918 h 397680"/>
              <a:gd name="connsiteX268" fmla="*/ 85810 w 142030"/>
              <a:gd name="connsiteY268" fmla="*/ 397918 h 397680"/>
              <a:gd name="connsiteX269" fmla="*/ 84330 w 142030"/>
              <a:gd name="connsiteY269" fmla="*/ 397918 h 397680"/>
              <a:gd name="connsiteX270" fmla="*/ 84330 w 142030"/>
              <a:gd name="connsiteY270" fmla="*/ 397918 h 397680"/>
              <a:gd name="connsiteX271" fmla="*/ 82851 w 142030"/>
              <a:gd name="connsiteY271" fmla="*/ 397918 h 397680"/>
              <a:gd name="connsiteX272" fmla="*/ 82851 w 142030"/>
              <a:gd name="connsiteY272" fmla="*/ 397918 h 397680"/>
              <a:gd name="connsiteX273" fmla="*/ 81371 w 142030"/>
              <a:gd name="connsiteY273" fmla="*/ 397918 h 397680"/>
              <a:gd name="connsiteX274" fmla="*/ 81371 w 142030"/>
              <a:gd name="connsiteY274" fmla="*/ 397918 h 397680"/>
              <a:gd name="connsiteX275" fmla="*/ 79892 w 142030"/>
              <a:gd name="connsiteY275" fmla="*/ 397918 h 397680"/>
              <a:gd name="connsiteX276" fmla="*/ 79892 w 142030"/>
              <a:gd name="connsiteY276" fmla="*/ 397918 h 397680"/>
              <a:gd name="connsiteX277" fmla="*/ 78413 w 142030"/>
              <a:gd name="connsiteY277" fmla="*/ 397918 h 397680"/>
              <a:gd name="connsiteX278" fmla="*/ 78413 w 142030"/>
              <a:gd name="connsiteY278" fmla="*/ 397918 h 397680"/>
              <a:gd name="connsiteX279" fmla="*/ 76933 w 142030"/>
              <a:gd name="connsiteY279" fmla="*/ 397918 h 397680"/>
              <a:gd name="connsiteX280" fmla="*/ 76933 w 142030"/>
              <a:gd name="connsiteY280" fmla="*/ 397918 h 397680"/>
              <a:gd name="connsiteX281" fmla="*/ 75454 w 142030"/>
              <a:gd name="connsiteY281" fmla="*/ 397918 h 397680"/>
              <a:gd name="connsiteX282" fmla="*/ 75454 w 142030"/>
              <a:gd name="connsiteY282" fmla="*/ 397918 h 397680"/>
              <a:gd name="connsiteX283" fmla="*/ 73974 w 142030"/>
              <a:gd name="connsiteY283" fmla="*/ 397918 h 397680"/>
              <a:gd name="connsiteX284" fmla="*/ 73974 w 142030"/>
              <a:gd name="connsiteY284" fmla="*/ 397918 h 397680"/>
              <a:gd name="connsiteX285" fmla="*/ 72495 w 142030"/>
              <a:gd name="connsiteY285" fmla="*/ 397918 h 397680"/>
              <a:gd name="connsiteX286" fmla="*/ 72495 w 142030"/>
              <a:gd name="connsiteY286" fmla="*/ 397918 h 397680"/>
              <a:gd name="connsiteX287" fmla="*/ 69536 w 142030"/>
              <a:gd name="connsiteY287" fmla="*/ 397918 h 397680"/>
              <a:gd name="connsiteX288" fmla="*/ 69536 w 142030"/>
              <a:gd name="connsiteY288" fmla="*/ 397918 h 397680"/>
              <a:gd name="connsiteX289" fmla="*/ 68056 w 142030"/>
              <a:gd name="connsiteY289" fmla="*/ 397918 h 397680"/>
              <a:gd name="connsiteX290" fmla="*/ 68056 w 142030"/>
              <a:gd name="connsiteY290" fmla="*/ 397918 h 397680"/>
              <a:gd name="connsiteX291" fmla="*/ 66577 w 142030"/>
              <a:gd name="connsiteY291" fmla="*/ 397918 h 397680"/>
              <a:gd name="connsiteX292" fmla="*/ 66577 w 142030"/>
              <a:gd name="connsiteY292" fmla="*/ 397918 h 397680"/>
              <a:gd name="connsiteX293" fmla="*/ 65097 w 142030"/>
              <a:gd name="connsiteY293" fmla="*/ 397918 h 397680"/>
              <a:gd name="connsiteX294" fmla="*/ 65097 w 142030"/>
              <a:gd name="connsiteY294" fmla="*/ 397918 h 397680"/>
              <a:gd name="connsiteX295" fmla="*/ 63618 w 142030"/>
              <a:gd name="connsiteY295" fmla="*/ 397918 h 397680"/>
              <a:gd name="connsiteX296" fmla="*/ 63618 w 142030"/>
              <a:gd name="connsiteY296" fmla="*/ 397918 h 397680"/>
              <a:gd name="connsiteX297" fmla="*/ 62138 w 142030"/>
              <a:gd name="connsiteY297" fmla="*/ 397918 h 397680"/>
              <a:gd name="connsiteX298" fmla="*/ 62138 w 142030"/>
              <a:gd name="connsiteY298" fmla="*/ 397918 h 397680"/>
              <a:gd name="connsiteX299" fmla="*/ 60659 w 142030"/>
              <a:gd name="connsiteY299" fmla="*/ 397918 h 397680"/>
              <a:gd name="connsiteX300" fmla="*/ 60659 w 142030"/>
              <a:gd name="connsiteY300" fmla="*/ 397918 h 397680"/>
              <a:gd name="connsiteX301" fmla="*/ 59179 w 142030"/>
              <a:gd name="connsiteY301" fmla="*/ 397918 h 397680"/>
              <a:gd name="connsiteX302" fmla="*/ 59179 w 142030"/>
              <a:gd name="connsiteY302" fmla="*/ 397918 h 397680"/>
              <a:gd name="connsiteX303" fmla="*/ 57700 w 142030"/>
              <a:gd name="connsiteY303" fmla="*/ 397918 h 397680"/>
              <a:gd name="connsiteX304" fmla="*/ 57700 w 142030"/>
              <a:gd name="connsiteY304" fmla="*/ 397918 h 397680"/>
              <a:gd name="connsiteX305" fmla="*/ 56220 w 142030"/>
              <a:gd name="connsiteY305" fmla="*/ 397918 h 397680"/>
              <a:gd name="connsiteX306" fmla="*/ 56220 w 142030"/>
              <a:gd name="connsiteY306" fmla="*/ 397918 h 397680"/>
              <a:gd name="connsiteX307" fmla="*/ 54741 w 142030"/>
              <a:gd name="connsiteY307" fmla="*/ 397918 h 397680"/>
              <a:gd name="connsiteX308" fmla="*/ 54741 w 142030"/>
              <a:gd name="connsiteY308" fmla="*/ 397918 h 397680"/>
              <a:gd name="connsiteX309" fmla="*/ 53261 w 142030"/>
              <a:gd name="connsiteY309" fmla="*/ 397918 h 397680"/>
              <a:gd name="connsiteX310" fmla="*/ 53261 w 142030"/>
              <a:gd name="connsiteY310" fmla="*/ 397918 h 397680"/>
              <a:gd name="connsiteX311" fmla="*/ 51782 w 142030"/>
              <a:gd name="connsiteY311" fmla="*/ 397918 h 397680"/>
              <a:gd name="connsiteX312" fmla="*/ 51782 w 142030"/>
              <a:gd name="connsiteY312" fmla="*/ 397918 h 397680"/>
              <a:gd name="connsiteX313" fmla="*/ 50302 w 142030"/>
              <a:gd name="connsiteY313" fmla="*/ 397918 h 397680"/>
              <a:gd name="connsiteX314" fmla="*/ 50302 w 142030"/>
              <a:gd name="connsiteY314" fmla="*/ 397918 h 397680"/>
              <a:gd name="connsiteX315" fmla="*/ 48823 w 142030"/>
              <a:gd name="connsiteY315" fmla="*/ 397918 h 397680"/>
              <a:gd name="connsiteX316" fmla="*/ 48823 w 142030"/>
              <a:gd name="connsiteY316" fmla="*/ 397918 h 397680"/>
              <a:gd name="connsiteX317" fmla="*/ 47343 w 142030"/>
              <a:gd name="connsiteY317" fmla="*/ 397918 h 397680"/>
              <a:gd name="connsiteX318" fmla="*/ 47343 w 142030"/>
              <a:gd name="connsiteY318" fmla="*/ 397918 h 397680"/>
              <a:gd name="connsiteX319" fmla="*/ 45864 w 142030"/>
              <a:gd name="connsiteY319" fmla="*/ 397918 h 397680"/>
              <a:gd name="connsiteX320" fmla="*/ 45864 w 142030"/>
              <a:gd name="connsiteY320" fmla="*/ 397918 h 397680"/>
              <a:gd name="connsiteX321" fmla="*/ 44384 w 142030"/>
              <a:gd name="connsiteY321" fmla="*/ 397918 h 397680"/>
              <a:gd name="connsiteX322" fmla="*/ 44384 w 142030"/>
              <a:gd name="connsiteY322" fmla="*/ 397918 h 397680"/>
              <a:gd name="connsiteX323" fmla="*/ 42905 w 142030"/>
              <a:gd name="connsiteY323" fmla="*/ 397918 h 397680"/>
              <a:gd name="connsiteX324" fmla="*/ 42905 w 142030"/>
              <a:gd name="connsiteY324" fmla="*/ 397918 h 397680"/>
              <a:gd name="connsiteX325" fmla="*/ 41425 w 142030"/>
              <a:gd name="connsiteY325" fmla="*/ 397918 h 397680"/>
              <a:gd name="connsiteX326" fmla="*/ 41425 w 142030"/>
              <a:gd name="connsiteY326" fmla="*/ 397918 h 397680"/>
              <a:gd name="connsiteX327" fmla="*/ 39946 w 142030"/>
              <a:gd name="connsiteY327" fmla="*/ 397918 h 397680"/>
              <a:gd name="connsiteX328" fmla="*/ 39946 w 142030"/>
              <a:gd name="connsiteY328" fmla="*/ 397918 h 397680"/>
              <a:gd name="connsiteX329" fmla="*/ 38467 w 142030"/>
              <a:gd name="connsiteY329" fmla="*/ 397918 h 397680"/>
              <a:gd name="connsiteX330" fmla="*/ 38467 w 142030"/>
              <a:gd name="connsiteY330" fmla="*/ 397918 h 397680"/>
              <a:gd name="connsiteX331" fmla="*/ 36987 w 142030"/>
              <a:gd name="connsiteY331" fmla="*/ 397918 h 397680"/>
              <a:gd name="connsiteX332" fmla="*/ 36987 w 142030"/>
              <a:gd name="connsiteY332" fmla="*/ 397918 h 397680"/>
              <a:gd name="connsiteX333" fmla="*/ 35508 w 142030"/>
              <a:gd name="connsiteY333" fmla="*/ 397918 h 397680"/>
              <a:gd name="connsiteX334" fmla="*/ 35508 w 142030"/>
              <a:gd name="connsiteY334" fmla="*/ 397918 h 397680"/>
              <a:gd name="connsiteX335" fmla="*/ 34028 w 142030"/>
              <a:gd name="connsiteY335" fmla="*/ 397918 h 397680"/>
              <a:gd name="connsiteX336" fmla="*/ 34028 w 142030"/>
              <a:gd name="connsiteY336" fmla="*/ 397918 h 397680"/>
              <a:gd name="connsiteX337" fmla="*/ 32549 w 142030"/>
              <a:gd name="connsiteY337" fmla="*/ 397918 h 397680"/>
              <a:gd name="connsiteX338" fmla="*/ 32549 w 142030"/>
              <a:gd name="connsiteY338" fmla="*/ 397918 h 397680"/>
              <a:gd name="connsiteX339" fmla="*/ 31069 w 142030"/>
              <a:gd name="connsiteY339" fmla="*/ 397918 h 397680"/>
              <a:gd name="connsiteX340" fmla="*/ 31069 w 142030"/>
              <a:gd name="connsiteY340" fmla="*/ 397918 h 397680"/>
              <a:gd name="connsiteX341" fmla="*/ 29590 w 142030"/>
              <a:gd name="connsiteY341" fmla="*/ 397918 h 397680"/>
              <a:gd name="connsiteX342" fmla="*/ 29590 w 142030"/>
              <a:gd name="connsiteY342" fmla="*/ 397918 h 397680"/>
              <a:gd name="connsiteX343" fmla="*/ 28110 w 142030"/>
              <a:gd name="connsiteY343" fmla="*/ 397918 h 397680"/>
              <a:gd name="connsiteX344" fmla="*/ 28110 w 142030"/>
              <a:gd name="connsiteY344" fmla="*/ 397918 h 397680"/>
              <a:gd name="connsiteX345" fmla="*/ 26631 w 142030"/>
              <a:gd name="connsiteY345" fmla="*/ 397918 h 397680"/>
              <a:gd name="connsiteX346" fmla="*/ 26631 w 142030"/>
              <a:gd name="connsiteY346" fmla="*/ 397918 h 397680"/>
              <a:gd name="connsiteX347" fmla="*/ 25151 w 142030"/>
              <a:gd name="connsiteY347" fmla="*/ 397918 h 397680"/>
              <a:gd name="connsiteX348" fmla="*/ 25151 w 142030"/>
              <a:gd name="connsiteY348" fmla="*/ 397918 h 397680"/>
              <a:gd name="connsiteX349" fmla="*/ 23672 w 142030"/>
              <a:gd name="connsiteY349" fmla="*/ 397918 h 397680"/>
              <a:gd name="connsiteX350" fmla="*/ 23672 w 142030"/>
              <a:gd name="connsiteY350" fmla="*/ 397918 h 397680"/>
              <a:gd name="connsiteX351" fmla="*/ 22192 w 142030"/>
              <a:gd name="connsiteY351" fmla="*/ 397918 h 397680"/>
              <a:gd name="connsiteX352" fmla="*/ 22192 w 142030"/>
              <a:gd name="connsiteY352" fmla="*/ 397918 h 397680"/>
              <a:gd name="connsiteX353" fmla="*/ 20713 w 142030"/>
              <a:gd name="connsiteY353" fmla="*/ 397918 h 397680"/>
              <a:gd name="connsiteX354" fmla="*/ 20713 w 142030"/>
              <a:gd name="connsiteY354" fmla="*/ 397918 h 397680"/>
              <a:gd name="connsiteX355" fmla="*/ 19233 w 142030"/>
              <a:gd name="connsiteY355" fmla="*/ 397918 h 397680"/>
              <a:gd name="connsiteX356" fmla="*/ 19233 w 142030"/>
              <a:gd name="connsiteY356" fmla="*/ 397918 h 397680"/>
              <a:gd name="connsiteX357" fmla="*/ 17754 w 142030"/>
              <a:gd name="connsiteY357" fmla="*/ 397918 h 397680"/>
              <a:gd name="connsiteX358" fmla="*/ 17754 w 142030"/>
              <a:gd name="connsiteY358" fmla="*/ 397918 h 397680"/>
              <a:gd name="connsiteX359" fmla="*/ 16274 w 142030"/>
              <a:gd name="connsiteY359" fmla="*/ 397918 h 397680"/>
              <a:gd name="connsiteX360" fmla="*/ 16274 w 142030"/>
              <a:gd name="connsiteY360" fmla="*/ 397918 h 397680"/>
              <a:gd name="connsiteX361" fmla="*/ 14795 w 142030"/>
              <a:gd name="connsiteY361" fmla="*/ 397918 h 397680"/>
              <a:gd name="connsiteX362" fmla="*/ 14795 w 142030"/>
              <a:gd name="connsiteY362" fmla="*/ 397918 h 397680"/>
              <a:gd name="connsiteX363" fmla="*/ 13315 w 142030"/>
              <a:gd name="connsiteY363" fmla="*/ 397918 h 397680"/>
              <a:gd name="connsiteX364" fmla="*/ 13315 w 142030"/>
              <a:gd name="connsiteY364" fmla="*/ 397918 h 397680"/>
              <a:gd name="connsiteX365" fmla="*/ 11836 w 142030"/>
              <a:gd name="connsiteY365" fmla="*/ 397918 h 397680"/>
              <a:gd name="connsiteX366" fmla="*/ 11836 w 142030"/>
              <a:gd name="connsiteY366" fmla="*/ 397918 h 397680"/>
              <a:gd name="connsiteX367" fmla="*/ 10356 w 142030"/>
              <a:gd name="connsiteY367" fmla="*/ 397918 h 397680"/>
              <a:gd name="connsiteX368" fmla="*/ 10356 w 142030"/>
              <a:gd name="connsiteY368" fmla="*/ 397918 h 397680"/>
              <a:gd name="connsiteX369" fmla="*/ 8877 w 142030"/>
              <a:gd name="connsiteY369" fmla="*/ 397918 h 397680"/>
              <a:gd name="connsiteX370" fmla="*/ 8877 w 142030"/>
              <a:gd name="connsiteY370" fmla="*/ 397918 h 397680"/>
              <a:gd name="connsiteX371" fmla="*/ 7397 w 142030"/>
              <a:gd name="connsiteY371" fmla="*/ 397918 h 397680"/>
              <a:gd name="connsiteX372" fmla="*/ 7397 w 142030"/>
              <a:gd name="connsiteY372" fmla="*/ 397918 h 397680"/>
              <a:gd name="connsiteX373" fmla="*/ 5918 w 142030"/>
              <a:gd name="connsiteY373" fmla="*/ 397918 h 397680"/>
              <a:gd name="connsiteX374" fmla="*/ 5918 w 142030"/>
              <a:gd name="connsiteY374" fmla="*/ 397918 h 397680"/>
              <a:gd name="connsiteX375" fmla="*/ 4438 w 142030"/>
              <a:gd name="connsiteY375" fmla="*/ 397918 h 397680"/>
              <a:gd name="connsiteX376" fmla="*/ 4438 w 142030"/>
              <a:gd name="connsiteY376" fmla="*/ 397918 h 397680"/>
              <a:gd name="connsiteX377" fmla="*/ 2959 w 142030"/>
              <a:gd name="connsiteY377" fmla="*/ 397918 h 397680"/>
              <a:gd name="connsiteX378" fmla="*/ 2959 w 142030"/>
              <a:gd name="connsiteY378" fmla="*/ 397918 h 397680"/>
              <a:gd name="connsiteX379" fmla="*/ 1479 w 142030"/>
              <a:gd name="connsiteY379" fmla="*/ 397918 h 397680"/>
              <a:gd name="connsiteX380" fmla="*/ 1479 w 142030"/>
              <a:gd name="connsiteY380" fmla="*/ 397918 h 397680"/>
              <a:gd name="connsiteX381" fmla="*/ 0 w 142030"/>
              <a:gd name="connsiteY381" fmla="*/ 397918 h 39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</a:cxnLst>
            <a:rect l="l" t="t" r="r" b="b"/>
            <a:pathLst>
              <a:path w="142030" h="397680">
                <a:moveTo>
                  <a:pt x="0" y="397918"/>
                </a:moveTo>
                <a:lnTo>
                  <a:pt x="0" y="390351"/>
                </a:lnTo>
                <a:lnTo>
                  <a:pt x="1479" y="390351"/>
                </a:lnTo>
                <a:lnTo>
                  <a:pt x="1479" y="384903"/>
                </a:lnTo>
                <a:lnTo>
                  <a:pt x="2959" y="384903"/>
                </a:lnTo>
                <a:lnTo>
                  <a:pt x="2959" y="379122"/>
                </a:lnTo>
                <a:lnTo>
                  <a:pt x="4438" y="379122"/>
                </a:lnTo>
                <a:lnTo>
                  <a:pt x="4438" y="373002"/>
                </a:lnTo>
                <a:lnTo>
                  <a:pt x="5918" y="373002"/>
                </a:lnTo>
                <a:lnTo>
                  <a:pt x="5918" y="366538"/>
                </a:lnTo>
                <a:lnTo>
                  <a:pt x="7397" y="366538"/>
                </a:lnTo>
                <a:lnTo>
                  <a:pt x="7397" y="359725"/>
                </a:lnTo>
                <a:lnTo>
                  <a:pt x="8877" y="359725"/>
                </a:lnTo>
                <a:lnTo>
                  <a:pt x="8877" y="352561"/>
                </a:lnTo>
                <a:lnTo>
                  <a:pt x="10356" y="352561"/>
                </a:lnTo>
                <a:lnTo>
                  <a:pt x="10356" y="345045"/>
                </a:lnTo>
                <a:lnTo>
                  <a:pt x="11836" y="345045"/>
                </a:lnTo>
                <a:lnTo>
                  <a:pt x="11836" y="337178"/>
                </a:lnTo>
                <a:lnTo>
                  <a:pt x="13315" y="337178"/>
                </a:lnTo>
                <a:lnTo>
                  <a:pt x="13315" y="328964"/>
                </a:lnTo>
                <a:lnTo>
                  <a:pt x="14795" y="328964"/>
                </a:lnTo>
                <a:lnTo>
                  <a:pt x="14795" y="320408"/>
                </a:lnTo>
                <a:lnTo>
                  <a:pt x="16274" y="320408"/>
                </a:lnTo>
                <a:lnTo>
                  <a:pt x="16274" y="311516"/>
                </a:lnTo>
                <a:lnTo>
                  <a:pt x="17754" y="311516"/>
                </a:lnTo>
                <a:lnTo>
                  <a:pt x="17754" y="302298"/>
                </a:lnTo>
                <a:lnTo>
                  <a:pt x="19233" y="302298"/>
                </a:lnTo>
                <a:lnTo>
                  <a:pt x="19233" y="292767"/>
                </a:lnTo>
                <a:lnTo>
                  <a:pt x="20713" y="292767"/>
                </a:lnTo>
                <a:lnTo>
                  <a:pt x="20713" y="282937"/>
                </a:lnTo>
                <a:lnTo>
                  <a:pt x="22192" y="282937"/>
                </a:lnTo>
                <a:lnTo>
                  <a:pt x="22192" y="272824"/>
                </a:lnTo>
                <a:lnTo>
                  <a:pt x="23672" y="272824"/>
                </a:lnTo>
                <a:lnTo>
                  <a:pt x="23672" y="262450"/>
                </a:lnTo>
                <a:lnTo>
                  <a:pt x="25151" y="262450"/>
                </a:lnTo>
                <a:lnTo>
                  <a:pt x="25151" y="251834"/>
                </a:lnTo>
                <a:lnTo>
                  <a:pt x="26631" y="251834"/>
                </a:lnTo>
                <a:lnTo>
                  <a:pt x="26631" y="241002"/>
                </a:lnTo>
                <a:lnTo>
                  <a:pt x="28110" y="241002"/>
                </a:lnTo>
                <a:lnTo>
                  <a:pt x="28110" y="229981"/>
                </a:lnTo>
                <a:lnTo>
                  <a:pt x="29590" y="229981"/>
                </a:lnTo>
                <a:lnTo>
                  <a:pt x="29590" y="218801"/>
                </a:lnTo>
                <a:lnTo>
                  <a:pt x="31069" y="218801"/>
                </a:lnTo>
                <a:lnTo>
                  <a:pt x="31069" y="207492"/>
                </a:lnTo>
                <a:lnTo>
                  <a:pt x="32549" y="207492"/>
                </a:lnTo>
                <a:lnTo>
                  <a:pt x="32549" y="196090"/>
                </a:lnTo>
                <a:lnTo>
                  <a:pt x="34028" y="196090"/>
                </a:lnTo>
                <a:lnTo>
                  <a:pt x="34028" y="184630"/>
                </a:lnTo>
                <a:lnTo>
                  <a:pt x="35508" y="184630"/>
                </a:lnTo>
                <a:lnTo>
                  <a:pt x="35508" y="173151"/>
                </a:lnTo>
                <a:lnTo>
                  <a:pt x="36987" y="173151"/>
                </a:lnTo>
                <a:lnTo>
                  <a:pt x="36987" y="161692"/>
                </a:lnTo>
                <a:lnTo>
                  <a:pt x="38467" y="161692"/>
                </a:lnTo>
                <a:lnTo>
                  <a:pt x="38467" y="150294"/>
                </a:lnTo>
                <a:lnTo>
                  <a:pt x="39946" y="150294"/>
                </a:lnTo>
                <a:lnTo>
                  <a:pt x="39946" y="139001"/>
                </a:lnTo>
                <a:lnTo>
                  <a:pt x="41425" y="139001"/>
                </a:lnTo>
                <a:lnTo>
                  <a:pt x="41425" y="127856"/>
                </a:lnTo>
                <a:lnTo>
                  <a:pt x="42905" y="127856"/>
                </a:lnTo>
                <a:lnTo>
                  <a:pt x="42905" y="116904"/>
                </a:lnTo>
                <a:lnTo>
                  <a:pt x="44384" y="116904"/>
                </a:lnTo>
                <a:lnTo>
                  <a:pt x="44384" y="106190"/>
                </a:lnTo>
                <a:lnTo>
                  <a:pt x="45864" y="106190"/>
                </a:lnTo>
                <a:lnTo>
                  <a:pt x="45864" y="95759"/>
                </a:lnTo>
                <a:lnTo>
                  <a:pt x="47343" y="95759"/>
                </a:lnTo>
                <a:lnTo>
                  <a:pt x="47343" y="85656"/>
                </a:lnTo>
                <a:lnTo>
                  <a:pt x="48823" y="85656"/>
                </a:lnTo>
                <a:lnTo>
                  <a:pt x="48823" y="75926"/>
                </a:lnTo>
                <a:lnTo>
                  <a:pt x="50302" y="75926"/>
                </a:lnTo>
                <a:lnTo>
                  <a:pt x="50302" y="66613"/>
                </a:lnTo>
                <a:lnTo>
                  <a:pt x="51782" y="66613"/>
                </a:lnTo>
                <a:lnTo>
                  <a:pt x="51782" y="57761"/>
                </a:lnTo>
                <a:lnTo>
                  <a:pt x="53261" y="57761"/>
                </a:lnTo>
                <a:lnTo>
                  <a:pt x="53261" y="49410"/>
                </a:lnTo>
                <a:lnTo>
                  <a:pt x="54741" y="49410"/>
                </a:lnTo>
                <a:lnTo>
                  <a:pt x="54741" y="41601"/>
                </a:lnTo>
                <a:lnTo>
                  <a:pt x="56220" y="41601"/>
                </a:lnTo>
                <a:lnTo>
                  <a:pt x="56220" y="34371"/>
                </a:lnTo>
                <a:lnTo>
                  <a:pt x="57700" y="34371"/>
                </a:lnTo>
                <a:lnTo>
                  <a:pt x="57700" y="27756"/>
                </a:lnTo>
                <a:lnTo>
                  <a:pt x="59179" y="27756"/>
                </a:lnTo>
                <a:lnTo>
                  <a:pt x="59179" y="21789"/>
                </a:lnTo>
                <a:lnTo>
                  <a:pt x="60659" y="21789"/>
                </a:lnTo>
                <a:lnTo>
                  <a:pt x="60659" y="16499"/>
                </a:lnTo>
                <a:lnTo>
                  <a:pt x="62138" y="16499"/>
                </a:lnTo>
                <a:lnTo>
                  <a:pt x="62138" y="11913"/>
                </a:lnTo>
                <a:lnTo>
                  <a:pt x="63618" y="11913"/>
                </a:lnTo>
                <a:lnTo>
                  <a:pt x="63618" y="8055"/>
                </a:lnTo>
                <a:lnTo>
                  <a:pt x="65097" y="8055"/>
                </a:lnTo>
                <a:lnTo>
                  <a:pt x="65097" y="4944"/>
                </a:lnTo>
                <a:lnTo>
                  <a:pt x="66577" y="4944"/>
                </a:lnTo>
                <a:lnTo>
                  <a:pt x="66577" y="2597"/>
                </a:lnTo>
                <a:lnTo>
                  <a:pt x="68056" y="2597"/>
                </a:lnTo>
                <a:lnTo>
                  <a:pt x="68056" y="1025"/>
                </a:lnTo>
                <a:lnTo>
                  <a:pt x="69536" y="1025"/>
                </a:lnTo>
                <a:lnTo>
                  <a:pt x="69536" y="238"/>
                </a:lnTo>
                <a:lnTo>
                  <a:pt x="72495" y="238"/>
                </a:lnTo>
                <a:lnTo>
                  <a:pt x="72495" y="1025"/>
                </a:lnTo>
                <a:lnTo>
                  <a:pt x="73974" y="1025"/>
                </a:lnTo>
                <a:lnTo>
                  <a:pt x="73974" y="2597"/>
                </a:lnTo>
                <a:lnTo>
                  <a:pt x="75454" y="2597"/>
                </a:lnTo>
                <a:lnTo>
                  <a:pt x="75454" y="4944"/>
                </a:lnTo>
                <a:lnTo>
                  <a:pt x="76933" y="4944"/>
                </a:lnTo>
                <a:lnTo>
                  <a:pt x="76933" y="8055"/>
                </a:lnTo>
                <a:lnTo>
                  <a:pt x="78413" y="8055"/>
                </a:lnTo>
                <a:lnTo>
                  <a:pt x="78413" y="11913"/>
                </a:lnTo>
                <a:lnTo>
                  <a:pt x="79892" y="11913"/>
                </a:lnTo>
                <a:lnTo>
                  <a:pt x="79892" y="16499"/>
                </a:lnTo>
                <a:lnTo>
                  <a:pt x="81371" y="16499"/>
                </a:lnTo>
                <a:lnTo>
                  <a:pt x="81371" y="21789"/>
                </a:lnTo>
                <a:lnTo>
                  <a:pt x="82851" y="21789"/>
                </a:lnTo>
                <a:lnTo>
                  <a:pt x="82851" y="27756"/>
                </a:lnTo>
                <a:lnTo>
                  <a:pt x="84330" y="27756"/>
                </a:lnTo>
                <a:lnTo>
                  <a:pt x="84330" y="34371"/>
                </a:lnTo>
                <a:lnTo>
                  <a:pt x="85810" y="34371"/>
                </a:lnTo>
                <a:lnTo>
                  <a:pt x="85810" y="41601"/>
                </a:lnTo>
                <a:lnTo>
                  <a:pt x="87289" y="41601"/>
                </a:lnTo>
                <a:lnTo>
                  <a:pt x="87289" y="49410"/>
                </a:lnTo>
                <a:lnTo>
                  <a:pt x="88769" y="49410"/>
                </a:lnTo>
                <a:lnTo>
                  <a:pt x="88769" y="57761"/>
                </a:lnTo>
                <a:lnTo>
                  <a:pt x="90248" y="57761"/>
                </a:lnTo>
                <a:lnTo>
                  <a:pt x="90248" y="66613"/>
                </a:lnTo>
                <a:lnTo>
                  <a:pt x="91728" y="66613"/>
                </a:lnTo>
                <a:lnTo>
                  <a:pt x="91728" y="75926"/>
                </a:lnTo>
                <a:lnTo>
                  <a:pt x="93207" y="75926"/>
                </a:lnTo>
                <a:lnTo>
                  <a:pt x="93207" y="85656"/>
                </a:lnTo>
                <a:lnTo>
                  <a:pt x="94687" y="85656"/>
                </a:lnTo>
                <a:lnTo>
                  <a:pt x="94687" y="95759"/>
                </a:lnTo>
                <a:lnTo>
                  <a:pt x="96166" y="95759"/>
                </a:lnTo>
                <a:lnTo>
                  <a:pt x="96166" y="106190"/>
                </a:lnTo>
                <a:lnTo>
                  <a:pt x="97646" y="106190"/>
                </a:lnTo>
                <a:lnTo>
                  <a:pt x="97646" y="116904"/>
                </a:lnTo>
                <a:lnTo>
                  <a:pt x="99125" y="116904"/>
                </a:lnTo>
                <a:lnTo>
                  <a:pt x="99125" y="127856"/>
                </a:lnTo>
                <a:lnTo>
                  <a:pt x="100605" y="127856"/>
                </a:lnTo>
                <a:lnTo>
                  <a:pt x="100605" y="139001"/>
                </a:lnTo>
                <a:lnTo>
                  <a:pt x="102084" y="139001"/>
                </a:lnTo>
                <a:lnTo>
                  <a:pt x="102084" y="150294"/>
                </a:lnTo>
                <a:lnTo>
                  <a:pt x="103564" y="150294"/>
                </a:lnTo>
                <a:lnTo>
                  <a:pt x="103564" y="161692"/>
                </a:lnTo>
                <a:lnTo>
                  <a:pt x="105043" y="161692"/>
                </a:lnTo>
                <a:lnTo>
                  <a:pt x="105043" y="173151"/>
                </a:lnTo>
                <a:lnTo>
                  <a:pt x="106523" y="173151"/>
                </a:lnTo>
                <a:lnTo>
                  <a:pt x="106523" y="184630"/>
                </a:lnTo>
                <a:lnTo>
                  <a:pt x="108002" y="184630"/>
                </a:lnTo>
                <a:lnTo>
                  <a:pt x="108002" y="196090"/>
                </a:lnTo>
                <a:lnTo>
                  <a:pt x="109482" y="196090"/>
                </a:lnTo>
                <a:lnTo>
                  <a:pt x="109482" y="207492"/>
                </a:lnTo>
                <a:lnTo>
                  <a:pt x="110961" y="207492"/>
                </a:lnTo>
                <a:lnTo>
                  <a:pt x="110961" y="218801"/>
                </a:lnTo>
                <a:lnTo>
                  <a:pt x="112441" y="218801"/>
                </a:lnTo>
                <a:lnTo>
                  <a:pt x="112441" y="229981"/>
                </a:lnTo>
                <a:lnTo>
                  <a:pt x="113920" y="229981"/>
                </a:lnTo>
                <a:lnTo>
                  <a:pt x="113920" y="241002"/>
                </a:lnTo>
                <a:lnTo>
                  <a:pt x="115400" y="241002"/>
                </a:lnTo>
                <a:lnTo>
                  <a:pt x="115400" y="251834"/>
                </a:lnTo>
                <a:lnTo>
                  <a:pt x="116879" y="251834"/>
                </a:lnTo>
                <a:lnTo>
                  <a:pt x="116879" y="262450"/>
                </a:lnTo>
                <a:lnTo>
                  <a:pt x="118359" y="262450"/>
                </a:lnTo>
                <a:lnTo>
                  <a:pt x="118359" y="272824"/>
                </a:lnTo>
                <a:lnTo>
                  <a:pt x="119838" y="272824"/>
                </a:lnTo>
                <a:lnTo>
                  <a:pt x="119838" y="282937"/>
                </a:lnTo>
                <a:lnTo>
                  <a:pt x="121317" y="282937"/>
                </a:lnTo>
                <a:lnTo>
                  <a:pt x="121317" y="292767"/>
                </a:lnTo>
                <a:lnTo>
                  <a:pt x="122797" y="292767"/>
                </a:lnTo>
                <a:lnTo>
                  <a:pt x="122797" y="302298"/>
                </a:lnTo>
                <a:lnTo>
                  <a:pt x="124276" y="302298"/>
                </a:lnTo>
                <a:lnTo>
                  <a:pt x="124276" y="311516"/>
                </a:lnTo>
                <a:lnTo>
                  <a:pt x="125756" y="311516"/>
                </a:lnTo>
                <a:lnTo>
                  <a:pt x="125756" y="320408"/>
                </a:lnTo>
                <a:lnTo>
                  <a:pt x="127235" y="320408"/>
                </a:lnTo>
                <a:lnTo>
                  <a:pt x="127235" y="328964"/>
                </a:lnTo>
                <a:lnTo>
                  <a:pt x="128715" y="328964"/>
                </a:lnTo>
                <a:lnTo>
                  <a:pt x="128715" y="337178"/>
                </a:lnTo>
                <a:lnTo>
                  <a:pt x="130194" y="337178"/>
                </a:lnTo>
                <a:lnTo>
                  <a:pt x="130194" y="345045"/>
                </a:lnTo>
                <a:lnTo>
                  <a:pt x="131674" y="345045"/>
                </a:lnTo>
                <a:lnTo>
                  <a:pt x="131674" y="352561"/>
                </a:lnTo>
                <a:lnTo>
                  <a:pt x="133153" y="352561"/>
                </a:lnTo>
                <a:lnTo>
                  <a:pt x="133153" y="359725"/>
                </a:lnTo>
                <a:lnTo>
                  <a:pt x="134633" y="359725"/>
                </a:lnTo>
                <a:lnTo>
                  <a:pt x="134633" y="366538"/>
                </a:lnTo>
                <a:lnTo>
                  <a:pt x="136112" y="366538"/>
                </a:lnTo>
                <a:lnTo>
                  <a:pt x="136112" y="373002"/>
                </a:lnTo>
                <a:lnTo>
                  <a:pt x="137592" y="373002"/>
                </a:lnTo>
                <a:lnTo>
                  <a:pt x="137592" y="379122"/>
                </a:lnTo>
                <a:lnTo>
                  <a:pt x="139071" y="379122"/>
                </a:lnTo>
                <a:lnTo>
                  <a:pt x="139071" y="384903"/>
                </a:lnTo>
                <a:lnTo>
                  <a:pt x="140551" y="384903"/>
                </a:lnTo>
                <a:lnTo>
                  <a:pt x="140551" y="390351"/>
                </a:lnTo>
                <a:lnTo>
                  <a:pt x="142030" y="390351"/>
                </a:lnTo>
                <a:lnTo>
                  <a:pt x="142030" y="397918"/>
                </a:lnTo>
                <a:lnTo>
                  <a:pt x="142030" y="397918"/>
                </a:lnTo>
                <a:lnTo>
                  <a:pt x="140551" y="397918"/>
                </a:lnTo>
                <a:lnTo>
                  <a:pt x="140551" y="397918"/>
                </a:lnTo>
                <a:lnTo>
                  <a:pt x="139071" y="397918"/>
                </a:lnTo>
                <a:lnTo>
                  <a:pt x="139071" y="397918"/>
                </a:lnTo>
                <a:lnTo>
                  <a:pt x="137592" y="397918"/>
                </a:lnTo>
                <a:lnTo>
                  <a:pt x="137592" y="397918"/>
                </a:lnTo>
                <a:lnTo>
                  <a:pt x="136112" y="397918"/>
                </a:lnTo>
                <a:lnTo>
                  <a:pt x="136112" y="397918"/>
                </a:lnTo>
                <a:lnTo>
                  <a:pt x="134633" y="397918"/>
                </a:lnTo>
                <a:lnTo>
                  <a:pt x="134633" y="397918"/>
                </a:lnTo>
                <a:lnTo>
                  <a:pt x="133153" y="397918"/>
                </a:lnTo>
                <a:lnTo>
                  <a:pt x="133153" y="397918"/>
                </a:lnTo>
                <a:lnTo>
                  <a:pt x="131674" y="397918"/>
                </a:lnTo>
                <a:lnTo>
                  <a:pt x="131674" y="397918"/>
                </a:lnTo>
                <a:lnTo>
                  <a:pt x="130194" y="397918"/>
                </a:lnTo>
                <a:lnTo>
                  <a:pt x="130194" y="397918"/>
                </a:lnTo>
                <a:lnTo>
                  <a:pt x="128715" y="397918"/>
                </a:lnTo>
                <a:lnTo>
                  <a:pt x="128715" y="397918"/>
                </a:lnTo>
                <a:lnTo>
                  <a:pt x="127235" y="397918"/>
                </a:lnTo>
                <a:lnTo>
                  <a:pt x="127235" y="397918"/>
                </a:lnTo>
                <a:lnTo>
                  <a:pt x="125756" y="397918"/>
                </a:lnTo>
                <a:lnTo>
                  <a:pt x="125756" y="397918"/>
                </a:lnTo>
                <a:lnTo>
                  <a:pt x="124276" y="397918"/>
                </a:lnTo>
                <a:lnTo>
                  <a:pt x="124276" y="397918"/>
                </a:lnTo>
                <a:lnTo>
                  <a:pt x="122797" y="397918"/>
                </a:lnTo>
                <a:lnTo>
                  <a:pt x="122797" y="397918"/>
                </a:lnTo>
                <a:lnTo>
                  <a:pt x="121317" y="397918"/>
                </a:lnTo>
                <a:lnTo>
                  <a:pt x="121317" y="397918"/>
                </a:lnTo>
                <a:lnTo>
                  <a:pt x="119838" y="397918"/>
                </a:lnTo>
                <a:lnTo>
                  <a:pt x="119838" y="397918"/>
                </a:lnTo>
                <a:lnTo>
                  <a:pt x="118359" y="397918"/>
                </a:lnTo>
                <a:lnTo>
                  <a:pt x="118359" y="397918"/>
                </a:lnTo>
                <a:lnTo>
                  <a:pt x="116879" y="397918"/>
                </a:lnTo>
                <a:lnTo>
                  <a:pt x="116879" y="397918"/>
                </a:lnTo>
                <a:lnTo>
                  <a:pt x="115400" y="397918"/>
                </a:lnTo>
                <a:lnTo>
                  <a:pt x="115400" y="397918"/>
                </a:lnTo>
                <a:lnTo>
                  <a:pt x="113920" y="397918"/>
                </a:lnTo>
                <a:lnTo>
                  <a:pt x="113920" y="397918"/>
                </a:lnTo>
                <a:lnTo>
                  <a:pt x="112441" y="397918"/>
                </a:lnTo>
                <a:lnTo>
                  <a:pt x="112441" y="397918"/>
                </a:lnTo>
                <a:lnTo>
                  <a:pt x="110961" y="397918"/>
                </a:lnTo>
                <a:lnTo>
                  <a:pt x="110961" y="397918"/>
                </a:lnTo>
                <a:lnTo>
                  <a:pt x="109482" y="397918"/>
                </a:lnTo>
                <a:lnTo>
                  <a:pt x="109482" y="397918"/>
                </a:lnTo>
                <a:lnTo>
                  <a:pt x="108002" y="397918"/>
                </a:lnTo>
                <a:lnTo>
                  <a:pt x="108002" y="397918"/>
                </a:lnTo>
                <a:lnTo>
                  <a:pt x="106523" y="397918"/>
                </a:lnTo>
                <a:lnTo>
                  <a:pt x="106523" y="397918"/>
                </a:lnTo>
                <a:lnTo>
                  <a:pt x="105043" y="397918"/>
                </a:lnTo>
                <a:lnTo>
                  <a:pt x="105043" y="397918"/>
                </a:lnTo>
                <a:lnTo>
                  <a:pt x="103564" y="397918"/>
                </a:lnTo>
                <a:lnTo>
                  <a:pt x="103564" y="397918"/>
                </a:lnTo>
                <a:lnTo>
                  <a:pt x="102084" y="397918"/>
                </a:lnTo>
                <a:lnTo>
                  <a:pt x="102084" y="397918"/>
                </a:lnTo>
                <a:lnTo>
                  <a:pt x="100605" y="397918"/>
                </a:lnTo>
                <a:lnTo>
                  <a:pt x="100605" y="397918"/>
                </a:lnTo>
                <a:lnTo>
                  <a:pt x="99125" y="397918"/>
                </a:lnTo>
                <a:lnTo>
                  <a:pt x="99125" y="397918"/>
                </a:lnTo>
                <a:lnTo>
                  <a:pt x="97646" y="397918"/>
                </a:lnTo>
                <a:lnTo>
                  <a:pt x="97646" y="397918"/>
                </a:lnTo>
                <a:lnTo>
                  <a:pt x="96166" y="397918"/>
                </a:lnTo>
                <a:lnTo>
                  <a:pt x="96166" y="397918"/>
                </a:lnTo>
                <a:lnTo>
                  <a:pt x="94687" y="397918"/>
                </a:lnTo>
                <a:lnTo>
                  <a:pt x="94687" y="397918"/>
                </a:lnTo>
                <a:lnTo>
                  <a:pt x="93207" y="397918"/>
                </a:lnTo>
                <a:lnTo>
                  <a:pt x="93207" y="397918"/>
                </a:lnTo>
                <a:lnTo>
                  <a:pt x="91728" y="397918"/>
                </a:lnTo>
                <a:lnTo>
                  <a:pt x="91728" y="397918"/>
                </a:lnTo>
                <a:lnTo>
                  <a:pt x="90248" y="397918"/>
                </a:lnTo>
                <a:lnTo>
                  <a:pt x="90248" y="397918"/>
                </a:lnTo>
                <a:lnTo>
                  <a:pt x="88769" y="397918"/>
                </a:lnTo>
                <a:lnTo>
                  <a:pt x="88769" y="397918"/>
                </a:lnTo>
                <a:lnTo>
                  <a:pt x="87289" y="397918"/>
                </a:lnTo>
                <a:lnTo>
                  <a:pt x="87289" y="397918"/>
                </a:lnTo>
                <a:lnTo>
                  <a:pt x="85810" y="397918"/>
                </a:lnTo>
                <a:lnTo>
                  <a:pt x="85810" y="397918"/>
                </a:lnTo>
                <a:lnTo>
                  <a:pt x="84330" y="397918"/>
                </a:lnTo>
                <a:lnTo>
                  <a:pt x="84330" y="397918"/>
                </a:lnTo>
                <a:lnTo>
                  <a:pt x="82851" y="397918"/>
                </a:lnTo>
                <a:lnTo>
                  <a:pt x="82851" y="397918"/>
                </a:lnTo>
                <a:lnTo>
                  <a:pt x="81371" y="397918"/>
                </a:lnTo>
                <a:lnTo>
                  <a:pt x="81371" y="397918"/>
                </a:lnTo>
                <a:lnTo>
                  <a:pt x="79892" y="397918"/>
                </a:lnTo>
                <a:lnTo>
                  <a:pt x="79892" y="397918"/>
                </a:lnTo>
                <a:lnTo>
                  <a:pt x="78413" y="397918"/>
                </a:lnTo>
                <a:lnTo>
                  <a:pt x="78413" y="397918"/>
                </a:lnTo>
                <a:lnTo>
                  <a:pt x="76933" y="397918"/>
                </a:lnTo>
                <a:lnTo>
                  <a:pt x="76933" y="397918"/>
                </a:lnTo>
                <a:lnTo>
                  <a:pt x="75454" y="397918"/>
                </a:lnTo>
                <a:lnTo>
                  <a:pt x="75454" y="397918"/>
                </a:lnTo>
                <a:lnTo>
                  <a:pt x="73974" y="397918"/>
                </a:lnTo>
                <a:lnTo>
                  <a:pt x="73974" y="397918"/>
                </a:lnTo>
                <a:lnTo>
                  <a:pt x="72495" y="397918"/>
                </a:lnTo>
                <a:lnTo>
                  <a:pt x="72495" y="397918"/>
                </a:lnTo>
                <a:lnTo>
                  <a:pt x="69536" y="397918"/>
                </a:lnTo>
                <a:lnTo>
                  <a:pt x="69536" y="397918"/>
                </a:lnTo>
                <a:lnTo>
                  <a:pt x="68056" y="397918"/>
                </a:lnTo>
                <a:lnTo>
                  <a:pt x="68056" y="397918"/>
                </a:lnTo>
                <a:lnTo>
                  <a:pt x="66577" y="397918"/>
                </a:lnTo>
                <a:lnTo>
                  <a:pt x="66577" y="397918"/>
                </a:lnTo>
                <a:lnTo>
                  <a:pt x="65097" y="397918"/>
                </a:lnTo>
                <a:lnTo>
                  <a:pt x="65097" y="397918"/>
                </a:lnTo>
                <a:lnTo>
                  <a:pt x="63618" y="397918"/>
                </a:lnTo>
                <a:lnTo>
                  <a:pt x="63618" y="397918"/>
                </a:lnTo>
                <a:lnTo>
                  <a:pt x="62138" y="397918"/>
                </a:lnTo>
                <a:lnTo>
                  <a:pt x="62138" y="397918"/>
                </a:lnTo>
                <a:lnTo>
                  <a:pt x="60659" y="397918"/>
                </a:lnTo>
                <a:lnTo>
                  <a:pt x="60659" y="397918"/>
                </a:lnTo>
                <a:lnTo>
                  <a:pt x="59179" y="397918"/>
                </a:lnTo>
                <a:lnTo>
                  <a:pt x="59179" y="397918"/>
                </a:lnTo>
                <a:lnTo>
                  <a:pt x="57700" y="397918"/>
                </a:lnTo>
                <a:lnTo>
                  <a:pt x="57700" y="397918"/>
                </a:lnTo>
                <a:lnTo>
                  <a:pt x="56220" y="397918"/>
                </a:lnTo>
                <a:lnTo>
                  <a:pt x="56220" y="397918"/>
                </a:lnTo>
                <a:lnTo>
                  <a:pt x="54741" y="397918"/>
                </a:lnTo>
                <a:lnTo>
                  <a:pt x="54741" y="397918"/>
                </a:lnTo>
                <a:lnTo>
                  <a:pt x="53261" y="397918"/>
                </a:lnTo>
                <a:lnTo>
                  <a:pt x="53261" y="397918"/>
                </a:lnTo>
                <a:lnTo>
                  <a:pt x="51782" y="397918"/>
                </a:lnTo>
                <a:lnTo>
                  <a:pt x="51782" y="397918"/>
                </a:lnTo>
                <a:lnTo>
                  <a:pt x="50302" y="397918"/>
                </a:lnTo>
                <a:lnTo>
                  <a:pt x="50302" y="397918"/>
                </a:lnTo>
                <a:lnTo>
                  <a:pt x="48823" y="397918"/>
                </a:lnTo>
                <a:lnTo>
                  <a:pt x="48823" y="397918"/>
                </a:lnTo>
                <a:lnTo>
                  <a:pt x="47343" y="397918"/>
                </a:lnTo>
                <a:lnTo>
                  <a:pt x="47343" y="397918"/>
                </a:lnTo>
                <a:lnTo>
                  <a:pt x="45864" y="397918"/>
                </a:lnTo>
                <a:lnTo>
                  <a:pt x="45864" y="397918"/>
                </a:lnTo>
                <a:lnTo>
                  <a:pt x="44384" y="397918"/>
                </a:lnTo>
                <a:lnTo>
                  <a:pt x="44384" y="397918"/>
                </a:lnTo>
                <a:lnTo>
                  <a:pt x="42905" y="397918"/>
                </a:lnTo>
                <a:lnTo>
                  <a:pt x="42905" y="397918"/>
                </a:lnTo>
                <a:lnTo>
                  <a:pt x="41425" y="397918"/>
                </a:lnTo>
                <a:lnTo>
                  <a:pt x="41425" y="397918"/>
                </a:lnTo>
                <a:lnTo>
                  <a:pt x="39946" y="397918"/>
                </a:lnTo>
                <a:lnTo>
                  <a:pt x="39946" y="397918"/>
                </a:lnTo>
                <a:lnTo>
                  <a:pt x="38467" y="397918"/>
                </a:lnTo>
                <a:lnTo>
                  <a:pt x="38467" y="397918"/>
                </a:lnTo>
                <a:lnTo>
                  <a:pt x="36987" y="397918"/>
                </a:lnTo>
                <a:lnTo>
                  <a:pt x="36987" y="397918"/>
                </a:lnTo>
                <a:lnTo>
                  <a:pt x="35508" y="397918"/>
                </a:lnTo>
                <a:lnTo>
                  <a:pt x="35508" y="397918"/>
                </a:lnTo>
                <a:lnTo>
                  <a:pt x="34028" y="397918"/>
                </a:lnTo>
                <a:lnTo>
                  <a:pt x="34028" y="397918"/>
                </a:lnTo>
                <a:lnTo>
                  <a:pt x="32549" y="397918"/>
                </a:lnTo>
                <a:lnTo>
                  <a:pt x="32549" y="397918"/>
                </a:lnTo>
                <a:lnTo>
                  <a:pt x="31069" y="397918"/>
                </a:lnTo>
                <a:lnTo>
                  <a:pt x="31069" y="397918"/>
                </a:lnTo>
                <a:lnTo>
                  <a:pt x="29590" y="397918"/>
                </a:lnTo>
                <a:lnTo>
                  <a:pt x="29590" y="397918"/>
                </a:lnTo>
                <a:lnTo>
                  <a:pt x="28110" y="397918"/>
                </a:lnTo>
                <a:lnTo>
                  <a:pt x="28110" y="397918"/>
                </a:lnTo>
                <a:lnTo>
                  <a:pt x="26631" y="397918"/>
                </a:lnTo>
                <a:lnTo>
                  <a:pt x="26631" y="397918"/>
                </a:lnTo>
                <a:lnTo>
                  <a:pt x="25151" y="397918"/>
                </a:lnTo>
                <a:lnTo>
                  <a:pt x="25151" y="397918"/>
                </a:lnTo>
                <a:lnTo>
                  <a:pt x="23672" y="397918"/>
                </a:lnTo>
                <a:lnTo>
                  <a:pt x="23672" y="397918"/>
                </a:lnTo>
                <a:lnTo>
                  <a:pt x="22192" y="397918"/>
                </a:lnTo>
                <a:lnTo>
                  <a:pt x="22192" y="397918"/>
                </a:lnTo>
                <a:lnTo>
                  <a:pt x="20713" y="397918"/>
                </a:lnTo>
                <a:lnTo>
                  <a:pt x="20713" y="397918"/>
                </a:lnTo>
                <a:lnTo>
                  <a:pt x="19233" y="397918"/>
                </a:lnTo>
                <a:lnTo>
                  <a:pt x="19233" y="397918"/>
                </a:lnTo>
                <a:lnTo>
                  <a:pt x="17754" y="397918"/>
                </a:lnTo>
                <a:lnTo>
                  <a:pt x="17754" y="397918"/>
                </a:lnTo>
                <a:lnTo>
                  <a:pt x="16274" y="397918"/>
                </a:lnTo>
                <a:lnTo>
                  <a:pt x="16274" y="397918"/>
                </a:lnTo>
                <a:lnTo>
                  <a:pt x="14795" y="397918"/>
                </a:lnTo>
                <a:lnTo>
                  <a:pt x="14795" y="397918"/>
                </a:lnTo>
                <a:lnTo>
                  <a:pt x="13315" y="397918"/>
                </a:lnTo>
                <a:lnTo>
                  <a:pt x="13315" y="397918"/>
                </a:lnTo>
                <a:lnTo>
                  <a:pt x="11836" y="397918"/>
                </a:lnTo>
                <a:lnTo>
                  <a:pt x="11836" y="397918"/>
                </a:lnTo>
                <a:lnTo>
                  <a:pt x="10356" y="397918"/>
                </a:lnTo>
                <a:lnTo>
                  <a:pt x="10356" y="397918"/>
                </a:lnTo>
                <a:lnTo>
                  <a:pt x="8877" y="397918"/>
                </a:lnTo>
                <a:lnTo>
                  <a:pt x="8877" y="397918"/>
                </a:lnTo>
                <a:lnTo>
                  <a:pt x="7397" y="397918"/>
                </a:lnTo>
                <a:lnTo>
                  <a:pt x="7397" y="397918"/>
                </a:lnTo>
                <a:lnTo>
                  <a:pt x="5918" y="397918"/>
                </a:lnTo>
                <a:lnTo>
                  <a:pt x="5918" y="397918"/>
                </a:lnTo>
                <a:lnTo>
                  <a:pt x="4438" y="397918"/>
                </a:lnTo>
                <a:lnTo>
                  <a:pt x="4438" y="397918"/>
                </a:lnTo>
                <a:lnTo>
                  <a:pt x="2959" y="397918"/>
                </a:lnTo>
                <a:lnTo>
                  <a:pt x="2959" y="397918"/>
                </a:lnTo>
                <a:lnTo>
                  <a:pt x="1479" y="397918"/>
                </a:lnTo>
                <a:lnTo>
                  <a:pt x="1479" y="397918"/>
                </a:lnTo>
                <a:lnTo>
                  <a:pt x="0" y="397918"/>
                </a:lnTo>
                <a:close/>
              </a:path>
            </a:pathLst>
          </a:custGeom>
          <a:solidFill>
            <a:srgbClr val="648FFF">
              <a:alpha val="30000"/>
            </a:srgbClr>
          </a:solidFill>
          <a:ln w="8070" cap="flat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05" name="任意形状 104">
            <a:extLst>
              <a:ext uri="{FF2B5EF4-FFF2-40B4-BE49-F238E27FC236}">
                <a16:creationId xmlns:a16="http://schemas.microsoft.com/office/drawing/2014/main" id="{ACA643C7-B6F4-4C43-8525-0FBC097BF531}"/>
              </a:ext>
            </a:extLst>
          </p:cNvPr>
          <p:cNvSpPr/>
          <p:nvPr/>
        </p:nvSpPr>
        <p:spPr>
          <a:xfrm>
            <a:off x="5815385" y="1935095"/>
            <a:ext cx="28959" cy="2331"/>
          </a:xfrm>
          <a:custGeom>
            <a:avLst/>
            <a:gdLst>
              <a:gd name="connsiteX0" fmla="*/ 0 w 142030"/>
              <a:gd name="connsiteY0" fmla="*/ 4814 h 9152"/>
              <a:gd name="connsiteX1" fmla="*/ 0 w 142030"/>
              <a:gd name="connsiteY1" fmla="*/ 5123 h 9152"/>
              <a:gd name="connsiteX2" fmla="*/ 1479 w 142030"/>
              <a:gd name="connsiteY2" fmla="*/ 5123 h 9152"/>
              <a:gd name="connsiteX3" fmla="*/ 1479 w 142030"/>
              <a:gd name="connsiteY3" fmla="*/ 5334 h 9152"/>
              <a:gd name="connsiteX4" fmla="*/ 2959 w 142030"/>
              <a:gd name="connsiteY4" fmla="*/ 5334 h 9152"/>
              <a:gd name="connsiteX5" fmla="*/ 2959 w 142030"/>
              <a:gd name="connsiteY5" fmla="*/ 5549 h 9152"/>
              <a:gd name="connsiteX6" fmla="*/ 4438 w 142030"/>
              <a:gd name="connsiteY6" fmla="*/ 5549 h 9152"/>
              <a:gd name="connsiteX7" fmla="*/ 4438 w 142030"/>
              <a:gd name="connsiteY7" fmla="*/ 5767 h 9152"/>
              <a:gd name="connsiteX8" fmla="*/ 5918 w 142030"/>
              <a:gd name="connsiteY8" fmla="*/ 5767 h 9152"/>
              <a:gd name="connsiteX9" fmla="*/ 5918 w 142030"/>
              <a:gd name="connsiteY9" fmla="*/ 5987 h 9152"/>
              <a:gd name="connsiteX10" fmla="*/ 7397 w 142030"/>
              <a:gd name="connsiteY10" fmla="*/ 5987 h 9152"/>
              <a:gd name="connsiteX11" fmla="*/ 7397 w 142030"/>
              <a:gd name="connsiteY11" fmla="*/ 6209 h 9152"/>
              <a:gd name="connsiteX12" fmla="*/ 8877 w 142030"/>
              <a:gd name="connsiteY12" fmla="*/ 6209 h 9152"/>
              <a:gd name="connsiteX13" fmla="*/ 8877 w 142030"/>
              <a:gd name="connsiteY13" fmla="*/ 6432 h 9152"/>
              <a:gd name="connsiteX14" fmla="*/ 10356 w 142030"/>
              <a:gd name="connsiteY14" fmla="*/ 6432 h 9152"/>
              <a:gd name="connsiteX15" fmla="*/ 10356 w 142030"/>
              <a:gd name="connsiteY15" fmla="*/ 6654 h 9152"/>
              <a:gd name="connsiteX16" fmla="*/ 11836 w 142030"/>
              <a:gd name="connsiteY16" fmla="*/ 6654 h 9152"/>
              <a:gd name="connsiteX17" fmla="*/ 11836 w 142030"/>
              <a:gd name="connsiteY17" fmla="*/ 6876 h 9152"/>
              <a:gd name="connsiteX18" fmla="*/ 13315 w 142030"/>
              <a:gd name="connsiteY18" fmla="*/ 6876 h 9152"/>
              <a:gd name="connsiteX19" fmla="*/ 13315 w 142030"/>
              <a:gd name="connsiteY19" fmla="*/ 7095 h 9152"/>
              <a:gd name="connsiteX20" fmla="*/ 14795 w 142030"/>
              <a:gd name="connsiteY20" fmla="*/ 7095 h 9152"/>
              <a:gd name="connsiteX21" fmla="*/ 14795 w 142030"/>
              <a:gd name="connsiteY21" fmla="*/ 7312 h 9152"/>
              <a:gd name="connsiteX22" fmla="*/ 16274 w 142030"/>
              <a:gd name="connsiteY22" fmla="*/ 7312 h 9152"/>
              <a:gd name="connsiteX23" fmla="*/ 16274 w 142030"/>
              <a:gd name="connsiteY23" fmla="*/ 7524 h 9152"/>
              <a:gd name="connsiteX24" fmla="*/ 17754 w 142030"/>
              <a:gd name="connsiteY24" fmla="*/ 7524 h 9152"/>
              <a:gd name="connsiteX25" fmla="*/ 17754 w 142030"/>
              <a:gd name="connsiteY25" fmla="*/ 7731 h 9152"/>
              <a:gd name="connsiteX26" fmla="*/ 19233 w 142030"/>
              <a:gd name="connsiteY26" fmla="*/ 7731 h 9152"/>
              <a:gd name="connsiteX27" fmla="*/ 19233 w 142030"/>
              <a:gd name="connsiteY27" fmla="*/ 7932 h 9152"/>
              <a:gd name="connsiteX28" fmla="*/ 20713 w 142030"/>
              <a:gd name="connsiteY28" fmla="*/ 7932 h 9152"/>
              <a:gd name="connsiteX29" fmla="*/ 20713 w 142030"/>
              <a:gd name="connsiteY29" fmla="*/ 8124 h 9152"/>
              <a:gd name="connsiteX30" fmla="*/ 22192 w 142030"/>
              <a:gd name="connsiteY30" fmla="*/ 8124 h 9152"/>
              <a:gd name="connsiteX31" fmla="*/ 22192 w 142030"/>
              <a:gd name="connsiteY31" fmla="*/ 8308 h 9152"/>
              <a:gd name="connsiteX32" fmla="*/ 23672 w 142030"/>
              <a:gd name="connsiteY32" fmla="*/ 8308 h 9152"/>
              <a:gd name="connsiteX33" fmla="*/ 23672 w 142030"/>
              <a:gd name="connsiteY33" fmla="*/ 8481 h 9152"/>
              <a:gd name="connsiteX34" fmla="*/ 25151 w 142030"/>
              <a:gd name="connsiteY34" fmla="*/ 8481 h 9152"/>
              <a:gd name="connsiteX35" fmla="*/ 25151 w 142030"/>
              <a:gd name="connsiteY35" fmla="*/ 8643 h 9152"/>
              <a:gd name="connsiteX36" fmla="*/ 26631 w 142030"/>
              <a:gd name="connsiteY36" fmla="*/ 8643 h 9152"/>
              <a:gd name="connsiteX37" fmla="*/ 26631 w 142030"/>
              <a:gd name="connsiteY37" fmla="*/ 8792 h 9152"/>
              <a:gd name="connsiteX38" fmla="*/ 28110 w 142030"/>
              <a:gd name="connsiteY38" fmla="*/ 8792 h 9152"/>
              <a:gd name="connsiteX39" fmla="*/ 28110 w 142030"/>
              <a:gd name="connsiteY39" fmla="*/ 8927 h 9152"/>
              <a:gd name="connsiteX40" fmla="*/ 29590 w 142030"/>
              <a:gd name="connsiteY40" fmla="*/ 8927 h 9152"/>
              <a:gd name="connsiteX41" fmla="*/ 29590 w 142030"/>
              <a:gd name="connsiteY41" fmla="*/ 9047 h 9152"/>
              <a:gd name="connsiteX42" fmla="*/ 31069 w 142030"/>
              <a:gd name="connsiteY42" fmla="*/ 9047 h 9152"/>
              <a:gd name="connsiteX43" fmla="*/ 31069 w 142030"/>
              <a:gd name="connsiteY43" fmla="*/ 9151 h 9152"/>
              <a:gd name="connsiteX44" fmla="*/ 32549 w 142030"/>
              <a:gd name="connsiteY44" fmla="*/ 9151 h 9152"/>
              <a:gd name="connsiteX45" fmla="*/ 32549 w 142030"/>
              <a:gd name="connsiteY45" fmla="*/ 9237 h 9152"/>
              <a:gd name="connsiteX46" fmla="*/ 34028 w 142030"/>
              <a:gd name="connsiteY46" fmla="*/ 9237 h 9152"/>
              <a:gd name="connsiteX47" fmla="*/ 34028 w 142030"/>
              <a:gd name="connsiteY47" fmla="*/ 9305 h 9152"/>
              <a:gd name="connsiteX48" fmla="*/ 35508 w 142030"/>
              <a:gd name="connsiteY48" fmla="*/ 9305 h 9152"/>
              <a:gd name="connsiteX49" fmla="*/ 35508 w 142030"/>
              <a:gd name="connsiteY49" fmla="*/ 9354 h 9152"/>
              <a:gd name="connsiteX50" fmla="*/ 36987 w 142030"/>
              <a:gd name="connsiteY50" fmla="*/ 9354 h 9152"/>
              <a:gd name="connsiteX51" fmla="*/ 36987 w 142030"/>
              <a:gd name="connsiteY51" fmla="*/ 9382 h 9152"/>
              <a:gd name="connsiteX52" fmla="*/ 38467 w 142030"/>
              <a:gd name="connsiteY52" fmla="*/ 9382 h 9152"/>
              <a:gd name="connsiteX53" fmla="*/ 38467 w 142030"/>
              <a:gd name="connsiteY53" fmla="*/ 9390 h 9152"/>
              <a:gd name="connsiteX54" fmla="*/ 39946 w 142030"/>
              <a:gd name="connsiteY54" fmla="*/ 9390 h 9152"/>
              <a:gd name="connsiteX55" fmla="*/ 39946 w 142030"/>
              <a:gd name="connsiteY55" fmla="*/ 9376 h 9152"/>
              <a:gd name="connsiteX56" fmla="*/ 41425 w 142030"/>
              <a:gd name="connsiteY56" fmla="*/ 9376 h 9152"/>
              <a:gd name="connsiteX57" fmla="*/ 41425 w 142030"/>
              <a:gd name="connsiteY57" fmla="*/ 9340 h 9152"/>
              <a:gd name="connsiteX58" fmla="*/ 42905 w 142030"/>
              <a:gd name="connsiteY58" fmla="*/ 9340 h 9152"/>
              <a:gd name="connsiteX59" fmla="*/ 42905 w 142030"/>
              <a:gd name="connsiteY59" fmla="*/ 9282 h 9152"/>
              <a:gd name="connsiteX60" fmla="*/ 44384 w 142030"/>
              <a:gd name="connsiteY60" fmla="*/ 9282 h 9152"/>
              <a:gd name="connsiteX61" fmla="*/ 44384 w 142030"/>
              <a:gd name="connsiteY61" fmla="*/ 9202 h 9152"/>
              <a:gd name="connsiteX62" fmla="*/ 45864 w 142030"/>
              <a:gd name="connsiteY62" fmla="*/ 9202 h 9152"/>
              <a:gd name="connsiteX63" fmla="*/ 45864 w 142030"/>
              <a:gd name="connsiteY63" fmla="*/ 9099 h 9152"/>
              <a:gd name="connsiteX64" fmla="*/ 47343 w 142030"/>
              <a:gd name="connsiteY64" fmla="*/ 9099 h 9152"/>
              <a:gd name="connsiteX65" fmla="*/ 47343 w 142030"/>
              <a:gd name="connsiteY65" fmla="*/ 8974 h 9152"/>
              <a:gd name="connsiteX66" fmla="*/ 48823 w 142030"/>
              <a:gd name="connsiteY66" fmla="*/ 8974 h 9152"/>
              <a:gd name="connsiteX67" fmla="*/ 48823 w 142030"/>
              <a:gd name="connsiteY67" fmla="*/ 8827 h 9152"/>
              <a:gd name="connsiteX68" fmla="*/ 50302 w 142030"/>
              <a:gd name="connsiteY68" fmla="*/ 8827 h 9152"/>
              <a:gd name="connsiteX69" fmla="*/ 50302 w 142030"/>
              <a:gd name="connsiteY69" fmla="*/ 8658 h 9152"/>
              <a:gd name="connsiteX70" fmla="*/ 51782 w 142030"/>
              <a:gd name="connsiteY70" fmla="*/ 8658 h 9152"/>
              <a:gd name="connsiteX71" fmla="*/ 51782 w 142030"/>
              <a:gd name="connsiteY71" fmla="*/ 8468 h 9152"/>
              <a:gd name="connsiteX72" fmla="*/ 53261 w 142030"/>
              <a:gd name="connsiteY72" fmla="*/ 8468 h 9152"/>
              <a:gd name="connsiteX73" fmla="*/ 53261 w 142030"/>
              <a:gd name="connsiteY73" fmla="*/ 8259 h 9152"/>
              <a:gd name="connsiteX74" fmla="*/ 54741 w 142030"/>
              <a:gd name="connsiteY74" fmla="*/ 8259 h 9152"/>
              <a:gd name="connsiteX75" fmla="*/ 54741 w 142030"/>
              <a:gd name="connsiteY75" fmla="*/ 8029 h 9152"/>
              <a:gd name="connsiteX76" fmla="*/ 56220 w 142030"/>
              <a:gd name="connsiteY76" fmla="*/ 8029 h 9152"/>
              <a:gd name="connsiteX77" fmla="*/ 56220 w 142030"/>
              <a:gd name="connsiteY77" fmla="*/ 7782 h 9152"/>
              <a:gd name="connsiteX78" fmla="*/ 57700 w 142030"/>
              <a:gd name="connsiteY78" fmla="*/ 7782 h 9152"/>
              <a:gd name="connsiteX79" fmla="*/ 57700 w 142030"/>
              <a:gd name="connsiteY79" fmla="*/ 7518 h 9152"/>
              <a:gd name="connsiteX80" fmla="*/ 59179 w 142030"/>
              <a:gd name="connsiteY80" fmla="*/ 7518 h 9152"/>
              <a:gd name="connsiteX81" fmla="*/ 59179 w 142030"/>
              <a:gd name="connsiteY81" fmla="*/ 7238 h 9152"/>
              <a:gd name="connsiteX82" fmla="*/ 60659 w 142030"/>
              <a:gd name="connsiteY82" fmla="*/ 7238 h 9152"/>
              <a:gd name="connsiteX83" fmla="*/ 60659 w 142030"/>
              <a:gd name="connsiteY83" fmla="*/ 6945 h 9152"/>
              <a:gd name="connsiteX84" fmla="*/ 62138 w 142030"/>
              <a:gd name="connsiteY84" fmla="*/ 6945 h 9152"/>
              <a:gd name="connsiteX85" fmla="*/ 62138 w 142030"/>
              <a:gd name="connsiteY85" fmla="*/ 6638 h 9152"/>
              <a:gd name="connsiteX86" fmla="*/ 63618 w 142030"/>
              <a:gd name="connsiteY86" fmla="*/ 6638 h 9152"/>
              <a:gd name="connsiteX87" fmla="*/ 63618 w 142030"/>
              <a:gd name="connsiteY87" fmla="*/ 6322 h 9152"/>
              <a:gd name="connsiteX88" fmla="*/ 65097 w 142030"/>
              <a:gd name="connsiteY88" fmla="*/ 6322 h 9152"/>
              <a:gd name="connsiteX89" fmla="*/ 65097 w 142030"/>
              <a:gd name="connsiteY89" fmla="*/ 5996 h 9152"/>
              <a:gd name="connsiteX90" fmla="*/ 66577 w 142030"/>
              <a:gd name="connsiteY90" fmla="*/ 5996 h 9152"/>
              <a:gd name="connsiteX91" fmla="*/ 66577 w 142030"/>
              <a:gd name="connsiteY91" fmla="*/ 5663 h 9152"/>
              <a:gd name="connsiteX92" fmla="*/ 68056 w 142030"/>
              <a:gd name="connsiteY92" fmla="*/ 5663 h 9152"/>
              <a:gd name="connsiteX93" fmla="*/ 68056 w 142030"/>
              <a:gd name="connsiteY93" fmla="*/ 5325 h 9152"/>
              <a:gd name="connsiteX94" fmla="*/ 69536 w 142030"/>
              <a:gd name="connsiteY94" fmla="*/ 5325 h 9152"/>
              <a:gd name="connsiteX95" fmla="*/ 69536 w 142030"/>
              <a:gd name="connsiteY95" fmla="*/ 4985 h 9152"/>
              <a:gd name="connsiteX96" fmla="*/ 71015 w 142030"/>
              <a:gd name="connsiteY96" fmla="*/ 4985 h 9152"/>
              <a:gd name="connsiteX97" fmla="*/ 71015 w 142030"/>
              <a:gd name="connsiteY97" fmla="*/ 4643 h 9152"/>
              <a:gd name="connsiteX98" fmla="*/ 72495 w 142030"/>
              <a:gd name="connsiteY98" fmla="*/ 4643 h 9152"/>
              <a:gd name="connsiteX99" fmla="*/ 72495 w 142030"/>
              <a:gd name="connsiteY99" fmla="*/ 4302 h 9152"/>
              <a:gd name="connsiteX100" fmla="*/ 73974 w 142030"/>
              <a:gd name="connsiteY100" fmla="*/ 4302 h 9152"/>
              <a:gd name="connsiteX101" fmla="*/ 73974 w 142030"/>
              <a:gd name="connsiteY101" fmla="*/ 3964 h 9152"/>
              <a:gd name="connsiteX102" fmla="*/ 75454 w 142030"/>
              <a:gd name="connsiteY102" fmla="*/ 3964 h 9152"/>
              <a:gd name="connsiteX103" fmla="*/ 75454 w 142030"/>
              <a:gd name="connsiteY103" fmla="*/ 3631 h 9152"/>
              <a:gd name="connsiteX104" fmla="*/ 76933 w 142030"/>
              <a:gd name="connsiteY104" fmla="*/ 3631 h 9152"/>
              <a:gd name="connsiteX105" fmla="*/ 76933 w 142030"/>
              <a:gd name="connsiteY105" fmla="*/ 3306 h 9152"/>
              <a:gd name="connsiteX106" fmla="*/ 78413 w 142030"/>
              <a:gd name="connsiteY106" fmla="*/ 3306 h 9152"/>
              <a:gd name="connsiteX107" fmla="*/ 78413 w 142030"/>
              <a:gd name="connsiteY107" fmla="*/ 2989 h 9152"/>
              <a:gd name="connsiteX108" fmla="*/ 79892 w 142030"/>
              <a:gd name="connsiteY108" fmla="*/ 2989 h 9152"/>
              <a:gd name="connsiteX109" fmla="*/ 79892 w 142030"/>
              <a:gd name="connsiteY109" fmla="*/ 2683 h 9152"/>
              <a:gd name="connsiteX110" fmla="*/ 81371 w 142030"/>
              <a:gd name="connsiteY110" fmla="*/ 2683 h 9152"/>
              <a:gd name="connsiteX111" fmla="*/ 81371 w 142030"/>
              <a:gd name="connsiteY111" fmla="*/ 2389 h 9152"/>
              <a:gd name="connsiteX112" fmla="*/ 82851 w 142030"/>
              <a:gd name="connsiteY112" fmla="*/ 2389 h 9152"/>
              <a:gd name="connsiteX113" fmla="*/ 82851 w 142030"/>
              <a:gd name="connsiteY113" fmla="*/ 2109 h 9152"/>
              <a:gd name="connsiteX114" fmla="*/ 84330 w 142030"/>
              <a:gd name="connsiteY114" fmla="*/ 2109 h 9152"/>
              <a:gd name="connsiteX115" fmla="*/ 84330 w 142030"/>
              <a:gd name="connsiteY115" fmla="*/ 1845 h 9152"/>
              <a:gd name="connsiteX116" fmla="*/ 85810 w 142030"/>
              <a:gd name="connsiteY116" fmla="*/ 1845 h 9152"/>
              <a:gd name="connsiteX117" fmla="*/ 85810 w 142030"/>
              <a:gd name="connsiteY117" fmla="*/ 1598 h 9152"/>
              <a:gd name="connsiteX118" fmla="*/ 87289 w 142030"/>
              <a:gd name="connsiteY118" fmla="*/ 1598 h 9152"/>
              <a:gd name="connsiteX119" fmla="*/ 87289 w 142030"/>
              <a:gd name="connsiteY119" fmla="*/ 1369 h 9152"/>
              <a:gd name="connsiteX120" fmla="*/ 88769 w 142030"/>
              <a:gd name="connsiteY120" fmla="*/ 1369 h 9152"/>
              <a:gd name="connsiteX121" fmla="*/ 88769 w 142030"/>
              <a:gd name="connsiteY121" fmla="*/ 1159 h 9152"/>
              <a:gd name="connsiteX122" fmla="*/ 90248 w 142030"/>
              <a:gd name="connsiteY122" fmla="*/ 1159 h 9152"/>
              <a:gd name="connsiteX123" fmla="*/ 90248 w 142030"/>
              <a:gd name="connsiteY123" fmla="*/ 969 h 9152"/>
              <a:gd name="connsiteX124" fmla="*/ 91728 w 142030"/>
              <a:gd name="connsiteY124" fmla="*/ 969 h 9152"/>
              <a:gd name="connsiteX125" fmla="*/ 91728 w 142030"/>
              <a:gd name="connsiteY125" fmla="*/ 801 h 9152"/>
              <a:gd name="connsiteX126" fmla="*/ 93207 w 142030"/>
              <a:gd name="connsiteY126" fmla="*/ 801 h 9152"/>
              <a:gd name="connsiteX127" fmla="*/ 93207 w 142030"/>
              <a:gd name="connsiteY127" fmla="*/ 654 h 9152"/>
              <a:gd name="connsiteX128" fmla="*/ 94687 w 142030"/>
              <a:gd name="connsiteY128" fmla="*/ 654 h 9152"/>
              <a:gd name="connsiteX129" fmla="*/ 94687 w 142030"/>
              <a:gd name="connsiteY129" fmla="*/ 528 h 9152"/>
              <a:gd name="connsiteX130" fmla="*/ 96166 w 142030"/>
              <a:gd name="connsiteY130" fmla="*/ 528 h 9152"/>
              <a:gd name="connsiteX131" fmla="*/ 96166 w 142030"/>
              <a:gd name="connsiteY131" fmla="*/ 426 h 9152"/>
              <a:gd name="connsiteX132" fmla="*/ 97646 w 142030"/>
              <a:gd name="connsiteY132" fmla="*/ 426 h 9152"/>
              <a:gd name="connsiteX133" fmla="*/ 97646 w 142030"/>
              <a:gd name="connsiteY133" fmla="*/ 345 h 9152"/>
              <a:gd name="connsiteX134" fmla="*/ 99125 w 142030"/>
              <a:gd name="connsiteY134" fmla="*/ 345 h 9152"/>
              <a:gd name="connsiteX135" fmla="*/ 99125 w 142030"/>
              <a:gd name="connsiteY135" fmla="*/ 287 h 9152"/>
              <a:gd name="connsiteX136" fmla="*/ 100605 w 142030"/>
              <a:gd name="connsiteY136" fmla="*/ 287 h 9152"/>
              <a:gd name="connsiteX137" fmla="*/ 100605 w 142030"/>
              <a:gd name="connsiteY137" fmla="*/ 251 h 9152"/>
              <a:gd name="connsiteX138" fmla="*/ 102084 w 142030"/>
              <a:gd name="connsiteY138" fmla="*/ 251 h 9152"/>
              <a:gd name="connsiteX139" fmla="*/ 102084 w 142030"/>
              <a:gd name="connsiteY139" fmla="*/ 238 h 9152"/>
              <a:gd name="connsiteX140" fmla="*/ 103564 w 142030"/>
              <a:gd name="connsiteY140" fmla="*/ 238 h 9152"/>
              <a:gd name="connsiteX141" fmla="*/ 103564 w 142030"/>
              <a:gd name="connsiteY141" fmla="*/ 245 h 9152"/>
              <a:gd name="connsiteX142" fmla="*/ 105043 w 142030"/>
              <a:gd name="connsiteY142" fmla="*/ 245 h 9152"/>
              <a:gd name="connsiteX143" fmla="*/ 105043 w 142030"/>
              <a:gd name="connsiteY143" fmla="*/ 274 h 9152"/>
              <a:gd name="connsiteX144" fmla="*/ 106523 w 142030"/>
              <a:gd name="connsiteY144" fmla="*/ 274 h 9152"/>
              <a:gd name="connsiteX145" fmla="*/ 106523 w 142030"/>
              <a:gd name="connsiteY145" fmla="*/ 322 h 9152"/>
              <a:gd name="connsiteX146" fmla="*/ 108002 w 142030"/>
              <a:gd name="connsiteY146" fmla="*/ 322 h 9152"/>
              <a:gd name="connsiteX147" fmla="*/ 108002 w 142030"/>
              <a:gd name="connsiteY147" fmla="*/ 390 h 9152"/>
              <a:gd name="connsiteX148" fmla="*/ 109482 w 142030"/>
              <a:gd name="connsiteY148" fmla="*/ 390 h 9152"/>
              <a:gd name="connsiteX149" fmla="*/ 109482 w 142030"/>
              <a:gd name="connsiteY149" fmla="*/ 476 h 9152"/>
              <a:gd name="connsiteX150" fmla="*/ 110961 w 142030"/>
              <a:gd name="connsiteY150" fmla="*/ 476 h 9152"/>
              <a:gd name="connsiteX151" fmla="*/ 110961 w 142030"/>
              <a:gd name="connsiteY151" fmla="*/ 580 h 9152"/>
              <a:gd name="connsiteX152" fmla="*/ 112441 w 142030"/>
              <a:gd name="connsiteY152" fmla="*/ 580 h 9152"/>
              <a:gd name="connsiteX153" fmla="*/ 112441 w 142030"/>
              <a:gd name="connsiteY153" fmla="*/ 700 h 9152"/>
              <a:gd name="connsiteX154" fmla="*/ 113920 w 142030"/>
              <a:gd name="connsiteY154" fmla="*/ 700 h 9152"/>
              <a:gd name="connsiteX155" fmla="*/ 113920 w 142030"/>
              <a:gd name="connsiteY155" fmla="*/ 835 h 9152"/>
              <a:gd name="connsiteX156" fmla="*/ 115400 w 142030"/>
              <a:gd name="connsiteY156" fmla="*/ 835 h 9152"/>
              <a:gd name="connsiteX157" fmla="*/ 115400 w 142030"/>
              <a:gd name="connsiteY157" fmla="*/ 984 h 9152"/>
              <a:gd name="connsiteX158" fmla="*/ 116879 w 142030"/>
              <a:gd name="connsiteY158" fmla="*/ 984 h 9152"/>
              <a:gd name="connsiteX159" fmla="*/ 116879 w 142030"/>
              <a:gd name="connsiteY159" fmla="*/ 1146 h 9152"/>
              <a:gd name="connsiteX160" fmla="*/ 118359 w 142030"/>
              <a:gd name="connsiteY160" fmla="*/ 1146 h 9152"/>
              <a:gd name="connsiteX161" fmla="*/ 118359 w 142030"/>
              <a:gd name="connsiteY161" fmla="*/ 1319 h 9152"/>
              <a:gd name="connsiteX162" fmla="*/ 119838 w 142030"/>
              <a:gd name="connsiteY162" fmla="*/ 1319 h 9152"/>
              <a:gd name="connsiteX163" fmla="*/ 119838 w 142030"/>
              <a:gd name="connsiteY163" fmla="*/ 1503 h 9152"/>
              <a:gd name="connsiteX164" fmla="*/ 121317 w 142030"/>
              <a:gd name="connsiteY164" fmla="*/ 1503 h 9152"/>
              <a:gd name="connsiteX165" fmla="*/ 121317 w 142030"/>
              <a:gd name="connsiteY165" fmla="*/ 1696 h 9152"/>
              <a:gd name="connsiteX166" fmla="*/ 122797 w 142030"/>
              <a:gd name="connsiteY166" fmla="*/ 1696 h 9152"/>
              <a:gd name="connsiteX167" fmla="*/ 122797 w 142030"/>
              <a:gd name="connsiteY167" fmla="*/ 1896 h 9152"/>
              <a:gd name="connsiteX168" fmla="*/ 124276 w 142030"/>
              <a:gd name="connsiteY168" fmla="*/ 1896 h 9152"/>
              <a:gd name="connsiteX169" fmla="*/ 124276 w 142030"/>
              <a:gd name="connsiteY169" fmla="*/ 2103 h 9152"/>
              <a:gd name="connsiteX170" fmla="*/ 125756 w 142030"/>
              <a:gd name="connsiteY170" fmla="*/ 2103 h 9152"/>
              <a:gd name="connsiteX171" fmla="*/ 125756 w 142030"/>
              <a:gd name="connsiteY171" fmla="*/ 2315 h 9152"/>
              <a:gd name="connsiteX172" fmla="*/ 127235 w 142030"/>
              <a:gd name="connsiteY172" fmla="*/ 2315 h 9152"/>
              <a:gd name="connsiteX173" fmla="*/ 127235 w 142030"/>
              <a:gd name="connsiteY173" fmla="*/ 2532 h 9152"/>
              <a:gd name="connsiteX174" fmla="*/ 128715 w 142030"/>
              <a:gd name="connsiteY174" fmla="*/ 2532 h 9152"/>
              <a:gd name="connsiteX175" fmla="*/ 128715 w 142030"/>
              <a:gd name="connsiteY175" fmla="*/ 2752 h 9152"/>
              <a:gd name="connsiteX176" fmla="*/ 130194 w 142030"/>
              <a:gd name="connsiteY176" fmla="*/ 2752 h 9152"/>
              <a:gd name="connsiteX177" fmla="*/ 130194 w 142030"/>
              <a:gd name="connsiteY177" fmla="*/ 2973 h 9152"/>
              <a:gd name="connsiteX178" fmla="*/ 131674 w 142030"/>
              <a:gd name="connsiteY178" fmla="*/ 2973 h 9152"/>
              <a:gd name="connsiteX179" fmla="*/ 131674 w 142030"/>
              <a:gd name="connsiteY179" fmla="*/ 3196 h 9152"/>
              <a:gd name="connsiteX180" fmla="*/ 133153 w 142030"/>
              <a:gd name="connsiteY180" fmla="*/ 3196 h 9152"/>
              <a:gd name="connsiteX181" fmla="*/ 133153 w 142030"/>
              <a:gd name="connsiteY181" fmla="*/ 3419 h 9152"/>
              <a:gd name="connsiteX182" fmla="*/ 134633 w 142030"/>
              <a:gd name="connsiteY182" fmla="*/ 3419 h 9152"/>
              <a:gd name="connsiteX183" fmla="*/ 134633 w 142030"/>
              <a:gd name="connsiteY183" fmla="*/ 3640 h 9152"/>
              <a:gd name="connsiteX184" fmla="*/ 136112 w 142030"/>
              <a:gd name="connsiteY184" fmla="*/ 3640 h 9152"/>
              <a:gd name="connsiteX185" fmla="*/ 136112 w 142030"/>
              <a:gd name="connsiteY185" fmla="*/ 3861 h 9152"/>
              <a:gd name="connsiteX186" fmla="*/ 137592 w 142030"/>
              <a:gd name="connsiteY186" fmla="*/ 3861 h 9152"/>
              <a:gd name="connsiteX187" fmla="*/ 137592 w 142030"/>
              <a:gd name="connsiteY187" fmla="*/ 4079 h 9152"/>
              <a:gd name="connsiteX188" fmla="*/ 139071 w 142030"/>
              <a:gd name="connsiteY188" fmla="*/ 4079 h 9152"/>
              <a:gd name="connsiteX189" fmla="*/ 139071 w 142030"/>
              <a:gd name="connsiteY189" fmla="*/ 4293 h 9152"/>
              <a:gd name="connsiteX190" fmla="*/ 140551 w 142030"/>
              <a:gd name="connsiteY190" fmla="*/ 4293 h 9152"/>
              <a:gd name="connsiteX191" fmla="*/ 140551 w 142030"/>
              <a:gd name="connsiteY191" fmla="*/ 4505 h 9152"/>
              <a:gd name="connsiteX192" fmla="*/ 142030 w 142030"/>
              <a:gd name="connsiteY192" fmla="*/ 4505 h 9152"/>
              <a:gd name="connsiteX193" fmla="*/ 142030 w 142030"/>
              <a:gd name="connsiteY193" fmla="*/ 4814 h 9152"/>
              <a:gd name="connsiteX194" fmla="*/ 142030 w 142030"/>
              <a:gd name="connsiteY194" fmla="*/ 4814 h 9152"/>
              <a:gd name="connsiteX195" fmla="*/ 140551 w 142030"/>
              <a:gd name="connsiteY195" fmla="*/ 4814 h 9152"/>
              <a:gd name="connsiteX196" fmla="*/ 140551 w 142030"/>
              <a:gd name="connsiteY196" fmla="*/ 4814 h 9152"/>
              <a:gd name="connsiteX197" fmla="*/ 139071 w 142030"/>
              <a:gd name="connsiteY197" fmla="*/ 4814 h 9152"/>
              <a:gd name="connsiteX198" fmla="*/ 139071 w 142030"/>
              <a:gd name="connsiteY198" fmla="*/ 4814 h 9152"/>
              <a:gd name="connsiteX199" fmla="*/ 137592 w 142030"/>
              <a:gd name="connsiteY199" fmla="*/ 4814 h 9152"/>
              <a:gd name="connsiteX200" fmla="*/ 137592 w 142030"/>
              <a:gd name="connsiteY200" fmla="*/ 4814 h 9152"/>
              <a:gd name="connsiteX201" fmla="*/ 136112 w 142030"/>
              <a:gd name="connsiteY201" fmla="*/ 4814 h 9152"/>
              <a:gd name="connsiteX202" fmla="*/ 136112 w 142030"/>
              <a:gd name="connsiteY202" fmla="*/ 4814 h 9152"/>
              <a:gd name="connsiteX203" fmla="*/ 134633 w 142030"/>
              <a:gd name="connsiteY203" fmla="*/ 4814 h 9152"/>
              <a:gd name="connsiteX204" fmla="*/ 134633 w 142030"/>
              <a:gd name="connsiteY204" fmla="*/ 4814 h 9152"/>
              <a:gd name="connsiteX205" fmla="*/ 133153 w 142030"/>
              <a:gd name="connsiteY205" fmla="*/ 4814 h 9152"/>
              <a:gd name="connsiteX206" fmla="*/ 133153 w 142030"/>
              <a:gd name="connsiteY206" fmla="*/ 4814 h 9152"/>
              <a:gd name="connsiteX207" fmla="*/ 131674 w 142030"/>
              <a:gd name="connsiteY207" fmla="*/ 4814 h 9152"/>
              <a:gd name="connsiteX208" fmla="*/ 131674 w 142030"/>
              <a:gd name="connsiteY208" fmla="*/ 4814 h 9152"/>
              <a:gd name="connsiteX209" fmla="*/ 130194 w 142030"/>
              <a:gd name="connsiteY209" fmla="*/ 4814 h 9152"/>
              <a:gd name="connsiteX210" fmla="*/ 130194 w 142030"/>
              <a:gd name="connsiteY210" fmla="*/ 4814 h 9152"/>
              <a:gd name="connsiteX211" fmla="*/ 128715 w 142030"/>
              <a:gd name="connsiteY211" fmla="*/ 4814 h 9152"/>
              <a:gd name="connsiteX212" fmla="*/ 128715 w 142030"/>
              <a:gd name="connsiteY212" fmla="*/ 4814 h 9152"/>
              <a:gd name="connsiteX213" fmla="*/ 127235 w 142030"/>
              <a:gd name="connsiteY213" fmla="*/ 4814 h 9152"/>
              <a:gd name="connsiteX214" fmla="*/ 127235 w 142030"/>
              <a:gd name="connsiteY214" fmla="*/ 4814 h 9152"/>
              <a:gd name="connsiteX215" fmla="*/ 125756 w 142030"/>
              <a:gd name="connsiteY215" fmla="*/ 4814 h 9152"/>
              <a:gd name="connsiteX216" fmla="*/ 125756 w 142030"/>
              <a:gd name="connsiteY216" fmla="*/ 4814 h 9152"/>
              <a:gd name="connsiteX217" fmla="*/ 124276 w 142030"/>
              <a:gd name="connsiteY217" fmla="*/ 4814 h 9152"/>
              <a:gd name="connsiteX218" fmla="*/ 124276 w 142030"/>
              <a:gd name="connsiteY218" fmla="*/ 4814 h 9152"/>
              <a:gd name="connsiteX219" fmla="*/ 122797 w 142030"/>
              <a:gd name="connsiteY219" fmla="*/ 4814 h 9152"/>
              <a:gd name="connsiteX220" fmla="*/ 122797 w 142030"/>
              <a:gd name="connsiteY220" fmla="*/ 4814 h 9152"/>
              <a:gd name="connsiteX221" fmla="*/ 121317 w 142030"/>
              <a:gd name="connsiteY221" fmla="*/ 4814 h 9152"/>
              <a:gd name="connsiteX222" fmla="*/ 121317 w 142030"/>
              <a:gd name="connsiteY222" fmla="*/ 4814 h 9152"/>
              <a:gd name="connsiteX223" fmla="*/ 119838 w 142030"/>
              <a:gd name="connsiteY223" fmla="*/ 4814 h 9152"/>
              <a:gd name="connsiteX224" fmla="*/ 119838 w 142030"/>
              <a:gd name="connsiteY224" fmla="*/ 4814 h 9152"/>
              <a:gd name="connsiteX225" fmla="*/ 118359 w 142030"/>
              <a:gd name="connsiteY225" fmla="*/ 4814 h 9152"/>
              <a:gd name="connsiteX226" fmla="*/ 118359 w 142030"/>
              <a:gd name="connsiteY226" fmla="*/ 4814 h 9152"/>
              <a:gd name="connsiteX227" fmla="*/ 116879 w 142030"/>
              <a:gd name="connsiteY227" fmla="*/ 4814 h 9152"/>
              <a:gd name="connsiteX228" fmla="*/ 116879 w 142030"/>
              <a:gd name="connsiteY228" fmla="*/ 4814 h 9152"/>
              <a:gd name="connsiteX229" fmla="*/ 115400 w 142030"/>
              <a:gd name="connsiteY229" fmla="*/ 4814 h 9152"/>
              <a:gd name="connsiteX230" fmla="*/ 115400 w 142030"/>
              <a:gd name="connsiteY230" fmla="*/ 4814 h 9152"/>
              <a:gd name="connsiteX231" fmla="*/ 113920 w 142030"/>
              <a:gd name="connsiteY231" fmla="*/ 4814 h 9152"/>
              <a:gd name="connsiteX232" fmla="*/ 113920 w 142030"/>
              <a:gd name="connsiteY232" fmla="*/ 4814 h 9152"/>
              <a:gd name="connsiteX233" fmla="*/ 112441 w 142030"/>
              <a:gd name="connsiteY233" fmla="*/ 4814 h 9152"/>
              <a:gd name="connsiteX234" fmla="*/ 112441 w 142030"/>
              <a:gd name="connsiteY234" fmla="*/ 4814 h 9152"/>
              <a:gd name="connsiteX235" fmla="*/ 110961 w 142030"/>
              <a:gd name="connsiteY235" fmla="*/ 4814 h 9152"/>
              <a:gd name="connsiteX236" fmla="*/ 110961 w 142030"/>
              <a:gd name="connsiteY236" fmla="*/ 4814 h 9152"/>
              <a:gd name="connsiteX237" fmla="*/ 109482 w 142030"/>
              <a:gd name="connsiteY237" fmla="*/ 4814 h 9152"/>
              <a:gd name="connsiteX238" fmla="*/ 109482 w 142030"/>
              <a:gd name="connsiteY238" fmla="*/ 4814 h 9152"/>
              <a:gd name="connsiteX239" fmla="*/ 108002 w 142030"/>
              <a:gd name="connsiteY239" fmla="*/ 4814 h 9152"/>
              <a:gd name="connsiteX240" fmla="*/ 108002 w 142030"/>
              <a:gd name="connsiteY240" fmla="*/ 4814 h 9152"/>
              <a:gd name="connsiteX241" fmla="*/ 106523 w 142030"/>
              <a:gd name="connsiteY241" fmla="*/ 4814 h 9152"/>
              <a:gd name="connsiteX242" fmla="*/ 106523 w 142030"/>
              <a:gd name="connsiteY242" fmla="*/ 4814 h 9152"/>
              <a:gd name="connsiteX243" fmla="*/ 105043 w 142030"/>
              <a:gd name="connsiteY243" fmla="*/ 4814 h 9152"/>
              <a:gd name="connsiteX244" fmla="*/ 105043 w 142030"/>
              <a:gd name="connsiteY244" fmla="*/ 4814 h 9152"/>
              <a:gd name="connsiteX245" fmla="*/ 103564 w 142030"/>
              <a:gd name="connsiteY245" fmla="*/ 4814 h 9152"/>
              <a:gd name="connsiteX246" fmla="*/ 103564 w 142030"/>
              <a:gd name="connsiteY246" fmla="*/ 4814 h 9152"/>
              <a:gd name="connsiteX247" fmla="*/ 102084 w 142030"/>
              <a:gd name="connsiteY247" fmla="*/ 4814 h 9152"/>
              <a:gd name="connsiteX248" fmla="*/ 102084 w 142030"/>
              <a:gd name="connsiteY248" fmla="*/ 4814 h 9152"/>
              <a:gd name="connsiteX249" fmla="*/ 100605 w 142030"/>
              <a:gd name="connsiteY249" fmla="*/ 4814 h 9152"/>
              <a:gd name="connsiteX250" fmla="*/ 100605 w 142030"/>
              <a:gd name="connsiteY250" fmla="*/ 4814 h 9152"/>
              <a:gd name="connsiteX251" fmla="*/ 99125 w 142030"/>
              <a:gd name="connsiteY251" fmla="*/ 4814 h 9152"/>
              <a:gd name="connsiteX252" fmla="*/ 99125 w 142030"/>
              <a:gd name="connsiteY252" fmla="*/ 4814 h 9152"/>
              <a:gd name="connsiteX253" fmla="*/ 97646 w 142030"/>
              <a:gd name="connsiteY253" fmla="*/ 4814 h 9152"/>
              <a:gd name="connsiteX254" fmla="*/ 97646 w 142030"/>
              <a:gd name="connsiteY254" fmla="*/ 4814 h 9152"/>
              <a:gd name="connsiteX255" fmla="*/ 96166 w 142030"/>
              <a:gd name="connsiteY255" fmla="*/ 4814 h 9152"/>
              <a:gd name="connsiteX256" fmla="*/ 96166 w 142030"/>
              <a:gd name="connsiteY256" fmla="*/ 4814 h 9152"/>
              <a:gd name="connsiteX257" fmla="*/ 94687 w 142030"/>
              <a:gd name="connsiteY257" fmla="*/ 4814 h 9152"/>
              <a:gd name="connsiteX258" fmla="*/ 94687 w 142030"/>
              <a:gd name="connsiteY258" fmla="*/ 4814 h 9152"/>
              <a:gd name="connsiteX259" fmla="*/ 93207 w 142030"/>
              <a:gd name="connsiteY259" fmla="*/ 4814 h 9152"/>
              <a:gd name="connsiteX260" fmla="*/ 93207 w 142030"/>
              <a:gd name="connsiteY260" fmla="*/ 4814 h 9152"/>
              <a:gd name="connsiteX261" fmla="*/ 91728 w 142030"/>
              <a:gd name="connsiteY261" fmla="*/ 4814 h 9152"/>
              <a:gd name="connsiteX262" fmla="*/ 91728 w 142030"/>
              <a:gd name="connsiteY262" fmla="*/ 4814 h 9152"/>
              <a:gd name="connsiteX263" fmla="*/ 90248 w 142030"/>
              <a:gd name="connsiteY263" fmla="*/ 4814 h 9152"/>
              <a:gd name="connsiteX264" fmla="*/ 90248 w 142030"/>
              <a:gd name="connsiteY264" fmla="*/ 4814 h 9152"/>
              <a:gd name="connsiteX265" fmla="*/ 88769 w 142030"/>
              <a:gd name="connsiteY265" fmla="*/ 4814 h 9152"/>
              <a:gd name="connsiteX266" fmla="*/ 88769 w 142030"/>
              <a:gd name="connsiteY266" fmla="*/ 4814 h 9152"/>
              <a:gd name="connsiteX267" fmla="*/ 87289 w 142030"/>
              <a:gd name="connsiteY267" fmla="*/ 4814 h 9152"/>
              <a:gd name="connsiteX268" fmla="*/ 87289 w 142030"/>
              <a:gd name="connsiteY268" fmla="*/ 4814 h 9152"/>
              <a:gd name="connsiteX269" fmla="*/ 85810 w 142030"/>
              <a:gd name="connsiteY269" fmla="*/ 4814 h 9152"/>
              <a:gd name="connsiteX270" fmla="*/ 85810 w 142030"/>
              <a:gd name="connsiteY270" fmla="*/ 4814 h 9152"/>
              <a:gd name="connsiteX271" fmla="*/ 84330 w 142030"/>
              <a:gd name="connsiteY271" fmla="*/ 4814 h 9152"/>
              <a:gd name="connsiteX272" fmla="*/ 84330 w 142030"/>
              <a:gd name="connsiteY272" fmla="*/ 4814 h 9152"/>
              <a:gd name="connsiteX273" fmla="*/ 82851 w 142030"/>
              <a:gd name="connsiteY273" fmla="*/ 4814 h 9152"/>
              <a:gd name="connsiteX274" fmla="*/ 82851 w 142030"/>
              <a:gd name="connsiteY274" fmla="*/ 4814 h 9152"/>
              <a:gd name="connsiteX275" fmla="*/ 81371 w 142030"/>
              <a:gd name="connsiteY275" fmla="*/ 4814 h 9152"/>
              <a:gd name="connsiteX276" fmla="*/ 81371 w 142030"/>
              <a:gd name="connsiteY276" fmla="*/ 4814 h 9152"/>
              <a:gd name="connsiteX277" fmla="*/ 79892 w 142030"/>
              <a:gd name="connsiteY277" fmla="*/ 4814 h 9152"/>
              <a:gd name="connsiteX278" fmla="*/ 79892 w 142030"/>
              <a:gd name="connsiteY278" fmla="*/ 4814 h 9152"/>
              <a:gd name="connsiteX279" fmla="*/ 78413 w 142030"/>
              <a:gd name="connsiteY279" fmla="*/ 4814 h 9152"/>
              <a:gd name="connsiteX280" fmla="*/ 78413 w 142030"/>
              <a:gd name="connsiteY280" fmla="*/ 4814 h 9152"/>
              <a:gd name="connsiteX281" fmla="*/ 76933 w 142030"/>
              <a:gd name="connsiteY281" fmla="*/ 4814 h 9152"/>
              <a:gd name="connsiteX282" fmla="*/ 76933 w 142030"/>
              <a:gd name="connsiteY282" fmla="*/ 4814 h 9152"/>
              <a:gd name="connsiteX283" fmla="*/ 75454 w 142030"/>
              <a:gd name="connsiteY283" fmla="*/ 4814 h 9152"/>
              <a:gd name="connsiteX284" fmla="*/ 75454 w 142030"/>
              <a:gd name="connsiteY284" fmla="*/ 4814 h 9152"/>
              <a:gd name="connsiteX285" fmla="*/ 73974 w 142030"/>
              <a:gd name="connsiteY285" fmla="*/ 4814 h 9152"/>
              <a:gd name="connsiteX286" fmla="*/ 73974 w 142030"/>
              <a:gd name="connsiteY286" fmla="*/ 4814 h 9152"/>
              <a:gd name="connsiteX287" fmla="*/ 72495 w 142030"/>
              <a:gd name="connsiteY287" fmla="*/ 4814 h 9152"/>
              <a:gd name="connsiteX288" fmla="*/ 72495 w 142030"/>
              <a:gd name="connsiteY288" fmla="*/ 4814 h 9152"/>
              <a:gd name="connsiteX289" fmla="*/ 71015 w 142030"/>
              <a:gd name="connsiteY289" fmla="*/ 4814 h 9152"/>
              <a:gd name="connsiteX290" fmla="*/ 71015 w 142030"/>
              <a:gd name="connsiteY290" fmla="*/ 4814 h 9152"/>
              <a:gd name="connsiteX291" fmla="*/ 69536 w 142030"/>
              <a:gd name="connsiteY291" fmla="*/ 4814 h 9152"/>
              <a:gd name="connsiteX292" fmla="*/ 69536 w 142030"/>
              <a:gd name="connsiteY292" fmla="*/ 4814 h 9152"/>
              <a:gd name="connsiteX293" fmla="*/ 68056 w 142030"/>
              <a:gd name="connsiteY293" fmla="*/ 4814 h 9152"/>
              <a:gd name="connsiteX294" fmla="*/ 68056 w 142030"/>
              <a:gd name="connsiteY294" fmla="*/ 4814 h 9152"/>
              <a:gd name="connsiteX295" fmla="*/ 66577 w 142030"/>
              <a:gd name="connsiteY295" fmla="*/ 4814 h 9152"/>
              <a:gd name="connsiteX296" fmla="*/ 66577 w 142030"/>
              <a:gd name="connsiteY296" fmla="*/ 4814 h 9152"/>
              <a:gd name="connsiteX297" fmla="*/ 65097 w 142030"/>
              <a:gd name="connsiteY297" fmla="*/ 4814 h 9152"/>
              <a:gd name="connsiteX298" fmla="*/ 65097 w 142030"/>
              <a:gd name="connsiteY298" fmla="*/ 4814 h 9152"/>
              <a:gd name="connsiteX299" fmla="*/ 63618 w 142030"/>
              <a:gd name="connsiteY299" fmla="*/ 4814 h 9152"/>
              <a:gd name="connsiteX300" fmla="*/ 63618 w 142030"/>
              <a:gd name="connsiteY300" fmla="*/ 4814 h 9152"/>
              <a:gd name="connsiteX301" fmla="*/ 62138 w 142030"/>
              <a:gd name="connsiteY301" fmla="*/ 4814 h 9152"/>
              <a:gd name="connsiteX302" fmla="*/ 62138 w 142030"/>
              <a:gd name="connsiteY302" fmla="*/ 4814 h 9152"/>
              <a:gd name="connsiteX303" fmla="*/ 60659 w 142030"/>
              <a:gd name="connsiteY303" fmla="*/ 4814 h 9152"/>
              <a:gd name="connsiteX304" fmla="*/ 60659 w 142030"/>
              <a:gd name="connsiteY304" fmla="*/ 4814 h 9152"/>
              <a:gd name="connsiteX305" fmla="*/ 59179 w 142030"/>
              <a:gd name="connsiteY305" fmla="*/ 4814 h 9152"/>
              <a:gd name="connsiteX306" fmla="*/ 59179 w 142030"/>
              <a:gd name="connsiteY306" fmla="*/ 4814 h 9152"/>
              <a:gd name="connsiteX307" fmla="*/ 57700 w 142030"/>
              <a:gd name="connsiteY307" fmla="*/ 4814 h 9152"/>
              <a:gd name="connsiteX308" fmla="*/ 57700 w 142030"/>
              <a:gd name="connsiteY308" fmla="*/ 4814 h 9152"/>
              <a:gd name="connsiteX309" fmla="*/ 56220 w 142030"/>
              <a:gd name="connsiteY309" fmla="*/ 4814 h 9152"/>
              <a:gd name="connsiteX310" fmla="*/ 56220 w 142030"/>
              <a:gd name="connsiteY310" fmla="*/ 4814 h 9152"/>
              <a:gd name="connsiteX311" fmla="*/ 54741 w 142030"/>
              <a:gd name="connsiteY311" fmla="*/ 4814 h 9152"/>
              <a:gd name="connsiteX312" fmla="*/ 54741 w 142030"/>
              <a:gd name="connsiteY312" fmla="*/ 4814 h 9152"/>
              <a:gd name="connsiteX313" fmla="*/ 53261 w 142030"/>
              <a:gd name="connsiteY313" fmla="*/ 4814 h 9152"/>
              <a:gd name="connsiteX314" fmla="*/ 53261 w 142030"/>
              <a:gd name="connsiteY314" fmla="*/ 4814 h 9152"/>
              <a:gd name="connsiteX315" fmla="*/ 51782 w 142030"/>
              <a:gd name="connsiteY315" fmla="*/ 4814 h 9152"/>
              <a:gd name="connsiteX316" fmla="*/ 51782 w 142030"/>
              <a:gd name="connsiteY316" fmla="*/ 4814 h 9152"/>
              <a:gd name="connsiteX317" fmla="*/ 50302 w 142030"/>
              <a:gd name="connsiteY317" fmla="*/ 4814 h 9152"/>
              <a:gd name="connsiteX318" fmla="*/ 50302 w 142030"/>
              <a:gd name="connsiteY318" fmla="*/ 4814 h 9152"/>
              <a:gd name="connsiteX319" fmla="*/ 48823 w 142030"/>
              <a:gd name="connsiteY319" fmla="*/ 4814 h 9152"/>
              <a:gd name="connsiteX320" fmla="*/ 48823 w 142030"/>
              <a:gd name="connsiteY320" fmla="*/ 4814 h 9152"/>
              <a:gd name="connsiteX321" fmla="*/ 47343 w 142030"/>
              <a:gd name="connsiteY321" fmla="*/ 4814 h 9152"/>
              <a:gd name="connsiteX322" fmla="*/ 47343 w 142030"/>
              <a:gd name="connsiteY322" fmla="*/ 4814 h 9152"/>
              <a:gd name="connsiteX323" fmla="*/ 45864 w 142030"/>
              <a:gd name="connsiteY323" fmla="*/ 4814 h 9152"/>
              <a:gd name="connsiteX324" fmla="*/ 45864 w 142030"/>
              <a:gd name="connsiteY324" fmla="*/ 4814 h 9152"/>
              <a:gd name="connsiteX325" fmla="*/ 44384 w 142030"/>
              <a:gd name="connsiteY325" fmla="*/ 4814 h 9152"/>
              <a:gd name="connsiteX326" fmla="*/ 44384 w 142030"/>
              <a:gd name="connsiteY326" fmla="*/ 4814 h 9152"/>
              <a:gd name="connsiteX327" fmla="*/ 42905 w 142030"/>
              <a:gd name="connsiteY327" fmla="*/ 4814 h 9152"/>
              <a:gd name="connsiteX328" fmla="*/ 42905 w 142030"/>
              <a:gd name="connsiteY328" fmla="*/ 4814 h 9152"/>
              <a:gd name="connsiteX329" fmla="*/ 41425 w 142030"/>
              <a:gd name="connsiteY329" fmla="*/ 4814 h 9152"/>
              <a:gd name="connsiteX330" fmla="*/ 41425 w 142030"/>
              <a:gd name="connsiteY330" fmla="*/ 4814 h 9152"/>
              <a:gd name="connsiteX331" fmla="*/ 39946 w 142030"/>
              <a:gd name="connsiteY331" fmla="*/ 4814 h 9152"/>
              <a:gd name="connsiteX332" fmla="*/ 39946 w 142030"/>
              <a:gd name="connsiteY332" fmla="*/ 4814 h 9152"/>
              <a:gd name="connsiteX333" fmla="*/ 38467 w 142030"/>
              <a:gd name="connsiteY333" fmla="*/ 4814 h 9152"/>
              <a:gd name="connsiteX334" fmla="*/ 38467 w 142030"/>
              <a:gd name="connsiteY334" fmla="*/ 4814 h 9152"/>
              <a:gd name="connsiteX335" fmla="*/ 36987 w 142030"/>
              <a:gd name="connsiteY335" fmla="*/ 4814 h 9152"/>
              <a:gd name="connsiteX336" fmla="*/ 36987 w 142030"/>
              <a:gd name="connsiteY336" fmla="*/ 4814 h 9152"/>
              <a:gd name="connsiteX337" fmla="*/ 35508 w 142030"/>
              <a:gd name="connsiteY337" fmla="*/ 4814 h 9152"/>
              <a:gd name="connsiteX338" fmla="*/ 35508 w 142030"/>
              <a:gd name="connsiteY338" fmla="*/ 4814 h 9152"/>
              <a:gd name="connsiteX339" fmla="*/ 34028 w 142030"/>
              <a:gd name="connsiteY339" fmla="*/ 4814 h 9152"/>
              <a:gd name="connsiteX340" fmla="*/ 34028 w 142030"/>
              <a:gd name="connsiteY340" fmla="*/ 4814 h 9152"/>
              <a:gd name="connsiteX341" fmla="*/ 32549 w 142030"/>
              <a:gd name="connsiteY341" fmla="*/ 4814 h 9152"/>
              <a:gd name="connsiteX342" fmla="*/ 32549 w 142030"/>
              <a:gd name="connsiteY342" fmla="*/ 4814 h 9152"/>
              <a:gd name="connsiteX343" fmla="*/ 31069 w 142030"/>
              <a:gd name="connsiteY343" fmla="*/ 4814 h 9152"/>
              <a:gd name="connsiteX344" fmla="*/ 31069 w 142030"/>
              <a:gd name="connsiteY344" fmla="*/ 4814 h 9152"/>
              <a:gd name="connsiteX345" fmla="*/ 29590 w 142030"/>
              <a:gd name="connsiteY345" fmla="*/ 4814 h 9152"/>
              <a:gd name="connsiteX346" fmla="*/ 29590 w 142030"/>
              <a:gd name="connsiteY346" fmla="*/ 4814 h 9152"/>
              <a:gd name="connsiteX347" fmla="*/ 28110 w 142030"/>
              <a:gd name="connsiteY347" fmla="*/ 4814 h 9152"/>
              <a:gd name="connsiteX348" fmla="*/ 28110 w 142030"/>
              <a:gd name="connsiteY348" fmla="*/ 4814 h 9152"/>
              <a:gd name="connsiteX349" fmla="*/ 26631 w 142030"/>
              <a:gd name="connsiteY349" fmla="*/ 4814 h 9152"/>
              <a:gd name="connsiteX350" fmla="*/ 26631 w 142030"/>
              <a:gd name="connsiteY350" fmla="*/ 4814 h 9152"/>
              <a:gd name="connsiteX351" fmla="*/ 25151 w 142030"/>
              <a:gd name="connsiteY351" fmla="*/ 4814 h 9152"/>
              <a:gd name="connsiteX352" fmla="*/ 25151 w 142030"/>
              <a:gd name="connsiteY352" fmla="*/ 4814 h 9152"/>
              <a:gd name="connsiteX353" fmla="*/ 23672 w 142030"/>
              <a:gd name="connsiteY353" fmla="*/ 4814 h 9152"/>
              <a:gd name="connsiteX354" fmla="*/ 23672 w 142030"/>
              <a:gd name="connsiteY354" fmla="*/ 4814 h 9152"/>
              <a:gd name="connsiteX355" fmla="*/ 22192 w 142030"/>
              <a:gd name="connsiteY355" fmla="*/ 4814 h 9152"/>
              <a:gd name="connsiteX356" fmla="*/ 22192 w 142030"/>
              <a:gd name="connsiteY356" fmla="*/ 4814 h 9152"/>
              <a:gd name="connsiteX357" fmla="*/ 20713 w 142030"/>
              <a:gd name="connsiteY357" fmla="*/ 4814 h 9152"/>
              <a:gd name="connsiteX358" fmla="*/ 20713 w 142030"/>
              <a:gd name="connsiteY358" fmla="*/ 4814 h 9152"/>
              <a:gd name="connsiteX359" fmla="*/ 19233 w 142030"/>
              <a:gd name="connsiteY359" fmla="*/ 4814 h 9152"/>
              <a:gd name="connsiteX360" fmla="*/ 19233 w 142030"/>
              <a:gd name="connsiteY360" fmla="*/ 4814 h 9152"/>
              <a:gd name="connsiteX361" fmla="*/ 17754 w 142030"/>
              <a:gd name="connsiteY361" fmla="*/ 4814 h 9152"/>
              <a:gd name="connsiteX362" fmla="*/ 17754 w 142030"/>
              <a:gd name="connsiteY362" fmla="*/ 4814 h 9152"/>
              <a:gd name="connsiteX363" fmla="*/ 16274 w 142030"/>
              <a:gd name="connsiteY363" fmla="*/ 4814 h 9152"/>
              <a:gd name="connsiteX364" fmla="*/ 16274 w 142030"/>
              <a:gd name="connsiteY364" fmla="*/ 4814 h 9152"/>
              <a:gd name="connsiteX365" fmla="*/ 14795 w 142030"/>
              <a:gd name="connsiteY365" fmla="*/ 4814 h 9152"/>
              <a:gd name="connsiteX366" fmla="*/ 14795 w 142030"/>
              <a:gd name="connsiteY366" fmla="*/ 4814 h 9152"/>
              <a:gd name="connsiteX367" fmla="*/ 13315 w 142030"/>
              <a:gd name="connsiteY367" fmla="*/ 4814 h 9152"/>
              <a:gd name="connsiteX368" fmla="*/ 13315 w 142030"/>
              <a:gd name="connsiteY368" fmla="*/ 4814 h 9152"/>
              <a:gd name="connsiteX369" fmla="*/ 11836 w 142030"/>
              <a:gd name="connsiteY369" fmla="*/ 4814 h 9152"/>
              <a:gd name="connsiteX370" fmla="*/ 11836 w 142030"/>
              <a:gd name="connsiteY370" fmla="*/ 4814 h 9152"/>
              <a:gd name="connsiteX371" fmla="*/ 10356 w 142030"/>
              <a:gd name="connsiteY371" fmla="*/ 4814 h 9152"/>
              <a:gd name="connsiteX372" fmla="*/ 10356 w 142030"/>
              <a:gd name="connsiteY372" fmla="*/ 4814 h 9152"/>
              <a:gd name="connsiteX373" fmla="*/ 8877 w 142030"/>
              <a:gd name="connsiteY373" fmla="*/ 4814 h 9152"/>
              <a:gd name="connsiteX374" fmla="*/ 8877 w 142030"/>
              <a:gd name="connsiteY374" fmla="*/ 4814 h 9152"/>
              <a:gd name="connsiteX375" fmla="*/ 7397 w 142030"/>
              <a:gd name="connsiteY375" fmla="*/ 4814 h 9152"/>
              <a:gd name="connsiteX376" fmla="*/ 7397 w 142030"/>
              <a:gd name="connsiteY376" fmla="*/ 4814 h 9152"/>
              <a:gd name="connsiteX377" fmla="*/ 5918 w 142030"/>
              <a:gd name="connsiteY377" fmla="*/ 4814 h 9152"/>
              <a:gd name="connsiteX378" fmla="*/ 5918 w 142030"/>
              <a:gd name="connsiteY378" fmla="*/ 4814 h 9152"/>
              <a:gd name="connsiteX379" fmla="*/ 4438 w 142030"/>
              <a:gd name="connsiteY379" fmla="*/ 4814 h 9152"/>
              <a:gd name="connsiteX380" fmla="*/ 4438 w 142030"/>
              <a:gd name="connsiteY380" fmla="*/ 4814 h 9152"/>
              <a:gd name="connsiteX381" fmla="*/ 2959 w 142030"/>
              <a:gd name="connsiteY381" fmla="*/ 4814 h 9152"/>
              <a:gd name="connsiteX382" fmla="*/ 2959 w 142030"/>
              <a:gd name="connsiteY382" fmla="*/ 4814 h 9152"/>
              <a:gd name="connsiteX383" fmla="*/ 1479 w 142030"/>
              <a:gd name="connsiteY383" fmla="*/ 4814 h 9152"/>
              <a:gd name="connsiteX384" fmla="*/ 1479 w 142030"/>
              <a:gd name="connsiteY384" fmla="*/ 4814 h 9152"/>
              <a:gd name="connsiteX385" fmla="*/ 0 w 142030"/>
              <a:gd name="connsiteY385" fmla="*/ 4814 h 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</a:cxnLst>
            <a:rect l="l" t="t" r="r" b="b"/>
            <a:pathLst>
              <a:path w="142030" h="9152">
                <a:moveTo>
                  <a:pt x="0" y="4814"/>
                </a:moveTo>
                <a:lnTo>
                  <a:pt x="0" y="5123"/>
                </a:lnTo>
                <a:lnTo>
                  <a:pt x="1479" y="5123"/>
                </a:lnTo>
                <a:lnTo>
                  <a:pt x="1479" y="5334"/>
                </a:lnTo>
                <a:lnTo>
                  <a:pt x="2959" y="5334"/>
                </a:lnTo>
                <a:lnTo>
                  <a:pt x="2959" y="5549"/>
                </a:lnTo>
                <a:lnTo>
                  <a:pt x="4438" y="5549"/>
                </a:lnTo>
                <a:lnTo>
                  <a:pt x="4438" y="5767"/>
                </a:lnTo>
                <a:lnTo>
                  <a:pt x="5918" y="5767"/>
                </a:lnTo>
                <a:lnTo>
                  <a:pt x="5918" y="5987"/>
                </a:lnTo>
                <a:lnTo>
                  <a:pt x="7397" y="5987"/>
                </a:lnTo>
                <a:lnTo>
                  <a:pt x="7397" y="6209"/>
                </a:lnTo>
                <a:lnTo>
                  <a:pt x="8877" y="6209"/>
                </a:lnTo>
                <a:lnTo>
                  <a:pt x="8877" y="6432"/>
                </a:lnTo>
                <a:lnTo>
                  <a:pt x="10356" y="6432"/>
                </a:lnTo>
                <a:lnTo>
                  <a:pt x="10356" y="6654"/>
                </a:lnTo>
                <a:lnTo>
                  <a:pt x="11836" y="6654"/>
                </a:lnTo>
                <a:lnTo>
                  <a:pt x="11836" y="6876"/>
                </a:lnTo>
                <a:lnTo>
                  <a:pt x="13315" y="6876"/>
                </a:lnTo>
                <a:lnTo>
                  <a:pt x="13315" y="7095"/>
                </a:lnTo>
                <a:lnTo>
                  <a:pt x="14795" y="7095"/>
                </a:lnTo>
                <a:lnTo>
                  <a:pt x="14795" y="7312"/>
                </a:lnTo>
                <a:lnTo>
                  <a:pt x="16274" y="7312"/>
                </a:lnTo>
                <a:lnTo>
                  <a:pt x="16274" y="7524"/>
                </a:lnTo>
                <a:lnTo>
                  <a:pt x="17754" y="7524"/>
                </a:lnTo>
                <a:lnTo>
                  <a:pt x="17754" y="7731"/>
                </a:lnTo>
                <a:lnTo>
                  <a:pt x="19233" y="7731"/>
                </a:lnTo>
                <a:lnTo>
                  <a:pt x="19233" y="7932"/>
                </a:lnTo>
                <a:lnTo>
                  <a:pt x="20713" y="7932"/>
                </a:lnTo>
                <a:lnTo>
                  <a:pt x="20713" y="8124"/>
                </a:lnTo>
                <a:lnTo>
                  <a:pt x="22192" y="8124"/>
                </a:lnTo>
                <a:lnTo>
                  <a:pt x="22192" y="8308"/>
                </a:lnTo>
                <a:lnTo>
                  <a:pt x="23672" y="8308"/>
                </a:lnTo>
                <a:lnTo>
                  <a:pt x="23672" y="8481"/>
                </a:lnTo>
                <a:lnTo>
                  <a:pt x="25151" y="8481"/>
                </a:lnTo>
                <a:lnTo>
                  <a:pt x="25151" y="8643"/>
                </a:lnTo>
                <a:lnTo>
                  <a:pt x="26631" y="8643"/>
                </a:lnTo>
                <a:lnTo>
                  <a:pt x="26631" y="8792"/>
                </a:lnTo>
                <a:lnTo>
                  <a:pt x="28110" y="8792"/>
                </a:lnTo>
                <a:lnTo>
                  <a:pt x="28110" y="8927"/>
                </a:lnTo>
                <a:lnTo>
                  <a:pt x="29590" y="8927"/>
                </a:lnTo>
                <a:lnTo>
                  <a:pt x="29590" y="9047"/>
                </a:lnTo>
                <a:lnTo>
                  <a:pt x="31069" y="9047"/>
                </a:lnTo>
                <a:lnTo>
                  <a:pt x="31069" y="9151"/>
                </a:lnTo>
                <a:lnTo>
                  <a:pt x="32549" y="9151"/>
                </a:lnTo>
                <a:lnTo>
                  <a:pt x="32549" y="9237"/>
                </a:lnTo>
                <a:lnTo>
                  <a:pt x="34028" y="9237"/>
                </a:lnTo>
                <a:lnTo>
                  <a:pt x="34028" y="9305"/>
                </a:lnTo>
                <a:lnTo>
                  <a:pt x="35508" y="9305"/>
                </a:lnTo>
                <a:lnTo>
                  <a:pt x="35508" y="9354"/>
                </a:lnTo>
                <a:lnTo>
                  <a:pt x="36987" y="9354"/>
                </a:lnTo>
                <a:lnTo>
                  <a:pt x="36987" y="9382"/>
                </a:lnTo>
                <a:lnTo>
                  <a:pt x="38467" y="9382"/>
                </a:lnTo>
                <a:lnTo>
                  <a:pt x="38467" y="9390"/>
                </a:lnTo>
                <a:lnTo>
                  <a:pt x="39946" y="9390"/>
                </a:lnTo>
                <a:lnTo>
                  <a:pt x="39946" y="9376"/>
                </a:lnTo>
                <a:lnTo>
                  <a:pt x="41425" y="9376"/>
                </a:lnTo>
                <a:lnTo>
                  <a:pt x="41425" y="9340"/>
                </a:lnTo>
                <a:lnTo>
                  <a:pt x="42905" y="9340"/>
                </a:lnTo>
                <a:lnTo>
                  <a:pt x="42905" y="9282"/>
                </a:lnTo>
                <a:lnTo>
                  <a:pt x="44384" y="9282"/>
                </a:lnTo>
                <a:lnTo>
                  <a:pt x="44384" y="9202"/>
                </a:lnTo>
                <a:lnTo>
                  <a:pt x="45864" y="9202"/>
                </a:lnTo>
                <a:lnTo>
                  <a:pt x="45864" y="9099"/>
                </a:lnTo>
                <a:lnTo>
                  <a:pt x="47343" y="9099"/>
                </a:lnTo>
                <a:lnTo>
                  <a:pt x="47343" y="8974"/>
                </a:lnTo>
                <a:lnTo>
                  <a:pt x="48823" y="8974"/>
                </a:lnTo>
                <a:lnTo>
                  <a:pt x="48823" y="8827"/>
                </a:lnTo>
                <a:lnTo>
                  <a:pt x="50302" y="8827"/>
                </a:lnTo>
                <a:lnTo>
                  <a:pt x="50302" y="8658"/>
                </a:lnTo>
                <a:lnTo>
                  <a:pt x="51782" y="8658"/>
                </a:lnTo>
                <a:lnTo>
                  <a:pt x="51782" y="8468"/>
                </a:lnTo>
                <a:lnTo>
                  <a:pt x="53261" y="8468"/>
                </a:lnTo>
                <a:lnTo>
                  <a:pt x="53261" y="8259"/>
                </a:lnTo>
                <a:lnTo>
                  <a:pt x="54741" y="8259"/>
                </a:lnTo>
                <a:lnTo>
                  <a:pt x="54741" y="8029"/>
                </a:lnTo>
                <a:lnTo>
                  <a:pt x="56220" y="8029"/>
                </a:lnTo>
                <a:lnTo>
                  <a:pt x="56220" y="7782"/>
                </a:lnTo>
                <a:lnTo>
                  <a:pt x="57700" y="7782"/>
                </a:lnTo>
                <a:lnTo>
                  <a:pt x="57700" y="7518"/>
                </a:lnTo>
                <a:lnTo>
                  <a:pt x="59179" y="7518"/>
                </a:lnTo>
                <a:lnTo>
                  <a:pt x="59179" y="7238"/>
                </a:lnTo>
                <a:lnTo>
                  <a:pt x="60659" y="7238"/>
                </a:lnTo>
                <a:lnTo>
                  <a:pt x="60659" y="6945"/>
                </a:lnTo>
                <a:lnTo>
                  <a:pt x="62138" y="6945"/>
                </a:lnTo>
                <a:lnTo>
                  <a:pt x="62138" y="6638"/>
                </a:lnTo>
                <a:lnTo>
                  <a:pt x="63618" y="6638"/>
                </a:lnTo>
                <a:lnTo>
                  <a:pt x="63618" y="6322"/>
                </a:lnTo>
                <a:lnTo>
                  <a:pt x="65097" y="6322"/>
                </a:lnTo>
                <a:lnTo>
                  <a:pt x="65097" y="5996"/>
                </a:lnTo>
                <a:lnTo>
                  <a:pt x="66577" y="5996"/>
                </a:lnTo>
                <a:lnTo>
                  <a:pt x="66577" y="5663"/>
                </a:lnTo>
                <a:lnTo>
                  <a:pt x="68056" y="5663"/>
                </a:lnTo>
                <a:lnTo>
                  <a:pt x="68056" y="5325"/>
                </a:lnTo>
                <a:lnTo>
                  <a:pt x="69536" y="5325"/>
                </a:lnTo>
                <a:lnTo>
                  <a:pt x="69536" y="4985"/>
                </a:lnTo>
                <a:lnTo>
                  <a:pt x="71015" y="4985"/>
                </a:lnTo>
                <a:lnTo>
                  <a:pt x="71015" y="4643"/>
                </a:lnTo>
                <a:lnTo>
                  <a:pt x="72495" y="4643"/>
                </a:lnTo>
                <a:lnTo>
                  <a:pt x="72495" y="4302"/>
                </a:lnTo>
                <a:lnTo>
                  <a:pt x="73974" y="4302"/>
                </a:lnTo>
                <a:lnTo>
                  <a:pt x="73974" y="3964"/>
                </a:lnTo>
                <a:lnTo>
                  <a:pt x="75454" y="3964"/>
                </a:lnTo>
                <a:lnTo>
                  <a:pt x="75454" y="3631"/>
                </a:lnTo>
                <a:lnTo>
                  <a:pt x="76933" y="3631"/>
                </a:lnTo>
                <a:lnTo>
                  <a:pt x="76933" y="3306"/>
                </a:lnTo>
                <a:lnTo>
                  <a:pt x="78413" y="3306"/>
                </a:lnTo>
                <a:lnTo>
                  <a:pt x="78413" y="2989"/>
                </a:lnTo>
                <a:lnTo>
                  <a:pt x="79892" y="2989"/>
                </a:lnTo>
                <a:lnTo>
                  <a:pt x="79892" y="2683"/>
                </a:lnTo>
                <a:lnTo>
                  <a:pt x="81371" y="2683"/>
                </a:lnTo>
                <a:lnTo>
                  <a:pt x="81371" y="2389"/>
                </a:lnTo>
                <a:lnTo>
                  <a:pt x="82851" y="2389"/>
                </a:lnTo>
                <a:lnTo>
                  <a:pt x="82851" y="2109"/>
                </a:lnTo>
                <a:lnTo>
                  <a:pt x="84330" y="2109"/>
                </a:lnTo>
                <a:lnTo>
                  <a:pt x="84330" y="1845"/>
                </a:lnTo>
                <a:lnTo>
                  <a:pt x="85810" y="1845"/>
                </a:lnTo>
                <a:lnTo>
                  <a:pt x="85810" y="1598"/>
                </a:lnTo>
                <a:lnTo>
                  <a:pt x="87289" y="1598"/>
                </a:lnTo>
                <a:lnTo>
                  <a:pt x="87289" y="1369"/>
                </a:lnTo>
                <a:lnTo>
                  <a:pt x="88769" y="1369"/>
                </a:lnTo>
                <a:lnTo>
                  <a:pt x="88769" y="1159"/>
                </a:lnTo>
                <a:lnTo>
                  <a:pt x="90248" y="1159"/>
                </a:lnTo>
                <a:lnTo>
                  <a:pt x="90248" y="969"/>
                </a:lnTo>
                <a:lnTo>
                  <a:pt x="91728" y="969"/>
                </a:lnTo>
                <a:lnTo>
                  <a:pt x="91728" y="801"/>
                </a:lnTo>
                <a:lnTo>
                  <a:pt x="93207" y="801"/>
                </a:lnTo>
                <a:lnTo>
                  <a:pt x="93207" y="654"/>
                </a:lnTo>
                <a:lnTo>
                  <a:pt x="94687" y="654"/>
                </a:lnTo>
                <a:lnTo>
                  <a:pt x="94687" y="528"/>
                </a:lnTo>
                <a:lnTo>
                  <a:pt x="96166" y="528"/>
                </a:lnTo>
                <a:lnTo>
                  <a:pt x="96166" y="426"/>
                </a:lnTo>
                <a:lnTo>
                  <a:pt x="97646" y="426"/>
                </a:lnTo>
                <a:lnTo>
                  <a:pt x="97646" y="345"/>
                </a:lnTo>
                <a:lnTo>
                  <a:pt x="99125" y="345"/>
                </a:lnTo>
                <a:lnTo>
                  <a:pt x="99125" y="287"/>
                </a:lnTo>
                <a:lnTo>
                  <a:pt x="100605" y="287"/>
                </a:lnTo>
                <a:lnTo>
                  <a:pt x="100605" y="251"/>
                </a:lnTo>
                <a:lnTo>
                  <a:pt x="102084" y="251"/>
                </a:lnTo>
                <a:lnTo>
                  <a:pt x="102084" y="238"/>
                </a:lnTo>
                <a:lnTo>
                  <a:pt x="103564" y="238"/>
                </a:lnTo>
                <a:lnTo>
                  <a:pt x="103564" y="245"/>
                </a:lnTo>
                <a:lnTo>
                  <a:pt x="105043" y="245"/>
                </a:lnTo>
                <a:lnTo>
                  <a:pt x="105043" y="274"/>
                </a:lnTo>
                <a:lnTo>
                  <a:pt x="106523" y="274"/>
                </a:lnTo>
                <a:lnTo>
                  <a:pt x="106523" y="322"/>
                </a:lnTo>
                <a:lnTo>
                  <a:pt x="108002" y="322"/>
                </a:lnTo>
                <a:lnTo>
                  <a:pt x="108002" y="390"/>
                </a:lnTo>
                <a:lnTo>
                  <a:pt x="109482" y="390"/>
                </a:lnTo>
                <a:lnTo>
                  <a:pt x="109482" y="476"/>
                </a:lnTo>
                <a:lnTo>
                  <a:pt x="110961" y="476"/>
                </a:lnTo>
                <a:lnTo>
                  <a:pt x="110961" y="580"/>
                </a:lnTo>
                <a:lnTo>
                  <a:pt x="112441" y="580"/>
                </a:lnTo>
                <a:lnTo>
                  <a:pt x="112441" y="700"/>
                </a:lnTo>
                <a:lnTo>
                  <a:pt x="113920" y="700"/>
                </a:lnTo>
                <a:lnTo>
                  <a:pt x="113920" y="835"/>
                </a:lnTo>
                <a:lnTo>
                  <a:pt x="115400" y="835"/>
                </a:lnTo>
                <a:lnTo>
                  <a:pt x="115400" y="984"/>
                </a:lnTo>
                <a:lnTo>
                  <a:pt x="116879" y="984"/>
                </a:lnTo>
                <a:lnTo>
                  <a:pt x="116879" y="1146"/>
                </a:lnTo>
                <a:lnTo>
                  <a:pt x="118359" y="1146"/>
                </a:lnTo>
                <a:lnTo>
                  <a:pt x="118359" y="1319"/>
                </a:lnTo>
                <a:lnTo>
                  <a:pt x="119838" y="1319"/>
                </a:lnTo>
                <a:lnTo>
                  <a:pt x="119838" y="1503"/>
                </a:lnTo>
                <a:lnTo>
                  <a:pt x="121317" y="1503"/>
                </a:lnTo>
                <a:lnTo>
                  <a:pt x="121317" y="1696"/>
                </a:lnTo>
                <a:lnTo>
                  <a:pt x="122797" y="1696"/>
                </a:lnTo>
                <a:lnTo>
                  <a:pt x="122797" y="1896"/>
                </a:lnTo>
                <a:lnTo>
                  <a:pt x="124276" y="1896"/>
                </a:lnTo>
                <a:lnTo>
                  <a:pt x="124276" y="2103"/>
                </a:lnTo>
                <a:lnTo>
                  <a:pt x="125756" y="2103"/>
                </a:lnTo>
                <a:lnTo>
                  <a:pt x="125756" y="2315"/>
                </a:lnTo>
                <a:lnTo>
                  <a:pt x="127235" y="2315"/>
                </a:lnTo>
                <a:lnTo>
                  <a:pt x="127235" y="2532"/>
                </a:lnTo>
                <a:lnTo>
                  <a:pt x="128715" y="2532"/>
                </a:lnTo>
                <a:lnTo>
                  <a:pt x="128715" y="2752"/>
                </a:lnTo>
                <a:lnTo>
                  <a:pt x="130194" y="2752"/>
                </a:lnTo>
                <a:lnTo>
                  <a:pt x="130194" y="2973"/>
                </a:lnTo>
                <a:lnTo>
                  <a:pt x="131674" y="2973"/>
                </a:lnTo>
                <a:lnTo>
                  <a:pt x="131674" y="3196"/>
                </a:lnTo>
                <a:lnTo>
                  <a:pt x="133153" y="3196"/>
                </a:lnTo>
                <a:lnTo>
                  <a:pt x="133153" y="3419"/>
                </a:lnTo>
                <a:lnTo>
                  <a:pt x="134633" y="3419"/>
                </a:lnTo>
                <a:lnTo>
                  <a:pt x="134633" y="3640"/>
                </a:lnTo>
                <a:lnTo>
                  <a:pt x="136112" y="3640"/>
                </a:lnTo>
                <a:lnTo>
                  <a:pt x="136112" y="3861"/>
                </a:lnTo>
                <a:lnTo>
                  <a:pt x="137592" y="3861"/>
                </a:lnTo>
                <a:lnTo>
                  <a:pt x="137592" y="4079"/>
                </a:lnTo>
                <a:lnTo>
                  <a:pt x="139071" y="4079"/>
                </a:lnTo>
                <a:lnTo>
                  <a:pt x="139071" y="4293"/>
                </a:lnTo>
                <a:lnTo>
                  <a:pt x="140551" y="4293"/>
                </a:lnTo>
                <a:lnTo>
                  <a:pt x="140551" y="4505"/>
                </a:lnTo>
                <a:lnTo>
                  <a:pt x="142030" y="4505"/>
                </a:lnTo>
                <a:lnTo>
                  <a:pt x="142030" y="4814"/>
                </a:lnTo>
                <a:lnTo>
                  <a:pt x="142030" y="4814"/>
                </a:lnTo>
                <a:lnTo>
                  <a:pt x="140551" y="4814"/>
                </a:lnTo>
                <a:lnTo>
                  <a:pt x="140551" y="4814"/>
                </a:lnTo>
                <a:lnTo>
                  <a:pt x="139071" y="4814"/>
                </a:lnTo>
                <a:lnTo>
                  <a:pt x="139071" y="4814"/>
                </a:lnTo>
                <a:lnTo>
                  <a:pt x="137592" y="4814"/>
                </a:lnTo>
                <a:lnTo>
                  <a:pt x="137592" y="4814"/>
                </a:lnTo>
                <a:lnTo>
                  <a:pt x="136112" y="4814"/>
                </a:lnTo>
                <a:lnTo>
                  <a:pt x="136112" y="4814"/>
                </a:lnTo>
                <a:lnTo>
                  <a:pt x="134633" y="4814"/>
                </a:lnTo>
                <a:lnTo>
                  <a:pt x="134633" y="4814"/>
                </a:lnTo>
                <a:lnTo>
                  <a:pt x="133153" y="4814"/>
                </a:lnTo>
                <a:lnTo>
                  <a:pt x="133153" y="4814"/>
                </a:lnTo>
                <a:lnTo>
                  <a:pt x="131674" y="4814"/>
                </a:lnTo>
                <a:lnTo>
                  <a:pt x="131674" y="4814"/>
                </a:lnTo>
                <a:lnTo>
                  <a:pt x="130194" y="4814"/>
                </a:lnTo>
                <a:lnTo>
                  <a:pt x="130194" y="4814"/>
                </a:lnTo>
                <a:lnTo>
                  <a:pt x="128715" y="4814"/>
                </a:lnTo>
                <a:lnTo>
                  <a:pt x="128715" y="4814"/>
                </a:lnTo>
                <a:lnTo>
                  <a:pt x="127235" y="4814"/>
                </a:lnTo>
                <a:lnTo>
                  <a:pt x="127235" y="4814"/>
                </a:lnTo>
                <a:lnTo>
                  <a:pt x="125756" y="4814"/>
                </a:lnTo>
                <a:lnTo>
                  <a:pt x="125756" y="4814"/>
                </a:lnTo>
                <a:lnTo>
                  <a:pt x="124276" y="4814"/>
                </a:lnTo>
                <a:lnTo>
                  <a:pt x="124276" y="4814"/>
                </a:lnTo>
                <a:lnTo>
                  <a:pt x="122797" y="4814"/>
                </a:lnTo>
                <a:lnTo>
                  <a:pt x="122797" y="4814"/>
                </a:lnTo>
                <a:lnTo>
                  <a:pt x="121317" y="4814"/>
                </a:lnTo>
                <a:lnTo>
                  <a:pt x="121317" y="4814"/>
                </a:lnTo>
                <a:lnTo>
                  <a:pt x="119838" y="4814"/>
                </a:lnTo>
                <a:lnTo>
                  <a:pt x="119838" y="4814"/>
                </a:lnTo>
                <a:lnTo>
                  <a:pt x="118359" y="4814"/>
                </a:lnTo>
                <a:lnTo>
                  <a:pt x="118359" y="4814"/>
                </a:lnTo>
                <a:lnTo>
                  <a:pt x="116879" y="4814"/>
                </a:lnTo>
                <a:lnTo>
                  <a:pt x="116879" y="4814"/>
                </a:lnTo>
                <a:lnTo>
                  <a:pt x="115400" y="4814"/>
                </a:lnTo>
                <a:lnTo>
                  <a:pt x="115400" y="4814"/>
                </a:lnTo>
                <a:lnTo>
                  <a:pt x="113920" y="4814"/>
                </a:lnTo>
                <a:lnTo>
                  <a:pt x="113920" y="4814"/>
                </a:lnTo>
                <a:lnTo>
                  <a:pt x="112441" y="4814"/>
                </a:lnTo>
                <a:lnTo>
                  <a:pt x="112441" y="4814"/>
                </a:lnTo>
                <a:lnTo>
                  <a:pt x="110961" y="4814"/>
                </a:lnTo>
                <a:lnTo>
                  <a:pt x="110961" y="4814"/>
                </a:lnTo>
                <a:lnTo>
                  <a:pt x="109482" y="4814"/>
                </a:lnTo>
                <a:lnTo>
                  <a:pt x="109482" y="4814"/>
                </a:lnTo>
                <a:lnTo>
                  <a:pt x="108002" y="4814"/>
                </a:lnTo>
                <a:lnTo>
                  <a:pt x="108002" y="4814"/>
                </a:lnTo>
                <a:lnTo>
                  <a:pt x="106523" y="4814"/>
                </a:lnTo>
                <a:lnTo>
                  <a:pt x="106523" y="4814"/>
                </a:lnTo>
                <a:lnTo>
                  <a:pt x="105043" y="4814"/>
                </a:lnTo>
                <a:lnTo>
                  <a:pt x="105043" y="4814"/>
                </a:lnTo>
                <a:lnTo>
                  <a:pt x="103564" y="4814"/>
                </a:lnTo>
                <a:lnTo>
                  <a:pt x="103564" y="4814"/>
                </a:lnTo>
                <a:lnTo>
                  <a:pt x="102084" y="4814"/>
                </a:lnTo>
                <a:lnTo>
                  <a:pt x="102084" y="4814"/>
                </a:lnTo>
                <a:lnTo>
                  <a:pt x="100605" y="4814"/>
                </a:lnTo>
                <a:lnTo>
                  <a:pt x="100605" y="4814"/>
                </a:lnTo>
                <a:lnTo>
                  <a:pt x="99125" y="4814"/>
                </a:lnTo>
                <a:lnTo>
                  <a:pt x="99125" y="4814"/>
                </a:lnTo>
                <a:lnTo>
                  <a:pt x="97646" y="4814"/>
                </a:lnTo>
                <a:lnTo>
                  <a:pt x="97646" y="4814"/>
                </a:lnTo>
                <a:lnTo>
                  <a:pt x="96166" y="4814"/>
                </a:lnTo>
                <a:lnTo>
                  <a:pt x="96166" y="4814"/>
                </a:lnTo>
                <a:lnTo>
                  <a:pt x="94687" y="4814"/>
                </a:lnTo>
                <a:lnTo>
                  <a:pt x="94687" y="4814"/>
                </a:lnTo>
                <a:lnTo>
                  <a:pt x="93207" y="4814"/>
                </a:lnTo>
                <a:lnTo>
                  <a:pt x="93207" y="4814"/>
                </a:lnTo>
                <a:lnTo>
                  <a:pt x="91728" y="4814"/>
                </a:lnTo>
                <a:lnTo>
                  <a:pt x="91728" y="4814"/>
                </a:lnTo>
                <a:lnTo>
                  <a:pt x="90248" y="4814"/>
                </a:lnTo>
                <a:lnTo>
                  <a:pt x="90248" y="4814"/>
                </a:lnTo>
                <a:lnTo>
                  <a:pt x="88769" y="4814"/>
                </a:lnTo>
                <a:lnTo>
                  <a:pt x="88769" y="4814"/>
                </a:lnTo>
                <a:lnTo>
                  <a:pt x="87289" y="4814"/>
                </a:lnTo>
                <a:lnTo>
                  <a:pt x="87289" y="4814"/>
                </a:lnTo>
                <a:lnTo>
                  <a:pt x="85810" y="4814"/>
                </a:lnTo>
                <a:lnTo>
                  <a:pt x="85810" y="4814"/>
                </a:lnTo>
                <a:lnTo>
                  <a:pt x="84330" y="4814"/>
                </a:lnTo>
                <a:lnTo>
                  <a:pt x="84330" y="4814"/>
                </a:lnTo>
                <a:lnTo>
                  <a:pt x="82851" y="4814"/>
                </a:lnTo>
                <a:lnTo>
                  <a:pt x="82851" y="4814"/>
                </a:lnTo>
                <a:lnTo>
                  <a:pt x="81371" y="4814"/>
                </a:lnTo>
                <a:lnTo>
                  <a:pt x="81371" y="4814"/>
                </a:lnTo>
                <a:lnTo>
                  <a:pt x="79892" y="4814"/>
                </a:lnTo>
                <a:lnTo>
                  <a:pt x="79892" y="4814"/>
                </a:lnTo>
                <a:lnTo>
                  <a:pt x="78413" y="4814"/>
                </a:lnTo>
                <a:lnTo>
                  <a:pt x="78413" y="4814"/>
                </a:lnTo>
                <a:lnTo>
                  <a:pt x="76933" y="4814"/>
                </a:lnTo>
                <a:lnTo>
                  <a:pt x="76933" y="4814"/>
                </a:lnTo>
                <a:lnTo>
                  <a:pt x="75454" y="4814"/>
                </a:lnTo>
                <a:lnTo>
                  <a:pt x="75454" y="4814"/>
                </a:lnTo>
                <a:lnTo>
                  <a:pt x="73974" y="4814"/>
                </a:lnTo>
                <a:lnTo>
                  <a:pt x="73974" y="4814"/>
                </a:lnTo>
                <a:lnTo>
                  <a:pt x="72495" y="4814"/>
                </a:lnTo>
                <a:lnTo>
                  <a:pt x="72495" y="4814"/>
                </a:lnTo>
                <a:lnTo>
                  <a:pt x="71015" y="4814"/>
                </a:lnTo>
                <a:lnTo>
                  <a:pt x="71015" y="4814"/>
                </a:lnTo>
                <a:lnTo>
                  <a:pt x="69536" y="4814"/>
                </a:lnTo>
                <a:lnTo>
                  <a:pt x="69536" y="4814"/>
                </a:lnTo>
                <a:lnTo>
                  <a:pt x="68056" y="4814"/>
                </a:lnTo>
                <a:lnTo>
                  <a:pt x="68056" y="4814"/>
                </a:lnTo>
                <a:lnTo>
                  <a:pt x="66577" y="4814"/>
                </a:lnTo>
                <a:lnTo>
                  <a:pt x="66577" y="4814"/>
                </a:lnTo>
                <a:lnTo>
                  <a:pt x="65097" y="4814"/>
                </a:lnTo>
                <a:lnTo>
                  <a:pt x="65097" y="4814"/>
                </a:lnTo>
                <a:lnTo>
                  <a:pt x="63618" y="4814"/>
                </a:lnTo>
                <a:lnTo>
                  <a:pt x="63618" y="4814"/>
                </a:lnTo>
                <a:lnTo>
                  <a:pt x="62138" y="4814"/>
                </a:lnTo>
                <a:lnTo>
                  <a:pt x="62138" y="4814"/>
                </a:lnTo>
                <a:lnTo>
                  <a:pt x="60659" y="4814"/>
                </a:lnTo>
                <a:lnTo>
                  <a:pt x="60659" y="4814"/>
                </a:lnTo>
                <a:lnTo>
                  <a:pt x="59179" y="4814"/>
                </a:lnTo>
                <a:lnTo>
                  <a:pt x="59179" y="4814"/>
                </a:lnTo>
                <a:lnTo>
                  <a:pt x="57700" y="4814"/>
                </a:lnTo>
                <a:lnTo>
                  <a:pt x="57700" y="4814"/>
                </a:lnTo>
                <a:lnTo>
                  <a:pt x="56220" y="4814"/>
                </a:lnTo>
                <a:lnTo>
                  <a:pt x="56220" y="4814"/>
                </a:lnTo>
                <a:lnTo>
                  <a:pt x="54741" y="4814"/>
                </a:lnTo>
                <a:lnTo>
                  <a:pt x="54741" y="4814"/>
                </a:lnTo>
                <a:lnTo>
                  <a:pt x="53261" y="4814"/>
                </a:lnTo>
                <a:lnTo>
                  <a:pt x="53261" y="4814"/>
                </a:lnTo>
                <a:lnTo>
                  <a:pt x="51782" y="4814"/>
                </a:lnTo>
                <a:lnTo>
                  <a:pt x="51782" y="4814"/>
                </a:lnTo>
                <a:lnTo>
                  <a:pt x="50302" y="4814"/>
                </a:lnTo>
                <a:lnTo>
                  <a:pt x="50302" y="4814"/>
                </a:lnTo>
                <a:lnTo>
                  <a:pt x="48823" y="4814"/>
                </a:lnTo>
                <a:lnTo>
                  <a:pt x="48823" y="4814"/>
                </a:lnTo>
                <a:lnTo>
                  <a:pt x="47343" y="4814"/>
                </a:lnTo>
                <a:lnTo>
                  <a:pt x="47343" y="4814"/>
                </a:lnTo>
                <a:lnTo>
                  <a:pt x="45864" y="4814"/>
                </a:lnTo>
                <a:lnTo>
                  <a:pt x="45864" y="4814"/>
                </a:lnTo>
                <a:lnTo>
                  <a:pt x="44384" y="4814"/>
                </a:lnTo>
                <a:lnTo>
                  <a:pt x="44384" y="4814"/>
                </a:lnTo>
                <a:lnTo>
                  <a:pt x="42905" y="4814"/>
                </a:lnTo>
                <a:lnTo>
                  <a:pt x="42905" y="4814"/>
                </a:lnTo>
                <a:lnTo>
                  <a:pt x="41425" y="4814"/>
                </a:lnTo>
                <a:lnTo>
                  <a:pt x="41425" y="4814"/>
                </a:lnTo>
                <a:lnTo>
                  <a:pt x="39946" y="4814"/>
                </a:lnTo>
                <a:lnTo>
                  <a:pt x="39946" y="4814"/>
                </a:lnTo>
                <a:lnTo>
                  <a:pt x="38467" y="4814"/>
                </a:lnTo>
                <a:lnTo>
                  <a:pt x="38467" y="4814"/>
                </a:lnTo>
                <a:lnTo>
                  <a:pt x="36987" y="4814"/>
                </a:lnTo>
                <a:lnTo>
                  <a:pt x="36987" y="4814"/>
                </a:lnTo>
                <a:lnTo>
                  <a:pt x="35508" y="4814"/>
                </a:lnTo>
                <a:lnTo>
                  <a:pt x="35508" y="4814"/>
                </a:lnTo>
                <a:lnTo>
                  <a:pt x="34028" y="4814"/>
                </a:lnTo>
                <a:lnTo>
                  <a:pt x="34028" y="4814"/>
                </a:lnTo>
                <a:lnTo>
                  <a:pt x="32549" y="4814"/>
                </a:lnTo>
                <a:lnTo>
                  <a:pt x="32549" y="4814"/>
                </a:lnTo>
                <a:lnTo>
                  <a:pt x="31069" y="4814"/>
                </a:lnTo>
                <a:lnTo>
                  <a:pt x="31069" y="4814"/>
                </a:lnTo>
                <a:lnTo>
                  <a:pt x="29590" y="4814"/>
                </a:lnTo>
                <a:lnTo>
                  <a:pt x="29590" y="4814"/>
                </a:lnTo>
                <a:lnTo>
                  <a:pt x="28110" y="4814"/>
                </a:lnTo>
                <a:lnTo>
                  <a:pt x="28110" y="4814"/>
                </a:lnTo>
                <a:lnTo>
                  <a:pt x="26631" y="4814"/>
                </a:lnTo>
                <a:lnTo>
                  <a:pt x="26631" y="4814"/>
                </a:lnTo>
                <a:lnTo>
                  <a:pt x="25151" y="4814"/>
                </a:lnTo>
                <a:lnTo>
                  <a:pt x="25151" y="4814"/>
                </a:lnTo>
                <a:lnTo>
                  <a:pt x="23672" y="4814"/>
                </a:lnTo>
                <a:lnTo>
                  <a:pt x="23672" y="4814"/>
                </a:lnTo>
                <a:lnTo>
                  <a:pt x="22192" y="4814"/>
                </a:lnTo>
                <a:lnTo>
                  <a:pt x="22192" y="4814"/>
                </a:lnTo>
                <a:lnTo>
                  <a:pt x="20713" y="4814"/>
                </a:lnTo>
                <a:lnTo>
                  <a:pt x="20713" y="4814"/>
                </a:lnTo>
                <a:lnTo>
                  <a:pt x="19233" y="4814"/>
                </a:lnTo>
                <a:lnTo>
                  <a:pt x="19233" y="4814"/>
                </a:lnTo>
                <a:lnTo>
                  <a:pt x="17754" y="4814"/>
                </a:lnTo>
                <a:lnTo>
                  <a:pt x="17754" y="4814"/>
                </a:lnTo>
                <a:lnTo>
                  <a:pt x="16274" y="4814"/>
                </a:lnTo>
                <a:lnTo>
                  <a:pt x="16274" y="4814"/>
                </a:lnTo>
                <a:lnTo>
                  <a:pt x="14795" y="4814"/>
                </a:lnTo>
                <a:lnTo>
                  <a:pt x="14795" y="4814"/>
                </a:lnTo>
                <a:lnTo>
                  <a:pt x="13315" y="4814"/>
                </a:lnTo>
                <a:lnTo>
                  <a:pt x="13315" y="4814"/>
                </a:lnTo>
                <a:lnTo>
                  <a:pt x="11836" y="4814"/>
                </a:lnTo>
                <a:lnTo>
                  <a:pt x="11836" y="4814"/>
                </a:lnTo>
                <a:lnTo>
                  <a:pt x="10356" y="4814"/>
                </a:lnTo>
                <a:lnTo>
                  <a:pt x="10356" y="4814"/>
                </a:lnTo>
                <a:lnTo>
                  <a:pt x="8877" y="4814"/>
                </a:lnTo>
                <a:lnTo>
                  <a:pt x="8877" y="4814"/>
                </a:lnTo>
                <a:lnTo>
                  <a:pt x="7397" y="4814"/>
                </a:lnTo>
                <a:lnTo>
                  <a:pt x="7397" y="4814"/>
                </a:lnTo>
                <a:lnTo>
                  <a:pt x="5918" y="4814"/>
                </a:lnTo>
                <a:lnTo>
                  <a:pt x="5918" y="4814"/>
                </a:lnTo>
                <a:lnTo>
                  <a:pt x="4438" y="4814"/>
                </a:lnTo>
                <a:lnTo>
                  <a:pt x="4438" y="4814"/>
                </a:lnTo>
                <a:lnTo>
                  <a:pt x="2959" y="4814"/>
                </a:lnTo>
                <a:lnTo>
                  <a:pt x="2959" y="4814"/>
                </a:lnTo>
                <a:lnTo>
                  <a:pt x="1479" y="4814"/>
                </a:lnTo>
                <a:lnTo>
                  <a:pt x="1479" y="4814"/>
                </a:lnTo>
                <a:lnTo>
                  <a:pt x="0" y="4814"/>
                </a:lnTo>
                <a:close/>
              </a:path>
            </a:pathLst>
          </a:custGeom>
          <a:solidFill>
            <a:srgbClr val="002999">
              <a:alpha val="30000"/>
            </a:srgbClr>
          </a:solidFill>
          <a:ln w="8070" cap="flat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06" name="任意形状 105">
            <a:extLst>
              <a:ext uri="{FF2B5EF4-FFF2-40B4-BE49-F238E27FC236}">
                <a16:creationId xmlns:a16="http://schemas.microsoft.com/office/drawing/2014/main" id="{265B0ADA-59AD-804C-89A2-C3D028BCEAD8}"/>
              </a:ext>
            </a:extLst>
          </p:cNvPr>
          <p:cNvSpPr/>
          <p:nvPr/>
        </p:nvSpPr>
        <p:spPr>
          <a:xfrm>
            <a:off x="5844343" y="1875855"/>
            <a:ext cx="540568" cy="106710"/>
          </a:xfrm>
          <a:custGeom>
            <a:avLst/>
            <a:gdLst>
              <a:gd name="connsiteX0" fmla="*/ 0 w 2651231"/>
              <a:gd name="connsiteY0" fmla="*/ 397918 h 397680"/>
              <a:gd name="connsiteX1" fmla="*/ 0 w 2651231"/>
              <a:gd name="connsiteY1" fmla="*/ 395031 h 397680"/>
              <a:gd name="connsiteX2" fmla="*/ 1479 w 2651231"/>
              <a:gd name="connsiteY2" fmla="*/ 395031 h 397680"/>
              <a:gd name="connsiteX3" fmla="*/ 1479 w 2651231"/>
              <a:gd name="connsiteY3" fmla="*/ 393050 h 397680"/>
              <a:gd name="connsiteX4" fmla="*/ 2959 w 2651231"/>
              <a:gd name="connsiteY4" fmla="*/ 393050 h 397680"/>
              <a:gd name="connsiteX5" fmla="*/ 2959 w 2651231"/>
              <a:gd name="connsiteY5" fmla="*/ 391022 h 397680"/>
              <a:gd name="connsiteX6" fmla="*/ 4438 w 2651231"/>
              <a:gd name="connsiteY6" fmla="*/ 391022 h 397680"/>
              <a:gd name="connsiteX7" fmla="*/ 4438 w 2651231"/>
              <a:gd name="connsiteY7" fmla="*/ 388948 h 397680"/>
              <a:gd name="connsiteX8" fmla="*/ 5918 w 2651231"/>
              <a:gd name="connsiteY8" fmla="*/ 388948 h 397680"/>
              <a:gd name="connsiteX9" fmla="*/ 5918 w 2651231"/>
              <a:gd name="connsiteY9" fmla="*/ 386828 h 397680"/>
              <a:gd name="connsiteX10" fmla="*/ 7397 w 2651231"/>
              <a:gd name="connsiteY10" fmla="*/ 386828 h 397680"/>
              <a:gd name="connsiteX11" fmla="*/ 7397 w 2651231"/>
              <a:gd name="connsiteY11" fmla="*/ 384659 h 397680"/>
              <a:gd name="connsiteX12" fmla="*/ 8877 w 2651231"/>
              <a:gd name="connsiteY12" fmla="*/ 384659 h 397680"/>
              <a:gd name="connsiteX13" fmla="*/ 8877 w 2651231"/>
              <a:gd name="connsiteY13" fmla="*/ 382444 h 397680"/>
              <a:gd name="connsiteX14" fmla="*/ 10356 w 2651231"/>
              <a:gd name="connsiteY14" fmla="*/ 382444 h 397680"/>
              <a:gd name="connsiteX15" fmla="*/ 10356 w 2651231"/>
              <a:gd name="connsiteY15" fmla="*/ 380180 h 397680"/>
              <a:gd name="connsiteX16" fmla="*/ 11836 w 2651231"/>
              <a:gd name="connsiteY16" fmla="*/ 380180 h 397680"/>
              <a:gd name="connsiteX17" fmla="*/ 11836 w 2651231"/>
              <a:gd name="connsiteY17" fmla="*/ 377868 h 397680"/>
              <a:gd name="connsiteX18" fmla="*/ 13315 w 2651231"/>
              <a:gd name="connsiteY18" fmla="*/ 377868 h 397680"/>
              <a:gd name="connsiteX19" fmla="*/ 13315 w 2651231"/>
              <a:gd name="connsiteY19" fmla="*/ 375507 h 397680"/>
              <a:gd name="connsiteX20" fmla="*/ 14795 w 2651231"/>
              <a:gd name="connsiteY20" fmla="*/ 375507 h 397680"/>
              <a:gd name="connsiteX21" fmla="*/ 14795 w 2651231"/>
              <a:gd name="connsiteY21" fmla="*/ 373097 h 397680"/>
              <a:gd name="connsiteX22" fmla="*/ 16274 w 2651231"/>
              <a:gd name="connsiteY22" fmla="*/ 373097 h 397680"/>
              <a:gd name="connsiteX23" fmla="*/ 16274 w 2651231"/>
              <a:gd name="connsiteY23" fmla="*/ 370639 h 397680"/>
              <a:gd name="connsiteX24" fmla="*/ 17754 w 2651231"/>
              <a:gd name="connsiteY24" fmla="*/ 370639 h 397680"/>
              <a:gd name="connsiteX25" fmla="*/ 17754 w 2651231"/>
              <a:gd name="connsiteY25" fmla="*/ 368131 h 397680"/>
              <a:gd name="connsiteX26" fmla="*/ 19233 w 2651231"/>
              <a:gd name="connsiteY26" fmla="*/ 368131 h 397680"/>
              <a:gd name="connsiteX27" fmla="*/ 19233 w 2651231"/>
              <a:gd name="connsiteY27" fmla="*/ 365573 h 397680"/>
              <a:gd name="connsiteX28" fmla="*/ 20713 w 2651231"/>
              <a:gd name="connsiteY28" fmla="*/ 365573 h 397680"/>
              <a:gd name="connsiteX29" fmla="*/ 20713 w 2651231"/>
              <a:gd name="connsiteY29" fmla="*/ 362966 h 397680"/>
              <a:gd name="connsiteX30" fmla="*/ 22192 w 2651231"/>
              <a:gd name="connsiteY30" fmla="*/ 362966 h 397680"/>
              <a:gd name="connsiteX31" fmla="*/ 22192 w 2651231"/>
              <a:gd name="connsiteY31" fmla="*/ 360309 h 397680"/>
              <a:gd name="connsiteX32" fmla="*/ 23672 w 2651231"/>
              <a:gd name="connsiteY32" fmla="*/ 360309 h 397680"/>
              <a:gd name="connsiteX33" fmla="*/ 23672 w 2651231"/>
              <a:gd name="connsiteY33" fmla="*/ 357603 h 397680"/>
              <a:gd name="connsiteX34" fmla="*/ 25151 w 2651231"/>
              <a:gd name="connsiteY34" fmla="*/ 357603 h 397680"/>
              <a:gd name="connsiteX35" fmla="*/ 25151 w 2651231"/>
              <a:gd name="connsiteY35" fmla="*/ 354846 h 397680"/>
              <a:gd name="connsiteX36" fmla="*/ 26631 w 2651231"/>
              <a:gd name="connsiteY36" fmla="*/ 354846 h 397680"/>
              <a:gd name="connsiteX37" fmla="*/ 26631 w 2651231"/>
              <a:gd name="connsiteY37" fmla="*/ 352040 h 397680"/>
              <a:gd name="connsiteX38" fmla="*/ 28110 w 2651231"/>
              <a:gd name="connsiteY38" fmla="*/ 352040 h 397680"/>
              <a:gd name="connsiteX39" fmla="*/ 28110 w 2651231"/>
              <a:gd name="connsiteY39" fmla="*/ 349183 h 397680"/>
              <a:gd name="connsiteX40" fmla="*/ 29590 w 2651231"/>
              <a:gd name="connsiteY40" fmla="*/ 349183 h 397680"/>
              <a:gd name="connsiteX41" fmla="*/ 29590 w 2651231"/>
              <a:gd name="connsiteY41" fmla="*/ 346277 h 397680"/>
              <a:gd name="connsiteX42" fmla="*/ 31069 w 2651231"/>
              <a:gd name="connsiteY42" fmla="*/ 346277 h 397680"/>
              <a:gd name="connsiteX43" fmla="*/ 31069 w 2651231"/>
              <a:gd name="connsiteY43" fmla="*/ 343322 h 397680"/>
              <a:gd name="connsiteX44" fmla="*/ 32549 w 2651231"/>
              <a:gd name="connsiteY44" fmla="*/ 343322 h 397680"/>
              <a:gd name="connsiteX45" fmla="*/ 32549 w 2651231"/>
              <a:gd name="connsiteY45" fmla="*/ 340317 h 397680"/>
              <a:gd name="connsiteX46" fmla="*/ 34028 w 2651231"/>
              <a:gd name="connsiteY46" fmla="*/ 340317 h 397680"/>
              <a:gd name="connsiteX47" fmla="*/ 34028 w 2651231"/>
              <a:gd name="connsiteY47" fmla="*/ 337262 h 397680"/>
              <a:gd name="connsiteX48" fmla="*/ 35508 w 2651231"/>
              <a:gd name="connsiteY48" fmla="*/ 337262 h 397680"/>
              <a:gd name="connsiteX49" fmla="*/ 35508 w 2651231"/>
              <a:gd name="connsiteY49" fmla="*/ 334159 h 397680"/>
              <a:gd name="connsiteX50" fmla="*/ 36987 w 2651231"/>
              <a:gd name="connsiteY50" fmla="*/ 334159 h 397680"/>
              <a:gd name="connsiteX51" fmla="*/ 36987 w 2651231"/>
              <a:gd name="connsiteY51" fmla="*/ 331006 h 397680"/>
              <a:gd name="connsiteX52" fmla="*/ 38467 w 2651231"/>
              <a:gd name="connsiteY52" fmla="*/ 331006 h 397680"/>
              <a:gd name="connsiteX53" fmla="*/ 38467 w 2651231"/>
              <a:gd name="connsiteY53" fmla="*/ 327805 h 397680"/>
              <a:gd name="connsiteX54" fmla="*/ 39946 w 2651231"/>
              <a:gd name="connsiteY54" fmla="*/ 327805 h 397680"/>
              <a:gd name="connsiteX55" fmla="*/ 39946 w 2651231"/>
              <a:gd name="connsiteY55" fmla="*/ 324556 h 397680"/>
              <a:gd name="connsiteX56" fmla="*/ 41425 w 2651231"/>
              <a:gd name="connsiteY56" fmla="*/ 324556 h 397680"/>
              <a:gd name="connsiteX57" fmla="*/ 41425 w 2651231"/>
              <a:gd name="connsiteY57" fmla="*/ 321260 h 397680"/>
              <a:gd name="connsiteX58" fmla="*/ 42905 w 2651231"/>
              <a:gd name="connsiteY58" fmla="*/ 321260 h 397680"/>
              <a:gd name="connsiteX59" fmla="*/ 42905 w 2651231"/>
              <a:gd name="connsiteY59" fmla="*/ 317916 h 397680"/>
              <a:gd name="connsiteX60" fmla="*/ 44384 w 2651231"/>
              <a:gd name="connsiteY60" fmla="*/ 317916 h 397680"/>
              <a:gd name="connsiteX61" fmla="*/ 44384 w 2651231"/>
              <a:gd name="connsiteY61" fmla="*/ 314525 h 397680"/>
              <a:gd name="connsiteX62" fmla="*/ 45864 w 2651231"/>
              <a:gd name="connsiteY62" fmla="*/ 314525 h 397680"/>
              <a:gd name="connsiteX63" fmla="*/ 45864 w 2651231"/>
              <a:gd name="connsiteY63" fmla="*/ 311088 h 397680"/>
              <a:gd name="connsiteX64" fmla="*/ 47343 w 2651231"/>
              <a:gd name="connsiteY64" fmla="*/ 311088 h 397680"/>
              <a:gd name="connsiteX65" fmla="*/ 47343 w 2651231"/>
              <a:gd name="connsiteY65" fmla="*/ 307605 h 397680"/>
              <a:gd name="connsiteX66" fmla="*/ 48823 w 2651231"/>
              <a:gd name="connsiteY66" fmla="*/ 307605 h 397680"/>
              <a:gd name="connsiteX67" fmla="*/ 48823 w 2651231"/>
              <a:gd name="connsiteY67" fmla="*/ 304077 h 397680"/>
              <a:gd name="connsiteX68" fmla="*/ 50302 w 2651231"/>
              <a:gd name="connsiteY68" fmla="*/ 304077 h 397680"/>
              <a:gd name="connsiteX69" fmla="*/ 50302 w 2651231"/>
              <a:gd name="connsiteY69" fmla="*/ 300505 h 397680"/>
              <a:gd name="connsiteX70" fmla="*/ 51782 w 2651231"/>
              <a:gd name="connsiteY70" fmla="*/ 300505 h 397680"/>
              <a:gd name="connsiteX71" fmla="*/ 51782 w 2651231"/>
              <a:gd name="connsiteY71" fmla="*/ 296890 h 397680"/>
              <a:gd name="connsiteX72" fmla="*/ 53261 w 2651231"/>
              <a:gd name="connsiteY72" fmla="*/ 296890 h 397680"/>
              <a:gd name="connsiteX73" fmla="*/ 53261 w 2651231"/>
              <a:gd name="connsiteY73" fmla="*/ 293231 h 397680"/>
              <a:gd name="connsiteX74" fmla="*/ 54741 w 2651231"/>
              <a:gd name="connsiteY74" fmla="*/ 293231 h 397680"/>
              <a:gd name="connsiteX75" fmla="*/ 54741 w 2651231"/>
              <a:gd name="connsiteY75" fmla="*/ 289531 h 397680"/>
              <a:gd name="connsiteX76" fmla="*/ 56220 w 2651231"/>
              <a:gd name="connsiteY76" fmla="*/ 289531 h 397680"/>
              <a:gd name="connsiteX77" fmla="*/ 56220 w 2651231"/>
              <a:gd name="connsiteY77" fmla="*/ 285789 h 397680"/>
              <a:gd name="connsiteX78" fmla="*/ 57700 w 2651231"/>
              <a:gd name="connsiteY78" fmla="*/ 285789 h 397680"/>
              <a:gd name="connsiteX79" fmla="*/ 57700 w 2651231"/>
              <a:gd name="connsiteY79" fmla="*/ 282007 h 397680"/>
              <a:gd name="connsiteX80" fmla="*/ 59179 w 2651231"/>
              <a:gd name="connsiteY80" fmla="*/ 282007 h 397680"/>
              <a:gd name="connsiteX81" fmla="*/ 59179 w 2651231"/>
              <a:gd name="connsiteY81" fmla="*/ 278186 h 397680"/>
              <a:gd name="connsiteX82" fmla="*/ 60659 w 2651231"/>
              <a:gd name="connsiteY82" fmla="*/ 278186 h 397680"/>
              <a:gd name="connsiteX83" fmla="*/ 60659 w 2651231"/>
              <a:gd name="connsiteY83" fmla="*/ 274327 h 397680"/>
              <a:gd name="connsiteX84" fmla="*/ 62138 w 2651231"/>
              <a:gd name="connsiteY84" fmla="*/ 274327 h 397680"/>
              <a:gd name="connsiteX85" fmla="*/ 62138 w 2651231"/>
              <a:gd name="connsiteY85" fmla="*/ 270431 h 397680"/>
              <a:gd name="connsiteX86" fmla="*/ 63618 w 2651231"/>
              <a:gd name="connsiteY86" fmla="*/ 270431 h 397680"/>
              <a:gd name="connsiteX87" fmla="*/ 63618 w 2651231"/>
              <a:gd name="connsiteY87" fmla="*/ 266499 h 397680"/>
              <a:gd name="connsiteX88" fmla="*/ 65097 w 2651231"/>
              <a:gd name="connsiteY88" fmla="*/ 266499 h 397680"/>
              <a:gd name="connsiteX89" fmla="*/ 65097 w 2651231"/>
              <a:gd name="connsiteY89" fmla="*/ 262532 h 397680"/>
              <a:gd name="connsiteX90" fmla="*/ 66577 w 2651231"/>
              <a:gd name="connsiteY90" fmla="*/ 262532 h 397680"/>
              <a:gd name="connsiteX91" fmla="*/ 66577 w 2651231"/>
              <a:gd name="connsiteY91" fmla="*/ 258532 h 397680"/>
              <a:gd name="connsiteX92" fmla="*/ 68056 w 2651231"/>
              <a:gd name="connsiteY92" fmla="*/ 258532 h 397680"/>
              <a:gd name="connsiteX93" fmla="*/ 68056 w 2651231"/>
              <a:gd name="connsiteY93" fmla="*/ 254500 h 397680"/>
              <a:gd name="connsiteX94" fmla="*/ 69536 w 2651231"/>
              <a:gd name="connsiteY94" fmla="*/ 254500 h 397680"/>
              <a:gd name="connsiteX95" fmla="*/ 69536 w 2651231"/>
              <a:gd name="connsiteY95" fmla="*/ 250436 h 397680"/>
              <a:gd name="connsiteX96" fmla="*/ 71015 w 2651231"/>
              <a:gd name="connsiteY96" fmla="*/ 250436 h 397680"/>
              <a:gd name="connsiteX97" fmla="*/ 71015 w 2651231"/>
              <a:gd name="connsiteY97" fmla="*/ 246344 h 397680"/>
              <a:gd name="connsiteX98" fmla="*/ 72495 w 2651231"/>
              <a:gd name="connsiteY98" fmla="*/ 246344 h 397680"/>
              <a:gd name="connsiteX99" fmla="*/ 72495 w 2651231"/>
              <a:gd name="connsiteY99" fmla="*/ 242223 h 397680"/>
              <a:gd name="connsiteX100" fmla="*/ 73974 w 2651231"/>
              <a:gd name="connsiteY100" fmla="*/ 242223 h 397680"/>
              <a:gd name="connsiteX101" fmla="*/ 73974 w 2651231"/>
              <a:gd name="connsiteY101" fmla="*/ 238075 h 397680"/>
              <a:gd name="connsiteX102" fmla="*/ 75454 w 2651231"/>
              <a:gd name="connsiteY102" fmla="*/ 238075 h 397680"/>
              <a:gd name="connsiteX103" fmla="*/ 75454 w 2651231"/>
              <a:gd name="connsiteY103" fmla="*/ 233903 h 397680"/>
              <a:gd name="connsiteX104" fmla="*/ 76933 w 2651231"/>
              <a:gd name="connsiteY104" fmla="*/ 233903 h 397680"/>
              <a:gd name="connsiteX105" fmla="*/ 76933 w 2651231"/>
              <a:gd name="connsiteY105" fmla="*/ 229707 h 397680"/>
              <a:gd name="connsiteX106" fmla="*/ 78413 w 2651231"/>
              <a:gd name="connsiteY106" fmla="*/ 229707 h 397680"/>
              <a:gd name="connsiteX107" fmla="*/ 78413 w 2651231"/>
              <a:gd name="connsiteY107" fmla="*/ 225489 h 397680"/>
              <a:gd name="connsiteX108" fmla="*/ 79892 w 2651231"/>
              <a:gd name="connsiteY108" fmla="*/ 225489 h 397680"/>
              <a:gd name="connsiteX109" fmla="*/ 79892 w 2651231"/>
              <a:gd name="connsiteY109" fmla="*/ 221251 h 397680"/>
              <a:gd name="connsiteX110" fmla="*/ 81372 w 2651231"/>
              <a:gd name="connsiteY110" fmla="*/ 221251 h 397680"/>
              <a:gd name="connsiteX111" fmla="*/ 81372 w 2651231"/>
              <a:gd name="connsiteY111" fmla="*/ 216995 h 397680"/>
              <a:gd name="connsiteX112" fmla="*/ 82851 w 2651231"/>
              <a:gd name="connsiteY112" fmla="*/ 216995 h 397680"/>
              <a:gd name="connsiteX113" fmla="*/ 82851 w 2651231"/>
              <a:gd name="connsiteY113" fmla="*/ 212722 h 397680"/>
              <a:gd name="connsiteX114" fmla="*/ 84331 w 2651231"/>
              <a:gd name="connsiteY114" fmla="*/ 212722 h 397680"/>
              <a:gd name="connsiteX115" fmla="*/ 84331 w 2651231"/>
              <a:gd name="connsiteY115" fmla="*/ 208434 h 397680"/>
              <a:gd name="connsiteX116" fmla="*/ 85810 w 2651231"/>
              <a:gd name="connsiteY116" fmla="*/ 208434 h 397680"/>
              <a:gd name="connsiteX117" fmla="*/ 85810 w 2651231"/>
              <a:gd name="connsiteY117" fmla="*/ 204133 h 397680"/>
              <a:gd name="connsiteX118" fmla="*/ 87290 w 2651231"/>
              <a:gd name="connsiteY118" fmla="*/ 204133 h 397680"/>
              <a:gd name="connsiteX119" fmla="*/ 87290 w 2651231"/>
              <a:gd name="connsiteY119" fmla="*/ 199821 h 397680"/>
              <a:gd name="connsiteX120" fmla="*/ 88769 w 2651231"/>
              <a:gd name="connsiteY120" fmla="*/ 199821 h 397680"/>
              <a:gd name="connsiteX121" fmla="*/ 88769 w 2651231"/>
              <a:gd name="connsiteY121" fmla="*/ 195500 h 397680"/>
              <a:gd name="connsiteX122" fmla="*/ 90248 w 2651231"/>
              <a:gd name="connsiteY122" fmla="*/ 195500 h 397680"/>
              <a:gd name="connsiteX123" fmla="*/ 90248 w 2651231"/>
              <a:gd name="connsiteY123" fmla="*/ 191172 h 397680"/>
              <a:gd name="connsiteX124" fmla="*/ 91728 w 2651231"/>
              <a:gd name="connsiteY124" fmla="*/ 191172 h 397680"/>
              <a:gd name="connsiteX125" fmla="*/ 91728 w 2651231"/>
              <a:gd name="connsiteY125" fmla="*/ 186839 h 397680"/>
              <a:gd name="connsiteX126" fmla="*/ 93207 w 2651231"/>
              <a:gd name="connsiteY126" fmla="*/ 186839 h 397680"/>
              <a:gd name="connsiteX127" fmla="*/ 93207 w 2651231"/>
              <a:gd name="connsiteY127" fmla="*/ 182502 h 397680"/>
              <a:gd name="connsiteX128" fmla="*/ 94687 w 2651231"/>
              <a:gd name="connsiteY128" fmla="*/ 182502 h 397680"/>
              <a:gd name="connsiteX129" fmla="*/ 94687 w 2651231"/>
              <a:gd name="connsiteY129" fmla="*/ 178164 h 397680"/>
              <a:gd name="connsiteX130" fmla="*/ 96166 w 2651231"/>
              <a:gd name="connsiteY130" fmla="*/ 178164 h 397680"/>
              <a:gd name="connsiteX131" fmla="*/ 96166 w 2651231"/>
              <a:gd name="connsiteY131" fmla="*/ 173828 h 397680"/>
              <a:gd name="connsiteX132" fmla="*/ 97646 w 2651231"/>
              <a:gd name="connsiteY132" fmla="*/ 173828 h 397680"/>
              <a:gd name="connsiteX133" fmla="*/ 97646 w 2651231"/>
              <a:gd name="connsiteY133" fmla="*/ 169494 h 397680"/>
              <a:gd name="connsiteX134" fmla="*/ 99125 w 2651231"/>
              <a:gd name="connsiteY134" fmla="*/ 169494 h 397680"/>
              <a:gd name="connsiteX135" fmla="*/ 99125 w 2651231"/>
              <a:gd name="connsiteY135" fmla="*/ 165166 h 397680"/>
              <a:gd name="connsiteX136" fmla="*/ 100605 w 2651231"/>
              <a:gd name="connsiteY136" fmla="*/ 165166 h 397680"/>
              <a:gd name="connsiteX137" fmla="*/ 100605 w 2651231"/>
              <a:gd name="connsiteY137" fmla="*/ 160846 h 397680"/>
              <a:gd name="connsiteX138" fmla="*/ 102084 w 2651231"/>
              <a:gd name="connsiteY138" fmla="*/ 160846 h 397680"/>
              <a:gd name="connsiteX139" fmla="*/ 102084 w 2651231"/>
              <a:gd name="connsiteY139" fmla="*/ 156535 h 397680"/>
              <a:gd name="connsiteX140" fmla="*/ 103564 w 2651231"/>
              <a:gd name="connsiteY140" fmla="*/ 156535 h 397680"/>
              <a:gd name="connsiteX141" fmla="*/ 103564 w 2651231"/>
              <a:gd name="connsiteY141" fmla="*/ 152237 h 397680"/>
              <a:gd name="connsiteX142" fmla="*/ 105043 w 2651231"/>
              <a:gd name="connsiteY142" fmla="*/ 152237 h 397680"/>
              <a:gd name="connsiteX143" fmla="*/ 105043 w 2651231"/>
              <a:gd name="connsiteY143" fmla="*/ 147953 h 397680"/>
              <a:gd name="connsiteX144" fmla="*/ 106523 w 2651231"/>
              <a:gd name="connsiteY144" fmla="*/ 147953 h 397680"/>
              <a:gd name="connsiteX145" fmla="*/ 106523 w 2651231"/>
              <a:gd name="connsiteY145" fmla="*/ 143686 h 397680"/>
              <a:gd name="connsiteX146" fmla="*/ 108002 w 2651231"/>
              <a:gd name="connsiteY146" fmla="*/ 143686 h 397680"/>
              <a:gd name="connsiteX147" fmla="*/ 108002 w 2651231"/>
              <a:gd name="connsiteY147" fmla="*/ 139437 h 397680"/>
              <a:gd name="connsiteX148" fmla="*/ 109482 w 2651231"/>
              <a:gd name="connsiteY148" fmla="*/ 139437 h 397680"/>
              <a:gd name="connsiteX149" fmla="*/ 109482 w 2651231"/>
              <a:gd name="connsiteY149" fmla="*/ 135210 h 397680"/>
              <a:gd name="connsiteX150" fmla="*/ 110961 w 2651231"/>
              <a:gd name="connsiteY150" fmla="*/ 135210 h 397680"/>
              <a:gd name="connsiteX151" fmla="*/ 110961 w 2651231"/>
              <a:gd name="connsiteY151" fmla="*/ 131007 h 397680"/>
              <a:gd name="connsiteX152" fmla="*/ 112441 w 2651231"/>
              <a:gd name="connsiteY152" fmla="*/ 131007 h 397680"/>
              <a:gd name="connsiteX153" fmla="*/ 112441 w 2651231"/>
              <a:gd name="connsiteY153" fmla="*/ 126830 h 397680"/>
              <a:gd name="connsiteX154" fmla="*/ 113920 w 2651231"/>
              <a:gd name="connsiteY154" fmla="*/ 126830 h 397680"/>
              <a:gd name="connsiteX155" fmla="*/ 113920 w 2651231"/>
              <a:gd name="connsiteY155" fmla="*/ 122681 h 397680"/>
              <a:gd name="connsiteX156" fmla="*/ 115400 w 2651231"/>
              <a:gd name="connsiteY156" fmla="*/ 122681 h 397680"/>
              <a:gd name="connsiteX157" fmla="*/ 115400 w 2651231"/>
              <a:gd name="connsiteY157" fmla="*/ 118564 h 397680"/>
              <a:gd name="connsiteX158" fmla="*/ 116879 w 2651231"/>
              <a:gd name="connsiteY158" fmla="*/ 118564 h 397680"/>
              <a:gd name="connsiteX159" fmla="*/ 116879 w 2651231"/>
              <a:gd name="connsiteY159" fmla="*/ 114479 h 397680"/>
              <a:gd name="connsiteX160" fmla="*/ 118359 w 2651231"/>
              <a:gd name="connsiteY160" fmla="*/ 114479 h 397680"/>
              <a:gd name="connsiteX161" fmla="*/ 118359 w 2651231"/>
              <a:gd name="connsiteY161" fmla="*/ 110431 h 397680"/>
              <a:gd name="connsiteX162" fmla="*/ 119838 w 2651231"/>
              <a:gd name="connsiteY162" fmla="*/ 110431 h 397680"/>
              <a:gd name="connsiteX163" fmla="*/ 119838 w 2651231"/>
              <a:gd name="connsiteY163" fmla="*/ 106420 h 397680"/>
              <a:gd name="connsiteX164" fmla="*/ 121318 w 2651231"/>
              <a:gd name="connsiteY164" fmla="*/ 106420 h 397680"/>
              <a:gd name="connsiteX165" fmla="*/ 121318 w 2651231"/>
              <a:gd name="connsiteY165" fmla="*/ 102450 h 397680"/>
              <a:gd name="connsiteX166" fmla="*/ 122797 w 2651231"/>
              <a:gd name="connsiteY166" fmla="*/ 102450 h 397680"/>
              <a:gd name="connsiteX167" fmla="*/ 122797 w 2651231"/>
              <a:gd name="connsiteY167" fmla="*/ 98523 h 397680"/>
              <a:gd name="connsiteX168" fmla="*/ 124277 w 2651231"/>
              <a:gd name="connsiteY168" fmla="*/ 98523 h 397680"/>
              <a:gd name="connsiteX169" fmla="*/ 124277 w 2651231"/>
              <a:gd name="connsiteY169" fmla="*/ 94641 h 397680"/>
              <a:gd name="connsiteX170" fmla="*/ 125756 w 2651231"/>
              <a:gd name="connsiteY170" fmla="*/ 94641 h 397680"/>
              <a:gd name="connsiteX171" fmla="*/ 125756 w 2651231"/>
              <a:gd name="connsiteY171" fmla="*/ 90807 h 397680"/>
              <a:gd name="connsiteX172" fmla="*/ 127236 w 2651231"/>
              <a:gd name="connsiteY172" fmla="*/ 90807 h 397680"/>
              <a:gd name="connsiteX173" fmla="*/ 127236 w 2651231"/>
              <a:gd name="connsiteY173" fmla="*/ 87023 h 397680"/>
              <a:gd name="connsiteX174" fmla="*/ 128715 w 2651231"/>
              <a:gd name="connsiteY174" fmla="*/ 87023 h 397680"/>
              <a:gd name="connsiteX175" fmla="*/ 128715 w 2651231"/>
              <a:gd name="connsiteY175" fmla="*/ 83291 h 397680"/>
              <a:gd name="connsiteX176" fmla="*/ 130194 w 2651231"/>
              <a:gd name="connsiteY176" fmla="*/ 83291 h 397680"/>
              <a:gd name="connsiteX177" fmla="*/ 130194 w 2651231"/>
              <a:gd name="connsiteY177" fmla="*/ 79615 h 397680"/>
              <a:gd name="connsiteX178" fmla="*/ 131674 w 2651231"/>
              <a:gd name="connsiteY178" fmla="*/ 79615 h 397680"/>
              <a:gd name="connsiteX179" fmla="*/ 131674 w 2651231"/>
              <a:gd name="connsiteY179" fmla="*/ 75995 h 397680"/>
              <a:gd name="connsiteX180" fmla="*/ 133153 w 2651231"/>
              <a:gd name="connsiteY180" fmla="*/ 75995 h 397680"/>
              <a:gd name="connsiteX181" fmla="*/ 133153 w 2651231"/>
              <a:gd name="connsiteY181" fmla="*/ 72435 h 397680"/>
              <a:gd name="connsiteX182" fmla="*/ 134633 w 2651231"/>
              <a:gd name="connsiteY182" fmla="*/ 72435 h 397680"/>
              <a:gd name="connsiteX183" fmla="*/ 134633 w 2651231"/>
              <a:gd name="connsiteY183" fmla="*/ 68937 h 397680"/>
              <a:gd name="connsiteX184" fmla="*/ 136112 w 2651231"/>
              <a:gd name="connsiteY184" fmla="*/ 68937 h 397680"/>
              <a:gd name="connsiteX185" fmla="*/ 136112 w 2651231"/>
              <a:gd name="connsiteY185" fmla="*/ 65503 h 397680"/>
              <a:gd name="connsiteX186" fmla="*/ 137592 w 2651231"/>
              <a:gd name="connsiteY186" fmla="*/ 65503 h 397680"/>
              <a:gd name="connsiteX187" fmla="*/ 137592 w 2651231"/>
              <a:gd name="connsiteY187" fmla="*/ 62135 h 397680"/>
              <a:gd name="connsiteX188" fmla="*/ 139071 w 2651231"/>
              <a:gd name="connsiteY188" fmla="*/ 62135 h 397680"/>
              <a:gd name="connsiteX189" fmla="*/ 139071 w 2651231"/>
              <a:gd name="connsiteY189" fmla="*/ 58836 h 397680"/>
              <a:gd name="connsiteX190" fmla="*/ 140551 w 2651231"/>
              <a:gd name="connsiteY190" fmla="*/ 58836 h 397680"/>
              <a:gd name="connsiteX191" fmla="*/ 140551 w 2651231"/>
              <a:gd name="connsiteY191" fmla="*/ 55607 h 397680"/>
              <a:gd name="connsiteX192" fmla="*/ 142030 w 2651231"/>
              <a:gd name="connsiteY192" fmla="*/ 55607 h 397680"/>
              <a:gd name="connsiteX193" fmla="*/ 142030 w 2651231"/>
              <a:gd name="connsiteY193" fmla="*/ 52452 h 397680"/>
              <a:gd name="connsiteX194" fmla="*/ 143510 w 2651231"/>
              <a:gd name="connsiteY194" fmla="*/ 52452 h 397680"/>
              <a:gd name="connsiteX195" fmla="*/ 143510 w 2651231"/>
              <a:gd name="connsiteY195" fmla="*/ 49371 h 397680"/>
              <a:gd name="connsiteX196" fmla="*/ 144989 w 2651231"/>
              <a:gd name="connsiteY196" fmla="*/ 49371 h 397680"/>
              <a:gd name="connsiteX197" fmla="*/ 144989 w 2651231"/>
              <a:gd name="connsiteY197" fmla="*/ 46367 h 397680"/>
              <a:gd name="connsiteX198" fmla="*/ 146469 w 2651231"/>
              <a:gd name="connsiteY198" fmla="*/ 46367 h 397680"/>
              <a:gd name="connsiteX199" fmla="*/ 146469 w 2651231"/>
              <a:gd name="connsiteY199" fmla="*/ 43443 h 397680"/>
              <a:gd name="connsiteX200" fmla="*/ 147948 w 2651231"/>
              <a:gd name="connsiteY200" fmla="*/ 43443 h 397680"/>
              <a:gd name="connsiteX201" fmla="*/ 147948 w 2651231"/>
              <a:gd name="connsiteY201" fmla="*/ 40600 h 397680"/>
              <a:gd name="connsiteX202" fmla="*/ 149428 w 2651231"/>
              <a:gd name="connsiteY202" fmla="*/ 40600 h 397680"/>
              <a:gd name="connsiteX203" fmla="*/ 149428 w 2651231"/>
              <a:gd name="connsiteY203" fmla="*/ 37840 h 397680"/>
              <a:gd name="connsiteX204" fmla="*/ 150907 w 2651231"/>
              <a:gd name="connsiteY204" fmla="*/ 37840 h 397680"/>
              <a:gd name="connsiteX205" fmla="*/ 150907 w 2651231"/>
              <a:gd name="connsiteY205" fmla="*/ 35165 h 397680"/>
              <a:gd name="connsiteX206" fmla="*/ 152387 w 2651231"/>
              <a:gd name="connsiteY206" fmla="*/ 35165 h 397680"/>
              <a:gd name="connsiteX207" fmla="*/ 152387 w 2651231"/>
              <a:gd name="connsiteY207" fmla="*/ 32576 h 397680"/>
              <a:gd name="connsiteX208" fmla="*/ 153866 w 2651231"/>
              <a:gd name="connsiteY208" fmla="*/ 32576 h 397680"/>
              <a:gd name="connsiteX209" fmla="*/ 153866 w 2651231"/>
              <a:gd name="connsiteY209" fmla="*/ 30076 h 397680"/>
              <a:gd name="connsiteX210" fmla="*/ 155346 w 2651231"/>
              <a:gd name="connsiteY210" fmla="*/ 30076 h 397680"/>
              <a:gd name="connsiteX211" fmla="*/ 155346 w 2651231"/>
              <a:gd name="connsiteY211" fmla="*/ 27667 h 397680"/>
              <a:gd name="connsiteX212" fmla="*/ 156825 w 2651231"/>
              <a:gd name="connsiteY212" fmla="*/ 27667 h 397680"/>
              <a:gd name="connsiteX213" fmla="*/ 156825 w 2651231"/>
              <a:gd name="connsiteY213" fmla="*/ 25350 h 397680"/>
              <a:gd name="connsiteX214" fmla="*/ 158305 w 2651231"/>
              <a:gd name="connsiteY214" fmla="*/ 25350 h 397680"/>
              <a:gd name="connsiteX215" fmla="*/ 158305 w 2651231"/>
              <a:gd name="connsiteY215" fmla="*/ 23126 h 397680"/>
              <a:gd name="connsiteX216" fmla="*/ 159784 w 2651231"/>
              <a:gd name="connsiteY216" fmla="*/ 23126 h 397680"/>
              <a:gd name="connsiteX217" fmla="*/ 159784 w 2651231"/>
              <a:gd name="connsiteY217" fmla="*/ 20998 h 397680"/>
              <a:gd name="connsiteX218" fmla="*/ 161264 w 2651231"/>
              <a:gd name="connsiteY218" fmla="*/ 20998 h 397680"/>
              <a:gd name="connsiteX219" fmla="*/ 161264 w 2651231"/>
              <a:gd name="connsiteY219" fmla="*/ 18966 h 397680"/>
              <a:gd name="connsiteX220" fmla="*/ 162743 w 2651231"/>
              <a:gd name="connsiteY220" fmla="*/ 18966 h 397680"/>
              <a:gd name="connsiteX221" fmla="*/ 162743 w 2651231"/>
              <a:gd name="connsiteY221" fmla="*/ 17033 h 397680"/>
              <a:gd name="connsiteX222" fmla="*/ 164223 w 2651231"/>
              <a:gd name="connsiteY222" fmla="*/ 17033 h 397680"/>
              <a:gd name="connsiteX223" fmla="*/ 164223 w 2651231"/>
              <a:gd name="connsiteY223" fmla="*/ 15199 h 397680"/>
              <a:gd name="connsiteX224" fmla="*/ 165702 w 2651231"/>
              <a:gd name="connsiteY224" fmla="*/ 15199 h 397680"/>
              <a:gd name="connsiteX225" fmla="*/ 165702 w 2651231"/>
              <a:gd name="connsiteY225" fmla="*/ 13466 h 397680"/>
              <a:gd name="connsiteX226" fmla="*/ 167182 w 2651231"/>
              <a:gd name="connsiteY226" fmla="*/ 13466 h 397680"/>
              <a:gd name="connsiteX227" fmla="*/ 167182 w 2651231"/>
              <a:gd name="connsiteY227" fmla="*/ 11835 h 397680"/>
              <a:gd name="connsiteX228" fmla="*/ 168661 w 2651231"/>
              <a:gd name="connsiteY228" fmla="*/ 11835 h 397680"/>
              <a:gd name="connsiteX229" fmla="*/ 168661 w 2651231"/>
              <a:gd name="connsiteY229" fmla="*/ 10308 h 397680"/>
              <a:gd name="connsiteX230" fmla="*/ 170140 w 2651231"/>
              <a:gd name="connsiteY230" fmla="*/ 10308 h 397680"/>
              <a:gd name="connsiteX231" fmla="*/ 170140 w 2651231"/>
              <a:gd name="connsiteY231" fmla="*/ 8885 h 397680"/>
              <a:gd name="connsiteX232" fmla="*/ 171620 w 2651231"/>
              <a:gd name="connsiteY232" fmla="*/ 8885 h 397680"/>
              <a:gd name="connsiteX233" fmla="*/ 171620 w 2651231"/>
              <a:gd name="connsiteY233" fmla="*/ 7567 h 397680"/>
              <a:gd name="connsiteX234" fmla="*/ 173099 w 2651231"/>
              <a:gd name="connsiteY234" fmla="*/ 7567 h 397680"/>
              <a:gd name="connsiteX235" fmla="*/ 173099 w 2651231"/>
              <a:gd name="connsiteY235" fmla="*/ 6356 h 397680"/>
              <a:gd name="connsiteX236" fmla="*/ 174579 w 2651231"/>
              <a:gd name="connsiteY236" fmla="*/ 6356 h 397680"/>
              <a:gd name="connsiteX237" fmla="*/ 174579 w 2651231"/>
              <a:gd name="connsiteY237" fmla="*/ 5252 h 397680"/>
              <a:gd name="connsiteX238" fmla="*/ 176058 w 2651231"/>
              <a:gd name="connsiteY238" fmla="*/ 5252 h 397680"/>
              <a:gd name="connsiteX239" fmla="*/ 176058 w 2651231"/>
              <a:gd name="connsiteY239" fmla="*/ 4257 h 397680"/>
              <a:gd name="connsiteX240" fmla="*/ 177538 w 2651231"/>
              <a:gd name="connsiteY240" fmla="*/ 4257 h 397680"/>
              <a:gd name="connsiteX241" fmla="*/ 177538 w 2651231"/>
              <a:gd name="connsiteY241" fmla="*/ 3370 h 397680"/>
              <a:gd name="connsiteX242" fmla="*/ 179017 w 2651231"/>
              <a:gd name="connsiteY242" fmla="*/ 3370 h 397680"/>
              <a:gd name="connsiteX243" fmla="*/ 179017 w 2651231"/>
              <a:gd name="connsiteY243" fmla="*/ 2592 h 397680"/>
              <a:gd name="connsiteX244" fmla="*/ 180497 w 2651231"/>
              <a:gd name="connsiteY244" fmla="*/ 2592 h 397680"/>
              <a:gd name="connsiteX245" fmla="*/ 180497 w 2651231"/>
              <a:gd name="connsiteY245" fmla="*/ 1925 h 397680"/>
              <a:gd name="connsiteX246" fmla="*/ 181976 w 2651231"/>
              <a:gd name="connsiteY246" fmla="*/ 1925 h 397680"/>
              <a:gd name="connsiteX247" fmla="*/ 181976 w 2651231"/>
              <a:gd name="connsiteY247" fmla="*/ 1368 h 397680"/>
              <a:gd name="connsiteX248" fmla="*/ 183456 w 2651231"/>
              <a:gd name="connsiteY248" fmla="*/ 1368 h 397680"/>
              <a:gd name="connsiteX249" fmla="*/ 183456 w 2651231"/>
              <a:gd name="connsiteY249" fmla="*/ 922 h 397680"/>
              <a:gd name="connsiteX250" fmla="*/ 184935 w 2651231"/>
              <a:gd name="connsiteY250" fmla="*/ 922 h 397680"/>
              <a:gd name="connsiteX251" fmla="*/ 184935 w 2651231"/>
              <a:gd name="connsiteY251" fmla="*/ 587 h 397680"/>
              <a:gd name="connsiteX252" fmla="*/ 186415 w 2651231"/>
              <a:gd name="connsiteY252" fmla="*/ 587 h 397680"/>
              <a:gd name="connsiteX253" fmla="*/ 186415 w 2651231"/>
              <a:gd name="connsiteY253" fmla="*/ 363 h 397680"/>
              <a:gd name="connsiteX254" fmla="*/ 187894 w 2651231"/>
              <a:gd name="connsiteY254" fmla="*/ 363 h 397680"/>
              <a:gd name="connsiteX255" fmla="*/ 187894 w 2651231"/>
              <a:gd name="connsiteY255" fmla="*/ 252 h 397680"/>
              <a:gd name="connsiteX256" fmla="*/ 189374 w 2651231"/>
              <a:gd name="connsiteY256" fmla="*/ 252 h 397680"/>
              <a:gd name="connsiteX257" fmla="*/ 189374 w 2651231"/>
              <a:gd name="connsiteY257" fmla="*/ 238 h 397680"/>
              <a:gd name="connsiteX258" fmla="*/ 2461858 w 2651231"/>
              <a:gd name="connsiteY258" fmla="*/ 238 h 397680"/>
              <a:gd name="connsiteX259" fmla="*/ 2461858 w 2651231"/>
              <a:gd name="connsiteY259" fmla="*/ 252 h 397680"/>
              <a:gd name="connsiteX260" fmla="*/ 2463337 w 2651231"/>
              <a:gd name="connsiteY260" fmla="*/ 252 h 397680"/>
              <a:gd name="connsiteX261" fmla="*/ 2463337 w 2651231"/>
              <a:gd name="connsiteY261" fmla="*/ 363 h 397680"/>
              <a:gd name="connsiteX262" fmla="*/ 2464817 w 2651231"/>
              <a:gd name="connsiteY262" fmla="*/ 363 h 397680"/>
              <a:gd name="connsiteX263" fmla="*/ 2464817 w 2651231"/>
              <a:gd name="connsiteY263" fmla="*/ 587 h 397680"/>
              <a:gd name="connsiteX264" fmla="*/ 2466296 w 2651231"/>
              <a:gd name="connsiteY264" fmla="*/ 587 h 397680"/>
              <a:gd name="connsiteX265" fmla="*/ 2466296 w 2651231"/>
              <a:gd name="connsiteY265" fmla="*/ 922 h 397680"/>
              <a:gd name="connsiteX266" fmla="*/ 2467776 w 2651231"/>
              <a:gd name="connsiteY266" fmla="*/ 922 h 397680"/>
              <a:gd name="connsiteX267" fmla="*/ 2467776 w 2651231"/>
              <a:gd name="connsiteY267" fmla="*/ 1368 h 397680"/>
              <a:gd name="connsiteX268" fmla="*/ 2469255 w 2651231"/>
              <a:gd name="connsiteY268" fmla="*/ 1368 h 397680"/>
              <a:gd name="connsiteX269" fmla="*/ 2469255 w 2651231"/>
              <a:gd name="connsiteY269" fmla="*/ 1925 h 397680"/>
              <a:gd name="connsiteX270" fmla="*/ 2470735 w 2651231"/>
              <a:gd name="connsiteY270" fmla="*/ 1925 h 397680"/>
              <a:gd name="connsiteX271" fmla="*/ 2470735 w 2651231"/>
              <a:gd name="connsiteY271" fmla="*/ 2592 h 397680"/>
              <a:gd name="connsiteX272" fmla="*/ 2472214 w 2651231"/>
              <a:gd name="connsiteY272" fmla="*/ 2592 h 397680"/>
              <a:gd name="connsiteX273" fmla="*/ 2472214 w 2651231"/>
              <a:gd name="connsiteY273" fmla="*/ 3370 h 397680"/>
              <a:gd name="connsiteX274" fmla="*/ 2473694 w 2651231"/>
              <a:gd name="connsiteY274" fmla="*/ 3370 h 397680"/>
              <a:gd name="connsiteX275" fmla="*/ 2473694 w 2651231"/>
              <a:gd name="connsiteY275" fmla="*/ 4257 h 397680"/>
              <a:gd name="connsiteX276" fmla="*/ 2475173 w 2651231"/>
              <a:gd name="connsiteY276" fmla="*/ 4257 h 397680"/>
              <a:gd name="connsiteX277" fmla="*/ 2475173 w 2651231"/>
              <a:gd name="connsiteY277" fmla="*/ 5252 h 397680"/>
              <a:gd name="connsiteX278" fmla="*/ 2476653 w 2651231"/>
              <a:gd name="connsiteY278" fmla="*/ 5252 h 397680"/>
              <a:gd name="connsiteX279" fmla="*/ 2476653 w 2651231"/>
              <a:gd name="connsiteY279" fmla="*/ 6356 h 397680"/>
              <a:gd name="connsiteX280" fmla="*/ 2478132 w 2651231"/>
              <a:gd name="connsiteY280" fmla="*/ 6356 h 397680"/>
              <a:gd name="connsiteX281" fmla="*/ 2478132 w 2651231"/>
              <a:gd name="connsiteY281" fmla="*/ 7567 h 397680"/>
              <a:gd name="connsiteX282" fmla="*/ 2479612 w 2651231"/>
              <a:gd name="connsiteY282" fmla="*/ 7567 h 397680"/>
              <a:gd name="connsiteX283" fmla="*/ 2479612 w 2651231"/>
              <a:gd name="connsiteY283" fmla="*/ 8885 h 397680"/>
              <a:gd name="connsiteX284" fmla="*/ 2481091 w 2651231"/>
              <a:gd name="connsiteY284" fmla="*/ 8885 h 397680"/>
              <a:gd name="connsiteX285" fmla="*/ 2481091 w 2651231"/>
              <a:gd name="connsiteY285" fmla="*/ 10308 h 397680"/>
              <a:gd name="connsiteX286" fmla="*/ 2482571 w 2651231"/>
              <a:gd name="connsiteY286" fmla="*/ 10308 h 397680"/>
              <a:gd name="connsiteX287" fmla="*/ 2482571 w 2651231"/>
              <a:gd name="connsiteY287" fmla="*/ 11835 h 397680"/>
              <a:gd name="connsiteX288" fmla="*/ 2484050 w 2651231"/>
              <a:gd name="connsiteY288" fmla="*/ 11835 h 397680"/>
              <a:gd name="connsiteX289" fmla="*/ 2484050 w 2651231"/>
              <a:gd name="connsiteY289" fmla="*/ 13466 h 397680"/>
              <a:gd name="connsiteX290" fmla="*/ 2485530 w 2651231"/>
              <a:gd name="connsiteY290" fmla="*/ 13466 h 397680"/>
              <a:gd name="connsiteX291" fmla="*/ 2485530 w 2651231"/>
              <a:gd name="connsiteY291" fmla="*/ 15199 h 397680"/>
              <a:gd name="connsiteX292" fmla="*/ 2487009 w 2651231"/>
              <a:gd name="connsiteY292" fmla="*/ 15199 h 397680"/>
              <a:gd name="connsiteX293" fmla="*/ 2487009 w 2651231"/>
              <a:gd name="connsiteY293" fmla="*/ 17033 h 397680"/>
              <a:gd name="connsiteX294" fmla="*/ 2488489 w 2651231"/>
              <a:gd name="connsiteY294" fmla="*/ 17033 h 397680"/>
              <a:gd name="connsiteX295" fmla="*/ 2488489 w 2651231"/>
              <a:gd name="connsiteY295" fmla="*/ 18966 h 397680"/>
              <a:gd name="connsiteX296" fmla="*/ 2489968 w 2651231"/>
              <a:gd name="connsiteY296" fmla="*/ 18966 h 397680"/>
              <a:gd name="connsiteX297" fmla="*/ 2489968 w 2651231"/>
              <a:gd name="connsiteY297" fmla="*/ 20998 h 397680"/>
              <a:gd name="connsiteX298" fmla="*/ 2491448 w 2651231"/>
              <a:gd name="connsiteY298" fmla="*/ 20998 h 397680"/>
              <a:gd name="connsiteX299" fmla="*/ 2491448 w 2651231"/>
              <a:gd name="connsiteY299" fmla="*/ 23126 h 397680"/>
              <a:gd name="connsiteX300" fmla="*/ 2492927 w 2651231"/>
              <a:gd name="connsiteY300" fmla="*/ 23126 h 397680"/>
              <a:gd name="connsiteX301" fmla="*/ 2492927 w 2651231"/>
              <a:gd name="connsiteY301" fmla="*/ 25350 h 397680"/>
              <a:gd name="connsiteX302" fmla="*/ 2494407 w 2651231"/>
              <a:gd name="connsiteY302" fmla="*/ 25350 h 397680"/>
              <a:gd name="connsiteX303" fmla="*/ 2494407 w 2651231"/>
              <a:gd name="connsiteY303" fmla="*/ 27667 h 397680"/>
              <a:gd name="connsiteX304" fmla="*/ 2495886 w 2651231"/>
              <a:gd name="connsiteY304" fmla="*/ 27667 h 397680"/>
              <a:gd name="connsiteX305" fmla="*/ 2495886 w 2651231"/>
              <a:gd name="connsiteY305" fmla="*/ 30076 h 397680"/>
              <a:gd name="connsiteX306" fmla="*/ 2497366 w 2651231"/>
              <a:gd name="connsiteY306" fmla="*/ 30076 h 397680"/>
              <a:gd name="connsiteX307" fmla="*/ 2497366 w 2651231"/>
              <a:gd name="connsiteY307" fmla="*/ 32576 h 397680"/>
              <a:gd name="connsiteX308" fmla="*/ 2498845 w 2651231"/>
              <a:gd name="connsiteY308" fmla="*/ 32576 h 397680"/>
              <a:gd name="connsiteX309" fmla="*/ 2498845 w 2651231"/>
              <a:gd name="connsiteY309" fmla="*/ 35165 h 397680"/>
              <a:gd name="connsiteX310" fmla="*/ 2500325 w 2651231"/>
              <a:gd name="connsiteY310" fmla="*/ 35165 h 397680"/>
              <a:gd name="connsiteX311" fmla="*/ 2500325 w 2651231"/>
              <a:gd name="connsiteY311" fmla="*/ 37840 h 397680"/>
              <a:gd name="connsiteX312" fmla="*/ 2501804 w 2651231"/>
              <a:gd name="connsiteY312" fmla="*/ 37840 h 397680"/>
              <a:gd name="connsiteX313" fmla="*/ 2501804 w 2651231"/>
              <a:gd name="connsiteY313" fmla="*/ 40600 h 397680"/>
              <a:gd name="connsiteX314" fmla="*/ 2503284 w 2651231"/>
              <a:gd name="connsiteY314" fmla="*/ 40600 h 397680"/>
              <a:gd name="connsiteX315" fmla="*/ 2503284 w 2651231"/>
              <a:gd name="connsiteY315" fmla="*/ 43443 h 397680"/>
              <a:gd name="connsiteX316" fmla="*/ 2504763 w 2651231"/>
              <a:gd name="connsiteY316" fmla="*/ 43443 h 397680"/>
              <a:gd name="connsiteX317" fmla="*/ 2504763 w 2651231"/>
              <a:gd name="connsiteY317" fmla="*/ 46367 h 397680"/>
              <a:gd name="connsiteX318" fmla="*/ 2506242 w 2651231"/>
              <a:gd name="connsiteY318" fmla="*/ 46367 h 397680"/>
              <a:gd name="connsiteX319" fmla="*/ 2506242 w 2651231"/>
              <a:gd name="connsiteY319" fmla="*/ 49371 h 397680"/>
              <a:gd name="connsiteX320" fmla="*/ 2507722 w 2651231"/>
              <a:gd name="connsiteY320" fmla="*/ 49371 h 397680"/>
              <a:gd name="connsiteX321" fmla="*/ 2507722 w 2651231"/>
              <a:gd name="connsiteY321" fmla="*/ 52452 h 397680"/>
              <a:gd name="connsiteX322" fmla="*/ 2509201 w 2651231"/>
              <a:gd name="connsiteY322" fmla="*/ 52452 h 397680"/>
              <a:gd name="connsiteX323" fmla="*/ 2509201 w 2651231"/>
              <a:gd name="connsiteY323" fmla="*/ 55607 h 397680"/>
              <a:gd name="connsiteX324" fmla="*/ 2510681 w 2651231"/>
              <a:gd name="connsiteY324" fmla="*/ 55607 h 397680"/>
              <a:gd name="connsiteX325" fmla="*/ 2510681 w 2651231"/>
              <a:gd name="connsiteY325" fmla="*/ 58836 h 397680"/>
              <a:gd name="connsiteX326" fmla="*/ 2512160 w 2651231"/>
              <a:gd name="connsiteY326" fmla="*/ 58836 h 397680"/>
              <a:gd name="connsiteX327" fmla="*/ 2512160 w 2651231"/>
              <a:gd name="connsiteY327" fmla="*/ 62135 h 397680"/>
              <a:gd name="connsiteX328" fmla="*/ 2513640 w 2651231"/>
              <a:gd name="connsiteY328" fmla="*/ 62135 h 397680"/>
              <a:gd name="connsiteX329" fmla="*/ 2513640 w 2651231"/>
              <a:gd name="connsiteY329" fmla="*/ 65503 h 397680"/>
              <a:gd name="connsiteX330" fmla="*/ 2515119 w 2651231"/>
              <a:gd name="connsiteY330" fmla="*/ 65503 h 397680"/>
              <a:gd name="connsiteX331" fmla="*/ 2515119 w 2651231"/>
              <a:gd name="connsiteY331" fmla="*/ 68937 h 397680"/>
              <a:gd name="connsiteX332" fmla="*/ 2516599 w 2651231"/>
              <a:gd name="connsiteY332" fmla="*/ 68937 h 397680"/>
              <a:gd name="connsiteX333" fmla="*/ 2516599 w 2651231"/>
              <a:gd name="connsiteY333" fmla="*/ 72435 h 397680"/>
              <a:gd name="connsiteX334" fmla="*/ 2518078 w 2651231"/>
              <a:gd name="connsiteY334" fmla="*/ 72435 h 397680"/>
              <a:gd name="connsiteX335" fmla="*/ 2518078 w 2651231"/>
              <a:gd name="connsiteY335" fmla="*/ 75995 h 397680"/>
              <a:gd name="connsiteX336" fmla="*/ 2519558 w 2651231"/>
              <a:gd name="connsiteY336" fmla="*/ 75995 h 397680"/>
              <a:gd name="connsiteX337" fmla="*/ 2519558 w 2651231"/>
              <a:gd name="connsiteY337" fmla="*/ 79615 h 397680"/>
              <a:gd name="connsiteX338" fmla="*/ 2521037 w 2651231"/>
              <a:gd name="connsiteY338" fmla="*/ 79615 h 397680"/>
              <a:gd name="connsiteX339" fmla="*/ 2521037 w 2651231"/>
              <a:gd name="connsiteY339" fmla="*/ 83291 h 397680"/>
              <a:gd name="connsiteX340" fmla="*/ 2522517 w 2651231"/>
              <a:gd name="connsiteY340" fmla="*/ 83291 h 397680"/>
              <a:gd name="connsiteX341" fmla="*/ 2522517 w 2651231"/>
              <a:gd name="connsiteY341" fmla="*/ 87023 h 397680"/>
              <a:gd name="connsiteX342" fmla="*/ 2523996 w 2651231"/>
              <a:gd name="connsiteY342" fmla="*/ 87023 h 397680"/>
              <a:gd name="connsiteX343" fmla="*/ 2523996 w 2651231"/>
              <a:gd name="connsiteY343" fmla="*/ 90807 h 397680"/>
              <a:gd name="connsiteX344" fmla="*/ 2525476 w 2651231"/>
              <a:gd name="connsiteY344" fmla="*/ 90807 h 397680"/>
              <a:gd name="connsiteX345" fmla="*/ 2525476 w 2651231"/>
              <a:gd name="connsiteY345" fmla="*/ 94641 h 397680"/>
              <a:gd name="connsiteX346" fmla="*/ 2526955 w 2651231"/>
              <a:gd name="connsiteY346" fmla="*/ 94641 h 397680"/>
              <a:gd name="connsiteX347" fmla="*/ 2526955 w 2651231"/>
              <a:gd name="connsiteY347" fmla="*/ 98523 h 397680"/>
              <a:gd name="connsiteX348" fmla="*/ 2528435 w 2651231"/>
              <a:gd name="connsiteY348" fmla="*/ 98523 h 397680"/>
              <a:gd name="connsiteX349" fmla="*/ 2528435 w 2651231"/>
              <a:gd name="connsiteY349" fmla="*/ 102450 h 397680"/>
              <a:gd name="connsiteX350" fmla="*/ 2529914 w 2651231"/>
              <a:gd name="connsiteY350" fmla="*/ 102450 h 397680"/>
              <a:gd name="connsiteX351" fmla="*/ 2529914 w 2651231"/>
              <a:gd name="connsiteY351" fmla="*/ 106420 h 397680"/>
              <a:gd name="connsiteX352" fmla="*/ 2531394 w 2651231"/>
              <a:gd name="connsiteY352" fmla="*/ 106420 h 397680"/>
              <a:gd name="connsiteX353" fmla="*/ 2531394 w 2651231"/>
              <a:gd name="connsiteY353" fmla="*/ 110431 h 397680"/>
              <a:gd name="connsiteX354" fmla="*/ 2532873 w 2651231"/>
              <a:gd name="connsiteY354" fmla="*/ 110431 h 397680"/>
              <a:gd name="connsiteX355" fmla="*/ 2532873 w 2651231"/>
              <a:gd name="connsiteY355" fmla="*/ 114479 h 397680"/>
              <a:gd name="connsiteX356" fmla="*/ 2534353 w 2651231"/>
              <a:gd name="connsiteY356" fmla="*/ 114479 h 397680"/>
              <a:gd name="connsiteX357" fmla="*/ 2534353 w 2651231"/>
              <a:gd name="connsiteY357" fmla="*/ 118564 h 397680"/>
              <a:gd name="connsiteX358" fmla="*/ 2535832 w 2651231"/>
              <a:gd name="connsiteY358" fmla="*/ 118564 h 397680"/>
              <a:gd name="connsiteX359" fmla="*/ 2535832 w 2651231"/>
              <a:gd name="connsiteY359" fmla="*/ 122681 h 397680"/>
              <a:gd name="connsiteX360" fmla="*/ 2537311 w 2651231"/>
              <a:gd name="connsiteY360" fmla="*/ 122681 h 397680"/>
              <a:gd name="connsiteX361" fmla="*/ 2537311 w 2651231"/>
              <a:gd name="connsiteY361" fmla="*/ 126830 h 397680"/>
              <a:gd name="connsiteX362" fmla="*/ 2538791 w 2651231"/>
              <a:gd name="connsiteY362" fmla="*/ 126830 h 397680"/>
              <a:gd name="connsiteX363" fmla="*/ 2538791 w 2651231"/>
              <a:gd name="connsiteY363" fmla="*/ 131007 h 397680"/>
              <a:gd name="connsiteX364" fmla="*/ 2540270 w 2651231"/>
              <a:gd name="connsiteY364" fmla="*/ 131007 h 397680"/>
              <a:gd name="connsiteX365" fmla="*/ 2540270 w 2651231"/>
              <a:gd name="connsiteY365" fmla="*/ 135210 h 397680"/>
              <a:gd name="connsiteX366" fmla="*/ 2541750 w 2651231"/>
              <a:gd name="connsiteY366" fmla="*/ 135210 h 397680"/>
              <a:gd name="connsiteX367" fmla="*/ 2541750 w 2651231"/>
              <a:gd name="connsiteY367" fmla="*/ 139437 h 397680"/>
              <a:gd name="connsiteX368" fmla="*/ 2543229 w 2651231"/>
              <a:gd name="connsiteY368" fmla="*/ 139437 h 397680"/>
              <a:gd name="connsiteX369" fmla="*/ 2543229 w 2651231"/>
              <a:gd name="connsiteY369" fmla="*/ 143686 h 397680"/>
              <a:gd name="connsiteX370" fmla="*/ 2544709 w 2651231"/>
              <a:gd name="connsiteY370" fmla="*/ 143686 h 397680"/>
              <a:gd name="connsiteX371" fmla="*/ 2544709 w 2651231"/>
              <a:gd name="connsiteY371" fmla="*/ 147953 h 397680"/>
              <a:gd name="connsiteX372" fmla="*/ 2546188 w 2651231"/>
              <a:gd name="connsiteY372" fmla="*/ 147953 h 397680"/>
              <a:gd name="connsiteX373" fmla="*/ 2546188 w 2651231"/>
              <a:gd name="connsiteY373" fmla="*/ 152237 h 397680"/>
              <a:gd name="connsiteX374" fmla="*/ 2547668 w 2651231"/>
              <a:gd name="connsiteY374" fmla="*/ 152237 h 397680"/>
              <a:gd name="connsiteX375" fmla="*/ 2547668 w 2651231"/>
              <a:gd name="connsiteY375" fmla="*/ 156535 h 397680"/>
              <a:gd name="connsiteX376" fmla="*/ 2549147 w 2651231"/>
              <a:gd name="connsiteY376" fmla="*/ 156535 h 397680"/>
              <a:gd name="connsiteX377" fmla="*/ 2549147 w 2651231"/>
              <a:gd name="connsiteY377" fmla="*/ 160846 h 397680"/>
              <a:gd name="connsiteX378" fmla="*/ 2550627 w 2651231"/>
              <a:gd name="connsiteY378" fmla="*/ 160846 h 397680"/>
              <a:gd name="connsiteX379" fmla="*/ 2550627 w 2651231"/>
              <a:gd name="connsiteY379" fmla="*/ 165166 h 397680"/>
              <a:gd name="connsiteX380" fmla="*/ 2552106 w 2651231"/>
              <a:gd name="connsiteY380" fmla="*/ 165166 h 397680"/>
              <a:gd name="connsiteX381" fmla="*/ 2552106 w 2651231"/>
              <a:gd name="connsiteY381" fmla="*/ 169494 h 397680"/>
              <a:gd name="connsiteX382" fmla="*/ 2553586 w 2651231"/>
              <a:gd name="connsiteY382" fmla="*/ 169494 h 397680"/>
              <a:gd name="connsiteX383" fmla="*/ 2553586 w 2651231"/>
              <a:gd name="connsiteY383" fmla="*/ 173828 h 397680"/>
              <a:gd name="connsiteX384" fmla="*/ 2555065 w 2651231"/>
              <a:gd name="connsiteY384" fmla="*/ 173828 h 397680"/>
              <a:gd name="connsiteX385" fmla="*/ 2555065 w 2651231"/>
              <a:gd name="connsiteY385" fmla="*/ 178164 h 397680"/>
              <a:gd name="connsiteX386" fmla="*/ 2556545 w 2651231"/>
              <a:gd name="connsiteY386" fmla="*/ 178164 h 397680"/>
              <a:gd name="connsiteX387" fmla="*/ 2556545 w 2651231"/>
              <a:gd name="connsiteY387" fmla="*/ 182502 h 397680"/>
              <a:gd name="connsiteX388" fmla="*/ 2558024 w 2651231"/>
              <a:gd name="connsiteY388" fmla="*/ 182502 h 397680"/>
              <a:gd name="connsiteX389" fmla="*/ 2558024 w 2651231"/>
              <a:gd name="connsiteY389" fmla="*/ 186839 h 397680"/>
              <a:gd name="connsiteX390" fmla="*/ 2559504 w 2651231"/>
              <a:gd name="connsiteY390" fmla="*/ 186839 h 397680"/>
              <a:gd name="connsiteX391" fmla="*/ 2559504 w 2651231"/>
              <a:gd name="connsiteY391" fmla="*/ 191172 h 397680"/>
              <a:gd name="connsiteX392" fmla="*/ 2560983 w 2651231"/>
              <a:gd name="connsiteY392" fmla="*/ 191172 h 397680"/>
              <a:gd name="connsiteX393" fmla="*/ 2560983 w 2651231"/>
              <a:gd name="connsiteY393" fmla="*/ 195500 h 397680"/>
              <a:gd name="connsiteX394" fmla="*/ 2562463 w 2651231"/>
              <a:gd name="connsiteY394" fmla="*/ 195500 h 397680"/>
              <a:gd name="connsiteX395" fmla="*/ 2562463 w 2651231"/>
              <a:gd name="connsiteY395" fmla="*/ 199821 h 397680"/>
              <a:gd name="connsiteX396" fmla="*/ 2563942 w 2651231"/>
              <a:gd name="connsiteY396" fmla="*/ 199821 h 397680"/>
              <a:gd name="connsiteX397" fmla="*/ 2563942 w 2651231"/>
              <a:gd name="connsiteY397" fmla="*/ 204133 h 397680"/>
              <a:gd name="connsiteX398" fmla="*/ 2565422 w 2651231"/>
              <a:gd name="connsiteY398" fmla="*/ 204133 h 397680"/>
              <a:gd name="connsiteX399" fmla="*/ 2565422 w 2651231"/>
              <a:gd name="connsiteY399" fmla="*/ 208434 h 397680"/>
              <a:gd name="connsiteX400" fmla="*/ 2566901 w 2651231"/>
              <a:gd name="connsiteY400" fmla="*/ 208434 h 397680"/>
              <a:gd name="connsiteX401" fmla="*/ 2566901 w 2651231"/>
              <a:gd name="connsiteY401" fmla="*/ 212722 h 397680"/>
              <a:gd name="connsiteX402" fmla="*/ 2568381 w 2651231"/>
              <a:gd name="connsiteY402" fmla="*/ 212722 h 397680"/>
              <a:gd name="connsiteX403" fmla="*/ 2568381 w 2651231"/>
              <a:gd name="connsiteY403" fmla="*/ 216995 h 397680"/>
              <a:gd name="connsiteX404" fmla="*/ 2569860 w 2651231"/>
              <a:gd name="connsiteY404" fmla="*/ 216995 h 397680"/>
              <a:gd name="connsiteX405" fmla="*/ 2569860 w 2651231"/>
              <a:gd name="connsiteY405" fmla="*/ 221251 h 397680"/>
              <a:gd name="connsiteX406" fmla="*/ 2571340 w 2651231"/>
              <a:gd name="connsiteY406" fmla="*/ 221251 h 397680"/>
              <a:gd name="connsiteX407" fmla="*/ 2571340 w 2651231"/>
              <a:gd name="connsiteY407" fmla="*/ 225489 h 397680"/>
              <a:gd name="connsiteX408" fmla="*/ 2572819 w 2651231"/>
              <a:gd name="connsiteY408" fmla="*/ 225489 h 397680"/>
              <a:gd name="connsiteX409" fmla="*/ 2572819 w 2651231"/>
              <a:gd name="connsiteY409" fmla="*/ 229707 h 397680"/>
              <a:gd name="connsiteX410" fmla="*/ 2574299 w 2651231"/>
              <a:gd name="connsiteY410" fmla="*/ 229707 h 397680"/>
              <a:gd name="connsiteX411" fmla="*/ 2574299 w 2651231"/>
              <a:gd name="connsiteY411" fmla="*/ 233903 h 397680"/>
              <a:gd name="connsiteX412" fmla="*/ 2575778 w 2651231"/>
              <a:gd name="connsiteY412" fmla="*/ 233903 h 397680"/>
              <a:gd name="connsiteX413" fmla="*/ 2575778 w 2651231"/>
              <a:gd name="connsiteY413" fmla="*/ 238075 h 397680"/>
              <a:gd name="connsiteX414" fmla="*/ 2577258 w 2651231"/>
              <a:gd name="connsiteY414" fmla="*/ 238075 h 397680"/>
              <a:gd name="connsiteX415" fmla="*/ 2577258 w 2651231"/>
              <a:gd name="connsiteY415" fmla="*/ 242223 h 397680"/>
              <a:gd name="connsiteX416" fmla="*/ 2578737 w 2651231"/>
              <a:gd name="connsiteY416" fmla="*/ 242223 h 397680"/>
              <a:gd name="connsiteX417" fmla="*/ 2578737 w 2651231"/>
              <a:gd name="connsiteY417" fmla="*/ 246344 h 397680"/>
              <a:gd name="connsiteX418" fmla="*/ 2580217 w 2651231"/>
              <a:gd name="connsiteY418" fmla="*/ 246344 h 397680"/>
              <a:gd name="connsiteX419" fmla="*/ 2580217 w 2651231"/>
              <a:gd name="connsiteY419" fmla="*/ 250436 h 397680"/>
              <a:gd name="connsiteX420" fmla="*/ 2581696 w 2651231"/>
              <a:gd name="connsiteY420" fmla="*/ 250436 h 397680"/>
              <a:gd name="connsiteX421" fmla="*/ 2581696 w 2651231"/>
              <a:gd name="connsiteY421" fmla="*/ 254500 h 397680"/>
              <a:gd name="connsiteX422" fmla="*/ 2583176 w 2651231"/>
              <a:gd name="connsiteY422" fmla="*/ 254500 h 397680"/>
              <a:gd name="connsiteX423" fmla="*/ 2583176 w 2651231"/>
              <a:gd name="connsiteY423" fmla="*/ 258532 h 397680"/>
              <a:gd name="connsiteX424" fmla="*/ 2584655 w 2651231"/>
              <a:gd name="connsiteY424" fmla="*/ 258532 h 397680"/>
              <a:gd name="connsiteX425" fmla="*/ 2584655 w 2651231"/>
              <a:gd name="connsiteY425" fmla="*/ 262532 h 397680"/>
              <a:gd name="connsiteX426" fmla="*/ 2586134 w 2651231"/>
              <a:gd name="connsiteY426" fmla="*/ 262532 h 397680"/>
              <a:gd name="connsiteX427" fmla="*/ 2586134 w 2651231"/>
              <a:gd name="connsiteY427" fmla="*/ 266499 h 397680"/>
              <a:gd name="connsiteX428" fmla="*/ 2587614 w 2651231"/>
              <a:gd name="connsiteY428" fmla="*/ 266499 h 397680"/>
              <a:gd name="connsiteX429" fmla="*/ 2587614 w 2651231"/>
              <a:gd name="connsiteY429" fmla="*/ 270431 h 397680"/>
              <a:gd name="connsiteX430" fmla="*/ 2589093 w 2651231"/>
              <a:gd name="connsiteY430" fmla="*/ 270431 h 397680"/>
              <a:gd name="connsiteX431" fmla="*/ 2589093 w 2651231"/>
              <a:gd name="connsiteY431" fmla="*/ 274327 h 397680"/>
              <a:gd name="connsiteX432" fmla="*/ 2590573 w 2651231"/>
              <a:gd name="connsiteY432" fmla="*/ 274327 h 397680"/>
              <a:gd name="connsiteX433" fmla="*/ 2590573 w 2651231"/>
              <a:gd name="connsiteY433" fmla="*/ 278186 h 397680"/>
              <a:gd name="connsiteX434" fmla="*/ 2592052 w 2651231"/>
              <a:gd name="connsiteY434" fmla="*/ 278186 h 397680"/>
              <a:gd name="connsiteX435" fmla="*/ 2592052 w 2651231"/>
              <a:gd name="connsiteY435" fmla="*/ 282007 h 397680"/>
              <a:gd name="connsiteX436" fmla="*/ 2593532 w 2651231"/>
              <a:gd name="connsiteY436" fmla="*/ 282007 h 397680"/>
              <a:gd name="connsiteX437" fmla="*/ 2593532 w 2651231"/>
              <a:gd name="connsiteY437" fmla="*/ 285789 h 397680"/>
              <a:gd name="connsiteX438" fmla="*/ 2595011 w 2651231"/>
              <a:gd name="connsiteY438" fmla="*/ 285789 h 397680"/>
              <a:gd name="connsiteX439" fmla="*/ 2595011 w 2651231"/>
              <a:gd name="connsiteY439" fmla="*/ 289531 h 397680"/>
              <a:gd name="connsiteX440" fmla="*/ 2596491 w 2651231"/>
              <a:gd name="connsiteY440" fmla="*/ 289531 h 397680"/>
              <a:gd name="connsiteX441" fmla="*/ 2596491 w 2651231"/>
              <a:gd name="connsiteY441" fmla="*/ 293231 h 397680"/>
              <a:gd name="connsiteX442" fmla="*/ 2597970 w 2651231"/>
              <a:gd name="connsiteY442" fmla="*/ 293231 h 397680"/>
              <a:gd name="connsiteX443" fmla="*/ 2597970 w 2651231"/>
              <a:gd name="connsiteY443" fmla="*/ 296890 h 397680"/>
              <a:gd name="connsiteX444" fmla="*/ 2599450 w 2651231"/>
              <a:gd name="connsiteY444" fmla="*/ 296890 h 397680"/>
              <a:gd name="connsiteX445" fmla="*/ 2599450 w 2651231"/>
              <a:gd name="connsiteY445" fmla="*/ 300505 h 397680"/>
              <a:gd name="connsiteX446" fmla="*/ 2600929 w 2651231"/>
              <a:gd name="connsiteY446" fmla="*/ 300505 h 397680"/>
              <a:gd name="connsiteX447" fmla="*/ 2600929 w 2651231"/>
              <a:gd name="connsiteY447" fmla="*/ 304077 h 397680"/>
              <a:gd name="connsiteX448" fmla="*/ 2602409 w 2651231"/>
              <a:gd name="connsiteY448" fmla="*/ 304077 h 397680"/>
              <a:gd name="connsiteX449" fmla="*/ 2602409 w 2651231"/>
              <a:gd name="connsiteY449" fmla="*/ 307605 h 397680"/>
              <a:gd name="connsiteX450" fmla="*/ 2603888 w 2651231"/>
              <a:gd name="connsiteY450" fmla="*/ 307605 h 397680"/>
              <a:gd name="connsiteX451" fmla="*/ 2603888 w 2651231"/>
              <a:gd name="connsiteY451" fmla="*/ 311088 h 397680"/>
              <a:gd name="connsiteX452" fmla="*/ 2605368 w 2651231"/>
              <a:gd name="connsiteY452" fmla="*/ 311088 h 397680"/>
              <a:gd name="connsiteX453" fmla="*/ 2605368 w 2651231"/>
              <a:gd name="connsiteY453" fmla="*/ 314525 h 397680"/>
              <a:gd name="connsiteX454" fmla="*/ 2606847 w 2651231"/>
              <a:gd name="connsiteY454" fmla="*/ 314525 h 397680"/>
              <a:gd name="connsiteX455" fmla="*/ 2606847 w 2651231"/>
              <a:gd name="connsiteY455" fmla="*/ 317916 h 397680"/>
              <a:gd name="connsiteX456" fmla="*/ 2608327 w 2651231"/>
              <a:gd name="connsiteY456" fmla="*/ 317916 h 397680"/>
              <a:gd name="connsiteX457" fmla="*/ 2608327 w 2651231"/>
              <a:gd name="connsiteY457" fmla="*/ 321260 h 397680"/>
              <a:gd name="connsiteX458" fmla="*/ 2609806 w 2651231"/>
              <a:gd name="connsiteY458" fmla="*/ 321260 h 397680"/>
              <a:gd name="connsiteX459" fmla="*/ 2609806 w 2651231"/>
              <a:gd name="connsiteY459" fmla="*/ 324556 h 397680"/>
              <a:gd name="connsiteX460" fmla="*/ 2611286 w 2651231"/>
              <a:gd name="connsiteY460" fmla="*/ 324556 h 397680"/>
              <a:gd name="connsiteX461" fmla="*/ 2611286 w 2651231"/>
              <a:gd name="connsiteY461" fmla="*/ 327805 h 397680"/>
              <a:gd name="connsiteX462" fmla="*/ 2612765 w 2651231"/>
              <a:gd name="connsiteY462" fmla="*/ 327805 h 397680"/>
              <a:gd name="connsiteX463" fmla="*/ 2612765 w 2651231"/>
              <a:gd name="connsiteY463" fmla="*/ 331006 h 397680"/>
              <a:gd name="connsiteX464" fmla="*/ 2614245 w 2651231"/>
              <a:gd name="connsiteY464" fmla="*/ 331006 h 397680"/>
              <a:gd name="connsiteX465" fmla="*/ 2614245 w 2651231"/>
              <a:gd name="connsiteY465" fmla="*/ 334159 h 397680"/>
              <a:gd name="connsiteX466" fmla="*/ 2615724 w 2651231"/>
              <a:gd name="connsiteY466" fmla="*/ 334159 h 397680"/>
              <a:gd name="connsiteX467" fmla="*/ 2615724 w 2651231"/>
              <a:gd name="connsiteY467" fmla="*/ 337262 h 397680"/>
              <a:gd name="connsiteX468" fmla="*/ 2617203 w 2651231"/>
              <a:gd name="connsiteY468" fmla="*/ 337262 h 397680"/>
              <a:gd name="connsiteX469" fmla="*/ 2617203 w 2651231"/>
              <a:gd name="connsiteY469" fmla="*/ 340317 h 397680"/>
              <a:gd name="connsiteX470" fmla="*/ 2618683 w 2651231"/>
              <a:gd name="connsiteY470" fmla="*/ 340317 h 397680"/>
              <a:gd name="connsiteX471" fmla="*/ 2618683 w 2651231"/>
              <a:gd name="connsiteY471" fmla="*/ 343322 h 397680"/>
              <a:gd name="connsiteX472" fmla="*/ 2620162 w 2651231"/>
              <a:gd name="connsiteY472" fmla="*/ 343322 h 397680"/>
              <a:gd name="connsiteX473" fmla="*/ 2620162 w 2651231"/>
              <a:gd name="connsiteY473" fmla="*/ 346277 h 397680"/>
              <a:gd name="connsiteX474" fmla="*/ 2621642 w 2651231"/>
              <a:gd name="connsiteY474" fmla="*/ 346277 h 397680"/>
              <a:gd name="connsiteX475" fmla="*/ 2621642 w 2651231"/>
              <a:gd name="connsiteY475" fmla="*/ 349183 h 397680"/>
              <a:gd name="connsiteX476" fmla="*/ 2623121 w 2651231"/>
              <a:gd name="connsiteY476" fmla="*/ 349183 h 397680"/>
              <a:gd name="connsiteX477" fmla="*/ 2623121 w 2651231"/>
              <a:gd name="connsiteY477" fmla="*/ 352040 h 397680"/>
              <a:gd name="connsiteX478" fmla="*/ 2624601 w 2651231"/>
              <a:gd name="connsiteY478" fmla="*/ 352040 h 397680"/>
              <a:gd name="connsiteX479" fmla="*/ 2624601 w 2651231"/>
              <a:gd name="connsiteY479" fmla="*/ 354846 h 397680"/>
              <a:gd name="connsiteX480" fmla="*/ 2626080 w 2651231"/>
              <a:gd name="connsiteY480" fmla="*/ 354846 h 397680"/>
              <a:gd name="connsiteX481" fmla="*/ 2626080 w 2651231"/>
              <a:gd name="connsiteY481" fmla="*/ 357603 h 397680"/>
              <a:gd name="connsiteX482" fmla="*/ 2627560 w 2651231"/>
              <a:gd name="connsiteY482" fmla="*/ 357603 h 397680"/>
              <a:gd name="connsiteX483" fmla="*/ 2627560 w 2651231"/>
              <a:gd name="connsiteY483" fmla="*/ 360309 h 397680"/>
              <a:gd name="connsiteX484" fmla="*/ 2629039 w 2651231"/>
              <a:gd name="connsiteY484" fmla="*/ 360309 h 397680"/>
              <a:gd name="connsiteX485" fmla="*/ 2629039 w 2651231"/>
              <a:gd name="connsiteY485" fmla="*/ 362966 h 397680"/>
              <a:gd name="connsiteX486" fmla="*/ 2630519 w 2651231"/>
              <a:gd name="connsiteY486" fmla="*/ 362966 h 397680"/>
              <a:gd name="connsiteX487" fmla="*/ 2630519 w 2651231"/>
              <a:gd name="connsiteY487" fmla="*/ 365573 h 397680"/>
              <a:gd name="connsiteX488" fmla="*/ 2631998 w 2651231"/>
              <a:gd name="connsiteY488" fmla="*/ 365573 h 397680"/>
              <a:gd name="connsiteX489" fmla="*/ 2631998 w 2651231"/>
              <a:gd name="connsiteY489" fmla="*/ 368131 h 397680"/>
              <a:gd name="connsiteX490" fmla="*/ 2633478 w 2651231"/>
              <a:gd name="connsiteY490" fmla="*/ 368131 h 397680"/>
              <a:gd name="connsiteX491" fmla="*/ 2633478 w 2651231"/>
              <a:gd name="connsiteY491" fmla="*/ 370639 h 397680"/>
              <a:gd name="connsiteX492" fmla="*/ 2634957 w 2651231"/>
              <a:gd name="connsiteY492" fmla="*/ 370639 h 397680"/>
              <a:gd name="connsiteX493" fmla="*/ 2634957 w 2651231"/>
              <a:gd name="connsiteY493" fmla="*/ 373097 h 397680"/>
              <a:gd name="connsiteX494" fmla="*/ 2636437 w 2651231"/>
              <a:gd name="connsiteY494" fmla="*/ 373097 h 397680"/>
              <a:gd name="connsiteX495" fmla="*/ 2636437 w 2651231"/>
              <a:gd name="connsiteY495" fmla="*/ 375507 h 397680"/>
              <a:gd name="connsiteX496" fmla="*/ 2637916 w 2651231"/>
              <a:gd name="connsiteY496" fmla="*/ 375507 h 397680"/>
              <a:gd name="connsiteX497" fmla="*/ 2637916 w 2651231"/>
              <a:gd name="connsiteY497" fmla="*/ 377868 h 397680"/>
              <a:gd name="connsiteX498" fmla="*/ 2639396 w 2651231"/>
              <a:gd name="connsiteY498" fmla="*/ 377868 h 397680"/>
              <a:gd name="connsiteX499" fmla="*/ 2639396 w 2651231"/>
              <a:gd name="connsiteY499" fmla="*/ 380180 h 397680"/>
              <a:gd name="connsiteX500" fmla="*/ 2640875 w 2651231"/>
              <a:gd name="connsiteY500" fmla="*/ 380180 h 397680"/>
              <a:gd name="connsiteX501" fmla="*/ 2640875 w 2651231"/>
              <a:gd name="connsiteY501" fmla="*/ 382444 h 397680"/>
              <a:gd name="connsiteX502" fmla="*/ 2642355 w 2651231"/>
              <a:gd name="connsiteY502" fmla="*/ 382444 h 397680"/>
              <a:gd name="connsiteX503" fmla="*/ 2642355 w 2651231"/>
              <a:gd name="connsiteY503" fmla="*/ 384659 h 397680"/>
              <a:gd name="connsiteX504" fmla="*/ 2643834 w 2651231"/>
              <a:gd name="connsiteY504" fmla="*/ 384659 h 397680"/>
              <a:gd name="connsiteX505" fmla="*/ 2643834 w 2651231"/>
              <a:gd name="connsiteY505" fmla="*/ 386828 h 397680"/>
              <a:gd name="connsiteX506" fmla="*/ 2645314 w 2651231"/>
              <a:gd name="connsiteY506" fmla="*/ 386828 h 397680"/>
              <a:gd name="connsiteX507" fmla="*/ 2645314 w 2651231"/>
              <a:gd name="connsiteY507" fmla="*/ 388948 h 397680"/>
              <a:gd name="connsiteX508" fmla="*/ 2646793 w 2651231"/>
              <a:gd name="connsiteY508" fmla="*/ 388948 h 397680"/>
              <a:gd name="connsiteX509" fmla="*/ 2646793 w 2651231"/>
              <a:gd name="connsiteY509" fmla="*/ 391022 h 397680"/>
              <a:gd name="connsiteX510" fmla="*/ 2648272 w 2651231"/>
              <a:gd name="connsiteY510" fmla="*/ 391022 h 397680"/>
              <a:gd name="connsiteX511" fmla="*/ 2648272 w 2651231"/>
              <a:gd name="connsiteY511" fmla="*/ 393050 h 397680"/>
              <a:gd name="connsiteX512" fmla="*/ 2649752 w 2651231"/>
              <a:gd name="connsiteY512" fmla="*/ 393050 h 397680"/>
              <a:gd name="connsiteX513" fmla="*/ 2649752 w 2651231"/>
              <a:gd name="connsiteY513" fmla="*/ 395031 h 397680"/>
              <a:gd name="connsiteX514" fmla="*/ 2651232 w 2651231"/>
              <a:gd name="connsiteY514" fmla="*/ 395031 h 397680"/>
              <a:gd name="connsiteX515" fmla="*/ 2651232 w 2651231"/>
              <a:gd name="connsiteY515" fmla="*/ 397918 h 397680"/>
              <a:gd name="connsiteX516" fmla="*/ 2651232 w 2651231"/>
              <a:gd name="connsiteY516" fmla="*/ 397918 h 397680"/>
              <a:gd name="connsiteX517" fmla="*/ 2649752 w 2651231"/>
              <a:gd name="connsiteY517" fmla="*/ 397918 h 397680"/>
              <a:gd name="connsiteX518" fmla="*/ 2649752 w 2651231"/>
              <a:gd name="connsiteY518" fmla="*/ 397918 h 397680"/>
              <a:gd name="connsiteX519" fmla="*/ 2648272 w 2651231"/>
              <a:gd name="connsiteY519" fmla="*/ 397918 h 397680"/>
              <a:gd name="connsiteX520" fmla="*/ 2648272 w 2651231"/>
              <a:gd name="connsiteY520" fmla="*/ 397918 h 397680"/>
              <a:gd name="connsiteX521" fmla="*/ 2646793 w 2651231"/>
              <a:gd name="connsiteY521" fmla="*/ 397918 h 397680"/>
              <a:gd name="connsiteX522" fmla="*/ 2646793 w 2651231"/>
              <a:gd name="connsiteY522" fmla="*/ 397918 h 397680"/>
              <a:gd name="connsiteX523" fmla="*/ 2645314 w 2651231"/>
              <a:gd name="connsiteY523" fmla="*/ 397918 h 397680"/>
              <a:gd name="connsiteX524" fmla="*/ 2645314 w 2651231"/>
              <a:gd name="connsiteY524" fmla="*/ 397918 h 397680"/>
              <a:gd name="connsiteX525" fmla="*/ 2643834 w 2651231"/>
              <a:gd name="connsiteY525" fmla="*/ 397918 h 397680"/>
              <a:gd name="connsiteX526" fmla="*/ 2643834 w 2651231"/>
              <a:gd name="connsiteY526" fmla="*/ 397918 h 397680"/>
              <a:gd name="connsiteX527" fmla="*/ 2642355 w 2651231"/>
              <a:gd name="connsiteY527" fmla="*/ 397918 h 397680"/>
              <a:gd name="connsiteX528" fmla="*/ 2642355 w 2651231"/>
              <a:gd name="connsiteY528" fmla="*/ 397918 h 397680"/>
              <a:gd name="connsiteX529" fmla="*/ 2640875 w 2651231"/>
              <a:gd name="connsiteY529" fmla="*/ 397918 h 397680"/>
              <a:gd name="connsiteX530" fmla="*/ 2640875 w 2651231"/>
              <a:gd name="connsiteY530" fmla="*/ 397918 h 397680"/>
              <a:gd name="connsiteX531" fmla="*/ 2639396 w 2651231"/>
              <a:gd name="connsiteY531" fmla="*/ 397918 h 397680"/>
              <a:gd name="connsiteX532" fmla="*/ 2639396 w 2651231"/>
              <a:gd name="connsiteY532" fmla="*/ 397918 h 397680"/>
              <a:gd name="connsiteX533" fmla="*/ 2637916 w 2651231"/>
              <a:gd name="connsiteY533" fmla="*/ 397918 h 397680"/>
              <a:gd name="connsiteX534" fmla="*/ 2637916 w 2651231"/>
              <a:gd name="connsiteY534" fmla="*/ 397918 h 397680"/>
              <a:gd name="connsiteX535" fmla="*/ 2636437 w 2651231"/>
              <a:gd name="connsiteY535" fmla="*/ 397918 h 397680"/>
              <a:gd name="connsiteX536" fmla="*/ 2636437 w 2651231"/>
              <a:gd name="connsiteY536" fmla="*/ 397918 h 397680"/>
              <a:gd name="connsiteX537" fmla="*/ 2634957 w 2651231"/>
              <a:gd name="connsiteY537" fmla="*/ 397918 h 397680"/>
              <a:gd name="connsiteX538" fmla="*/ 2634957 w 2651231"/>
              <a:gd name="connsiteY538" fmla="*/ 397918 h 397680"/>
              <a:gd name="connsiteX539" fmla="*/ 2633478 w 2651231"/>
              <a:gd name="connsiteY539" fmla="*/ 397918 h 397680"/>
              <a:gd name="connsiteX540" fmla="*/ 2633478 w 2651231"/>
              <a:gd name="connsiteY540" fmla="*/ 397918 h 397680"/>
              <a:gd name="connsiteX541" fmla="*/ 2631998 w 2651231"/>
              <a:gd name="connsiteY541" fmla="*/ 397918 h 397680"/>
              <a:gd name="connsiteX542" fmla="*/ 2631998 w 2651231"/>
              <a:gd name="connsiteY542" fmla="*/ 397918 h 397680"/>
              <a:gd name="connsiteX543" fmla="*/ 2630519 w 2651231"/>
              <a:gd name="connsiteY543" fmla="*/ 397918 h 397680"/>
              <a:gd name="connsiteX544" fmla="*/ 2630519 w 2651231"/>
              <a:gd name="connsiteY544" fmla="*/ 397918 h 397680"/>
              <a:gd name="connsiteX545" fmla="*/ 2629039 w 2651231"/>
              <a:gd name="connsiteY545" fmla="*/ 397918 h 397680"/>
              <a:gd name="connsiteX546" fmla="*/ 2629039 w 2651231"/>
              <a:gd name="connsiteY546" fmla="*/ 397918 h 397680"/>
              <a:gd name="connsiteX547" fmla="*/ 2627560 w 2651231"/>
              <a:gd name="connsiteY547" fmla="*/ 397918 h 397680"/>
              <a:gd name="connsiteX548" fmla="*/ 2627560 w 2651231"/>
              <a:gd name="connsiteY548" fmla="*/ 397918 h 397680"/>
              <a:gd name="connsiteX549" fmla="*/ 2626080 w 2651231"/>
              <a:gd name="connsiteY549" fmla="*/ 397918 h 397680"/>
              <a:gd name="connsiteX550" fmla="*/ 2626080 w 2651231"/>
              <a:gd name="connsiteY550" fmla="*/ 397918 h 397680"/>
              <a:gd name="connsiteX551" fmla="*/ 2624601 w 2651231"/>
              <a:gd name="connsiteY551" fmla="*/ 397918 h 397680"/>
              <a:gd name="connsiteX552" fmla="*/ 2624601 w 2651231"/>
              <a:gd name="connsiteY552" fmla="*/ 397918 h 397680"/>
              <a:gd name="connsiteX553" fmla="*/ 2623121 w 2651231"/>
              <a:gd name="connsiteY553" fmla="*/ 397918 h 397680"/>
              <a:gd name="connsiteX554" fmla="*/ 2623121 w 2651231"/>
              <a:gd name="connsiteY554" fmla="*/ 397918 h 397680"/>
              <a:gd name="connsiteX555" fmla="*/ 2621642 w 2651231"/>
              <a:gd name="connsiteY555" fmla="*/ 397918 h 397680"/>
              <a:gd name="connsiteX556" fmla="*/ 2621642 w 2651231"/>
              <a:gd name="connsiteY556" fmla="*/ 397918 h 397680"/>
              <a:gd name="connsiteX557" fmla="*/ 2620162 w 2651231"/>
              <a:gd name="connsiteY557" fmla="*/ 397918 h 397680"/>
              <a:gd name="connsiteX558" fmla="*/ 2620162 w 2651231"/>
              <a:gd name="connsiteY558" fmla="*/ 397918 h 397680"/>
              <a:gd name="connsiteX559" fmla="*/ 2618683 w 2651231"/>
              <a:gd name="connsiteY559" fmla="*/ 397918 h 397680"/>
              <a:gd name="connsiteX560" fmla="*/ 2618683 w 2651231"/>
              <a:gd name="connsiteY560" fmla="*/ 397918 h 397680"/>
              <a:gd name="connsiteX561" fmla="*/ 2617203 w 2651231"/>
              <a:gd name="connsiteY561" fmla="*/ 397918 h 397680"/>
              <a:gd name="connsiteX562" fmla="*/ 2617203 w 2651231"/>
              <a:gd name="connsiteY562" fmla="*/ 397918 h 397680"/>
              <a:gd name="connsiteX563" fmla="*/ 2615724 w 2651231"/>
              <a:gd name="connsiteY563" fmla="*/ 397918 h 397680"/>
              <a:gd name="connsiteX564" fmla="*/ 2615724 w 2651231"/>
              <a:gd name="connsiteY564" fmla="*/ 397918 h 397680"/>
              <a:gd name="connsiteX565" fmla="*/ 2614245 w 2651231"/>
              <a:gd name="connsiteY565" fmla="*/ 397918 h 397680"/>
              <a:gd name="connsiteX566" fmla="*/ 2614245 w 2651231"/>
              <a:gd name="connsiteY566" fmla="*/ 397918 h 397680"/>
              <a:gd name="connsiteX567" fmla="*/ 2612765 w 2651231"/>
              <a:gd name="connsiteY567" fmla="*/ 397918 h 397680"/>
              <a:gd name="connsiteX568" fmla="*/ 2612765 w 2651231"/>
              <a:gd name="connsiteY568" fmla="*/ 397918 h 397680"/>
              <a:gd name="connsiteX569" fmla="*/ 2611286 w 2651231"/>
              <a:gd name="connsiteY569" fmla="*/ 397918 h 397680"/>
              <a:gd name="connsiteX570" fmla="*/ 2611286 w 2651231"/>
              <a:gd name="connsiteY570" fmla="*/ 397918 h 397680"/>
              <a:gd name="connsiteX571" fmla="*/ 2609806 w 2651231"/>
              <a:gd name="connsiteY571" fmla="*/ 397918 h 397680"/>
              <a:gd name="connsiteX572" fmla="*/ 2609806 w 2651231"/>
              <a:gd name="connsiteY572" fmla="*/ 397918 h 397680"/>
              <a:gd name="connsiteX573" fmla="*/ 2608327 w 2651231"/>
              <a:gd name="connsiteY573" fmla="*/ 397918 h 397680"/>
              <a:gd name="connsiteX574" fmla="*/ 2608327 w 2651231"/>
              <a:gd name="connsiteY574" fmla="*/ 397918 h 397680"/>
              <a:gd name="connsiteX575" fmla="*/ 2606847 w 2651231"/>
              <a:gd name="connsiteY575" fmla="*/ 397918 h 397680"/>
              <a:gd name="connsiteX576" fmla="*/ 2606847 w 2651231"/>
              <a:gd name="connsiteY576" fmla="*/ 397918 h 397680"/>
              <a:gd name="connsiteX577" fmla="*/ 2605368 w 2651231"/>
              <a:gd name="connsiteY577" fmla="*/ 397918 h 397680"/>
              <a:gd name="connsiteX578" fmla="*/ 2605368 w 2651231"/>
              <a:gd name="connsiteY578" fmla="*/ 397918 h 397680"/>
              <a:gd name="connsiteX579" fmla="*/ 2603888 w 2651231"/>
              <a:gd name="connsiteY579" fmla="*/ 397918 h 397680"/>
              <a:gd name="connsiteX580" fmla="*/ 2603888 w 2651231"/>
              <a:gd name="connsiteY580" fmla="*/ 397918 h 397680"/>
              <a:gd name="connsiteX581" fmla="*/ 2602409 w 2651231"/>
              <a:gd name="connsiteY581" fmla="*/ 397918 h 397680"/>
              <a:gd name="connsiteX582" fmla="*/ 2602409 w 2651231"/>
              <a:gd name="connsiteY582" fmla="*/ 397918 h 397680"/>
              <a:gd name="connsiteX583" fmla="*/ 2600929 w 2651231"/>
              <a:gd name="connsiteY583" fmla="*/ 397918 h 397680"/>
              <a:gd name="connsiteX584" fmla="*/ 2600929 w 2651231"/>
              <a:gd name="connsiteY584" fmla="*/ 397918 h 397680"/>
              <a:gd name="connsiteX585" fmla="*/ 2599450 w 2651231"/>
              <a:gd name="connsiteY585" fmla="*/ 397918 h 397680"/>
              <a:gd name="connsiteX586" fmla="*/ 2599450 w 2651231"/>
              <a:gd name="connsiteY586" fmla="*/ 397918 h 397680"/>
              <a:gd name="connsiteX587" fmla="*/ 2597970 w 2651231"/>
              <a:gd name="connsiteY587" fmla="*/ 397918 h 397680"/>
              <a:gd name="connsiteX588" fmla="*/ 2597970 w 2651231"/>
              <a:gd name="connsiteY588" fmla="*/ 397918 h 397680"/>
              <a:gd name="connsiteX589" fmla="*/ 2596491 w 2651231"/>
              <a:gd name="connsiteY589" fmla="*/ 397918 h 397680"/>
              <a:gd name="connsiteX590" fmla="*/ 2596491 w 2651231"/>
              <a:gd name="connsiteY590" fmla="*/ 397918 h 397680"/>
              <a:gd name="connsiteX591" fmla="*/ 2595011 w 2651231"/>
              <a:gd name="connsiteY591" fmla="*/ 397918 h 397680"/>
              <a:gd name="connsiteX592" fmla="*/ 2595011 w 2651231"/>
              <a:gd name="connsiteY592" fmla="*/ 397918 h 397680"/>
              <a:gd name="connsiteX593" fmla="*/ 2593532 w 2651231"/>
              <a:gd name="connsiteY593" fmla="*/ 397918 h 397680"/>
              <a:gd name="connsiteX594" fmla="*/ 2593532 w 2651231"/>
              <a:gd name="connsiteY594" fmla="*/ 397918 h 397680"/>
              <a:gd name="connsiteX595" fmla="*/ 2592052 w 2651231"/>
              <a:gd name="connsiteY595" fmla="*/ 397918 h 397680"/>
              <a:gd name="connsiteX596" fmla="*/ 2592052 w 2651231"/>
              <a:gd name="connsiteY596" fmla="*/ 397918 h 397680"/>
              <a:gd name="connsiteX597" fmla="*/ 2590573 w 2651231"/>
              <a:gd name="connsiteY597" fmla="*/ 397918 h 397680"/>
              <a:gd name="connsiteX598" fmla="*/ 2590573 w 2651231"/>
              <a:gd name="connsiteY598" fmla="*/ 397918 h 397680"/>
              <a:gd name="connsiteX599" fmla="*/ 2589093 w 2651231"/>
              <a:gd name="connsiteY599" fmla="*/ 397918 h 397680"/>
              <a:gd name="connsiteX600" fmla="*/ 2589093 w 2651231"/>
              <a:gd name="connsiteY600" fmla="*/ 397918 h 397680"/>
              <a:gd name="connsiteX601" fmla="*/ 2587614 w 2651231"/>
              <a:gd name="connsiteY601" fmla="*/ 397918 h 397680"/>
              <a:gd name="connsiteX602" fmla="*/ 2587614 w 2651231"/>
              <a:gd name="connsiteY602" fmla="*/ 397918 h 397680"/>
              <a:gd name="connsiteX603" fmla="*/ 2586134 w 2651231"/>
              <a:gd name="connsiteY603" fmla="*/ 397918 h 397680"/>
              <a:gd name="connsiteX604" fmla="*/ 2586134 w 2651231"/>
              <a:gd name="connsiteY604" fmla="*/ 397918 h 397680"/>
              <a:gd name="connsiteX605" fmla="*/ 2584655 w 2651231"/>
              <a:gd name="connsiteY605" fmla="*/ 397918 h 397680"/>
              <a:gd name="connsiteX606" fmla="*/ 2584655 w 2651231"/>
              <a:gd name="connsiteY606" fmla="*/ 397918 h 397680"/>
              <a:gd name="connsiteX607" fmla="*/ 2583176 w 2651231"/>
              <a:gd name="connsiteY607" fmla="*/ 397918 h 397680"/>
              <a:gd name="connsiteX608" fmla="*/ 2583176 w 2651231"/>
              <a:gd name="connsiteY608" fmla="*/ 397918 h 397680"/>
              <a:gd name="connsiteX609" fmla="*/ 2581696 w 2651231"/>
              <a:gd name="connsiteY609" fmla="*/ 397918 h 397680"/>
              <a:gd name="connsiteX610" fmla="*/ 2581696 w 2651231"/>
              <a:gd name="connsiteY610" fmla="*/ 397918 h 397680"/>
              <a:gd name="connsiteX611" fmla="*/ 2580217 w 2651231"/>
              <a:gd name="connsiteY611" fmla="*/ 397918 h 397680"/>
              <a:gd name="connsiteX612" fmla="*/ 2580217 w 2651231"/>
              <a:gd name="connsiteY612" fmla="*/ 397918 h 397680"/>
              <a:gd name="connsiteX613" fmla="*/ 2578737 w 2651231"/>
              <a:gd name="connsiteY613" fmla="*/ 397918 h 397680"/>
              <a:gd name="connsiteX614" fmla="*/ 2578737 w 2651231"/>
              <a:gd name="connsiteY614" fmla="*/ 397918 h 397680"/>
              <a:gd name="connsiteX615" fmla="*/ 2577258 w 2651231"/>
              <a:gd name="connsiteY615" fmla="*/ 397918 h 397680"/>
              <a:gd name="connsiteX616" fmla="*/ 2577258 w 2651231"/>
              <a:gd name="connsiteY616" fmla="*/ 397918 h 397680"/>
              <a:gd name="connsiteX617" fmla="*/ 2575778 w 2651231"/>
              <a:gd name="connsiteY617" fmla="*/ 397918 h 397680"/>
              <a:gd name="connsiteX618" fmla="*/ 2575778 w 2651231"/>
              <a:gd name="connsiteY618" fmla="*/ 397918 h 397680"/>
              <a:gd name="connsiteX619" fmla="*/ 2574299 w 2651231"/>
              <a:gd name="connsiteY619" fmla="*/ 397918 h 397680"/>
              <a:gd name="connsiteX620" fmla="*/ 2574299 w 2651231"/>
              <a:gd name="connsiteY620" fmla="*/ 397918 h 397680"/>
              <a:gd name="connsiteX621" fmla="*/ 2572819 w 2651231"/>
              <a:gd name="connsiteY621" fmla="*/ 397918 h 397680"/>
              <a:gd name="connsiteX622" fmla="*/ 2572819 w 2651231"/>
              <a:gd name="connsiteY622" fmla="*/ 397918 h 397680"/>
              <a:gd name="connsiteX623" fmla="*/ 2571340 w 2651231"/>
              <a:gd name="connsiteY623" fmla="*/ 397918 h 397680"/>
              <a:gd name="connsiteX624" fmla="*/ 2571340 w 2651231"/>
              <a:gd name="connsiteY624" fmla="*/ 397918 h 397680"/>
              <a:gd name="connsiteX625" fmla="*/ 2569860 w 2651231"/>
              <a:gd name="connsiteY625" fmla="*/ 397918 h 397680"/>
              <a:gd name="connsiteX626" fmla="*/ 2569860 w 2651231"/>
              <a:gd name="connsiteY626" fmla="*/ 397918 h 397680"/>
              <a:gd name="connsiteX627" fmla="*/ 2568381 w 2651231"/>
              <a:gd name="connsiteY627" fmla="*/ 397918 h 397680"/>
              <a:gd name="connsiteX628" fmla="*/ 2568381 w 2651231"/>
              <a:gd name="connsiteY628" fmla="*/ 397918 h 397680"/>
              <a:gd name="connsiteX629" fmla="*/ 2566901 w 2651231"/>
              <a:gd name="connsiteY629" fmla="*/ 397918 h 397680"/>
              <a:gd name="connsiteX630" fmla="*/ 2566901 w 2651231"/>
              <a:gd name="connsiteY630" fmla="*/ 397918 h 397680"/>
              <a:gd name="connsiteX631" fmla="*/ 2565422 w 2651231"/>
              <a:gd name="connsiteY631" fmla="*/ 397918 h 397680"/>
              <a:gd name="connsiteX632" fmla="*/ 2565422 w 2651231"/>
              <a:gd name="connsiteY632" fmla="*/ 397918 h 397680"/>
              <a:gd name="connsiteX633" fmla="*/ 2563942 w 2651231"/>
              <a:gd name="connsiteY633" fmla="*/ 397918 h 397680"/>
              <a:gd name="connsiteX634" fmla="*/ 2563942 w 2651231"/>
              <a:gd name="connsiteY634" fmla="*/ 397918 h 397680"/>
              <a:gd name="connsiteX635" fmla="*/ 2562463 w 2651231"/>
              <a:gd name="connsiteY635" fmla="*/ 397918 h 397680"/>
              <a:gd name="connsiteX636" fmla="*/ 2562463 w 2651231"/>
              <a:gd name="connsiteY636" fmla="*/ 397918 h 397680"/>
              <a:gd name="connsiteX637" fmla="*/ 2560983 w 2651231"/>
              <a:gd name="connsiteY637" fmla="*/ 397918 h 397680"/>
              <a:gd name="connsiteX638" fmla="*/ 2560983 w 2651231"/>
              <a:gd name="connsiteY638" fmla="*/ 397918 h 397680"/>
              <a:gd name="connsiteX639" fmla="*/ 2559504 w 2651231"/>
              <a:gd name="connsiteY639" fmla="*/ 397918 h 397680"/>
              <a:gd name="connsiteX640" fmla="*/ 2559504 w 2651231"/>
              <a:gd name="connsiteY640" fmla="*/ 397918 h 397680"/>
              <a:gd name="connsiteX641" fmla="*/ 2558024 w 2651231"/>
              <a:gd name="connsiteY641" fmla="*/ 397918 h 397680"/>
              <a:gd name="connsiteX642" fmla="*/ 2558024 w 2651231"/>
              <a:gd name="connsiteY642" fmla="*/ 397918 h 397680"/>
              <a:gd name="connsiteX643" fmla="*/ 2556545 w 2651231"/>
              <a:gd name="connsiteY643" fmla="*/ 397918 h 397680"/>
              <a:gd name="connsiteX644" fmla="*/ 2556545 w 2651231"/>
              <a:gd name="connsiteY644" fmla="*/ 397918 h 397680"/>
              <a:gd name="connsiteX645" fmla="*/ 2555065 w 2651231"/>
              <a:gd name="connsiteY645" fmla="*/ 397918 h 397680"/>
              <a:gd name="connsiteX646" fmla="*/ 2555065 w 2651231"/>
              <a:gd name="connsiteY646" fmla="*/ 397918 h 397680"/>
              <a:gd name="connsiteX647" fmla="*/ 2553586 w 2651231"/>
              <a:gd name="connsiteY647" fmla="*/ 397918 h 397680"/>
              <a:gd name="connsiteX648" fmla="*/ 2553586 w 2651231"/>
              <a:gd name="connsiteY648" fmla="*/ 397918 h 397680"/>
              <a:gd name="connsiteX649" fmla="*/ 2552106 w 2651231"/>
              <a:gd name="connsiteY649" fmla="*/ 397918 h 397680"/>
              <a:gd name="connsiteX650" fmla="*/ 2552106 w 2651231"/>
              <a:gd name="connsiteY650" fmla="*/ 397918 h 397680"/>
              <a:gd name="connsiteX651" fmla="*/ 2550627 w 2651231"/>
              <a:gd name="connsiteY651" fmla="*/ 397918 h 397680"/>
              <a:gd name="connsiteX652" fmla="*/ 2550627 w 2651231"/>
              <a:gd name="connsiteY652" fmla="*/ 397918 h 397680"/>
              <a:gd name="connsiteX653" fmla="*/ 2549147 w 2651231"/>
              <a:gd name="connsiteY653" fmla="*/ 397918 h 397680"/>
              <a:gd name="connsiteX654" fmla="*/ 2549147 w 2651231"/>
              <a:gd name="connsiteY654" fmla="*/ 397918 h 397680"/>
              <a:gd name="connsiteX655" fmla="*/ 2547668 w 2651231"/>
              <a:gd name="connsiteY655" fmla="*/ 397918 h 397680"/>
              <a:gd name="connsiteX656" fmla="*/ 2547668 w 2651231"/>
              <a:gd name="connsiteY656" fmla="*/ 397918 h 397680"/>
              <a:gd name="connsiteX657" fmla="*/ 2546188 w 2651231"/>
              <a:gd name="connsiteY657" fmla="*/ 397918 h 397680"/>
              <a:gd name="connsiteX658" fmla="*/ 2546188 w 2651231"/>
              <a:gd name="connsiteY658" fmla="*/ 397918 h 397680"/>
              <a:gd name="connsiteX659" fmla="*/ 2544709 w 2651231"/>
              <a:gd name="connsiteY659" fmla="*/ 397918 h 397680"/>
              <a:gd name="connsiteX660" fmla="*/ 2544709 w 2651231"/>
              <a:gd name="connsiteY660" fmla="*/ 397918 h 397680"/>
              <a:gd name="connsiteX661" fmla="*/ 2543229 w 2651231"/>
              <a:gd name="connsiteY661" fmla="*/ 397918 h 397680"/>
              <a:gd name="connsiteX662" fmla="*/ 2543229 w 2651231"/>
              <a:gd name="connsiteY662" fmla="*/ 397918 h 397680"/>
              <a:gd name="connsiteX663" fmla="*/ 2541750 w 2651231"/>
              <a:gd name="connsiteY663" fmla="*/ 397918 h 397680"/>
              <a:gd name="connsiteX664" fmla="*/ 2541750 w 2651231"/>
              <a:gd name="connsiteY664" fmla="*/ 397918 h 397680"/>
              <a:gd name="connsiteX665" fmla="*/ 2540270 w 2651231"/>
              <a:gd name="connsiteY665" fmla="*/ 397918 h 397680"/>
              <a:gd name="connsiteX666" fmla="*/ 2540270 w 2651231"/>
              <a:gd name="connsiteY666" fmla="*/ 397918 h 397680"/>
              <a:gd name="connsiteX667" fmla="*/ 2538791 w 2651231"/>
              <a:gd name="connsiteY667" fmla="*/ 397918 h 397680"/>
              <a:gd name="connsiteX668" fmla="*/ 2538791 w 2651231"/>
              <a:gd name="connsiteY668" fmla="*/ 397918 h 397680"/>
              <a:gd name="connsiteX669" fmla="*/ 2537311 w 2651231"/>
              <a:gd name="connsiteY669" fmla="*/ 397918 h 397680"/>
              <a:gd name="connsiteX670" fmla="*/ 2537311 w 2651231"/>
              <a:gd name="connsiteY670" fmla="*/ 397918 h 397680"/>
              <a:gd name="connsiteX671" fmla="*/ 2535832 w 2651231"/>
              <a:gd name="connsiteY671" fmla="*/ 397918 h 397680"/>
              <a:gd name="connsiteX672" fmla="*/ 2535832 w 2651231"/>
              <a:gd name="connsiteY672" fmla="*/ 397918 h 397680"/>
              <a:gd name="connsiteX673" fmla="*/ 2534353 w 2651231"/>
              <a:gd name="connsiteY673" fmla="*/ 397918 h 397680"/>
              <a:gd name="connsiteX674" fmla="*/ 2534353 w 2651231"/>
              <a:gd name="connsiteY674" fmla="*/ 397918 h 397680"/>
              <a:gd name="connsiteX675" fmla="*/ 2532873 w 2651231"/>
              <a:gd name="connsiteY675" fmla="*/ 397918 h 397680"/>
              <a:gd name="connsiteX676" fmla="*/ 2532873 w 2651231"/>
              <a:gd name="connsiteY676" fmla="*/ 397918 h 397680"/>
              <a:gd name="connsiteX677" fmla="*/ 2531394 w 2651231"/>
              <a:gd name="connsiteY677" fmla="*/ 397918 h 397680"/>
              <a:gd name="connsiteX678" fmla="*/ 2531394 w 2651231"/>
              <a:gd name="connsiteY678" fmla="*/ 397918 h 397680"/>
              <a:gd name="connsiteX679" fmla="*/ 2529914 w 2651231"/>
              <a:gd name="connsiteY679" fmla="*/ 397918 h 397680"/>
              <a:gd name="connsiteX680" fmla="*/ 2529914 w 2651231"/>
              <a:gd name="connsiteY680" fmla="*/ 397918 h 397680"/>
              <a:gd name="connsiteX681" fmla="*/ 2528435 w 2651231"/>
              <a:gd name="connsiteY681" fmla="*/ 397918 h 397680"/>
              <a:gd name="connsiteX682" fmla="*/ 2528435 w 2651231"/>
              <a:gd name="connsiteY682" fmla="*/ 397918 h 397680"/>
              <a:gd name="connsiteX683" fmla="*/ 2526955 w 2651231"/>
              <a:gd name="connsiteY683" fmla="*/ 397918 h 397680"/>
              <a:gd name="connsiteX684" fmla="*/ 2526955 w 2651231"/>
              <a:gd name="connsiteY684" fmla="*/ 397918 h 397680"/>
              <a:gd name="connsiteX685" fmla="*/ 2525476 w 2651231"/>
              <a:gd name="connsiteY685" fmla="*/ 397918 h 397680"/>
              <a:gd name="connsiteX686" fmla="*/ 2525476 w 2651231"/>
              <a:gd name="connsiteY686" fmla="*/ 397918 h 397680"/>
              <a:gd name="connsiteX687" fmla="*/ 2523996 w 2651231"/>
              <a:gd name="connsiteY687" fmla="*/ 397918 h 397680"/>
              <a:gd name="connsiteX688" fmla="*/ 2523996 w 2651231"/>
              <a:gd name="connsiteY688" fmla="*/ 397918 h 397680"/>
              <a:gd name="connsiteX689" fmla="*/ 2522517 w 2651231"/>
              <a:gd name="connsiteY689" fmla="*/ 397918 h 397680"/>
              <a:gd name="connsiteX690" fmla="*/ 2522517 w 2651231"/>
              <a:gd name="connsiteY690" fmla="*/ 397918 h 397680"/>
              <a:gd name="connsiteX691" fmla="*/ 2521037 w 2651231"/>
              <a:gd name="connsiteY691" fmla="*/ 397918 h 397680"/>
              <a:gd name="connsiteX692" fmla="*/ 2521037 w 2651231"/>
              <a:gd name="connsiteY692" fmla="*/ 397918 h 397680"/>
              <a:gd name="connsiteX693" fmla="*/ 2519558 w 2651231"/>
              <a:gd name="connsiteY693" fmla="*/ 397918 h 397680"/>
              <a:gd name="connsiteX694" fmla="*/ 2519558 w 2651231"/>
              <a:gd name="connsiteY694" fmla="*/ 397918 h 397680"/>
              <a:gd name="connsiteX695" fmla="*/ 2518078 w 2651231"/>
              <a:gd name="connsiteY695" fmla="*/ 397918 h 397680"/>
              <a:gd name="connsiteX696" fmla="*/ 2518078 w 2651231"/>
              <a:gd name="connsiteY696" fmla="*/ 397918 h 397680"/>
              <a:gd name="connsiteX697" fmla="*/ 2516599 w 2651231"/>
              <a:gd name="connsiteY697" fmla="*/ 397918 h 397680"/>
              <a:gd name="connsiteX698" fmla="*/ 2516599 w 2651231"/>
              <a:gd name="connsiteY698" fmla="*/ 397918 h 397680"/>
              <a:gd name="connsiteX699" fmla="*/ 2515119 w 2651231"/>
              <a:gd name="connsiteY699" fmla="*/ 397918 h 397680"/>
              <a:gd name="connsiteX700" fmla="*/ 2515119 w 2651231"/>
              <a:gd name="connsiteY700" fmla="*/ 397918 h 397680"/>
              <a:gd name="connsiteX701" fmla="*/ 2513640 w 2651231"/>
              <a:gd name="connsiteY701" fmla="*/ 397918 h 397680"/>
              <a:gd name="connsiteX702" fmla="*/ 2513640 w 2651231"/>
              <a:gd name="connsiteY702" fmla="*/ 397918 h 397680"/>
              <a:gd name="connsiteX703" fmla="*/ 2512160 w 2651231"/>
              <a:gd name="connsiteY703" fmla="*/ 397918 h 397680"/>
              <a:gd name="connsiteX704" fmla="*/ 2512160 w 2651231"/>
              <a:gd name="connsiteY704" fmla="*/ 397918 h 397680"/>
              <a:gd name="connsiteX705" fmla="*/ 2510681 w 2651231"/>
              <a:gd name="connsiteY705" fmla="*/ 397918 h 397680"/>
              <a:gd name="connsiteX706" fmla="*/ 2510681 w 2651231"/>
              <a:gd name="connsiteY706" fmla="*/ 397918 h 397680"/>
              <a:gd name="connsiteX707" fmla="*/ 2509201 w 2651231"/>
              <a:gd name="connsiteY707" fmla="*/ 397918 h 397680"/>
              <a:gd name="connsiteX708" fmla="*/ 2509201 w 2651231"/>
              <a:gd name="connsiteY708" fmla="*/ 397918 h 397680"/>
              <a:gd name="connsiteX709" fmla="*/ 2507722 w 2651231"/>
              <a:gd name="connsiteY709" fmla="*/ 397918 h 397680"/>
              <a:gd name="connsiteX710" fmla="*/ 2507722 w 2651231"/>
              <a:gd name="connsiteY710" fmla="*/ 397918 h 397680"/>
              <a:gd name="connsiteX711" fmla="*/ 2506242 w 2651231"/>
              <a:gd name="connsiteY711" fmla="*/ 397918 h 397680"/>
              <a:gd name="connsiteX712" fmla="*/ 2506242 w 2651231"/>
              <a:gd name="connsiteY712" fmla="*/ 397918 h 397680"/>
              <a:gd name="connsiteX713" fmla="*/ 2504763 w 2651231"/>
              <a:gd name="connsiteY713" fmla="*/ 397918 h 397680"/>
              <a:gd name="connsiteX714" fmla="*/ 2504763 w 2651231"/>
              <a:gd name="connsiteY714" fmla="*/ 397918 h 397680"/>
              <a:gd name="connsiteX715" fmla="*/ 2503284 w 2651231"/>
              <a:gd name="connsiteY715" fmla="*/ 397918 h 397680"/>
              <a:gd name="connsiteX716" fmla="*/ 2503284 w 2651231"/>
              <a:gd name="connsiteY716" fmla="*/ 397918 h 397680"/>
              <a:gd name="connsiteX717" fmla="*/ 2501804 w 2651231"/>
              <a:gd name="connsiteY717" fmla="*/ 397918 h 397680"/>
              <a:gd name="connsiteX718" fmla="*/ 2501804 w 2651231"/>
              <a:gd name="connsiteY718" fmla="*/ 397918 h 397680"/>
              <a:gd name="connsiteX719" fmla="*/ 2500325 w 2651231"/>
              <a:gd name="connsiteY719" fmla="*/ 397918 h 397680"/>
              <a:gd name="connsiteX720" fmla="*/ 2500325 w 2651231"/>
              <a:gd name="connsiteY720" fmla="*/ 397918 h 397680"/>
              <a:gd name="connsiteX721" fmla="*/ 2498845 w 2651231"/>
              <a:gd name="connsiteY721" fmla="*/ 397918 h 397680"/>
              <a:gd name="connsiteX722" fmla="*/ 2498845 w 2651231"/>
              <a:gd name="connsiteY722" fmla="*/ 397918 h 397680"/>
              <a:gd name="connsiteX723" fmla="*/ 2497366 w 2651231"/>
              <a:gd name="connsiteY723" fmla="*/ 397918 h 397680"/>
              <a:gd name="connsiteX724" fmla="*/ 2497366 w 2651231"/>
              <a:gd name="connsiteY724" fmla="*/ 397918 h 397680"/>
              <a:gd name="connsiteX725" fmla="*/ 2495886 w 2651231"/>
              <a:gd name="connsiteY725" fmla="*/ 397918 h 397680"/>
              <a:gd name="connsiteX726" fmla="*/ 2495886 w 2651231"/>
              <a:gd name="connsiteY726" fmla="*/ 397918 h 397680"/>
              <a:gd name="connsiteX727" fmla="*/ 2494407 w 2651231"/>
              <a:gd name="connsiteY727" fmla="*/ 397918 h 397680"/>
              <a:gd name="connsiteX728" fmla="*/ 2494407 w 2651231"/>
              <a:gd name="connsiteY728" fmla="*/ 397918 h 397680"/>
              <a:gd name="connsiteX729" fmla="*/ 2492927 w 2651231"/>
              <a:gd name="connsiteY729" fmla="*/ 397918 h 397680"/>
              <a:gd name="connsiteX730" fmla="*/ 2492927 w 2651231"/>
              <a:gd name="connsiteY730" fmla="*/ 397918 h 397680"/>
              <a:gd name="connsiteX731" fmla="*/ 2491448 w 2651231"/>
              <a:gd name="connsiteY731" fmla="*/ 397918 h 397680"/>
              <a:gd name="connsiteX732" fmla="*/ 2491448 w 2651231"/>
              <a:gd name="connsiteY732" fmla="*/ 397918 h 397680"/>
              <a:gd name="connsiteX733" fmla="*/ 2489968 w 2651231"/>
              <a:gd name="connsiteY733" fmla="*/ 397918 h 397680"/>
              <a:gd name="connsiteX734" fmla="*/ 2489968 w 2651231"/>
              <a:gd name="connsiteY734" fmla="*/ 397918 h 397680"/>
              <a:gd name="connsiteX735" fmla="*/ 2488489 w 2651231"/>
              <a:gd name="connsiteY735" fmla="*/ 397918 h 397680"/>
              <a:gd name="connsiteX736" fmla="*/ 2488489 w 2651231"/>
              <a:gd name="connsiteY736" fmla="*/ 397918 h 397680"/>
              <a:gd name="connsiteX737" fmla="*/ 2487009 w 2651231"/>
              <a:gd name="connsiteY737" fmla="*/ 397918 h 397680"/>
              <a:gd name="connsiteX738" fmla="*/ 2487009 w 2651231"/>
              <a:gd name="connsiteY738" fmla="*/ 397918 h 397680"/>
              <a:gd name="connsiteX739" fmla="*/ 2485530 w 2651231"/>
              <a:gd name="connsiteY739" fmla="*/ 397918 h 397680"/>
              <a:gd name="connsiteX740" fmla="*/ 2485530 w 2651231"/>
              <a:gd name="connsiteY740" fmla="*/ 397918 h 397680"/>
              <a:gd name="connsiteX741" fmla="*/ 2484050 w 2651231"/>
              <a:gd name="connsiteY741" fmla="*/ 397918 h 397680"/>
              <a:gd name="connsiteX742" fmla="*/ 2484050 w 2651231"/>
              <a:gd name="connsiteY742" fmla="*/ 397918 h 397680"/>
              <a:gd name="connsiteX743" fmla="*/ 2482571 w 2651231"/>
              <a:gd name="connsiteY743" fmla="*/ 397918 h 397680"/>
              <a:gd name="connsiteX744" fmla="*/ 2482571 w 2651231"/>
              <a:gd name="connsiteY744" fmla="*/ 397918 h 397680"/>
              <a:gd name="connsiteX745" fmla="*/ 2481091 w 2651231"/>
              <a:gd name="connsiteY745" fmla="*/ 397918 h 397680"/>
              <a:gd name="connsiteX746" fmla="*/ 2481091 w 2651231"/>
              <a:gd name="connsiteY746" fmla="*/ 397918 h 397680"/>
              <a:gd name="connsiteX747" fmla="*/ 2479612 w 2651231"/>
              <a:gd name="connsiteY747" fmla="*/ 397918 h 397680"/>
              <a:gd name="connsiteX748" fmla="*/ 2479612 w 2651231"/>
              <a:gd name="connsiteY748" fmla="*/ 397918 h 397680"/>
              <a:gd name="connsiteX749" fmla="*/ 2478132 w 2651231"/>
              <a:gd name="connsiteY749" fmla="*/ 397918 h 397680"/>
              <a:gd name="connsiteX750" fmla="*/ 2478132 w 2651231"/>
              <a:gd name="connsiteY750" fmla="*/ 397918 h 397680"/>
              <a:gd name="connsiteX751" fmla="*/ 2476653 w 2651231"/>
              <a:gd name="connsiteY751" fmla="*/ 397918 h 397680"/>
              <a:gd name="connsiteX752" fmla="*/ 2476653 w 2651231"/>
              <a:gd name="connsiteY752" fmla="*/ 397918 h 397680"/>
              <a:gd name="connsiteX753" fmla="*/ 2475173 w 2651231"/>
              <a:gd name="connsiteY753" fmla="*/ 397918 h 397680"/>
              <a:gd name="connsiteX754" fmla="*/ 2475173 w 2651231"/>
              <a:gd name="connsiteY754" fmla="*/ 397918 h 397680"/>
              <a:gd name="connsiteX755" fmla="*/ 2473694 w 2651231"/>
              <a:gd name="connsiteY755" fmla="*/ 397918 h 397680"/>
              <a:gd name="connsiteX756" fmla="*/ 2473694 w 2651231"/>
              <a:gd name="connsiteY756" fmla="*/ 397918 h 397680"/>
              <a:gd name="connsiteX757" fmla="*/ 2472214 w 2651231"/>
              <a:gd name="connsiteY757" fmla="*/ 397918 h 397680"/>
              <a:gd name="connsiteX758" fmla="*/ 2472214 w 2651231"/>
              <a:gd name="connsiteY758" fmla="*/ 397918 h 397680"/>
              <a:gd name="connsiteX759" fmla="*/ 2470735 w 2651231"/>
              <a:gd name="connsiteY759" fmla="*/ 397918 h 397680"/>
              <a:gd name="connsiteX760" fmla="*/ 2470735 w 2651231"/>
              <a:gd name="connsiteY760" fmla="*/ 397918 h 397680"/>
              <a:gd name="connsiteX761" fmla="*/ 2469255 w 2651231"/>
              <a:gd name="connsiteY761" fmla="*/ 397918 h 397680"/>
              <a:gd name="connsiteX762" fmla="*/ 2469255 w 2651231"/>
              <a:gd name="connsiteY762" fmla="*/ 397918 h 397680"/>
              <a:gd name="connsiteX763" fmla="*/ 2467776 w 2651231"/>
              <a:gd name="connsiteY763" fmla="*/ 397918 h 397680"/>
              <a:gd name="connsiteX764" fmla="*/ 2467776 w 2651231"/>
              <a:gd name="connsiteY764" fmla="*/ 397918 h 397680"/>
              <a:gd name="connsiteX765" fmla="*/ 2466296 w 2651231"/>
              <a:gd name="connsiteY765" fmla="*/ 397918 h 397680"/>
              <a:gd name="connsiteX766" fmla="*/ 2466296 w 2651231"/>
              <a:gd name="connsiteY766" fmla="*/ 397918 h 397680"/>
              <a:gd name="connsiteX767" fmla="*/ 2464817 w 2651231"/>
              <a:gd name="connsiteY767" fmla="*/ 397918 h 397680"/>
              <a:gd name="connsiteX768" fmla="*/ 2464817 w 2651231"/>
              <a:gd name="connsiteY768" fmla="*/ 397918 h 397680"/>
              <a:gd name="connsiteX769" fmla="*/ 2463337 w 2651231"/>
              <a:gd name="connsiteY769" fmla="*/ 397918 h 397680"/>
              <a:gd name="connsiteX770" fmla="*/ 2463337 w 2651231"/>
              <a:gd name="connsiteY770" fmla="*/ 397918 h 397680"/>
              <a:gd name="connsiteX771" fmla="*/ 2461858 w 2651231"/>
              <a:gd name="connsiteY771" fmla="*/ 397918 h 397680"/>
              <a:gd name="connsiteX772" fmla="*/ 2461858 w 2651231"/>
              <a:gd name="connsiteY772" fmla="*/ 397918 h 397680"/>
              <a:gd name="connsiteX773" fmla="*/ 189374 w 2651231"/>
              <a:gd name="connsiteY773" fmla="*/ 397918 h 397680"/>
              <a:gd name="connsiteX774" fmla="*/ 189374 w 2651231"/>
              <a:gd name="connsiteY774" fmla="*/ 397918 h 397680"/>
              <a:gd name="connsiteX775" fmla="*/ 187894 w 2651231"/>
              <a:gd name="connsiteY775" fmla="*/ 397918 h 397680"/>
              <a:gd name="connsiteX776" fmla="*/ 187894 w 2651231"/>
              <a:gd name="connsiteY776" fmla="*/ 397918 h 397680"/>
              <a:gd name="connsiteX777" fmla="*/ 186415 w 2651231"/>
              <a:gd name="connsiteY777" fmla="*/ 397918 h 397680"/>
              <a:gd name="connsiteX778" fmla="*/ 186415 w 2651231"/>
              <a:gd name="connsiteY778" fmla="*/ 397918 h 397680"/>
              <a:gd name="connsiteX779" fmla="*/ 184935 w 2651231"/>
              <a:gd name="connsiteY779" fmla="*/ 397918 h 397680"/>
              <a:gd name="connsiteX780" fmla="*/ 184935 w 2651231"/>
              <a:gd name="connsiteY780" fmla="*/ 397918 h 397680"/>
              <a:gd name="connsiteX781" fmla="*/ 183456 w 2651231"/>
              <a:gd name="connsiteY781" fmla="*/ 397918 h 397680"/>
              <a:gd name="connsiteX782" fmla="*/ 183456 w 2651231"/>
              <a:gd name="connsiteY782" fmla="*/ 397918 h 397680"/>
              <a:gd name="connsiteX783" fmla="*/ 181976 w 2651231"/>
              <a:gd name="connsiteY783" fmla="*/ 397918 h 397680"/>
              <a:gd name="connsiteX784" fmla="*/ 181976 w 2651231"/>
              <a:gd name="connsiteY784" fmla="*/ 397918 h 397680"/>
              <a:gd name="connsiteX785" fmla="*/ 180497 w 2651231"/>
              <a:gd name="connsiteY785" fmla="*/ 397918 h 397680"/>
              <a:gd name="connsiteX786" fmla="*/ 180497 w 2651231"/>
              <a:gd name="connsiteY786" fmla="*/ 397918 h 397680"/>
              <a:gd name="connsiteX787" fmla="*/ 179017 w 2651231"/>
              <a:gd name="connsiteY787" fmla="*/ 397918 h 397680"/>
              <a:gd name="connsiteX788" fmla="*/ 179017 w 2651231"/>
              <a:gd name="connsiteY788" fmla="*/ 397918 h 397680"/>
              <a:gd name="connsiteX789" fmla="*/ 177538 w 2651231"/>
              <a:gd name="connsiteY789" fmla="*/ 397918 h 397680"/>
              <a:gd name="connsiteX790" fmla="*/ 177538 w 2651231"/>
              <a:gd name="connsiteY790" fmla="*/ 397918 h 397680"/>
              <a:gd name="connsiteX791" fmla="*/ 176058 w 2651231"/>
              <a:gd name="connsiteY791" fmla="*/ 397918 h 397680"/>
              <a:gd name="connsiteX792" fmla="*/ 176058 w 2651231"/>
              <a:gd name="connsiteY792" fmla="*/ 397918 h 397680"/>
              <a:gd name="connsiteX793" fmla="*/ 174579 w 2651231"/>
              <a:gd name="connsiteY793" fmla="*/ 397918 h 397680"/>
              <a:gd name="connsiteX794" fmla="*/ 174579 w 2651231"/>
              <a:gd name="connsiteY794" fmla="*/ 397918 h 397680"/>
              <a:gd name="connsiteX795" fmla="*/ 173099 w 2651231"/>
              <a:gd name="connsiteY795" fmla="*/ 397918 h 397680"/>
              <a:gd name="connsiteX796" fmla="*/ 173099 w 2651231"/>
              <a:gd name="connsiteY796" fmla="*/ 397918 h 397680"/>
              <a:gd name="connsiteX797" fmla="*/ 171620 w 2651231"/>
              <a:gd name="connsiteY797" fmla="*/ 397918 h 397680"/>
              <a:gd name="connsiteX798" fmla="*/ 171620 w 2651231"/>
              <a:gd name="connsiteY798" fmla="*/ 397918 h 397680"/>
              <a:gd name="connsiteX799" fmla="*/ 170140 w 2651231"/>
              <a:gd name="connsiteY799" fmla="*/ 397918 h 397680"/>
              <a:gd name="connsiteX800" fmla="*/ 170140 w 2651231"/>
              <a:gd name="connsiteY800" fmla="*/ 397918 h 397680"/>
              <a:gd name="connsiteX801" fmla="*/ 168661 w 2651231"/>
              <a:gd name="connsiteY801" fmla="*/ 397918 h 397680"/>
              <a:gd name="connsiteX802" fmla="*/ 168661 w 2651231"/>
              <a:gd name="connsiteY802" fmla="*/ 397918 h 397680"/>
              <a:gd name="connsiteX803" fmla="*/ 167182 w 2651231"/>
              <a:gd name="connsiteY803" fmla="*/ 397918 h 397680"/>
              <a:gd name="connsiteX804" fmla="*/ 167182 w 2651231"/>
              <a:gd name="connsiteY804" fmla="*/ 397918 h 397680"/>
              <a:gd name="connsiteX805" fmla="*/ 165702 w 2651231"/>
              <a:gd name="connsiteY805" fmla="*/ 397918 h 397680"/>
              <a:gd name="connsiteX806" fmla="*/ 165702 w 2651231"/>
              <a:gd name="connsiteY806" fmla="*/ 397918 h 397680"/>
              <a:gd name="connsiteX807" fmla="*/ 164223 w 2651231"/>
              <a:gd name="connsiteY807" fmla="*/ 397918 h 397680"/>
              <a:gd name="connsiteX808" fmla="*/ 164223 w 2651231"/>
              <a:gd name="connsiteY808" fmla="*/ 397918 h 397680"/>
              <a:gd name="connsiteX809" fmla="*/ 162743 w 2651231"/>
              <a:gd name="connsiteY809" fmla="*/ 397918 h 397680"/>
              <a:gd name="connsiteX810" fmla="*/ 162743 w 2651231"/>
              <a:gd name="connsiteY810" fmla="*/ 397918 h 397680"/>
              <a:gd name="connsiteX811" fmla="*/ 161264 w 2651231"/>
              <a:gd name="connsiteY811" fmla="*/ 397918 h 397680"/>
              <a:gd name="connsiteX812" fmla="*/ 161264 w 2651231"/>
              <a:gd name="connsiteY812" fmla="*/ 397918 h 397680"/>
              <a:gd name="connsiteX813" fmla="*/ 159784 w 2651231"/>
              <a:gd name="connsiteY813" fmla="*/ 397918 h 397680"/>
              <a:gd name="connsiteX814" fmla="*/ 159784 w 2651231"/>
              <a:gd name="connsiteY814" fmla="*/ 397918 h 397680"/>
              <a:gd name="connsiteX815" fmla="*/ 158305 w 2651231"/>
              <a:gd name="connsiteY815" fmla="*/ 397918 h 397680"/>
              <a:gd name="connsiteX816" fmla="*/ 158305 w 2651231"/>
              <a:gd name="connsiteY816" fmla="*/ 397918 h 397680"/>
              <a:gd name="connsiteX817" fmla="*/ 156825 w 2651231"/>
              <a:gd name="connsiteY817" fmla="*/ 397918 h 397680"/>
              <a:gd name="connsiteX818" fmla="*/ 156825 w 2651231"/>
              <a:gd name="connsiteY818" fmla="*/ 397918 h 397680"/>
              <a:gd name="connsiteX819" fmla="*/ 155346 w 2651231"/>
              <a:gd name="connsiteY819" fmla="*/ 397918 h 397680"/>
              <a:gd name="connsiteX820" fmla="*/ 155346 w 2651231"/>
              <a:gd name="connsiteY820" fmla="*/ 397918 h 397680"/>
              <a:gd name="connsiteX821" fmla="*/ 153866 w 2651231"/>
              <a:gd name="connsiteY821" fmla="*/ 397918 h 397680"/>
              <a:gd name="connsiteX822" fmla="*/ 153866 w 2651231"/>
              <a:gd name="connsiteY822" fmla="*/ 397918 h 397680"/>
              <a:gd name="connsiteX823" fmla="*/ 152387 w 2651231"/>
              <a:gd name="connsiteY823" fmla="*/ 397918 h 397680"/>
              <a:gd name="connsiteX824" fmla="*/ 152387 w 2651231"/>
              <a:gd name="connsiteY824" fmla="*/ 397918 h 397680"/>
              <a:gd name="connsiteX825" fmla="*/ 150907 w 2651231"/>
              <a:gd name="connsiteY825" fmla="*/ 397918 h 397680"/>
              <a:gd name="connsiteX826" fmla="*/ 150907 w 2651231"/>
              <a:gd name="connsiteY826" fmla="*/ 397918 h 397680"/>
              <a:gd name="connsiteX827" fmla="*/ 149428 w 2651231"/>
              <a:gd name="connsiteY827" fmla="*/ 397918 h 397680"/>
              <a:gd name="connsiteX828" fmla="*/ 149428 w 2651231"/>
              <a:gd name="connsiteY828" fmla="*/ 397918 h 397680"/>
              <a:gd name="connsiteX829" fmla="*/ 147948 w 2651231"/>
              <a:gd name="connsiteY829" fmla="*/ 397918 h 397680"/>
              <a:gd name="connsiteX830" fmla="*/ 147948 w 2651231"/>
              <a:gd name="connsiteY830" fmla="*/ 397918 h 397680"/>
              <a:gd name="connsiteX831" fmla="*/ 146469 w 2651231"/>
              <a:gd name="connsiteY831" fmla="*/ 397918 h 397680"/>
              <a:gd name="connsiteX832" fmla="*/ 146469 w 2651231"/>
              <a:gd name="connsiteY832" fmla="*/ 397918 h 397680"/>
              <a:gd name="connsiteX833" fmla="*/ 144989 w 2651231"/>
              <a:gd name="connsiteY833" fmla="*/ 397918 h 397680"/>
              <a:gd name="connsiteX834" fmla="*/ 144989 w 2651231"/>
              <a:gd name="connsiteY834" fmla="*/ 397918 h 397680"/>
              <a:gd name="connsiteX835" fmla="*/ 143510 w 2651231"/>
              <a:gd name="connsiteY835" fmla="*/ 397918 h 397680"/>
              <a:gd name="connsiteX836" fmla="*/ 143510 w 2651231"/>
              <a:gd name="connsiteY836" fmla="*/ 397918 h 397680"/>
              <a:gd name="connsiteX837" fmla="*/ 142030 w 2651231"/>
              <a:gd name="connsiteY837" fmla="*/ 397918 h 397680"/>
              <a:gd name="connsiteX838" fmla="*/ 142030 w 2651231"/>
              <a:gd name="connsiteY838" fmla="*/ 397918 h 397680"/>
              <a:gd name="connsiteX839" fmla="*/ 140551 w 2651231"/>
              <a:gd name="connsiteY839" fmla="*/ 397918 h 397680"/>
              <a:gd name="connsiteX840" fmla="*/ 140551 w 2651231"/>
              <a:gd name="connsiteY840" fmla="*/ 397918 h 397680"/>
              <a:gd name="connsiteX841" fmla="*/ 139071 w 2651231"/>
              <a:gd name="connsiteY841" fmla="*/ 397918 h 397680"/>
              <a:gd name="connsiteX842" fmla="*/ 139071 w 2651231"/>
              <a:gd name="connsiteY842" fmla="*/ 397918 h 397680"/>
              <a:gd name="connsiteX843" fmla="*/ 137592 w 2651231"/>
              <a:gd name="connsiteY843" fmla="*/ 397918 h 397680"/>
              <a:gd name="connsiteX844" fmla="*/ 137592 w 2651231"/>
              <a:gd name="connsiteY844" fmla="*/ 397918 h 397680"/>
              <a:gd name="connsiteX845" fmla="*/ 136112 w 2651231"/>
              <a:gd name="connsiteY845" fmla="*/ 397918 h 397680"/>
              <a:gd name="connsiteX846" fmla="*/ 136112 w 2651231"/>
              <a:gd name="connsiteY846" fmla="*/ 397918 h 397680"/>
              <a:gd name="connsiteX847" fmla="*/ 134633 w 2651231"/>
              <a:gd name="connsiteY847" fmla="*/ 397918 h 397680"/>
              <a:gd name="connsiteX848" fmla="*/ 134633 w 2651231"/>
              <a:gd name="connsiteY848" fmla="*/ 397918 h 397680"/>
              <a:gd name="connsiteX849" fmla="*/ 133153 w 2651231"/>
              <a:gd name="connsiteY849" fmla="*/ 397918 h 397680"/>
              <a:gd name="connsiteX850" fmla="*/ 133153 w 2651231"/>
              <a:gd name="connsiteY850" fmla="*/ 397918 h 397680"/>
              <a:gd name="connsiteX851" fmla="*/ 131674 w 2651231"/>
              <a:gd name="connsiteY851" fmla="*/ 397918 h 397680"/>
              <a:gd name="connsiteX852" fmla="*/ 131674 w 2651231"/>
              <a:gd name="connsiteY852" fmla="*/ 397918 h 397680"/>
              <a:gd name="connsiteX853" fmla="*/ 130194 w 2651231"/>
              <a:gd name="connsiteY853" fmla="*/ 397918 h 397680"/>
              <a:gd name="connsiteX854" fmla="*/ 130194 w 2651231"/>
              <a:gd name="connsiteY854" fmla="*/ 397918 h 397680"/>
              <a:gd name="connsiteX855" fmla="*/ 128715 w 2651231"/>
              <a:gd name="connsiteY855" fmla="*/ 397918 h 397680"/>
              <a:gd name="connsiteX856" fmla="*/ 128715 w 2651231"/>
              <a:gd name="connsiteY856" fmla="*/ 397918 h 397680"/>
              <a:gd name="connsiteX857" fmla="*/ 127236 w 2651231"/>
              <a:gd name="connsiteY857" fmla="*/ 397918 h 397680"/>
              <a:gd name="connsiteX858" fmla="*/ 127236 w 2651231"/>
              <a:gd name="connsiteY858" fmla="*/ 397918 h 397680"/>
              <a:gd name="connsiteX859" fmla="*/ 125756 w 2651231"/>
              <a:gd name="connsiteY859" fmla="*/ 397918 h 397680"/>
              <a:gd name="connsiteX860" fmla="*/ 125756 w 2651231"/>
              <a:gd name="connsiteY860" fmla="*/ 397918 h 397680"/>
              <a:gd name="connsiteX861" fmla="*/ 124277 w 2651231"/>
              <a:gd name="connsiteY861" fmla="*/ 397918 h 397680"/>
              <a:gd name="connsiteX862" fmla="*/ 124277 w 2651231"/>
              <a:gd name="connsiteY862" fmla="*/ 397918 h 397680"/>
              <a:gd name="connsiteX863" fmla="*/ 122797 w 2651231"/>
              <a:gd name="connsiteY863" fmla="*/ 397918 h 397680"/>
              <a:gd name="connsiteX864" fmla="*/ 122797 w 2651231"/>
              <a:gd name="connsiteY864" fmla="*/ 397918 h 397680"/>
              <a:gd name="connsiteX865" fmla="*/ 121318 w 2651231"/>
              <a:gd name="connsiteY865" fmla="*/ 397918 h 397680"/>
              <a:gd name="connsiteX866" fmla="*/ 121318 w 2651231"/>
              <a:gd name="connsiteY866" fmla="*/ 397918 h 397680"/>
              <a:gd name="connsiteX867" fmla="*/ 119838 w 2651231"/>
              <a:gd name="connsiteY867" fmla="*/ 397918 h 397680"/>
              <a:gd name="connsiteX868" fmla="*/ 119838 w 2651231"/>
              <a:gd name="connsiteY868" fmla="*/ 397918 h 397680"/>
              <a:gd name="connsiteX869" fmla="*/ 118359 w 2651231"/>
              <a:gd name="connsiteY869" fmla="*/ 397918 h 397680"/>
              <a:gd name="connsiteX870" fmla="*/ 118359 w 2651231"/>
              <a:gd name="connsiteY870" fmla="*/ 397918 h 397680"/>
              <a:gd name="connsiteX871" fmla="*/ 116879 w 2651231"/>
              <a:gd name="connsiteY871" fmla="*/ 397918 h 397680"/>
              <a:gd name="connsiteX872" fmla="*/ 116879 w 2651231"/>
              <a:gd name="connsiteY872" fmla="*/ 397918 h 397680"/>
              <a:gd name="connsiteX873" fmla="*/ 115400 w 2651231"/>
              <a:gd name="connsiteY873" fmla="*/ 397918 h 397680"/>
              <a:gd name="connsiteX874" fmla="*/ 115400 w 2651231"/>
              <a:gd name="connsiteY874" fmla="*/ 397918 h 397680"/>
              <a:gd name="connsiteX875" fmla="*/ 113920 w 2651231"/>
              <a:gd name="connsiteY875" fmla="*/ 397918 h 397680"/>
              <a:gd name="connsiteX876" fmla="*/ 113920 w 2651231"/>
              <a:gd name="connsiteY876" fmla="*/ 397918 h 397680"/>
              <a:gd name="connsiteX877" fmla="*/ 112441 w 2651231"/>
              <a:gd name="connsiteY877" fmla="*/ 397918 h 397680"/>
              <a:gd name="connsiteX878" fmla="*/ 112441 w 2651231"/>
              <a:gd name="connsiteY878" fmla="*/ 397918 h 397680"/>
              <a:gd name="connsiteX879" fmla="*/ 110961 w 2651231"/>
              <a:gd name="connsiteY879" fmla="*/ 397918 h 397680"/>
              <a:gd name="connsiteX880" fmla="*/ 110961 w 2651231"/>
              <a:gd name="connsiteY880" fmla="*/ 397918 h 397680"/>
              <a:gd name="connsiteX881" fmla="*/ 109482 w 2651231"/>
              <a:gd name="connsiteY881" fmla="*/ 397918 h 397680"/>
              <a:gd name="connsiteX882" fmla="*/ 109482 w 2651231"/>
              <a:gd name="connsiteY882" fmla="*/ 397918 h 397680"/>
              <a:gd name="connsiteX883" fmla="*/ 108002 w 2651231"/>
              <a:gd name="connsiteY883" fmla="*/ 397918 h 397680"/>
              <a:gd name="connsiteX884" fmla="*/ 108002 w 2651231"/>
              <a:gd name="connsiteY884" fmla="*/ 397918 h 397680"/>
              <a:gd name="connsiteX885" fmla="*/ 106523 w 2651231"/>
              <a:gd name="connsiteY885" fmla="*/ 397918 h 397680"/>
              <a:gd name="connsiteX886" fmla="*/ 106523 w 2651231"/>
              <a:gd name="connsiteY886" fmla="*/ 397918 h 397680"/>
              <a:gd name="connsiteX887" fmla="*/ 105043 w 2651231"/>
              <a:gd name="connsiteY887" fmla="*/ 397918 h 397680"/>
              <a:gd name="connsiteX888" fmla="*/ 105043 w 2651231"/>
              <a:gd name="connsiteY888" fmla="*/ 397918 h 397680"/>
              <a:gd name="connsiteX889" fmla="*/ 103564 w 2651231"/>
              <a:gd name="connsiteY889" fmla="*/ 397918 h 397680"/>
              <a:gd name="connsiteX890" fmla="*/ 103564 w 2651231"/>
              <a:gd name="connsiteY890" fmla="*/ 397918 h 397680"/>
              <a:gd name="connsiteX891" fmla="*/ 102084 w 2651231"/>
              <a:gd name="connsiteY891" fmla="*/ 397918 h 397680"/>
              <a:gd name="connsiteX892" fmla="*/ 102084 w 2651231"/>
              <a:gd name="connsiteY892" fmla="*/ 397918 h 397680"/>
              <a:gd name="connsiteX893" fmla="*/ 100605 w 2651231"/>
              <a:gd name="connsiteY893" fmla="*/ 397918 h 397680"/>
              <a:gd name="connsiteX894" fmla="*/ 100605 w 2651231"/>
              <a:gd name="connsiteY894" fmla="*/ 397918 h 397680"/>
              <a:gd name="connsiteX895" fmla="*/ 99125 w 2651231"/>
              <a:gd name="connsiteY895" fmla="*/ 397918 h 397680"/>
              <a:gd name="connsiteX896" fmla="*/ 99125 w 2651231"/>
              <a:gd name="connsiteY896" fmla="*/ 397918 h 397680"/>
              <a:gd name="connsiteX897" fmla="*/ 97646 w 2651231"/>
              <a:gd name="connsiteY897" fmla="*/ 397918 h 397680"/>
              <a:gd name="connsiteX898" fmla="*/ 97646 w 2651231"/>
              <a:gd name="connsiteY898" fmla="*/ 397918 h 397680"/>
              <a:gd name="connsiteX899" fmla="*/ 96166 w 2651231"/>
              <a:gd name="connsiteY899" fmla="*/ 397918 h 397680"/>
              <a:gd name="connsiteX900" fmla="*/ 96166 w 2651231"/>
              <a:gd name="connsiteY900" fmla="*/ 397918 h 397680"/>
              <a:gd name="connsiteX901" fmla="*/ 94687 w 2651231"/>
              <a:gd name="connsiteY901" fmla="*/ 397918 h 397680"/>
              <a:gd name="connsiteX902" fmla="*/ 94687 w 2651231"/>
              <a:gd name="connsiteY902" fmla="*/ 397918 h 397680"/>
              <a:gd name="connsiteX903" fmla="*/ 93207 w 2651231"/>
              <a:gd name="connsiteY903" fmla="*/ 397918 h 397680"/>
              <a:gd name="connsiteX904" fmla="*/ 93207 w 2651231"/>
              <a:gd name="connsiteY904" fmla="*/ 397918 h 397680"/>
              <a:gd name="connsiteX905" fmla="*/ 91728 w 2651231"/>
              <a:gd name="connsiteY905" fmla="*/ 397918 h 397680"/>
              <a:gd name="connsiteX906" fmla="*/ 91728 w 2651231"/>
              <a:gd name="connsiteY906" fmla="*/ 397918 h 397680"/>
              <a:gd name="connsiteX907" fmla="*/ 90248 w 2651231"/>
              <a:gd name="connsiteY907" fmla="*/ 397918 h 397680"/>
              <a:gd name="connsiteX908" fmla="*/ 90248 w 2651231"/>
              <a:gd name="connsiteY908" fmla="*/ 397918 h 397680"/>
              <a:gd name="connsiteX909" fmla="*/ 88769 w 2651231"/>
              <a:gd name="connsiteY909" fmla="*/ 397918 h 397680"/>
              <a:gd name="connsiteX910" fmla="*/ 88769 w 2651231"/>
              <a:gd name="connsiteY910" fmla="*/ 397918 h 397680"/>
              <a:gd name="connsiteX911" fmla="*/ 87290 w 2651231"/>
              <a:gd name="connsiteY911" fmla="*/ 397918 h 397680"/>
              <a:gd name="connsiteX912" fmla="*/ 87290 w 2651231"/>
              <a:gd name="connsiteY912" fmla="*/ 397918 h 397680"/>
              <a:gd name="connsiteX913" fmla="*/ 85810 w 2651231"/>
              <a:gd name="connsiteY913" fmla="*/ 397918 h 397680"/>
              <a:gd name="connsiteX914" fmla="*/ 85810 w 2651231"/>
              <a:gd name="connsiteY914" fmla="*/ 397918 h 397680"/>
              <a:gd name="connsiteX915" fmla="*/ 84331 w 2651231"/>
              <a:gd name="connsiteY915" fmla="*/ 397918 h 397680"/>
              <a:gd name="connsiteX916" fmla="*/ 84331 w 2651231"/>
              <a:gd name="connsiteY916" fmla="*/ 397918 h 397680"/>
              <a:gd name="connsiteX917" fmla="*/ 82851 w 2651231"/>
              <a:gd name="connsiteY917" fmla="*/ 397918 h 397680"/>
              <a:gd name="connsiteX918" fmla="*/ 82851 w 2651231"/>
              <a:gd name="connsiteY918" fmla="*/ 397918 h 397680"/>
              <a:gd name="connsiteX919" fmla="*/ 81372 w 2651231"/>
              <a:gd name="connsiteY919" fmla="*/ 397918 h 397680"/>
              <a:gd name="connsiteX920" fmla="*/ 81372 w 2651231"/>
              <a:gd name="connsiteY920" fmla="*/ 397918 h 397680"/>
              <a:gd name="connsiteX921" fmla="*/ 79892 w 2651231"/>
              <a:gd name="connsiteY921" fmla="*/ 397918 h 397680"/>
              <a:gd name="connsiteX922" fmla="*/ 79892 w 2651231"/>
              <a:gd name="connsiteY922" fmla="*/ 397918 h 397680"/>
              <a:gd name="connsiteX923" fmla="*/ 78413 w 2651231"/>
              <a:gd name="connsiteY923" fmla="*/ 397918 h 397680"/>
              <a:gd name="connsiteX924" fmla="*/ 78413 w 2651231"/>
              <a:gd name="connsiteY924" fmla="*/ 397918 h 397680"/>
              <a:gd name="connsiteX925" fmla="*/ 76933 w 2651231"/>
              <a:gd name="connsiteY925" fmla="*/ 397918 h 397680"/>
              <a:gd name="connsiteX926" fmla="*/ 76933 w 2651231"/>
              <a:gd name="connsiteY926" fmla="*/ 397918 h 397680"/>
              <a:gd name="connsiteX927" fmla="*/ 75454 w 2651231"/>
              <a:gd name="connsiteY927" fmla="*/ 397918 h 397680"/>
              <a:gd name="connsiteX928" fmla="*/ 75454 w 2651231"/>
              <a:gd name="connsiteY928" fmla="*/ 397918 h 397680"/>
              <a:gd name="connsiteX929" fmla="*/ 73974 w 2651231"/>
              <a:gd name="connsiteY929" fmla="*/ 397918 h 397680"/>
              <a:gd name="connsiteX930" fmla="*/ 73974 w 2651231"/>
              <a:gd name="connsiteY930" fmla="*/ 397918 h 397680"/>
              <a:gd name="connsiteX931" fmla="*/ 72495 w 2651231"/>
              <a:gd name="connsiteY931" fmla="*/ 397918 h 397680"/>
              <a:gd name="connsiteX932" fmla="*/ 72495 w 2651231"/>
              <a:gd name="connsiteY932" fmla="*/ 397918 h 397680"/>
              <a:gd name="connsiteX933" fmla="*/ 71015 w 2651231"/>
              <a:gd name="connsiteY933" fmla="*/ 397918 h 397680"/>
              <a:gd name="connsiteX934" fmla="*/ 71015 w 2651231"/>
              <a:gd name="connsiteY934" fmla="*/ 397918 h 397680"/>
              <a:gd name="connsiteX935" fmla="*/ 69536 w 2651231"/>
              <a:gd name="connsiteY935" fmla="*/ 397918 h 397680"/>
              <a:gd name="connsiteX936" fmla="*/ 69536 w 2651231"/>
              <a:gd name="connsiteY936" fmla="*/ 397918 h 397680"/>
              <a:gd name="connsiteX937" fmla="*/ 68056 w 2651231"/>
              <a:gd name="connsiteY937" fmla="*/ 397918 h 397680"/>
              <a:gd name="connsiteX938" fmla="*/ 68056 w 2651231"/>
              <a:gd name="connsiteY938" fmla="*/ 397918 h 397680"/>
              <a:gd name="connsiteX939" fmla="*/ 66577 w 2651231"/>
              <a:gd name="connsiteY939" fmla="*/ 397918 h 397680"/>
              <a:gd name="connsiteX940" fmla="*/ 66577 w 2651231"/>
              <a:gd name="connsiteY940" fmla="*/ 397918 h 397680"/>
              <a:gd name="connsiteX941" fmla="*/ 65097 w 2651231"/>
              <a:gd name="connsiteY941" fmla="*/ 397918 h 397680"/>
              <a:gd name="connsiteX942" fmla="*/ 65097 w 2651231"/>
              <a:gd name="connsiteY942" fmla="*/ 397918 h 397680"/>
              <a:gd name="connsiteX943" fmla="*/ 63618 w 2651231"/>
              <a:gd name="connsiteY943" fmla="*/ 397918 h 397680"/>
              <a:gd name="connsiteX944" fmla="*/ 63618 w 2651231"/>
              <a:gd name="connsiteY944" fmla="*/ 397918 h 397680"/>
              <a:gd name="connsiteX945" fmla="*/ 62138 w 2651231"/>
              <a:gd name="connsiteY945" fmla="*/ 397918 h 397680"/>
              <a:gd name="connsiteX946" fmla="*/ 62138 w 2651231"/>
              <a:gd name="connsiteY946" fmla="*/ 397918 h 397680"/>
              <a:gd name="connsiteX947" fmla="*/ 60659 w 2651231"/>
              <a:gd name="connsiteY947" fmla="*/ 397918 h 397680"/>
              <a:gd name="connsiteX948" fmla="*/ 60659 w 2651231"/>
              <a:gd name="connsiteY948" fmla="*/ 397918 h 397680"/>
              <a:gd name="connsiteX949" fmla="*/ 59179 w 2651231"/>
              <a:gd name="connsiteY949" fmla="*/ 397918 h 397680"/>
              <a:gd name="connsiteX950" fmla="*/ 59179 w 2651231"/>
              <a:gd name="connsiteY950" fmla="*/ 397918 h 397680"/>
              <a:gd name="connsiteX951" fmla="*/ 57700 w 2651231"/>
              <a:gd name="connsiteY951" fmla="*/ 397918 h 397680"/>
              <a:gd name="connsiteX952" fmla="*/ 57700 w 2651231"/>
              <a:gd name="connsiteY952" fmla="*/ 397918 h 397680"/>
              <a:gd name="connsiteX953" fmla="*/ 56220 w 2651231"/>
              <a:gd name="connsiteY953" fmla="*/ 397918 h 397680"/>
              <a:gd name="connsiteX954" fmla="*/ 56220 w 2651231"/>
              <a:gd name="connsiteY954" fmla="*/ 397918 h 397680"/>
              <a:gd name="connsiteX955" fmla="*/ 54741 w 2651231"/>
              <a:gd name="connsiteY955" fmla="*/ 397918 h 397680"/>
              <a:gd name="connsiteX956" fmla="*/ 54741 w 2651231"/>
              <a:gd name="connsiteY956" fmla="*/ 397918 h 397680"/>
              <a:gd name="connsiteX957" fmla="*/ 53261 w 2651231"/>
              <a:gd name="connsiteY957" fmla="*/ 397918 h 397680"/>
              <a:gd name="connsiteX958" fmla="*/ 53261 w 2651231"/>
              <a:gd name="connsiteY958" fmla="*/ 397918 h 397680"/>
              <a:gd name="connsiteX959" fmla="*/ 51782 w 2651231"/>
              <a:gd name="connsiteY959" fmla="*/ 397918 h 397680"/>
              <a:gd name="connsiteX960" fmla="*/ 51782 w 2651231"/>
              <a:gd name="connsiteY960" fmla="*/ 397918 h 397680"/>
              <a:gd name="connsiteX961" fmla="*/ 50302 w 2651231"/>
              <a:gd name="connsiteY961" fmla="*/ 397918 h 397680"/>
              <a:gd name="connsiteX962" fmla="*/ 50302 w 2651231"/>
              <a:gd name="connsiteY962" fmla="*/ 397918 h 397680"/>
              <a:gd name="connsiteX963" fmla="*/ 48823 w 2651231"/>
              <a:gd name="connsiteY963" fmla="*/ 397918 h 397680"/>
              <a:gd name="connsiteX964" fmla="*/ 48823 w 2651231"/>
              <a:gd name="connsiteY964" fmla="*/ 397918 h 397680"/>
              <a:gd name="connsiteX965" fmla="*/ 47343 w 2651231"/>
              <a:gd name="connsiteY965" fmla="*/ 397918 h 397680"/>
              <a:gd name="connsiteX966" fmla="*/ 47343 w 2651231"/>
              <a:gd name="connsiteY966" fmla="*/ 397918 h 397680"/>
              <a:gd name="connsiteX967" fmla="*/ 45864 w 2651231"/>
              <a:gd name="connsiteY967" fmla="*/ 397918 h 397680"/>
              <a:gd name="connsiteX968" fmla="*/ 45864 w 2651231"/>
              <a:gd name="connsiteY968" fmla="*/ 397918 h 397680"/>
              <a:gd name="connsiteX969" fmla="*/ 44384 w 2651231"/>
              <a:gd name="connsiteY969" fmla="*/ 397918 h 397680"/>
              <a:gd name="connsiteX970" fmla="*/ 44384 w 2651231"/>
              <a:gd name="connsiteY970" fmla="*/ 397918 h 397680"/>
              <a:gd name="connsiteX971" fmla="*/ 42905 w 2651231"/>
              <a:gd name="connsiteY971" fmla="*/ 397918 h 397680"/>
              <a:gd name="connsiteX972" fmla="*/ 42905 w 2651231"/>
              <a:gd name="connsiteY972" fmla="*/ 397918 h 397680"/>
              <a:gd name="connsiteX973" fmla="*/ 41425 w 2651231"/>
              <a:gd name="connsiteY973" fmla="*/ 397918 h 397680"/>
              <a:gd name="connsiteX974" fmla="*/ 41425 w 2651231"/>
              <a:gd name="connsiteY974" fmla="*/ 397918 h 397680"/>
              <a:gd name="connsiteX975" fmla="*/ 39946 w 2651231"/>
              <a:gd name="connsiteY975" fmla="*/ 397918 h 397680"/>
              <a:gd name="connsiteX976" fmla="*/ 39946 w 2651231"/>
              <a:gd name="connsiteY976" fmla="*/ 397918 h 397680"/>
              <a:gd name="connsiteX977" fmla="*/ 38467 w 2651231"/>
              <a:gd name="connsiteY977" fmla="*/ 397918 h 397680"/>
              <a:gd name="connsiteX978" fmla="*/ 38467 w 2651231"/>
              <a:gd name="connsiteY978" fmla="*/ 397918 h 397680"/>
              <a:gd name="connsiteX979" fmla="*/ 36987 w 2651231"/>
              <a:gd name="connsiteY979" fmla="*/ 397918 h 397680"/>
              <a:gd name="connsiteX980" fmla="*/ 36987 w 2651231"/>
              <a:gd name="connsiteY980" fmla="*/ 397918 h 397680"/>
              <a:gd name="connsiteX981" fmla="*/ 35508 w 2651231"/>
              <a:gd name="connsiteY981" fmla="*/ 397918 h 397680"/>
              <a:gd name="connsiteX982" fmla="*/ 35508 w 2651231"/>
              <a:gd name="connsiteY982" fmla="*/ 397918 h 397680"/>
              <a:gd name="connsiteX983" fmla="*/ 34028 w 2651231"/>
              <a:gd name="connsiteY983" fmla="*/ 397918 h 397680"/>
              <a:gd name="connsiteX984" fmla="*/ 34028 w 2651231"/>
              <a:gd name="connsiteY984" fmla="*/ 397918 h 397680"/>
              <a:gd name="connsiteX985" fmla="*/ 32549 w 2651231"/>
              <a:gd name="connsiteY985" fmla="*/ 397918 h 397680"/>
              <a:gd name="connsiteX986" fmla="*/ 32549 w 2651231"/>
              <a:gd name="connsiteY986" fmla="*/ 397918 h 397680"/>
              <a:gd name="connsiteX987" fmla="*/ 31069 w 2651231"/>
              <a:gd name="connsiteY987" fmla="*/ 397918 h 397680"/>
              <a:gd name="connsiteX988" fmla="*/ 31069 w 2651231"/>
              <a:gd name="connsiteY988" fmla="*/ 397918 h 397680"/>
              <a:gd name="connsiteX989" fmla="*/ 29590 w 2651231"/>
              <a:gd name="connsiteY989" fmla="*/ 397918 h 397680"/>
              <a:gd name="connsiteX990" fmla="*/ 29590 w 2651231"/>
              <a:gd name="connsiteY990" fmla="*/ 397918 h 397680"/>
              <a:gd name="connsiteX991" fmla="*/ 28110 w 2651231"/>
              <a:gd name="connsiteY991" fmla="*/ 397918 h 397680"/>
              <a:gd name="connsiteX992" fmla="*/ 28110 w 2651231"/>
              <a:gd name="connsiteY992" fmla="*/ 397918 h 397680"/>
              <a:gd name="connsiteX993" fmla="*/ 26631 w 2651231"/>
              <a:gd name="connsiteY993" fmla="*/ 397918 h 397680"/>
              <a:gd name="connsiteX994" fmla="*/ 26631 w 2651231"/>
              <a:gd name="connsiteY994" fmla="*/ 397918 h 397680"/>
              <a:gd name="connsiteX995" fmla="*/ 25151 w 2651231"/>
              <a:gd name="connsiteY995" fmla="*/ 397918 h 397680"/>
              <a:gd name="connsiteX996" fmla="*/ 25151 w 2651231"/>
              <a:gd name="connsiteY996" fmla="*/ 397918 h 397680"/>
              <a:gd name="connsiteX997" fmla="*/ 23672 w 2651231"/>
              <a:gd name="connsiteY997" fmla="*/ 397918 h 397680"/>
              <a:gd name="connsiteX998" fmla="*/ 23672 w 2651231"/>
              <a:gd name="connsiteY998" fmla="*/ 397918 h 397680"/>
              <a:gd name="connsiteX999" fmla="*/ 22192 w 2651231"/>
              <a:gd name="connsiteY999" fmla="*/ 397918 h 397680"/>
              <a:gd name="connsiteX1000" fmla="*/ 22192 w 2651231"/>
              <a:gd name="connsiteY1000" fmla="*/ 397918 h 397680"/>
              <a:gd name="connsiteX1001" fmla="*/ 20713 w 2651231"/>
              <a:gd name="connsiteY1001" fmla="*/ 397918 h 397680"/>
              <a:gd name="connsiteX1002" fmla="*/ 20713 w 2651231"/>
              <a:gd name="connsiteY1002" fmla="*/ 397918 h 397680"/>
              <a:gd name="connsiteX1003" fmla="*/ 19233 w 2651231"/>
              <a:gd name="connsiteY1003" fmla="*/ 397918 h 397680"/>
              <a:gd name="connsiteX1004" fmla="*/ 19233 w 2651231"/>
              <a:gd name="connsiteY1004" fmla="*/ 397918 h 397680"/>
              <a:gd name="connsiteX1005" fmla="*/ 17754 w 2651231"/>
              <a:gd name="connsiteY1005" fmla="*/ 397918 h 397680"/>
              <a:gd name="connsiteX1006" fmla="*/ 17754 w 2651231"/>
              <a:gd name="connsiteY1006" fmla="*/ 397918 h 397680"/>
              <a:gd name="connsiteX1007" fmla="*/ 16274 w 2651231"/>
              <a:gd name="connsiteY1007" fmla="*/ 397918 h 397680"/>
              <a:gd name="connsiteX1008" fmla="*/ 16274 w 2651231"/>
              <a:gd name="connsiteY1008" fmla="*/ 397918 h 397680"/>
              <a:gd name="connsiteX1009" fmla="*/ 14795 w 2651231"/>
              <a:gd name="connsiteY1009" fmla="*/ 397918 h 397680"/>
              <a:gd name="connsiteX1010" fmla="*/ 14795 w 2651231"/>
              <a:gd name="connsiteY1010" fmla="*/ 397918 h 397680"/>
              <a:gd name="connsiteX1011" fmla="*/ 13315 w 2651231"/>
              <a:gd name="connsiteY1011" fmla="*/ 397918 h 397680"/>
              <a:gd name="connsiteX1012" fmla="*/ 13315 w 2651231"/>
              <a:gd name="connsiteY1012" fmla="*/ 397918 h 397680"/>
              <a:gd name="connsiteX1013" fmla="*/ 11836 w 2651231"/>
              <a:gd name="connsiteY1013" fmla="*/ 397918 h 397680"/>
              <a:gd name="connsiteX1014" fmla="*/ 11836 w 2651231"/>
              <a:gd name="connsiteY1014" fmla="*/ 397918 h 397680"/>
              <a:gd name="connsiteX1015" fmla="*/ 10356 w 2651231"/>
              <a:gd name="connsiteY1015" fmla="*/ 397918 h 397680"/>
              <a:gd name="connsiteX1016" fmla="*/ 10356 w 2651231"/>
              <a:gd name="connsiteY1016" fmla="*/ 397918 h 397680"/>
              <a:gd name="connsiteX1017" fmla="*/ 8877 w 2651231"/>
              <a:gd name="connsiteY1017" fmla="*/ 397918 h 397680"/>
              <a:gd name="connsiteX1018" fmla="*/ 8877 w 2651231"/>
              <a:gd name="connsiteY1018" fmla="*/ 397918 h 397680"/>
              <a:gd name="connsiteX1019" fmla="*/ 7397 w 2651231"/>
              <a:gd name="connsiteY1019" fmla="*/ 397918 h 397680"/>
              <a:gd name="connsiteX1020" fmla="*/ 7397 w 2651231"/>
              <a:gd name="connsiteY1020" fmla="*/ 397918 h 397680"/>
              <a:gd name="connsiteX1021" fmla="*/ 5918 w 2651231"/>
              <a:gd name="connsiteY1021" fmla="*/ 397918 h 397680"/>
              <a:gd name="connsiteX1022" fmla="*/ 5918 w 2651231"/>
              <a:gd name="connsiteY1022" fmla="*/ 397918 h 397680"/>
              <a:gd name="connsiteX1023" fmla="*/ 4438 w 2651231"/>
              <a:gd name="connsiteY1023" fmla="*/ 397918 h 397680"/>
              <a:gd name="connsiteX1024" fmla="*/ 4438 w 2651231"/>
              <a:gd name="connsiteY1024" fmla="*/ 397918 h 397680"/>
              <a:gd name="connsiteX1025" fmla="*/ 2959 w 2651231"/>
              <a:gd name="connsiteY1025" fmla="*/ 397918 h 397680"/>
              <a:gd name="connsiteX1026" fmla="*/ 2959 w 2651231"/>
              <a:gd name="connsiteY1026" fmla="*/ 397918 h 397680"/>
              <a:gd name="connsiteX1027" fmla="*/ 1479 w 2651231"/>
              <a:gd name="connsiteY1027" fmla="*/ 397918 h 397680"/>
              <a:gd name="connsiteX1028" fmla="*/ 1479 w 2651231"/>
              <a:gd name="connsiteY1028" fmla="*/ 397918 h 397680"/>
              <a:gd name="connsiteX1029" fmla="*/ 0 w 2651231"/>
              <a:gd name="connsiteY1029" fmla="*/ 397918 h 397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</a:cxnLst>
            <a:rect l="l" t="t" r="r" b="b"/>
            <a:pathLst>
              <a:path w="2651231" h="397680">
                <a:moveTo>
                  <a:pt x="0" y="397918"/>
                </a:moveTo>
                <a:lnTo>
                  <a:pt x="0" y="395031"/>
                </a:lnTo>
                <a:lnTo>
                  <a:pt x="1479" y="395031"/>
                </a:lnTo>
                <a:lnTo>
                  <a:pt x="1479" y="393050"/>
                </a:lnTo>
                <a:lnTo>
                  <a:pt x="2959" y="393050"/>
                </a:lnTo>
                <a:lnTo>
                  <a:pt x="2959" y="391022"/>
                </a:lnTo>
                <a:lnTo>
                  <a:pt x="4438" y="391022"/>
                </a:lnTo>
                <a:lnTo>
                  <a:pt x="4438" y="388948"/>
                </a:lnTo>
                <a:lnTo>
                  <a:pt x="5918" y="388948"/>
                </a:lnTo>
                <a:lnTo>
                  <a:pt x="5918" y="386828"/>
                </a:lnTo>
                <a:lnTo>
                  <a:pt x="7397" y="386828"/>
                </a:lnTo>
                <a:lnTo>
                  <a:pt x="7397" y="384659"/>
                </a:lnTo>
                <a:lnTo>
                  <a:pt x="8877" y="384659"/>
                </a:lnTo>
                <a:lnTo>
                  <a:pt x="8877" y="382444"/>
                </a:lnTo>
                <a:lnTo>
                  <a:pt x="10356" y="382444"/>
                </a:lnTo>
                <a:lnTo>
                  <a:pt x="10356" y="380180"/>
                </a:lnTo>
                <a:lnTo>
                  <a:pt x="11836" y="380180"/>
                </a:lnTo>
                <a:lnTo>
                  <a:pt x="11836" y="377868"/>
                </a:lnTo>
                <a:lnTo>
                  <a:pt x="13315" y="377868"/>
                </a:lnTo>
                <a:lnTo>
                  <a:pt x="13315" y="375507"/>
                </a:lnTo>
                <a:lnTo>
                  <a:pt x="14795" y="375507"/>
                </a:lnTo>
                <a:lnTo>
                  <a:pt x="14795" y="373097"/>
                </a:lnTo>
                <a:lnTo>
                  <a:pt x="16274" y="373097"/>
                </a:lnTo>
                <a:lnTo>
                  <a:pt x="16274" y="370639"/>
                </a:lnTo>
                <a:lnTo>
                  <a:pt x="17754" y="370639"/>
                </a:lnTo>
                <a:lnTo>
                  <a:pt x="17754" y="368131"/>
                </a:lnTo>
                <a:lnTo>
                  <a:pt x="19233" y="368131"/>
                </a:lnTo>
                <a:lnTo>
                  <a:pt x="19233" y="365573"/>
                </a:lnTo>
                <a:lnTo>
                  <a:pt x="20713" y="365573"/>
                </a:lnTo>
                <a:lnTo>
                  <a:pt x="20713" y="362966"/>
                </a:lnTo>
                <a:lnTo>
                  <a:pt x="22192" y="362966"/>
                </a:lnTo>
                <a:lnTo>
                  <a:pt x="22192" y="360309"/>
                </a:lnTo>
                <a:lnTo>
                  <a:pt x="23672" y="360309"/>
                </a:lnTo>
                <a:lnTo>
                  <a:pt x="23672" y="357603"/>
                </a:lnTo>
                <a:lnTo>
                  <a:pt x="25151" y="357603"/>
                </a:lnTo>
                <a:lnTo>
                  <a:pt x="25151" y="354846"/>
                </a:lnTo>
                <a:lnTo>
                  <a:pt x="26631" y="354846"/>
                </a:lnTo>
                <a:lnTo>
                  <a:pt x="26631" y="352040"/>
                </a:lnTo>
                <a:lnTo>
                  <a:pt x="28110" y="352040"/>
                </a:lnTo>
                <a:lnTo>
                  <a:pt x="28110" y="349183"/>
                </a:lnTo>
                <a:lnTo>
                  <a:pt x="29590" y="349183"/>
                </a:lnTo>
                <a:lnTo>
                  <a:pt x="29590" y="346277"/>
                </a:lnTo>
                <a:lnTo>
                  <a:pt x="31069" y="346277"/>
                </a:lnTo>
                <a:lnTo>
                  <a:pt x="31069" y="343322"/>
                </a:lnTo>
                <a:lnTo>
                  <a:pt x="32549" y="343322"/>
                </a:lnTo>
                <a:lnTo>
                  <a:pt x="32549" y="340317"/>
                </a:lnTo>
                <a:lnTo>
                  <a:pt x="34028" y="340317"/>
                </a:lnTo>
                <a:lnTo>
                  <a:pt x="34028" y="337262"/>
                </a:lnTo>
                <a:lnTo>
                  <a:pt x="35508" y="337262"/>
                </a:lnTo>
                <a:lnTo>
                  <a:pt x="35508" y="334159"/>
                </a:lnTo>
                <a:lnTo>
                  <a:pt x="36987" y="334159"/>
                </a:lnTo>
                <a:lnTo>
                  <a:pt x="36987" y="331006"/>
                </a:lnTo>
                <a:lnTo>
                  <a:pt x="38467" y="331006"/>
                </a:lnTo>
                <a:lnTo>
                  <a:pt x="38467" y="327805"/>
                </a:lnTo>
                <a:lnTo>
                  <a:pt x="39946" y="327805"/>
                </a:lnTo>
                <a:lnTo>
                  <a:pt x="39946" y="324556"/>
                </a:lnTo>
                <a:lnTo>
                  <a:pt x="41425" y="324556"/>
                </a:lnTo>
                <a:lnTo>
                  <a:pt x="41425" y="321260"/>
                </a:lnTo>
                <a:lnTo>
                  <a:pt x="42905" y="321260"/>
                </a:lnTo>
                <a:lnTo>
                  <a:pt x="42905" y="317916"/>
                </a:lnTo>
                <a:lnTo>
                  <a:pt x="44384" y="317916"/>
                </a:lnTo>
                <a:lnTo>
                  <a:pt x="44384" y="314525"/>
                </a:lnTo>
                <a:lnTo>
                  <a:pt x="45864" y="314525"/>
                </a:lnTo>
                <a:lnTo>
                  <a:pt x="45864" y="311088"/>
                </a:lnTo>
                <a:lnTo>
                  <a:pt x="47343" y="311088"/>
                </a:lnTo>
                <a:lnTo>
                  <a:pt x="47343" y="307605"/>
                </a:lnTo>
                <a:lnTo>
                  <a:pt x="48823" y="307605"/>
                </a:lnTo>
                <a:lnTo>
                  <a:pt x="48823" y="304077"/>
                </a:lnTo>
                <a:lnTo>
                  <a:pt x="50302" y="304077"/>
                </a:lnTo>
                <a:lnTo>
                  <a:pt x="50302" y="300505"/>
                </a:lnTo>
                <a:lnTo>
                  <a:pt x="51782" y="300505"/>
                </a:lnTo>
                <a:lnTo>
                  <a:pt x="51782" y="296890"/>
                </a:lnTo>
                <a:lnTo>
                  <a:pt x="53261" y="296890"/>
                </a:lnTo>
                <a:lnTo>
                  <a:pt x="53261" y="293231"/>
                </a:lnTo>
                <a:lnTo>
                  <a:pt x="54741" y="293231"/>
                </a:lnTo>
                <a:lnTo>
                  <a:pt x="54741" y="289531"/>
                </a:lnTo>
                <a:lnTo>
                  <a:pt x="56220" y="289531"/>
                </a:lnTo>
                <a:lnTo>
                  <a:pt x="56220" y="285789"/>
                </a:lnTo>
                <a:lnTo>
                  <a:pt x="57700" y="285789"/>
                </a:lnTo>
                <a:lnTo>
                  <a:pt x="57700" y="282007"/>
                </a:lnTo>
                <a:lnTo>
                  <a:pt x="59179" y="282007"/>
                </a:lnTo>
                <a:lnTo>
                  <a:pt x="59179" y="278186"/>
                </a:lnTo>
                <a:lnTo>
                  <a:pt x="60659" y="278186"/>
                </a:lnTo>
                <a:lnTo>
                  <a:pt x="60659" y="274327"/>
                </a:lnTo>
                <a:lnTo>
                  <a:pt x="62138" y="274327"/>
                </a:lnTo>
                <a:lnTo>
                  <a:pt x="62138" y="270431"/>
                </a:lnTo>
                <a:lnTo>
                  <a:pt x="63618" y="270431"/>
                </a:lnTo>
                <a:lnTo>
                  <a:pt x="63618" y="266499"/>
                </a:lnTo>
                <a:lnTo>
                  <a:pt x="65097" y="266499"/>
                </a:lnTo>
                <a:lnTo>
                  <a:pt x="65097" y="262532"/>
                </a:lnTo>
                <a:lnTo>
                  <a:pt x="66577" y="262532"/>
                </a:lnTo>
                <a:lnTo>
                  <a:pt x="66577" y="258532"/>
                </a:lnTo>
                <a:lnTo>
                  <a:pt x="68056" y="258532"/>
                </a:lnTo>
                <a:lnTo>
                  <a:pt x="68056" y="254500"/>
                </a:lnTo>
                <a:lnTo>
                  <a:pt x="69536" y="254500"/>
                </a:lnTo>
                <a:lnTo>
                  <a:pt x="69536" y="250436"/>
                </a:lnTo>
                <a:lnTo>
                  <a:pt x="71015" y="250436"/>
                </a:lnTo>
                <a:lnTo>
                  <a:pt x="71015" y="246344"/>
                </a:lnTo>
                <a:lnTo>
                  <a:pt x="72495" y="246344"/>
                </a:lnTo>
                <a:lnTo>
                  <a:pt x="72495" y="242223"/>
                </a:lnTo>
                <a:lnTo>
                  <a:pt x="73974" y="242223"/>
                </a:lnTo>
                <a:lnTo>
                  <a:pt x="73974" y="238075"/>
                </a:lnTo>
                <a:lnTo>
                  <a:pt x="75454" y="238075"/>
                </a:lnTo>
                <a:lnTo>
                  <a:pt x="75454" y="233903"/>
                </a:lnTo>
                <a:lnTo>
                  <a:pt x="76933" y="233903"/>
                </a:lnTo>
                <a:lnTo>
                  <a:pt x="76933" y="229707"/>
                </a:lnTo>
                <a:lnTo>
                  <a:pt x="78413" y="229707"/>
                </a:lnTo>
                <a:lnTo>
                  <a:pt x="78413" y="225489"/>
                </a:lnTo>
                <a:lnTo>
                  <a:pt x="79892" y="225489"/>
                </a:lnTo>
                <a:lnTo>
                  <a:pt x="79892" y="221251"/>
                </a:lnTo>
                <a:lnTo>
                  <a:pt x="81372" y="221251"/>
                </a:lnTo>
                <a:lnTo>
                  <a:pt x="81372" y="216995"/>
                </a:lnTo>
                <a:lnTo>
                  <a:pt x="82851" y="216995"/>
                </a:lnTo>
                <a:lnTo>
                  <a:pt x="82851" y="212722"/>
                </a:lnTo>
                <a:lnTo>
                  <a:pt x="84331" y="212722"/>
                </a:lnTo>
                <a:lnTo>
                  <a:pt x="84331" y="208434"/>
                </a:lnTo>
                <a:lnTo>
                  <a:pt x="85810" y="208434"/>
                </a:lnTo>
                <a:lnTo>
                  <a:pt x="85810" y="204133"/>
                </a:lnTo>
                <a:lnTo>
                  <a:pt x="87290" y="204133"/>
                </a:lnTo>
                <a:lnTo>
                  <a:pt x="87290" y="199821"/>
                </a:lnTo>
                <a:lnTo>
                  <a:pt x="88769" y="199821"/>
                </a:lnTo>
                <a:lnTo>
                  <a:pt x="88769" y="195500"/>
                </a:lnTo>
                <a:lnTo>
                  <a:pt x="90248" y="195500"/>
                </a:lnTo>
                <a:lnTo>
                  <a:pt x="90248" y="191172"/>
                </a:lnTo>
                <a:lnTo>
                  <a:pt x="91728" y="191172"/>
                </a:lnTo>
                <a:lnTo>
                  <a:pt x="91728" y="186839"/>
                </a:lnTo>
                <a:lnTo>
                  <a:pt x="93207" y="186839"/>
                </a:lnTo>
                <a:lnTo>
                  <a:pt x="93207" y="182502"/>
                </a:lnTo>
                <a:lnTo>
                  <a:pt x="94687" y="182502"/>
                </a:lnTo>
                <a:lnTo>
                  <a:pt x="94687" y="178164"/>
                </a:lnTo>
                <a:lnTo>
                  <a:pt x="96166" y="178164"/>
                </a:lnTo>
                <a:lnTo>
                  <a:pt x="96166" y="173828"/>
                </a:lnTo>
                <a:lnTo>
                  <a:pt x="97646" y="173828"/>
                </a:lnTo>
                <a:lnTo>
                  <a:pt x="97646" y="169494"/>
                </a:lnTo>
                <a:lnTo>
                  <a:pt x="99125" y="169494"/>
                </a:lnTo>
                <a:lnTo>
                  <a:pt x="99125" y="165166"/>
                </a:lnTo>
                <a:lnTo>
                  <a:pt x="100605" y="165166"/>
                </a:lnTo>
                <a:lnTo>
                  <a:pt x="100605" y="160846"/>
                </a:lnTo>
                <a:lnTo>
                  <a:pt x="102084" y="160846"/>
                </a:lnTo>
                <a:lnTo>
                  <a:pt x="102084" y="156535"/>
                </a:lnTo>
                <a:lnTo>
                  <a:pt x="103564" y="156535"/>
                </a:lnTo>
                <a:lnTo>
                  <a:pt x="103564" y="152237"/>
                </a:lnTo>
                <a:lnTo>
                  <a:pt x="105043" y="152237"/>
                </a:lnTo>
                <a:lnTo>
                  <a:pt x="105043" y="147953"/>
                </a:lnTo>
                <a:lnTo>
                  <a:pt x="106523" y="147953"/>
                </a:lnTo>
                <a:lnTo>
                  <a:pt x="106523" y="143686"/>
                </a:lnTo>
                <a:lnTo>
                  <a:pt x="108002" y="143686"/>
                </a:lnTo>
                <a:lnTo>
                  <a:pt x="108002" y="139437"/>
                </a:lnTo>
                <a:lnTo>
                  <a:pt x="109482" y="139437"/>
                </a:lnTo>
                <a:lnTo>
                  <a:pt x="109482" y="135210"/>
                </a:lnTo>
                <a:lnTo>
                  <a:pt x="110961" y="135210"/>
                </a:lnTo>
                <a:lnTo>
                  <a:pt x="110961" y="131007"/>
                </a:lnTo>
                <a:lnTo>
                  <a:pt x="112441" y="131007"/>
                </a:lnTo>
                <a:lnTo>
                  <a:pt x="112441" y="126830"/>
                </a:lnTo>
                <a:lnTo>
                  <a:pt x="113920" y="126830"/>
                </a:lnTo>
                <a:lnTo>
                  <a:pt x="113920" y="122681"/>
                </a:lnTo>
                <a:lnTo>
                  <a:pt x="115400" y="122681"/>
                </a:lnTo>
                <a:lnTo>
                  <a:pt x="115400" y="118564"/>
                </a:lnTo>
                <a:lnTo>
                  <a:pt x="116879" y="118564"/>
                </a:lnTo>
                <a:lnTo>
                  <a:pt x="116879" y="114479"/>
                </a:lnTo>
                <a:lnTo>
                  <a:pt x="118359" y="114479"/>
                </a:lnTo>
                <a:lnTo>
                  <a:pt x="118359" y="110431"/>
                </a:lnTo>
                <a:lnTo>
                  <a:pt x="119838" y="110431"/>
                </a:lnTo>
                <a:lnTo>
                  <a:pt x="119838" y="106420"/>
                </a:lnTo>
                <a:lnTo>
                  <a:pt x="121318" y="106420"/>
                </a:lnTo>
                <a:lnTo>
                  <a:pt x="121318" y="102450"/>
                </a:lnTo>
                <a:lnTo>
                  <a:pt x="122797" y="102450"/>
                </a:lnTo>
                <a:lnTo>
                  <a:pt x="122797" y="98523"/>
                </a:lnTo>
                <a:lnTo>
                  <a:pt x="124277" y="98523"/>
                </a:lnTo>
                <a:lnTo>
                  <a:pt x="124277" y="94641"/>
                </a:lnTo>
                <a:lnTo>
                  <a:pt x="125756" y="94641"/>
                </a:lnTo>
                <a:lnTo>
                  <a:pt x="125756" y="90807"/>
                </a:lnTo>
                <a:lnTo>
                  <a:pt x="127236" y="90807"/>
                </a:lnTo>
                <a:lnTo>
                  <a:pt x="127236" y="87023"/>
                </a:lnTo>
                <a:lnTo>
                  <a:pt x="128715" y="87023"/>
                </a:lnTo>
                <a:lnTo>
                  <a:pt x="128715" y="83291"/>
                </a:lnTo>
                <a:lnTo>
                  <a:pt x="130194" y="83291"/>
                </a:lnTo>
                <a:lnTo>
                  <a:pt x="130194" y="79615"/>
                </a:lnTo>
                <a:lnTo>
                  <a:pt x="131674" y="79615"/>
                </a:lnTo>
                <a:lnTo>
                  <a:pt x="131674" y="75995"/>
                </a:lnTo>
                <a:lnTo>
                  <a:pt x="133153" y="75995"/>
                </a:lnTo>
                <a:lnTo>
                  <a:pt x="133153" y="72435"/>
                </a:lnTo>
                <a:lnTo>
                  <a:pt x="134633" y="72435"/>
                </a:lnTo>
                <a:lnTo>
                  <a:pt x="134633" y="68937"/>
                </a:lnTo>
                <a:lnTo>
                  <a:pt x="136112" y="68937"/>
                </a:lnTo>
                <a:lnTo>
                  <a:pt x="136112" y="65503"/>
                </a:lnTo>
                <a:lnTo>
                  <a:pt x="137592" y="65503"/>
                </a:lnTo>
                <a:lnTo>
                  <a:pt x="137592" y="62135"/>
                </a:lnTo>
                <a:lnTo>
                  <a:pt x="139071" y="62135"/>
                </a:lnTo>
                <a:lnTo>
                  <a:pt x="139071" y="58836"/>
                </a:lnTo>
                <a:lnTo>
                  <a:pt x="140551" y="58836"/>
                </a:lnTo>
                <a:lnTo>
                  <a:pt x="140551" y="55607"/>
                </a:lnTo>
                <a:lnTo>
                  <a:pt x="142030" y="55607"/>
                </a:lnTo>
                <a:lnTo>
                  <a:pt x="142030" y="52452"/>
                </a:lnTo>
                <a:lnTo>
                  <a:pt x="143510" y="52452"/>
                </a:lnTo>
                <a:lnTo>
                  <a:pt x="143510" y="49371"/>
                </a:lnTo>
                <a:lnTo>
                  <a:pt x="144989" y="49371"/>
                </a:lnTo>
                <a:lnTo>
                  <a:pt x="144989" y="46367"/>
                </a:lnTo>
                <a:lnTo>
                  <a:pt x="146469" y="46367"/>
                </a:lnTo>
                <a:lnTo>
                  <a:pt x="146469" y="43443"/>
                </a:lnTo>
                <a:lnTo>
                  <a:pt x="147948" y="43443"/>
                </a:lnTo>
                <a:lnTo>
                  <a:pt x="147948" y="40600"/>
                </a:lnTo>
                <a:lnTo>
                  <a:pt x="149428" y="40600"/>
                </a:lnTo>
                <a:lnTo>
                  <a:pt x="149428" y="37840"/>
                </a:lnTo>
                <a:lnTo>
                  <a:pt x="150907" y="37840"/>
                </a:lnTo>
                <a:lnTo>
                  <a:pt x="150907" y="35165"/>
                </a:lnTo>
                <a:lnTo>
                  <a:pt x="152387" y="35165"/>
                </a:lnTo>
                <a:lnTo>
                  <a:pt x="152387" y="32576"/>
                </a:lnTo>
                <a:lnTo>
                  <a:pt x="153866" y="32576"/>
                </a:lnTo>
                <a:lnTo>
                  <a:pt x="153866" y="30076"/>
                </a:lnTo>
                <a:lnTo>
                  <a:pt x="155346" y="30076"/>
                </a:lnTo>
                <a:lnTo>
                  <a:pt x="155346" y="27667"/>
                </a:lnTo>
                <a:lnTo>
                  <a:pt x="156825" y="27667"/>
                </a:lnTo>
                <a:lnTo>
                  <a:pt x="156825" y="25350"/>
                </a:lnTo>
                <a:lnTo>
                  <a:pt x="158305" y="25350"/>
                </a:lnTo>
                <a:lnTo>
                  <a:pt x="158305" y="23126"/>
                </a:lnTo>
                <a:lnTo>
                  <a:pt x="159784" y="23126"/>
                </a:lnTo>
                <a:lnTo>
                  <a:pt x="159784" y="20998"/>
                </a:lnTo>
                <a:lnTo>
                  <a:pt x="161264" y="20998"/>
                </a:lnTo>
                <a:lnTo>
                  <a:pt x="161264" y="18966"/>
                </a:lnTo>
                <a:lnTo>
                  <a:pt x="162743" y="18966"/>
                </a:lnTo>
                <a:lnTo>
                  <a:pt x="162743" y="17033"/>
                </a:lnTo>
                <a:lnTo>
                  <a:pt x="164223" y="17033"/>
                </a:lnTo>
                <a:lnTo>
                  <a:pt x="164223" y="15199"/>
                </a:lnTo>
                <a:lnTo>
                  <a:pt x="165702" y="15199"/>
                </a:lnTo>
                <a:lnTo>
                  <a:pt x="165702" y="13466"/>
                </a:lnTo>
                <a:lnTo>
                  <a:pt x="167182" y="13466"/>
                </a:lnTo>
                <a:lnTo>
                  <a:pt x="167182" y="11835"/>
                </a:lnTo>
                <a:lnTo>
                  <a:pt x="168661" y="11835"/>
                </a:lnTo>
                <a:lnTo>
                  <a:pt x="168661" y="10308"/>
                </a:lnTo>
                <a:lnTo>
                  <a:pt x="170140" y="10308"/>
                </a:lnTo>
                <a:lnTo>
                  <a:pt x="170140" y="8885"/>
                </a:lnTo>
                <a:lnTo>
                  <a:pt x="171620" y="8885"/>
                </a:lnTo>
                <a:lnTo>
                  <a:pt x="171620" y="7567"/>
                </a:lnTo>
                <a:lnTo>
                  <a:pt x="173099" y="7567"/>
                </a:lnTo>
                <a:lnTo>
                  <a:pt x="173099" y="6356"/>
                </a:lnTo>
                <a:lnTo>
                  <a:pt x="174579" y="6356"/>
                </a:lnTo>
                <a:lnTo>
                  <a:pt x="174579" y="5252"/>
                </a:lnTo>
                <a:lnTo>
                  <a:pt x="176058" y="5252"/>
                </a:lnTo>
                <a:lnTo>
                  <a:pt x="176058" y="4257"/>
                </a:lnTo>
                <a:lnTo>
                  <a:pt x="177538" y="4257"/>
                </a:lnTo>
                <a:lnTo>
                  <a:pt x="177538" y="3370"/>
                </a:lnTo>
                <a:lnTo>
                  <a:pt x="179017" y="3370"/>
                </a:lnTo>
                <a:lnTo>
                  <a:pt x="179017" y="2592"/>
                </a:lnTo>
                <a:lnTo>
                  <a:pt x="180497" y="2592"/>
                </a:lnTo>
                <a:lnTo>
                  <a:pt x="180497" y="1925"/>
                </a:lnTo>
                <a:lnTo>
                  <a:pt x="181976" y="1925"/>
                </a:lnTo>
                <a:lnTo>
                  <a:pt x="181976" y="1368"/>
                </a:lnTo>
                <a:lnTo>
                  <a:pt x="183456" y="1368"/>
                </a:lnTo>
                <a:lnTo>
                  <a:pt x="183456" y="922"/>
                </a:lnTo>
                <a:lnTo>
                  <a:pt x="184935" y="922"/>
                </a:lnTo>
                <a:lnTo>
                  <a:pt x="184935" y="587"/>
                </a:lnTo>
                <a:lnTo>
                  <a:pt x="186415" y="587"/>
                </a:lnTo>
                <a:lnTo>
                  <a:pt x="186415" y="363"/>
                </a:lnTo>
                <a:lnTo>
                  <a:pt x="187894" y="363"/>
                </a:lnTo>
                <a:lnTo>
                  <a:pt x="187894" y="252"/>
                </a:lnTo>
                <a:lnTo>
                  <a:pt x="189374" y="252"/>
                </a:lnTo>
                <a:lnTo>
                  <a:pt x="189374" y="238"/>
                </a:lnTo>
                <a:lnTo>
                  <a:pt x="2461858" y="238"/>
                </a:lnTo>
                <a:lnTo>
                  <a:pt x="2461858" y="252"/>
                </a:lnTo>
                <a:lnTo>
                  <a:pt x="2463337" y="252"/>
                </a:lnTo>
                <a:lnTo>
                  <a:pt x="2463337" y="363"/>
                </a:lnTo>
                <a:lnTo>
                  <a:pt x="2464817" y="363"/>
                </a:lnTo>
                <a:lnTo>
                  <a:pt x="2464817" y="587"/>
                </a:lnTo>
                <a:lnTo>
                  <a:pt x="2466296" y="587"/>
                </a:lnTo>
                <a:lnTo>
                  <a:pt x="2466296" y="922"/>
                </a:lnTo>
                <a:lnTo>
                  <a:pt x="2467776" y="922"/>
                </a:lnTo>
                <a:lnTo>
                  <a:pt x="2467776" y="1368"/>
                </a:lnTo>
                <a:lnTo>
                  <a:pt x="2469255" y="1368"/>
                </a:lnTo>
                <a:lnTo>
                  <a:pt x="2469255" y="1925"/>
                </a:lnTo>
                <a:lnTo>
                  <a:pt x="2470735" y="1925"/>
                </a:lnTo>
                <a:lnTo>
                  <a:pt x="2470735" y="2592"/>
                </a:lnTo>
                <a:lnTo>
                  <a:pt x="2472214" y="2592"/>
                </a:lnTo>
                <a:lnTo>
                  <a:pt x="2472214" y="3370"/>
                </a:lnTo>
                <a:lnTo>
                  <a:pt x="2473694" y="3370"/>
                </a:lnTo>
                <a:lnTo>
                  <a:pt x="2473694" y="4257"/>
                </a:lnTo>
                <a:lnTo>
                  <a:pt x="2475173" y="4257"/>
                </a:lnTo>
                <a:lnTo>
                  <a:pt x="2475173" y="5252"/>
                </a:lnTo>
                <a:lnTo>
                  <a:pt x="2476653" y="5252"/>
                </a:lnTo>
                <a:lnTo>
                  <a:pt x="2476653" y="6356"/>
                </a:lnTo>
                <a:lnTo>
                  <a:pt x="2478132" y="6356"/>
                </a:lnTo>
                <a:lnTo>
                  <a:pt x="2478132" y="7567"/>
                </a:lnTo>
                <a:lnTo>
                  <a:pt x="2479612" y="7567"/>
                </a:lnTo>
                <a:lnTo>
                  <a:pt x="2479612" y="8885"/>
                </a:lnTo>
                <a:lnTo>
                  <a:pt x="2481091" y="8885"/>
                </a:lnTo>
                <a:lnTo>
                  <a:pt x="2481091" y="10308"/>
                </a:lnTo>
                <a:lnTo>
                  <a:pt x="2482571" y="10308"/>
                </a:lnTo>
                <a:lnTo>
                  <a:pt x="2482571" y="11835"/>
                </a:lnTo>
                <a:lnTo>
                  <a:pt x="2484050" y="11835"/>
                </a:lnTo>
                <a:lnTo>
                  <a:pt x="2484050" y="13466"/>
                </a:lnTo>
                <a:lnTo>
                  <a:pt x="2485530" y="13466"/>
                </a:lnTo>
                <a:lnTo>
                  <a:pt x="2485530" y="15199"/>
                </a:lnTo>
                <a:lnTo>
                  <a:pt x="2487009" y="15199"/>
                </a:lnTo>
                <a:lnTo>
                  <a:pt x="2487009" y="17033"/>
                </a:lnTo>
                <a:lnTo>
                  <a:pt x="2488489" y="17033"/>
                </a:lnTo>
                <a:lnTo>
                  <a:pt x="2488489" y="18966"/>
                </a:lnTo>
                <a:lnTo>
                  <a:pt x="2489968" y="18966"/>
                </a:lnTo>
                <a:lnTo>
                  <a:pt x="2489968" y="20998"/>
                </a:lnTo>
                <a:lnTo>
                  <a:pt x="2491448" y="20998"/>
                </a:lnTo>
                <a:lnTo>
                  <a:pt x="2491448" y="23126"/>
                </a:lnTo>
                <a:lnTo>
                  <a:pt x="2492927" y="23126"/>
                </a:lnTo>
                <a:lnTo>
                  <a:pt x="2492927" y="25350"/>
                </a:lnTo>
                <a:lnTo>
                  <a:pt x="2494407" y="25350"/>
                </a:lnTo>
                <a:lnTo>
                  <a:pt x="2494407" y="27667"/>
                </a:lnTo>
                <a:lnTo>
                  <a:pt x="2495886" y="27667"/>
                </a:lnTo>
                <a:lnTo>
                  <a:pt x="2495886" y="30076"/>
                </a:lnTo>
                <a:lnTo>
                  <a:pt x="2497366" y="30076"/>
                </a:lnTo>
                <a:lnTo>
                  <a:pt x="2497366" y="32576"/>
                </a:lnTo>
                <a:lnTo>
                  <a:pt x="2498845" y="32576"/>
                </a:lnTo>
                <a:lnTo>
                  <a:pt x="2498845" y="35165"/>
                </a:lnTo>
                <a:lnTo>
                  <a:pt x="2500325" y="35165"/>
                </a:lnTo>
                <a:lnTo>
                  <a:pt x="2500325" y="37840"/>
                </a:lnTo>
                <a:lnTo>
                  <a:pt x="2501804" y="37840"/>
                </a:lnTo>
                <a:lnTo>
                  <a:pt x="2501804" y="40600"/>
                </a:lnTo>
                <a:lnTo>
                  <a:pt x="2503284" y="40600"/>
                </a:lnTo>
                <a:lnTo>
                  <a:pt x="2503284" y="43443"/>
                </a:lnTo>
                <a:lnTo>
                  <a:pt x="2504763" y="43443"/>
                </a:lnTo>
                <a:lnTo>
                  <a:pt x="2504763" y="46367"/>
                </a:lnTo>
                <a:lnTo>
                  <a:pt x="2506242" y="46367"/>
                </a:lnTo>
                <a:lnTo>
                  <a:pt x="2506242" y="49371"/>
                </a:lnTo>
                <a:lnTo>
                  <a:pt x="2507722" y="49371"/>
                </a:lnTo>
                <a:lnTo>
                  <a:pt x="2507722" y="52452"/>
                </a:lnTo>
                <a:lnTo>
                  <a:pt x="2509201" y="52452"/>
                </a:lnTo>
                <a:lnTo>
                  <a:pt x="2509201" y="55607"/>
                </a:lnTo>
                <a:lnTo>
                  <a:pt x="2510681" y="55607"/>
                </a:lnTo>
                <a:lnTo>
                  <a:pt x="2510681" y="58836"/>
                </a:lnTo>
                <a:lnTo>
                  <a:pt x="2512160" y="58836"/>
                </a:lnTo>
                <a:lnTo>
                  <a:pt x="2512160" y="62135"/>
                </a:lnTo>
                <a:lnTo>
                  <a:pt x="2513640" y="62135"/>
                </a:lnTo>
                <a:lnTo>
                  <a:pt x="2513640" y="65503"/>
                </a:lnTo>
                <a:lnTo>
                  <a:pt x="2515119" y="65503"/>
                </a:lnTo>
                <a:lnTo>
                  <a:pt x="2515119" y="68937"/>
                </a:lnTo>
                <a:lnTo>
                  <a:pt x="2516599" y="68937"/>
                </a:lnTo>
                <a:lnTo>
                  <a:pt x="2516599" y="72435"/>
                </a:lnTo>
                <a:lnTo>
                  <a:pt x="2518078" y="72435"/>
                </a:lnTo>
                <a:lnTo>
                  <a:pt x="2518078" y="75995"/>
                </a:lnTo>
                <a:lnTo>
                  <a:pt x="2519558" y="75995"/>
                </a:lnTo>
                <a:lnTo>
                  <a:pt x="2519558" y="79615"/>
                </a:lnTo>
                <a:lnTo>
                  <a:pt x="2521037" y="79615"/>
                </a:lnTo>
                <a:lnTo>
                  <a:pt x="2521037" y="83291"/>
                </a:lnTo>
                <a:lnTo>
                  <a:pt x="2522517" y="83291"/>
                </a:lnTo>
                <a:lnTo>
                  <a:pt x="2522517" y="87023"/>
                </a:lnTo>
                <a:lnTo>
                  <a:pt x="2523996" y="87023"/>
                </a:lnTo>
                <a:lnTo>
                  <a:pt x="2523996" y="90807"/>
                </a:lnTo>
                <a:lnTo>
                  <a:pt x="2525476" y="90807"/>
                </a:lnTo>
                <a:lnTo>
                  <a:pt x="2525476" y="94641"/>
                </a:lnTo>
                <a:lnTo>
                  <a:pt x="2526955" y="94641"/>
                </a:lnTo>
                <a:lnTo>
                  <a:pt x="2526955" y="98523"/>
                </a:lnTo>
                <a:lnTo>
                  <a:pt x="2528435" y="98523"/>
                </a:lnTo>
                <a:lnTo>
                  <a:pt x="2528435" y="102450"/>
                </a:lnTo>
                <a:lnTo>
                  <a:pt x="2529914" y="102450"/>
                </a:lnTo>
                <a:lnTo>
                  <a:pt x="2529914" y="106420"/>
                </a:lnTo>
                <a:lnTo>
                  <a:pt x="2531394" y="106420"/>
                </a:lnTo>
                <a:lnTo>
                  <a:pt x="2531394" y="110431"/>
                </a:lnTo>
                <a:lnTo>
                  <a:pt x="2532873" y="110431"/>
                </a:lnTo>
                <a:lnTo>
                  <a:pt x="2532873" y="114479"/>
                </a:lnTo>
                <a:lnTo>
                  <a:pt x="2534353" y="114479"/>
                </a:lnTo>
                <a:lnTo>
                  <a:pt x="2534353" y="118564"/>
                </a:lnTo>
                <a:lnTo>
                  <a:pt x="2535832" y="118564"/>
                </a:lnTo>
                <a:lnTo>
                  <a:pt x="2535832" y="122681"/>
                </a:lnTo>
                <a:lnTo>
                  <a:pt x="2537311" y="122681"/>
                </a:lnTo>
                <a:lnTo>
                  <a:pt x="2537311" y="126830"/>
                </a:lnTo>
                <a:lnTo>
                  <a:pt x="2538791" y="126830"/>
                </a:lnTo>
                <a:lnTo>
                  <a:pt x="2538791" y="131007"/>
                </a:lnTo>
                <a:lnTo>
                  <a:pt x="2540270" y="131007"/>
                </a:lnTo>
                <a:lnTo>
                  <a:pt x="2540270" y="135210"/>
                </a:lnTo>
                <a:lnTo>
                  <a:pt x="2541750" y="135210"/>
                </a:lnTo>
                <a:lnTo>
                  <a:pt x="2541750" y="139437"/>
                </a:lnTo>
                <a:lnTo>
                  <a:pt x="2543229" y="139437"/>
                </a:lnTo>
                <a:lnTo>
                  <a:pt x="2543229" y="143686"/>
                </a:lnTo>
                <a:lnTo>
                  <a:pt x="2544709" y="143686"/>
                </a:lnTo>
                <a:lnTo>
                  <a:pt x="2544709" y="147953"/>
                </a:lnTo>
                <a:lnTo>
                  <a:pt x="2546188" y="147953"/>
                </a:lnTo>
                <a:lnTo>
                  <a:pt x="2546188" y="152237"/>
                </a:lnTo>
                <a:lnTo>
                  <a:pt x="2547668" y="152237"/>
                </a:lnTo>
                <a:lnTo>
                  <a:pt x="2547668" y="156535"/>
                </a:lnTo>
                <a:lnTo>
                  <a:pt x="2549147" y="156535"/>
                </a:lnTo>
                <a:lnTo>
                  <a:pt x="2549147" y="160846"/>
                </a:lnTo>
                <a:lnTo>
                  <a:pt x="2550627" y="160846"/>
                </a:lnTo>
                <a:lnTo>
                  <a:pt x="2550627" y="165166"/>
                </a:lnTo>
                <a:lnTo>
                  <a:pt x="2552106" y="165166"/>
                </a:lnTo>
                <a:lnTo>
                  <a:pt x="2552106" y="169494"/>
                </a:lnTo>
                <a:lnTo>
                  <a:pt x="2553586" y="169494"/>
                </a:lnTo>
                <a:lnTo>
                  <a:pt x="2553586" y="173828"/>
                </a:lnTo>
                <a:lnTo>
                  <a:pt x="2555065" y="173828"/>
                </a:lnTo>
                <a:lnTo>
                  <a:pt x="2555065" y="178164"/>
                </a:lnTo>
                <a:lnTo>
                  <a:pt x="2556545" y="178164"/>
                </a:lnTo>
                <a:lnTo>
                  <a:pt x="2556545" y="182502"/>
                </a:lnTo>
                <a:lnTo>
                  <a:pt x="2558024" y="182502"/>
                </a:lnTo>
                <a:lnTo>
                  <a:pt x="2558024" y="186839"/>
                </a:lnTo>
                <a:lnTo>
                  <a:pt x="2559504" y="186839"/>
                </a:lnTo>
                <a:lnTo>
                  <a:pt x="2559504" y="191172"/>
                </a:lnTo>
                <a:lnTo>
                  <a:pt x="2560983" y="191172"/>
                </a:lnTo>
                <a:lnTo>
                  <a:pt x="2560983" y="195500"/>
                </a:lnTo>
                <a:lnTo>
                  <a:pt x="2562463" y="195500"/>
                </a:lnTo>
                <a:lnTo>
                  <a:pt x="2562463" y="199821"/>
                </a:lnTo>
                <a:lnTo>
                  <a:pt x="2563942" y="199821"/>
                </a:lnTo>
                <a:lnTo>
                  <a:pt x="2563942" y="204133"/>
                </a:lnTo>
                <a:lnTo>
                  <a:pt x="2565422" y="204133"/>
                </a:lnTo>
                <a:lnTo>
                  <a:pt x="2565422" y="208434"/>
                </a:lnTo>
                <a:lnTo>
                  <a:pt x="2566901" y="208434"/>
                </a:lnTo>
                <a:lnTo>
                  <a:pt x="2566901" y="212722"/>
                </a:lnTo>
                <a:lnTo>
                  <a:pt x="2568381" y="212722"/>
                </a:lnTo>
                <a:lnTo>
                  <a:pt x="2568381" y="216995"/>
                </a:lnTo>
                <a:lnTo>
                  <a:pt x="2569860" y="216995"/>
                </a:lnTo>
                <a:lnTo>
                  <a:pt x="2569860" y="221251"/>
                </a:lnTo>
                <a:lnTo>
                  <a:pt x="2571340" y="221251"/>
                </a:lnTo>
                <a:lnTo>
                  <a:pt x="2571340" y="225489"/>
                </a:lnTo>
                <a:lnTo>
                  <a:pt x="2572819" y="225489"/>
                </a:lnTo>
                <a:lnTo>
                  <a:pt x="2572819" y="229707"/>
                </a:lnTo>
                <a:lnTo>
                  <a:pt x="2574299" y="229707"/>
                </a:lnTo>
                <a:lnTo>
                  <a:pt x="2574299" y="233903"/>
                </a:lnTo>
                <a:lnTo>
                  <a:pt x="2575778" y="233903"/>
                </a:lnTo>
                <a:lnTo>
                  <a:pt x="2575778" y="238075"/>
                </a:lnTo>
                <a:lnTo>
                  <a:pt x="2577258" y="238075"/>
                </a:lnTo>
                <a:lnTo>
                  <a:pt x="2577258" y="242223"/>
                </a:lnTo>
                <a:lnTo>
                  <a:pt x="2578737" y="242223"/>
                </a:lnTo>
                <a:lnTo>
                  <a:pt x="2578737" y="246344"/>
                </a:lnTo>
                <a:lnTo>
                  <a:pt x="2580217" y="246344"/>
                </a:lnTo>
                <a:lnTo>
                  <a:pt x="2580217" y="250436"/>
                </a:lnTo>
                <a:lnTo>
                  <a:pt x="2581696" y="250436"/>
                </a:lnTo>
                <a:lnTo>
                  <a:pt x="2581696" y="254500"/>
                </a:lnTo>
                <a:lnTo>
                  <a:pt x="2583176" y="254500"/>
                </a:lnTo>
                <a:lnTo>
                  <a:pt x="2583176" y="258532"/>
                </a:lnTo>
                <a:lnTo>
                  <a:pt x="2584655" y="258532"/>
                </a:lnTo>
                <a:lnTo>
                  <a:pt x="2584655" y="262532"/>
                </a:lnTo>
                <a:lnTo>
                  <a:pt x="2586134" y="262532"/>
                </a:lnTo>
                <a:lnTo>
                  <a:pt x="2586134" y="266499"/>
                </a:lnTo>
                <a:lnTo>
                  <a:pt x="2587614" y="266499"/>
                </a:lnTo>
                <a:lnTo>
                  <a:pt x="2587614" y="270431"/>
                </a:lnTo>
                <a:lnTo>
                  <a:pt x="2589093" y="270431"/>
                </a:lnTo>
                <a:lnTo>
                  <a:pt x="2589093" y="274327"/>
                </a:lnTo>
                <a:lnTo>
                  <a:pt x="2590573" y="274327"/>
                </a:lnTo>
                <a:lnTo>
                  <a:pt x="2590573" y="278186"/>
                </a:lnTo>
                <a:lnTo>
                  <a:pt x="2592052" y="278186"/>
                </a:lnTo>
                <a:lnTo>
                  <a:pt x="2592052" y="282007"/>
                </a:lnTo>
                <a:lnTo>
                  <a:pt x="2593532" y="282007"/>
                </a:lnTo>
                <a:lnTo>
                  <a:pt x="2593532" y="285789"/>
                </a:lnTo>
                <a:lnTo>
                  <a:pt x="2595011" y="285789"/>
                </a:lnTo>
                <a:lnTo>
                  <a:pt x="2595011" y="289531"/>
                </a:lnTo>
                <a:lnTo>
                  <a:pt x="2596491" y="289531"/>
                </a:lnTo>
                <a:lnTo>
                  <a:pt x="2596491" y="293231"/>
                </a:lnTo>
                <a:lnTo>
                  <a:pt x="2597970" y="293231"/>
                </a:lnTo>
                <a:lnTo>
                  <a:pt x="2597970" y="296890"/>
                </a:lnTo>
                <a:lnTo>
                  <a:pt x="2599450" y="296890"/>
                </a:lnTo>
                <a:lnTo>
                  <a:pt x="2599450" y="300505"/>
                </a:lnTo>
                <a:lnTo>
                  <a:pt x="2600929" y="300505"/>
                </a:lnTo>
                <a:lnTo>
                  <a:pt x="2600929" y="304077"/>
                </a:lnTo>
                <a:lnTo>
                  <a:pt x="2602409" y="304077"/>
                </a:lnTo>
                <a:lnTo>
                  <a:pt x="2602409" y="307605"/>
                </a:lnTo>
                <a:lnTo>
                  <a:pt x="2603888" y="307605"/>
                </a:lnTo>
                <a:lnTo>
                  <a:pt x="2603888" y="311088"/>
                </a:lnTo>
                <a:lnTo>
                  <a:pt x="2605368" y="311088"/>
                </a:lnTo>
                <a:lnTo>
                  <a:pt x="2605368" y="314525"/>
                </a:lnTo>
                <a:lnTo>
                  <a:pt x="2606847" y="314525"/>
                </a:lnTo>
                <a:lnTo>
                  <a:pt x="2606847" y="317916"/>
                </a:lnTo>
                <a:lnTo>
                  <a:pt x="2608327" y="317916"/>
                </a:lnTo>
                <a:lnTo>
                  <a:pt x="2608327" y="321260"/>
                </a:lnTo>
                <a:lnTo>
                  <a:pt x="2609806" y="321260"/>
                </a:lnTo>
                <a:lnTo>
                  <a:pt x="2609806" y="324556"/>
                </a:lnTo>
                <a:lnTo>
                  <a:pt x="2611286" y="324556"/>
                </a:lnTo>
                <a:lnTo>
                  <a:pt x="2611286" y="327805"/>
                </a:lnTo>
                <a:lnTo>
                  <a:pt x="2612765" y="327805"/>
                </a:lnTo>
                <a:lnTo>
                  <a:pt x="2612765" y="331006"/>
                </a:lnTo>
                <a:lnTo>
                  <a:pt x="2614245" y="331006"/>
                </a:lnTo>
                <a:lnTo>
                  <a:pt x="2614245" y="334159"/>
                </a:lnTo>
                <a:lnTo>
                  <a:pt x="2615724" y="334159"/>
                </a:lnTo>
                <a:lnTo>
                  <a:pt x="2615724" y="337262"/>
                </a:lnTo>
                <a:lnTo>
                  <a:pt x="2617203" y="337262"/>
                </a:lnTo>
                <a:lnTo>
                  <a:pt x="2617203" y="340317"/>
                </a:lnTo>
                <a:lnTo>
                  <a:pt x="2618683" y="340317"/>
                </a:lnTo>
                <a:lnTo>
                  <a:pt x="2618683" y="343322"/>
                </a:lnTo>
                <a:lnTo>
                  <a:pt x="2620162" y="343322"/>
                </a:lnTo>
                <a:lnTo>
                  <a:pt x="2620162" y="346277"/>
                </a:lnTo>
                <a:lnTo>
                  <a:pt x="2621642" y="346277"/>
                </a:lnTo>
                <a:lnTo>
                  <a:pt x="2621642" y="349183"/>
                </a:lnTo>
                <a:lnTo>
                  <a:pt x="2623121" y="349183"/>
                </a:lnTo>
                <a:lnTo>
                  <a:pt x="2623121" y="352040"/>
                </a:lnTo>
                <a:lnTo>
                  <a:pt x="2624601" y="352040"/>
                </a:lnTo>
                <a:lnTo>
                  <a:pt x="2624601" y="354846"/>
                </a:lnTo>
                <a:lnTo>
                  <a:pt x="2626080" y="354846"/>
                </a:lnTo>
                <a:lnTo>
                  <a:pt x="2626080" y="357603"/>
                </a:lnTo>
                <a:lnTo>
                  <a:pt x="2627560" y="357603"/>
                </a:lnTo>
                <a:lnTo>
                  <a:pt x="2627560" y="360309"/>
                </a:lnTo>
                <a:lnTo>
                  <a:pt x="2629039" y="360309"/>
                </a:lnTo>
                <a:lnTo>
                  <a:pt x="2629039" y="362966"/>
                </a:lnTo>
                <a:lnTo>
                  <a:pt x="2630519" y="362966"/>
                </a:lnTo>
                <a:lnTo>
                  <a:pt x="2630519" y="365573"/>
                </a:lnTo>
                <a:lnTo>
                  <a:pt x="2631998" y="365573"/>
                </a:lnTo>
                <a:lnTo>
                  <a:pt x="2631998" y="368131"/>
                </a:lnTo>
                <a:lnTo>
                  <a:pt x="2633478" y="368131"/>
                </a:lnTo>
                <a:lnTo>
                  <a:pt x="2633478" y="370639"/>
                </a:lnTo>
                <a:lnTo>
                  <a:pt x="2634957" y="370639"/>
                </a:lnTo>
                <a:lnTo>
                  <a:pt x="2634957" y="373097"/>
                </a:lnTo>
                <a:lnTo>
                  <a:pt x="2636437" y="373097"/>
                </a:lnTo>
                <a:lnTo>
                  <a:pt x="2636437" y="375507"/>
                </a:lnTo>
                <a:lnTo>
                  <a:pt x="2637916" y="375507"/>
                </a:lnTo>
                <a:lnTo>
                  <a:pt x="2637916" y="377868"/>
                </a:lnTo>
                <a:lnTo>
                  <a:pt x="2639396" y="377868"/>
                </a:lnTo>
                <a:lnTo>
                  <a:pt x="2639396" y="380180"/>
                </a:lnTo>
                <a:lnTo>
                  <a:pt x="2640875" y="380180"/>
                </a:lnTo>
                <a:lnTo>
                  <a:pt x="2640875" y="382444"/>
                </a:lnTo>
                <a:lnTo>
                  <a:pt x="2642355" y="382444"/>
                </a:lnTo>
                <a:lnTo>
                  <a:pt x="2642355" y="384659"/>
                </a:lnTo>
                <a:lnTo>
                  <a:pt x="2643834" y="384659"/>
                </a:lnTo>
                <a:lnTo>
                  <a:pt x="2643834" y="386828"/>
                </a:lnTo>
                <a:lnTo>
                  <a:pt x="2645314" y="386828"/>
                </a:lnTo>
                <a:lnTo>
                  <a:pt x="2645314" y="388948"/>
                </a:lnTo>
                <a:lnTo>
                  <a:pt x="2646793" y="388948"/>
                </a:lnTo>
                <a:lnTo>
                  <a:pt x="2646793" y="391022"/>
                </a:lnTo>
                <a:lnTo>
                  <a:pt x="2648272" y="391022"/>
                </a:lnTo>
                <a:lnTo>
                  <a:pt x="2648272" y="393050"/>
                </a:lnTo>
                <a:lnTo>
                  <a:pt x="2649752" y="393050"/>
                </a:lnTo>
                <a:lnTo>
                  <a:pt x="2649752" y="395031"/>
                </a:lnTo>
                <a:lnTo>
                  <a:pt x="2651232" y="395031"/>
                </a:lnTo>
                <a:lnTo>
                  <a:pt x="2651232" y="397918"/>
                </a:lnTo>
                <a:lnTo>
                  <a:pt x="2651232" y="397918"/>
                </a:lnTo>
                <a:lnTo>
                  <a:pt x="2649752" y="397918"/>
                </a:lnTo>
                <a:lnTo>
                  <a:pt x="2649752" y="397918"/>
                </a:lnTo>
                <a:lnTo>
                  <a:pt x="2648272" y="397918"/>
                </a:lnTo>
                <a:lnTo>
                  <a:pt x="2648272" y="397918"/>
                </a:lnTo>
                <a:lnTo>
                  <a:pt x="2646793" y="397918"/>
                </a:lnTo>
                <a:lnTo>
                  <a:pt x="2646793" y="397918"/>
                </a:lnTo>
                <a:lnTo>
                  <a:pt x="2645314" y="397918"/>
                </a:lnTo>
                <a:lnTo>
                  <a:pt x="2645314" y="397918"/>
                </a:lnTo>
                <a:lnTo>
                  <a:pt x="2643834" y="397918"/>
                </a:lnTo>
                <a:lnTo>
                  <a:pt x="2643834" y="397918"/>
                </a:lnTo>
                <a:lnTo>
                  <a:pt x="2642355" y="397918"/>
                </a:lnTo>
                <a:lnTo>
                  <a:pt x="2642355" y="397918"/>
                </a:lnTo>
                <a:lnTo>
                  <a:pt x="2640875" y="397918"/>
                </a:lnTo>
                <a:lnTo>
                  <a:pt x="2640875" y="397918"/>
                </a:lnTo>
                <a:lnTo>
                  <a:pt x="2639396" y="397918"/>
                </a:lnTo>
                <a:lnTo>
                  <a:pt x="2639396" y="397918"/>
                </a:lnTo>
                <a:lnTo>
                  <a:pt x="2637916" y="397918"/>
                </a:lnTo>
                <a:lnTo>
                  <a:pt x="2637916" y="397918"/>
                </a:lnTo>
                <a:lnTo>
                  <a:pt x="2636437" y="397918"/>
                </a:lnTo>
                <a:lnTo>
                  <a:pt x="2636437" y="397918"/>
                </a:lnTo>
                <a:lnTo>
                  <a:pt x="2634957" y="397918"/>
                </a:lnTo>
                <a:lnTo>
                  <a:pt x="2634957" y="397918"/>
                </a:lnTo>
                <a:lnTo>
                  <a:pt x="2633478" y="397918"/>
                </a:lnTo>
                <a:lnTo>
                  <a:pt x="2633478" y="397918"/>
                </a:lnTo>
                <a:lnTo>
                  <a:pt x="2631998" y="397918"/>
                </a:lnTo>
                <a:lnTo>
                  <a:pt x="2631998" y="397918"/>
                </a:lnTo>
                <a:lnTo>
                  <a:pt x="2630519" y="397918"/>
                </a:lnTo>
                <a:lnTo>
                  <a:pt x="2630519" y="397918"/>
                </a:lnTo>
                <a:lnTo>
                  <a:pt x="2629039" y="397918"/>
                </a:lnTo>
                <a:lnTo>
                  <a:pt x="2629039" y="397918"/>
                </a:lnTo>
                <a:lnTo>
                  <a:pt x="2627560" y="397918"/>
                </a:lnTo>
                <a:lnTo>
                  <a:pt x="2627560" y="397918"/>
                </a:lnTo>
                <a:lnTo>
                  <a:pt x="2626080" y="397918"/>
                </a:lnTo>
                <a:lnTo>
                  <a:pt x="2626080" y="397918"/>
                </a:lnTo>
                <a:lnTo>
                  <a:pt x="2624601" y="397918"/>
                </a:lnTo>
                <a:lnTo>
                  <a:pt x="2624601" y="397918"/>
                </a:lnTo>
                <a:lnTo>
                  <a:pt x="2623121" y="397918"/>
                </a:lnTo>
                <a:lnTo>
                  <a:pt x="2623121" y="397918"/>
                </a:lnTo>
                <a:lnTo>
                  <a:pt x="2621642" y="397918"/>
                </a:lnTo>
                <a:lnTo>
                  <a:pt x="2621642" y="397918"/>
                </a:lnTo>
                <a:lnTo>
                  <a:pt x="2620162" y="397918"/>
                </a:lnTo>
                <a:lnTo>
                  <a:pt x="2620162" y="397918"/>
                </a:lnTo>
                <a:lnTo>
                  <a:pt x="2618683" y="397918"/>
                </a:lnTo>
                <a:lnTo>
                  <a:pt x="2618683" y="397918"/>
                </a:lnTo>
                <a:lnTo>
                  <a:pt x="2617203" y="397918"/>
                </a:lnTo>
                <a:lnTo>
                  <a:pt x="2617203" y="397918"/>
                </a:lnTo>
                <a:lnTo>
                  <a:pt x="2615724" y="397918"/>
                </a:lnTo>
                <a:lnTo>
                  <a:pt x="2615724" y="397918"/>
                </a:lnTo>
                <a:lnTo>
                  <a:pt x="2614245" y="397918"/>
                </a:lnTo>
                <a:lnTo>
                  <a:pt x="2614245" y="397918"/>
                </a:lnTo>
                <a:lnTo>
                  <a:pt x="2612765" y="397918"/>
                </a:lnTo>
                <a:lnTo>
                  <a:pt x="2612765" y="397918"/>
                </a:lnTo>
                <a:lnTo>
                  <a:pt x="2611286" y="397918"/>
                </a:lnTo>
                <a:lnTo>
                  <a:pt x="2611286" y="397918"/>
                </a:lnTo>
                <a:lnTo>
                  <a:pt x="2609806" y="397918"/>
                </a:lnTo>
                <a:lnTo>
                  <a:pt x="2609806" y="397918"/>
                </a:lnTo>
                <a:lnTo>
                  <a:pt x="2608327" y="397918"/>
                </a:lnTo>
                <a:lnTo>
                  <a:pt x="2608327" y="397918"/>
                </a:lnTo>
                <a:lnTo>
                  <a:pt x="2606847" y="397918"/>
                </a:lnTo>
                <a:lnTo>
                  <a:pt x="2606847" y="397918"/>
                </a:lnTo>
                <a:lnTo>
                  <a:pt x="2605368" y="397918"/>
                </a:lnTo>
                <a:lnTo>
                  <a:pt x="2605368" y="397918"/>
                </a:lnTo>
                <a:lnTo>
                  <a:pt x="2603888" y="397918"/>
                </a:lnTo>
                <a:lnTo>
                  <a:pt x="2603888" y="397918"/>
                </a:lnTo>
                <a:lnTo>
                  <a:pt x="2602409" y="397918"/>
                </a:lnTo>
                <a:lnTo>
                  <a:pt x="2602409" y="397918"/>
                </a:lnTo>
                <a:lnTo>
                  <a:pt x="2600929" y="397918"/>
                </a:lnTo>
                <a:lnTo>
                  <a:pt x="2600929" y="397918"/>
                </a:lnTo>
                <a:lnTo>
                  <a:pt x="2599450" y="397918"/>
                </a:lnTo>
                <a:lnTo>
                  <a:pt x="2599450" y="397918"/>
                </a:lnTo>
                <a:lnTo>
                  <a:pt x="2597970" y="397918"/>
                </a:lnTo>
                <a:lnTo>
                  <a:pt x="2597970" y="397918"/>
                </a:lnTo>
                <a:lnTo>
                  <a:pt x="2596491" y="397918"/>
                </a:lnTo>
                <a:lnTo>
                  <a:pt x="2596491" y="397918"/>
                </a:lnTo>
                <a:lnTo>
                  <a:pt x="2595011" y="397918"/>
                </a:lnTo>
                <a:lnTo>
                  <a:pt x="2595011" y="397918"/>
                </a:lnTo>
                <a:lnTo>
                  <a:pt x="2593532" y="397918"/>
                </a:lnTo>
                <a:lnTo>
                  <a:pt x="2593532" y="397918"/>
                </a:lnTo>
                <a:lnTo>
                  <a:pt x="2592052" y="397918"/>
                </a:lnTo>
                <a:lnTo>
                  <a:pt x="2592052" y="397918"/>
                </a:lnTo>
                <a:lnTo>
                  <a:pt x="2590573" y="397918"/>
                </a:lnTo>
                <a:lnTo>
                  <a:pt x="2590573" y="397918"/>
                </a:lnTo>
                <a:lnTo>
                  <a:pt x="2589093" y="397918"/>
                </a:lnTo>
                <a:lnTo>
                  <a:pt x="2589093" y="397918"/>
                </a:lnTo>
                <a:lnTo>
                  <a:pt x="2587614" y="397918"/>
                </a:lnTo>
                <a:lnTo>
                  <a:pt x="2587614" y="397918"/>
                </a:lnTo>
                <a:lnTo>
                  <a:pt x="2586134" y="397918"/>
                </a:lnTo>
                <a:lnTo>
                  <a:pt x="2586134" y="397918"/>
                </a:lnTo>
                <a:lnTo>
                  <a:pt x="2584655" y="397918"/>
                </a:lnTo>
                <a:lnTo>
                  <a:pt x="2584655" y="397918"/>
                </a:lnTo>
                <a:lnTo>
                  <a:pt x="2583176" y="397918"/>
                </a:lnTo>
                <a:lnTo>
                  <a:pt x="2583176" y="397918"/>
                </a:lnTo>
                <a:lnTo>
                  <a:pt x="2581696" y="397918"/>
                </a:lnTo>
                <a:lnTo>
                  <a:pt x="2581696" y="397918"/>
                </a:lnTo>
                <a:lnTo>
                  <a:pt x="2580217" y="397918"/>
                </a:lnTo>
                <a:lnTo>
                  <a:pt x="2580217" y="397918"/>
                </a:lnTo>
                <a:lnTo>
                  <a:pt x="2578737" y="397918"/>
                </a:lnTo>
                <a:lnTo>
                  <a:pt x="2578737" y="397918"/>
                </a:lnTo>
                <a:lnTo>
                  <a:pt x="2577258" y="397918"/>
                </a:lnTo>
                <a:lnTo>
                  <a:pt x="2577258" y="397918"/>
                </a:lnTo>
                <a:lnTo>
                  <a:pt x="2575778" y="397918"/>
                </a:lnTo>
                <a:lnTo>
                  <a:pt x="2575778" y="397918"/>
                </a:lnTo>
                <a:lnTo>
                  <a:pt x="2574299" y="397918"/>
                </a:lnTo>
                <a:lnTo>
                  <a:pt x="2574299" y="397918"/>
                </a:lnTo>
                <a:lnTo>
                  <a:pt x="2572819" y="397918"/>
                </a:lnTo>
                <a:lnTo>
                  <a:pt x="2572819" y="397918"/>
                </a:lnTo>
                <a:lnTo>
                  <a:pt x="2571340" y="397918"/>
                </a:lnTo>
                <a:lnTo>
                  <a:pt x="2571340" y="397918"/>
                </a:lnTo>
                <a:lnTo>
                  <a:pt x="2569860" y="397918"/>
                </a:lnTo>
                <a:lnTo>
                  <a:pt x="2569860" y="397918"/>
                </a:lnTo>
                <a:lnTo>
                  <a:pt x="2568381" y="397918"/>
                </a:lnTo>
                <a:lnTo>
                  <a:pt x="2568381" y="397918"/>
                </a:lnTo>
                <a:lnTo>
                  <a:pt x="2566901" y="397918"/>
                </a:lnTo>
                <a:lnTo>
                  <a:pt x="2566901" y="397918"/>
                </a:lnTo>
                <a:lnTo>
                  <a:pt x="2565422" y="397918"/>
                </a:lnTo>
                <a:lnTo>
                  <a:pt x="2565422" y="397918"/>
                </a:lnTo>
                <a:lnTo>
                  <a:pt x="2563942" y="397918"/>
                </a:lnTo>
                <a:lnTo>
                  <a:pt x="2563942" y="397918"/>
                </a:lnTo>
                <a:lnTo>
                  <a:pt x="2562463" y="397918"/>
                </a:lnTo>
                <a:lnTo>
                  <a:pt x="2562463" y="397918"/>
                </a:lnTo>
                <a:lnTo>
                  <a:pt x="2560983" y="397918"/>
                </a:lnTo>
                <a:lnTo>
                  <a:pt x="2560983" y="397918"/>
                </a:lnTo>
                <a:lnTo>
                  <a:pt x="2559504" y="397918"/>
                </a:lnTo>
                <a:lnTo>
                  <a:pt x="2559504" y="397918"/>
                </a:lnTo>
                <a:lnTo>
                  <a:pt x="2558024" y="397918"/>
                </a:lnTo>
                <a:lnTo>
                  <a:pt x="2558024" y="397918"/>
                </a:lnTo>
                <a:lnTo>
                  <a:pt x="2556545" y="397918"/>
                </a:lnTo>
                <a:lnTo>
                  <a:pt x="2556545" y="397918"/>
                </a:lnTo>
                <a:lnTo>
                  <a:pt x="2555065" y="397918"/>
                </a:lnTo>
                <a:lnTo>
                  <a:pt x="2555065" y="397918"/>
                </a:lnTo>
                <a:lnTo>
                  <a:pt x="2553586" y="397918"/>
                </a:lnTo>
                <a:lnTo>
                  <a:pt x="2553586" y="397918"/>
                </a:lnTo>
                <a:lnTo>
                  <a:pt x="2552106" y="397918"/>
                </a:lnTo>
                <a:lnTo>
                  <a:pt x="2552106" y="397918"/>
                </a:lnTo>
                <a:lnTo>
                  <a:pt x="2550627" y="397918"/>
                </a:lnTo>
                <a:lnTo>
                  <a:pt x="2550627" y="397918"/>
                </a:lnTo>
                <a:lnTo>
                  <a:pt x="2549147" y="397918"/>
                </a:lnTo>
                <a:lnTo>
                  <a:pt x="2549147" y="397918"/>
                </a:lnTo>
                <a:lnTo>
                  <a:pt x="2547668" y="397918"/>
                </a:lnTo>
                <a:lnTo>
                  <a:pt x="2547668" y="397918"/>
                </a:lnTo>
                <a:lnTo>
                  <a:pt x="2546188" y="397918"/>
                </a:lnTo>
                <a:lnTo>
                  <a:pt x="2546188" y="397918"/>
                </a:lnTo>
                <a:lnTo>
                  <a:pt x="2544709" y="397918"/>
                </a:lnTo>
                <a:lnTo>
                  <a:pt x="2544709" y="397918"/>
                </a:lnTo>
                <a:lnTo>
                  <a:pt x="2543229" y="397918"/>
                </a:lnTo>
                <a:lnTo>
                  <a:pt x="2543229" y="397918"/>
                </a:lnTo>
                <a:lnTo>
                  <a:pt x="2541750" y="397918"/>
                </a:lnTo>
                <a:lnTo>
                  <a:pt x="2541750" y="397918"/>
                </a:lnTo>
                <a:lnTo>
                  <a:pt x="2540270" y="397918"/>
                </a:lnTo>
                <a:lnTo>
                  <a:pt x="2540270" y="397918"/>
                </a:lnTo>
                <a:lnTo>
                  <a:pt x="2538791" y="397918"/>
                </a:lnTo>
                <a:lnTo>
                  <a:pt x="2538791" y="397918"/>
                </a:lnTo>
                <a:lnTo>
                  <a:pt x="2537311" y="397918"/>
                </a:lnTo>
                <a:lnTo>
                  <a:pt x="2537311" y="397918"/>
                </a:lnTo>
                <a:lnTo>
                  <a:pt x="2535832" y="397918"/>
                </a:lnTo>
                <a:lnTo>
                  <a:pt x="2535832" y="397918"/>
                </a:lnTo>
                <a:lnTo>
                  <a:pt x="2534353" y="397918"/>
                </a:lnTo>
                <a:lnTo>
                  <a:pt x="2534353" y="397918"/>
                </a:lnTo>
                <a:lnTo>
                  <a:pt x="2532873" y="397918"/>
                </a:lnTo>
                <a:lnTo>
                  <a:pt x="2532873" y="397918"/>
                </a:lnTo>
                <a:lnTo>
                  <a:pt x="2531394" y="397918"/>
                </a:lnTo>
                <a:lnTo>
                  <a:pt x="2531394" y="397918"/>
                </a:lnTo>
                <a:lnTo>
                  <a:pt x="2529914" y="397918"/>
                </a:lnTo>
                <a:lnTo>
                  <a:pt x="2529914" y="397918"/>
                </a:lnTo>
                <a:lnTo>
                  <a:pt x="2528435" y="397918"/>
                </a:lnTo>
                <a:lnTo>
                  <a:pt x="2528435" y="397918"/>
                </a:lnTo>
                <a:lnTo>
                  <a:pt x="2526955" y="397918"/>
                </a:lnTo>
                <a:lnTo>
                  <a:pt x="2526955" y="397918"/>
                </a:lnTo>
                <a:lnTo>
                  <a:pt x="2525476" y="397918"/>
                </a:lnTo>
                <a:lnTo>
                  <a:pt x="2525476" y="397918"/>
                </a:lnTo>
                <a:lnTo>
                  <a:pt x="2523996" y="397918"/>
                </a:lnTo>
                <a:lnTo>
                  <a:pt x="2523996" y="397918"/>
                </a:lnTo>
                <a:lnTo>
                  <a:pt x="2522517" y="397918"/>
                </a:lnTo>
                <a:lnTo>
                  <a:pt x="2522517" y="397918"/>
                </a:lnTo>
                <a:lnTo>
                  <a:pt x="2521037" y="397918"/>
                </a:lnTo>
                <a:lnTo>
                  <a:pt x="2521037" y="397918"/>
                </a:lnTo>
                <a:lnTo>
                  <a:pt x="2519558" y="397918"/>
                </a:lnTo>
                <a:lnTo>
                  <a:pt x="2519558" y="397918"/>
                </a:lnTo>
                <a:lnTo>
                  <a:pt x="2518078" y="397918"/>
                </a:lnTo>
                <a:lnTo>
                  <a:pt x="2518078" y="397918"/>
                </a:lnTo>
                <a:lnTo>
                  <a:pt x="2516599" y="397918"/>
                </a:lnTo>
                <a:lnTo>
                  <a:pt x="2516599" y="397918"/>
                </a:lnTo>
                <a:lnTo>
                  <a:pt x="2515119" y="397918"/>
                </a:lnTo>
                <a:lnTo>
                  <a:pt x="2515119" y="397918"/>
                </a:lnTo>
                <a:lnTo>
                  <a:pt x="2513640" y="397918"/>
                </a:lnTo>
                <a:lnTo>
                  <a:pt x="2513640" y="397918"/>
                </a:lnTo>
                <a:lnTo>
                  <a:pt x="2512160" y="397918"/>
                </a:lnTo>
                <a:lnTo>
                  <a:pt x="2512160" y="397918"/>
                </a:lnTo>
                <a:lnTo>
                  <a:pt x="2510681" y="397918"/>
                </a:lnTo>
                <a:lnTo>
                  <a:pt x="2510681" y="397918"/>
                </a:lnTo>
                <a:lnTo>
                  <a:pt x="2509201" y="397918"/>
                </a:lnTo>
                <a:lnTo>
                  <a:pt x="2509201" y="397918"/>
                </a:lnTo>
                <a:lnTo>
                  <a:pt x="2507722" y="397918"/>
                </a:lnTo>
                <a:lnTo>
                  <a:pt x="2507722" y="397918"/>
                </a:lnTo>
                <a:lnTo>
                  <a:pt x="2506242" y="397918"/>
                </a:lnTo>
                <a:lnTo>
                  <a:pt x="2506242" y="397918"/>
                </a:lnTo>
                <a:lnTo>
                  <a:pt x="2504763" y="397918"/>
                </a:lnTo>
                <a:lnTo>
                  <a:pt x="2504763" y="397918"/>
                </a:lnTo>
                <a:lnTo>
                  <a:pt x="2503284" y="397918"/>
                </a:lnTo>
                <a:lnTo>
                  <a:pt x="2503284" y="397918"/>
                </a:lnTo>
                <a:lnTo>
                  <a:pt x="2501804" y="397918"/>
                </a:lnTo>
                <a:lnTo>
                  <a:pt x="2501804" y="397918"/>
                </a:lnTo>
                <a:lnTo>
                  <a:pt x="2500325" y="397918"/>
                </a:lnTo>
                <a:lnTo>
                  <a:pt x="2500325" y="397918"/>
                </a:lnTo>
                <a:lnTo>
                  <a:pt x="2498845" y="397918"/>
                </a:lnTo>
                <a:lnTo>
                  <a:pt x="2498845" y="397918"/>
                </a:lnTo>
                <a:lnTo>
                  <a:pt x="2497366" y="397918"/>
                </a:lnTo>
                <a:lnTo>
                  <a:pt x="2497366" y="397918"/>
                </a:lnTo>
                <a:lnTo>
                  <a:pt x="2495886" y="397918"/>
                </a:lnTo>
                <a:lnTo>
                  <a:pt x="2495886" y="397918"/>
                </a:lnTo>
                <a:lnTo>
                  <a:pt x="2494407" y="397918"/>
                </a:lnTo>
                <a:lnTo>
                  <a:pt x="2494407" y="397918"/>
                </a:lnTo>
                <a:lnTo>
                  <a:pt x="2492927" y="397918"/>
                </a:lnTo>
                <a:lnTo>
                  <a:pt x="2492927" y="397918"/>
                </a:lnTo>
                <a:lnTo>
                  <a:pt x="2491448" y="397918"/>
                </a:lnTo>
                <a:lnTo>
                  <a:pt x="2491448" y="397918"/>
                </a:lnTo>
                <a:lnTo>
                  <a:pt x="2489968" y="397918"/>
                </a:lnTo>
                <a:lnTo>
                  <a:pt x="2489968" y="397918"/>
                </a:lnTo>
                <a:lnTo>
                  <a:pt x="2488489" y="397918"/>
                </a:lnTo>
                <a:lnTo>
                  <a:pt x="2488489" y="397918"/>
                </a:lnTo>
                <a:lnTo>
                  <a:pt x="2487009" y="397918"/>
                </a:lnTo>
                <a:lnTo>
                  <a:pt x="2487009" y="397918"/>
                </a:lnTo>
                <a:lnTo>
                  <a:pt x="2485530" y="397918"/>
                </a:lnTo>
                <a:lnTo>
                  <a:pt x="2485530" y="397918"/>
                </a:lnTo>
                <a:lnTo>
                  <a:pt x="2484050" y="397918"/>
                </a:lnTo>
                <a:lnTo>
                  <a:pt x="2484050" y="397918"/>
                </a:lnTo>
                <a:lnTo>
                  <a:pt x="2482571" y="397918"/>
                </a:lnTo>
                <a:lnTo>
                  <a:pt x="2482571" y="397918"/>
                </a:lnTo>
                <a:lnTo>
                  <a:pt x="2481091" y="397918"/>
                </a:lnTo>
                <a:lnTo>
                  <a:pt x="2481091" y="397918"/>
                </a:lnTo>
                <a:lnTo>
                  <a:pt x="2479612" y="397918"/>
                </a:lnTo>
                <a:lnTo>
                  <a:pt x="2479612" y="397918"/>
                </a:lnTo>
                <a:lnTo>
                  <a:pt x="2478132" y="397918"/>
                </a:lnTo>
                <a:lnTo>
                  <a:pt x="2478132" y="397918"/>
                </a:lnTo>
                <a:lnTo>
                  <a:pt x="2476653" y="397918"/>
                </a:lnTo>
                <a:lnTo>
                  <a:pt x="2476653" y="397918"/>
                </a:lnTo>
                <a:lnTo>
                  <a:pt x="2475173" y="397918"/>
                </a:lnTo>
                <a:lnTo>
                  <a:pt x="2475173" y="397918"/>
                </a:lnTo>
                <a:lnTo>
                  <a:pt x="2473694" y="397918"/>
                </a:lnTo>
                <a:lnTo>
                  <a:pt x="2473694" y="397918"/>
                </a:lnTo>
                <a:lnTo>
                  <a:pt x="2472214" y="397918"/>
                </a:lnTo>
                <a:lnTo>
                  <a:pt x="2472214" y="397918"/>
                </a:lnTo>
                <a:lnTo>
                  <a:pt x="2470735" y="397918"/>
                </a:lnTo>
                <a:lnTo>
                  <a:pt x="2470735" y="397918"/>
                </a:lnTo>
                <a:lnTo>
                  <a:pt x="2469255" y="397918"/>
                </a:lnTo>
                <a:lnTo>
                  <a:pt x="2469255" y="397918"/>
                </a:lnTo>
                <a:lnTo>
                  <a:pt x="2467776" y="397918"/>
                </a:lnTo>
                <a:lnTo>
                  <a:pt x="2467776" y="397918"/>
                </a:lnTo>
                <a:lnTo>
                  <a:pt x="2466296" y="397918"/>
                </a:lnTo>
                <a:lnTo>
                  <a:pt x="2466296" y="397918"/>
                </a:lnTo>
                <a:lnTo>
                  <a:pt x="2464817" y="397918"/>
                </a:lnTo>
                <a:lnTo>
                  <a:pt x="2464817" y="397918"/>
                </a:lnTo>
                <a:lnTo>
                  <a:pt x="2463337" y="397918"/>
                </a:lnTo>
                <a:lnTo>
                  <a:pt x="2463337" y="397918"/>
                </a:lnTo>
                <a:lnTo>
                  <a:pt x="2461858" y="397918"/>
                </a:lnTo>
                <a:lnTo>
                  <a:pt x="2461858" y="397918"/>
                </a:lnTo>
                <a:lnTo>
                  <a:pt x="189374" y="397918"/>
                </a:lnTo>
                <a:lnTo>
                  <a:pt x="189374" y="397918"/>
                </a:lnTo>
                <a:lnTo>
                  <a:pt x="187894" y="397918"/>
                </a:lnTo>
                <a:lnTo>
                  <a:pt x="187894" y="397918"/>
                </a:lnTo>
                <a:lnTo>
                  <a:pt x="186415" y="397918"/>
                </a:lnTo>
                <a:lnTo>
                  <a:pt x="186415" y="397918"/>
                </a:lnTo>
                <a:lnTo>
                  <a:pt x="184935" y="397918"/>
                </a:lnTo>
                <a:lnTo>
                  <a:pt x="184935" y="397918"/>
                </a:lnTo>
                <a:lnTo>
                  <a:pt x="183456" y="397918"/>
                </a:lnTo>
                <a:lnTo>
                  <a:pt x="183456" y="397918"/>
                </a:lnTo>
                <a:lnTo>
                  <a:pt x="181976" y="397918"/>
                </a:lnTo>
                <a:lnTo>
                  <a:pt x="181976" y="397918"/>
                </a:lnTo>
                <a:lnTo>
                  <a:pt x="180497" y="397918"/>
                </a:lnTo>
                <a:lnTo>
                  <a:pt x="180497" y="397918"/>
                </a:lnTo>
                <a:lnTo>
                  <a:pt x="179017" y="397918"/>
                </a:lnTo>
                <a:lnTo>
                  <a:pt x="179017" y="397918"/>
                </a:lnTo>
                <a:lnTo>
                  <a:pt x="177538" y="397918"/>
                </a:lnTo>
                <a:lnTo>
                  <a:pt x="177538" y="397918"/>
                </a:lnTo>
                <a:lnTo>
                  <a:pt x="176058" y="397918"/>
                </a:lnTo>
                <a:lnTo>
                  <a:pt x="176058" y="397918"/>
                </a:lnTo>
                <a:lnTo>
                  <a:pt x="174579" y="397918"/>
                </a:lnTo>
                <a:lnTo>
                  <a:pt x="174579" y="397918"/>
                </a:lnTo>
                <a:lnTo>
                  <a:pt x="173099" y="397918"/>
                </a:lnTo>
                <a:lnTo>
                  <a:pt x="173099" y="397918"/>
                </a:lnTo>
                <a:lnTo>
                  <a:pt x="171620" y="397918"/>
                </a:lnTo>
                <a:lnTo>
                  <a:pt x="171620" y="397918"/>
                </a:lnTo>
                <a:lnTo>
                  <a:pt x="170140" y="397918"/>
                </a:lnTo>
                <a:lnTo>
                  <a:pt x="170140" y="397918"/>
                </a:lnTo>
                <a:lnTo>
                  <a:pt x="168661" y="397918"/>
                </a:lnTo>
                <a:lnTo>
                  <a:pt x="168661" y="397918"/>
                </a:lnTo>
                <a:lnTo>
                  <a:pt x="167182" y="397918"/>
                </a:lnTo>
                <a:lnTo>
                  <a:pt x="167182" y="397918"/>
                </a:lnTo>
                <a:lnTo>
                  <a:pt x="165702" y="397918"/>
                </a:lnTo>
                <a:lnTo>
                  <a:pt x="165702" y="397918"/>
                </a:lnTo>
                <a:lnTo>
                  <a:pt x="164223" y="397918"/>
                </a:lnTo>
                <a:lnTo>
                  <a:pt x="164223" y="397918"/>
                </a:lnTo>
                <a:lnTo>
                  <a:pt x="162743" y="397918"/>
                </a:lnTo>
                <a:lnTo>
                  <a:pt x="162743" y="397918"/>
                </a:lnTo>
                <a:lnTo>
                  <a:pt x="161264" y="397918"/>
                </a:lnTo>
                <a:lnTo>
                  <a:pt x="161264" y="397918"/>
                </a:lnTo>
                <a:lnTo>
                  <a:pt x="159784" y="397918"/>
                </a:lnTo>
                <a:lnTo>
                  <a:pt x="159784" y="397918"/>
                </a:lnTo>
                <a:lnTo>
                  <a:pt x="158305" y="397918"/>
                </a:lnTo>
                <a:lnTo>
                  <a:pt x="158305" y="397918"/>
                </a:lnTo>
                <a:lnTo>
                  <a:pt x="156825" y="397918"/>
                </a:lnTo>
                <a:lnTo>
                  <a:pt x="156825" y="397918"/>
                </a:lnTo>
                <a:lnTo>
                  <a:pt x="155346" y="397918"/>
                </a:lnTo>
                <a:lnTo>
                  <a:pt x="155346" y="397918"/>
                </a:lnTo>
                <a:lnTo>
                  <a:pt x="153866" y="397918"/>
                </a:lnTo>
                <a:lnTo>
                  <a:pt x="153866" y="397918"/>
                </a:lnTo>
                <a:lnTo>
                  <a:pt x="152387" y="397918"/>
                </a:lnTo>
                <a:lnTo>
                  <a:pt x="152387" y="397918"/>
                </a:lnTo>
                <a:lnTo>
                  <a:pt x="150907" y="397918"/>
                </a:lnTo>
                <a:lnTo>
                  <a:pt x="150907" y="397918"/>
                </a:lnTo>
                <a:lnTo>
                  <a:pt x="149428" y="397918"/>
                </a:lnTo>
                <a:lnTo>
                  <a:pt x="149428" y="397918"/>
                </a:lnTo>
                <a:lnTo>
                  <a:pt x="147948" y="397918"/>
                </a:lnTo>
                <a:lnTo>
                  <a:pt x="147948" y="397918"/>
                </a:lnTo>
                <a:lnTo>
                  <a:pt x="146469" y="397918"/>
                </a:lnTo>
                <a:lnTo>
                  <a:pt x="146469" y="397918"/>
                </a:lnTo>
                <a:lnTo>
                  <a:pt x="144989" y="397918"/>
                </a:lnTo>
                <a:lnTo>
                  <a:pt x="144989" y="397918"/>
                </a:lnTo>
                <a:lnTo>
                  <a:pt x="143510" y="397918"/>
                </a:lnTo>
                <a:lnTo>
                  <a:pt x="143510" y="397918"/>
                </a:lnTo>
                <a:lnTo>
                  <a:pt x="142030" y="397918"/>
                </a:lnTo>
                <a:lnTo>
                  <a:pt x="142030" y="397918"/>
                </a:lnTo>
                <a:lnTo>
                  <a:pt x="140551" y="397918"/>
                </a:lnTo>
                <a:lnTo>
                  <a:pt x="140551" y="397918"/>
                </a:lnTo>
                <a:lnTo>
                  <a:pt x="139071" y="397918"/>
                </a:lnTo>
                <a:lnTo>
                  <a:pt x="139071" y="397918"/>
                </a:lnTo>
                <a:lnTo>
                  <a:pt x="137592" y="397918"/>
                </a:lnTo>
                <a:lnTo>
                  <a:pt x="137592" y="397918"/>
                </a:lnTo>
                <a:lnTo>
                  <a:pt x="136112" y="397918"/>
                </a:lnTo>
                <a:lnTo>
                  <a:pt x="136112" y="397918"/>
                </a:lnTo>
                <a:lnTo>
                  <a:pt x="134633" y="397918"/>
                </a:lnTo>
                <a:lnTo>
                  <a:pt x="134633" y="397918"/>
                </a:lnTo>
                <a:lnTo>
                  <a:pt x="133153" y="397918"/>
                </a:lnTo>
                <a:lnTo>
                  <a:pt x="133153" y="397918"/>
                </a:lnTo>
                <a:lnTo>
                  <a:pt x="131674" y="397918"/>
                </a:lnTo>
                <a:lnTo>
                  <a:pt x="131674" y="397918"/>
                </a:lnTo>
                <a:lnTo>
                  <a:pt x="130194" y="397918"/>
                </a:lnTo>
                <a:lnTo>
                  <a:pt x="130194" y="397918"/>
                </a:lnTo>
                <a:lnTo>
                  <a:pt x="128715" y="397918"/>
                </a:lnTo>
                <a:lnTo>
                  <a:pt x="128715" y="397918"/>
                </a:lnTo>
                <a:lnTo>
                  <a:pt x="127236" y="397918"/>
                </a:lnTo>
                <a:lnTo>
                  <a:pt x="127236" y="397918"/>
                </a:lnTo>
                <a:lnTo>
                  <a:pt x="125756" y="397918"/>
                </a:lnTo>
                <a:lnTo>
                  <a:pt x="125756" y="397918"/>
                </a:lnTo>
                <a:lnTo>
                  <a:pt x="124277" y="397918"/>
                </a:lnTo>
                <a:lnTo>
                  <a:pt x="124277" y="397918"/>
                </a:lnTo>
                <a:lnTo>
                  <a:pt x="122797" y="397918"/>
                </a:lnTo>
                <a:lnTo>
                  <a:pt x="122797" y="397918"/>
                </a:lnTo>
                <a:lnTo>
                  <a:pt x="121318" y="397918"/>
                </a:lnTo>
                <a:lnTo>
                  <a:pt x="121318" y="397918"/>
                </a:lnTo>
                <a:lnTo>
                  <a:pt x="119838" y="397918"/>
                </a:lnTo>
                <a:lnTo>
                  <a:pt x="119838" y="397918"/>
                </a:lnTo>
                <a:lnTo>
                  <a:pt x="118359" y="397918"/>
                </a:lnTo>
                <a:lnTo>
                  <a:pt x="118359" y="397918"/>
                </a:lnTo>
                <a:lnTo>
                  <a:pt x="116879" y="397918"/>
                </a:lnTo>
                <a:lnTo>
                  <a:pt x="116879" y="397918"/>
                </a:lnTo>
                <a:lnTo>
                  <a:pt x="115400" y="397918"/>
                </a:lnTo>
                <a:lnTo>
                  <a:pt x="115400" y="397918"/>
                </a:lnTo>
                <a:lnTo>
                  <a:pt x="113920" y="397918"/>
                </a:lnTo>
                <a:lnTo>
                  <a:pt x="113920" y="397918"/>
                </a:lnTo>
                <a:lnTo>
                  <a:pt x="112441" y="397918"/>
                </a:lnTo>
                <a:lnTo>
                  <a:pt x="112441" y="397918"/>
                </a:lnTo>
                <a:lnTo>
                  <a:pt x="110961" y="397918"/>
                </a:lnTo>
                <a:lnTo>
                  <a:pt x="110961" y="397918"/>
                </a:lnTo>
                <a:lnTo>
                  <a:pt x="109482" y="397918"/>
                </a:lnTo>
                <a:lnTo>
                  <a:pt x="109482" y="397918"/>
                </a:lnTo>
                <a:lnTo>
                  <a:pt x="108002" y="397918"/>
                </a:lnTo>
                <a:lnTo>
                  <a:pt x="108002" y="397918"/>
                </a:lnTo>
                <a:lnTo>
                  <a:pt x="106523" y="397918"/>
                </a:lnTo>
                <a:lnTo>
                  <a:pt x="106523" y="397918"/>
                </a:lnTo>
                <a:lnTo>
                  <a:pt x="105043" y="397918"/>
                </a:lnTo>
                <a:lnTo>
                  <a:pt x="105043" y="397918"/>
                </a:lnTo>
                <a:lnTo>
                  <a:pt x="103564" y="397918"/>
                </a:lnTo>
                <a:lnTo>
                  <a:pt x="103564" y="397918"/>
                </a:lnTo>
                <a:lnTo>
                  <a:pt x="102084" y="397918"/>
                </a:lnTo>
                <a:lnTo>
                  <a:pt x="102084" y="397918"/>
                </a:lnTo>
                <a:lnTo>
                  <a:pt x="100605" y="397918"/>
                </a:lnTo>
                <a:lnTo>
                  <a:pt x="100605" y="397918"/>
                </a:lnTo>
                <a:lnTo>
                  <a:pt x="99125" y="397918"/>
                </a:lnTo>
                <a:lnTo>
                  <a:pt x="99125" y="397918"/>
                </a:lnTo>
                <a:lnTo>
                  <a:pt x="97646" y="397918"/>
                </a:lnTo>
                <a:lnTo>
                  <a:pt x="97646" y="397918"/>
                </a:lnTo>
                <a:lnTo>
                  <a:pt x="96166" y="397918"/>
                </a:lnTo>
                <a:lnTo>
                  <a:pt x="96166" y="397918"/>
                </a:lnTo>
                <a:lnTo>
                  <a:pt x="94687" y="397918"/>
                </a:lnTo>
                <a:lnTo>
                  <a:pt x="94687" y="397918"/>
                </a:lnTo>
                <a:lnTo>
                  <a:pt x="93207" y="397918"/>
                </a:lnTo>
                <a:lnTo>
                  <a:pt x="93207" y="397918"/>
                </a:lnTo>
                <a:lnTo>
                  <a:pt x="91728" y="397918"/>
                </a:lnTo>
                <a:lnTo>
                  <a:pt x="91728" y="397918"/>
                </a:lnTo>
                <a:lnTo>
                  <a:pt x="90248" y="397918"/>
                </a:lnTo>
                <a:lnTo>
                  <a:pt x="90248" y="397918"/>
                </a:lnTo>
                <a:lnTo>
                  <a:pt x="88769" y="397918"/>
                </a:lnTo>
                <a:lnTo>
                  <a:pt x="88769" y="397918"/>
                </a:lnTo>
                <a:lnTo>
                  <a:pt x="87290" y="397918"/>
                </a:lnTo>
                <a:lnTo>
                  <a:pt x="87290" y="397918"/>
                </a:lnTo>
                <a:lnTo>
                  <a:pt x="85810" y="397918"/>
                </a:lnTo>
                <a:lnTo>
                  <a:pt x="85810" y="397918"/>
                </a:lnTo>
                <a:lnTo>
                  <a:pt x="84331" y="397918"/>
                </a:lnTo>
                <a:lnTo>
                  <a:pt x="84331" y="397918"/>
                </a:lnTo>
                <a:lnTo>
                  <a:pt x="82851" y="397918"/>
                </a:lnTo>
                <a:lnTo>
                  <a:pt x="82851" y="397918"/>
                </a:lnTo>
                <a:lnTo>
                  <a:pt x="81372" y="397918"/>
                </a:lnTo>
                <a:lnTo>
                  <a:pt x="81372" y="397918"/>
                </a:lnTo>
                <a:lnTo>
                  <a:pt x="79892" y="397918"/>
                </a:lnTo>
                <a:lnTo>
                  <a:pt x="79892" y="397918"/>
                </a:lnTo>
                <a:lnTo>
                  <a:pt x="78413" y="397918"/>
                </a:lnTo>
                <a:lnTo>
                  <a:pt x="78413" y="397918"/>
                </a:lnTo>
                <a:lnTo>
                  <a:pt x="76933" y="397918"/>
                </a:lnTo>
                <a:lnTo>
                  <a:pt x="76933" y="397918"/>
                </a:lnTo>
                <a:lnTo>
                  <a:pt x="75454" y="397918"/>
                </a:lnTo>
                <a:lnTo>
                  <a:pt x="75454" y="397918"/>
                </a:lnTo>
                <a:lnTo>
                  <a:pt x="73974" y="397918"/>
                </a:lnTo>
                <a:lnTo>
                  <a:pt x="73974" y="397918"/>
                </a:lnTo>
                <a:lnTo>
                  <a:pt x="72495" y="397918"/>
                </a:lnTo>
                <a:lnTo>
                  <a:pt x="72495" y="397918"/>
                </a:lnTo>
                <a:lnTo>
                  <a:pt x="71015" y="397918"/>
                </a:lnTo>
                <a:lnTo>
                  <a:pt x="71015" y="397918"/>
                </a:lnTo>
                <a:lnTo>
                  <a:pt x="69536" y="397918"/>
                </a:lnTo>
                <a:lnTo>
                  <a:pt x="69536" y="397918"/>
                </a:lnTo>
                <a:lnTo>
                  <a:pt x="68056" y="397918"/>
                </a:lnTo>
                <a:lnTo>
                  <a:pt x="68056" y="397918"/>
                </a:lnTo>
                <a:lnTo>
                  <a:pt x="66577" y="397918"/>
                </a:lnTo>
                <a:lnTo>
                  <a:pt x="66577" y="397918"/>
                </a:lnTo>
                <a:lnTo>
                  <a:pt x="65097" y="397918"/>
                </a:lnTo>
                <a:lnTo>
                  <a:pt x="65097" y="397918"/>
                </a:lnTo>
                <a:lnTo>
                  <a:pt x="63618" y="397918"/>
                </a:lnTo>
                <a:lnTo>
                  <a:pt x="63618" y="397918"/>
                </a:lnTo>
                <a:lnTo>
                  <a:pt x="62138" y="397918"/>
                </a:lnTo>
                <a:lnTo>
                  <a:pt x="62138" y="397918"/>
                </a:lnTo>
                <a:lnTo>
                  <a:pt x="60659" y="397918"/>
                </a:lnTo>
                <a:lnTo>
                  <a:pt x="60659" y="397918"/>
                </a:lnTo>
                <a:lnTo>
                  <a:pt x="59179" y="397918"/>
                </a:lnTo>
                <a:lnTo>
                  <a:pt x="59179" y="397918"/>
                </a:lnTo>
                <a:lnTo>
                  <a:pt x="57700" y="397918"/>
                </a:lnTo>
                <a:lnTo>
                  <a:pt x="57700" y="397918"/>
                </a:lnTo>
                <a:lnTo>
                  <a:pt x="56220" y="397918"/>
                </a:lnTo>
                <a:lnTo>
                  <a:pt x="56220" y="397918"/>
                </a:lnTo>
                <a:lnTo>
                  <a:pt x="54741" y="397918"/>
                </a:lnTo>
                <a:lnTo>
                  <a:pt x="54741" y="397918"/>
                </a:lnTo>
                <a:lnTo>
                  <a:pt x="53261" y="397918"/>
                </a:lnTo>
                <a:lnTo>
                  <a:pt x="53261" y="397918"/>
                </a:lnTo>
                <a:lnTo>
                  <a:pt x="51782" y="397918"/>
                </a:lnTo>
                <a:lnTo>
                  <a:pt x="51782" y="397918"/>
                </a:lnTo>
                <a:lnTo>
                  <a:pt x="50302" y="397918"/>
                </a:lnTo>
                <a:lnTo>
                  <a:pt x="50302" y="397918"/>
                </a:lnTo>
                <a:lnTo>
                  <a:pt x="48823" y="397918"/>
                </a:lnTo>
                <a:lnTo>
                  <a:pt x="48823" y="397918"/>
                </a:lnTo>
                <a:lnTo>
                  <a:pt x="47343" y="397918"/>
                </a:lnTo>
                <a:lnTo>
                  <a:pt x="47343" y="397918"/>
                </a:lnTo>
                <a:lnTo>
                  <a:pt x="45864" y="397918"/>
                </a:lnTo>
                <a:lnTo>
                  <a:pt x="45864" y="397918"/>
                </a:lnTo>
                <a:lnTo>
                  <a:pt x="44384" y="397918"/>
                </a:lnTo>
                <a:lnTo>
                  <a:pt x="44384" y="397918"/>
                </a:lnTo>
                <a:lnTo>
                  <a:pt x="42905" y="397918"/>
                </a:lnTo>
                <a:lnTo>
                  <a:pt x="42905" y="397918"/>
                </a:lnTo>
                <a:lnTo>
                  <a:pt x="41425" y="397918"/>
                </a:lnTo>
                <a:lnTo>
                  <a:pt x="41425" y="397918"/>
                </a:lnTo>
                <a:lnTo>
                  <a:pt x="39946" y="397918"/>
                </a:lnTo>
                <a:lnTo>
                  <a:pt x="39946" y="397918"/>
                </a:lnTo>
                <a:lnTo>
                  <a:pt x="38467" y="397918"/>
                </a:lnTo>
                <a:lnTo>
                  <a:pt x="38467" y="397918"/>
                </a:lnTo>
                <a:lnTo>
                  <a:pt x="36987" y="397918"/>
                </a:lnTo>
                <a:lnTo>
                  <a:pt x="36987" y="397918"/>
                </a:lnTo>
                <a:lnTo>
                  <a:pt x="35508" y="397918"/>
                </a:lnTo>
                <a:lnTo>
                  <a:pt x="35508" y="397918"/>
                </a:lnTo>
                <a:lnTo>
                  <a:pt x="34028" y="397918"/>
                </a:lnTo>
                <a:lnTo>
                  <a:pt x="34028" y="397918"/>
                </a:lnTo>
                <a:lnTo>
                  <a:pt x="32549" y="397918"/>
                </a:lnTo>
                <a:lnTo>
                  <a:pt x="32549" y="397918"/>
                </a:lnTo>
                <a:lnTo>
                  <a:pt x="31069" y="397918"/>
                </a:lnTo>
                <a:lnTo>
                  <a:pt x="31069" y="397918"/>
                </a:lnTo>
                <a:lnTo>
                  <a:pt x="29590" y="397918"/>
                </a:lnTo>
                <a:lnTo>
                  <a:pt x="29590" y="397918"/>
                </a:lnTo>
                <a:lnTo>
                  <a:pt x="28110" y="397918"/>
                </a:lnTo>
                <a:lnTo>
                  <a:pt x="28110" y="397918"/>
                </a:lnTo>
                <a:lnTo>
                  <a:pt x="26631" y="397918"/>
                </a:lnTo>
                <a:lnTo>
                  <a:pt x="26631" y="397918"/>
                </a:lnTo>
                <a:lnTo>
                  <a:pt x="25151" y="397918"/>
                </a:lnTo>
                <a:lnTo>
                  <a:pt x="25151" y="397918"/>
                </a:lnTo>
                <a:lnTo>
                  <a:pt x="23672" y="397918"/>
                </a:lnTo>
                <a:lnTo>
                  <a:pt x="23672" y="397918"/>
                </a:lnTo>
                <a:lnTo>
                  <a:pt x="22192" y="397918"/>
                </a:lnTo>
                <a:lnTo>
                  <a:pt x="22192" y="397918"/>
                </a:lnTo>
                <a:lnTo>
                  <a:pt x="20713" y="397918"/>
                </a:lnTo>
                <a:lnTo>
                  <a:pt x="20713" y="397918"/>
                </a:lnTo>
                <a:lnTo>
                  <a:pt x="19233" y="397918"/>
                </a:lnTo>
                <a:lnTo>
                  <a:pt x="19233" y="397918"/>
                </a:lnTo>
                <a:lnTo>
                  <a:pt x="17754" y="397918"/>
                </a:lnTo>
                <a:lnTo>
                  <a:pt x="17754" y="397918"/>
                </a:lnTo>
                <a:lnTo>
                  <a:pt x="16274" y="397918"/>
                </a:lnTo>
                <a:lnTo>
                  <a:pt x="16274" y="397918"/>
                </a:lnTo>
                <a:lnTo>
                  <a:pt x="14795" y="397918"/>
                </a:lnTo>
                <a:lnTo>
                  <a:pt x="14795" y="397918"/>
                </a:lnTo>
                <a:lnTo>
                  <a:pt x="13315" y="397918"/>
                </a:lnTo>
                <a:lnTo>
                  <a:pt x="13315" y="397918"/>
                </a:lnTo>
                <a:lnTo>
                  <a:pt x="11836" y="397918"/>
                </a:lnTo>
                <a:lnTo>
                  <a:pt x="11836" y="397918"/>
                </a:lnTo>
                <a:lnTo>
                  <a:pt x="10356" y="397918"/>
                </a:lnTo>
                <a:lnTo>
                  <a:pt x="10356" y="397918"/>
                </a:lnTo>
                <a:lnTo>
                  <a:pt x="8877" y="397918"/>
                </a:lnTo>
                <a:lnTo>
                  <a:pt x="8877" y="397918"/>
                </a:lnTo>
                <a:lnTo>
                  <a:pt x="7397" y="397918"/>
                </a:lnTo>
                <a:lnTo>
                  <a:pt x="7397" y="397918"/>
                </a:lnTo>
                <a:lnTo>
                  <a:pt x="5918" y="397918"/>
                </a:lnTo>
                <a:lnTo>
                  <a:pt x="5918" y="397918"/>
                </a:lnTo>
                <a:lnTo>
                  <a:pt x="4438" y="397918"/>
                </a:lnTo>
                <a:lnTo>
                  <a:pt x="4438" y="397918"/>
                </a:lnTo>
                <a:lnTo>
                  <a:pt x="2959" y="397918"/>
                </a:lnTo>
                <a:lnTo>
                  <a:pt x="2959" y="397918"/>
                </a:lnTo>
                <a:lnTo>
                  <a:pt x="1479" y="397918"/>
                </a:lnTo>
                <a:lnTo>
                  <a:pt x="1479" y="397918"/>
                </a:lnTo>
                <a:lnTo>
                  <a:pt x="0" y="397918"/>
                </a:lnTo>
                <a:close/>
              </a:path>
            </a:pathLst>
          </a:custGeom>
          <a:solidFill>
            <a:schemeClr val="accent2">
              <a:alpha val="30000"/>
            </a:schemeClr>
          </a:solidFill>
          <a:ln w="8070" cap="flat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BE408466-6D50-1044-A74E-909F34155C64}"/>
              </a:ext>
            </a:extLst>
          </p:cNvPr>
          <p:cNvSpPr txBox="1"/>
          <p:nvPr/>
        </p:nvSpPr>
        <p:spPr>
          <a:xfrm>
            <a:off x="5798664" y="1968188"/>
            <a:ext cx="79265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Pulse time(ns)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6965EE82-72A9-0F48-9BD7-25930B5C0253}"/>
              </a:ext>
            </a:extLst>
          </p:cNvPr>
          <p:cNvSpPr txBox="1"/>
          <p:nvPr/>
        </p:nvSpPr>
        <p:spPr>
          <a:xfrm>
            <a:off x="5719452" y="1945105"/>
            <a:ext cx="100413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zh-CN" alt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2B55080B-679F-8E4A-9244-F8F6EEE40B22}"/>
              </a:ext>
            </a:extLst>
          </p:cNvPr>
          <p:cNvSpPr txBox="1"/>
          <p:nvPr/>
        </p:nvSpPr>
        <p:spPr>
          <a:xfrm>
            <a:off x="5901141" y="1945105"/>
            <a:ext cx="32206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756</a:t>
            </a:r>
            <a:endParaRPr kumimoji="1" lang="zh-CN" alt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4FB11824-8462-BD4A-B13E-E2F166AD4944}"/>
              </a:ext>
            </a:extLst>
          </p:cNvPr>
          <p:cNvSpPr txBox="1"/>
          <p:nvPr/>
        </p:nvSpPr>
        <p:spPr>
          <a:xfrm>
            <a:off x="6113675" y="1945105"/>
            <a:ext cx="32206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1512</a:t>
            </a:r>
            <a:endParaRPr kumimoji="1" lang="zh-CN" alt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圆角矩形 110">
            <a:extLst>
              <a:ext uri="{FF2B5EF4-FFF2-40B4-BE49-F238E27FC236}">
                <a16:creationId xmlns:a16="http://schemas.microsoft.com/office/drawing/2014/main" id="{CD3463CE-4089-E241-AF67-ADA6F9E02B19}"/>
              </a:ext>
            </a:extLst>
          </p:cNvPr>
          <p:cNvSpPr/>
          <p:nvPr/>
        </p:nvSpPr>
        <p:spPr>
          <a:xfrm>
            <a:off x="6569234" y="1633358"/>
            <a:ext cx="777001" cy="484994"/>
          </a:xfrm>
          <a:prstGeom prst="roundRect">
            <a:avLst/>
          </a:prstGeom>
          <a:noFill/>
          <a:ln w="63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0665FA24-2922-B84B-921D-AC77DFD3A18D}"/>
              </a:ext>
            </a:extLst>
          </p:cNvPr>
          <p:cNvSpPr/>
          <p:nvPr/>
        </p:nvSpPr>
        <p:spPr>
          <a:xfrm>
            <a:off x="990961" y="2403116"/>
            <a:ext cx="2267894" cy="765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3" name="直线箭头连接符 112">
            <a:extLst>
              <a:ext uri="{FF2B5EF4-FFF2-40B4-BE49-F238E27FC236}">
                <a16:creationId xmlns:a16="http://schemas.microsoft.com/office/drawing/2014/main" id="{50C799CE-0B46-A84D-A0E5-C9C12954A3CB}"/>
              </a:ext>
            </a:extLst>
          </p:cNvPr>
          <p:cNvCxnSpPr>
            <a:cxnSpLocks/>
          </p:cNvCxnSpPr>
          <p:nvPr/>
        </p:nvCxnSpPr>
        <p:spPr>
          <a:xfrm flipH="1">
            <a:off x="1218806" y="2194211"/>
            <a:ext cx="1" cy="213984"/>
          </a:xfrm>
          <a:prstGeom prst="straightConnector1">
            <a:avLst/>
          </a:prstGeom>
          <a:ln w="1016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34ECC574-030F-E045-88E2-9EE9BFC2C8BA}"/>
              </a:ext>
            </a:extLst>
          </p:cNvPr>
          <p:cNvSpPr txBox="1"/>
          <p:nvPr/>
        </p:nvSpPr>
        <p:spPr>
          <a:xfrm>
            <a:off x="1531298" y="2316173"/>
            <a:ext cx="1280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latin typeface="FangSong" panose="02010609060101010101" pitchFamily="49" charset="-122"/>
                <a:ea typeface="FangSong" panose="02010609060101010101" pitchFamily="49" charset="-122"/>
                <a:cs typeface="Times New Roman" panose="02020603050405020304" pitchFamily="18" charset="0"/>
              </a:rPr>
              <a:t>比特分配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96C40E50-ADDA-9F40-ABFA-0E32D9677C65}"/>
              </a:ext>
            </a:extLst>
          </p:cNvPr>
          <p:cNvSpPr/>
          <p:nvPr/>
        </p:nvSpPr>
        <p:spPr>
          <a:xfrm>
            <a:off x="1546857" y="2707691"/>
            <a:ext cx="1128685" cy="2291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Optimizer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右箭头 115">
            <a:extLst>
              <a:ext uri="{FF2B5EF4-FFF2-40B4-BE49-F238E27FC236}">
                <a16:creationId xmlns:a16="http://schemas.microsoft.com/office/drawing/2014/main" id="{D0781F83-73D8-234A-837C-7675CFD7FEED}"/>
              </a:ext>
            </a:extLst>
          </p:cNvPr>
          <p:cNvSpPr/>
          <p:nvPr/>
        </p:nvSpPr>
        <p:spPr>
          <a:xfrm>
            <a:off x="2722644" y="2784463"/>
            <a:ext cx="181398" cy="6176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F88D7DA1-CFBE-D244-B5CF-1DF9C3995CF4}"/>
              </a:ext>
            </a:extLst>
          </p:cNvPr>
          <p:cNvSpPr txBox="1"/>
          <p:nvPr/>
        </p:nvSpPr>
        <p:spPr>
          <a:xfrm>
            <a:off x="948109" y="2422978"/>
            <a:ext cx="61336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qubits 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202CAE99-D135-C94C-824A-B1FA224EF0C6}"/>
              </a:ext>
            </a:extLst>
          </p:cNvPr>
          <p:cNvSpPr txBox="1"/>
          <p:nvPr/>
        </p:nvSpPr>
        <p:spPr>
          <a:xfrm>
            <a:off x="2737775" y="2422978"/>
            <a:ext cx="61336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map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9" name="直线箭头连接符 118">
            <a:extLst>
              <a:ext uri="{FF2B5EF4-FFF2-40B4-BE49-F238E27FC236}">
                <a16:creationId xmlns:a16="http://schemas.microsoft.com/office/drawing/2014/main" id="{8B256897-7D37-3941-851F-5EC08C54B6AB}"/>
              </a:ext>
            </a:extLst>
          </p:cNvPr>
          <p:cNvCxnSpPr>
            <a:cxnSpLocks/>
          </p:cNvCxnSpPr>
          <p:nvPr/>
        </p:nvCxnSpPr>
        <p:spPr>
          <a:xfrm>
            <a:off x="2566883" y="2293652"/>
            <a:ext cx="0" cy="112404"/>
          </a:xfrm>
          <a:prstGeom prst="straightConnector1">
            <a:avLst/>
          </a:prstGeom>
          <a:ln w="1016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线箭头连接符 119">
            <a:extLst>
              <a:ext uri="{FF2B5EF4-FFF2-40B4-BE49-F238E27FC236}">
                <a16:creationId xmlns:a16="http://schemas.microsoft.com/office/drawing/2014/main" id="{5C1D9606-C9ED-4D4D-AC0A-691F9168D4D2}"/>
              </a:ext>
            </a:extLst>
          </p:cNvPr>
          <p:cNvCxnSpPr>
            <a:cxnSpLocks/>
          </p:cNvCxnSpPr>
          <p:nvPr/>
        </p:nvCxnSpPr>
        <p:spPr>
          <a:xfrm flipH="1">
            <a:off x="2568575" y="2291095"/>
            <a:ext cx="3036533" cy="0"/>
          </a:xfrm>
          <a:prstGeom prst="straightConnector1">
            <a:avLst/>
          </a:prstGeom>
          <a:ln w="10160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直线箭头连接符 120">
            <a:extLst>
              <a:ext uri="{FF2B5EF4-FFF2-40B4-BE49-F238E27FC236}">
                <a16:creationId xmlns:a16="http://schemas.microsoft.com/office/drawing/2014/main" id="{582DE468-1E63-634C-8F70-72F2188E01B2}"/>
              </a:ext>
            </a:extLst>
          </p:cNvPr>
          <p:cNvCxnSpPr>
            <a:cxnSpLocks/>
          </p:cNvCxnSpPr>
          <p:nvPr/>
        </p:nvCxnSpPr>
        <p:spPr>
          <a:xfrm flipH="1">
            <a:off x="5605106" y="2185863"/>
            <a:ext cx="1" cy="107564"/>
          </a:xfrm>
          <a:prstGeom prst="straightConnector1">
            <a:avLst/>
          </a:prstGeom>
          <a:ln w="10160">
            <a:solidFill>
              <a:schemeClr val="tx1"/>
            </a:solidFill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线箭头连接符 121">
            <a:extLst>
              <a:ext uri="{FF2B5EF4-FFF2-40B4-BE49-F238E27FC236}">
                <a16:creationId xmlns:a16="http://schemas.microsoft.com/office/drawing/2014/main" id="{C3647639-87B2-FA4C-8D3A-8C497DA88B06}"/>
              </a:ext>
            </a:extLst>
          </p:cNvPr>
          <p:cNvCxnSpPr>
            <a:cxnSpLocks/>
          </p:cNvCxnSpPr>
          <p:nvPr/>
        </p:nvCxnSpPr>
        <p:spPr>
          <a:xfrm>
            <a:off x="2566882" y="2405003"/>
            <a:ext cx="0" cy="298758"/>
          </a:xfrm>
          <a:prstGeom prst="straightConnector1">
            <a:avLst/>
          </a:prstGeom>
          <a:ln>
            <a:solidFill>
              <a:schemeClr val="tx1"/>
            </a:solidFill>
            <a:prstDash val="sysDash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文本框 122">
            <a:extLst>
              <a:ext uri="{FF2B5EF4-FFF2-40B4-BE49-F238E27FC236}">
                <a16:creationId xmlns:a16="http://schemas.microsoft.com/office/drawing/2014/main" id="{45422AAE-C76E-C141-932B-04D4AF10CF22}"/>
              </a:ext>
            </a:extLst>
          </p:cNvPr>
          <p:cNvSpPr txBox="1"/>
          <p:nvPr/>
        </p:nvSpPr>
        <p:spPr>
          <a:xfrm>
            <a:off x="2187152" y="2509751"/>
            <a:ext cx="71031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goal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6817BC9C-8EC2-F34C-963C-24157F1486D7}"/>
              </a:ext>
            </a:extLst>
          </p:cNvPr>
          <p:cNvSpPr txBox="1"/>
          <p:nvPr/>
        </p:nvSpPr>
        <p:spPr>
          <a:xfrm>
            <a:off x="6613532" y="1624238"/>
            <a:ext cx="34556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Ideal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文本框 124">
            <a:extLst>
              <a:ext uri="{FF2B5EF4-FFF2-40B4-BE49-F238E27FC236}">
                <a16:creationId xmlns:a16="http://schemas.microsoft.com/office/drawing/2014/main" id="{8598C7D7-1963-4C4B-A8E4-A53A97B39617}"/>
              </a:ext>
            </a:extLst>
          </p:cNvPr>
          <p:cNvSpPr txBox="1"/>
          <p:nvPr/>
        </p:nvSpPr>
        <p:spPr>
          <a:xfrm>
            <a:off x="6974375" y="1624238"/>
            <a:ext cx="36672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6" name="直线箭头连接符 125">
            <a:extLst>
              <a:ext uri="{FF2B5EF4-FFF2-40B4-BE49-F238E27FC236}">
                <a16:creationId xmlns:a16="http://schemas.microsoft.com/office/drawing/2014/main" id="{830D2B42-B0FE-0D45-B8B4-E58F6A5357D6}"/>
              </a:ext>
            </a:extLst>
          </p:cNvPr>
          <p:cNvCxnSpPr>
            <a:cxnSpLocks/>
          </p:cNvCxnSpPr>
          <p:nvPr/>
        </p:nvCxnSpPr>
        <p:spPr>
          <a:xfrm>
            <a:off x="6863006" y="1716571"/>
            <a:ext cx="195944" cy="0"/>
          </a:xfrm>
          <a:prstGeom prst="straightConnector1">
            <a:avLst/>
          </a:prstGeom>
          <a:ln w="3175">
            <a:solidFill>
              <a:schemeClr val="tx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线箭头连接符 126">
            <a:extLst>
              <a:ext uri="{FF2B5EF4-FFF2-40B4-BE49-F238E27FC236}">
                <a16:creationId xmlns:a16="http://schemas.microsoft.com/office/drawing/2014/main" id="{4038BC76-DC71-9146-B622-3DA8199AF65A}"/>
              </a:ext>
            </a:extLst>
          </p:cNvPr>
          <p:cNvCxnSpPr>
            <a:cxnSpLocks/>
            <a:stCxn id="112" idx="3"/>
            <a:endCxn id="395" idx="1"/>
          </p:cNvCxnSpPr>
          <p:nvPr/>
        </p:nvCxnSpPr>
        <p:spPr>
          <a:xfrm>
            <a:off x="3258855" y="2785773"/>
            <a:ext cx="793328" cy="4128"/>
          </a:xfrm>
          <a:prstGeom prst="straightConnector1">
            <a:avLst/>
          </a:prstGeom>
          <a:ln w="1016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本框 127">
            <a:extLst>
              <a:ext uri="{FF2B5EF4-FFF2-40B4-BE49-F238E27FC236}">
                <a16:creationId xmlns:a16="http://schemas.microsoft.com/office/drawing/2014/main" id="{7972E1DD-A296-F04B-B016-71DF3BA6BE42}"/>
              </a:ext>
            </a:extLst>
          </p:cNvPr>
          <p:cNvSpPr txBox="1"/>
          <p:nvPr/>
        </p:nvSpPr>
        <p:spPr>
          <a:xfrm>
            <a:off x="3269033" y="2562428"/>
            <a:ext cx="10069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Qubit-chip</a:t>
            </a:r>
          </a:p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C618408B-BDDC-D843-AEC0-1CB2C936F171}"/>
              </a:ext>
            </a:extLst>
          </p:cNvPr>
          <p:cNvSpPr txBox="1"/>
          <p:nvPr/>
        </p:nvSpPr>
        <p:spPr>
          <a:xfrm>
            <a:off x="24739" y="1205419"/>
            <a:ext cx="934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  <a:cs typeface="Times New Roman" panose="02020603050405020304" pitchFamily="18" charset="0"/>
              </a:rPr>
              <a:t>用户端</a:t>
            </a:r>
          </a:p>
        </p:txBody>
      </p:sp>
      <p:sp>
        <p:nvSpPr>
          <p:cNvPr id="130" name="文本框 129">
            <a:extLst>
              <a:ext uri="{FF2B5EF4-FFF2-40B4-BE49-F238E27FC236}">
                <a16:creationId xmlns:a16="http://schemas.microsoft.com/office/drawing/2014/main" id="{22B20297-D697-6A40-904F-11021B2B2952}"/>
              </a:ext>
            </a:extLst>
          </p:cNvPr>
          <p:cNvSpPr txBox="1"/>
          <p:nvPr/>
        </p:nvSpPr>
        <p:spPr>
          <a:xfrm>
            <a:off x="-25881" y="3214037"/>
            <a:ext cx="15470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  <a:cs typeface="Times New Roman" panose="02020603050405020304" pitchFamily="18" charset="0"/>
              </a:rPr>
              <a:t>系统设计</a:t>
            </a:r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0F89E978-C328-CE42-A896-476132E18D44}"/>
              </a:ext>
            </a:extLst>
          </p:cNvPr>
          <p:cNvSpPr txBox="1"/>
          <p:nvPr/>
        </p:nvSpPr>
        <p:spPr>
          <a:xfrm>
            <a:off x="-48736" y="4957715"/>
            <a:ext cx="1217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  <a:cs typeface="Times New Roman" panose="02020603050405020304" pitchFamily="18" charset="0"/>
              </a:rPr>
              <a:t>硬件资源</a:t>
            </a:r>
          </a:p>
        </p:txBody>
      </p:sp>
      <p:cxnSp>
        <p:nvCxnSpPr>
          <p:cNvPr id="132" name="直线箭头连接符 131">
            <a:extLst>
              <a:ext uri="{FF2B5EF4-FFF2-40B4-BE49-F238E27FC236}">
                <a16:creationId xmlns:a16="http://schemas.microsoft.com/office/drawing/2014/main" id="{921A92C2-0FE9-474E-90AF-E422B9F9EDFE}"/>
              </a:ext>
            </a:extLst>
          </p:cNvPr>
          <p:cNvCxnSpPr>
            <a:cxnSpLocks/>
          </p:cNvCxnSpPr>
          <p:nvPr/>
        </p:nvCxnSpPr>
        <p:spPr>
          <a:xfrm>
            <a:off x="6955221" y="3188264"/>
            <a:ext cx="0" cy="1869965"/>
          </a:xfrm>
          <a:prstGeom prst="straightConnector1">
            <a:avLst/>
          </a:prstGeom>
          <a:ln w="1016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矩形 132">
            <a:extLst>
              <a:ext uri="{FF2B5EF4-FFF2-40B4-BE49-F238E27FC236}">
                <a16:creationId xmlns:a16="http://schemas.microsoft.com/office/drawing/2014/main" id="{92190A84-6404-8347-BC8A-8B92256DED31}"/>
              </a:ext>
            </a:extLst>
          </p:cNvPr>
          <p:cNvSpPr/>
          <p:nvPr/>
        </p:nvSpPr>
        <p:spPr>
          <a:xfrm>
            <a:off x="989106" y="3396516"/>
            <a:ext cx="5418005" cy="14151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B107819E-3D86-F14E-814D-DAB4C7EA0289}"/>
              </a:ext>
            </a:extLst>
          </p:cNvPr>
          <p:cNvSpPr txBox="1"/>
          <p:nvPr/>
        </p:nvSpPr>
        <p:spPr>
          <a:xfrm>
            <a:off x="3193082" y="3351773"/>
            <a:ext cx="188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latin typeface="FangSong" panose="02010609060101010101" pitchFamily="49" charset="-122"/>
                <a:ea typeface="FangSong" panose="02010609060101010101" pitchFamily="49" charset="-122"/>
                <a:cs typeface="Times New Roman" panose="02020603050405020304" pitchFamily="18" charset="0"/>
              </a:rPr>
              <a:t>评估模型</a:t>
            </a:r>
          </a:p>
        </p:txBody>
      </p:sp>
      <p:cxnSp>
        <p:nvCxnSpPr>
          <p:cNvPr id="135" name="直线箭头连接符 134">
            <a:extLst>
              <a:ext uri="{FF2B5EF4-FFF2-40B4-BE49-F238E27FC236}">
                <a16:creationId xmlns:a16="http://schemas.microsoft.com/office/drawing/2014/main" id="{2FF54863-DED1-0F43-9DCC-1C730D0D3F01}"/>
              </a:ext>
            </a:extLst>
          </p:cNvPr>
          <p:cNvCxnSpPr>
            <a:cxnSpLocks/>
            <a:endCxn id="133" idx="3"/>
          </p:cNvCxnSpPr>
          <p:nvPr/>
        </p:nvCxnSpPr>
        <p:spPr>
          <a:xfrm flipH="1">
            <a:off x="6407111" y="4104107"/>
            <a:ext cx="548110" cy="0"/>
          </a:xfrm>
          <a:prstGeom prst="straightConnector1">
            <a:avLst/>
          </a:prstGeom>
          <a:ln w="10160">
            <a:solidFill>
              <a:schemeClr val="tx1"/>
            </a:solidFill>
            <a:headEnd type="none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文本框 135">
            <a:extLst>
              <a:ext uri="{FF2B5EF4-FFF2-40B4-BE49-F238E27FC236}">
                <a16:creationId xmlns:a16="http://schemas.microsoft.com/office/drawing/2014/main" id="{0F97F707-3379-1A40-AF38-8F4213AF34A6}"/>
              </a:ext>
            </a:extLst>
          </p:cNvPr>
          <p:cNvSpPr txBox="1"/>
          <p:nvPr/>
        </p:nvSpPr>
        <p:spPr>
          <a:xfrm>
            <a:off x="6325200" y="4324660"/>
            <a:ext cx="7581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圆角矩形 136">
            <a:extLst>
              <a:ext uri="{FF2B5EF4-FFF2-40B4-BE49-F238E27FC236}">
                <a16:creationId xmlns:a16="http://schemas.microsoft.com/office/drawing/2014/main" id="{D43A42AC-1163-9F4B-AD57-CC6C4AAFAACD}"/>
              </a:ext>
            </a:extLst>
          </p:cNvPr>
          <p:cNvSpPr/>
          <p:nvPr/>
        </p:nvSpPr>
        <p:spPr>
          <a:xfrm>
            <a:off x="980582" y="5069073"/>
            <a:ext cx="6403789" cy="1202421"/>
          </a:xfrm>
          <a:prstGeom prst="roundRect">
            <a:avLst>
              <a:gd name="adj" fmla="val 6090"/>
            </a:avLst>
          </a:prstGeom>
          <a:noFill/>
          <a:ln cmpd="dbl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38" name="直线箭头连接符 137">
            <a:extLst>
              <a:ext uri="{FF2B5EF4-FFF2-40B4-BE49-F238E27FC236}">
                <a16:creationId xmlns:a16="http://schemas.microsoft.com/office/drawing/2014/main" id="{2E751984-68E6-7A41-8EC8-874D15631399}"/>
              </a:ext>
            </a:extLst>
          </p:cNvPr>
          <p:cNvCxnSpPr>
            <a:cxnSpLocks/>
            <a:endCxn id="115" idx="2"/>
          </p:cNvCxnSpPr>
          <p:nvPr/>
        </p:nvCxnSpPr>
        <p:spPr>
          <a:xfrm flipV="1">
            <a:off x="2110827" y="2936880"/>
            <a:ext cx="372" cy="461185"/>
          </a:xfrm>
          <a:prstGeom prst="straightConnector1">
            <a:avLst/>
          </a:prstGeom>
          <a:ln w="6350"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EEB728CD-8AE8-BA41-9996-02F9AAC411E7}"/>
              </a:ext>
            </a:extLst>
          </p:cNvPr>
          <p:cNvSpPr txBox="1"/>
          <p:nvPr/>
        </p:nvSpPr>
        <p:spPr>
          <a:xfrm>
            <a:off x="2040474" y="3177967"/>
            <a:ext cx="97935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index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0" name="直线箭头连接符 139">
            <a:extLst>
              <a:ext uri="{FF2B5EF4-FFF2-40B4-BE49-F238E27FC236}">
                <a16:creationId xmlns:a16="http://schemas.microsoft.com/office/drawing/2014/main" id="{A3286E8D-E0AF-0749-8B5A-85A524BFF1DD}"/>
              </a:ext>
            </a:extLst>
          </p:cNvPr>
          <p:cNvCxnSpPr>
            <a:cxnSpLocks/>
          </p:cNvCxnSpPr>
          <p:nvPr/>
        </p:nvCxnSpPr>
        <p:spPr>
          <a:xfrm flipV="1">
            <a:off x="1302538" y="4806062"/>
            <a:ext cx="0" cy="262757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线箭头连接符 140">
            <a:extLst>
              <a:ext uri="{FF2B5EF4-FFF2-40B4-BE49-F238E27FC236}">
                <a16:creationId xmlns:a16="http://schemas.microsoft.com/office/drawing/2014/main" id="{588895A7-E86A-ED42-8901-05E668FEEC72}"/>
              </a:ext>
            </a:extLst>
          </p:cNvPr>
          <p:cNvCxnSpPr>
            <a:cxnSpLocks/>
          </p:cNvCxnSpPr>
          <p:nvPr/>
        </p:nvCxnSpPr>
        <p:spPr>
          <a:xfrm flipV="1">
            <a:off x="3061156" y="4797516"/>
            <a:ext cx="0" cy="262757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文本框 141">
            <a:extLst>
              <a:ext uri="{FF2B5EF4-FFF2-40B4-BE49-F238E27FC236}">
                <a16:creationId xmlns:a16="http://schemas.microsoft.com/office/drawing/2014/main" id="{6EA15D8F-209C-934C-BFCA-585B72B2DA80}"/>
              </a:ext>
            </a:extLst>
          </p:cNvPr>
          <p:cNvSpPr txBox="1"/>
          <p:nvPr/>
        </p:nvSpPr>
        <p:spPr>
          <a:xfrm>
            <a:off x="1357269" y="4826060"/>
            <a:ext cx="11282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noise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58185E4E-53BC-784F-B169-F0C3AFFE6C96}"/>
              </a:ext>
            </a:extLst>
          </p:cNvPr>
          <p:cNvSpPr txBox="1"/>
          <p:nvPr/>
        </p:nvSpPr>
        <p:spPr>
          <a:xfrm>
            <a:off x="3005495" y="4834605"/>
            <a:ext cx="12773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unit time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4" name="图形 143">
            <a:extLst>
              <a:ext uri="{FF2B5EF4-FFF2-40B4-BE49-F238E27FC236}">
                <a16:creationId xmlns:a16="http://schemas.microsoft.com/office/drawing/2014/main" id="{6875F0FE-E1E1-CC4B-80CE-79CADEEC95C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6787" y="1554293"/>
            <a:ext cx="370833" cy="370833"/>
          </a:xfrm>
          <a:prstGeom prst="rect">
            <a:avLst/>
          </a:prstGeom>
        </p:spPr>
      </p:pic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2A801C10-C6C2-D543-9767-4EB85ECC604A}"/>
              </a:ext>
            </a:extLst>
          </p:cNvPr>
          <p:cNvGrpSpPr/>
          <p:nvPr/>
        </p:nvGrpSpPr>
        <p:grpSpPr>
          <a:xfrm>
            <a:off x="1453394" y="1472200"/>
            <a:ext cx="1534479" cy="595734"/>
            <a:chOff x="1236603" y="1411844"/>
            <a:chExt cx="1748546" cy="746469"/>
          </a:xfrm>
        </p:grpSpPr>
        <p:grpSp>
          <p:nvGrpSpPr>
            <p:cNvPr id="146" name="组合 145">
              <a:extLst>
                <a:ext uri="{FF2B5EF4-FFF2-40B4-BE49-F238E27FC236}">
                  <a16:creationId xmlns:a16="http://schemas.microsoft.com/office/drawing/2014/main" id="{745BFAD3-6BBD-D94F-88FE-5734FF29E059}"/>
                </a:ext>
              </a:extLst>
            </p:cNvPr>
            <p:cNvGrpSpPr/>
            <p:nvPr/>
          </p:nvGrpSpPr>
          <p:grpSpPr>
            <a:xfrm>
              <a:off x="1390050" y="1492180"/>
              <a:ext cx="75952" cy="246538"/>
              <a:chOff x="747494" y="1442600"/>
              <a:chExt cx="75952" cy="246538"/>
            </a:xfrm>
          </p:grpSpPr>
          <p:sp>
            <p:nvSpPr>
              <p:cNvPr id="222" name="任意形状 221">
                <a:extLst>
                  <a:ext uri="{FF2B5EF4-FFF2-40B4-BE49-F238E27FC236}">
                    <a16:creationId xmlns:a16="http://schemas.microsoft.com/office/drawing/2014/main" id="{077BC97B-3B5E-1D48-9A71-E49C9FF49A23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23" name="任意形状 222">
                <a:extLst>
                  <a:ext uri="{FF2B5EF4-FFF2-40B4-BE49-F238E27FC236}">
                    <a16:creationId xmlns:a16="http://schemas.microsoft.com/office/drawing/2014/main" id="{412EBED5-7520-1145-B09D-273D273E231C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24" name="任意形状 223">
                <a:extLst>
                  <a:ext uri="{FF2B5EF4-FFF2-40B4-BE49-F238E27FC236}">
                    <a16:creationId xmlns:a16="http://schemas.microsoft.com/office/drawing/2014/main" id="{E9666876-45BB-B446-8C49-594583692FE2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225" name="图形 2">
                <a:extLst>
                  <a:ext uri="{FF2B5EF4-FFF2-40B4-BE49-F238E27FC236}">
                    <a16:creationId xmlns:a16="http://schemas.microsoft.com/office/drawing/2014/main" id="{84F322A5-FAF0-CF44-B779-C692A95B269E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228" name="任意形状 227">
                  <a:extLst>
                    <a:ext uri="{FF2B5EF4-FFF2-40B4-BE49-F238E27FC236}">
                      <a16:creationId xmlns:a16="http://schemas.microsoft.com/office/drawing/2014/main" id="{EFD3E25A-A879-1045-B51D-CBD352ABCEF9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9" name="任意形状 228">
                  <a:extLst>
                    <a:ext uri="{FF2B5EF4-FFF2-40B4-BE49-F238E27FC236}">
                      <a16:creationId xmlns:a16="http://schemas.microsoft.com/office/drawing/2014/main" id="{959C98AC-4368-4B4F-B3E6-2D32BAF0C439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26" name="任意形状 225">
                <a:extLst>
                  <a:ext uri="{FF2B5EF4-FFF2-40B4-BE49-F238E27FC236}">
                    <a16:creationId xmlns:a16="http://schemas.microsoft.com/office/drawing/2014/main" id="{22EBB85A-107E-EA45-B5FB-D978915F1F32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27" name="任意形状 226">
                <a:extLst>
                  <a:ext uri="{FF2B5EF4-FFF2-40B4-BE49-F238E27FC236}">
                    <a16:creationId xmlns:a16="http://schemas.microsoft.com/office/drawing/2014/main" id="{32E4758C-4A63-754C-8F0C-B52D1875FA42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47" name="任意形状 146">
              <a:extLst>
                <a:ext uri="{FF2B5EF4-FFF2-40B4-BE49-F238E27FC236}">
                  <a16:creationId xmlns:a16="http://schemas.microsoft.com/office/drawing/2014/main" id="{90464BE0-0F2B-F248-A032-AFE020E21F8B}"/>
                </a:ext>
              </a:extLst>
            </p:cNvPr>
            <p:cNvSpPr/>
            <p:nvPr/>
          </p:nvSpPr>
          <p:spPr>
            <a:xfrm>
              <a:off x="1236603" y="1513032"/>
              <a:ext cx="1121051" cy="45719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48" name="任意形状 147">
              <a:extLst>
                <a:ext uri="{FF2B5EF4-FFF2-40B4-BE49-F238E27FC236}">
                  <a16:creationId xmlns:a16="http://schemas.microsoft.com/office/drawing/2014/main" id="{9C653AC9-9E6B-C243-A778-D18CD47B94A1}"/>
                </a:ext>
              </a:extLst>
            </p:cNvPr>
            <p:cNvSpPr/>
            <p:nvPr/>
          </p:nvSpPr>
          <p:spPr>
            <a:xfrm>
              <a:off x="1236603" y="1701226"/>
              <a:ext cx="1253526" cy="45719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49" name="任意形状 148">
              <a:extLst>
                <a:ext uri="{FF2B5EF4-FFF2-40B4-BE49-F238E27FC236}">
                  <a16:creationId xmlns:a16="http://schemas.microsoft.com/office/drawing/2014/main" id="{555432E1-2C5B-384E-9182-A8F53D53FEA6}"/>
                </a:ext>
              </a:extLst>
            </p:cNvPr>
            <p:cNvSpPr/>
            <p:nvPr/>
          </p:nvSpPr>
          <p:spPr>
            <a:xfrm>
              <a:off x="1236603" y="1885176"/>
              <a:ext cx="1512653" cy="45719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50" name="任意形状 149">
              <a:extLst>
                <a:ext uri="{FF2B5EF4-FFF2-40B4-BE49-F238E27FC236}">
                  <a16:creationId xmlns:a16="http://schemas.microsoft.com/office/drawing/2014/main" id="{87CCE4FC-A8D6-834E-A593-35B2CCF6D4A4}"/>
                </a:ext>
              </a:extLst>
            </p:cNvPr>
            <p:cNvSpPr/>
            <p:nvPr/>
          </p:nvSpPr>
          <p:spPr>
            <a:xfrm>
              <a:off x="1236603" y="2069126"/>
              <a:ext cx="1728632" cy="45719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151" name="任意形状 150">
              <a:extLst>
                <a:ext uri="{FF2B5EF4-FFF2-40B4-BE49-F238E27FC236}">
                  <a16:creationId xmlns:a16="http://schemas.microsoft.com/office/drawing/2014/main" id="{2AA5F589-C080-9149-8CA8-DF3701C1C528}"/>
                </a:ext>
              </a:extLst>
            </p:cNvPr>
            <p:cNvSpPr/>
            <p:nvPr/>
          </p:nvSpPr>
          <p:spPr>
            <a:xfrm>
              <a:off x="1560204" y="1429253"/>
              <a:ext cx="151892" cy="151716"/>
            </a:xfrm>
            <a:custGeom>
              <a:avLst/>
              <a:gdLst>
                <a:gd name="connsiteX0" fmla="*/ 151892 w 151892"/>
                <a:gd name="connsiteY0" fmla="*/ 151716 h 151716"/>
                <a:gd name="connsiteX1" fmla="*/ 151892 w 151892"/>
                <a:gd name="connsiteY1" fmla="*/ 0 h 151716"/>
                <a:gd name="connsiteX2" fmla="*/ 0 w 151892"/>
                <a:gd name="connsiteY2" fmla="*/ 0 h 151716"/>
                <a:gd name="connsiteX3" fmla="*/ 0 w 151892"/>
                <a:gd name="connsiteY3" fmla="*/ 151716 h 151716"/>
                <a:gd name="connsiteX4" fmla="*/ 151892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151892" y="151716"/>
                  </a:moveTo>
                  <a:lnTo>
                    <a:pt x="151892" y="0"/>
                  </a:lnTo>
                  <a:lnTo>
                    <a:pt x="0" y="0"/>
                  </a:lnTo>
                  <a:lnTo>
                    <a:pt x="0" y="151716"/>
                  </a:lnTo>
                  <a:lnTo>
                    <a:pt x="151892" y="151716"/>
                  </a:lnTo>
                  <a:close/>
                </a:path>
              </a:pathLst>
            </a:custGeom>
            <a:solidFill>
              <a:srgbClr val="FFFFFF"/>
            </a:solidFill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152" name="任意形状 151">
              <a:extLst>
                <a:ext uri="{FF2B5EF4-FFF2-40B4-BE49-F238E27FC236}">
                  <a16:creationId xmlns:a16="http://schemas.microsoft.com/office/drawing/2014/main" id="{B5BAD519-358F-594D-885D-840002A86CD3}"/>
                </a:ext>
              </a:extLst>
            </p:cNvPr>
            <p:cNvSpPr/>
            <p:nvPr/>
          </p:nvSpPr>
          <p:spPr>
            <a:xfrm>
              <a:off x="1593086" y="1461175"/>
              <a:ext cx="86650" cy="83710"/>
            </a:xfrm>
            <a:custGeom>
              <a:avLst/>
              <a:gdLst>
                <a:gd name="connsiteX0" fmla="*/ 23848 w 86650"/>
                <a:gd name="connsiteY0" fmla="*/ 38830 h 83710"/>
                <a:gd name="connsiteX1" fmla="*/ 62790 w 86650"/>
                <a:gd name="connsiteY1" fmla="*/ 38830 h 83710"/>
                <a:gd name="connsiteX2" fmla="*/ 62790 w 86650"/>
                <a:gd name="connsiteY2" fmla="*/ 14878 h 83710"/>
                <a:gd name="connsiteX3" fmla="*/ 61990 w 86650"/>
                <a:gd name="connsiteY3" fmla="*/ 6420 h 83710"/>
                <a:gd name="connsiteX4" fmla="*/ 59385 w 86650"/>
                <a:gd name="connsiteY4" fmla="*/ 3767 h 83710"/>
                <a:gd name="connsiteX5" fmla="*/ 53769 w 86650"/>
                <a:gd name="connsiteY5" fmla="*/ 2284 h 83710"/>
                <a:gd name="connsiteX6" fmla="*/ 50796 w 86650"/>
                <a:gd name="connsiteY6" fmla="*/ 2284 h 83710"/>
                <a:gd name="connsiteX7" fmla="*/ 50796 w 86650"/>
                <a:gd name="connsiteY7" fmla="*/ 0 h 83710"/>
                <a:gd name="connsiteX8" fmla="*/ 86650 w 86650"/>
                <a:gd name="connsiteY8" fmla="*/ 0 h 83710"/>
                <a:gd name="connsiteX9" fmla="*/ 86650 w 86650"/>
                <a:gd name="connsiteY9" fmla="*/ 2284 h 83710"/>
                <a:gd name="connsiteX10" fmla="*/ 83678 w 86650"/>
                <a:gd name="connsiteY10" fmla="*/ 2284 h 83710"/>
                <a:gd name="connsiteX11" fmla="*/ 78049 w 86650"/>
                <a:gd name="connsiteY11" fmla="*/ 3704 h 83710"/>
                <a:gd name="connsiteX12" fmla="*/ 75368 w 86650"/>
                <a:gd name="connsiteY12" fmla="*/ 6698 h 83710"/>
                <a:gd name="connsiteX13" fmla="*/ 74656 w 86650"/>
                <a:gd name="connsiteY13" fmla="*/ 14878 h 83710"/>
                <a:gd name="connsiteX14" fmla="*/ 74656 w 86650"/>
                <a:gd name="connsiteY14" fmla="*/ 68894 h 83710"/>
                <a:gd name="connsiteX15" fmla="*/ 75457 w 86650"/>
                <a:gd name="connsiteY15" fmla="*/ 77289 h 83710"/>
                <a:gd name="connsiteX16" fmla="*/ 77998 w 86650"/>
                <a:gd name="connsiteY16" fmla="*/ 79944 h 83710"/>
                <a:gd name="connsiteX17" fmla="*/ 83678 w 86650"/>
                <a:gd name="connsiteY17" fmla="*/ 81426 h 83710"/>
                <a:gd name="connsiteX18" fmla="*/ 86650 w 86650"/>
                <a:gd name="connsiteY18" fmla="*/ 81426 h 83710"/>
                <a:gd name="connsiteX19" fmla="*/ 86650 w 86650"/>
                <a:gd name="connsiteY19" fmla="*/ 83710 h 83710"/>
                <a:gd name="connsiteX20" fmla="*/ 50796 w 86650"/>
                <a:gd name="connsiteY20" fmla="*/ 83710 h 83710"/>
                <a:gd name="connsiteX21" fmla="*/ 50796 w 86650"/>
                <a:gd name="connsiteY21" fmla="*/ 81426 h 83710"/>
                <a:gd name="connsiteX22" fmla="*/ 53769 w 86650"/>
                <a:gd name="connsiteY22" fmla="*/ 81426 h 83710"/>
                <a:gd name="connsiteX23" fmla="*/ 61240 w 86650"/>
                <a:gd name="connsiteY23" fmla="*/ 78401 h 83710"/>
                <a:gd name="connsiteX24" fmla="*/ 62790 w 86650"/>
                <a:gd name="connsiteY24" fmla="*/ 68894 h 83710"/>
                <a:gd name="connsiteX25" fmla="*/ 62790 w 86650"/>
                <a:gd name="connsiteY25" fmla="*/ 43398 h 83710"/>
                <a:gd name="connsiteX26" fmla="*/ 23848 w 86650"/>
                <a:gd name="connsiteY26" fmla="*/ 43398 h 83710"/>
                <a:gd name="connsiteX27" fmla="*/ 23848 w 86650"/>
                <a:gd name="connsiteY27" fmla="*/ 68894 h 83710"/>
                <a:gd name="connsiteX28" fmla="*/ 24648 w 86650"/>
                <a:gd name="connsiteY28" fmla="*/ 77289 h 83710"/>
                <a:gd name="connsiteX29" fmla="*/ 27253 w 86650"/>
                <a:gd name="connsiteY29" fmla="*/ 79944 h 83710"/>
                <a:gd name="connsiteX30" fmla="*/ 32869 w 86650"/>
                <a:gd name="connsiteY30" fmla="*/ 81426 h 83710"/>
                <a:gd name="connsiteX31" fmla="*/ 35905 w 86650"/>
                <a:gd name="connsiteY31" fmla="*/ 81426 h 83710"/>
                <a:gd name="connsiteX32" fmla="*/ 35905 w 86650"/>
                <a:gd name="connsiteY32" fmla="*/ 83710 h 83710"/>
                <a:gd name="connsiteX33" fmla="*/ 0 w 86650"/>
                <a:gd name="connsiteY33" fmla="*/ 83710 h 83710"/>
                <a:gd name="connsiteX34" fmla="*/ 0 w 86650"/>
                <a:gd name="connsiteY34" fmla="*/ 81426 h 83710"/>
                <a:gd name="connsiteX35" fmla="*/ 2960 w 86650"/>
                <a:gd name="connsiteY35" fmla="*/ 81426 h 83710"/>
                <a:gd name="connsiteX36" fmla="*/ 10507 w 86650"/>
                <a:gd name="connsiteY36" fmla="*/ 78401 h 83710"/>
                <a:gd name="connsiteX37" fmla="*/ 11981 w 86650"/>
                <a:gd name="connsiteY37" fmla="*/ 68894 h 83710"/>
                <a:gd name="connsiteX38" fmla="*/ 11981 w 86650"/>
                <a:gd name="connsiteY38" fmla="*/ 14878 h 83710"/>
                <a:gd name="connsiteX39" fmla="*/ 11181 w 86650"/>
                <a:gd name="connsiteY39" fmla="*/ 6420 h 83710"/>
                <a:gd name="connsiteX40" fmla="*/ 8652 w 86650"/>
                <a:gd name="connsiteY40" fmla="*/ 3767 h 83710"/>
                <a:gd name="connsiteX41" fmla="*/ 2960 w 86650"/>
                <a:gd name="connsiteY41" fmla="*/ 2284 h 83710"/>
                <a:gd name="connsiteX42" fmla="*/ 0 w 86650"/>
                <a:gd name="connsiteY42" fmla="*/ 2284 h 83710"/>
                <a:gd name="connsiteX43" fmla="*/ 0 w 86650"/>
                <a:gd name="connsiteY43" fmla="*/ 0 h 83710"/>
                <a:gd name="connsiteX44" fmla="*/ 35905 w 86650"/>
                <a:gd name="connsiteY44" fmla="*/ 0 h 83710"/>
                <a:gd name="connsiteX45" fmla="*/ 35905 w 86650"/>
                <a:gd name="connsiteY45" fmla="*/ 2284 h 83710"/>
                <a:gd name="connsiteX46" fmla="*/ 32869 w 86650"/>
                <a:gd name="connsiteY46" fmla="*/ 2284 h 83710"/>
                <a:gd name="connsiteX47" fmla="*/ 27253 w 86650"/>
                <a:gd name="connsiteY47" fmla="*/ 3704 h 83710"/>
                <a:gd name="connsiteX48" fmla="*/ 24597 w 86650"/>
                <a:gd name="connsiteY48" fmla="*/ 6698 h 83710"/>
                <a:gd name="connsiteX49" fmla="*/ 23848 w 86650"/>
                <a:gd name="connsiteY49" fmla="*/ 14878 h 83710"/>
                <a:gd name="connsiteX50" fmla="*/ 23848 w 86650"/>
                <a:gd name="connsiteY50" fmla="*/ 38830 h 8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86650" h="83710">
                  <a:moveTo>
                    <a:pt x="23848" y="38830"/>
                  </a:moveTo>
                  <a:lnTo>
                    <a:pt x="62790" y="38830"/>
                  </a:lnTo>
                  <a:lnTo>
                    <a:pt x="62790" y="14878"/>
                  </a:lnTo>
                  <a:cubicBezTo>
                    <a:pt x="62790" y="10598"/>
                    <a:pt x="62523" y="7779"/>
                    <a:pt x="61990" y="6420"/>
                  </a:cubicBezTo>
                  <a:cubicBezTo>
                    <a:pt x="61570" y="5392"/>
                    <a:pt x="60706" y="4506"/>
                    <a:pt x="59385" y="3767"/>
                  </a:cubicBezTo>
                  <a:cubicBezTo>
                    <a:pt x="57619" y="2778"/>
                    <a:pt x="55738" y="2284"/>
                    <a:pt x="53769" y="2284"/>
                  </a:cubicBezTo>
                  <a:lnTo>
                    <a:pt x="50796" y="2284"/>
                  </a:lnTo>
                  <a:lnTo>
                    <a:pt x="50796" y="0"/>
                  </a:lnTo>
                  <a:lnTo>
                    <a:pt x="86650" y="0"/>
                  </a:lnTo>
                  <a:lnTo>
                    <a:pt x="86650" y="2284"/>
                  </a:lnTo>
                  <a:lnTo>
                    <a:pt x="83678" y="2284"/>
                  </a:lnTo>
                  <a:cubicBezTo>
                    <a:pt x="81695" y="2284"/>
                    <a:pt x="79828" y="2758"/>
                    <a:pt x="78049" y="3704"/>
                  </a:cubicBezTo>
                  <a:cubicBezTo>
                    <a:pt x="76740" y="4363"/>
                    <a:pt x="75838" y="5360"/>
                    <a:pt x="75368" y="6698"/>
                  </a:cubicBezTo>
                  <a:cubicBezTo>
                    <a:pt x="74898" y="8036"/>
                    <a:pt x="74656" y="10763"/>
                    <a:pt x="74656" y="14878"/>
                  </a:cubicBezTo>
                  <a:lnTo>
                    <a:pt x="74656" y="68894"/>
                  </a:lnTo>
                  <a:cubicBezTo>
                    <a:pt x="74656" y="73133"/>
                    <a:pt x="74923" y="75931"/>
                    <a:pt x="75457" y="77289"/>
                  </a:cubicBezTo>
                  <a:cubicBezTo>
                    <a:pt x="75876" y="78318"/>
                    <a:pt x="76715" y="79203"/>
                    <a:pt x="77998" y="79944"/>
                  </a:cubicBezTo>
                  <a:cubicBezTo>
                    <a:pt x="79802" y="80931"/>
                    <a:pt x="81695" y="81426"/>
                    <a:pt x="83678" y="81426"/>
                  </a:cubicBezTo>
                  <a:lnTo>
                    <a:pt x="86650" y="81426"/>
                  </a:lnTo>
                  <a:lnTo>
                    <a:pt x="86650" y="83710"/>
                  </a:lnTo>
                  <a:lnTo>
                    <a:pt x="50796" y="83710"/>
                  </a:lnTo>
                  <a:lnTo>
                    <a:pt x="50796" y="81426"/>
                  </a:lnTo>
                  <a:lnTo>
                    <a:pt x="53769" y="81426"/>
                  </a:lnTo>
                  <a:cubicBezTo>
                    <a:pt x="57187" y="81426"/>
                    <a:pt x="59677" y="80417"/>
                    <a:pt x="61240" y="78401"/>
                  </a:cubicBezTo>
                  <a:cubicBezTo>
                    <a:pt x="62269" y="77083"/>
                    <a:pt x="62790" y="73915"/>
                    <a:pt x="62790" y="68894"/>
                  </a:cubicBezTo>
                  <a:lnTo>
                    <a:pt x="62790" y="43398"/>
                  </a:lnTo>
                  <a:lnTo>
                    <a:pt x="23848" y="43398"/>
                  </a:lnTo>
                  <a:lnTo>
                    <a:pt x="23848" y="68894"/>
                  </a:lnTo>
                  <a:cubicBezTo>
                    <a:pt x="23848" y="73133"/>
                    <a:pt x="24115" y="75931"/>
                    <a:pt x="24648" y="77289"/>
                  </a:cubicBezTo>
                  <a:cubicBezTo>
                    <a:pt x="25068" y="78318"/>
                    <a:pt x="25932" y="79203"/>
                    <a:pt x="27253" y="79944"/>
                  </a:cubicBezTo>
                  <a:cubicBezTo>
                    <a:pt x="29019" y="80931"/>
                    <a:pt x="30899" y="81426"/>
                    <a:pt x="32869" y="81426"/>
                  </a:cubicBezTo>
                  <a:lnTo>
                    <a:pt x="35905" y="81426"/>
                  </a:lnTo>
                  <a:lnTo>
                    <a:pt x="35905" y="83710"/>
                  </a:lnTo>
                  <a:lnTo>
                    <a:pt x="0" y="83710"/>
                  </a:lnTo>
                  <a:lnTo>
                    <a:pt x="0" y="81426"/>
                  </a:lnTo>
                  <a:lnTo>
                    <a:pt x="2960" y="81426"/>
                  </a:lnTo>
                  <a:cubicBezTo>
                    <a:pt x="6416" y="81426"/>
                    <a:pt x="8932" y="80417"/>
                    <a:pt x="10507" y="78401"/>
                  </a:cubicBezTo>
                  <a:cubicBezTo>
                    <a:pt x="11486" y="77083"/>
                    <a:pt x="11981" y="73915"/>
                    <a:pt x="11981" y="68894"/>
                  </a:cubicBezTo>
                  <a:lnTo>
                    <a:pt x="11981" y="14878"/>
                  </a:lnTo>
                  <a:cubicBezTo>
                    <a:pt x="11981" y="10598"/>
                    <a:pt x="11714" y="7779"/>
                    <a:pt x="11181" y="6420"/>
                  </a:cubicBezTo>
                  <a:cubicBezTo>
                    <a:pt x="10774" y="5392"/>
                    <a:pt x="9923" y="4506"/>
                    <a:pt x="8652" y="3767"/>
                  </a:cubicBezTo>
                  <a:cubicBezTo>
                    <a:pt x="6835" y="2778"/>
                    <a:pt x="4942" y="2284"/>
                    <a:pt x="2960" y="2284"/>
                  </a:cubicBezTo>
                  <a:lnTo>
                    <a:pt x="0" y="2284"/>
                  </a:lnTo>
                  <a:lnTo>
                    <a:pt x="0" y="0"/>
                  </a:lnTo>
                  <a:lnTo>
                    <a:pt x="35905" y="0"/>
                  </a:lnTo>
                  <a:lnTo>
                    <a:pt x="35905" y="2284"/>
                  </a:lnTo>
                  <a:lnTo>
                    <a:pt x="32869" y="2284"/>
                  </a:lnTo>
                  <a:cubicBezTo>
                    <a:pt x="30899" y="2284"/>
                    <a:pt x="29019" y="2758"/>
                    <a:pt x="27253" y="3704"/>
                  </a:cubicBezTo>
                  <a:cubicBezTo>
                    <a:pt x="25970" y="4363"/>
                    <a:pt x="25093" y="5360"/>
                    <a:pt x="24597" y="6698"/>
                  </a:cubicBezTo>
                  <a:cubicBezTo>
                    <a:pt x="24102" y="8036"/>
                    <a:pt x="23848" y="10763"/>
                    <a:pt x="23848" y="14878"/>
                  </a:cubicBezTo>
                  <a:lnTo>
                    <a:pt x="23848" y="38830"/>
                  </a:ln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153" name="组合 152">
              <a:extLst>
                <a:ext uri="{FF2B5EF4-FFF2-40B4-BE49-F238E27FC236}">
                  <a16:creationId xmlns:a16="http://schemas.microsoft.com/office/drawing/2014/main" id="{8414E73D-BEA5-234A-8A7D-A92C101AC476}"/>
                </a:ext>
              </a:extLst>
            </p:cNvPr>
            <p:cNvGrpSpPr/>
            <p:nvPr/>
          </p:nvGrpSpPr>
          <p:grpSpPr>
            <a:xfrm>
              <a:off x="1598179" y="1674302"/>
              <a:ext cx="75952" cy="246538"/>
              <a:chOff x="747494" y="1442600"/>
              <a:chExt cx="75952" cy="246538"/>
            </a:xfrm>
          </p:grpSpPr>
          <p:sp>
            <p:nvSpPr>
              <p:cNvPr id="214" name="任意形状 213">
                <a:extLst>
                  <a:ext uri="{FF2B5EF4-FFF2-40B4-BE49-F238E27FC236}">
                    <a16:creationId xmlns:a16="http://schemas.microsoft.com/office/drawing/2014/main" id="{572DE79F-51A4-4545-92FF-E47B8711C7A8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15" name="任意形状 214">
                <a:extLst>
                  <a:ext uri="{FF2B5EF4-FFF2-40B4-BE49-F238E27FC236}">
                    <a16:creationId xmlns:a16="http://schemas.microsoft.com/office/drawing/2014/main" id="{737A3994-2D2C-1641-A55A-31AB36FA245B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16" name="任意形状 215">
                <a:extLst>
                  <a:ext uri="{FF2B5EF4-FFF2-40B4-BE49-F238E27FC236}">
                    <a16:creationId xmlns:a16="http://schemas.microsoft.com/office/drawing/2014/main" id="{AB8D2E07-1BE9-3946-AE56-5F157938102F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217" name="图形 2">
                <a:extLst>
                  <a:ext uri="{FF2B5EF4-FFF2-40B4-BE49-F238E27FC236}">
                    <a16:creationId xmlns:a16="http://schemas.microsoft.com/office/drawing/2014/main" id="{64822293-082B-2044-80CA-1A35960D34B9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220" name="任意形状 219">
                  <a:extLst>
                    <a:ext uri="{FF2B5EF4-FFF2-40B4-BE49-F238E27FC236}">
                      <a16:creationId xmlns:a16="http://schemas.microsoft.com/office/drawing/2014/main" id="{2C422E92-85F1-8D4A-B9FF-877B3871CFD6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1" name="任意形状 220">
                  <a:extLst>
                    <a:ext uri="{FF2B5EF4-FFF2-40B4-BE49-F238E27FC236}">
                      <a16:creationId xmlns:a16="http://schemas.microsoft.com/office/drawing/2014/main" id="{2171FC0E-2055-0941-9F18-8FBB2BB56A9A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18" name="任意形状 217">
                <a:extLst>
                  <a:ext uri="{FF2B5EF4-FFF2-40B4-BE49-F238E27FC236}">
                    <a16:creationId xmlns:a16="http://schemas.microsoft.com/office/drawing/2014/main" id="{92110E96-39A4-734E-A7FF-DCB113E3EE91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19" name="任意形状 218">
                <a:extLst>
                  <a:ext uri="{FF2B5EF4-FFF2-40B4-BE49-F238E27FC236}">
                    <a16:creationId xmlns:a16="http://schemas.microsoft.com/office/drawing/2014/main" id="{52523600-3779-5446-B2F6-27927903DB37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4" name="组合 153">
              <a:extLst>
                <a:ext uri="{FF2B5EF4-FFF2-40B4-BE49-F238E27FC236}">
                  <a16:creationId xmlns:a16="http://schemas.microsoft.com/office/drawing/2014/main" id="{2BD3C161-C755-5D40-9C82-90F07687637F}"/>
                </a:ext>
              </a:extLst>
            </p:cNvPr>
            <p:cNvGrpSpPr/>
            <p:nvPr/>
          </p:nvGrpSpPr>
          <p:grpSpPr>
            <a:xfrm>
              <a:off x="1386995" y="1855952"/>
              <a:ext cx="75952" cy="246538"/>
              <a:chOff x="747494" y="1442600"/>
              <a:chExt cx="75952" cy="246538"/>
            </a:xfrm>
          </p:grpSpPr>
          <p:sp>
            <p:nvSpPr>
              <p:cNvPr id="206" name="任意形状 205">
                <a:extLst>
                  <a:ext uri="{FF2B5EF4-FFF2-40B4-BE49-F238E27FC236}">
                    <a16:creationId xmlns:a16="http://schemas.microsoft.com/office/drawing/2014/main" id="{13786951-8CDA-DD4D-A366-72E4F902F4B2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07" name="任意形状 206">
                <a:extLst>
                  <a:ext uri="{FF2B5EF4-FFF2-40B4-BE49-F238E27FC236}">
                    <a16:creationId xmlns:a16="http://schemas.microsoft.com/office/drawing/2014/main" id="{9F34A98E-332E-464D-8110-FE674294C085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08" name="任意形状 207">
                <a:extLst>
                  <a:ext uri="{FF2B5EF4-FFF2-40B4-BE49-F238E27FC236}">
                    <a16:creationId xmlns:a16="http://schemas.microsoft.com/office/drawing/2014/main" id="{5B182BED-C48A-AD4D-AD2D-6F0A5DAD3B18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209" name="图形 2">
                <a:extLst>
                  <a:ext uri="{FF2B5EF4-FFF2-40B4-BE49-F238E27FC236}">
                    <a16:creationId xmlns:a16="http://schemas.microsoft.com/office/drawing/2014/main" id="{39114ED9-EAAF-E546-AE10-28E98A1BF69A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212" name="任意形状 211">
                  <a:extLst>
                    <a:ext uri="{FF2B5EF4-FFF2-40B4-BE49-F238E27FC236}">
                      <a16:creationId xmlns:a16="http://schemas.microsoft.com/office/drawing/2014/main" id="{2C7E1FF3-95CD-7E4B-BB04-961F7423311A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13" name="任意形状 212">
                  <a:extLst>
                    <a:ext uri="{FF2B5EF4-FFF2-40B4-BE49-F238E27FC236}">
                      <a16:creationId xmlns:a16="http://schemas.microsoft.com/office/drawing/2014/main" id="{9B2AAC63-FEF3-F84D-BEEA-348002FB6FE2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10" name="任意形状 209">
                <a:extLst>
                  <a:ext uri="{FF2B5EF4-FFF2-40B4-BE49-F238E27FC236}">
                    <a16:creationId xmlns:a16="http://schemas.microsoft.com/office/drawing/2014/main" id="{7D1434C6-5137-204A-B687-0934562A8E89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11" name="任意形状 210">
                <a:extLst>
                  <a:ext uri="{FF2B5EF4-FFF2-40B4-BE49-F238E27FC236}">
                    <a16:creationId xmlns:a16="http://schemas.microsoft.com/office/drawing/2014/main" id="{0B469DE9-4105-2547-9AE7-5C798FFF3CFD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5" name="组合 154">
              <a:extLst>
                <a:ext uri="{FF2B5EF4-FFF2-40B4-BE49-F238E27FC236}">
                  <a16:creationId xmlns:a16="http://schemas.microsoft.com/office/drawing/2014/main" id="{19BBE98D-25EF-D14B-8B96-BC8D2D170D3C}"/>
                </a:ext>
              </a:extLst>
            </p:cNvPr>
            <p:cNvGrpSpPr/>
            <p:nvPr/>
          </p:nvGrpSpPr>
          <p:grpSpPr>
            <a:xfrm>
              <a:off x="2281702" y="1684800"/>
              <a:ext cx="75952" cy="418640"/>
              <a:chOff x="2608228" y="570289"/>
              <a:chExt cx="75952" cy="436185"/>
            </a:xfrm>
          </p:grpSpPr>
          <p:sp>
            <p:nvSpPr>
              <p:cNvPr id="198" name="任意形状 197">
                <a:extLst>
                  <a:ext uri="{FF2B5EF4-FFF2-40B4-BE49-F238E27FC236}">
                    <a16:creationId xmlns:a16="http://schemas.microsoft.com/office/drawing/2014/main" id="{C75D78AE-0E40-D241-A309-37CED37333A2}"/>
                  </a:ext>
                </a:extLst>
              </p:cNvPr>
              <p:cNvSpPr/>
              <p:nvPr/>
            </p:nvSpPr>
            <p:spPr>
              <a:xfrm>
                <a:off x="2646205" y="589255"/>
                <a:ext cx="12705" cy="379290"/>
              </a:xfrm>
              <a:custGeom>
                <a:avLst/>
                <a:gdLst>
                  <a:gd name="connsiteX0" fmla="*/ 0 w 12705"/>
                  <a:gd name="connsiteY0" fmla="*/ 0 h 379290"/>
                  <a:gd name="connsiteX1" fmla="*/ 0 w 12705"/>
                  <a:gd name="connsiteY1" fmla="*/ 379291 h 379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379290">
                    <a:moveTo>
                      <a:pt x="0" y="0"/>
                    </a:moveTo>
                    <a:lnTo>
                      <a:pt x="0" y="379291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99" name="任意形状 198">
                <a:extLst>
                  <a:ext uri="{FF2B5EF4-FFF2-40B4-BE49-F238E27FC236}">
                    <a16:creationId xmlns:a16="http://schemas.microsoft.com/office/drawing/2014/main" id="{6A381CBB-A473-984F-B314-4D7993672FCA}"/>
                  </a:ext>
                </a:extLst>
              </p:cNvPr>
              <p:cNvSpPr/>
              <p:nvPr/>
            </p:nvSpPr>
            <p:spPr>
              <a:xfrm>
                <a:off x="2608228" y="930616"/>
                <a:ext cx="75952" cy="75858"/>
              </a:xfrm>
              <a:custGeom>
                <a:avLst/>
                <a:gdLst>
                  <a:gd name="connsiteX0" fmla="*/ 75952 w 75952"/>
                  <a:gd name="connsiteY0" fmla="*/ 37930 h 75858"/>
                  <a:gd name="connsiteX1" fmla="*/ 37976 w 75952"/>
                  <a:gd name="connsiteY1" fmla="*/ 0 h 75858"/>
                  <a:gd name="connsiteX2" fmla="*/ 0 w 75952"/>
                  <a:gd name="connsiteY2" fmla="*/ 37930 h 75858"/>
                  <a:gd name="connsiteX3" fmla="*/ 37976 w 75952"/>
                  <a:gd name="connsiteY3" fmla="*/ 75859 h 75858"/>
                  <a:gd name="connsiteX4" fmla="*/ 75952 w 75952"/>
                  <a:gd name="connsiteY4" fmla="*/ 37930 h 75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8">
                    <a:moveTo>
                      <a:pt x="75952" y="37930"/>
                    </a:moveTo>
                    <a:cubicBezTo>
                      <a:pt x="75952" y="16982"/>
                      <a:pt x="58953" y="0"/>
                      <a:pt x="37976" y="0"/>
                    </a:cubicBezTo>
                    <a:cubicBezTo>
                      <a:pt x="17000" y="0"/>
                      <a:pt x="0" y="16982"/>
                      <a:pt x="0" y="37930"/>
                    </a:cubicBezTo>
                    <a:cubicBezTo>
                      <a:pt x="0" y="58878"/>
                      <a:pt x="17000" y="75859"/>
                      <a:pt x="37976" y="75859"/>
                    </a:cubicBezTo>
                    <a:cubicBezTo>
                      <a:pt x="58953" y="75859"/>
                      <a:pt x="75952" y="58878"/>
                      <a:pt x="75952" y="379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00" name="任意形状 199">
                <a:extLst>
                  <a:ext uri="{FF2B5EF4-FFF2-40B4-BE49-F238E27FC236}">
                    <a16:creationId xmlns:a16="http://schemas.microsoft.com/office/drawing/2014/main" id="{AB1C9884-D044-E342-8B4C-CE01D9E7A538}"/>
                  </a:ext>
                </a:extLst>
              </p:cNvPr>
              <p:cNvSpPr/>
              <p:nvPr/>
            </p:nvSpPr>
            <p:spPr>
              <a:xfrm>
                <a:off x="2608228" y="930616"/>
                <a:ext cx="75952" cy="75858"/>
              </a:xfrm>
              <a:custGeom>
                <a:avLst/>
                <a:gdLst>
                  <a:gd name="connsiteX0" fmla="*/ 75952 w 75952"/>
                  <a:gd name="connsiteY0" fmla="*/ 37930 h 75858"/>
                  <a:gd name="connsiteX1" fmla="*/ 37976 w 75952"/>
                  <a:gd name="connsiteY1" fmla="*/ 0 h 75858"/>
                  <a:gd name="connsiteX2" fmla="*/ 0 w 75952"/>
                  <a:gd name="connsiteY2" fmla="*/ 37930 h 75858"/>
                  <a:gd name="connsiteX3" fmla="*/ 37976 w 75952"/>
                  <a:gd name="connsiteY3" fmla="*/ 75859 h 75858"/>
                  <a:gd name="connsiteX4" fmla="*/ 75952 w 75952"/>
                  <a:gd name="connsiteY4" fmla="*/ 37930 h 75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8">
                    <a:moveTo>
                      <a:pt x="75952" y="37930"/>
                    </a:moveTo>
                    <a:cubicBezTo>
                      <a:pt x="75952" y="16982"/>
                      <a:pt x="58953" y="0"/>
                      <a:pt x="37976" y="0"/>
                    </a:cubicBezTo>
                    <a:cubicBezTo>
                      <a:pt x="17000" y="0"/>
                      <a:pt x="0" y="16982"/>
                      <a:pt x="0" y="37930"/>
                    </a:cubicBezTo>
                    <a:cubicBezTo>
                      <a:pt x="0" y="58878"/>
                      <a:pt x="17000" y="75859"/>
                      <a:pt x="37976" y="75859"/>
                    </a:cubicBezTo>
                    <a:cubicBezTo>
                      <a:pt x="58953" y="75859"/>
                      <a:pt x="75952" y="58878"/>
                      <a:pt x="75952" y="37930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201" name="图形 2">
                <a:extLst>
                  <a:ext uri="{FF2B5EF4-FFF2-40B4-BE49-F238E27FC236}">
                    <a16:creationId xmlns:a16="http://schemas.microsoft.com/office/drawing/2014/main" id="{A7C37948-4B36-2640-B517-DD2DCA724416}"/>
                  </a:ext>
                </a:extLst>
              </p:cNvPr>
              <p:cNvGrpSpPr/>
              <p:nvPr/>
            </p:nvGrpSpPr>
            <p:grpSpPr>
              <a:xfrm>
                <a:off x="2608228" y="930616"/>
                <a:ext cx="75952" cy="75858"/>
                <a:chOff x="2968549" y="937094"/>
                <a:chExt cx="75952" cy="75858"/>
              </a:xfrm>
              <a:noFill/>
            </p:grpSpPr>
            <p:sp>
              <p:nvSpPr>
                <p:cNvPr id="204" name="任意形状 203">
                  <a:extLst>
                    <a:ext uri="{FF2B5EF4-FFF2-40B4-BE49-F238E27FC236}">
                      <a16:creationId xmlns:a16="http://schemas.microsoft.com/office/drawing/2014/main" id="{33C8442D-0587-BC41-A96D-F102645B6471}"/>
                    </a:ext>
                  </a:extLst>
                </p:cNvPr>
                <p:cNvSpPr/>
                <p:nvPr/>
              </p:nvSpPr>
              <p:spPr>
                <a:xfrm>
                  <a:off x="2968549" y="975024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05" name="任意形状 204">
                  <a:extLst>
                    <a:ext uri="{FF2B5EF4-FFF2-40B4-BE49-F238E27FC236}">
                      <a16:creationId xmlns:a16="http://schemas.microsoft.com/office/drawing/2014/main" id="{F6128C2D-83ED-FD4F-AFFD-3A3D0A5AE5B5}"/>
                    </a:ext>
                  </a:extLst>
                </p:cNvPr>
                <p:cNvSpPr/>
                <p:nvPr/>
              </p:nvSpPr>
              <p:spPr>
                <a:xfrm>
                  <a:off x="3006526" y="937094"/>
                  <a:ext cx="12705" cy="75858"/>
                </a:xfrm>
                <a:custGeom>
                  <a:avLst/>
                  <a:gdLst>
                    <a:gd name="connsiteX0" fmla="*/ 0 w 12705"/>
                    <a:gd name="connsiteY0" fmla="*/ 75859 h 75858"/>
                    <a:gd name="connsiteX1" fmla="*/ 0 w 12705"/>
                    <a:gd name="connsiteY1" fmla="*/ 0 h 75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8">
                      <a:moveTo>
                        <a:pt x="0" y="75859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02" name="任意形状 201">
                <a:extLst>
                  <a:ext uri="{FF2B5EF4-FFF2-40B4-BE49-F238E27FC236}">
                    <a16:creationId xmlns:a16="http://schemas.microsoft.com/office/drawing/2014/main" id="{959590F0-9E98-BE4B-80A7-091A1E09A7A5}"/>
                  </a:ext>
                </a:extLst>
              </p:cNvPr>
              <p:cNvSpPr/>
              <p:nvPr/>
            </p:nvSpPr>
            <p:spPr>
              <a:xfrm>
                <a:off x="2627223" y="570289"/>
                <a:ext cx="37963" cy="37929"/>
              </a:xfrm>
              <a:custGeom>
                <a:avLst/>
                <a:gdLst>
                  <a:gd name="connsiteX0" fmla="*/ 37963 w 37963"/>
                  <a:gd name="connsiteY0" fmla="*/ 18966 h 37929"/>
                  <a:gd name="connsiteX1" fmla="*/ 18982 w 37963"/>
                  <a:gd name="connsiteY1" fmla="*/ 0 h 37929"/>
                  <a:gd name="connsiteX2" fmla="*/ 0 w 37963"/>
                  <a:gd name="connsiteY2" fmla="*/ 18966 h 37929"/>
                  <a:gd name="connsiteX3" fmla="*/ 18982 w 37963"/>
                  <a:gd name="connsiteY3" fmla="*/ 37930 h 37929"/>
                  <a:gd name="connsiteX4" fmla="*/ 37963 w 37963"/>
                  <a:gd name="connsiteY4" fmla="*/ 18966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63" h="37929">
                    <a:moveTo>
                      <a:pt x="37963" y="18966"/>
                    </a:moveTo>
                    <a:cubicBezTo>
                      <a:pt x="37963" y="8491"/>
                      <a:pt x="29464" y="0"/>
                      <a:pt x="18982" y="0"/>
                    </a:cubicBezTo>
                    <a:cubicBezTo>
                      <a:pt x="8500" y="0"/>
                      <a:pt x="0" y="8491"/>
                      <a:pt x="0" y="18966"/>
                    </a:cubicBezTo>
                    <a:cubicBezTo>
                      <a:pt x="0" y="29439"/>
                      <a:pt x="8500" y="37930"/>
                      <a:pt x="18982" y="37930"/>
                    </a:cubicBezTo>
                    <a:cubicBezTo>
                      <a:pt x="29464" y="37930"/>
                      <a:pt x="37963" y="29439"/>
                      <a:pt x="37963" y="1896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03" name="任意形状 202">
                <a:extLst>
                  <a:ext uri="{FF2B5EF4-FFF2-40B4-BE49-F238E27FC236}">
                    <a16:creationId xmlns:a16="http://schemas.microsoft.com/office/drawing/2014/main" id="{4E24A794-1995-3541-BFA4-D54D3F4D9BE9}"/>
                  </a:ext>
                </a:extLst>
              </p:cNvPr>
              <p:cNvSpPr/>
              <p:nvPr/>
            </p:nvSpPr>
            <p:spPr>
              <a:xfrm>
                <a:off x="2627223" y="570289"/>
                <a:ext cx="37963" cy="37929"/>
              </a:xfrm>
              <a:custGeom>
                <a:avLst/>
                <a:gdLst>
                  <a:gd name="connsiteX0" fmla="*/ 37963 w 37963"/>
                  <a:gd name="connsiteY0" fmla="*/ 18966 h 37929"/>
                  <a:gd name="connsiteX1" fmla="*/ 18982 w 37963"/>
                  <a:gd name="connsiteY1" fmla="*/ 0 h 37929"/>
                  <a:gd name="connsiteX2" fmla="*/ 0 w 37963"/>
                  <a:gd name="connsiteY2" fmla="*/ 18966 h 37929"/>
                  <a:gd name="connsiteX3" fmla="*/ 18982 w 37963"/>
                  <a:gd name="connsiteY3" fmla="*/ 37930 h 37929"/>
                  <a:gd name="connsiteX4" fmla="*/ 37963 w 37963"/>
                  <a:gd name="connsiteY4" fmla="*/ 18966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63" h="37929">
                    <a:moveTo>
                      <a:pt x="37963" y="18966"/>
                    </a:moveTo>
                    <a:cubicBezTo>
                      <a:pt x="37963" y="8491"/>
                      <a:pt x="29464" y="0"/>
                      <a:pt x="18982" y="0"/>
                    </a:cubicBezTo>
                    <a:cubicBezTo>
                      <a:pt x="8500" y="0"/>
                      <a:pt x="0" y="8491"/>
                      <a:pt x="0" y="18966"/>
                    </a:cubicBezTo>
                    <a:cubicBezTo>
                      <a:pt x="0" y="29439"/>
                      <a:pt x="8500" y="37930"/>
                      <a:pt x="18982" y="37930"/>
                    </a:cubicBezTo>
                    <a:cubicBezTo>
                      <a:pt x="29464" y="37930"/>
                      <a:pt x="37963" y="29439"/>
                      <a:pt x="37963" y="18966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56" name="组合 155">
              <a:extLst>
                <a:ext uri="{FF2B5EF4-FFF2-40B4-BE49-F238E27FC236}">
                  <a16:creationId xmlns:a16="http://schemas.microsoft.com/office/drawing/2014/main" id="{04486C04-74A0-9645-BCE0-FADB59DFDA48}"/>
                </a:ext>
              </a:extLst>
            </p:cNvPr>
            <p:cNvGrpSpPr/>
            <p:nvPr/>
          </p:nvGrpSpPr>
          <p:grpSpPr>
            <a:xfrm>
              <a:off x="1793130" y="2001139"/>
              <a:ext cx="151892" cy="151716"/>
              <a:chOff x="1582927" y="1921202"/>
              <a:chExt cx="151892" cy="151716"/>
            </a:xfrm>
          </p:grpSpPr>
          <p:sp>
            <p:nvSpPr>
              <p:cNvPr id="196" name="任意形状 195">
                <a:extLst>
                  <a:ext uri="{FF2B5EF4-FFF2-40B4-BE49-F238E27FC236}">
                    <a16:creationId xmlns:a16="http://schemas.microsoft.com/office/drawing/2014/main" id="{AD37CCCE-1AF3-7243-BC95-F29F72CD2212}"/>
                  </a:ext>
                </a:extLst>
              </p:cNvPr>
              <p:cNvSpPr/>
              <p:nvPr/>
            </p:nvSpPr>
            <p:spPr>
              <a:xfrm>
                <a:off x="1582927" y="1921202"/>
                <a:ext cx="151892" cy="151716"/>
              </a:xfrm>
              <a:custGeom>
                <a:avLst/>
                <a:gdLst>
                  <a:gd name="connsiteX0" fmla="*/ 151892 w 151892"/>
                  <a:gd name="connsiteY0" fmla="*/ 151716 h 151716"/>
                  <a:gd name="connsiteX1" fmla="*/ 151892 w 151892"/>
                  <a:gd name="connsiteY1" fmla="*/ 0 h 151716"/>
                  <a:gd name="connsiteX2" fmla="*/ 0 w 151892"/>
                  <a:gd name="connsiteY2" fmla="*/ 0 h 151716"/>
                  <a:gd name="connsiteX3" fmla="*/ 0 w 151892"/>
                  <a:gd name="connsiteY3" fmla="*/ 151716 h 151716"/>
                  <a:gd name="connsiteX4" fmla="*/ 151892 w 151892"/>
                  <a:gd name="connsiteY4" fmla="*/ 151716 h 15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892" h="151716">
                    <a:moveTo>
                      <a:pt x="151892" y="151716"/>
                    </a:moveTo>
                    <a:lnTo>
                      <a:pt x="151892" y="0"/>
                    </a:lnTo>
                    <a:lnTo>
                      <a:pt x="0" y="0"/>
                    </a:lnTo>
                    <a:lnTo>
                      <a:pt x="0" y="151716"/>
                    </a:lnTo>
                    <a:lnTo>
                      <a:pt x="151892" y="151716"/>
                    </a:lnTo>
                    <a:close/>
                  </a:path>
                </a:pathLst>
              </a:custGeom>
              <a:solidFill>
                <a:srgbClr val="FFFFFF"/>
              </a:solidFill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197" name="任意形状 196">
                <a:extLst>
                  <a:ext uri="{FF2B5EF4-FFF2-40B4-BE49-F238E27FC236}">
                    <a16:creationId xmlns:a16="http://schemas.microsoft.com/office/drawing/2014/main" id="{1336BDD5-BC51-5842-9725-6FA1A64A5376}"/>
                  </a:ext>
                </a:extLst>
              </p:cNvPr>
              <p:cNvSpPr/>
              <p:nvPr/>
            </p:nvSpPr>
            <p:spPr>
              <a:xfrm>
                <a:off x="1620909" y="1953767"/>
                <a:ext cx="89000" cy="83710"/>
              </a:xfrm>
              <a:custGeom>
                <a:avLst/>
                <a:gdLst>
                  <a:gd name="connsiteX0" fmla="*/ 50745 w 89000"/>
                  <a:gd name="connsiteY0" fmla="*/ 37349 h 83710"/>
                  <a:gd name="connsiteX1" fmla="*/ 68736 w 89000"/>
                  <a:gd name="connsiteY1" fmla="*/ 64140 h 83710"/>
                  <a:gd name="connsiteX2" fmla="*/ 79828 w 89000"/>
                  <a:gd name="connsiteY2" fmla="*/ 78185 h 83710"/>
                  <a:gd name="connsiteX3" fmla="*/ 89001 w 89000"/>
                  <a:gd name="connsiteY3" fmla="*/ 81426 h 83710"/>
                  <a:gd name="connsiteX4" fmla="*/ 89001 w 89000"/>
                  <a:gd name="connsiteY4" fmla="*/ 83710 h 83710"/>
                  <a:gd name="connsiteX5" fmla="*/ 53032 w 89000"/>
                  <a:gd name="connsiteY5" fmla="*/ 83710 h 83710"/>
                  <a:gd name="connsiteX6" fmla="*/ 53032 w 89000"/>
                  <a:gd name="connsiteY6" fmla="*/ 81426 h 83710"/>
                  <a:gd name="connsiteX7" fmla="*/ 58343 w 89000"/>
                  <a:gd name="connsiteY7" fmla="*/ 80685 h 83710"/>
                  <a:gd name="connsiteX8" fmla="*/ 60478 w 89000"/>
                  <a:gd name="connsiteY8" fmla="*/ 78987 h 83710"/>
                  <a:gd name="connsiteX9" fmla="*/ 61316 w 89000"/>
                  <a:gd name="connsiteY9" fmla="*/ 76672 h 83710"/>
                  <a:gd name="connsiteX10" fmla="*/ 60757 w 89000"/>
                  <a:gd name="connsiteY10" fmla="*/ 73832 h 83710"/>
                  <a:gd name="connsiteX11" fmla="*/ 57365 w 89000"/>
                  <a:gd name="connsiteY11" fmla="*/ 68399 h 83710"/>
                  <a:gd name="connsiteX12" fmla="*/ 43148 w 89000"/>
                  <a:gd name="connsiteY12" fmla="*/ 46917 h 83710"/>
                  <a:gd name="connsiteX13" fmla="*/ 25589 w 89000"/>
                  <a:gd name="connsiteY13" fmla="*/ 69388 h 83710"/>
                  <a:gd name="connsiteX14" fmla="*/ 22247 w 89000"/>
                  <a:gd name="connsiteY14" fmla="*/ 74172 h 83710"/>
                  <a:gd name="connsiteX15" fmla="*/ 21701 w 89000"/>
                  <a:gd name="connsiteY15" fmla="*/ 76672 h 83710"/>
                  <a:gd name="connsiteX16" fmla="*/ 23365 w 89000"/>
                  <a:gd name="connsiteY16" fmla="*/ 79944 h 83710"/>
                  <a:gd name="connsiteX17" fmla="*/ 29731 w 89000"/>
                  <a:gd name="connsiteY17" fmla="*/ 81426 h 83710"/>
                  <a:gd name="connsiteX18" fmla="*/ 29731 w 89000"/>
                  <a:gd name="connsiteY18" fmla="*/ 83710 h 83710"/>
                  <a:gd name="connsiteX19" fmla="*/ 0 w 89000"/>
                  <a:gd name="connsiteY19" fmla="*/ 83710 h 83710"/>
                  <a:gd name="connsiteX20" fmla="*/ 0 w 89000"/>
                  <a:gd name="connsiteY20" fmla="*/ 81426 h 83710"/>
                  <a:gd name="connsiteX21" fmla="*/ 5438 w 89000"/>
                  <a:gd name="connsiteY21" fmla="*/ 80129 h 83710"/>
                  <a:gd name="connsiteX22" fmla="*/ 12731 w 89000"/>
                  <a:gd name="connsiteY22" fmla="*/ 75808 h 83710"/>
                  <a:gd name="connsiteX23" fmla="*/ 20646 w 89000"/>
                  <a:gd name="connsiteY23" fmla="*/ 67474 h 83710"/>
                  <a:gd name="connsiteX24" fmla="*/ 40428 w 89000"/>
                  <a:gd name="connsiteY24" fmla="*/ 42534 h 83710"/>
                  <a:gd name="connsiteX25" fmla="*/ 23924 w 89000"/>
                  <a:gd name="connsiteY25" fmla="*/ 18397 h 83710"/>
                  <a:gd name="connsiteX26" fmla="*/ 12489 w 89000"/>
                  <a:gd name="connsiteY26" fmla="*/ 5525 h 83710"/>
                  <a:gd name="connsiteX27" fmla="*/ 1677 w 89000"/>
                  <a:gd name="connsiteY27" fmla="*/ 2284 h 83710"/>
                  <a:gd name="connsiteX28" fmla="*/ 1677 w 89000"/>
                  <a:gd name="connsiteY28" fmla="*/ 0 h 83710"/>
                  <a:gd name="connsiteX29" fmla="*/ 40428 w 89000"/>
                  <a:gd name="connsiteY29" fmla="*/ 0 h 83710"/>
                  <a:gd name="connsiteX30" fmla="*/ 40428 w 89000"/>
                  <a:gd name="connsiteY30" fmla="*/ 2284 h 83710"/>
                  <a:gd name="connsiteX31" fmla="*/ 33657 w 89000"/>
                  <a:gd name="connsiteY31" fmla="*/ 3890 h 83710"/>
                  <a:gd name="connsiteX32" fmla="*/ 31827 w 89000"/>
                  <a:gd name="connsiteY32" fmla="*/ 7038 h 83710"/>
                  <a:gd name="connsiteX33" fmla="*/ 34800 w 89000"/>
                  <a:gd name="connsiteY33" fmla="*/ 13706 h 83710"/>
                  <a:gd name="connsiteX34" fmla="*/ 47658 w 89000"/>
                  <a:gd name="connsiteY34" fmla="*/ 32903 h 83710"/>
                  <a:gd name="connsiteX35" fmla="*/ 62548 w 89000"/>
                  <a:gd name="connsiteY35" fmla="*/ 14075 h 83710"/>
                  <a:gd name="connsiteX36" fmla="*/ 65738 w 89000"/>
                  <a:gd name="connsiteY36" fmla="*/ 9508 h 83710"/>
                  <a:gd name="connsiteX37" fmla="*/ 66322 w 89000"/>
                  <a:gd name="connsiteY37" fmla="*/ 6976 h 83710"/>
                  <a:gd name="connsiteX38" fmla="*/ 65585 w 89000"/>
                  <a:gd name="connsiteY38" fmla="*/ 4692 h 83710"/>
                  <a:gd name="connsiteX39" fmla="*/ 63235 w 89000"/>
                  <a:gd name="connsiteY39" fmla="*/ 2871 h 83710"/>
                  <a:gd name="connsiteX40" fmla="*/ 57365 w 89000"/>
                  <a:gd name="connsiteY40" fmla="*/ 2284 h 83710"/>
                  <a:gd name="connsiteX41" fmla="*/ 57365 w 89000"/>
                  <a:gd name="connsiteY41" fmla="*/ 0 h 83710"/>
                  <a:gd name="connsiteX42" fmla="*/ 87082 w 89000"/>
                  <a:gd name="connsiteY42" fmla="*/ 0 h 83710"/>
                  <a:gd name="connsiteX43" fmla="*/ 87082 w 89000"/>
                  <a:gd name="connsiteY43" fmla="*/ 2284 h 83710"/>
                  <a:gd name="connsiteX44" fmla="*/ 81340 w 89000"/>
                  <a:gd name="connsiteY44" fmla="*/ 3396 h 83710"/>
                  <a:gd name="connsiteX45" fmla="*/ 75216 w 89000"/>
                  <a:gd name="connsiteY45" fmla="*/ 7223 h 83710"/>
                  <a:gd name="connsiteX46" fmla="*/ 67377 w 89000"/>
                  <a:gd name="connsiteY46" fmla="*/ 16113 h 83710"/>
                  <a:gd name="connsiteX47" fmla="*/ 50745 w 89000"/>
                  <a:gd name="connsiteY47" fmla="*/ 37349 h 83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89000" h="83710">
                    <a:moveTo>
                      <a:pt x="50745" y="37349"/>
                    </a:moveTo>
                    <a:lnTo>
                      <a:pt x="68736" y="64140"/>
                    </a:lnTo>
                    <a:cubicBezTo>
                      <a:pt x="73716" y="71548"/>
                      <a:pt x="77414" y="76229"/>
                      <a:pt x="79828" y="78185"/>
                    </a:cubicBezTo>
                    <a:cubicBezTo>
                      <a:pt x="82242" y="80139"/>
                      <a:pt x="85291" y="81219"/>
                      <a:pt x="89001" y="81426"/>
                    </a:cubicBezTo>
                    <a:lnTo>
                      <a:pt x="89001" y="83710"/>
                    </a:lnTo>
                    <a:lnTo>
                      <a:pt x="53032" y="83710"/>
                    </a:lnTo>
                    <a:lnTo>
                      <a:pt x="53032" y="81426"/>
                    </a:lnTo>
                    <a:cubicBezTo>
                      <a:pt x="55421" y="81384"/>
                      <a:pt x="57200" y="81138"/>
                      <a:pt x="58343" y="80685"/>
                    </a:cubicBezTo>
                    <a:cubicBezTo>
                      <a:pt x="59207" y="80314"/>
                      <a:pt x="59918" y="79748"/>
                      <a:pt x="60478" y="78987"/>
                    </a:cubicBezTo>
                    <a:cubicBezTo>
                      <a:pt x="61037" y="78225"/>
                      <a:pt x="61316" y="77454"/>
                      <a:pt x="61316" y="76672"/>
                    </a:cubicBezTo>
                    <a:cubicBezTo>
                      <a:pt x="61316" y="75725"/>
                      <a:pt x="61125" y="74779"/>
                      <a:pt x="60757" y="73832"/>
                    </a:cubicBezTo>
                    <a:cubicBezTo>
                      <a:pt x="60465" y="73133"/>
                      <a:pt x="59334" y="71322"/>
                      <a:pt x="57365" y="68399"/>
                    </a:cubicBezTo>
                    <a:lnTo>
                      <a:pt x="43148" y="46917"/>
                    </a:lnTo>
                    <a:lnTo>
                      <a:pt x="25589" y="69388"/>
                    </a:lnTo>
                    <a:cubicBezTo>
                      <a:pt x="23734" y="71775"/>
                      <a:pt x="22628" y="73369"/>
                      <a:pt x="22247" y="74172"/>
                    </a:cubicBezTo>
                    <a:cubicBezTo>
                      <a:pt x="21879" y="74974"/>
                      <a:pt x="21701" y="75808"/>
                      <a:pt x="21701" y="76672"/>
                    </a:cubicBezTo>
                    <a:cubicBezTo>
                      <a:pt x="21701" y="77989"/>
                      <a:pt x="22247" y="79079"/>
                      <a:pt x="23365" y="79944"/>
                    </a:cubicBezTo>
                    <a:cubicBezTo>
                      <a:pt x="24483" y="80808"/>
                      <a:pt x="26605" y="81302"/>
                      <a:pt x="29731" y="81426"/>
                    </a:cubicBezTo>
                    <a:lnTo>
                      <a:pt x="29731" y="83710"/>
                    </a:lnTo>
                    <a:lnTo>
                      <a:pt x="0" y="83710"/>
                    </a:lnTo>
                    <a:lnTo>
                      <a:pt x="0" y="81426"/>
                    </a:lnTo>
                    <a:cubicBezTo>
                      <a:pt x="2109" y="81219"/>
                      <a:pt x="3913" y="80788"/>
                      <a:pt x="5438" y="80129"/>
                    </a:cubicBezTo>
                    <a:cubicBezTo>
                      <a:pt x="7992" y="79059"/>
                      <a:pt x="10431" y="77619"/>
                      <a:pt x="12731" y="75808"/>
                    </a:cubicBezTo>
                    <a:cubicBezTo>
                      <a:pt x="15043" y="73997"/>
                      <a:pt x="17673" y="71219"/>
                      <a:pt x="20646" y="67474"/>
                    </a:cubicBezTo>
                    <a:lnTo>
                      <a:pt x="40428" y="42534"/>
                    </a:lnTo>
                    <a:lnTo>
                      <a:pt x="23924" y="18397"/>
                    </a:lnTo>
                    <a:cubicBezTo>
                      <a:pt x="19427" y="11853"/>
                      <a:pt x="15615" y="7562"/>
                      <a:pt x="12489" y="5525"/>
                    </a:cubicBezTo>
                    <a:cubicBezTo>
                      <a:pt x="9351" y="3489"/>
                      <a:pt x="5756" y="2407"/>
                      <a:pt x="1677" y="2284"/>
                    </a:cubicBezTo>
                    <a:lnTo>
                      <a:pt x="1677" y="0"/>
                    </a:lnTo>
                    <a:lnTo>
                      <a:pt x="40428" y="0"/>
                    </a:lnTo>
                    <a:lnTo>
                      <a:pt x="40428" y="2284"/>
                    </a:lnTo>
                    <a:cubicBezTo>
                      <a:pt x="37125" y="2407"/>
                      <a:pt x="34876" y="2943"/>
                      <a:pt x="33657" y="3890"/>
                    </a:cubicBezTo>
                    <a:cubicBezTo>
                      <a:pt x="32437" y="4836"/>
                      <a:pt x="31827" y="5886"/>
                      <a:pt x="31827" y="7038"/>
                    </a:cubicBezTo>
                    <a:cubicBezTo>
                      <a:pt x="31827" y="8561"/>
                      <a:pt x="32818" y="10783"/>
                      <a:pt x="34800" y="13706"/>
                    </a:cubicBezTo>
                    <a:lnTo>
                      <a:pt x="47658" y="32903"/>
                    </a:lnTo>
                    <a:lnTo>
                      <a:pt x="62548" y="14075"/>
                    </a:lnTo>
                    <a:cubicBezTo>
                      <a:pt x="64277" y="11853"/>
                      <a:pt x="65344" y="10330"/>
                      <a:pt x="65738" y="9508"/>
                    </a:cubicBezTo>
                    <a:cubicBezTo>
                      <a:pt x="66119" y="8684"/>
                      <a:pt x="66322" y="7840"/>
                      <a:pt x="66322" y="6976"/>
                    </a:cubicBezTo>
                    <a:cubicBezTo>
                      <a:pt x="66322" y="6112"/>
                      <a:pt x="66068" y="5350"/>
                      <a:pt x="65585" y="4692"/>
                    </a:cubicBezTo>
                    <a:cubicBezTo>
                      <a:pt x="64962" y="3827"/>
                      <a:pt x="64175" y="3221"/>
                      <a:pt x="63235" y="2871"/>
                    </a:cubicBezTo>
                    <a:cubicBezTo>
                      <a:pt x="62282" y="2522"/>
                      <a:pt x="60325" y="2326"/>
                      <a:pt x="57365" y="2284"/>
                    </a:cubicBezTo>
                    <a:lnTo>
                      <a:pt x="57365" y="0"/>
                    </a:lnTo>
                    <a:lnTo>
                      <a:pt x="87082" y="0"/>
                    </a:lnTo>
                    <a:lnTo>
                      <a:pt x="87082" y="2284"/>
                    </a:lnTo>
                    <a:cubicBezTo>
                      <a:pt x="84745" y="2407"/>
                      <a:pt x="82826" y="2778"/>
                      <a:pt x="81340" y="3396"/>
                    </a:cubicBezTo>
                    <a:cubicBezTo>
                      <a:pt x="79116" y="4343"/>
                      <a:pt x="77071" y="5618"/>
                      <a:pt x="75216" y="7223"/>
                    </a:cubicBezTo>
                    <a:cubicBezTo>
                      <a:pt x="73361" y="8829"/>
                      <a:pt x="70756" y="11791"/>
                      <a:pt x="67377" y="16113"/>
                    </a:cubicBezTo>
                    <a:lnTo>
                      <a:pt x="50745" y="37349"/>
                    </a:lnTo>
                    <a:close/>
                  </a:path>
                </a:pathLst>
              </a:custGeom>
              <a:solidFill>
                <a:schemeClr val="tx1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</p:grpSp>
        <p:grpSp>
          <p:nvGrpSpPr>
            <p:cNvPr id="157" name="组合 156">
              <a:extLst>
                <a:ext uri="{FF2B5EF4-FFF2-40B4-BE49-F238E27FC236}">
                  <a16:creationId xmlns:a16="http://schemas.microsoft.com/office/drawing/2014/main" id="{552A1987-EDA1-0442-9237-DDA2276251C1}"/>
                </a:ext>
              </a:extLst>
            </p:cNvPr>
            <p:cNvGrpSpPr/>
            <p:nvPr/>
          </p:nvGrpSpPr>
          <p:grpSpPr>
            <a:xfrm rot="10800000">
              <a:off x="2063110" y="1476000"/>
              <a:ext cx="75952" cy="246538"/>
              <a:chOff x="747494" y="1442600"/>
              <a:chExt cx="75952" cy="246538"/>
            </a:xfrm>
          </p:grpSpPr>
          <p:sp>
            <p:nvSpPr>
              <p:cNvPr id="188" name="任意形状 187">
                <a:extLst>
                  <a:ext uri="{FF2B5EF4-FFF2-40B4-BE49-F238E27FC236}">
                    <a16:creationId xmlns:a16="http://schemas.microsoft.com/office/drawing/2014/main" id="{4BA1386E-7C7C-2A4C-BAEE-03373578F020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89" name="任意形状 188">
                <a:extLst>
                  <a:ext uri="{FF2B5EF4-FFF2-40B4-BE49-F238E27FC236}">
                    <a16:creationId xmlns:a16="http://schemas.microsoft.com/office/drawing/2014/main" id="{F31A9E60-B327-6F40-85E5-4578162E5280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90" name="任意形状 189">
                <a:extLst>
                  <a:ext uri="{FF2B5EF4-FFF2-40B4-BE49-F238E27FC236}">
                    <a16:creationId xmlns:a16="http://schemas.microsoft.com/office/drawing/2014/main" id="{98E44BC0-A731-7E4E-9240-976202F3B804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191" name="图形 2">
                <a:extLst>
                  <a:ext uri="{FF2B5EF4-FFF2-40B4-BE49-F238E27FC236}">
                    <a16:creationId xmlns:a16="http://schemas.microsoft.com/office/drawing/2014/main" id="{CEDAB91E-22AE-3B45-8837-7C10A3BE42C9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194" name="任意形状 193">
                  <a:extLst>
                    <a:ext uri="{FF2B5EF4-FFF2-40B4-BE49-F238E27FC236}">
                      <a16:creationId xmlns:a16="http://schemas.microsoft.com/office/drawing/2014/main" id="{80915E65-6631-A643-B02E-894180740172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95" name="任意形状 194">
                  <a:extLst>
                    <a:ext uri="{FF2B5EF4-FFF2-40B4-BE49-F238E27FC236}">
                      <a16:creationId xmlns:a16="http://schemas.microsoft.com/office/drawing/2014/main" id="{717B2812-841D-3244-9A01-A8430E92BEF6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192" name="任意形状 191">
                <a:extLst>
                  <a:ext uri="{FF2B5EF4-FFF2-40B4-BE49-F238E27FC236}">
                    <a16:creationId xmlns:a16="http://schemas.microsoft.com/office/drawing/2014/main" id="{9327AB69-30C1-8348-9A2B-18BC54D3CAF4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93" name="任意形状 192">
                <a:extLst>
                  <a:ext uri="{FF2B5EF4-FFF2-40B4-BE49-F238E27FC236}">
                    <a16:creationId xmlns:a16="http://schemas.microsoft.com/office/drawing/2014/main" id="{0D8DD514-830E-C847-8048-F86FA9035518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58" name="任意形状 157">
              <a:extLst>
                <a:ext uri="{FF2B5EF4-FFF2-40B4-BE49-F238E27FC236}">
                  <a16:creationId xmlns:a16="http://schemas.microsoft.com/office/drawing/2014/main" id="{1B0F99FB-B95E-9144-B65D-BD19211CFC88}"/>
                </a:ext>
              </a:extLst>
            </p:cNvPr>
            <p:cNvSpPr/>
            <p:nvPr/>
          </p:nvSpPr>
          <p:spPr>
            <a:xfrm>
              <a:off x="1793130" y="1618351"/>
              <a:ext cx="151892" cy="151716"/>
            </a:xfrm>
            <a:custGeom>
              <a:avLst/>
              <a:gdLst>
                <a:gd name="connsiteX0" fmla="*/ 151892 w 151892"/>
                <a:gd name="connsiteY0" fmla="*/ 151716 h 151716"/>
                <a:gd name="connsiteX1" fmla="*/ 151892 w 151892"/>
                <a:gd name="connsiteY1" fmla="*/ 0 h 151716"/>
                <a:gd name="connsiteX2" fmla="*/ 0 w 151892"/>
                <a:gd name="connsiteY2" fmla="*/ 0 h 151716"/>
                <a:gd name="connsiteX3" fmla="*/ 0 w 151892"/>
                <a:gd name="connsiteY3" fmla="*/ 151716 h 151716"/>
                <a:gd name="connsiteX4" fmla="*/ 151892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151892" y="151716"/>
                  </a:moveTo>
                  <a:lnTo>
                    <a:pt x="151892" y="0"/>
                  </a:lnTo>
                  <a:lnTo>
                    <a:pt x="0" y="0"/>
                  </a:lnTo>
                  <a:lnTo>
                    <a:pt x="0" y="151716"/>
                  </a:lnTo>
                  <a:lnTo>
                    <a:pt x="151892" y="151716"/>
                  </a:lnTo>
                  <a:close/>
                </a:path>
              </a:pathLst>
            </a:custGeom>
            <a:solidFill>
              <a:srgbClr val="FFFFFF"/>
            </a:solidFill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159" name="任意形状 158">
              <a:extLst>
                <a:ext uri="{FF2B5EF4-FFF2-40B4-BE49-F238E27FC236}">
                  <a16:creationId xmlns:a16="http://schemas.microsoft.com/office/drawing/2014/main" id="{914EEAAD-4A77-EC46-BD96-EB9B5097C431}"/>
                </a:ext>
              </a:extLst>
            </p:cNvPr>
            <p:cNvSpPr/>
            <p:nvPr/>
          </p:nvSpPr>
          <p:spPr>
            <a:xfrm>
              <a:off x="1829773" y="1651853"/>
              <a:ext cx="72191" cy="83710"/>
            </a:xfrm>
            <a:custGeom>
              <a:avLst/>
              <a:gdLst>
                <a:gd name="connsiteX0" fmla="*/ 71201 w 72191"/>
                <a:gd name="connsiteY0" fmla="*/ 0 h 83710"/>
                <a:gd name="connsiteX1" fmla="*/ 16123 w 72191"/>
                <a:gd name="connsiteY1" fmla="*/ 78648 h 83710"/>
                <a:gd name="connsiteX2" fmla="*/ 50491 w 72191"/>
                <a:gd name="connsiteY2" fmla="*/ 78648 h 83710"/>
                <a:gd name="connsiteX3" fmla="*/ 62637 w 72191"/>
                <a:gd name="connsiteY3" fmla="*/ 75190 h 83710"/>
                <a:gd name="connsiteX4" fmla="*/ 70146 w 72191"/>
                <a:gd name="connsiteY4" fmla="*/ 61177 h 83710"/>
                <a:gd name="connsiteX5" fmla="*/ 72192 w 72191"/>
                <a:gd name="connsiteY5" fmla="*/ 61548 h 83710"/>
                <a:gd name="connsiteX6" fmla="*/ 68228 w 72191"/>
                <a:gd name="connsiteY6" fmla="*/ 83710 h 83710"/>
                <a:gd name="connsiteX7" fmla="*/ 0 w 72191"/>
                <a:gd name="connsiteY7" fmla="*/ 83710 h 83710"/>
                <a:gd name="connsiteX8" fmla="*/ 0 w 72191"/>
                <a:gd name="connsiteY8" fmla="*/ 81426 h 83710"/>
                <a:gd name="connsiteX9" fmla="*/ 53769 w 72191"/>
                <a:gd name="connsiteY9" fmla="*/ 5000 h 83710"/>
                <a:gd name="connsiteX10" fmla="*/ 26948 w 72191"/>
                <a:gd name="connsiteY10" fmla="*/ 5000 h 83710"/>
                <a:gd name="connsiteX11" fmla="*/ 17267 w 72191"/>
                <a:gd name="connsiteY11" fmla="*/ 6452 h 83710"/>
                <a:gd name="connsiteX12" fmla="*/ 12693 w 72191"/>
                <a:gd name="connsiteY12" fmla="*/ 10650 h 83710"/>
                <a:gd name="connsiteX13" fmla="*/ 9821 w 72191"/>
                <a:gd name="connsiteY13" fmla="*/ 20928 h 83710"/>
                <a:gd name="connsiteX14" fmla="*/ 7471 w 72191"/>
                <a:gd name="connsiteY14" fmla="*/ 20928 h 83710"/>
                <a:gd name="connsiteX15" fmla="*/ 9211 w 72191"/>
                <a:gd name="connsiteY15" fmla="*/ 0 h 83710"/>
                <a:gd name="connsiteX16" fmla="*/ 71201 w 72191"/>
                <a:gd name="connsiteY16" fmla="*/ 0 h 8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191" h="83710">
                  <a:moveTo>
                    <a:pt x="71201" y="0"/>
                  </a:moveTo>
                  <a:lnTo>
                    <a:pt x="16123" y="78648"/>
                  </a:lnTo>
                  <a:lnTo>
                    <a:pt x="50491" y="78648"/>
                  </a:lnTo>
                  <a:cubicBezTo>
                    <a:pt x="55764" y="78648"/>
                    <a:pt x="59817" y="77496"/>
                    <a:pt x="62637" y="75190"/>
                  </a:cubicBezTo>
                  <a:cubicBezTo>
                    <a:pt x="65458" y="72885"/>
                    <a:pt x="67961" y="68214"/>
                    <a:pt x="70146" y="61177"/>
                  </a:cubicBezTo>
                  <a:lnTo>
                    <a:pt x="72192" y="61548"/>
                  </a:lnTo>
                  <a:lnTo>
                    <a:pt x="68228" y="83710"/>
                  </a:lnTo>
                  <a:lnTo>
                    <a:pt x="0" y="83710"/>
                  </a:lnTo>
                  <a:lnTo>
                    <a:pt x="0" y="81426"/>
                  </a:lnTo>
                  <a:lnTo>
                    <a:pt x="53769" y="5000"/>
                  </a:lnTo>
                  <a:lnTo>
                    <a:pt x="26948" y="5000"/>
                  </a:lnTo>
                  <a:cubicBezTo>
                    <a:pt x="22488" y="5000"/>
                    <a:pt x="19274" y="5485"/>
                    <a:pt x="17267" y="6452"/>
                  </a:cubicBezTo>
                  <a:cubicBezTo>
                    <a:pt x="15272" y="7419"/>
                    <a:pt x="13747" y="8817"/>
                    <a:pt x="12693" y="10650"/>
                  </a:cubicBezTo>
                  <a:cubicBezTo>
                    <a:pt x="11651" y="12481"/>
                    <a:pt x="10685" y="15907"/>
                    <a:pt x="9821" y="20928"/>
                  </a:cubicBezTo>
                  <a:lnTo>
                    <a:pt x="7471" y="20928"/>
                  </a:lnTo>
                  <a:lnTo>
                    <a:pt x="9211" y="0"/>
                  </a:lnTo>
                  <a:lnTo>
                    <a:pt x="71201" y="0"/>
                  </a:lnTo>
                  <a:close/>
                </a:path>
              </a:pathLst>
            </a:custGeom>
            <a:solidFill>
              <a:schemeClr val="tx1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160" name="组合 159">
              <a:extLst>
                <a:ext uri="{FF2B5EF4-FFF2-40B4-BE49-F238E27FC236}">
                  <a16:creationId xmlns:a16="http://schemas.microsoft.com/office/drawing/2014/main" id="{764E3E78-CD99-7142-BB86-317F929B4487}"/>
                </a:ext>
              </a:extLst>
            </p:cNvPr>
            <p:cNvGrpSpPr/>
            <p:nvPr/>
          </p:nvGrpSpPr>
          <p:grpSpPr>
            <a:xfrm>
              <a:off x="2255676" y="1411844"/>
              <a:ext cx="151892" cy="151716"/>
              <a:chOff x="3117140" y="606548"/>
              <a:chExt cx="151892" cy="151716"/>
            </a:xfrm>
          </p:grpSpPr>
          <p:sp>
            <p:nvSpPr>
              <p:cNvPr id="182" name="任意形状 181">
                <a:extLst>
                  <a:ext uri="{FF2B5EF4-FFF2-40B4-BE49-F238E27FC236}">
                    <a16:creationId xmlns:a16="http://schemas.microsoft.com/office/drawing/2014/main" id="{F7108B77-2E28-6142-9154-1A8500344FFB}"/>
                  </a:ext>
                </a:extLst>
              </p:cNvPr>
              <p:cNvSpPr/>
              <p:nvPr/>
            </p:nvSpPr>
            <p:spPr>
              <a:xfrm>
                <a:off x="3117140" y="606548"/>
                <a:ext cx="151892" cy="151716"/>
              </a:xfrm>
              <a:custGeom>
                <a:avLst/>
                <a:gdLst>
                  <a:gd name="connsiteX0" fmla="*/ 0 w 151892"/>
                  <a:gd name="connsiteY0" fmla="*/ 151716 h 151716"/>
                  <a:gd name="connsiteX1" fmla="*/ 0 w 151892"/>
                  <a:gd name="connsiteY1" fmla="*/ 0 h 151716"/>
                  <a:gd name="connsiteX2" fmla="*/ 151893 w 151892"/>
                  <a:gd name="connsiteY2" fmla="*/ 0 h 151716"/>
                  <a:gd name="connsiteX3" fmla="*/ 151893 w 151892"/>
                  <a:gd name="connsiteY3" fmla="*/ 151716 h 151716"/>
                  <a:gd name="connsiteX4" fmla="*/ 0 w 151892"/>
                  <a:gd name="connsiteY4" fmla="*/ 151716 h 15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892" h="151716">
                    <a:moveTo>
                      <a:pt x="0" y="151716"/>
                    </a:moveTo>
                    <a:lnTo>
                      <a:pt x="0" y="0"/>
                    </a:lnTo>
                    <a:lnTo>
                      <a:pt x="151893" y="0"/>
                    </a:lnTo>
                    <a:lnTo>
                      <a:pt x="151893" y="151716"/>
                    </a:lnTo>
                    <a:lnTo>
                      <a:pt x="0" y="151716"/>
                    </a:ln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83" name="任意形状 182">
                <a:extLst>
                  <a:ext uri="{FF2B5EF4-FFF2-40B4-BE49-F238E27FC236}">
                    <a16:creationId xmlns:a16="http://schemas.microsoft.com/office/drawing/2014/main" id="{998E46C6-B90F-D34C-B1DD-B241FB2F3DB2}"/>
                  </a:ext>
                </a:extLst>
              </p:cNvPr>
              <p:cNvSpPr/>
              <p:nvPr/>
            </p:nvSpPr>
            <p:spPr>
              <a:xfrm>
                <a:off x="3117140" y="606548"/>
                <a:ext cx="151892" cy="151716"/>
              </a:xfrm>
              <a:custGeom>
                <a:avLst/>
                <a:gdLst>
                  <a:gd name="connsiteX0" fmla="*/ 0 w 151892"/>
                  <a:gd name="connsiteY0" fmla="*/ 151716 h 151716"/>
                  <a:gd name="connsiteX1" fmla="*/ 0 w 151892"/>
                  <a:gd name="connsiteY1" fmla="*/ 0 h 151716"/>
                  <a:gd name="connsiteX2" fmla="*/ 151893 w 151892"/>
                  <a:gd name="connsiteY2" fmla="*/ 0 h 151716"/>
                  <a:gd name="connsiteX3" fmla="*/ 151893 w 151892"/>
                  <a:gd name="connsiteY3" fmla="*/ 151716 h 151716"/>
                  <a:gd name="connsiteX4" fmla="*/ 0 w 151892"/>
                  <a:gd name="connsiteY4" fmla="*/ 151716 h 15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892" h="151716">
                    <a:moveTo>
                      <a:pt x="0" y="151716"/>
                    </a:moveTo>
                    <a:lnTo>
                      <a:pt x="0" y="0"/>
                    </a:lnTo>
                    <a:lnTo>
                      <a:pt x="151893" y="0"/>
                    </a:lnTo>
                    <a:lnTo>
                      <a:pt x="151893" y="151716"/>
                    </a:lnTo>
                    <a:lnTo>
                      <a:pt x="0" y="151716"/>
                    </a:lnTo>
                    <a:close/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84" name="任意形状 183">
                <a:extLst>
                  <a:ext uri="{FF2B5EF4-FFF2-40B4-BE49-F238E27FC236}">
                    <a16:creationId xmlns:a16="http://schemas.microsoft.com/office/drawing/2014/main" id="{57426EF0-EF49-DB42-86AE-2FFAE31D4C10}"/>
                  </a:ext>
                </a:extLst>
              </p:cNvPr>
              <p:cNvSpPr/>
              <p:nvPr/>
            </p:nvSpPr>
            <p:spPr>
              <a:xfrm>
                <a:off x="3127318" y="674821"/>
                <a:ext cx="65763" cy="37928"/>
              </a:xfrm>
              <a:custGeom>
                <a:avLst/>
                <a:gdLst>
                  <a:gd name="connsiteX0" fmla="*/ 65763 w 65763"/>
                  <a:gd name="connsiteY0" fmla="*/ 0 h 37928"/>
                  <a:gd name="connsiteX1" fmla="*/ 0 w 65763"/>
                  <a:gd name="connsiteY1" fmla="*/ 37929 h 37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763" h="37928">
                    <a:moveTo>
                      <a:pt x="65763" y="0"/>
                    </a:moveTo>
                    <a:cubicBezTo>
                      <a:pt x="38637" y="0"/>
                      <a:pt x="13557" y="14461"/>
                      <a:pt x="0" y="37929"/>
                    </a:cubicBezTo>
                  </a:path>
                </a:pathLst>
              </a:custGeom>
              <a:noFill/>
              <a:ln w="252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85" name="任意形状 184">
                <a:extLst>
                  <a:ext uri="{FF2B5EF4-FFF2-40B4-BE49-F238E27FC236}">
                    <a16:creationId xmlns:a16="http://schemas.microsoft.com/office/drawing/2014/main" id="{A7ACB296-2693-2145-9F28-33B708F29903}"/>
                  </a:ext>
                </a:extLst>
              </p:cNvPr>
              <p:cNvSpPr/>
              <p:nvPr/>
            </p:nvSpPr>
            <p:spPr>
              <a:xfrm>
                <a:off x="3193081" y="674821"/>
                <a:ext cx="65775" cy="37928"/>
              </a:xfrm>
              <a:custGeom>
                <a:avLst/>
                <a:gdLst>
                  <a:gd name="connsiteX0" fmla="*/ 0 w 65775"/>
                  <a:gd name="connsiteY0" fmla="*/ 0 h 37928"/>
                  <a:gd name="connsiteX1" fmla="*/ 65776 w 65775"/>
                  <a:gd name="connsiteY1" fmla="*/ 37929 h 37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775" h="37928">
                    <a:moveTo>
                      <a:pt x="0" y="0"/>
                    </a:moveTo>
                    <a:cubicBezTo>
                      <a:pt x="27138" y="0"/>
                      <a:pt x="52219" y="14461"/>
                      <a:pt x="65776" y="37929"/>
                    </a:cubicBezTo>
                  </a:path>
                </a:pathLst>
              </a:custGeom>
              <a:noFill/>
              <a:ln w="252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86" name="任意形状 185">
                <a:extLst>
                  <a:ext uri="{FF2B5EF4-FFF2-40B4-BE49-F238E27FC236}">
                    <a16:creationId xmlns:a16="http://schemas.microsoft.com/office/drawing/2014/main" id="{B512570E-0D4C-9348-B2A7-9EDD4026CAE6}"/>
                  </a:ext>
                </a:extLst>
              </p:cNvPr>
              <p:cNvSpPr/>
              <p:nvPr/>
            </p:nvSpPr>
            <p:spPr>
              <a:xfrm>
                <a:off x="3193080" y="646185"/>
                <a:ext cx="18448" cy="104494"/>
              </a:xfrm>
              <a:custGeom>
                <a:avLst/>
                <a:gdLst>
                  <a:gd name="connsiteX0" fmla="*/ 0 w 18448"/>
                  <a:gd name="connsiteY0" fmla="*/ 104494 h 104494"/>
                  <a:gd name="connsiteX1" fmla="*/ 18448 w 18448"/>
                  <a:gd name="connsiteY1" fmla="*/ 0 h 10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448" h="104494">
                    <a:moveTo>
                      <a:pt x="0" y="104494"/>
                    </a:moveTo>
                    <a:lnTo>
                      <a:pt x="18448" y="0"/>
                    </a:lnTo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87" name="任意形状 186">
                <a:extLst>
                  <a:ext uri="{FF2B5EF4-FFF2-40B4-BE49-F238E27FC236}">
                    <a16:creationId xmlns:a16="http://schemas.microsoft.com/office/drawing/2014/main" id="{FEB8E56C-7F5A-3E4A-9CBB-659E1062786A}"/>
                  </a:ext>
                </a:extLst>
              </p:cNvPr>
              <p:cNvSpPr/>
              <p:nvPr/>
            </p:nvSpPr>
            <p:spPr>
              <a:xfrm>
                <a:off x="3188951" y="621284"/>
                <a:ext cx="39882" cy="43355"/>
              </a:xfrm>
              <a:custGeom>
                <a:avLst/>
                <a:gdLst>
                  <a:gd name="connsiteX0" fmla="*/ 26974 w 39882"/>
                  <a:gd name="connsiteY0" fmla="*/ 0 h 43355"/>
                  <a:gd name="connsiteX1" fmla="*/ 0 w 39882"/>
                  <a:gd name="connsiteY1" fmla="*/ 36331 h 43355"/>
                  <a:gd name="connsiteX2" fmla="*/ 22577 w 39882"/>
                  <a:gd name="connsiteY2" fmla="*/ 24902 h 43355"/>
                  <a:gd name="connsiteX3" fmla="*/ 39882 w 39882"/>
                  <a:gd name="connsiteY3" fmla="*/ 43355 h 4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882" h="43355">
                    <a:moveTo>
                      <a:pt x="26974" y="0"/>
                    </a:moveTo>
                    <a:lnTo>
                      <a:pt x="0" y="36331"/>
                    </a:lnTo>
                    <a:lnTo>
                      <a:pt x="22577" y="24902"/>
                    </a:lnTo>
                    <a:lnTo>
                      <a:pt x="39882" y="43355"/>
                    </a:lnTo>
                  </a:path>
                </a:pathLst>
              </a:custGeom>
              <a:solidFill>
                <a:srgbClr val="FF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1" name="组合 160">
              <a:extLst>
                <a:ext uri="{FF2B5EF4-FFF2-40B4-BE49-F238E27FC236}">
                  <a16:creationId xmlns:a16="http://schemas.microsoft.com/office/drawing/2014/main" id="{494C760C-C8FE-174B-8775-CD767C922397}"/>
                </a:ext>
              </a:extLst>
            </p:cNvPr>
            <p:cNvGrpSpPr/>
            <p:nvPr/>
          </p:nvGrpSpPr>
          <p:grpSpPr>
            <a:xfrm>
              <a:off x="2448203" y="1617850"/>
              <a:ext cx="151892" cy="151716"/>
              <a:chOff x="3117140" y="606548"/>
              <a:chExt cx="151892" cy="151716"/>
            </a:xfrm>
          </p:grpSpPr>
          <p:sp>
            <p:nvSpPr>
              <p:cNvPr id="176" name="任意形状 175">
                <a:extLst>
                  <a:ext uri="{FF2B5EF4-FFF2-40B4-BE49-F238E27FC236}">
                    <a16:creationId xmlns:a16="http://schemas.microsoft.com/office/drawing/2014/main" id="{0590AD96-E2DC-3940-9748-2BD2889F7577}"/>
                  </a:ext>
                </a:extLst>
              </p:cNvPr>
              <p:cNvSpPr/>
              <p:nvPr/>
            </p:nvSpPr>
            <p:spPr>
              <a:xfrm>
                <a:off x="3117140" y="606548"/>
                <a:ext cx="151892" cy="151716"/>
              </a:xfrm>
              <a:custGeom>
                <a:avLst/>
                <a:gdLst>
                  <a:gd name="connsiteX0" fmla="*/ 0 w 151892"/>
                  <a:gd name="connsiteY0" fmla="*/ 151716 h 151716"/>
                  <a:gd name="connsiteX1" fmla="*/ 0 w 151892"/>
                  <a:gd name="connsiteY1" fmla="*/ 0 h 151716"/>
                  <a:gd name="connsiteX2" fmla="*/ 151893 w 151892"/>
                  <a:gd name="connsiteY2" fmla="*/ 0 h 151716"/>
                  <a:gd name="connsiteX3" fmla="*/ 151893 w 151892"/>
                  <a:gd name="connsiteY3" fmla="*/ 151716 h 151716"/>
                  <a:gd name="connsiteX4" fmla="*/ 0 w 151892"/>
                  <a:gd name="connsiteY4" fmla="*/ 151716 h 15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892" h="151716">
                    <a:moveTo>
                      <a:pt x="0" y="151716"/>
                    </a:moveTo>
                    <a:lnTo>
                      <a:pt x="0" y="0"/>
                    </a:lnTo>
                    <a:lnTo>
                      <a:pt x="151893" y="0"/>
                    </a:lnTo>
                    <a:lnTo>
                      <a:pt x="151893" y="151716"/>
                    </a:lnTo>
                    <a:lnTo>
                      <a:pt x="0" y="151716"/>
                    </a:ln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77" name="任意形状 176">
                <a:extLst>
                  <a:ext uri="{FF2B5EF4-FFF2-40B4-BE49-F238E27FC236}">
                    <a16:creationId xmlns:a16="http://schemas.microsoft.com/office/drawing/2014/main" id="{7A786A55-4F90-9C4A-9810-64DA049174D3}"/>
                  </a:ext>
                </a:extLst>
              </p:cNvPr>
              <p:cNvSpPr/>
              <p:nvPr/>
            </p:nvSpPr>
            <p:spPr>
              <a:xfrm>
                <a:off x="3117140" y="606548"/>
                <a:ext cx="151892" cy="151716"/>
              </a:xfrm>
              <a:custGeom>
                <a:avLst/>
                <a:gdLst>
                  <a:gd name="connsiteX0" fmla="*/ 0 w 151892"/>
                  <a:gd name="connsiteY0" fmla="*/ 151716 h 151716"/>
                  <a:gd name="connsiteX1" fmla="*/ 0 w 151892"/>
                  <a:gd name="connsiteY1" fmla="*/ 0 h 151716"/>
                  <a:gd name="connsiteX2" fmla="*/ 151893 w 151892"/>
                  <a:gd name="connsiteY2" fmla="*/ 0 h 151716"/>
                  <a:gd name="connsiteX3" fmla="*/ 151893 w 151892"/>
                  <a:gd name="connsiteY3" fmla="*/ 151716 h 151716"/>
                  <a:gd name="connsiteX4" fmla="*/ 0 w 151892"/>
                  <a:gd name="connsiteY4" fmla="*/ 151716 h 15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892" h="151716">
                    <a:moveTo>
                      <a:pt x="0" y="151716"/>
                    </a:moveTo>
                    <a:lnTo>
                      <a:pt x="0" y="0"/>
                    </a:lnTo>
                    <a:lnTo>
                      <a:pt x="151893" y="0"/>
                    </a:lnTo>
                    <a:lnTo>
                      <a:pt x="151893" y="151716"/>
                    </a:lnTo>
                    <a:lnTo>
                      <a:pt x="0" y="151716"/>
                    </a:lnTo>
                    <a:close/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78" name="任意形状 177">
                <a:extLst>
                  <a:ext uri="{FF2B5EF4-FFF2-40B4-BE49-F238E27FC236}">
                    <a16:creationId xmlns:a16="http://schemas.microsoft.com/office/drawing/2014/main" id="{64279BB5-E98F-CD45-80BE-4CFFCBD4E3B1}"/>
                  </a:ext>
                </a:extLst>
              </p:cNvPr>
              <p:cNvSpPr/>
              <p:nvPr/>
            </p:nvSpPr>
            <p:spPr>
              <a:xfrm>
                <a:off x="3127318" y="674821"/>
                <a:ext cx="65763" cy="37928"/>
              </a:xfrm>
              <a:custGeom>
                <a:avLst/>
                <a:gdLst>
                  <a:gd name="connsiteX0" fmla="*/ 65763 w 65763"/>
                  <a:gd name="connsiteY0" fmla="*/ 0 h 37928"/>
                  <a:gd name="connsiteX1" fmla="*/ 0 w 65763"/>
                  <a:gd name="connsiteY1" fmla="*/ 37929 h 37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763" h="37928">
                    <a:moveTo>
                      <a:pt x="65763" y="0"/>
                    </a:moveTo>
                    <a:cubicBezTo>
                      <a:pt x="38637" y="0"/>
                      <a:pt x="13557" y="14461"/>
                      <a:pt x="0" y="37929"/>
                    </a:cubicBezTo>
                  </a:path>
                </a:pathLst>
              </a:custGeom>
              <a:noFill/>
              <a:ln w="252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79" name="任意形状 178">
                <a:extLst>
                  <a:ext uri="{FF2B5EF4-FFF2-40B4-BE49-F238E27FC236}">
                    <a16:creationId xmlns:a16="http://schemas.microsoft.com/office/drawing/2014/main" id="{DF8BC7A4-D45F-D54F-A3EA-705148EC3C8F}"/>
                  </a:ext>
                </a:extLst>
              </p:cNvPr>
              <p:cNvSpPr/>
              <p:nvPr/>
            </p:nvSpPr>
            <p:spPr>
              <a:xfrm>
                <a:off x="3193081" y="674821"/>
                <a:ext cx="65775" cy="37928"/>
              </a:xfrm>
              <a:custGeom>
                <a:avLst/>
                <a:gdLst>
                  <a:gd name="connsiteX0" fmla="*/ 0 w 65775"/>
                  <a:gd name="connsiteY0" fmla="*/ 0 h 37928"/>
                  <a:gd name="connsiteX1" fmla="*/ 65776 w 65775"/>
                  <a:gd name="connsiteY1" fmla="*/ 37929 h 37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775" h="37928">
                    <a:moveTo>
                      <a:pt x="0" y="0"/>
                    </a:moveTo>
                    <a:cubicBezTo>
                      <a:pt x="27138" y="0"/>
                      <a:pt x="52219" y="14461"/>
                      <a:pt x="65776" y="37929"/>
                    </a:cubicBezTo>
                  </a:path>
                </a:pathLst>
              </a:custGeom>
              <a:noFill/>
              <a:ln w="252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80" name="任意形状 179">
                <a:extLst>
                  <a:ext uri="{FF2B5EF4-FFF2-40B4-BE49-F238E27FC236}">
                    <a16:creationId xmlns:a16="http://schemas.microsoft.com/office/drawing/2014/main" id="{42DA6F87-9A0F-DB46-8ED3-28775BDC2DA6}"/>
                  </a:ext>
                </a:extLst>
              </p:cNvPr>
              <p:cNvSpPr/>
              <p:nvPr/>
            </p:nvSpPr>
            <p:spPr>
              <a:xfrm>
                <a:off x="3193080" y="646185"/>
                <a:ext cx="18448" cy="104494"/>
              </a:xfrm>
              <a:custGeom>
                <a:avLst/>
                <a:gdLst>
                  <a:gd name="connsiteX0" fmla="*/ 0 w 18448"/>
                  <a:gd name="connsiteY0" fmla="*/ 104494 h 104494"/>
                  <a:gd name="connsiteX1" fmla="*/ 18448 w 18448"/>
                  <a:gd name="connsiteY1" fmla="*/ 0 h 10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448" h="104494">
                    <a:moveTo>
                      <a:pt x="0" y="104494"/>
                    </a:moveTo>
                    <a:lnTo>
                      <a:pt x="18448" y="0"/>
                    </a:lnTo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81" name="任意形状 180">
                <a:extLst>
                  <a:ext uri="{FF2B5EF4-FFF2-40B4-BE49-F238E27FC236}">
                    <a16:creationId xmlns:a16="http://schemas.microsoft.com/office/drawing/2014/main" id="{90FFFE22-98FF-9747-BFD3-95E07FA98F5A}"/>
                  </a:ext>
                </a:extLst>
              </p:cNvPr>
              <p:cNvSpPr/>
              <p:nvPr/>
            </p:nvSpPr>
            <p:spPr>
              <a:xfrm>
                <a:off x="3188951" y="621284"/>
                <a:ext cx="39882" cy="43355"/>
              </a:xfrm>
              <a:custGeom>
                <a:avLst/>
                <a:gdLst>
                  <a:gd name="connsiteX0" fmla="*/ 26974 w 39882"/>
                  <a:gd name="connsiteY0" fmla="*/ 0 h 43355"/>
                  <a:gd name="connsiteX1" fmla="*/ 0 w 39882"/>
                  <a:gd name="connsiteY1" fmla="*/ 36331 h 43355"/>
                  <a:gd name="connsiteX2" fmla="*/ 22577 w 39882"/>
                  <a:gd name="connsiteY2" fmla="*/ 24902 h 43355"/>
                  <a:gd name="connsiteX3" fmla="*/ 39882 w 39882"/>
                  <a:gd name="connsiteY3" fmla="*/ 43355 h 4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882" h="43355">
                    <a:moveTo>
                      <a:pt x="26974" y="0"/>
                    </a:moveTo>
                    <a:lnTo>
                      <a:pt x="0" y="36331"/>
                    </a:lnTo>
                    <a:lnTo>
                      <a:pt x="22577" y="24902"/>
                    </a:lnTo>
                    <a:lnTo>
                      <a:pt x="39882" y="43355"/>
                    </a:lnTo>
                  </a:path>
                </a:pathLst>
              </a:custGeom>
              <a:solidFill>
                <a:srgbClr val="FF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2" name="组合 161">
              <a:extLst>
                <a:ext uri="{FF2B5EF4-FFF2-40B4-BE49-F238E27FC236}">
                  <a16:creationId xmlns:a16="http://schemas.microsoft.com/office/drawing/2014/main" id="{3AF4FED4-D2E9-E54F-B508-AA40C29345B3}"/>
                </a:ext>
              </a:extLst>
            </p:cNvPr>
            <p:cNvGrpSpPr/>
            <p:nvPr/>
          </p:nvGrpSpPr>
          <p:grpSpPr>
            <a:xfrm>
              <a:off x="2640730" y="1808346"/>
              <a:ext cx="151892" cy="151716"/>
              <a:chOff x="3117140" y="606548"/>
              <a:chExt cx="151892" cy="151716"/>
            </a:xfrm>
          </p:grpSpPr>
          <p:sp>
            <p:nvSpPr>
              <p:cNvPr id="170" name="任意形状 169">
                <a:extLst>
                  <a:ext uri="{FF2B5EF4-FFF2-40B4-BE49-F238E27FC236}">
                    <a16:creationId xmlns:a16="http://schemas.microsoft.com/office/drawing/2014/main" id="{93373E6F-9EA9-9140-9D56-8ACF8CBC097E}"/>
                  </a:ext>
                </a:extLst>
              </p:cNvPr>
              <p:cNvSpPr/>
              <p:nvPr/>
            </p:nvSpPr>
            <p:spPr>
              <a:xfrm>
                <a:off x="3117140" y="606548"/>
                <a:ext cx="151892" cy="151716"/>
              </a:xfrm>
              <a:custGeom>
                <a:avLst/>
                <a:gdLst>
                  <a:gd name="connsiteX0" fmla="*/ 0 w 151892"/>
                  <a:gd name="connsiteY0" fmla="*/ 151716 h 151716"/>
                  <a:gd name="connsiteX1" fmla="*/ 0 w 151892"/>
                  <a:gd name="connsiteY1" fmla="*/ 0 h 151716"/>
                  <a:gd name="connsiteX2" fmla="*/ 151893 w 151892"/>
                  <a:gd name="connsiteY2" fmla="*/ 0 h 151716"/>
                  <a:gd name="connsiteX3" fmla="*/ 151893 w 151892"/>
                  <a:gd name="connsiteY3" fmla="*/ 151716 h 151716"/>
                  <a:gd name="connsiteX4" fmla="*/ 0 w 151892"/>
                  <a:gd name="connsiteY4" fmla="*/ 151716 h 15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892" h="151716">
                    <a:moveTo>
                      <a:pt x="0" y="151716"/>
                    </a:moveTo>
                    <a:lnTo>
                      <a:pt x="0" y="0"/>
                    </a:lnTo>
                    <a:lnTo>
                      <a:pt x="151893" y="0"/>
                    </a:lnTo>
                    <a:lnTo>
                      <a:pt x="151893" y="151716"/>
                    </a:lnTo>
                    <a:lnTo>
                      <a:pt x="0" y="151716"/>
                    </a:ln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71" name="任意形状 170">
                <a:extLst>
                  <a:ext uri="{FF2B5EF4-FFF2-40B4-BE49-F238E27FC236}">
                    <a16:creationId xmlns:a16="http://schemas.microsoft.com/office/drawing/2014/main" id="{CC954B0B-0133-214E-956F-02865C40D0A7}"/>
                  </a:ext>
                </a:extLst>
              </p:cNvPr>
              <p:cNvSpPr/>
              <p:nvPr/>
            </p:nvSpPr>
            <p:spPr>
              <a:xfrm>
                <a:off x="3117140" y="606548"/>
                <a:ext cx="151892" cy="151716"/>
              </a:xfrm>
              <a:custGeom>
                <a:avLst/>
                <a:gdLst>
                  <a:gd name="connsiteX0" fmla="*/ 0 w 151892"/>
                  <a:gd name="connsiteY0" fmla="*/ 151716 h 151716"/>
                  <a:gd name="connsiteX1" fmla="*/ 0 w 151892"/>
                  <a:gd name="connsiteY1" fmla="*/ 0 h 151716"/>
                  <a:gd name="connsiteX2" fmla="*/ 151893 w 151892"/>
                  <a:gd name="connsiteY2" fmla="*/ 0 h 151716"/>
                  <a:gd name="connsiteX3" fmla="*/ 151893 w 151892"/>
                  <a:gd name="connsiteY3" fmla="*/ 151716 h 151716"/>
                  <a:gd name="connsiteX4" fmla="*/ 0 w 151892"/>
                  <a:gd name="connsiteY4" fmla="*/ 151716 h 15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892" h="151716">
                    <a:moveTo>
                      <a:pt x="0" y="151716"/>
                    </a:moveTo>
                    <a:lnTo>
                      <a:pt x="0" y="0"/>
                    </a:lnTo>
                    <a:lnTo>
                      <a:pt x="151893" y="0"/>
                    </a:lnTo>
                    <a:lnTo>
                      <a:pt x="151893" y="151716"/>
                    </a:lnTo>
                    <a:lnTo>
                      <a:pt x="0" y="151716"/>
                    </a:lnTo>
                    <a:close/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72" name="任意形状 171">
                <a:extLst>
                  <a:ext uri="{FF2B5EF4-FFF2-40B4-BE49-F238E27FC236}">
                    <a16:creationId xmlns:a16="http://schemas.microsoft.com/office/drawing/2014/main" id="{BAF2AC71-E5F6-C242-A668-E7AEAC364265}"/>
                  </a:ext>
                </a:extLst>
              </p:cNvPr>
              <p:cNvSpPr/>
              <p:nvPr/>
            </p:nvSpPr>
            <p:spPr>
              <a:xfrm>
                <a:off x="3127318" y="674821"/>
                <a:ext cx="65763" cy="37928"/>
              </a:xfrm>
              <a:custGeom>
                <a:avLst/>
                <a:gdLst>
                  <a:gd name="connsiteX0" fmla="*/ 65763 w 65763"/>
                  <a:gd name="connsiteY0" fmla="*/ 0 h 37928"/>
                  <a:gd name="connsiteX1" fmla="*/ 0 w 65763"/>
                  <a:gd name="connsiteY1" fmla="*/ 37929 h 37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763" h="37928">
                    <a:moveTo>
                      <a:pt x="65763" y="0"/>
                    </a:moveTo>
                    <a:cubicBezTo>
                      <a:pt x="38637" y="0"/>
                      <a:pt x="13557" y="14461"/>
                      <a:pt x="0" y="37929"/>
                    </a:cubicBezTo>
                  </a:path>
                </a:pathLst>
              </a:custGeom>
              <a:noFill/>
              <a:ln w="252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73" name="任意形状 172">
                <a:extLst>
                  <a:ext uri="{FF2B5EF4-FFF2-40B4-BE49-F238E27FC236}">
                    <a16:creationId xmlns:a16="http://schemas.microsoft.com/office/drawing/2014/main" id="{9DDBBA0C-4041-6D48-AB2C-82EE1826BAB0}"/>
                  </a:ext>
                </a:extLst>
              </p:cNvPr>
              <p:cNvSpPr/>
              <p:nvPr/>
            </p:nvSpPr>
            <p:spPr>
              <a:xfrm>
                <a:off x="3193081" y="674821"/>
                <a:ext cx="65775" cy="37928"/>
              </a:xfrm>
              <a:custGeom>
                <a:avLst/>
                <a:gdLst>
                  <a:gd name="connsiteX0" fmla="*/ 0 w 65775"/>
                  <a:gd name="connsiteY0" fmla="*/ 0 h 37928"/>
                  <a:gd name="connsiteX1" fmla="*/ 65776 w 65775"/>
                  <a:gd name="connsiteY1" fmla="*/ 37929 h 37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775" h="37928">
                    <a:moveTo>
                      <a:pt x="0" y="0"/>
                    </a:moveTo>
                    <a:cubicBezTo>
                      <a:pt x="27138" y="0"/>
                      <a:pt x="52219" y="14461"/>
                      <a:pt x="65776" y="37929"/>
                    </a:cubicBezTo>
                  </a:path>
                </a:pathLst>
              </a:custGeom>
              <a:noFill/>
              <a:ln w="252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74" name="任意形状 173">
                <a:extLst>
                  <a:ext uri="{FF2B5EF4-FFF2-40B4-BE49-F238E27FC236}">
                    <a16:creationId xmlns:a16="http://schemas.microsoft.com/office/drawing/2014/main" id="{641846F8-AF47-CD46-B368-D1EE2781C054}"/>
                  </a:ext>
                </a:extLst>
              </p:cNvPr>
              <p:cNvSpPr/>
              <p:nvPr/>
            </p:nvSpPr>
            <p:spPr>
              <a:xfrm>
                <a:off x="3193080" y="646185"/>
                <a:ext cx="18448" cy="104494"/>
              </a:xfrm>
              <a:custGeom>
                <a:avLst/>
                <a:gdLst>
                  <a:gd name="connsiteX0" fmla="*/ 0 w 18448"/>
                  <a:gd name="connsiteY0" fmla="*/ 104494 h 104494"/>
                  <a:gd name="connsiteX1" fmla="*/ 18448 w 18448"/>
                  <a:gd name="connsiteY1" fmla="*/ 0 h 10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448" h="104494">
                    <a:moveTo>
                      <a:pt x="0" y="104494"/>
                    </a:moveTo>
                    <a:lnTo>
                      <a:pt x="18448" y="0"/>
                    </a:lnTo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75" name="任意形状 174">
                <a:extLst>
                  <a:ext uri="{FF2B5EF4-FFF2-40B4-BE49-F238E27FC236}">
                    <a16:creationId xmlns:a16="http://schemas.microsoft.com/office/drawing/2014/main" id="{19E91322-240E-1E4B-BFFA-2709A601A3A2}"/>
                  </a:ext>
                </a:extLst>
              </p:cNvPr>
              <p:cNvSpPr/>
              <p:nvPr/>
            </p:nvSpPr>
            <p:spPr>
              <a:xfrm>
                <a:off x="3188951" y="621284"/>
                <a:ext cx="39882" cy="43355"/>
              </a:xfrm>
              <a:custGeom>
                <a:avLst/>
                <a:gdLst>
                  <a:gd name="connsiteX0" fmla="*/ 26974 w 39882"/>
                  <a:gd name="connsiteY0" fmla="*/ 0 h 43355"/>
                  <a:gd name="connsiteX1" fmla="*/ 0 w 39882"/>
                  <a:gd name="connsiteY1" fmla="*/ 36331 h 43355"/>
                  <a:gd name="connsiteX2" fmla="*/ 22577 w 39882"/>
                  <a:gd name="connsiteY2" fmla="*/ 24902 h 43355"/>
                  <a:gd name="connsiteX3" fmla="*/ 39882 w 39882"/>
                  <a:gd name="connsiteY3" fmla="*/ 43355 h 4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882" h="43355">
                    <a:moveTo>
                      <a:pt x="26974" y="0"/>
                    </a:moveTo>
                    <a:lnTo>
                      <a:pt x="0" y="36331"/>
                    </a:lnTo>
                    <a:lnTo>
                      <a:pt x="22577" y="24902"/>
                    </a:lnTo>
                    <a:lnTo>
                      <a:pt x="39882" y="43355"/>
                    </a:lnTo>
                  </a:path>
                </a:pathLst>
              </a:custGeom>
              <a:solidFill>
                <a:srgbClr val="FF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163" name="组合 162">
              <a:extLst>
                <a:ext uri="{FF2B5EF4-FFF2-40B4-BE49-F238E27FC236}">
                  <a16:creationId xmlns:a16="http://schemas.microsoft.com/office/drawing/2014/main" id="{E5B5FFEF-B58A-F941-9343-1745C799F0F2}"/>
                </a:ext>
              </a:extLst>
            </p:cNvPr>
            <p:cNvGrpSpPr/>
            <p:nvPr/>
          </p:nvGrpSpPr>
          <p:grpSpPr>
            <a:xfrm>
              <a:off x="2833257" y="2006597"/>
              <a:ext cx="151892" cy="151716"/>
              <a:chOff x="3117140" y="606548"/>
              <a:chExt cx="151892" cy="151716"/>
            </a:xfrm>
          </p:grpSpPr>
          <p:sp>
            <p:nvSpPr>
              <p:cNvPr id="164" name="任意形状 163">
                <a:extLst>
                  <a:ext uri="{FF2B5EF4-FFF2-40B4-BE49-F238E27FC236}">
                    <a16:creationId xmlns:a16="http://schemas.microsoft.com/office/drawing/2014/main" id="{98A2431A-3146-2D44-A8C7-1BE36DC44B88}"/>
                  </a:ext>
                </a:extLst>
              </p:cNvPr>
              <p:cNvSpPr/>
              <p:nvPr/>
            </p:nvSpPr>
            <p:spPr>
              <a:xfrm>
                <a:off x="3117140" y="606548"/>
                <a:ext cx="151892" cy="151716"/>
              </a:xfrm>
              <a:custGeom>
                <a:avLst/>
                <a:gdLst>
                  <a:gd name="connsiteX0" fmla="*/ 0 w 151892"/>
                  <a:gd name="connsiteY0" fmla="*/ 151716 h 151716"/>
                  <a:gd name="connsiteX1" fmla="*/ 0 w 151892"/>
                  <a:gd name="connsiteY1" fmla="*/ 0 h 151716"/>
                  <a:gd name="connsiteX2" fmla="*/ 151893 w 151892"/>
                  <a:gd name="connsiteY2" fmla="*/ 0 h 151716"/>
                  <a:gd name="connsiteX3" fmla="*/ 151893 w 151892"/>
                  <a:gd name="connsiteY3" fmla="*/ 151716 h 151716"/>
                  <a:gd name="connsiteX4" fmla="*/ 0 w 151892"/>
                  <a:gd name="connsiteY4" fmla="*/ 151716 h 15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892" h="151716">
                    <a:moveTo>
                      <a:pt x="0" y="151716"/>
                    </a:moveTo>
                    <a:lnTo>
                      <a:pt x="0" y="0"/>
                    </a:lnTo>
                    <a:lnTo>
                      <a:pt x="151893" y="0"/>
                    </a:lnTo>
                    <a:lnTo>
                      <a:pt x="151893" y="151716"/>
                    </a:lnTo>
                    <a:lnTo>
                      <a:pt x="0" y="151716"/>
                    </a:ln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65" name="任意形状 164">
                <a:extLst>
                  <a:ext uri="{FF2B5EF4-FFF2-40B4-BE49-F238E27FC236}">
                    <a16:creationId xmlns:a16="http://schemas.microsoft.com/office/drawing/2014/main" id="{7FA6DF93-E9BF-8945-A394-733D570C7D34}"/>
                  </a:ext>
                </a:extLst>
              </p:cNvPr>
              <p:cNvSpPr/>
              <p:nvPr/>
            </p:nvSpPr>
            <p:spPr>
              <a:xfrm>
                <a:off x="3117140" y="606548"/>
                <a:ext cx="151892" cy="151716"/>
              </a:xfrm>
              <a:custGeom>
                <a:avLst/>
                <a:gdLst>
                  <a:gd name="connsiteX0" fmla="*/ 0 w 151892"/>
                  <a:gd name="connsiteY0" fmla="*/ 151716 h 151716"/>
                  <a:gd name="connsiteX1" fmla="*/ 0 w 151892"/>
                  <a:gd name="connsiteY1" fmla="*/ 0 h 151716"/>
                  <a:gd name="connsiteX2" fmla="*/ 151893 w 151892"/>
                  <a:gd name="connsiteY2" fmla="*/ 0 h 151716"/>
                  <a:gd name="connsiteX3" fmla="*/ 151893 w 151892"/>
                  <a:gd name="connsiteY3" fmla="*/ 151716 h 151716"/>
                  <a:gd name="connsiteX4" fmla="*/ 0 w 151892"/>
                  <a:gd name="connsiteY4" fmla="*/ 151716 h 15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892" h="151716">
                    <a:moveTo>
                      <a:pt x="0" y="151716"/>
                    </a:moveTo>
                    <a:lnTo>
                      <a:pt x="0" y="0"/>
                    </a:lnTo>
                    <a:lnTo>
                      <a:pt x="151893" y="0"/>
                    </a:lnTo>
                    <a:lnTo>
                      <a:pt x="151893" y="151716"/>
                    </a:lnTo>
                    <a:lnTo>
                      <a:pt x="0" y="151716"/>
                    </a:lnTo>
                    <a:close/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66" name="任意形状 165">
                <a:extLst>
                  <a:ext uri="{FF2B5EF4-FFF2-40B4-BE49-F238E27FC236}">
                    <a16:creationId xmlns:a16="http://schemas.microsoft.com/office/drawing/2014/main" id="{D6A52B01-ADC0-5F48-B7F8-F1E105F498A5}"/>
                  </a:ext>
                </a:extLst>
              </p:cNvPr>
              <p:cNvSpPr/>
              <p:nvPr/>
            </p:nvSpPr>
            <p:spPr>
              <a:xfrm>
                <a:off x="3127318" y="674821"/>
                <a:ext cx="65763" cy="37928"/>
              </a:xfrm>
              <a:custGeom>
                <a:avLst/>
                <a:gdLst>
                  <a:gd name="connsiteX0" fmla="*/ 65763 w 65763"/>
                  <a:gd name="connsiteY0" fmla="*/ 0 h 37928"/>
                  <a:gd name="connsiteX1" fmla="*/ 0 w 65763"/>
                  <a:gd name="connsiteY1" fmla="*/ 37929 h 37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763" h="37928">
                    <a:moveTo>
                      <a:pt x="65763" y="0"/>
                    </a:moveTo>
                    <a:cubicBezTo>
                      <a:pt x="38637" y="0"/>
                      <a:pt x="13557" y="14461"/>
                      <a:pt x="0" y="37929"/>
                    </a:cubicBezTo>
                  </a:path>
                </a:pathLst>
              </a:custGeom>
              <a:noFill/>
              <a:ln w="252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67" name="任意形状 166">
                <a:extLst>
                  <a:ext uri="{FF2B5EF4-FFF2-40B4-BE49-F238E27FC236}">
                    <a16:creationId xmlns:a16="http://schemas.microsoft.com/office/drawing/2014/main" id="{E21C1790-C1AB-FC42-85FC-93E4C89670A7}"/>
                  </a:ext>
                </a:extLst>
              </p:cNvPr>
              <p:cNvSpPr/>
              <p:nvPr/>
            </p:nvSpPr>
            <p:spPr>
              <a:xfrm>
                <a:off x="3193081" y="674821"/>
                <a:ext cx="65775" cy="37928"/>
              </a:xfrm>
              <a:custGeom>
                <a:avLst/>
                <a:gdLst>
                  <a:gd name="connsiteX0" fmla="*/ 0 w 65775"/>
                  <a:gd name="connsiteY0" fmla="*/ 0 h 37928"/>
                  <a:gd name="connsiteX1" fmla="*/ 65776 w 65775"/>
                  <a:gd name="connsiteY1" fmla="*/ 37929 h 37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775" h="37928">
                    <a:moveTo>
                      <a:pt x="0" y="0"/>
                    </a:moveTo>
                    <a:cubicBezTo>
                      <a:pt x="27138" y="0"/>
                      <a:pt x="52219" y="14461"/>
                      <a:pt x="65776" y="37929"/>
                    </a:cubicBezTo>
                  </a:path>
                </a:pathLst>
              </a:custGeom>
              <a:noFill/>
              <a:ln w="252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68" name="任意形状 167">
                <a:extLst>
                  <a:ext uri="{FF2B5EF4-FFF2-40B4-BE49-F238E27FC236}">
                    <a16:creationId xmlns:a16="http://schemas.microsoft.com/office/drawing/2014/main" id="{B30F4FDE-C4BB-7C49-8704-A0D2F92F4F2A}"/>
                  </a:ext>
                </a:extLst>
              </p:cNvPr>
              <p:cNvSpPr/>
              <p:nvPr/>
            </p:nvSpPr>
            <p:spPr>
              <a:xfrm>
                <a:off x="3193080" y="646185"/>
                <a:ext cx="18448" cy="104494"/>
              </a:xfrm>
              <a:custGeom>
                <a:avLst/>
                <a:gdLst>
                  <a:gd name="connsiteX0" fmla="*/ 0 w 18448"/>
                  <a:gd name="connsiteY0" fmla="*/ 104494 h 104494"/>
                  <a:gd name="connsiteX1" fmla="*/ 18448 w 18448"/>
                  <a:gd name="connsiteY1" fmla="*/ 0 h 10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448" h="104494">
                    <a:moveTo>
                      <a:pt x="0" y="104494"/>
                    </a:moveTo>
                    <a:lnTo>
                      <a:pt x="18448" y="0"/>
                    </a:lnTo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169" name="任意形状 168">
                <a:extLst>
                  <a:ext uri="{FF2B5EF4-FFF2-40B4-BE49-F238E27FC236}">
                    <a16:creationId xmlns:a16="http://schemas.microsoft.com/office/drawing/2014/main" id="{ED303F39-D2E9-2247-B168-E185127FEDC6}"/>
                  </a:ext>
                </a:extLst>
              </p:cNvPr>
              <p:cNvSpPr/>
              <p:nvPr/>
            </p:nvSpPr>
            <p:spPr>
              <a:xfrm>
                <a:off x="3188951" y="621284"/>
                <a:ext cx="39882" cy="43355"/>
              </a:xfrm>
              <a:custGeom>
                <a:avLst/>
                <a:gdLst>
                  <a:gd name="connsiteX0" fmla="*/ 26974 w 39882"/>
                  <a:gd name="connsiteY0" fmla="*/ 0 h 43355"/>
                  <a:gd name="connsiteX1" fmla="*/ 0 w 39882"/>
                  <a:gd name="connsiteY1" fmla="*/ 36331 h 43355"/>
                  <a:gd name="connsiteX2" fmla="*/ 22577 w 39882"/>
                  <a:gd name="connsiteY2" fmla="*/ 24902 h 43355"/>
                  <a:gd name="connsiteX3" fmla="*/ 39882 w 39882"/>
                  <a:gd name="connsiteY3" fmla="*/ 43355 h 4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882" h="43355">
                    <a:moveTo>
                      <a:pt x="26974" y="0"/>
                    </a:moveTo>
                    <a:lnTo>
                      <a:pt x="0" y="36331"/>
                    </a:lnTo>
                    <a:lnTo>
                      <a:pt x="22577" y="24902"/>
                    </a:lnTo>
                    <a:lnTo>
                      <a:pt x="39882" y="43355"/>
                    </a:lnTo>
                  </a:path>
                </a:pathLst>
              </a:custGeom>
              <a:solidFill>
                <a:srgbClr val="FF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30" name="组合 229">
            <a:extLst>
              <a:ext uri="{FF2B5EF4-FFF2-40B4-BE49-F238E27FC236}">
                <a16:creationId xmlns:a16="http://schemas.microsoft.com/office/drawing/2014/main" id="{143998B4-3E43-A84F-BB63-18B2F1798DE5}"/>
              </a:ext>
            </a:extLst>
          </p:cNvPr>
          <p:cNvGrpSpPr/>
          <p:nvPr/>
        </p:nvGrpSpPr>
        <p:grpSpPr>
          <a:xfrm>
            <a:off x="1152564" y="1503947"/>
            <a:ext cx="93505" cy="534171"/>
            <a:chOff x="1152564" y="1503947"/>
            <a:chExt cx="93505" cy="534171"/>
          </a:xfrm>
        </p:grpSpPr>
        <p:sp>
          <p:nvSpPr>
            <p:cNvPr id="231" name="椭圆 230">
              <a:extLst>
                <a:ext uri="{FF2B5EF4-FFF2-40B4-BE49-F238E27FC236}">
                  <a16:creationId xmlns:a16="http://schemas.microsoft.com/office/drawing/2014/main" id="{8A797EB3-6E8D-F84C-B45B-694E30F7CCCD}"/>
                </a:ext>
              </a:extLst>
            </p:cNvPr>
            <p:cNvSpPr/>
            <p:nvPr/>
          </p:nvSpPr>
          <p:spPr>
            <a:xfrm>
              <a:off x="1152564" y="1503947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BA7FA3C3-7386-7249-B710-42482E013EFF}"/>
                </a:ext>
              </a:extLst>
            </p:cNvPr>
            <p:cNvSpPr/>
            <p:nvPr/>
          </p:nvSpPr>
          <p:spPr>
            <a:xfrm>
              <a:off x="1152564" y="1650535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3" name="椭圆 232">
              <a:extLst>
                <a:ext uri="{FF2B5EF4-FFF2-40B4-BE49-F238E27FC236}">
                  <a16:creationId xmlns:a16="http://schemas.microsoft.com/office/drawing/2014/main" id="{292EFE93-4C99-0B44-8A52-3CEA8F8D944C}"/>
                </a:ext>
              </a:extLst>
            </p:cNvPr>
            <p:cNvSpPr/>
            <p:nvPr/>
          </p:nvSpPr>
          <p:spPr>
            <a:xfrm>
              <a:off x="1152564" y="1797123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4" name="椭圆 233">
              <a:extLst>
                <a:ext uri="{FF2B5EF4-FFF2-40B4-BE49-F238E27FC236}">
                  <a16:creationId xmlns:a16="http://schemas.microsoft.com/office/drawing/2014/main" id="{AF7F07B1-6CD6-9345-B935-1B8AD50383E2}"/>
                </a:ext>
              </a:extLst>
            </p:cNvPr>
            <p:cNvSpPr/>
            <p:nvPr/>
          </p:nvSpPr>
          <p:spPr>
            <a:xfrm>
              <a:off x="1152564" y="1943711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35" name="直线箭头连接符 234">
            <a:extLst>
              <a:ext uri="{FF2B5EF4-FFF2-40B4-BE49-F238E27FC236}">
                <a16:creationId xmlns:a16="http://schemas.microsoft.com/office/drawing/2014/main" id="{E96832CB-88FC-0B4B-8AF0-AB1988EAF10B}"/>
              </a:ext>
            </a:extLst>
          </p:cNvPr>
          <p:cNvCxnSpPr>
            <a:cxnSpLocks/>
          </p:cNvCxnSpPr>
          <p:nvPr/>
        </p:nvCxnSpPr>
        <p:spPr>
          <a:xfrm>
            <a:off x="1015388" y="4611808"/>
            <a:ext cx="5315416" cy="0"/>
          </a:xfrm>
          <a:prstGeom prst="straightConnector1">
            <a:avLst/>
          </a:prstGeom>
          <a:ln>
            <a:solidFill>
              <a:schemeClr val="tx1"/>
            </a:solidFill>
            <a:headEnd type="stealt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文本框 235">
            <a:extLst>
              <a:ext uri="{FF2B5EF4-FFF2-40B4-BE49-F238E27FC236}">
                <a16:creationId xmlns:a16="http://schemas.microsoft.com/office/drawing/2014/main" id="{391B2A90-77E0-0F40-8D3E-B547F7EA9D83}"/>
              </a:ext>
            </a:extLst>
          </p:cNvPr>
          <p:cNvSpPr txBox="1"/>
          <p:nvPr/>
        </p:nvSpPr>
        <p:spPr>
          <a:xfrm>
            <a:off x="5419035" y="4594046"/>
            <a:ext cx="9300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Teleportation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7" name="文本框 236">
            <a:extLst>
              <a:ext uri="{FF2B5EF4-FFF2-40B4-BE49-F238E27FC236}">
                <a16:creationId xmlns:a16="http://schemas.microsoft.com/office/drawing/2014/main" id="{768AD43F-D228-AE48-B21D-B5235B9D02BC}"/>
              </a:ext>
            </a:extLst>
          </p:cNvPr>
          <p:cNvSpPr txBox="1"/>
          <p:nvPr/>
        </p:nvSpPr>
        <p:spPr>
          <a:xfrm>
            <a:off x="4121819" y="4594046"/>
            <a:ext cx="9300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Qubit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8" name="文本框 237">
            <a:extLst>
              <a:ext uri="{FF2B5EF4-FFF2-40B4-BE49-F238E27FC236}">
                <a16:creationId xmlns:a16="http://schemas.microsoft.com/office/drawing/2014/main" id="{D1D1D0EC-3916-DE43-9D92-D53317567938}"/>
              </a:ext>
            </a:extLst>
          </p:cNvPr>
          <p:cNvSpPr txBox="1"/>
          <p:nvPr/>
        </p:nvSpPr>
        <p:spPr>
          <a:xfrm>
            <a:off x="2566822" y="4594046"/>
            <a:ext cx="626260" cy="187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9" name="文本框 238">
            <a:extLst>
              <a:ext uri="{FF2B5EF4-FFF2-40B4-BE49-F238E27FC236}">
                <a16:creationId xmlns:a16="http://schemas.microsoft.com/office/drawing/2014/main" id="{2C5BB636-4DBB-6E41-B8E1-F85301B0EEFB}"/>
              </a:ext>
            </a:extLst>
          </p:cNvPr>
          <p:cNvSpPr txBox="1"/>
          <p:nvPr/>
        </p:nvSpPr>
        <p:spPr>
          <a:xfrm>
            <a:off x="1260982" y="3660775"/>
            <a:ext cx="9300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Fidelity decreasing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0" name="文本框 239">
            <a:extLst>
              <a:ext uri="{FF2B5EF4-FFF2-40B4-BE49-F238E27FC236}">
                <a16:creationId xmlns:a16="http://schemas.microsoft.com/office/drawing/2014/main" id="{684DF235-1C72-BE41-B8CB-71808180CE27}"/>
              </a:ext>
            </a:extLst>
          </p:cNvPr>
          <p:cNvSpPr txBox="1"/>
          <p:nvPr/>
        </p:nvSpPr>
        <p:spPr>
          <a:xfrm>
            <a:off x="5314524" y="3540195"/>
            <a:ext cx="1094868" cy="2484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7DB24A95-1EF6-6F42-8F77-F4532A8F77F1}"/>
              </a:ext>
            </a:extLst>
          </p:cNvPr>
          <p:cNvSpPr txBox="1"/>
          <p:nvPr/>
        </p:nvSpPr>
        <p:spPr>
          <a:xfrm>
            <a:off x="4063101" y="3542390"/>
            <a:ext cx="769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Topology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E4621C1A-4E47-004C-B955-A757E35F52B8}"/>
              </a:ext>
            </a:extLst>
          </p:cNvPr>
          <p:cNvSpPr txBox="1"/>
          <p:nvPr/>
        </p:nvSpPr>
        <p:spPr>
          <a:xfrm>
            <a:off x="2647552" y="3528592"/>
            <a:ext cx="769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8314CFD1-A0D9-5849-9857-4E59AC446AA8}"/>
              </a:ext>
            </a:extLst>
          </p:cNvPr>
          <p:cNvSpPr txBox="1"/>
          <p:nvPr/>
        </p:nvSpPr>
        <p:spPr>
          <a:xfrm>
            <a:off x="1360760" y="3528592"/>
            <a:ext cx="7690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Fidelity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4" name="直线箭头连接符 243">
            <a:extLst>
              <a:ext uri="{FF2B5EF4-FFF2-40B4-BE49-F238E27FC236}">
                <a16:creationId xmlns:a16="http://schemas.microsoft.com/office/drawing/2014/main" id="{1BBA0D85-6F66-AA44-8EF4-144E910C0BD0}"/>
              </a:ext>
            </a:extLst>
          </p:cNvPr>
          <p:cNvCxnSpPr>
            <a:cxnSpLocks/>
          </p:cNvCxnSpPr>
          <p:nvPr/>
        </p:nvCxnSpPr>
        <p:spPr>
          <a:xfrm flipV="1">
            <a:off x="5148000" y="4802887"/>
            <a:ext cx="0" cy="262757"/>
          </a:xfrm>
          <a:prstGeom prst="straightConnector1">
            <a:avLst/>
          </a:prstGeom>
          <a:ln>
            <a:solidFill>
              <a:schemeClr val="tx1"/>
            </a:solidFill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5" name="文本框 244">
            <a:extLst>
              <a:ext uri="{FF2B5EF4-FFF2-40B4-BE49-F238E27FC236}">
                <a16:creationId xmlns:a16="http://schemas.microsoft.com/office/drawing/2014/main" id="{51857125-B63D-004E-9120-F747BA35059B}"/>
              </a:ext>
            </a:extLst>
          </p:cNvPr>
          <p:cNvSpPr txBox="1"/>
          <p:nvPr/>
        </p:nvSpPr>
        <p:spPr>
          <a:xfrm>
            <a:off x="5103726" y="4800237"/>
            <a:ext cx="11471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r>
              <a:rPr kumimoji="1" lang="zh-CN" alt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  <a:endParaRPr kumimoji="1"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0DBD7E2F-22C5-E845-97FD-5979C856C40B}"/>
              </a:ext>
            </a:extLst>
          </p:cNvPr>
          <p:cNvSpPr txBox="1"/>
          <p:nvPr/>
        </p:nvSpPr>
        <p:spPr>
          <a:xfrm>
            <a:off x="5493785" y="3689622"/>
            <a:ext cx="76312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247" name="任意形状 246">
            <a:extLst>
              <a:ext uri="{FF2B5EF4-FFF2-40B4-BE49-F238E27FC236}">
                <a16:creationId xmlns:a16="http://schemas.microsoft.com/office/drawing/2014/main" id="{4E8AECF2-81BD-AC44-9EC1-45F12BD07F7D}"/>
              </a:ext>
            </a:extLst>
          </p:cNvPr>
          <p:cNvSpPr/>
          <p:nvPr/>
        </p:nvSpPr>
        <p:spPr>
          <a:xfrm rot="5400000">
            <a:off x="5979293" y="3672055"/>
            <a:ext cx="62623" cy="228579"/>
          </a:xfrm>
          <a:custGeom>
            <a:avLst/>
            <a:gdLst>
              <a:gd name="connsiteX0" fmla="*/ 48102 w 288604"/>
              <a:gd name="connsiteY0" fmla="*/ 0 h 1522618"/>
              <a:gd name="connsiteX1" fmla="*/ 240502 w 288604"/>
              <a:gd name="connsiteY1" fmla="*/ 0 h 1522618"/>
              <a:gd name="connsiteX2" fmla="*/ 288604 w 288604"/>
              <a:gd name="connsiteY2" fmla="*/ 48102 h 1522618"/>
              <a:gd name="connsiteX3" fmla="*/ 288604 w 288604"/>
              <a:gd name="connsiteY3" fmla="*/ 59305 h 1522618"/>
              <a:gd name="connsiteX4" fmla="*/ 278309 w 288604"/>
              <a:gd name="connsiteY4" fmla="*/ 111963 h 1522618"/>
              <a:gd name="connsiteX5" fmla="*/ 240461 w 288604"/>
              <a:gd name="connsiteY5" fmla="*/ 782765 h 1522618"/>
              <a:gd name="connsiteX6" fmla="*/ 278309 w 288604"/>
              <a:gd name="connsiteY6" fmla="*/ 1453567 h 1522618"/>
              <a:gd name="connsiteX7" fmla="*/ 285455 w 288604"/>
              <a:gd name="connsiteY7" fmla="*/ 1490116 h 1522618"/>
              <a:gd name="connsiteX8" fmla="*/ 284824 w 288604"/>
              <a:gd name="connsiteY8" fmla="*/ 1493239 h 1522618"/>
              <a:gd name="connsiteX9" fmla="*/ 240502 w 288604"/>
              <a:gd name="connsiteY9" fmla="*/ 1522618 h 1522618"/>
              <a:gd name="connsiteX10" fmla="*/ 48102 w 288604"/>
              <a:gd name="connsiteY10" fmla="*/ 1522618 h 1522618"/>
              <a:gd name="connsiteX11" fmla="*/ 3780 w 288604"/>
              <a:gd name="connsiteY11" fmla="*/ 1493239 h 1522618"/>
              <a:gd name="connsiteX12" fmla="*/ 3742 w 288604"/>
              <a:gd name="connsiteY12" fmla="*/ 1493051 h 1522618"/>
              <a:gd name="connsiteX13" fmla="*/ 10295 w 288604"/>
              <a:gd name="connsiteY13" fmla="*/ 1459533 h 1522618"/>
              <a:gd name="connsiteX14" fmla="*/ 48143 w 288604"/>
              <a:gd name="connsiteY14" fmla="*/ 788731 h 1522618"/>
              <a:gd name="connsiteX15" fmla="*/ 10295 w 288604"/>
              <a:gd name="connsiteY15" fmla="*/ 117929 h 1522618"/>
              <a:gd name="connsiteX16" fmla="*/ 0 w 288604"/>
              <a:gd name="connsiteY16" fmla="*/ 65271 h 1522618"/>
              <a:gd name="connsiteX17" fmla="*/ 0 w 288604"/>
              <a:gd name="connsiteY17" fmla="*/ 48102 h 1522618"/>
              <a:gd name="connsiteX18" fmla="*/ 48102 w 288604"/>
              <a:gd name="connsiteY18" fmla="*/ 0 h 15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88604" h="1522618">
                <a:moveTo>
                  <a:pt x="48102" y="0"/>
                </a:moveTo>
                <a:lnTo>
                  <a:pt x="240502" y="0"/>
                </a:lnTo>
                <a:cubicBezTo>
                  <a:pt x="267068" y="0"/>
                  <a:pt x="288604" y="21536"/>
                  <a:pt x="288604" y="48102"/>
                </a:cubicBezTo>
                <a:lnTo>
                  <a:pt x="288604" y="59305"/>
                </a:lnTo>
                <a:lnTo>
                  <a:pt x="278309" y="111963"/>
                </a:lnTo>
                <a:cubicBezTo>
                  <a:pt x="255475" y="257339"/>
                  <a:pt x="240461" y="503530"/>
                  <a:pt x="240461" y="782765"/>
                </a:cubicBezTo>
                <a:cubicBezTo>
                  <a:pt x="240461" y="1062000"/>
                  <a:pt x="255475" y="1308191"/>
                  <a:pt x="278309" y="1453567"/>
                </a:cubicBezTo>
                <a:lnTo>
                  <a:pt x="285455" y="1490116"/>
                </a:lnTo>
                <a:lnTo>
                  <a:pt x="284824" y="1493239"/>
                </a:lnTo>
                <a:cubicBezTo>
                  <a:pt x="277522" y="1510504"/>
                  <a:pt x="260427" y="1522618"/>
                  <a:pt x="240502" y="1522618"/>
                </a:cubicBezTo>
                <a:lnTo>
                  <a:pt x="48102" y="1522618"/>
                </a:lnTo>
                <a:cubicBezTo>
                  <a:pt x="28178" y="1522618"/>
                  <a:pt x="11083" y="1510504"/>
                  <a:pt x="3780" y="1493239"/>
                </a:cubicBezTo>
                <a:lnTo>
                  <a:pt x="3742" y="1493051"/>
                </a:lnTo>
                <a:lnTo>
                  <a:pt x="10295" y="1459533"/>
                </a:lnTo>
                <a:cubicBezTo>
                  <a:pt x="33130" y="1314157"/>
                  <a:pt x="48143" y="1067966"/>
                  <a:pt x="48143" y="788731"/>
                </a:cubicBezTo>
                <a:cubicBezTo>
                  <a:pt x="48143" y="509496"/>
                  <a:pt x="33130" y="263305"/>
                  <a:pt x="10295" y="117929"/>
                </a:cubicBezTo>
                <a:lnTo>
                  <a:pt x="0" y="65271"/>
                </a:lnTo>
                <a:lnTo>
                  <a:pt x="0" y="48102"/>
                </a:lnTo>
                <a:cubicBezTo>
                  <a:pt x="0" y="21536"/>
                  <a:pt x="21536" y="0"/>
                  <a:pt x="48102" y="0"/>
                </a:cubicBezTo>
                <a:close/>
              </a:path>
            </a:pathLst>
          </a:custGeom>
          <a:solidFill>
            <a:schemeClr val="accent2">
              <a:lumMod val="75000"/>
              <a:alpha val="24624"/>
            </a:schemeClr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/>
          </a:p>
        </p:txBody>
      </p:sp>
      <p:grpSp>
        <p:nvGrpSpPr>
          <p:cNvPr id="248" name="组合 247">
            <a:extLst>
              <a:ext uri="{FF2B5EF4-FFF2-40B4-BE49-F238E27FC236}">
                <a16:creationId xmlns:a16="http://schemas.microsoft.com/office/drawing/2014/main" id="{0A9C00E8-E9C0-1644-98F7-AD0C60169FF2}"/>
              </a:ext>
            </a:extLst>
          </p:cNvPr>
          <p:cNvGrpSpPr/>
          <p:nvPr/>
        </p:nvGrpSpPr>
        <p:grpSpPr>
          <a:xfrm>
            <a:off x="5155658" y="3812123"/>
            <a:ext cx="1147079" cy="800458"/>
            <a:chOff x="4752072" y="3795795"/>
            <a:chExt cx="1147079" cy="800458"/>
          </a:xfrm>
        </p:grpSpPr>
        <p:grpSp>
          <p:nvGrpSpPr>
            <p:cNvPr id="249" name="组合 248">
              <a:extLst>
                <a:ext uri="{FF2B5EF4-FFF2-40B4-BE49-F238E27FC236}">
                  <a16:creationId xmlns:a16="http://schemas.microsoft.com/office/drawing/2014/main" id="{339AF326-55EF-CB46-A53E-DCF6E50EE5FE}"/>
                </a:ext>
              </a:extLst>
            </p:cNvPr>
            <p:cNvGrpSpPr/>
            <p:nvPr/>
          </p:nvGrpSpPr>
          <p:grpSpPr>
            <a:xfrm>
              <a:off x="5646995" y="4025087"/>
              <a:ext cx="15258" cy="218824"/>
              <a:chOff x="5646995" y="4025087"/>
              <a:chExt cx="15258" cy="218824"/>
            </a:xfrm>
          </p:grpSpPr>
          <p:sp>
            <p:nvSpPr>
              <p:cNvPr id="350" name="任意形状 349">
                <a:extLst>
                  <a:ext uri="{FF2B5EF4-FFF2-40B4-BE49-F238E27FC236}">
                    <a16:creationId xmlns:a16="http://schemas.microsoft.com/office/drawing/2014/main" id="{3AAD4816-B2E3-8D4C-9983-580AE58ECC56}"/>
                  </a:ext>
                </a:extLst>
              </p:cNvPr>
              <p:cNvSpPr/>
              <p:nvPr/>
            </p:nvSpPr>
            <p:spPr>
              <a:xfrm>
                <a:off x="5646995" y="4025087"/>
                <a:ext cx="7644" cy="218824"/>
              </a:xfrm>
              <a:custGeom>
                <a:avLst/>
                <a:gdLst>
                  <a:gd name="connsiteX0" fmla="*/ 0 w 12705"/>
                  <a:gd name="connsiteY0" fmla="*/ 0 h 379291"/>
                  <a:gd name="connsiteX1" fmla="*/ 0 w 12705"/>
                  <a:gd name="connsiteY1" fmla="*/ 379292 h 379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379291">
                    <a:moveTo>
                      <a:pt x="0" y="0"/>
                    </a:moveTo>
                    <a:lnTo>
                      <a:pt x="0" y="379292"/>
                    </a:lnTo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51" name="任意形状 350">
                <a:extLst>
                  <a:ext uri="{FF2B5EF4-FFF2-40B4-BE49-F238E27FC236}">
                    <a16:creationId xmlns:a16="http://schemas.microsoft.com/office/drawing/2014/main" id="{B4CCE4E2-4A6A-154E-96A9-789BE426EB97}"/>
                  </a:ext>
                </a:extLst>
              </p:cNvPr>
              <p:cNvSpPr/>
              <p:nvPr/>
            </p:nvSpPr>
            <p:spPr>
              <a:xfrm>
                <a:off x="5654609" y="4025087"/>
                <a:ext cx="7644" cy="218824"/>
              </a:xfrm>
              <a:custGeom>
                <a:avLst/>
                <a:gdLst>
                  <a:gd name="connsiteX0" fmla="*/ 0 w 12705"/>
                  <a:gd name="connsiteY0" fmla="*/ 0 h 379291"/>
                  <a:gd name="connsiteX1" fmla="*/ 0 w 12705"/>
                  <a:gd name="connsiteY1" fmla="*/ 379292 h 379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379291">
                    <a:moveTo>
                      <a:pt x="0" y="0"/>
                    </a:moveTo>
                    <a:lnTo>
                      <a:pt x="0" y="379292"/>
                    </a:lnTo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50" name="任意形状 249">
              <a:extLst>
                <a:ext uri="{FF2B5EF4-FFF2-40B4-BE49-F238E27FC236}">
                  <a16:creationId xmlns:a16="http://schemas.microsoft.com/office/drawing/2014/main" id="{BAC5A934-061B-3F44-880F-A3FC97A40EC9}"/>
                </a:ext>
              </a:extLst>
            </p:cNvPr>
            <p:cNvSpPr/>
            <p:nvPr/>
          </p:nvSpPr>
          <p:spPr>
            <a:xfrm>
              <a:off x="4946651" y="4272037"/>
              <a:ext cx="696438" cy="68187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51" name="任意形状 250">
              <a:extLst>
                <a:ext uri="{FF2B5EF4-FFF2-40B4-BE49-F238E27FC236}">
                  <a16:creationId xmlns:a16="http://schemas.microsoft.com/office/drawing/2014/main" id="{6D5D6F25-3A25-334B-A8B9-980915E335FF}"/>
                </a:ext>
              </a:extLst>
            </p:cNvPr>
            <p:cNvSpPr/>
            <p:nvPr/>
          </p:nvSpPr>
          <p:spPr>
            <a:xfrm>
              <a:off x="4943475" y="3852676"/>
              <a:ext cx="955676" cy="72249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52" name="任意形状 251">
              <a:extLst>
                <a:ext uri="{FF2B5EF4-FFF2-40B4-BE49-F238E27FC236}">
                  <a16:creationId xmlns:a16="http://schemas.microsoft.com/office/drawing/2014/main" id="{18DD422B-7F15-0B44-A340-CC127B9DBFD0}"/>
                </a:ext>
              </a:extLst>
            </p:cNvPr>
            <p:cNvSpPr/>
            <p:nvPr/>
          </p:nvSpPr>
          <p:spPr>
            <a:xfrm>
              <a:off x="4943475" y="3991240"/>
              <a:ext cx="955675" cy="54347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53" name="任意形状 252">
              <a:extLst>
                <a:ext uri="{FF2B5EF4-FFF2-40B4-BE49-F238E27FC236}">
                  <a16:creationId xmlns:a16="http://schemas.microsoft.com/office/drawing/2014/main" id="{A1F38013-4F47-994C-A29A-D8E0A78C0E85}"/>
                </a:ext>
              </a:extLst>
            </p:cNvPr>
            <p:cNvSpPr/>
            <p:nvPr/>
          </p:nvSpPr>
          <p:spPr>
            <a:xfrm>
              <a:off x="4946651" y="4407162"/>
              <a:ext cx="952499" cy="55744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54" name="任意形状 253">
              <a:extLst>
                <a:ext uri="{FF2B5EF4-FFF2-40B4-BE49-F238E27FC236}">
                  <a16:creationId xmlns:a16="http://schemas.microsoft.com/office/drawing/2014/main" id="{37991E2E-8A53-4545-9234-76A98C00B2B6}"/>
                </a:ext>
              </a:extLst>
            </p:cNvPr>
            <p:cNvSpPr/>
            <p:nvPr/>
          </p:nvSpPr>
          <p:spPr>
            <a:xfrm>
              <a:off x="4946651" y="4540509"/>
              <a:ext cx="952499" cy="55744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55" name="任意形状 254">
              <a:extLst>
                <a:ext uri="{FF2B5EF4-FFF2-40B4-BE49-F238E27FC236}">
                  <a16:creationId xmlns:a16="http://schemas.microsoft.com/office/drawing/2014/main" id="{87D9D214-C13B-D945-9E77-F7B7F54FD042}"/>
                </a:ext>
              </a:extLst>
            </p:cNvPr>
            <p:cNvSpPr/>
            <p:nvPr/>
          </p:nvSpPr>
          <p:spPr>
            <a:xfrm>
              <a:off x="5385761" y="3804229"/>
              <a:ext cx="94521" cy="92075"/>
            </a:xfrm>
            <a:custGeom>
              <a:avLst/>
              <a:gdLst>
                <a:gd name="connsiteX0" fmla="*/ 151892 w 151892"/>
                <a:gd name="connsiteY0" fmla="*/ 151716 h 151716"/>
                <a:gd name="connsiteX1" fmla="*/ 151892 w 151892"/>
                <a:gd name="connsiteY1" fmla="*/ 0 h 151716"/>
                <a:gd name="connsiteX2" fmla="*/ 0 w 151892"/>
                <a:gd name="connsiteY2" fmla="*/ 0 h 151716"/>
                <a:gd name="connsiteX3" fmla="*/ 0 w 151892"/>
                <a:gd name="connsiteY3" fmla="*/ 151716 h 151716"/>
                <a:gd name="connsiteX4" fmla="*/ 151892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151892" y="151716"/>
                  </a:moveTo>
                  <a:lnTo>
                    <a:pt x="151892" y="0"/>
                  </a:lnTo>
                  <a:lnTo>
                    <a:pt x="0" y="0"/>
                  </a:lnTo>
                  <a:lnTo>
                    <a:pt x="0" y="151716"/>
                  </a:lnTo>
                  <a:lnTo>
                    <a:pt x="151892" y="151716"/>
                  </a:lnTo>
                  <a:close/>
                </a:path>
              </a:pathLst>
            </a:custGeom>
            <a:solidFill>
              <a:srgbClr val="FFFFFF"/>
            </a:solidFill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56" name="任意形状 255">
              <a:extLst>
                <a:ext uri="{FF2B5EF4-FFF2-40B4-BE49-F238E27FC236}">
                  <a16:creationId xmlns:a16="http://schemas.microsoft.com/office/drawing/2014/main" id="{79E15FEC-8E07-D243-9CB1-ED4D7236838A}"/>
                </a:ext>
              </a:extLst>
            </p:cNvPr>
            <p:cNvSpPr/>
            <p:nvPr/>
          </p:nvSpPr>
          <p:spPr>
            <a:xfrm>
              <a:off x="5401600" y="3820412"/>
              <a:ext cx="58006" cy="60682"/>
            </a:xfrm>
            <a:custGeom>
              <a:avLst/>
              <a:gdLst>
                <a:gd name="connsiteX0" fmla="*/ 23848 w 86650"/>
                <a:gd name="connsiteY0" fmla="*/ 38830 h 83710"/>
                <a:gd name="connsiteX1" fmla="*/ 62790 w 86650"/>
                <a:gd name="connsiteY1" fmla="*/ 38830 h 83710"/>
                <a:gd name="connsiteX2" fmla="*/ 62790 w 86650"/>
                <a:gd name="connsiteY2" fmla="*/ 14878 h 83710"/>
                <a:gd name="connsiteX3" fmla="*/ 61990 w 86650"/>
                <a:gd name="connsiteY3" fmla="*/ 6420 h 83710"/>
                <a:gd name="connsiteX4" fmla="*/ 59385 w 86650"/>
                <a:gd name="connsiteY4" fmla="*/ 3767 h 83710"/>
                <a:gd name="connsiteX5" fmla="*/ 53769 w 86650"/>
                <a:gd name="connsiteY5" fmla="*/ 2284 h 83710"/>
                <a:gd name="connsiteX6" fmla="*/ 50796 w 86650"/>
                <a:gd name="connsiteY6" fmla="*/ 2284 h 83710"/>
                <a:gd name="connsiteX7" fmla="*/ 50796 w 86650"/>
                <a:gd name="connsiteY7" fmla="*/ 0 h 83710"/>
                <a:gd name="connsiteX8" fmla="*/ 86650 w 86650"/>
                <a:gd name="connsiteY8" fmla="*/ 0 h 83710"/>
                <a:gd name="connsiteX9" fmla="*/ 86650 w 86650"/>
                <a:gd name="connsiteY9" fmla="*/ 2284 h 83710"/>
                <a:gd name="connsiteX10" fmla="*/ 83678 w 86650"/>
                <a:gd name="connsiteY10" fmla="*/ 2284 h 83710"/>
                <a:gd name="connsiteX11" fmla="*/ 78049 w 86650"/>
                <a:gd name="connsiteY11" fmla="*/ 3704 h 83710"/>
                <a:gd name="connsiteX12" fmla="*/ 75368 w 86650"/>
                <a:gd name="connsiteY12" fmla="*/ 6698 h 83710"/>
                <a:gd name="connsiteX13" fmla="*/ 74656 w 86650"/>
                <a:gd name="connsiteY13" fmla="*/ 14878 h 83710"/>
                <a:gd name="connsiteX14" fmla="*/ 74656 w 86650"/>
                <a:gd name="connsiteY14" fmla="*/ 68894 h 83710"/>
                <a:gd name="connsiteX15" fmla="*/ 75457 w 86650"/>
                <a:gd name="connsiteY15" fmla="*/ 77289 h 83710"/>
                <a:gd name="connsiteX16" fmla="*/ 77998 w 86650"/>
                <a:gd name="connsiteY16" fmla="*/ 79944 h 83710"/>
                <a:gd name="connsiteX17" fmla="*/ 83678 w 86650"/>
                <a:gd name="connsiteY17" fmla="*/ 81426 h 83710"/>
                <a:gd name="connsiteX18" fmla="*/ 86650 w 86650"/>
                <a:gd name="connsiteY18" fmla="*/ 81426 h 83710"/>
                <a:gd name="connsiteX19" fmla="*/ 86650 w 86650"/>
                <a:gd name="connsiteY19" fmla="*/ 83710 h 83710"/>
                <a:gd name="connsiteX20" fmla="*/ 50796 w 86650"/>
                <a:gd name="connsiteY20" fmla="*/ 83710 h 83710"/>
                <a:gd name="connsiteX21" fmla="*/ 50796 w 86650"/>
                <a:gd name="connsiteY21" fmla="*/ 81426 h 83710"/>
                <a:gd name="connsiteX22" fmla="*/ 53769 w 86650"/>
                <a:gd name="connsiteY22" fmla="*/ 81426 h 83710"/>
                <a:gd name="connsiteX23" fmla="*/ 61240 w 86650"/>
                <a:gd name="connsiteY23" fmla="*/ 78401 h 83710"/>
                <a:gd name="connsiteX24" fmla="*/ 62790 w 86650"/>
                <a:gd name="connsiteY24" fmla="*/ 68894 h 83710"/>
                <a:gd name="connsiteX25" fmla="*/ 62790 w 86650"/>
                <a:gd name="connsiteY25" fmla="*/ 43398 h 83710"/>
                <a:gd name="connsiteX26" fmla="*/ 23848 w 86650"/>
                <a:gd name="connsiteY26" fmla="*/ 43398 h 83710"/>
                <a:gd name="connsiteX27" fmla="*/ 23848 w 86650"/>
                <a:gd name="connsiteY27" fmla="*/ 68894 h 83710"/>
                <a:gd name="connsiteX28" fmla="*/ 24648 w 86650"/>
                <a:gd name="connsiteY28" fmla="*/ 77289 h 83710"/>
                <a:gd name="connsiteX29" fmla="*/ 27253 w 86650"/>
                <a:gd name="connsiteY29" fmla="*/ 79944 h 83710"/>
                <a:gd name="connsiteX30" fmla="*/ 32869 w 86650"/>
                <a:gd name="connsiteY30" fmla="*/ 81426 h 83710"/>
                <a:gd name="connsiteX31" fmla="*/ 35905 w 86650"/>
                <a:gd name="connsiteY31" fmla="*/ 81426 h 83710"/>
                <a:gd name="connsiteX32" fmla="*/ 35905 w 86650"/>
                <a:gd name="connsiteY32" fmla="*/ 83710 h 83710"/>
                <a:gd name="connsiteX33" fmla="*/ 0 w 86650"/>
                <a:gd name="connsiteY33" fmla="*/ 83710 h 83710"/>
                <a:gd name="connsiteX34" fmla="*/ 0 w 86650"/>
                <a:gd name="connsiteY34" fmla="*/ 81426 h 83710"/>
                <a:gd name="connsiteX35" fmla="*/ 2960 w 86650"/>
                <a:gd name="connsiteY35" fmla="*/ 81426 h 83710"/>
                <a:gd name="connsiteX36" fmla="*/ 10507 w 86650"/>
                <a:gd name="connsiteY36" fmla="*/ 78401 h 83710"/>
                <a:gd name="connsiteX37" fmla="*/ 11981 w 86650"/>
                <a:gd name="connsiteY37" fmla="*/ 68894 h 83710"/>
                <a:gd name="connsiteX38" fmla="*/ 11981 w 86650"/>
                <a:gd name="connsiteY38" fmla="*/ 14878 h 83710"/>
                <a:gd name="connsiteX39" fmla="*/ 11181 w 86650"/>
                <a:gd name="connsiteY39" fmla="*/ 6420 h 83710"/>
                <a:gd name="connsiteX40" fmla="*/ 8652 w 86650"/>
                <a:gd name="connsiteY40" fmla="*/ 3767 h 83710"/>
                <a:gd name="connsiteX41" fmla="*/ 2960 w 86650"/>
                <a:gd name="connsiteY41" fmla="*/ 2284 h 83710"/>
                <a:gd name="connsiteX42" fmla="*/ 0 w 86650"/>
                <a:gd name="connsiteY42" fmla="*/ 2284 h 83710"/>
                <a:gd name="connsiteX43" fmla="*/ 0 w 86650"/>
                <a:gd name="connsiteY43" fmla="*/ 0 h 83710"/>
                <a:gd name="connsiteX44" fmla="*/ 35905 w 86650"/>
                <a:gd name="connsiteY44" fmla="*/ 0 h 83710"/>
                <a:gd name="connsiteX45" fmla="*/ 35905 w 86650"/>
                <a:gd name="connsiteY45" fmla="*/ 2284 h 83710"/>
                <a:gd name="connsiteX46" fmla="*/ 32869 w 86650"/>
                <a:gd name="connsiteY46" fmla="*/ 2284 h 83710"/>
                <a:gd name="connsiteX47" fmla="*/ 27253 w 86650"/>
                <a:gd name="connsiteY47" fmla="*/ 3704 h 83710"/>
                <a:gd name="connsiteX48" fmla="*/ 24597 w 86650"/>
                <a:gd name="connsiteY48" fmla="*/ 6698 h 83710"/>
                <a:gd name="connsiteX49" fmla="*/ 23848 w 86650"/>
                <a:gd name="connsiteY49" fmla="*/ 14878 h 83710"/>
                <a:gd name="connsiteX50" fmla="*/ 23848 w 86650"/>
                <a:gd name="connsiteY50" fmla="*/ 38830 h 8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86650" h="83710">
                  <a:moveTo>
                    <a:pt x="23848" y="38830"/>
                  </a:moveTo>
                  <a:lnTo>
                    <a:pt x="62790" y="38830"/>
                  </a:lnTo>
                  <a:lnTo>
                    <a:pt x="62790" y="14878"/>
                  </a:lnTo>
                  <a:cubicBezTo>
                    <a:pt x="62790" y="10598"/>
                    <a:pt x="62523" y="7779"/>
                    <a:pt x="61990" y="6420"/>
                  </a:cubicBezTo>
                  <a:cubicBezTo>
                    <a:pt x="61570" y="5392"/>
                    <a:pt x="60706" y="4506"/>
                    <a:pt x="59385" y="3767"/>
                  </a:cubicBezTo>
                  <a:cubicBezTo>
                    <a:pt x="57619" y="2778"/>
                    <a:pt x="55738" y="2284"/>
                    <a:pt x="53769" y="2284"/>
                  </a:cubicBezTo>
                  <a:lnTo>
                    <a:pt x="50796" y="2284"/>
                  </a:lnTo>
                  <a:lnTo>
                    <a:pt x="50796" y="0"/>
                  </a:lnTo>
                  <a:lnTo>
                    <a:pt x="86650" y="0"/>
                  </a:lnTo>
                  <a:lnTo>
                    <a:pt x="86650" y="2284"/>
                  </a:lnTo>
                  <a:lnTo>
                    <a:pt x="83678" y="2284"/>
                  </a:lnTo>
                  <a:cubicBezTo>
                    <a:pt x="81695" y="2284"/>
                    <a:pt x="79828" y="2758"/>
                    <a:pt x="78049" y="3704"/>
                  </a:cubicBezTo>
                  <a:cubicBezTo>
                    <a:pt x="76740" y="4363"/>
                    <a:pt x="75838" y="5360"/>
                    <a:pt x="75368" y="6698"/>
                  </a:cubicBezTo>
                  <a:cubicBezTo>
                    <a:pt x="74898" y="8036"/>
                    <a:pt x="74656" y="10763"/>
                    <a:pt x="74656" y="14878"/>
                  </a:cubicBezTo>
                  <a:lnTo>
                    <a:pt x="74656" y="68894"/>
                  </a:lnTo>
                  <a:cubicBezTo>
                    <a:pt x="74656" y="73133"/>
                    <a:pt x="74923" y="75931"/>
                    <a:pt x="75457" y="77289"/>
                  </a:cubicBezTo>
                  <a:cubicBezTo>
                    <a:pt x="75876" y="78318"/>
                    <a:pt x="76715" y="79203"/>
                    <a:pt x="77998" y="79944"/>
                  </a:cubicBezTo>
                  <a:cubicBezTo>
                    <a:pt x="79802" y="80931"/>
                    <a:pt x="81695" y="81426"/>
                    <a:pt x="83678" y="81426"/>
                  </a:cubicBezTo>
                  <a:lnTo>
                    <a:pt x="86650" y="81426"/>
                  </a:lnTo>
                  <a:lnTo>
                    <a:pt x="86650" y="83710"/>
                  </a:lnTo>
                  <a:lnTo>
                    <a:pt x="50796" y="83710"/>
                  </a:lnTo>
                  <a:lnTo>
                    <a:pt x="50796" y="81426"/>
                  </a:lnTo>
                  <a:lnTo>
                    <a:pt x="53769" y="81426"/>
                  </a:lnTo>
                  <a:cubicBezTo>
                    <a:pt x="57187" y="81426"/>
                    <a:pt x="59677" y="80417"/>
                    <a:pt x="61240" y="78401"/>
                  </a:cubicBezTo>
                  <a:cubicBezTo>
                    <a:pt x="62269" y="77083"/>
                    <a:pt x="62790" y="73915"/>
                    <a:pt x="62790" y="68894"/>
                  </a:cubicBezTo>
                  <a:lnTo>
                    <a:pt x="62790" y="43398"/>
                  </a:lnTo>
                  <a:lnTo>
                    <a:pt x="23848" y="43398"/>
                  </a:lnTo>
                  <a:lnTo>
                    <a:pt x="23848" y="68894"/>
                  </a:lnTo>
                  <a:cubicBezTo>
                    <a:pt x="23848" y="73133"/>
                    <a:pt x="24115" y="75931"/>
                    <a:pt x="24648" y="77289"/>
                  </a:cubicBezTo>
                  <a:cubicBezTo>
                    <a:pt x="25068" y="78318"/>
                    <a:pt x="25932" y="79203"/>
                    <a:pt x="27253" y="79944"/>
                  </a:cubicBezTo>
                  <a:cubicBezTo>
                    <a:pt x="29019" y="80931"/>
                    <a:pt x="30899" y="81426"/>
                    <a:pt x="32869" y="81426"/>
                  </a:cubicBezTo>
                  <a:lnTo>
                    <a:pt x="35905" y="81426"/>
                  </a:lnTo>
                  <a:lnTo>
                    <a:pt x="35905" y="83710"/>
                  </a:lnTo>
                  <a:lnTo>
                    <a:pt x="0" y="83710"/>
                  </a:lnTo>
                  <a:lnTo>
                    <a:pt x="0" y="81426"/>
                  </a:lnTo>
                  <a:lnTo>
                    <a:pt x="2960" y="81426"/>
                  </a:lnTo>
                  <a:cubicBezTo>
                    <a:pt x="6416" y="81426"/>
                    <a:pt x="8932" y="80417"/>
                    <a:pt x="10507" y="78401"/>
                  </a:cubicBezTo>
                  <a:cubicBezTo>
                    <a:pt x="11486" y="77083"/>
                    <a:pt x="11981" y="73915"/>
                    <a:pt x="11981" y="68894"/>
                  </a:cubicBezTo>
                  <a:lnTo>
                    <a:pt x="11981" y="14878"/>
                  </a:lnTo>
                  <a:cubicBezTo>
                    <a:pt x="11981" y="10598"/>
                    <a:pt x="11714" y="7779"/>
                    <a:pt x="11181" y="6420"/>
                  </a:cubicBezTo>
                  <a:cubicBezTo>
                    <a:pt x="10774" y="5392"/>
                    <a:pt x="9923" y="4506"/>
                    <a:pt x="8652" y="3767"/>
                  </a:cubicBezTo>
                  <a:cubicBezTo>
                    <a:pt x="6835" y="2778"/>
                    <a:pt x="4942" y="2284"/>
                    <a:pt x="2960" y="2284"/>
                  </a:cubicBezTo>
                  <a:lnTo>
                    <a:pt x="0" y="2284"/>
                  </a:lnTo>
                  <a:lnTo>
                    <a:pt x="0" y="0"/>
                  </a:lnTo>
                  <a:lnTo>
                    <a:pt x="35905" y="0"/>
                  </a:lnTo>
                  <a:lnTo>
                    <a:pt x="35905" y="2284"/>
                  </a:lnTo>
                  <a:lnTo>
                    <a:pt x="32869" y="2284"/>
                  </a:lnTo>
                  <a:cubicBezTo>
                    <a:pt x="30899" y="2284"/>
                    <a:pt x="29019" y="2758"/>
                    <a:pt x="27253" y="3704"/>
                  </a:cubicBezTo>
                  <a:cubicBezTo>
                    <a:pt x="25970" y="4363"/>
                    <a:pt x="25093" y="5360"/>
                    <a:pt x="24597" y="6698"/>
                  </a:cubicBezTo>
                  <a:cubicBezTo>
                    <a:pt x="24102" y="8036"/>
                    <a:pt x="23848" y="10763"/>
                    <a:pt x="23848" y="14878"/>
                  </a:cubicBezTo>
                  <a:lnTo>
                    <a:pt x="23848" y="38830"/>
                  </a:ln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257" name="组合 256">
              <a:extLst>
                <a:ext uri="{FF2B5EF4-FFF2-40B4-BE49-F238E27FC236}">
                  <a16:creationId xmlns:a16="http://schemas.microsoft.com/office/drawing/2014/main" id="{852FFF12-FBBA-4E4E-A91A-62A5B5559452}"/>
                </a:ext>
              </a:extLst>
            </p:cNvPr>
            <p:cNvGrpSpPr/>
            <p:nvPr/>
          </p:nvGrpSpPr>
          <p:grpSpPr>
            <a:xfrm>
              <a:off x="5262586" y="4256113"/>
              <a:ext cx="50845" cy="178718"/>
              <a:chOff x="747494" y="1442600"/>
              <a:chExt cx="75952" cy="246538"/>
            </a:xfrm>
          </p:grpSpPr>
          <p:sp>
            <p:nvSpPr>
              <p:cNvPr id="342" name="任意形状 341">
                <a:extLst>
                  <a:ext uri="{FF2B5EF4-FFF2-40B4-BE49-F238E27FC236}">
                    <a16:creationId xmlns:a16="http://schemas.microsoft.com/office/drawing/2014/main" id="{0C474AC7-FCB1-1A4A-8768-189F9EF9E692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43" name="任意形状 342">
                <a:extLst>
                  <a:ext uri="{FF2B5EF4-FFF2-40B4-BE49-F238E27FC236}">
                    <a16:creationId xmlns:a16="http://schemas.microsoft.com/office/drawing/2014/main" id="{E5B9E6F6-BC66-E840-8247-1AFC8E94BE78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44" name="任意形状 343">
                <a:extLst>
                  <a:ext uri="{FF2B5EF4-FFF2-40B4-BE49-F238E27FC236}">
                    <a16:creationId xmlns:a16="http://schemas.microsoft.com/office/drawing/2014/main" id="{140B4128-4533-D947-9DC4-0CACA8FCD6D4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345" name="图形 2">
                <a:extLst>
                  <a:ext uri="{FF2B5EF4-FFF2-40B4-BE49-F238E27FC236}">
                    <a16:creationId xmlns:a16="http://schemas.microsoft.com/office/drawing/2014/main" id="{204EFCEB-676D-E04C-B1F7-55DA28E4AFDB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348" name="任意形状 347">
                  <a:extLst>
                    <a:ext uri="{FF2B5EF4-FFF2-40B4-BE49-F238E27FC236}">
                      <a16:creationId xmlns:a16="http://schemas.microsoft.com/office/drawing/2014/main" id="{DF52C9BB-70A4-1C4E-9F9A-40BE41016044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9" name="任意形状 348">
                  <a:extLst>
                    <a:ext uri="{FF2B5EF4-FFF2-40B4-BE49-F238E27FC236}">
                      <a16:creationId xmlns:a16="http://schemas.microsoft.com/office/drawing/2014/main" id="{FDA39019-6337-6A42-9836-050C4364DF44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46" name="任意形状 345">
                <a:extLst>
                  <a:ext uri="{FF2B5EF4-FFF2-40B4-BE49-F238E27FC236}">
                    <a16:creationId xmlns:a16="http://schemas.microsoft.com/office/drawing/2014/main" id="{826653F0-DE07-1D49-B64B-D11FE3F2F845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47" name="任意形状 346">
                <a:extLst>
                  <a:ext uri="{FF2B5EF4-FFF2-40B4-BE49-F238E27FC236}">
                    <a16:creationId xmlns:a16="http://schemas.microsoft.com/office/drawing/2014/main" id="{C89DCE2A-99E6-9749-8B5C-B2CD5592EB3A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58" name="组合 257">
              <a:extLst>
                <a:ext uri="{FF2B5EF4-FFF2-40B4-BE49-F238E27FC236}">
                  <a16:creationId xmlns:a16="http://schemas.microsoft.com/office/drawing/2014/main" id="{914E3EEB-FCD4-DD4D-84F5-0E73F0059D50}"/>
                </a:ext>
              </a:extLst>
            </p:cNvPr>
            <p:cNvGrpSpPr/>
            <p:nvPr/>
          </p:nvGrpSpPr>
          <p:grpSpPr>
            <a:xfrm>
              <a:off x="5383995" y="4258800"/>
              <a:ext cx="50845" cy="308185"/>
              <a:chOff x="2608228" y="570289"/>
              <a:chExt cx="75952" cy="436185"/>
            </a:xfrm>
          </p:grpSpPr>
          <p:sp>
            <p:nvSpPr>
              <p:cNvPr id="334" name="任意形状 333">
                <a:extLst>
                  <a:ext uri="{FF2B5EF4-FFF2-40B4-BE49-F238E27FC236}">
                    <a16:creationId xmlns:a16="http://schemas.microsoft.com/office/drawing/2014/main" id="{F7A81BE2-FC44-1B48-9D31-987805F53DFE}"/>
                  </a:ext>
                </a:extLst>
              </p:cNvPr>
              <p:cNvSpPr/>
              <p:nvPr/>
            </p:nvSpPr>
            <p:spPr>
              <a:xfrm>
                <a:off x="2646205" y="589255"/>
                <a:ext cx="12705" cy="379290"/>
              </a:xfrm>
              <a:custGeom>
                <a:avLst/>
                <a:gdLst>
                  <a:gd name="connsiteX0" fmla="*/ 0 w 12705"/>
                  <a:gd name="connsiteY0" fmla="*/ 0 h 379290"/>
                  <a:gd name="connsiteX1" fmla="*/ 0 w 12705"/>
                  <a:gd name="connsiteY1" fmla="*/ 379291 h 379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379290">
                    <a:moveTo>
                      <a:pt x="0" y="0"/>
                    </a:moveTo>
                    <a:lnTo>
                      <a:pt x="0" y="379291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35" name="任意形状 334">
                <a:extLst>
                  <a:ext uri="{FF2B5EF4-FFF2-40B4-BE49-F238E27FC236}">
                    <a16:creationId xmlns:a16="http://schemas.microsoft.com/office/drawing/2014/main" id="{E1C5EA68-59E3-2D46-8A0F-A5CBE96ADE0A}"/>
                  </a:ext>
                </a:extLst>
              </p:cNvPr>
              <p:cNvSpPr/>
              <p:nvPr/>
            </p:nvSpPr>
            <p:spPr>
              <a:xfrm>
                <a:off x="2608228" y="930616"/>
                <a:ext cx="75952" cy="75858"/>
              </a:xfrm>
              <a:custGeom>
                <a:avLst/>
                <a:gdLst>
                  <a:gd name="connsiteX0" fmla="*/ 75952 w 75952"/>
                  <a:gd name="connsiteY0" fmla="*/ 37930 h 75858"/>
                  <a:gd name="connsiteX1" fmla="*/ 37976 w 75952"/>
                  <a:gd name="connsiteY1" fmla="*/ 0 h 75858"/>
                  <a:gd name="connsiteX2" fmla="*/ 0 w 75952"/>
                  <a:gd name="connsiteY2" fmla="*/ 37930 h 75858"/>
                  <a:gd name="connsiteX3" fmla="*/ 37976 w 75952"/>
                  <a:gd name="connsiteY3" fmla="*/ 75859 h 75858"/>
                  <a:gd name="connsiteX4" fmla="*/ 75952 w 75952"/>
                  <a:gd name="connsiteY4" fmla="*/ 37930 h 75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8">
                    <a:moveTo>
                      <a:pt x="75952" y="37930"/>
                    </a:moveTo>
                    <a:cubicBezTo>
                      <a:pt x="75952" y="16982"/>
                      <a:pt x="58953" y="0"/>
                      <a:pt x="37976" y="0"/>
                    </a:cubicBezTo>
                    <a:cubicBezTo>
                      <a:pt x="17000" y="0"/>
                      <a:pt x="0" y="16982"/>
                      <a:pt x="0" y="37930"/>
                    </a:cubicBezTo>
                    <a:cubicBezTo>
                      <a:pt x="0" y="58878"/>
                      <a:pt x="17000" y="75859"/>
                      <a:pt x="37976" y="75859"/>
                    </a:cubicBezTo>
                    <a:cubicBezTo>
                      <a:pt x="58953" y="75859"/>
                      <a:pt x="75952" y="58878"/>
                      <a:pt x="75952" y="379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36" name="任意形状 335">
                <a:extLst>
                  <a:ext uri="{FF2B5EF4-FFF2-40B4-BE49-F238E27FC236}">
                    <a16:creationId xmlns:a16="http://schemas.microsoft.com/office/drawing/2014/main" id="{99E2B42F-9AEE-504F-BD9F-D75C9780BCA3}"/>
                  </a:ext>
                </a:extLst>
              </p:cNvPr>
              <p:cNvSpPr/>
              <p:nvPr/>
            </p:nvSpPr>
            <p:spPr>
              <a:xfrm>
                <a:off x="2608228" y="930616"/>
                <a:ext cx="75952" cy="75858"/>
              </a:xfrm>
              <a:custGeom>
                <a:avLst/>
                <a:gdLst>
                  <a:gd name="connsiteX0" fmla="*/ 75952 w 75952"/>
                  <a:gd name="connsiteY0" fmla="*/ 37930 h 75858"/>
                  <a:gd name="connsiteX1" fmla="*/ 37976 w 75952"/>
                  <a:gd name="connsiteY1" fmla="*/ 0 h 75858"/>
                  <a:gd name="connsiteX2" fmla="*/ 0 w 75952"/>
                  <a:gd name="connsiteY2" fmla="*/ 37930 h 75858"/>
                  <a:gd name="connsiteX3" fmla="*/ 37976 w 75952"/>
                  <a:gd name="connsiteY3" fmla="*/ 75859 h 75858"/>
                  <a:gd name="connsiteX4" fmla="*/ 75952 w 75952"/>
                  <a:gd name="connsiteY4" fmla="*/ 37930 h 75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8">
                    <a:moveTo>
                      <a:pt x="75952" y="37930"/>
                    </a:moveTo>
                    <a:cubicBezTo>
                      <a:pt x="75952" y="16982"/>
                      <a:pt x="58953" y="0"/>
                      <a:pt x="37976" y="0"/>
                    </a:cubicBezTo>
                    <a:cubicBezTo>
                      <a:pt x="17000" y="0"/>
                      <a:pt x="0" y="16982"/>
                      <a:pt x="0" y="37930"/>
                    </a:cubicBezTo>
                    <a:cubicBezTo>
                      <a:pt x="0" y="58878"/>
                      <a:pt x="17000" y="75859"/>
                      <a:pt x="37976" y="75859"/>
                    </a:cubicBezTo>
                    <a:cubicBezTo>
                      <a:pt x="58953" y="75859"/>
                      <a:pt x="75952" y="58878"/>
                      <a:pt x="75952" y="37930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337" name="图形 2">
                <a:extLst>
                  <a:ext uri="{FF2B5EF4-FFF2-40B4-BE49-F238E27FC236}">
                    <a16:creationId xmlns:a16="http://schemas.microsoft.com/office/drawing/2014/main" id="{BFF9600E-F8D2-EF4E-A3BB-34CF9B96B349}"/>
                  </a:ext>
                </a:extLst>
              </p:cNvPr>
              <p:cNvGrpSpPr/>
              <p:nvPr/>
            </p:nvGrpSpPr>
            <p:grpSpPr>
              <a:xfrm>
                <a:off x="2608228" y="930616"/>
                <a:ext cx="75952" cy="75858"/>
                <a:chOff x="2968549" y="937094"/>
                <a:chExt cx="75952" cy="75858"/>
              </a:xfrm>
              <a:noFill/>
            </p:grpSpPr>
            <p:sp>
              <p:nvSpPr>
                <p:cNvPr id="340" name="任意形状 339">
                  <a:extLst>
                    <a:ext uri="{FF2B5EF4-FFF2-40B4-BE49-F238E27FC236}">
                      <a16:creationId xmlns:a16="http://schemas.microsoft.com/office/drawing/2014/main" id="{BA2CAEB9-6EB3-FA41-98F9-77698348CDCA}"/>
                    </a:ext>
                  </a:extLst>
                </p:cNvPr>
                <p:cNvSpPr/>
                <p:nvPr/>
              </p:nvSpPr>
              <p:spPr>
                <a:xfrm>
                  <a:off x="2968549" y="975024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41" name="任意形状 340">
                  <a:extLst>
                    <a:ext uri="{FF2B5EF4-FFF2-40B4-BE49-F238E27FC236}">
                      <a16:creationId xmlns:a16="http://schemas.microsoft.com/office/drawing/2014/main" id="{05970848-E74D-B846-BF18-EC50EF3FB201}"/>
                    </a:ext>
                  </a:extLst>
                </p:cNvPr>
                <p:cNvSpPr/>
                <p:nvPr/>
              </p:nvSpPr>
              <p:spPr>
                <a:xfrm>
                  <a:off x="3006526" y="937094"/>
                  <a:ext cx="12705" cy="75858"/>
                </a:xfrm>
                <a:custGeom>
                  <a:avLst/>
                  <a:gdLst>
                    <a:gd name="connsiteX0" fmla="*/ 0 w 12705"/>
                    <a:gd name="connsiteY0" fmla="*/ 75859 h 75858"/>
                    <a:gd name="connsiteX1" fmla="*/ 0 w 12705"/>
                    <a:gd name="connsiteY1" fmla="*/ 0 h 75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8">
                      <a:moveTo>
                        <a:pt x="0" y="75859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38" name="任意形状 337">
                <a:extLst>
                  <a:ext uri="{FF2B5EF4-FFF2-40B4-BE49-F238E27FC236}">
                    <a16:creationId xmlns:a16="http://schemas.microsoft.com/office/drawing/2014/main" id="{7D5C83C8-4777-324A-B47B-602DEFABB34B}"/>
                  </a:ext>
                </a:extLst>
              </p:cNvPr>
              <p:cNvSpPr/>
              <p:nvPr/>
            </p:nvSpPr>
            <p:spPr>
              <a:xfrm>
                <a:off x="2627223" y="570289"/>
                <a:ext cx="37963" cy="37929"/>
              </a:xfrm>
              <a:custGeom>
                <a:avLst/>
                <a:gdLst>
                  <a:gd name="connsiteX0" fmla="*/ 37963 w 37963"/>
                  <a:gd name="connsiteY0" fmla="*/ 18966 h 37929"/>
                  <a:gd name="connsiteX1" fmla="*/ 18982 w 37963"/>
                  <a:gd name="connsiteY1" fmla="*/ 0 h 37929"/>
                  <a:gd name="connsiteX2" fmla="*/ 0 w 37963"/>
                  <a:gd name="connsiteY2" fmla="*/ 18966 h 37929"/>
                  <a:gd name="connsiteX3" fmla="*/ 18982 w 37963"/>
                  <a:gd name="connsiteY3" fmla="*/ 37930 h 37929"/>
                  <a:gd name="connsiteX4" fmla="*/ 37963 w 37963"/>
                  <a:gd name="connsiteY4" fmla="*/ 18966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63" h="37929">
                    <a:moveTo>
                      <a:pt x="37963" y="18966"/>
                    </a:moveTo>
                    <a:cubicBezTo>
                      <a:pt x="37963" y="8491"/>
                      <a:pt x="29464" y="0"/>
                      <a:pt x="18982" y="0"/>
                    </a:cubicBezTo>
                    <a:cubicBezTo>
                      <a:pt x="8500" y="0"/>
                      <a:pt x="0" y="8491"/>
                      <a:pt x="0" y="18966"/>
                    </a:cubicBezTo>
                    <a:cubicBezTo>
                      <a:pt x="0" y="29439"/>
                      <a:pt x="8500" y="37930"/>
                      <a:pt x="18982" y="37930"/>
                    </a:cubicBezTo>
                    <a:cubicBezTo>
                      <a:pt x="29464" y="37930"/>
                      <a:pt x="37963" y="29439"/>
                      <a:pt x="37963" y="1896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39" name="任意形状 338">
                <a:extLst>
                  <a:ext uri="{FF2B5EF4-FFF2-40B4-BE49-F238E27FC236}">
                    <a16:creationId xmlns:a16="http://schemas.microsoft.com/office/drawing/2014/main" id="{19A82D96-8C4F-0247-8E8B-829BF7745A9F}"/>
                  </a:ext>
                </a:extLst>
              </p:cNvPr>
              <p:cNvSpPr/>
              <p:nvPr/>
            </p:nvSpPr>
            <p:spPr>
              <a:xfrm>
                <a:off x="2627223" y="570289"/>
                <a:ext cx="37963" cy="37929"/>
              </a:xfrm>
              <a:custGeom>
                <a:avLst/>
                <a:gdLst>
                  <a:gd name="connsiteX0" fmla="*/ 37963 w 37963"/>
                  <a:gd name="connsiteY0" fmla="*/ 18966 h 37929"/>
                  <a:gd name="connsiteX1" fmla="*/ 18982 w 37963"/>
                  <a:gd name="connsiteY1" fmla="*/ 0 h 37929"/>
                  <a:gd name="connsiteX2" fmla="*/ 0 w 37963"/>
                  <a:gd name="connsiteY2" fmla="*/ 18966 h 37929"/>
                  <a:gd name="connsiteX3" fmla="*/ 18982 w 37963"/>
                  <a:gd name="connsiteY3" fmla="*/ 37930 h 37929"/>
                  <a:gd name="connsiteX4" fmla="*/ 37963 w 37963"/>
                  <a:gd name="connsiteY4" fmla="*/ 18966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63" h="37929">
                    <a:moveTo>
                      <a:pt x="37963" y="18966"/>
                    </a:moveTo>
                    <a:cubicBezTo>
                      <a:pt x="37963" y="8491"/>
                      <a:pt x="29464" y="0"/>
                      <a:pt x="18982" y="0"/>
                    </a:cubicBezTo>
                    <a:cubicBezTo>
                      <a:pt x="8500" y="0"/>
                      <a:pt x="0" y="8491"/>
                      <a:pt x="0" y="18966"/>
                    </a:cubicBezTo>
                    <a:cubicBezTo>
                      <a:pt x="0" y="29439"/>
                      <a:pt x="8500" y="37930"/>
                      <a:pt x="18982" y="37930"/>
                    </a:cubicBezTo>
                    <a:cubicBezTo>
                      <a:pt x="29464" y="37930"/>
                      <a:pt x="37963" y="29439"/>
                      <a:pt x="37963" y="18966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59" name="任意形状 258">
              <a:extLst>
                <a:ext uri="{FF2B5EF4-FFF2-40B4-BE49-F238E27FC236}">
                  <a16:creationId xmlns:a16="http://schemas.microsoft.com/office/drawing/2014/main" id="{64B10336-FD45-B04E-81AC-19F1DD9A5500}"/>
                </a:ext>
              </a:extLst>
            </p:cNvPr>
            <p:cNvSpPr/>
            <p:nvPr/>
          </p:nvSpPr>
          <p:spPr>
            <a:xfrm>
              <a:off x="5253643" y="4484290"/>
              <a:ext cx="90866" cy="88901"/>
            </a:xfrm>
            <a:custGeom>
              <a:avLst/>
              <a:gdLst>
                <a:gd name="connsiteX0" fmla="*/ 151892 w 151892"/>
                <a:gd name="connsiteY0" fmla="*/ 151716 h 151716"/>
                <a:gd name="connsiteX1" fmla="*/ 151892 w 151892"/>
                <a:gd name="connsiteY1" fmla="*/ 0 h 151716"/>
                <a:gd name="connsiteX2" fmla="*/ 0 w 151892"/>
                <a:gd name="connsiteY2" fmla="*/ 0 h 151716"/>
                <a:gd name="connsiteX3" fmla="*/ 0 w 151892"/>
                <a:gd name="connsiteY3" fmla="*/ 151716 h 151716"/>
                <a:gd name="connsiteX4" fmla="*/ 151892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151892" y="151716"/>
                  </a:moveTo>
                  <a:lnTo>
                    <a:pt x="151892" y="0"/>
                  </a:lnTo>
                  <a:lnTo>
                    <a:pt x="0" y="0"/>
                  </a:lnTo>
                  <a:lnTo>
                    <a:pt x="0" y="151716"/>
                  </a:lnTo>
                  <a:lnTo>
                    <a:pt x="151892" y="151716"/>
                  </a:lnTo>
                  <a:close/>
                </a:path>
              </a:pathLst>
            </a:custGeom>
            <a:solidFill>
              <a:srgbClr val="FFFFFF"/>
            </a:solidFill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60" name="任意形状 259">
              <a:extLst>
                <a:ext uri="{FF2B5EF4-FFF2-40B4-BE49-F238E27FC236}">
                  <a16:creationId xmlns:a16="http://schemas.microsoft.com/office/drawing/2014/main" id="{984A43FC-D157-C04C-873E-CD6B72842309}"/>
                </a:ext>
              </a:extLst>
            </p:cNvPr>
            <p:cNvSpPr/>
            <p:nvPr/>
          </p:nvSpPr>
          <p:spPr>
            <a:xfrm>
              <a:off x="5265605" y="4503112"/>
              <a:ext cx="59579" cy="60682"/>
            </a:xfrm>
            <a:custGeom>
              <a:avLst/>
              <a:gdLst>
                <a:gd name="connsiteX0" fmla="*/ 50745 w 89000"/>
                <a:gd name="connsiteY0" fmla="*/ 37349 h 83710"/>
                <a:gd name="connsiteX1" fmla="*/ 68736 w 89000"/>
                <a:gd name="connsiteY1" fmla="*/ 64140 h 83710"/>
                <a:gd name="connsiteX2" fmla="*/ 79828 w 89000"/>
                <a:gd name="connsiteY2" fmla="*/ 78185 h 83710"/>
                <a:gd name="connsiteX3" fmla="*/ 89001 w 89000"/>
                <a:gd name="connsiteY3" fmla="*/ 81426 h 83710"/>
                <a:gd name="connsiteX4" fmla="*/ 89001 w 89000"/>
                <a:gd name="connsiteY4" fmla="*/ 83710 h 83710"/>
                <a:gd name="connsiteX5" fmla="*/ 53032 w 89000"/>
                <a:gd name="connsiteY5" fmla="*/ 83710 h 83710"/>
                <a:gd name="connsiteX6" fmla="*/ 53032 w 89000"/>
                <a:gd name="connsiteY6" fmla="*/ 81426 h 83710"/>
                <a:gd name="connsiteX7" fmla="*/ 58343 w 89000"/>
                <a:gd name="connsiteY7" fmla="*/ 80685 h 83710"/>
                <a:gd name="connsiteX8" fmla="*/ 60478 w 89000"/>
                <a:gd name="connsiteY8" fmla="*/ 78987 h 83710"/>
                <a:gd name="connsiteX9" fmla="*/ 61316 w 89000"/>
                <a:gd name="connsiteY9" fmla="*/ 76672 h 83710"/>
                <a:gd name="connsiteX10" fmla="*/ 60757 w 89000"/>
                <a:gd name="connsiteY10" fmla="*/ 73832 h 83710"/>
                <a:gd name="connsiteX11" fmla="*/ 57365 w 89000"/>
                <a:gd name="connsiteY11" fmla="*/ 68399 h 83710"/>
                <a:gd name="connsiteX12" fmla="*/ 43148 w 89000"/>
                <a:gd name="connsiteY12" fmla="*/ 46917 h 83710"/>
                <a:gd name="connsiteX13" fmla="*/ 25589 w 89000"/>
                <a:gd name="connsiteY13" fmla="*/ 69388 h 83710"/>
                <a:gd name="connsiteX14" fmla="*/ 22247 w 89000"/>
                <a:gd name="connsiteY14" fmla="*/ 74172 h 83710"/>
                <a:gd name="connsiteX15" fmla="*/ 21701 w 89000"/>
                <a:gd name="connsiteY15" fmla="*/ 76672 h 83710"/>
                <a:gd name="connsiteX16" fmla="*/ 23365 w 89000"/>
                <a:gd name="connsiteY16" fmla="*/ 79944 h 83710"/>
                <a:gd name="connsiteX17" fmla="*/ 29731 w 89000"/>
                <a:gd name="connsiteY17" fmla="*/ 81426 h 83710"/>
                <a:gd name="connsiteX18" fmla="*/ 29731 w 89000"/>
                <a:gd name="connsiteY18" fmla="*/ 83710 h 83710"/>
                <a:gd name="connsiteX19" fmla="*/ 0 w 89000"/>
                <a:gd name="connsiteY19" fmla="*/ 83710 h 83710"/>
                <a:gd name="connsiteX20" fmla="*/ 0 w 89000"/>
                <a:gd name="connsiteY20" fmla="*/ 81426 h 83710"/>
                <a:gd name="connsiteX21" fmla="*/ 5438 w 89000"/>
                <a:gd name="connsiteY21" fmla="*/ 80129 h 83710"/>
                <a:gd name="connsiteX22" fmla="*/ 12731 w 89000"/>
                <a:gd name="connsiteY22" fmla="*/ 75808 h 83710"/>
                <a:gd name="connsiteX23" fmla="*/ 20646 w 89000"/>
                <a:gd name="connsiteY23" fmla="*/ 67474 h 83710"/>
                <a:gd name="connsiteX24" fmla="*/ 40428 w 89000"/>
                <a:gd name="connsiteY24" fmla="*/ 42534 h 83710"/>
                <a:gd name="connsiteX25" fmla="*/ 23924 w 89000"/>
                <a:gd name="connsiteY25" fmla="*/ 18397 h 83710"/>
                <a:gd name="connsiteX26" fmla="*/ 12489 w 89000"/>
                <a:gd name="connsiteY26" fmla="*/ 5525 h 83710"/>
                <a:gd name="connsiteX27" fmla="*/ 1677 w 89000"/>
                <a:gd name="connsiteY27" fmla="*/ 2284 h 83710"/>
                <a:gd name="connsiteX28" fmla="*/ 1677 w 89000"/>
                <a:gd name="connsiteY28" fmla="*/ 0 h 83710"/>
                <a:gd name="connsiteX29" fmla="*/ 40428 w 89000"/>
                <a:gd name="connsiteY29" fmla="*/ 0 h 83710"/>
                <a:gd name="connsiteX30" fmla="*/ 40428 w 89000"/>
                <a:gd name="connsiteY30" fmla="*/ 2284 h 83710"/>
                <a:gd name="connsiteX31" fmla="*/ 33657 w 89000"/>
                <a:gd name="connsiteY31" fmla="*/ 3890 h 83710"/>
                <a:gd name="connsiteX32" fmla="*/ 31827 w 89000"/>
                <a:gd name="connsiteY32" fmla="*/ 7038 h 83710"/>
                <a:gd name="connsiteX33" fmla="*/ 34800 w 89000"/>
                <a:gd name="connsiteY33" fmla="*/ 13706 h 83710"/>
                <a:gd name="connsiteX34" fmla="*/ 47658 w 89000"/>
                <a:gd name="connsiteY34" fmla="*/ 32903 h 83710"/>
                <a:gd name="connsiteX35" fmla="*/ 62548 w 89000"/>
                <a:gd name="connsiteY35" fmla="*/ 14075 h 83710"/>
                <a:gd name="connsiteX36" fmla="*/ 65738 w 89000"/>
                <a:gd name="connsiteY36" fmla="*/ 9508 h 83710"/>
                <a:gd name="connsiteX37" fmla="*/ 66322 w 89000"/>
                <a:gd name="connsiteY37" fmla="*/ 6976 h 83710"/>
                <a:gd name="connsiteX38" fmla="*/ 65585 w 89000"/>
                <a:gd name="connsiteY38" fmla="*/ 4692 h 83710"/>
                <a:gd name="connsiteX39" fmla="*/ 63235 w 89000"/>
                <a:gd name="connsiteY39" fmla="*/ 2871 h 83710"/>
                <a:gd name="connsiteX40" fmla="*/ 57365 w 89000"/>
                <a:gd name="connsiteY40" fmla="*/ 2284 h 83710"/>
                <a:gd name="connsiteX41" fmla="*/ 57365 w 89000"/>
                <a:gd name="connsiteY41" fmla="*/ 0 h 83710"/>
                <a:gd name="connsiteX42" fmla="*/ 87082 w 89000"/>
                <a:gd name="connsiteY42" fmla="*/ 0 h 83710"/>
                <a:gd name="connsiteX43" fmla="*/ 87082 w 89000"/>
                <a:gd name="connsiteY43" fmla="*/ 2284 h 83710"/>
                <a:gd name="connsiteX44" fmla="*/ 81340 w 89000"/>
                <a:gd name="connsiteY44" fmla="*/ 3396 h 83710"/>
                <a:gd name="connsiteX45" fmla="*/ 75216 w 89000"/>
                <a:gd name="connsiteY45" fmla="*/ 7223 h 83710"/>
                <a:gd name="connsiteX46" fmla="*/ 67377 w 89000"/>
                <a:gd name="connsiteY46" fmla="*/ 16113 h 83710"/>
                <a:gd name="connsiteX47" fmla="*/ 50745 w 89000"/>
                <a:gd name="connsiteY47" fmla="*/ 37349 h 8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89000" h="83710">
                  <a:moveTo>
                    <a:pt x="50745" y="37349"/>
                  </a:moveTo>
                  <a:lnTo>
                    <a:pt x="68736" y="64140"/>
                  </a:lnTo>
                  <a:cubicBezTo>
                    <a:pt x="73716" y="71548"/>
                    <a:pt x="77414" y="76229"/>
                    <a:pt x="79828" y="78185"/>
                  </a:cubicBezTo>
                  <a:cubicBezTo>
                    <a:pt x="82242" y="80139"/>
                    <a:pt x="85291" y="81219"/>
                    <a:pt x="89001" y="81426"/>
                  </a:cubicBezTo>
                  <a:lnTo>
                    <a:pt x="89001" y="83710"/>
                  </a:lnTo>
                  <a:lnTo>
                    <a:pt x="53032" y="83710"/>
                  </a:lnTo>
                  <a:lnTo>
                    <a:pt x="53032" y="81426"/>
                  </a:lnTo>
                  <a:cubicBezTo>
                    <a:pt x="55421" y="81384"/>
                    <a:pt x="57200" y="81138"/>
                    <a:pt x="58343" y="80685"/>
                  </a:cubicBezTo>
                  <a:cubicBezTo>
                    <a:pt x="59207" y="80314"/>
                    <a:pt x="59918" y="79748"/>
                    <a:pt x="60478" y="78987"/>
                  </a:cubicBezTo>
                  <a:cubicBezTo>
                    <a:pt x="61037" y="78225"/>
                    <a:pt x="61316" y="77454"/>
                    <a:pt x="61316" y="76672"/>
                  </a:cubicBezTo>
                  <a:cubicBezTo>
                    <a:pt x="61316" y="75725"/>
                    <a:pt x="61125" y="74779"/>
                    <a:pt x="60757" y="73832"/>
                  </a:cubicBezTo>
                  <a:cubicBezTo>
                    <a:pt x="60465" y="73133"/>
                    <a:pt x="59334" y="71322"/>
                    <a:pt x="57365" y="68399"/>
                  </a:cubicBezTo>
                  <a:lnTo>
                    <a:pt x="43148" y="46917"/>
                  </a:lnTo>
                  <a:lnTo>
                    <a:pt x="25589" y="69388"/>
                  </a:lnTo>
                  <a:cubicBezTo>
                    <a:pt x="23734" y="71775"/>
                    <a:pt x="22628" y="73369"/>
                    <a:pt x="22247" y="74172"/>
                  </a:cubicBezTo>
                  <a:cubicBezTo>
                    <a:pt x="21879" y="74974"/>
                    <a:pt x="21701" y="75808"/>
                    <a:pt x="21701" y="76672"/>
                  </a:cubicBezTo>
                  <a:cubicBezTo>
                    <a:pt x="21701" y="77989"/>
                    <a:pt x="22247" y="79079"/>
                    <a:pt x="23365" y="79944"/>
                  </a:cubicBezTo>
                  <a:cubicBezTo>
                    <a:pt x="24483" y="80808"/>
                    <a:pt x="26605" y="81302"/>
                    <a:pt x="29731" y="81426"/>
                  </a:cubicBezTo>
                  <a:lnTo>
                    <a:pt x="29731" y="83710"/>
                  </a:lnTo>
                  <a:lnTo>
                    <a:pt x="0" y="83710"/>
                  </a:lnTo>
                  <a:lnTo>
                    <a:pt x="0" y="81426"/>
                  </a:lnTo>
                  <a:cubicBezTo>
                    <a:pt x="2109" y="81219"/>
                    <a:pt x="3913" y="80788"/>
                    <a:pt x="5438" y="80129"/>
                  </a:cubicBezTo>
                  <a:cubicBezTo>
                    <a:pt x="7992" y="79059"/>
                    <a:pt x="10431" y="77619"/>
                    <a:pt x="12731" y="75808"/>
                  </a:cubicBezTo>
                  <a:cubicBezTo>
                    <a:pt x="15043" y="73997"/>
                    <a:pt x="17673" y="71219"/>
                    <a:pt x="20646" y="67474"/>
                  </a:cubicBezTo>
                  <a:lnTo>
                    <a:pt x="40428" y="42534"/>
                  </a:lnTo>
                  <a:lnTo>
                    <a:pt x="23924" y="18397"/>
                  </a:lnTo>
                  <a:cubicBezTo>
                    <a:pt x="19427" y="11853"/>
                    <a:pt x="15615" y="7562"/>
                    <a:pt x="12489" y="5525"/>
                  </a:cubicBezTo>
                  <a:cubicBezTo>
                    <a:pt x="9351" y="3489"/>
                    <a:pt x="5756" y="2407"/>
                    <a:pt x="1677" y="2284"/>
                  </a:cubicBezTo>
                  <a:lnTo>
                    <a:pt x="1677" y="0"/>
                  </a:lnTo>
                  <a:lnTo>
                    <a:pt x="40428" y="0"/>
                  </a:lnTo>
                  <a:lnTo>
                    <a:pt x="40428" y="2284"/>
                  </a:lnTo>
                  <a:cubicBezTo>
                    <a:pt x="37125" y="2407"/>
                    <a:pt x="34876" y="2943"/>
                    <a:pt x="33657" y="3890"/>
                  </a:cubicBezTo>
                  <a:cubicBezTo>
                    <a:pt x="32437" y="4836"/>
                    <a:pt x="31827" y="5886"/>
                    <a:pt x="31827" y="7038"/>
                  </a:cubicBezTo>
                  <a:cubicBezTo>
                    <a:pt x="31827" y="8561"/>
                    <a:pt x="32818" y="10783"/>
                    <a:pt x="34800" y="13706"/>
                  </a:cubicBezTo>
                  <a:lnTo>
                    <a:pt x="47658" y="32903"/>
                  </a:lnTo>
                  <a:lnTo>
                    <a:pt x="62548" y="14075"/>
                  </a:lnTo>
                  <a:cubicBezTo>
                    <a:pt x="64277" y="11853"/>
                    <a:pt x="65344" y="10330"/>
                    <a:pt x="65738" y="9508"/>
                  </a:cubicBezTo>
                  <a:cubicBezTo>
                    <a:pt x="66119" y="8684"/>
                    <a:pt x="66322" y="7840"/>
                    <a:pt x="66322" y="6976"/>
                  </a:cubicBezTo>
                  <a:cubicBezTo>
                    <a:pt x="66322" y="6112"/>
                    <a:pt x="66068" y="5350"/>
                    <a:pt x="65585" y="4692"/>
                  </a:cubicBezTo>
                  <a:cubicBezTo>
                    <a:pt x="64962" y="3827"/>
                    <a:pt x="64175" y="3221"/>
                    <a:pt x="63235" y="2871"/>
                  </a:cubicBezTo>
                  <a:cubicBezTo>
                    <a:pt x="62282" y="2522"/>
                    <a:pt x="60325" y="2326"/>
                    <a:pt x="57365" y="2284"/>
                  </a:cubicBezTo>
                  <a:lnTo>
                    <a:pt x="57365" y="0"/>
                  </a:lnTo>
                  <a:lnTo>
                    <a:pt x="87082" y="0"/>
                  </a:lnTo>
                  <a:lnTo>
                    <a:pt x="87082" y="2284"/>
                  </a:lnTo>
                  <a:cubicBezTo>
                    <a:pt x="84745" y="2407"/>
                    <a:pt x="82826" y="2778"/>
                    <a:pt x="81340" y="3396"/>
                  </a:cubicBezTo>
                  <a:cubicBezTo>
                    <a:pt x="79116" y="4343"/>
                    <a:pt x="77071" y="5618"/>
                    <a:pt x="75216" y="7223"/>
                  </a:cubicBezTo>
                  <a:cubicBezTo>
                    <a:pt x="73361" y="8829"/>
                    <a:pt x="70756" y="11791"/>
                    <a:pt x="67377" y="16113"/>
                  </a:cubicBezTo>
                  <a:lnTo>
                    <a:pt x="50745" y="37349"/>
                  </a:lnTo>
                  <a:close/>
                </a:path>
              </a:pathLst>
            </a:custGeom>
            <a:solidFill>
              <a:schemeClr val="tx1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261" name="组合 260">
              <a:extLst>
                <a:ext uri="{FF2B5EF4-FFF2-40B4-BE49-F238E27FC236}">
                  <a16:creationId xmlns:a16="http://schemas.microsoft.com/office/drawing/2014/main" id="{45734F93-9988-F140-AE9B-877BCFFA1D31}"/>
                </a:ext>
              </a:extLst>
            </p:cNvPr>
            <p:cNvGrpSpPr/>
            <p:nvPr/>
          </p:nvGrpSpPr>
          <p:grpSpPr>
            <a:xfrm>
              <a:off x="5117229" y="4389664"/>
              <a:ext cx="50845" cy="178718"/>
              <a:chOff x="747494" y="1442600"/>
              <a:chExt cx="75952" cy="246538"/>
            </a:xfrm>
          </p:grpSpPr>
          <p:sp>
            <p:nvSpPr>
              <p:cNvPr id="326" name="任意形状 325">
                <a:extLst>
                  <a:ext uri="{FF2B5EF4-FFF2-40B4-BE49-F238E27FC236}">
                    <a16:creationId xmlns:a16="http://schemas.microsoft.com/office/drawing/2014/main" id="{9594CAEA-80F5-FB4C-9C19-D301C322336F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27" name="任意形状 326">
                <a:extLst>
                  <a:ext uri="{FF2B5EF4-FFF2-40B4-BE49-F238E27FC236}">
                    <a16:creationId xmlns:a16="http://schemas.microsoft.com/office/drawing/2014/main" id="{6D50B093-1DC8-F54F-83B9-6AFAE0E49286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28" name="任意形状 327">
                <a:extLst>
                  <a:ext uri="{FF2B5EF4-FFF2-40B4-BE49-F238E27FC236}">
                    <a16:creationId xmlns:a16="http://schemas.microsoft.com/office/drawing/2014/main" id="{0F2BFAA6-915B-4A4A-A57F-04F4FE6696BB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329" name="图形 2">
                <a:extLst>
                  <a:ext uri="{FF2B5EF4-FFF2-40B4-BE49-F238E27FC236}">
                    <a16:creationId xmlns:a16="http://schemas.microsoft.com/office/drawing/2014/main" id="{B90F1BDB-31E1-A843-8018-732C4CAAF54D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332" name="任意形状 331">
                  <a:extLst>
                    <a:ext uri="{FF2B5EF4-FFF2-40B4-BE49-F238E27FC236}">
                      <a16:creationId xmlns:a16="http://schemas.microsoft.com/office/drawing/2014/main" id="{E954728F-C063-234B-82D6-93951CA6066C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33" name="任意形状 332">
                  <a:extLst>
                    <a:ext uri="{FF2B5EF4-FFF2-40B4-BE49-F238E27FC236}">
                      <a16:creationId xmlns:a16="http://schemas.microsoft.com/office/drawing/2014/main" id="{F68B17B7-98B7-A741-8B60-1043F1265115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30" name="任意形状 329">
                <a:extLst>
                  <a:ext uri="{FF2B5EF4-FFF2-40B4-BE49-F238E27FC236}">
                    <a16:creationId xmlns:a16="http://schemas.microsoft.com/office/drawing/2014/main" id="{D715E481-98DF-7A44-B539-B75C7AD07DBD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31" name="任意形状 330">
                <a:extLst>
                  <a:ext uri="{FF2B5EF4-FFF2-40B4-BE49-F238E27FC236}">
                    <a16:creationId xmlns:a16="http://schemas.microsoft.com/office/drawing/2014/main" id="{A86408C2-5129-FC48-9AA8-EEB185D3B461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62" name="组合 261">
              <a:extLst>
                <a:ext uri="{FF2B5EF4-FFF2-40B4-BE49-F238E27FC236}">
                  <a16:creationId xmlns:a16="http://schemas.microsoft.com/office/drawing/2014/main" id="{0A2A3470-60F0-BC45-B847-E491F93417C2}"/>
                </a:ext>
              </a:extLst>
            </p:cNvPr>
            <p:cNvGrpSpPr/>
            <p:nvPr/>
          </p:nvGrpSpPr>
          <p:grpSpPr>
            <a:xfrm rot="10800000">
              <a:off x="5717239" y="3820536"/>
              <a:ext cx="55290" cy="182131"/>
              <a:chOff x="747494" y="1442600"/>
              <a:chExt cx="75952" cy="246538"/>
            </a:xfrm>
          </p:grpSpPr>
          <p:sp>
            <p:nvSpPr>
              <p:cNvPr id="318" name="任意形状 317">
                <a:extLst>
                  <a:ext uri="{FF2B5EF4-FFF2-40B4-BE49-F238E27FC236}">
                    <a16:creationId xmlns:a16="http://schemas.microsoft.com/office/drawing/2014/main" id="{60CD68FA-32F7-C448-B34F-C85512EBEF32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19" name="任意形状 318">
                <a:extLst>
                  <a:ext uri="{FF2B5EF4-FFF2-40B4-BE49-F238E27FC236}">
                    <a16:creationId xmlns:a16="http://schemas.microsoft.com/office/drawing/2014/main" id="{C112A2D8-17B6-9448-8CE7-E794157C5790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20" name="任意形状 319">
                <a:extLst>
                  <a:ext uri="{FF2B5EF4-FFF2-40B4-BE49-F238E27FC236}">
                    <a16:creationId xmlns:a16="http://schemas.microsoft.com/office/drawing/2014/main" id="{519BA3CD-0D05-2940-83F4-C5D6883CC36F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321" name="图形 2">
                <a:extLst>
                  <a:ext uri="{FF2B5EF4-FFF2-40B4-BE49-F238E27FC236}">
                    <a16:creationId xmlns:a16="http://schemas.microsoft.com/office/drawing/2014/main" id="{5623ACF4-56FB-3E41-BEFB-B360FCC0B3AF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324" name="任意形状 323">
                  <a:extLst>
                    <a:ext uri="{FF2B5EF4-FFF2-40B4-BE49-F238E27FC236}">
                      <a16:creationId xmlns:a16="http://schemas.microsoft.com/office/drawing/2014/main" id="{23329BA4-105F-8441-BB61-5FED0EEC60E6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25" name="任意形状 324">
                  <a:extLst>
                    <a:ext uri="{FF2B5EF4-FFF2-40B4-BE49-F238E27FC236}">
                      <a16:creationId xmlns:a16="http://schemas.microsoft.com/office/drawing/2014/main" id="{B6A933E8-0C74-3940-99F9-5352CC3653C6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22" name="任意形状 321">
                <a:extLst>
                  <a:ext uri="{FF2B5EF4-FFF2-40B4-BE49-F238E27FC236}">
                    <a16:creationId xmlns:a16="http://schemas.microsoft.com/office/drawing/2014/main" id="{FC80AC29-1919-7F46-8C5A-FFFD44AC1D7C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23" name="任意形状 322">
                <a:extLst>
                  <a:ext uri="{FF2B5EF4-FFF2-40B4-BE49-F238E27FC236}">
                    <a16:creationId xmlns:a16="http://schemas.microsoft.com/office/drawing/2014/main" id="{8D6B7568-A98E-D942-83F3-6C2B688ADCC1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3" name="任意形状 262">
              <a:extLst>
                <a:ext uri="{FF2B5EF4-FFF2-40B4-BE49-F238E27FC236}">
                  <a16:creationId xmlns:a16="http://schemas.microsoft.com/office/drawing/2014/main" id="{45714E09-76B8-024D-8269-E6C9C36CA52B}"/>
                </a:ext>
              </a:extLst>
            </p:cNvPr>
            <p:cNvSpPr/>
            <p:nvPr/>
          </p:nvSpPr>
          <p:spPr>
            <a:xfrm>
              <a:off x="5812878" y="3936087"/>
              <a:ext cx="86272" cy="92717"/>
            </a:xfrm>
            <a:custGeom>
              <a:avLst/>
              <a:gdLst>
                <a:gd name="connsiteX0" fmla="*/ 151892 w 151892"/>
                <a:gd name="connsiteY0" fmla="*/ 151716 h 151716"/>
                <a:gd name="connsiteX1" fmla="*/ 151892 w 151892"/>
                <a:gd name="connsiteY1" fmla="*/ 0 h 151716"/>
                <a:gd name="connsiteX2" fmla="*/ 0 w 151892"/>
                <a:gd name="connsiteY2" fmla="*/ 0 h 151716"/>
                <a:gd name="connsiteX3" fmla="*/ 0 w 151892"/>
                <a:gd name="connsiteY3" fmla="*/ 151716 h 151716"/>
                <a:gd name="connsiteX4" fmla="*/ 151892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151892" y="151716"/>
                  </a:moveTo>
                  <a:lnTo>
                    <a:pt x="151892" y="0"/>
                  </a:lnTo>
                  <a:lnTo>
                    <a:pt x="0" y="0"/>
                  </a:lnTo>
                  <a:lnTo>
                    <a:pt x="0" y="151716"/>
                  </a:lnTo>
                  <a:lnTo>
                    <a:pt x="151892" y="151716"/>
                  </a:lnTo>
                  <a:close/>
                </a:path>
              </a:pathLst>
            </a:custGeom>
            <a:solidFill>
              <a:srgbClr val="FFFFFF"/>
            </a:solidFill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64" name="任意形状 263">
              <a:extLst>
                <a:ext uri="{FF2B5EF4-FFF2-40B4-BE49-F238E27FC236}">
                  <a16:creationId xmlns:a16="http://schemas.microsoft.com/office/drawing/2014/main" id="{D72CFCDA-1494-774A-A8B7-A84D7313F93A}"/>
                </a:ext>
              </a:extLst>
            </p:cNvPr>
            <p:cNvSpPr/>
            <p:nvPr/>
          </p:nvSpPr>
          <p:spPr>
            <a:xfrm>
              <a:off x="5835739" y="3954281"/>
              <a:ext cx="45719" cy="55743"/>
            </a:xfrm>
            <a:custGeom>
              <a:avLst/>
              <a:gdLst>
                <a:gd name="connsiteX0" fmla="*/ 71201 w 72191"/>
                <a:gd name="connsiteY0" fmla="*/ 0 h 83710"/>
                <a:gd name="connsiteX1" fmla="*/ 16123 w 72191"/>
                <a:gd name="connsiteY1" fmla="*/ 78648 h 83710"/>
                <a:gd name="connsiteX2" fmla="*/ 50491 w 72191"/>
                <a:gd name="connsiteY2" fmla="*/ 78648 h 83710"/>
                <a:gd name="connsiteX3" fmla="*/ 62637 w 72191"/>
                <a:gd name="connsiteY3" fmla="*/ 75190 h 83710"/>
                <a:gd name="connsiteX4" fmla="*/ 70146 w 72191"/>
                <a:gd name="connsiteY4" fmla="*/ 61177 h 83710"/>
                <a:gd name="connsiteX5" fmla="*/ 72192 w 72191"/>
                <a:gd name="connsiteY5" fmla="*/ 61548 h 83710"/>
                <a:gd name="connsiteX6" fmla="*/ 68228 w 72191"/>
                <a:gd name="connsiteY6" fmla="*/ 83710 h 83710"/>
                <a:gd name="connsiteX7" fmla="*/ 0 w 72191"/>
                <a:gd name="connsiteY7" fmla="*/ 83710 h 83710"/>
                <a:gd name="connsiteX8" fmla="*/ 0 w 72191"/>
                <a:gd name="connsiteY8" fmla="*/ 81426 h 83710"/>
                <a:gd name="connsiteX9" fmla="*/ 53769 w 72191"/>
                <a:gd name="connsiteY9" fmla="*/ 5000 h 83710"/>
                <a:gd name="connsiteX10" fmla="*/ 26948 w 72191"/>
                <a:gd name="connsiteY10" fmla="*/ 5000 h 83710"/>
                <a:gd name="connsiteX11" fmla="*/ 17267 w 72191"/>
                <a:gd name="connsiteY11" fmla="*/ 6452 h 83710"/>
                <a:gd name="connsiteX12" fmla="*/ 12693 w 72191"/>
                <a:gd name="connsiteY12" fmla="*/ 10650 h 83710"/>
                <a:gd name="connsiteX13" fmla="*/ 9821 w 72191"/>
                <a:gd name="connsiteY13" fmla="*/ 20928 h 83710"/>
                <a:gd name="connsiteX14" fmla="*/ 7471 w 72191"/>
                <a:gd name="connsiteY14" fmla="*/ 20928 h 83710"/>
                <a:gd name="connsiteX15" fmla="*/ 9211 w 72191"/>
                <a:gd name="connsiteY15" fmla="*/ 0 h 83710"/>
                <a:gd name="connsiteX16" fmla="*/ 71201 w 72191"/>
                <a:gd name="connsiteY16" fmla="*/ 0 h 8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191" h="83710">
                  <a:moveTo>
                    <a:pt x="71201" y="0"/>
                  </a:moveTo>
                  <a:lnTo>
                    <a:pt x="16123" y="78648"/>
                  </a:lnTo>
                  <a:lnTo>
                    <a:pt x="50491" y="78648"/>
                  </a:lnTo>
                  <a:cubicBezTo>
                    <a:pt x="55764" y="78648"/>
                    <a:pt x="59817" y="77496"/>
                    <a:pt x="62637" y="75190"/>
                  </a:cubicBezTo>
                  <a:cubicBezTo>
                    <a:pt x="65458" y="72885"/>
                    <a:pt x="67961" y="68214"/>
                    <a:pt x="70146" y="61177"/>
                  </a:cubicBezTo>
                  <a:lnTo>
                    <a:pt x="72192" y="61548"/>
                  </a:lnTo>
                  <a:lnTo>
                    <a:pt x="68228" y="83710"/>
                  </a:lnTo>
                  <a:lnTo>
                    <a:pt x="0" y="83710"/>
                  </a:lnTo>
                  <a:lnTo>
                    <a:pt x="0" y="81426"/>
                  </a:lnTo>
                  <a:lnTo>
                    <a:pt x="53769" y="5000"/>
                  </a:lnTo>
                  <a:lnTo>
                    <a:pt x="26948" y="5000"/>
                  </a:lnTo>
                  <a:cubicBezTo>
                    <a:pt x="22488" y="5000"/>
                    <a:pt x="19274" y="5485"/>
                    <a:pt x="17267" y="6452"/>
                  </a:cubicBezTo>
                  <a:cubicBezTo>
                    <a:pt x="15272" y="7419"/>
                    <a:pt x="13747" y="8817"/>
                    <a:pt x="12693" y="10650"/>
                  </a:cubicBezTo>
                  <a:cubicBezTo>
                    <a:pt x="11651" y="12481"/>
                    <a:pt x="10685" y="15907"/>
                    <a:pt x="9821" y="20928"/>
                  </a:cubicBezTo>
                  <a:lnTo>
                    <a:pt x="7471" y="20928"/>
                  </a:lnTo>
                  <a:lnTo>
                    <a:pt x="9211" y="0"/>
                  </a:lnTo>
                  <a:lnTo>
                    <a:pt x="71201" y="0"/>
                  </a:lnTo>
                  <a:close/>
                </a:path>
              </a:pathLst>
            </a:custGeom>
            <a:solidFill>
              <a:schemeClr val="tx1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65" name="组合 264">
              <a:extLst>
                <a:ext uri="{FF2B5EF4-FFF2-40B4-BE49-F238E27FC236}">
                  <a16:creationId xmlns:a16="http://schemas.microsoft.com/office/drawing/2014/main" id="{69A1ACFA-3FFE-F048-94E4-FA29C8EED59E}"/>
                </a:ext>
              </a:extLst>
            </p:cNvPr>
            <p:cNvGrpSpPr/>
            <p:nvPr/>
          </p:nvGrpSpPr>
          <p:grpSpPr>
            <a:xfrm>
              <a:off x="5117825" y="4144906"/>
              <a:ext cx="92724" cy="182619"/>
              <a:chOff x="4550394" y="4073590"/>
              <a:chExt cx="139340" cy="284061"/>
            </a:xfrm>
          </p:grpSpPr>
          <p:sp>
            <p:nvSpPr>
              <p:cNvPr id="312" name="任意形状 311">
                <a:extLst>
                  <a:ext uri="{FF2B5EF4-FFF2-40B4-BE49-F238E27FC236}">
                    <a16:creationId xmlns:a16="http://schemas.microsoft.com/office/drawing/2014/main" id="{1D4C7269-4A56-6840-B5FB-67C355E04341}"/>
                  </a:ext>
                </a:extLst>
              </p:cNvPr>
              <p:cNvSpPr/>
              <p:nvPr/>
            </p:nvSpPr>
            <p:spPr>
              <a:xfrm>
                <a:off x="4620019" y="4092555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13" name="任意形状 312">
                <a:extLst>
                  <a:ext uri="{FF2B5EF4-FFF2-40B4-BE49-F238E27FC236}">
                    <a16:creationId xmlns:a16="http://schemas.microsoft.com/office/drawing/2014/main" id="{2D59AAC6-CD36-F749-B291-E7E5904D416E}"/>
                  </a:ext>
                </a:extLst>
              </p:cNvPr>
              <p:cNvSpPr/>
              <p:nvPr/>
            </p:nvSpPr>
            <p:spPr>
              <a:xfrm>
                <a:off x="4632673" y="4092555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14" name="任意形状 313">
                <a:extLst>
                  <a:ext uri="{FF2B5EF4-FFF2-40B4-BE49-F238E27FC236}">
                    <a16:creationId xmlns:a16="http://schemas.microsoft.com/office/drawing/2014/main" id="{892307A5-F4C9-5048-8ADD-5F8C4DE74FD8}"/>
                  </a:ext>
                </a:extLst>
              </p:cNvPr>
              <p:cNvSpPr/>
              <p:nvPr/>
            </p:nvSpPr>
            <p:spPr>
              <a:xfrm>
                <a:off x="4550394" y="4206341"/>
                <a:ext cx="139334" cy="151310"/>
              </a:xfrm>
              <a:custGeom>
                <a:avLst/>
                <a:gdLst>
                  <a:gd name="connsiteX0" fmla="*/ 151905 w 151904"/>
                  <a:gd name="connsiteY0" fmla="*/ 151716 h 151716"/>
                  <a:gd name="connsiteX1" fmla="*/ 151905 w 151904"/>
                  <a:gd name="connsiteY1" fmla="*/ 0 h 151716"/>
                  <a:gd name="connsiteX2" fmla="*/ 0 w 151904"/>
                  <a:gd name="connsiteY2" fmla="*/ 0 h 151716"/>
                  <a:gd name="connsiteX3" fmla="*/ 0 w 151904"/>
                  <a:gd name="connsiteY3" fmla="*/ 151716 h 151716"/>
                  <a:gd name="connsiteX4" fmla="*/ 151905 w 151904"/>
                  <a:gd name="connsiteY4" fmla="*/ 151716 h 15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904" h="151716">
                    <a:moveTo>
                      <a:pt x="151905" y="151716"/>
                    </a:moveTo>
                    <a:lnTo>
                      <a:pt x="151905" y="0"/>
                    </a:lnTo>
                    <a:lnTo>
                      <a:pt x="0" y="0"/>
                    </a:lnTo>
                    <a:lnTo>
                      <a:pt x="0" y="151716"/>
                    </a:lnTo>
                    <a:lnTo>
                      <a:pt x="151905" y="151716"/>
                    </a:ln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15" name="任意形状 314">
                <a:extLst>
                  <a:ext uri="{FF2B5EF4-FFF2-40B4-BE49-F238E27FC236}">
                    <a16:creationId xmlns:a16="http://schemas.microsoft.com/office/drawing/2014/main" id="{6F2270C7-CC82-9749-BFC6-D43661876772}"/>
                  </a:ext>
                </a:extLst>
              </p:cNvPr>
              <p:cNvSpPr/>
              <p:nvPr/>
            </p:nvSpPr>
            <p:spPr>
              <a:xfrm>
                <a:off x="4550394" y="4206341"/>
                <a:ext cx="139340" cy="141437"/>
              </a:xfrm>
              <a:custGeom>
                <a:avLst/>
                <a:gdLst>
                  <a:gd name="connsiteX0" fmla="*/ 151905 w 151904"/>
                  <a:gd name="connsiteY0" fmla="*/ 151716 h 151716"/>
                  <a:gd name="connsiteX1" fmla="*/ 151905 w 151904"/>
                  <a:gd name="connsiteY1" fmla="*/ 0 h 151716"/>
                  <a:gd name="connsiteX2" fmla="*/ 0 w 151904"/>
                  <a:gd name="connsiteY2" fmla="*/ 0 h 151716"/>
                  <a:gd name="connsiteX3" fmla="*/ 0 w 151904"/>
                  <a:gd name="connsiteY3" fmla="*/ 151716 h 151716"/>
                  <a:gd name="connsiteX4" fmla="*/ 151905 w 151904"/>
                  <a:gd name="connsiteY4" fmla="*/ 151716 h 15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904" h="151716">
                    <a:moveTo>
                      <a:pt x="151905" y="151716"/>
                    </a:moveTo>
                    <a:lnTo>
                      <a:pt x="151905" y="0"/>
                    </a:lnTo>
                    <a:lnTo>
                      <a:pt x="0" y="0"/>
                    </a:lnTo>
                    <a:lnTo>
                      <a:pt x="0" y="151716"/>
                    </a:lnTo>
                    <a:lnTo>
                      <a:pt x="151905" y="151716"/>
                    </a:lnTo>
                    <a:close/>
                  </a:path>
                </a:pathLst>
              </a:custGeom>
              <a:solidFill>
                <a:schemeClr val="bg1"/>
              </a:solidFill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316" name="任意形状 315">
                <a:extLst>
                  <a:ext uri="{FF2B5EF4-FFF2-40B4-BE49-F238E27FC236}">
                    <a16:creationId xmlns:a16="http://schemas.microsoft.com/office/drawing/2014/main" id="{F1210817-F244-6842-B783-6EA924103CC9}"/>
                  </a:ext>
                </a:extLst>
              </p:cNvPr>
              <p:cNvSpPr/>
              <p:nvPr/>
            </p:nvSpPr>
            <p:spPr>
              <a:xfrm>
                <a:off x="4607363" y="4073590"/>
                <a:ext cx="37976" cy="37928"/>
              </a:xfrm>
              <a:custGeom>
                <a:avLst/>
                <a:gdLst>
                  <a:gd name="connsiteX0" fmla="*/ 37976 w 37976"/>
                  <a:gd name="connsiteY0" fmla="*/ 18964 h 37928"/>
                  <a:gd name="connsiteX1" fmla="*/ 18982 w 37976"/>
                  <a:gd name="connsiteY1" fmla="*/ 0 h 37928"/>
                  <a:gd name="connsiteX2" fmla="*/ 0 w 37976"/>
                  <a:gd name="connsiteY2" fmla="*/ 18964 h 37928"/>
                  <a:gd name="connsiteX3" fmla="*/ 18982 w 37976"/>
                  <a:gd name="connsiteY3" fmla="*/ 37929 h 37928"/>
                  <a:gd name="connsiteX4" fmla="*/ 37976 w 37976"/>
                  <a:gd name="connsiteY4" fmla="*/ 18964 h 37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8">
                    <a:moveTo>
                      <a:pt x="37976" y="18964"/>
                    </a:moveTo>
                    <a:cubicBezTo>
                      <a:pt x="37976" y="8491"/>
                      <a:pt x="29464" y="0"/>
                      <a:pt x="18982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8"/>
                      <a:pt x="8500" y="37929"/>
                      <a:pt x="18982" y="37929"/>
                    </a:cubicBezTo>
                    <a:cubicBezTo>
                      <a:pt x="29464" y="37929"/>
                      <a:pt x="37976" y="29438"/>
                      <a:pt x="37976" y="18964"/>
                    </a:cubicBezTo>
                    <a:close/>
                  </a:path>
                </a:pathLst>
              </a:custGeom>
              <a:solidFill>
                <a:srgbClr val="FF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17" name="任意形状 316">
                <a:extLst>
                  <a:ext uri="{FF2B5EF4-FFF2-40B4-BE49-F238E27FC236}">
                    <a16:creationId xmlns:a16="http://schemas.microsoft.com/office/drawing/2014/main" id="{646A3E19-DBF2-DA47-9275-8D8F0710172C}"/>
                  </a:ext>
                </a:extLst>
              </p:cNvPr>
              <p:cNvSpPr/>
              <p:nvPr/>
            </p:nvSpPr>
            <p:spPr>
              <a:xfrm>
                <a:off x="4607363" y="4073590"/>
                <a:ext cx="37976" cy="37928"/>
              </a:xfrm>
              <a:custGeom>
                <a:avLst/>
                <a:gdLst>
                  <a:gd name="connsiteX0" fmla="*/ 37976 w 37976"/>
                  <a:gd name="connsiteY0" fmla="*/ 18964 h 37928"/>
                  <a:gd name="connsiteX1" fmla="*/ 18982 w 37976"/>
                  <a:gd name="connsiteY1" fmla="*/ 0 h 37928"/>
                  <a:gd name="connsiteX2" fmla="*/ 0 w 37976"/>
                  <a:gd name="connsiteY2" fmla="*/ 18964 h 37928"/>
                  <a:gd name="connsiteX3" fmla="*/ 18982 w 37976"/>
                  <a:gd name="connsiteY3" fmla="*/ 37929 h 37928"/>
                  <a:gd name="connsiteX4" fmla="*/ 37976 w 37976"/>
                  <a:gd name="connsiteY4" fmla="*/ 18964 h 37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8">
                    <a:moveTo>
                      <a:pt x="37976" y="18964"/>
                    </a:moveTo>
                    <a:cubicBezTo>
                      <a:pt x="37976" y="8491"/>
                      <a:pt x="29464" y="0"/>
                      <a:pt x="18982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8"/>
                      <a:pt x="8500" y="37929"/>
                      <a:pt x="18982" y="37929"/>
                    </a:cubicBezTo>
                    <a:cubicBezTo>
                      <a:pt x="29464" y="37929"/>
                      <a:pt x="37976" y="29438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66" name="组合 265">
              <a:extLst>
                <a:ext uri="{FF2B5EF4-FFF2-40B4-BE49-F238E27FC236}">
                  <a16:creationId xmlns:a16="http://schemas.microsoft.com/office/drawing/2014/main" id="{3324379C-3504-3A49-9234-2D7E5467F302}"/>
                </a:ext>
              </a:extLst>
            </p:cNvPr>
            <p:cNvGrpSpPr/>
            <p:nvPr/>
          </p:nvGrpSpPr>
          <p:grpSpPr>
            <a:xfrm>
              <a:off x="5117175" y="4086923"/>
              <a:ext cx="95204" cy="92090"/>
              <a:chOff x="3117140" y="606548"/>
              <a:chExt cx="151892" cy="151716"/>
            </a:xfrm>
          </p:grpSpPr>
          <p:sp>
            <p:nvSpPr>
              <p:cNvPr id="306" name="任意形状 305">
                <a:extLst>
                  <a:ext uri="{FF2B5EF4-FFF2-40B4-BE49-F238E27FC236}">
                    <a16:creationId xmlns:a16="http://schemas.microsoft.com/office/drawing/2014/main" id="{E06E0587-8FC1-F245-9219-666CD03C9F8C}"/>
                  </a:ext>
                </a:extLst>
              </p:cNvPr>
              <p:cNvSpPr/>
              <p:nvPr/>
            </p:nvSpPr>
            <p:spPr>
              <a:xfrm>
                <a:off x="3117140" y="606548"/>
                <a:ext cx="151892" cy="151716"/>
              </a:xfrm>
              <a:custGeom>
                <a:avLst/>
                <a:gdLst>
                  <a:gd name="connsiteX0" fmla="*/ 0 w 151892"/>
                  <a:gd name="connsiteY0" fmla="*/ 151716 h 151716"/>
                  <a:gd name="connsiteX1" fmla="*/ 0 w 151892"/>
                  <a:gd name="connsiteY1" fmla="*/ 0 h 151716"/>
                  <a:gd name="connsiteX2" fmla="*/ 151893 w 151892"/>
                  <a:gd name="connsiteY2" fmla="*/ 0 h 151716"/>
                  <a:gd name="connsiteX3" fmla="*/ 151893 w 151892"/>
                  <a:gd name="connsiteY3" fmla="*/ 151716 h 151716"/>
                  <a:gd name="connsiteX4" fmla="*/ 0 w 151892"/>
                  <a:gd name="connsiteY4" fmla="*/ 151716 h 15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892" h="151716">
                    <a:moveTo>
                      <a:pt x="0" y="151716"/>
                    </a:moveTo>
                    <a:lnTo>
                      <a:pt x="0" y="0"/>
                    </a:lnTo>
                    <a:lnTo>
                      <a:pt x="151893" y="0"/>
                    </a:lnTo>
                    <a:lnTo>
                      <a:pt x="151893" y="151716"/>
                    </a:lnTo>
                    <a:lnTo>
                      <a:pt x="0" y="151716"/>
                    </a:ln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07" name="任意形状 306">
                <a:extLst>
                  <a:ext uri="{FF2B5EF4-FFF2-40B4-BE49-F238E27FC236}">
                    <a16:creationId xmlns:a16="http://schemas.microsoft.com/office/drawing/2014/main" id="{31AFFF5A-F5A1-5E42-B517-301B087D79DF}"/>
                  </a:ext>
                </a:extLst>
              </p:cNvPr>
              <p:cNvSpPr/>
              <p:nvPr/>
            </p:nvSpPr>
            <p:spPr>
              <a:xfrm>
                <a:off x="3117140" y="606548"/>
                <a:ext cx="151892" cy="151716"/>
              </a:xfrm>
              <a:custGeom>
                <a:avLst/>
                <a:gdLst>
                  <a:gd name="connsiteX0" fmla="*/ 0 w 151892"/>
                  <a:gd name="connsiteY0" fmla="*/ 151716 h 151716"/>
                  <a:gd name="connsiteX1" fmla="*/ 0 w 151892"/>
                  <a:gd name="connsiteY1" fmla="*/ 0 h 151716"/>
                  <a:gd name="connsiteX2" fmla="*/ 151893 w 151892"/>
                  <a:gd name="connsiteY2" fmla="*/ 0 h 151716"/>
                  <a:gd name="connsiteX3" fmla="*/ 151893 w 151892"/>
                  <a:gd name="connsiteY3" fmla="*/ 151716 h 151716"/>
                  <a:gd name="connsiteX4" fmla="*/ 0 w 151892"/>
                  <a:gd name="connsiteY4" fmla="*/ 151716 h 15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892" h="151716">
                    <a:moveTo>
                      <a:pt x="0" y="151716"/>
                    </a:moveTo>
                    <a:lnTo>
                      <a:pt x="0" y="0"/>
                    </a:lnTo>
                    <a:lnTo>
                      <a:pt x="151893" y="0"/>
                    </a:lnTo>
                    <a:lnTo>
                      <a:pt x="151893" y="151716"/>
                    </a:lnTo>
                    <a:lnTo>
                      <a:pt x="0" y="151716"/>
                    </a:lnTo>
                    <a:close/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08" name="任意形状 307">
                <a:extLst>
                  <a:ext uri="{FF2B5EF4-FFF2-40B4-BE49-F238E27FC236}">
                    <a16:creationId xmlns:a16="http://schemas.microsoft.com/office/drawing/2014/main" id="{60687EE1-3D5D-3943-A395-4C467D80B398}"/>
                  </a:ext>
                </a:extLst>
              </p:cNvPr>
              <p:cNvSpPr/>
              <p:nvPr/>
            </p:nvSpPr>
            <p:spPr>
              <a:xfrm>
                <a:off x="3127318" y="674821"/>
                <a:ext cx="65763" cy="37928"/>
              </a:xfrm>
              <a:custGeom>
                <a:avLst/>
                <a:gdLst>
                  <a:gd name="connsiteX0" fmla="*/ 65763 w 65763"/>
                  <a:gd name="connsiteY0" fmla="*/ 0 h 37928"/>
                  <a:gd name="connsiteX1" fmla="*/ 0 w 65763"/>
                  <a:gd name="connsiteY1" fmla="*/ 37929 h 37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763" h="37928">
                    <a:moveTo>
                      <a:pt x="65763" y="0"/>
                    </a:moveTo>
                    <a:cubicBezTo>
                      <a:pt x="38637" y="0"/>
                      <a:pt x="13557" y="14461"/>
                      <a:pt x="0" y="37929"/>
                    </a:cubicBezTo>
                  </a:path>
                </a:pathLst>
              </a:custGeom>
              <a:noFill/>
              <a:ln w="252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09" name="任意形状 308">
                <a:extLst>
                  <a:ext uri="{FF2B5EF4-FFF2-40B4-BE49-F238E27FC236}">
                    <a16:creationId xmlns:a16="http://schemas.microsoft.com/office/drawing/2014/main" id="{AA6E1C36-1D14-2241-8D1A-C7372F645725}"/>
                  </a:ext>
                </a:extLst>
              </p:cNvPr>
              <p:cNvSpPr/>
              <p:nvPr/>
            </p:nvSpPr>
            <p:spPr>
              <a:xfrm>
                <a:off x="3193081" y="674821"/>
                <a:ext cx="65775" cy="37928"/>
              </a:xfrm>
              <a:custGeom>
                <a:avLst/>
                <a:gdLst>
                  <a:gd name="connsiteX0" fmla="*/ 0 w 65775"/>
                  <a:gd name="connsiteY0" fmla="*/ 0 h 37928"/>
                  <a:gd name="connsiteX1" fmla="*/ 65776 w 65775"/>
                  <a:gd name="connsiteY1" fmla="*/ 37929 h 37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775" h="37928">
                    <a:moveTo>
                      <a:pt x="0" y="0"/>
                    </a:moveTo>
                    <a:cubicBezTo>
                      <a:pt x="27138" y="0"/>
                      <a:pt x="52219" y="14461"/>
                      <a:pt x="65776" y="37929"/>
                    </a:cubicBezTo>
                  </a:path>
                </a:pathLst>
              </a:custGeom>
              <a:noFill/>
              <a:ln w="252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10" name="任意形状 309">
                <a:extLst>
                  <a:ext uri="{FF2B5EF4-FFF2-40B4-BE49-F238E27FC236}">
                    <a16:creationId xmlns:a16="http://schemas.microsoft.com/office/drawing/2014/main" id="{ADE8B2AC-658B-8F47-8719-9F02C11C91F3}"/>
                  </a:ext>
                </a:extLst>
              </p:cNvPr>
              <p:cNvSpPr/>
              <p:nvPr/>
            </p:nvSpPr>
            <p:spPr>
              <a:xfrm>
                <a:off x="3193080" y="646185"/>
                <a:ext cx="18448" cy="104494"/>
              </a:xfrm>
              <a:custGeom>
                <a:avLst/>
                <a:gdLst>
                  <a:gd name="connsiteX0" fmla="*/ 0 w 18448"/>
                  <a:gd name="connsiteY0" fmla="*/ 104494 h 104494"/>
                  <a:gd name="connsiteX1" fmla="*/ 18448 w 18448"/>
                  <a:gd name="connsiteY1" fmla="*/ 0 h 10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448" h="104494">
                    <a:moveTo>
                      <a:pt x="0" y="104494"/>
                    </a:moveTo>
                    <a:lnTo>
                      <a:pt x="18448" y="0"/>
                    </a:lnTo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11" name="任意形状 310">
                <a:extLst>
                  <a:ext uri="{FF2B5EF4-FFF2-40B4-BE49-F238E27FC236}">
                    <a16:creationId xmlns:a16="http://schemas.microsoft.com/office/drawing/2014/main" id="{E3CBA394-0F77-874A-B5E4-1A3B9650A032}"/>
                  </a:ext>
                </a:extLst>
              </p:cNvPr>
              <p:cNvSpPr/>
              <p:nvPr/>
            </p:nvSpPr>
            <p:spPr>
              <a:xfrm>
                <a:off x="3188951" y="621284"/>
                <a:ext cx="39882" cy="43355"/>
              </a:xfrm>
              <a:custGeom>
                <a:avLst/>
                <a:gdLst>
                  <a:gd name="connsiteX0" fmla="*/ 26974 w 39882"/>
                  <a:gd name="connsiteY0" fmla="*/ 0 h 43355"/>
                  <a:gd name="connsiteX1" fmla="*/ 0 w 39882"/>
                  <a:gd name="connsiteY1" fmla="*/ 36331 h 43355"/>
                  <a:gd name="connsiteX2" fmla="*/ 22577 w 39882"/>
                  <a:gd name="connsiteY2" fmla="*/ 24902 h 43355"/>
                  <a:gd name="connsiteX3" fmla="*/ 39882 w 39882"/>
                  <a:gd name="connsiteY3" fmla="*/ 43355 h 4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882" h="43355">
                    <a:moveTo>
                      <a:pt x="26974" y="0"/>
                    </a:moveTo>
                    <a:lnTo>
                      <a:pt x="0" y="36331"/>
                    </a:lnTo>
                    <a:lnTo>
                      <a:pt x="22577" y="24902"/>
                    </a:lnTo>
                    <a:lnTo>
                      <a:pt x="39882" y="43355"/>
                    </a:lnTo>
                  </a:path>
                </a:pathLst>
              </a:custGeom>
              <a:solidFill>
                <a:srgbClr val="FF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67" name="椭圆 266">
              <a:extLst>
                <a:ext uri="{FF2B5EF4-FFF2-40B4-BE49-F238E27FC236}">
                  <a16:creationId xmlns:a16="http://schemas.microsoft.com/office/drawing/2014/main" id="{BBA620CF-95C6-4D43-8B64-9A9E5AFE0441}"/>
                </a:ext>
              </a:extLst>
            </p:cNvPr>
            <p:cNvSpPr/>
            <p:nvPr/>
          </p:nvSpPr>
          <p:spPr>
            <a:xfrm>
              <a:off x="4778155" y="3795795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8" name="椭圆 267">
              <a:extLst>
                <a:ext uri="{FF2B5EF4-FFF2-40B4-BE49-F238E27FC236}">
                  <a16:creationId xmlns:a16="http://schemas.microsoft.com/office/drawing/2014/main" id="{3EE020FA-7336-4A48-9E57-87D57C8B825C}"/>
                </a:ext>
              </a:extLst>
            </p:cNvPr>
            <p:cNvSpPr/>
            <p:nvPr/>
          </p:nvSpPr>
          <p:spPr>
            <a:xfrm>
              <a:off x="4778155" y="3935818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9" name="椭圆 268">
              <a:extLst>
                <a:ext uri="{FF2B5EF4-FFF2-40B4-BE49-F238E27FC236}">
                  <a16:creationId xmlns:a16="http://schemas.microsoft.com/office/drawing/2014/main" id="{0AA7638C-1332-3D4C-A2C5-7FD693ABD3A9}"/>
                </a:ext>
              </a:extLst>
            </p:cNvPr>
            <p:cNvSpPr/>
            <p:nvPr/>
          </p:nvSpPr>
          <p:spPr>
            <a:xfrm>
              <a:off x="4778155" y="4075841"/>
              <a:ext cx="93505" cy="944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0" name="椭圆 269">
              <a:extLst>
                <a:ext uri="{FF2B5EF4-FFF2-40B4-BE49-F238E27FC236}">
                  <a16:creationId xmlns:a16="http://schemas.microsoft.com/office/drawing/2014/main" id="{E1F608D4-51C0-9842-AF27-32B5E7013A31}"/>
                </a:ext>
              </a:extLst>
            </p:cNvPr>
            <p:cNvSpPr/>
            <p:nvPr/>
          </p:nvSpPr>
          <p:spPr>
            <a:xfrm>
              <a:off x="4776921" y="4203164"/>
              <a:ext cx="93505" cy="944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19A2D707-72ED-724C-A2AE-1D9C33B7F998}"/>
                </a:ext>
              </a:extLst>
            </p:cNvPr>
            <p:cNvSpPr/>
            <p:nvPr/>
          </p:nvSpPr>
          <p:spPr>
            <a:xfrm>
              <a:off x="4776921" y="4343187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2" name="椭圆 271">
              <a:extLst>
                <a:ext uri="{FF2B5EF4-FFF2-40B4-BE49-F238E27FC236}">
                  <a16:creationId xmlns:a16="http://schemas.microsoft.com/office/drawing/2014/main" id="{344A9F44-81CB-5B4C-AE5E-6C9ECE4E227B}"/>
                </a:ext>
              </a:extLst>
            </p:cNvPr>
            <p:cNvSpPr/>
            <p:nvPr/>
          </p:nvSpPr>
          <p:spPr>
            <a:xfrm>
              <a:off x="4776921" y="4483209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3" name="任意形状 272">
              <a:extLst>
                <a:ext uri="{FF2B5EF4-FFF2-40B4-BE49-F238E27FC236}">
                  <a16:creationId xmlns:a16="http://schemas.microsoft.com/office/drawing/2014/main" id="{1B6D967B-50E1-2742-BE4F-0D425851CE6B}"/>
                </a:ext>
              </a:extLst>
            </p:cNvPr>
            <p:cNvSpPr/>
            <p:nvPr/>
          </p:nvSpPr>
          <p:spPr>
            <a:xfrm>
              <a:off x="4943476" y="4131975"/>
              <a:ext cx="174350" cy="54346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74" name="任意形状 273">
              <a:extLst>
                <a:ext uri="{FF2B5EF4-FFF2-40B4-BE49-F238E27FC236}">
                  <a16:creationId xmlns:a16="http://schemas.microsoft.com/office/drawing/2014/main" id="{1BFEE563-860D-2F45-BD3F-F111106DE0B4}"/>
                </a:ext>
              </a:extLst>
            </p:cNvPr>
            <p:cNvSpPr/>
            <p:nvPr/>
          </p:nvSpPr>
          <p:spPr>
            <a:xfrm rot="10800000">
              <a:off x="4752072" y="4049386"/>
              <a:ext cx="139611" cy="276998"/>
            </a:xfrm>
            <a:custGeom>
              <a:avLst/>
              <a:gdLst>
                <a:gd name="connsiteX0" fmla="*/ 48102 w 288604"/>
                <a:gd name="connsiteY0" fmla="*/ 0 h 1522618"/>
                <a:gd name="connsiteX1" fmla="*/ 240502 w 288604"/>
                <a:gd name="connsiteY1" fmla="*/ 0 h 1522618"/>
                <a:gd name="connsiteX2" fmla="*/ 288604 w 288604"/>
                <a:gd name="connsiteY2" fmla="*/ 48102 h 1522618"/>
                <a:gd name="connsiteX3" fmla="*/ 288604 w 288604"/>
                <a:gd name="connsiteY3" fmla="*/ 59305 h 1522618"/>
                <a:gd name="connsiteX4" fmla="*/ 278309 w 288604"/>
                <a:gd name="connsiteY4" fmla="*/ 111963 h 1522618"/>
                <a:gd name="connsiteX5" fmla="*/ 240461 w 288604"/>
                <a:gd name="connsiteY5" fmla="*/ 782765 h 1522618"/>
                <a:gd name="connsiteX6" fmla="*/ 278309 w 288604"/>
                <a:gd name="connsiteY6" fmla="*/ 1453567 h 1522618"/>
                <a:gd name="connsiteX7" fmla="*/ 285455 w 288604"/>
                <a:gd name="connsiteY7" fmla="*/ 1490116 h 1522618"/>
                <a:gd name="connsiteX8" fmla="*/ 284824 w 288604"/>
                <a:gd name="connsiteY8" fmla="*/ 1493239 h 1522618"/>
                <a:gd name="connsiteX9" fmla="*/ 240502 w 288604"/>
                <a:gd name="connsiteY9" fmla="*/ 1522618 h 1522618"/>
                <a:gd name="connsiteX10" fmla="*/ 48102 w 288604"/>
                <a:gd name="connsiteY10" fmla="*/ 1522618 h 1522618"/>
                <a:gd name="connsiteX11" fmla="*/ 3780 w 288604"/>
                <a:gd name="connsiteY11" fmla="*/ 1493239 h 1522618"/>
                <a:gd name="connsiteX12" fmla="*/ 3742 w 288604"/>
                <a:gd name="connsiteY12" fmla="*/ 1493051 h 1522618"/>
                <a:gd name="connsiteX13" fmla="*/ 10295 w 288604"/>
                <a:gd name="connsiteY13" fmla="*/ 1459533 h 1522618"/>
                <a:gd name="connsiteX14" fmla="*/ 48143 w 288604"/>
                <a:gd name="connsiteY14" fmla="*/ 788731 h 1522618"/>
                <a:gd name="connsiteX15" fmla="*/ 10295 w 288604"/>
                <a:gd name="connsiteY15" fmla="*/ 117929 h 1522618"/>
                <a:gd name="connsiteX16" fmla="*/ 0 w 288604"/>
                <a:gd name="connsiteY16" fmla="*/ 65271 h 1522618"/>
                <a:gd name="connsiteX17" fmla="*/ 0 w 288604"/>
                <a:gd name="connsiteY17" fmla="*/ 48102 h 1522618"/>
                <a:gd name="connsiteX18" fmla="*/ 48102 w 288604"/>
                <a:gd name="connsiteY18" fmla="*/ 0 h 15226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88604" h="1522618">
                  <a:moveTo>
                    <a:pt x="48102" y="0"/>
                  </a:moveTo>
                  <a:lnTo>
                    <a:pt x="240502" y="0"/>
                  </a:lnTo>
                  <a:cubicBezTo>
                    <a:pt x="267068" y="0"/>
                    <a:pt x="288604" y="21536"/>
                    <a:pt x="288604" y="48102"/>
                  </a:cubicBezTo>
                  <a:lnTo>
                    <a:pt x="288604" y="59305"/>
                  </a:lnTo>
                  <a:lnTo>
                    <a:pt x="278309" y="111963"/>
                  </a:lnTo>
                  <a:cubicBezTo>
                    <a:pt x="255475" y="257339"/>
                    <a:pt x="240461" y="503530"/>
                    <a:pt x="240461" y="782765"/>
                  </a:cubicBezTo>
                  <a:cubicBezTo>
                    <a:pt x="240461" y="1062000"/>
                    <a:pt x="255475" y="1308191"/>
                    <a:pt x="278309" y="1453567"/>
                  </a:cubicBezTo>
                  <a:lnTo>
                    <a:pt x="285455" y="1490116"/>
                  </a:lnTo>
                  <a:lnTo>
                    <a:pt x="284824" y="1493239"/>
                  </a:lnTo>
                  <a:cubicBezTo>
                    <a:pt x="277522" y="1510504"/>
                    <a:pt x="260427" y="1522618"/>
                    <a:pt x="240502" y="1522618"/>
                  </a:cubicBezTo>
                  <a:lnTo>
                    <a:pt x="48102" y="1522618"/>
                  </a:lnTo>
                  <a:cubicBezTo>
                    <a:pt x="28178" y="1522618"/>
                    <a:pt x="11083" y="1510504"/>
                    <a:pt x="3780" y="1493239"/>
                  </a:cubicBezTo>
                  <a:lnTo>
                    <a:pt x="3742" y="1493051"/>
                  </a:lnTo>
                  <a:lnTo>
                    <a:pt x="10295" y="1459533"/>
                  </a:lnTo>
                  <a:cubicBezTo>
                    <a:pt x="33130" y="1314157"/>
                    <a:pt x="48143" y="1067966"/>
                    <a:pt x="48143" y="788731"/>
                  </a:cubicBezTo>
                  <a:cubicBezTo>
                    <a:pt x="48143" y="509496"/>
                    <a:pt x="33130" y="263305"/>
                    <a:pt x="10295" y="117929"/>
                  </a:cubicBezTo>
                  <a:lnTo>
                    <a:pt x="0" y="65271"/>
                  </a:lnTo>
                  <a:lnTo>
                    <a:pt x="0" y="48102"/>
                  </a:lnTo>
                  <a:cubicBezTo>
                    <a:pt x="0" y="21536"/>
                    <a:pt x="21536" y="0"/>
                    <a:pt x="48102" y="0"/>
                  </a:cubicBezTo>
                  <a:close/>
                </a:path>
              </a:pathLst>
            </a:custGeom>
            <a:solidFill>
              <a:schemeClr val="accent2">
                <a:lumMod val="75000"/>
                <a:alpha val="24624"/>
              </a:schemeClr>
            </a:solidFill>
            <a:ln w="63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dirty="0"/>
            </a:p>
          </p:txBody>
        </p:sp>
        <p:grpSp>
          <p:nvGrpSpPr>
            <p:cNvPr id="275" name="组合 274">
              <a:extLst>
                <a:ext uri="{FF2B5EF4-FFF2-40B4-BE49-F238E27FC236}">
                  <a16:creationId xmlns:a16="http://schemas.microsoft.com/office/drawing/2014/main" id="{E01C5780-4ED4-194A-91DD-DB2A598E2DFE}"/>
                </a:ext>
              </a:extLst>
            </p:cNvPr>
            <p:cNvGrpSpPr/>
            <p:nvPr/>
          </p:nvGrpSpPr>
          <p:grpSpPr>
            <a:xfrm>
              <a:off x="5035494" y="3981656"/>
              <a:ext cx="50845" cy="178718"/>
              <a:chOff x="747494" y="1442600"/>
              <a:chExt cx="75952" cy="246538"/>
            </a:xfrm>
          </p:grpSpPr>
          <p:sp>
            <p:nvSpPr>
              <p:cNvPr id="298" name="任意形状 297">
                <a:extLst>
                  <a:ext uri="{FF2B5EF4-FFF2-40B4-BE49-F238E27FC236}">
                    <a16:creationId xmlns:a16="http://schemas.microsoft.com/office/drawing/2014/main" id="{42C4680B-FE32-744E-82F1-01E8A3132135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9" name="任意形状 298">
                <a:extLst>
                  <a:ext uri="{FF2B5EF4-FFF2-40B4-BE49-F238E27FC236}">
                    <a16:creationId xmlns:a16="http://schemas.microsoft.com/office/drawing/2014/main" id="{204E549F-3566-874C-8E0E-9BAF3220AD9E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00" name="任意形状 299">
                <a:extLst>
                  <a:ext uri="{FF2B5EF4-FFF2-40B4-BE49-F238E27FC236}">
                    <a16:creationId xmlns:a16="http://schemas.microsoft.com/office/drawing/2014/main" id="{5EB2BDFE-9FE5-3040-B791-54A575BAC0E1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301" name="图形 2">
                <a:extLst>
                  <a:ext uri="{FF2B5EF4-FFF2-40B4-BE49-F238E27FC236}">
                    <a16:creationId xmlns:a16="http://schemas.microsoft.com/office/drawing/2014/main" id="{6C6E62F6-03B2-AE48-9C98-5AF4F1DE0E3C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304" name="任意形状 303">
                  <a:extLst>
                    <a:ext uri="{FF2B5EF4-FFF2-40B4-BE49-F238E27FC236}">
                      <a16:creationId xmlns:a16="http://schemas.microsoft.com/office/drawing/2014/main" id="{797533AB-4DFE-8748-A441-F0DEFD43D643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305" name="任意形状 304">
                  <a:extLst>
                    <a:ext uri="{FF2B5EF4-FFF2-40B4-BE49-F238E27FC236}">
                      <a16:creationId xmlns:a16="http://schemas.microsoft.com/office/drawing/2014/main" id="{FAF00CAB-B524-CD44-A927-7DA8F5479483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302" name="任意形状 301">
                <a:extLst>
                  <a:ext uri="{FF2B5EF4-FFF2-40B4-BE49-F238E27FC236}">
                    <a16:creationId xmlns:a16="http://schemas.microsoft.com/office/drawing/2014/main" id="{C7900449-9450-3C4F-B14B-5223E13139C2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303" name="任意形状 302">
                <a:extLst>
                  <a:ext uri="{FF2B5EF4-FFF2-40B4-BE49-F238E27FC236}">
                    <a16:creationId xmlns:a16="http://schemas.microsoft.com/office/drawing/2014/main" id="{18D36886-87B4-914C-A9B3-86BAA590B679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76" name="任意形状 275">
              <a:extLst>
                <a:ext uri="{FF2B5EF4-FFF2-40B4-BE49-F238E27FC236}">
                  <a16:creationId xmlns:a16="http://schemas.microsoft.com/office/drawing/2014/main" id="{C756B436-967B-C943-8B07-4FE301B0154C}"/>
                </a:ext>
              </a:extLst>
            </p:cNvPr>
            <p:cNvSpPr/>
            <p:nvPr/>
          </p:nvSpPr>
          <p:spPr>
            <a:xfrm>
              <a:off x="5138214" y="4242953"/>
              <a:ext cx="59579" cy="60682"/>
            </a:xfrm>
            <a:custGeom>
              <a:avLst/>
              <a:gdLst>
                <a:gd name="connsiteX0" fmla="*/ 50745 w 89000"/>
                <a:gd name="connsiteY0" fmla="*/ 37349 h 83710"/>
                <a:gd name="connsiteX1" fmla="*/ 68736 w 89000"/>
                <a:gd name="connsiteY1" fmla="*/ 64140 h 83710"/>
                <a:gd name="connsiteX2" fmla="*/ 79828 w 89000"/>
                <a:gd name="connsiteY2" fmla="*/ 78185 h 83710"/>
                <a:gd name="connsiteX3" fmla="*/ 89001 w 89000"/>
                <a:gd name="connsiteY3" fmla="*/ 81426 h 83710"/>
                <a:gd name="connsiteX4" fmla="*/ 89001 w 89000"/>
                <a:gd name="connsiteY4" fmla="*/ 83710 h 83710"/>
                <a:gd name="connsiteX5" fmla="*/ 53032 w 89000"/>
                <a:gd name="connsiteY5" fmla="*/ 83710 h 83710"/>
                <a:gd name="connsiteX6" fmla="*/ 53032 w 89000"/>
                <a:gd name="connsiteY6" fmla="*/ 81426 h 83710"/>
                <a:gd name="connsiteX7" fmla="*/ 58343 w 89000"/>
                <a:gd name="connsiteY7" fmla="*/ 80685 h 83710"/>
                <a:gd name="connsiteX8" fmla="*/ 60478 w 89000"/>
                <a:gd name="connsiteY8" fmla="*/ 78987 h 83710"/>
                <a:gd name="connsiteX9" fmla="*/ 61316 w 89000"/>
                <a:gd name="connsiteY9" fmla="*/ 76672 h 83710"/>
                <a:gd name="connsiteX10" fmla="*/ 60757 w 89000"/>
                <a:gd name="connsiteY10" fmla="*/ 73832 h 83710"/>
                <a:gd name="connsiteX11" fmla="*/ 57365 w 89000"/>
                <a:gd name="connsiteY11" fmla="*/ 68399 h 83710"/>
                <a:gd name="connsiteX12" fmla="*/ 43148 w 89000"/>
                <a:gd name="connsiteY12" fmla="*/ 46917 h 83710"/>
                <a:gd name="connsiteX13" fmla="*/ 25589 w 89000"/>
                <a:gd name="connsiteY13" fmla="*/ 69388 h 83710"/>
                <a:gd name="connsiteX14" fmla="*/ 22247 w 89000"/>
                <a:gd name="connsiteY14" fmla="*/ 74172 h 83710"/>
                <a:gd name="connsiteX15" fmla="*/ 21701 w 89000"/>
                <a:gd name="connsiteY15" fmla="*/ 76672 h 83710"/>
                <a:gd name="connsiteX16" fmla="*/ 23365 w 89000"/>
                <a:gd name="connsiteY16" fmla="*/ 79944 h 83710"/>
                <a:gd name="connsiteX17" fmla="*/ 29731 w 89000"/>
                <a:gd name="connsiteY17" fmla="*/ 81426 h 83710"/>
                <a:gd name="connsiteX18" fmla="*/ 29731 w 89000"/>
                <a:gd name="connsiteY18" fmla="*/ 83710 h 83710"/>
                <a:gd name="connsiteX19" fmla="*/ 0 w 89000"/>
                <a:gd name="connsiteY19" fmla="*/ 83710 h 83710"/>
                <a:gd name="connsiteX20" fmla="*/ 0 w 89000"/>
                <a:gd name="connsiteY20" fmla="*/ 81426 h 83710"/>
                <a:gd name="connsiteX21" fmla="*/ 5438 w 89000"/>
                <a:gd name="connsiteY21" fmla="*/ 80129 h 83710"/>
                <a:gd name="connsiteX22" fmla="*/ 12731 w 89000"/>
                <a:gd name="connsiteY22" fmla="*/ 75808 h 83710"/>
                <a:gd name="connsiteX23" fmla="*/ 20646 w 89000"/>
                <a:gd name="connsiteY23" fmla="*/ 67474 h 83710"/>
                <a:gd name="connsiteX24" fmla="*/ 40428 w 89000"/>
                <a:gd name="connsiteY24" fmla="*/ 42534 h 83710"/>
                <a:gd name="connsiteX25" fmla="*/ 23924 w 89000"/>
                <a:gd name="connsiteY25" fmla="*/ 18397 h 83710"/>
                <a:gd name="connsiteX26" fmla="*/ 12489 w 89000"/>
                <a:gd name="connsiteY26" fmla="*/ 5525 h 83710"/>
                <a:gd name="connsiteX27" fmla="*/ 1677 w 89000"/>
                <a:gd name="connsiteY27" fmla="*/ 2284 h 83710"/>
                <a:gd name="connsiteX28" fmla="*/ 1677 w 89000"/>
                <a:gd name="connsiteY28" fmla="*/ 0 h 83710"/>
                <a:gd name="connsiteX29" fmla="*/ 40428 w 89000"/>
                <a:gd name="connsiteY29" fmla="*/ 0 h 83710"/>
                <a:gd name="connsiteX30" fmla="*/ 40428 w 89000"/>
                <a:gd name="connsiteY30" fmla="*/ 2284 h 83710"/>
                <a:gd name="connsiteX31" fmla="*/ 33657 w 89000"/>
                <a:gd name="connsiteY31" fmla="*/ 3890 h 83710"/>
                <a:gd name="connsiteX32" fmla="*/ 31827 w 89000"/>
                <a:gd name="connsiteY32" fmla="*/ 7038 h 83710"/>
                <a:gd name="connsiteX33" fmla="*/ 34800 w 89000"/>
                <a:gd name="connsiteY33" fmla="*/ 13706 h 83710"/>
                <a:gd name="connsiteX34" fmla="*/ 47658 w 89000"/>
                <a:gd name="connsiteY34" fmla="*/ 32903 h 83710"/>
                <a:gd name="connsiteX35" fmla="*/ 62548 w 89000"/>
                <a:gd name="connsiteY35" fmla="*/ 14075 h 83710"/>
                <a:gd name="connsiteX36" fmla="*/ 65738 w 89000"/>
                <a:gd name="connsiteY36" fmla="*/ 9508 h 83710"/>
                <a:gd name="connsiteX37" fmla="*/ 66322 w 89000"/>
                <a:gd name="connsiteY37" fmla="*/ 6976 h 83710"/>
                <a:gd name="connsiteX38" fmla="*/ 65585 w 89000"/>
                <a:gd name="connsiteY38" fmla="*/ 4692 h 83710"/>
                <a:gd name="connsiteX39" fmla="*/ 63235 w 89000"/>
                <a:gd name="connsiteY39" fmla="*/ 2871 h 83710"/>
                <a:gd name="connsiteX40" fmla="*/ 57365 w 89000"/>
                <a:gd name="connsiteY40" fmla="*/ 2284 h 83710"/>
                <a:gd name="connsiteX41" fmla="*/ 57365 w 89000"/>
                <a:gd name="connsiteY41" fmla="*/ 0 h 83710"/>
                <a:gd name="connsiteX42" fmla="*/ 87082 w 89000"/>
                <a:gd name="connsiteY42" fmla="*/ 0 h 83710"/>
                <a:gd name="connsiteX43" fmla="*/ 87082 w 89000"/>
                <a:gd name="connsiteY43" fmla="*/ 2284 h 83710"/>
                <a:gd name="connsiteX44" fmla="*/ 81340 w 89000"/>
                <a:gd name="connsiteY44" fmla="*/ 3396 h 83710"/>
                <a:gd name="connsiteX45" fmla="*/ 75216 w 89000"/>
                <a:gd name="connsiteY45" fmla="*/ 7223 h 83710"/>
                <a:gd name="connsiteX46" fmla="*/ 67377 w 89000"/>
                <a:gd name="connsiteY46" fmla="*/ 16113 h 83710"/>
                <a:gd name="connsiteX47" fmla="*/ 50745 w 89000"/>
                <a:gd name="connsiteY47" fmla="*/ 37349 h 8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89000" h="83710">
                  <a:moveTo>
                    <a:pt x="50745" y="37349"/>
                  </a:moveTo>
                  <a:lnTo>
                    <a:pt x="68736" y="64140"/>
                  </a:lnTo>
                  <a:cubicBezTo>
                    <a:pt x="73716" y="71548"/>
                    <a:pt x="77414" y="76229"/>
                    <a:pt x="79828" y="78185"/>
                  </a:cubicBezTo>
                  <a:cubicBezTo>
                    <a:pt x="82242" y="80139"/>
                    <a:pt x="85291" y="81219"/>
                    <a:pt x="89001" y="81426"/>
                  </a:cubicBezTo>
                  <a:lnTo>
                    <a:pt x="89001" y="83710"/>
                  </a:lnTo>
                  <a:lnTo>
                    <a:pt x="53032" y="83710"/>
                  </a:lnTo>
                  <a:lnTo>
                    <a:pt x="53032" y="81426"/>
                  </a:lnTo>
                  <a:cubicBezTo>
                    <a:pt x="55421" y="81384"/>
                    <a:pt x="57200" y="81138"/>
                    <a:pt x="58343" y="80685"/>
                  </a:cubicBezTo>
                  <a:cubicBezTo>
                    <a:pt x="59207" y="80314"/>
                    <a:pt x="59918" y="79748"/>
                    <a:pt x="60478" y="78987"/>
                  </a:cubicBezTo>
                  <a:cubicBezTo>
                    <a:pt x="61037" y="78225"/>
                    <a:pt x="61316" y="77454"/>
                    <a:pt x="61316" y="76672"/>
                  </a:cubicBezTo>
                  <a:cubicBezTo>
                    <a:pt x="61316" y="75725"/>
                    <a:pt x="61125" y="74779"/>
                    <a:pt x="60757" y="73832"/>
                  </a:cubicBezTo>
                  <a:cubicBezTo>
                    <a:pt x="60465" y="73133"/>
                    <a:pt x="59334" y="71322"/>
                    <a:pt x="57365" y="68399"/>
                  </a:cubicBezTo>
                  <a:lnTo>
                    <a:pt x="43148" y="46917"/>
                  </a:lnTo>
                  <a:lnTo>
                    <a:pt x="25589" y="69388"/>
                  </a:lnTo>
                  <a:cubicBezTo>
                    <a:pt x="23734" y="71775"/>
                    <a:pt x="22628" y="73369"/>
                    <a:pt x="22247" y="74172"/>
                  </a:cubicBezTo>
                  <a:cubicBezTo>
                    <a:pt x="21879" y="74974"/>
                    <a:pt x="21701" y="75808"/>
                    <a:pt x="21701" y="76672"/>
                  </a:cubicBezTo>
                  <a:cubicBezTo>
                    <a:pt x="21701" y="77989"/>
                    <a:pt x="22247" y="79079"/>
                    <a:pt x="23365" y="79944"/>
                  </a:cubicBezTo>
                  <a:cubicBezTo>
                    <a:pt x="24483" y="80808"/>
                    <a:pt x="26605" y="81302"/>
                    <a:pt x="29731" y="81426"/>
                  </a:cubicBezTo>
                  <a:lnTo>
                    <a:pt x="29731" y="83710"/>
                  </a:lnTo>
                  <a:lnTo>
                    <a:pt x="0" y="83710"/>
                  </a:lnTo>
                  <a:lnTo>
                    <a:pt x="0" y="81426"/>
                  </a:lnTo>
                  <a:cubicBezTo>
                    <a:pt x="2109" y="81219"/>
                    <a:pt x="3913" y="80788"/>
                    <a:pt x="5438" y="80129"/>
                  </a:cubicBezTo>
                  <a:cubicBezTo>
                    <a:pt x="7992" y="79059"/>
                    <a:pt x="10431" y="77619"/>
                    <a:pt x="12731" y="75808"/>
                  </a:cubicBezTo>
                  <a:cubicBezTo>
                    <a:pt x="15043" y="73997"/>
                    <a:pt x="17673" y="71219"/>
                    <a:pt x="20646" y="67474"/>
                  </a:cubicBezTo>
                  <a:lnTo>
                    <a:pt x="40428" y="42534"/>
                  </a:lnTo>
                  <a:lnTo>
                    <a:pt x="23924" y="18397"/>
                  </a:lnTo>
                  <a:cubicBezTo>
                    <a:pt x="19427" y="11853"/>
                    <a:pt x="15615" y="7562"/>
                    <a:pt x="12489" y="5525"/>
                  </a:cubicBezTo>
                  <a:cubicBezTo>
                    <a:pt x="9351" y="3489"/>
                    <a:pt x="5756" y="2407"/>
                    <a:pt x="1677" y="2284"/>
                  </a:cubicBezTo>
                  <a:lnTo>
                    <a:pt x="1677" y="0"/>
                  </a:lnTo>
                  <a:lnTo>
                    <a:pt x="40428" y="0"/>
                  </a:lnTo>
                  <a:lnTo>
                    <a:pt x="40428" y="2284"/>
                  </a:lnTo>
                  <a:cubicBezTo>
                    <a:pt x="37125" y="2407"/>
                    <a:pt x="34876" y="2943"/>
                    <a:pt x="33657" y="3890"/>
                  </a:cubicBezTo>
                  <a:cubicBezTo>
                    <a:pt x="32437" y="4836"/>
                    <a:pt x="31827" y="5886"/>
                    <a:pt x="31827" y="7038"/>
                  </a:cubicBezTo>
                  <a:cubicBezTo>
                    <a:pt x="31827" y="8561"/>
                    <a:pt x="32818" y="10783"/>
                    <a:pt x="34800" y="13706"/>
                  </a:cubicBezTo>
                  <a:lnTo>
                    <a:pt x="47658" y="32903"/>
                  </a:lnTo>
                  <a:lnTo>
                    <a:pt x="62548" y="14075"/>
                  </a:lnTo>
                  <a:cubicBezTo>
                    <a:pt x="64277" y="11853"/>
                    <a:pt x="65344" y="10330"/>
                    <a:pt x="65738" y="9508"/>
                  </a:cubicBezTo>
                  <a:cubicBezTo>
                    <a:pt x="66119" y="8684"/>
                    <a:pt x="66322" y="7840"/>
                    <a:pt x="66322" y="6976"/>
                  </a:cubicBezTo>
                  <a:cubicBezTo>
                    <a:pt x="66322" y="6112"/>
                    <a:pt x="66068" y="5350"/>
                    <a:pt x="65585" y="4692"/>
                  </a:cubicBezTo>
                  <a:cubicBezTo>
                    <a:pt x="64962" y="3827"/>
                    <a:pt x="64175" y="3221"/>
                    <a:pt x="63235" y="2871"/>
                  </a:cubicBezTo>
                  <a:cubicBezTo>
                    <a:pt x="62282" y="2522"/>
                    <a:pt x="60325" y="2326"/>
                    <a:pt x="57365" y="2284"/>
                  </a:cubicBezTo>
                  <a:lnTo>
                    <a:pt x="57365" y="0"/>
                  </a:lnTo>
                  <a:lnTo>
                    <a:pt x="87082" y="0"/>
                  </a:lnTo>
                  <a:lnTo>
                    <a:pt x="87082" y="2284"/>
                  </a:lnTo>
                  <a:cubicBezTo>
                    <a:pt x="84745" y="2407"/>
                    <a:pt x="82826" y="2778"/>
                    <a:pt x="81340" y="3396"/>
                  </a:cubicBezTo>
                  <a:cubicBezTo>
                    <a:pt x="79116" y="4343"/>
                    <a:pt x="77071" y="5618"/>
                    <a:pt x="75216" y="7223"/>
                  </a:cubicBezTo>
                  <a:cubicBezTo>
                    <a:pt x="73361" y="8829"/>
                    <a:pt x="70756" y="11791"/>
                    <a:pt x="67377" y="16113"/>
                  </a:cubicBezTo>
                  <a:lnTo>
                    <a:pt x="50745" y="37349"/>
                  </a:lnTo>
                  <a:close/>
                </a:path>
              </a:pathLst>
            </a:custGeom>
            <a:solidFill>
              <a:srgbClr val="FF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77" name="任意形状 276">
              <a:extLst>
                <a:ext uri="{FF2B5EF4-FFF2-40B4-BE49-F238E27FC236}">
                  <a16:creationId xmlns:a16="http://schemas.microsoft.com/office/drawing/2014/main" id="{C851712D-9905-5544-930D-3E2997A254BD}"/>
                </a:ext>
              </a:extLst>
            </p:cNvPr>
            <p:cNvSpPr/>
            <p:nvPr/>
          </p:nvSpPr>
          <p:spPr>
            <a:xfrm>
              <a:off x="5464451" y="4225148"/>
              <a:ext cx="94521" cy="92075"/>
            </a:xfrm>
            <a:custGeom>
              <a:avLst/>
              <a:gdLst>
                <a:gd name="connsiteX0" fmla="*/ 151892 w 151892"/>
                <a:gd name="connsiteY0" fmla="*/ 151716 h 151716"/>
                <a:gd name="connsiteX1" fmla="*/ 151892 w 151892"/>
                <a:gd name="connsiteY1" fmla="*/ 0 h 151716"/>
                <a:gd name="connsiteX2" fmla="*/ 0 w 151892"/>
                <a:gd name="connsiteY2" fmla="*/ 0 h 151716"/>
                <a:gd name="connsiteX3" fmla="*/ 0 w 151892"/>
                <a:gd name="connsiteY3" fmla="*/ 151716 h 151716"/>
                <a:gd name="connsiteX4" fmla="*/ 151892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151892" y="151716"/>
                  </a:moveTo>
                  <a:lnTo>
                    <a:pt x="151892" y="0"/>
                  </a:lnTo>
                  <a:lnTo>
                    <a:pt x="0" y="0"/>
                  </a:lnTo>
                  <a:lnTo>
                    <a:pt x="0" y="151716"/>
                  </a:lnTo>
                  <a:lnTo>
                    <a:pt x="151892" y="151716"/>
                  </a:lnTo>
                  <a:close/>
                </a:path>
              </a:pathLst>
            </a:custGeom>
            <a:solidFill>
              <a:srgbClr val="FFFFFF"/>
            </a:solidFill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78" name="任意形状 277">
              <a:extLst>
                <a:ext uri="{FF2B5EF4-FFF2-40B4-BE49-F238E27FC236}">
                  <a16:creationId xmlns:a16="http://schemas.microsoft.com/office/drawing/2014/main" id="{E2E29F37-0273-0D43-AE4A-C1AB7F744029}"/>
                </a:ext>
              </a:extLst>
            </p:cNvPr>
            <p:cNvSpPr/>
            <p:nvPr/>
          </p:nvSpPr>
          <p:spPr>
            <a:xfrm>
              <a:off x="5480290" y="4241331"/>
              <a:ext cx="58006" cy="60682"/>
            </a:xfrm>
            <a:custGeom>
              <a:avLst/>
              <a:gdLst>
                <a:gd name="connsiteX0" fmla="*/ 23848 w 86650"/>
                <a:gd name="connsiteY0" fmla="*/ 38830 h 83710"/>
                <a:gd name="connsiteX1" fmla="*/ 62790 w 86650"/>
                <a:gd name="connsiteY1" fmla="*/ 38830 h 83710"/>
                <a:gd name="connsiteX2" fmla="*/ 62790 w 86650"/>
                <a:gd name="connsiteY2" fmla="*/ 14878 h 83710"/>
                <a:gd name="connsiteX3" fmla="*/ 61990 w 86650"/>
                <a:gd name="connsiteY3" fmla="*/ 6420 h 83710"/>
                <a:gd name="connsiteX4" fmla="*/ 59385 w 86650"/>
                <a:gd name="connsiteY4" fmla="*/ 3767 h 83710"/>
                <a:gd name="connsiteX5" fmla="*/ 53769 w 86650"/>
                <a:gd name="connsiteY5" fmla="*/ 2284 h 83710"/>
                <a:gd name="connsiteX6" fmla="*/ 50796 w 86650"/>
                <a:gd name="connsiteY6" fmla="*/ 2284 h 83710"/>
                <a:gd name="connsiteX7" fmla="*/ 50796 w 86650"/>
                <a:gd name="connsiteY7" fmla="*/ 0 h 83710"/>
                <a:gd name="connsiteX8" fmla="*/ 86650 w 86650"/>
                <a:gd name="connsiteY8" fmla="*/ 0 h 83710"/>
                <a:gd name="connsiteX9" fmla="*/ 86650 w 86650"/>
                <a:gd name="connsiteY9" fmla="*/ 2284 h 83710"/>
                <a:gd name="connsiteX10" fmla="*/ 83678 w 86650"/>
                <a:gd name="connsiteY10" fmla="*/ 2284 h 83710"/>
                <a:gd name="connsiteX11" fmla="*/ 78049 w 86650"/>
                <a:gd name="connsiteY11" fmla="*/ 3704 h 83710"/>
                <a:gd name="connsiteX12" fmla="*/ 75368 w 86650"/>
                <a:gd name="connsiteY12" fmla="*/ 6698 h 83710"/>
                <a:gd name="connsiteX13" fmla="*/ 74656 w 86650"/>
                <a:gd name="connsiteY13" fmla="*/ 14878 h 83710"/>
                <a:gd name="connsiteX14" fmla="*/ 74656 w 86650"/>
                <a:gd name="connsiteY14" fmla="*/ 68894 h 83710"/>
                <a:gd name="connsiteX15" fmla="*/ 75457 w 86650"/>
                <a:gd name="connsiteY15" fmla="*/ 77289 h 83710"/>
                <a:gd name="connsiteX16" fmla="*/ 77998 w 86650"/>
                <a:gd name="connsiteY16" fmla="*/ 79944 h 83710"/>
                <a:gd name="connsiteX17" fmla="*/ 83678 w 86650"/>
                <a:gd name="connsiteY17" fmla="*/ 81426 h 83710"/>
                <a:gd name="connsiteX18" fmla="*/ 86650 w 86650"/>
                <a:gd name="connsiteY18" fmla="*/ 81426 h 83710"/>
                <a:gd name="connsiteX19" fmla="*/ 86650 w 86650"/>
                <a:gd name="connsiteY19" fmla="*/ 83710 h 83710"/>
                <a:gd name="connsiteX20" fmla="*/ 50796 w 86650"/>
                <a:gd name="connsiteY20" fmla="*/ 83710 h 83710"/>
                <a:gd name="connsiteX21" fmla="*/ 50796 w 86650"/>
                <a:gd name="connsiteY21" fmla="*/ 81426 h 83710"/>
                <a:gd name="connsiteX22" fmla="*/ 53769 w 86650"/>
                <a:gd name="connsiteY22" fmla="*/ 81426 h 83710"/>
                <a:gd name="connsiteX23" fmla="*/ 61240 w 86650"/>
                <a:gd name="connsiteY23" fmla="*/ 78401 h 83710"/>
                <a:gd name="connsiteX24" fmla="*/ 62790 w 86650"/>
                <a:gd name="connsiteY24" fmla="*/ 68894 h 83710"/>
                <a:gd name="connsiteX25" fmla="*/ 62790 w 86650"/>
                <a:gd name="connsiteY25" fmla="*/ 43398 h 83710"/>
                <a:gd name="connsiteX26" fmla="*/ 23848 w 86650"/>
                <a:gd name="connsiteY26" fmla="*/ 43398 h 83710"/>
                <a:gd name="connsiteX27" fmla="*/ 23848 w 86650"/>
                <a:gd name="connsiteY27" fmla="*/ 68894 h 83710"/>
                <a:gd name="connsiteX28" fmla="*/ 24648 w 86650"/>
                <a:gd name="connsiteY28" fmla="*/ 77289 h 83710"/>
                <a:gd name="connsiteX29" fmla="*/ 27253 w 86650"/>
                <a:gd name="connsiteY29" fmla="*/ 79944 h 83710"/>
                <a:gd name="connsiteX30" fmla="*/ 32869 w 86650"/>
                <a:gd name="connsiteY30" fmla="*/ 81426 h 83710"/>
                <a:gd name="connsiteX31" fmla="*/ 35905 w 86650"/>
                <a:gd name="connsiteY31" fmla="*/ 81426 h 83710"/>
                <a:gd name="connsiteX32" fmla="*/ 35905 w 86650"/>
                <a:gd name="connsiteY32" fmla="*/ 83710 h 83710"/>
                <a:gd name="connsiteX33" fmla="*/ 0 w 86650"/>
                <a:gd name="connsiteY33" fmla="*/ 83710 h 83710"/>
                <a:gd name="connsiteX34" fmla="*/ 0 w 86650"/>
                <a:gd name="connsiteY34" fmla="*/ 81426 h 83710"/>
                <a:gd name="connsiteX35" fmla="*/ 2960 w 86650"/>
                <a:gd name="connsiteY35" fmla="*/ 81426 h 83710"/>
                <a:gd name="connsiteX36" fmla="*/ 10507 w 86650"/>
                <a:gd name="connsiteY36" fmla="*/ 78401 h 83710"/>
                <a:gd name="connsiteX37" fmla="*/ 11981 w 86650"/>
                <a:gd name="connsiteY37" fmla="*/ 68894 h 83710"/>
                <a:gd name="connsiteX38" fmla="*/ 11981 w 86650"/>
                <a:gd name="connsiteY38" fmla="*/ 14878 h 83710"/>
                <a:gd name="connsiteX39" fmla="*/ 11181 w 86650"/>
                <a:gd name="connsiteY39" fmla="*/ 6420 h 83710"/>
                <a:gd name="connsiteX40" fmla="*/ 8652 w 86650"/>
                <a:gd name="connsiteY40" fmla="*/ 3767 h 83710"/>
                <a:gd name="connsiteX41" fmla="*/ 2960 w 86650"/>
                <a:gd name="connsiteY41" fmla="*/ 2284 h 83710"/>
                <a:gd name="connsiteX42" fmla="*/ 0 w 86650"/>
                <a:gd name="connsiteY42" fmla="*/ 2284 h 83710"/>
                <a:gd name="connsiteX43" fmla="*/ 0 w 86650"/>
                <a:gd name="connsiteY43" fmla="*/ 0 h 83710"/>
                <a:gd name="connsiteX44" fmla="*/ 35905 w 86650"/>
                <a:gd name="connsiteY44" fmla="*/ 0 h 83710"/>
                <a:gd name="connsiteX45" fmla="*/ 35905 w 86650"/>
                <a:gd name="connsiteY45" fmla="*/ 2284 h 83710"/>
                <a:gd name="connsiteX46" fmla="*/ 32869 w 86650"/>
                <a:gd name="connsiteY46" fmla="*/ 2284 h 83710"/>
                <a:gd name="connsiteX47" fmla="*/ 27253 w 86650"/>
                <a:gd name="connsiteY47" fmla="*/ 3704 h 83710"/>
                <a:gd name="connsiteX48" fmla="*/ 24597 w 86650"/>
                <a:gd name="connsiteY48" fmla="*/ 6698 h 83710"/>
                <a:gd name="connsiteX49" fmla="*/ 23848 w 86650"/>
                <a:gd name="connsiteY49" fmla="*/ 14878 h 83710"/>
                <a:gd name="connsiteX50" fmla="*/ 23848 w 86650"/>
                <a:gd name="connsiteY50" fmla="*/ 38830 h 8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86650" h="83710">
                  <a:moveTo>
                    <a:pt x="23848" y="38830"/>
                  </a:moveTo>
                  <a:lnTo>
                    <a:pt x="62790" y="38830"/>
                  </a:lnTo>
                  <a:lnTo>
                    <a:pt x="62790" y="14878"/>
                  </a:lnTo>
                  <a:cubicBezTo>
                    <a:pt x="62790" y="10598"/>
                    <a:pt x="62523" y="7779"/>
                    <a:pt x="61990" y="6420"/>
                  </a:cubicBezTo>
                  <a:cubicBezTo>
                    <a:pt x="61570" y="5392"/>
                    <a:pt x="60706" y="4506"/>
                    <a:pt x="59385" y="3767"/>
                  </a:cubicBezTo>
                  <a:cubicBezTo>
                    <a:pt x="57619" y="2778"/>
                    <a:pt x="55738" y="2284"/>
                    <a:pt x="53769" y="2284"/>
                  </a:cubicBezTo>
                  <a:lnTo>
                    <a:pt x="50796" y="2284"/>
                  </a:lnTo>
                  <a:lnTo>
                    <a:pt x="50796" y="0"/>
                  </a:lnTo>
                  <a:lnTo>
                    <a:pt x="86650" y="0"/>
                  </a:lnTo>
                  <a:lnTo>
                    <a:pt x="86650" y="2284"/>
                  </a:lnTo>
                  <a:lnTo>
                    <a:pt x="83678" y="2284"/>
                  </a:lnTo>
                  <a:cubicBezTo>
                    <a:pt x="81695" y="2284"/>
                    <a:pt x="79828" y="2758"/>
                    <a:pt x="78049" y="3704"/>
                  </a:cubicBezTo>
                  <a:cubicBezTo>
                    <a:pt x="76740" y="4363"/>
                    <a:pt x="75838" y="5360"/>
                    <a:pt x="75368" y="6698"/>
                  </a:cubicBezTo>
                  <a:cubicBezTo>
                    <a:pt x="74898" y="8036"/>
                    <a:pt x="74656" y="10763"/>
                    <a:pt x="74656" y="14878"/>
                  </a:cubicBezTo>
                  <a:lnTo>
                    <a:pt x="74656" y="68894"/>
                  </a:lnTo>
                  <a:cubicBezTo>
                    <a:pt x="74656" y="73133"/>
                    <a:pt x="74923" y="75931"/>
                    <a:pt x="75457" y="77289"/>
                  </a:cubicBezTo>
                  <a:cubicBezTo>
                    <a:pt x="75876" y="78318"/>
                    <a:pt x="76715" y="79203"/>
                    <a:pt x="77998" y="79944"/>
                  </a:cubicBezTo>
                  <a:cubicBezTo>
                    <a:pt x="79802" y="80931"/>
                    <a:pt x="81695" y="81426"/>
                    <a:pt x="83678" y="81426"/>
                  </a:cubicBezTo>
                  <a:lnTo>
                    <a:pt x="86650" y="81426"/>
                  </a:lnTo>
                  <a:lnTo>
                    <a:pt x="86650" y="83710"/>
                  </a:lnTo>
                  <a:lnTo>
                    <a:pt x="50796" y="83710"/>
                  </a:lnTo>
                  <a:lnTo>
                    <a:pt x="50796" y="81426"/>
                  </a:lnTo>
                  <a:lnTo>
                    <a:pt x="53769" y="81426"/>
                  </a:lnTo>
                  <a:cubicBezTo>
                    <a:pt x="57187" y="81426"/>
                    <a:pt x="59677" y="80417"/>
                    <a:pt x="61240" y="78401"/>
                  </a:cubicBezTo>
                  <a:cubicBezTo>
                    <a:pt x="62269" y="77083"/>
                    <a:pt x="62790" y="73915"/>
                    <a:pt x="62790" y="68894"/>
                  </a:cubicBezTo>
                  <a:lnTo>
                    <a:pt x="62790" y="43398"/>
                  </a:lnTo>
                  <a:lnTo>
                    <a:pt x="23848" y="43398"/>
                  </a:lnTo>
                  <a:lnTo>
                    <a:pt x="23848" y="68894"/>
                  </a:lnTo>
                  <a:cubicBezTo>
                    <a:pt x="23848" y="73133"/>
                    <a:pt x="24115" y="75931"/>
                    <a:pt x="24648" y="77289"/>
                  </a:cubicBezTo>
                  <a:cubicBezTo>
                    <a:pt x="25068" y="78318"/>
                    <a:pt x="25932" y="79203"/>
                    <a:pt x="27253" y="79944"/>
                  </a:cubicBezTo>
                  <a:cubicBezTo>
                    <a:pt x="29019" y="80931"/>
                    <a:pt x="30899" y="81426"/>
                    <a:pt x="32869" y="81426"/>
                  </a:cubicBezTo>
                  <a:lnTo>
                    <a:pt x="35905" y="81426"/>
                  </a:lnTo>
                  <a:lnTo>
                    <a:pt x="35905" y="83710"/>
                  </a:lnTo>
                  <a:lnTo>
                    <a:pt x="0" y="83710"/>
                  </a:lnTo>
                  <a:lnTo>
                    <a:pt x="0" y="81426"/>
                  </a:lnTo>
                  <a:lnTo>
                    <a:pt x="2960" y="81426"/>
                  </a:lnTo>
                  <a:cubicBezTo>
                    <a:pt x="6416" y="81426"/>
                    <a:pt x="8932" y="80417"/>
                    <a:pt x="10507" y="78401"/>
                  </a:cubicBezTo>
                  <a:cubicBezTo>
                    <a:pt x="11486" y="77083"/>
                    <a:pt x="11981" y="73915"/>
                    <a:pt x="11981" y="68894"/>
                  </a:cubicBezTo>
                  <a:lnTo>
                    <a:pt x="11981" y="14878"/>
                  </a:lnTo>
                  <a:cubicBezTo>
                    <a:pt x="11981" y="10598"/>
                    <a:pt x="11714" y="7779"/>
                    <a:pt x="11181" y="6420"/>
                  </a:cubicBezTo>
                  <a:cubicBezTo>
                    <a:pt x="10774" y="5392"/>
                    <a:pt x="9923" y="4506"/>
                    <a:pt x="8652" y="3767"/>
                  </a:cubicBezTo>
                  <a:cubicBezTo>
                    <a:pt x="6835" y="2778"/>
                    <a:pt x="4942" y="2284"/>
                    <a:pt x="2960" y="2284"/>
                  </a:cubicBezTo>
                  <a:lnTo>
                    <a:pt x="0" y="2284"/>
                  </a:lnTo>
                  <a:lnTo>
                    <a:pt x="0" y="0"/>
                  </a:lnTo>
                  <a:lnTo>
                    <a:pt x="35905" y="0"/>
                  </a:lnTo>
                  <a:lnTo>
                    <a:pt x="35905" y="2284"/>
                  </a:lnTo>
                  <a:lnTo>
                    <a:pt x="32869" y="2284"/>
                  </a:lnTo>
                  <a:cubicBezTo>
                    <a:pt x="30899" y="2284"/>
                    <a:pt x="29019" y="2758"/>
                    <a:pt x="27253" y="3704"/>
                  </a:cubicBezTo>
                  <a:cubicBezTo>
                    <a:pt x="25970" y="4363"/>
                    <a:pt x="25093" y="5360"/>
                    <a:pt x="24597" y="6698"/>
                  </a:cubicBezTo>
                  <a:cubicBezTo>
                    <a:pt x="24102" y="8036"/>
                    <a:pt x="23848" y="10763"/>
                    <a:pt x="23848" y="14878"/>
                  </a:cubicBezTo>
                  <a:lnTo>
                    <a:pt x="23848" y="38830"/>
                  </a:ln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279" name="组合 278">
              <a:extLst>
                <a:ext uri="{FF2B5EF4-FFF2-40B4-BE49-F238E27FC236}">
                  <a16:creationId xmlns:a16="http://schemas.microsoft.com/office/drawing/2014/main" id="{E9D01929-56D6-FE48-A1C4-5BB4359D7BF9}"/>
                </a:ext>
              </a:extLst>
            </p:cNvPr>
            <p:cNvGrpSpPr/>
            <p:nvPr/>
          </p:nvGrpSpPr>
          <p:grpSpPr>
            <a:xfrm>
              <a:off x="5601438" y="4224595"/>
              <a:ext cx="95204" cy="92090"/>
              <a:chOff x="3117140" y="606548"/>
              <a:chExt cx="151892" cy="151716"/>
            </a:xfrm>
          </p:grpSpPr>
          <p:sp>
            <p:nvSpPr>
              <p:cNvPr id="292" name="任意形状 291">
                <a:extLst>
                  <a:ext uri="{FF2B5EF4-FFF2-40B4-BE49-F238E27FC236}">
                    <a16:creationId xmlns:a16="http://schemas.microsoft.com/office/drawing/2014/main" id="{E8EBFA36-870A-7E41-9176-5DEEF29A923E}"/>
                  </a:ext>
                </a:extLst>
              </p:cNvPr>
              <p:cNvSpPr/>
              <p:nvPr/>
            </p:nvSpPr>
            <p:spPr>
              <a:xfrm>
                <a:off x="3117140" y="606548"/>
                <a:ext cx="151892" cy="151716"/>
              </a:xfrm>
              <a:custGeom>
                <a:avLst/>
                <a:gdLst>
                  <a:gd name="connsiteX0" fmla="*/ 0 w 151892"/>
                  <a:gd name="connsiteY0" fmla="*/ 151716 h 151716"/>
                  <a:gd name="connsiteX1" fmla="*/ 0 w 151892"/>
                  <a:gd name="connsiteY1" fmla="*/ 0 h 151716"/>
                  <a:gd name="connsiteX2" fmla="*/ 151893 w 151892"/>
                  <a:gd name="connsiteY2" fmla="*/ 0 h 151716"/>
                  <a:gd name="connsiteX3" fmla="*/ 151893 w 151892"/>
                  <a:gd name="connsiteY3" fmla="*/ 151716 h 151716"/>
                  <a:gd name="connsiteX4" fmla="*/ 0 w 151892"/>
                  <a:gd name="connsiteY4" fmla="*/ 151716 h 15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892" h="151716">
                    <a:moveTo>
                      <a:pt x="0" y="151716"/>
                    </a:moveTo>
                    <a:lnTo>
                      <a:pt x="0" y="0"/>
                    </a:lnTo>
                    <a:lnTo>
                      <a:pt x="151893" y="0"/>
                    </a:lnTo>
                    <a:lnTo>
                      <a:pt x="151893" y="151716"/>
                    </a:lnTo>
                    <a:lnTo>
                      <a:pt x="0" y="151716"/>
                    </a:ln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3" name="任意形状 292">
                <a:extLst>
                  <a:ext uri="{FF2B5EF4-FFF2-40B4-BE49-F238E27FC236}">
                    <a16:creationId xmlns:a16="http://schemas.microsoft.com/office/drawing/2014/main" id="{9D9EC153-1151-8D4F-A6DA-1308A15A1587}"/>
                  </a:ext>
                </a:extLst>
              </p:cNvPr>
              <p:cNvSpPr/>
              <p:nvPr/>
            </p:nvSpPr>
            <p:spPr>
              <a:xfrm>
                <a:off x="3117140" y="606548"/>
                <a:ext cx="151892" cy="151716"/>
              </a:xfrm>
              <a:custGeom>
                <a:avLst/>
                <a:gdLst>
                  <a:gd name="connsiteX0" fmla="*/ 0 w 151892"/>
                  <a:gd name="connsiteY0" fmla="*/ 151716 h 151716"/>
                  <a:gd name="connsiteX1" fmla="*/ 0 w 151892"/>
                  <a:gd name="connsiteY1" fmla="*/ 0 h 151716"/>
                  <a:gd name="connsiteX2" fmla="*/ 151893 w 151892"/>
                  <a:gd name="connsiteY2" fmla="*/ 0 h 151716"/>
                  <a:gd name="connsiteX3" fmla="*/ 151893 w 151892"/>
                  <a:gd name="connsiteY3" fmla="*/ 151716 h 151716"/>
                  <a:gd name="connsiteX4" fmla="*/ 0 w 151892"/>
                  <a:gd name="connsiteY4" fmla="*/ 151716 h 15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892" h="151716">
                    <a:moveTo>
                      <a:pt x="0" y="151716"/>
                    </a:moveTo>
                    <a:lnTo>
                      <a:pt x="0" y="0"/>
                    </a:lnTo>
                    <a:lnTo>
                      <a:pt x="151893" y="0"/>
                    </a:lnTo>
                    <a:lnTo>
                      <a:pt x="151893" y="151716"/>
                    </a:lnTo>
                    <a:lnTo>
                      <a:pt x="0" y="151716"/>
                    </a:lnTo>
                    <a:close/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4" name="任意形状 293">
                <a:extLst>
                  <a:ext uri="{FF2B5EF4-FFF2-40B4-BE49-F238E27FC236}">
                    <a16:creationId xmlns:a16="http://schemas.microsoft.com/office/drawing/2014/main" id="{4F76B009-0F6A-0B48-BB3D-29DB8E481307}"/>
                  </a:ext>
                </a:extLst>
              </p:cNvPr>
              <p:cNvSpPr/>
              <p:nvPr/>
            </p:nvSpPr>
            <p:spPr>
              <a:xfrm>
                <a:off x="3127318" y="674821"/>
                <a:ext cx="65763" cy="37928"/>
              </a:xfrm>
              <a:custGeom>
                <a:avLst/>
                <a:gdLst>
                  <a:gd name="connsiteX0" fmla="*/ 65763 w 65763"/>
                  <a:gd name="connsiteY0" fmla="*/ 0 h 37928"/>
                  <a:gd name="connsiteX1" fmla="*/ 0 w 65763"/>
                  <a:gd name="connsiteY1" fmla="*/ 37929 h 37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763" h="37928">
                    <a:moveTo>
                      <a:pt x="65763" y="0"/>
                    </a:moveTo>
                    <a:cubicBezTo>
                      <a:pt x="38637" y="0"/>
                      <a:pt x="13557" y="14461"/>
                      <a:pt x="0" y="37929"/>
                    </a:cubicBezTo>
                  </a:path>
                </a:pathLst>
              </a:custGeom>
              <a:noFill/>
              <a:ln w="252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5" name="任意形状 294">
                <a:extLst>
                  <a:ext uri="{FF2B5EF4-FFF2-40B4-BE49-F238E27FC236}">
                    <a16:creationId xmlns:a16="http://schemas.microsoft.com/office/drawing/2014/main" id="{4B2E055C-A20B-774E-AD48-62D761B77C91}"/>
                  </a:ext>
                </a:extLst>
              </p:cNvPr>
              <p:cNvSpPr/>
              <p:nvPr/>
            </p:nvSpPr>
            <p:spPr>
              <a:xfrm>
                <a:off x="3193081" y="674821"/>
                <a:ext cx="65775" cy="37928"/>
              </a:xfrm>
              <a:custGeom>
                <a:avLst/>
                <a:gdLst>
                  <a:gd name="connsiteX0" fmla="*/ 0 w 65775"/>
                  <a:gd name="connsiteY0" fmla="*/ 0 h 37928"/>
                  <a:gd name="connsiteX1" fmla="*/ 65776 w 65775"/>
                  <a:gd name="connsiteY1" fmla="*/ 37929 h 37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775" h="37928">
                    <a:moveTo>
                      <a:pt x="0" y="0"/>
                    </a:moveTo>
                    <a:cubicBezTo>
                      <a:pt x="27138" y="0"/>
                      <a:pt x="52219" y="14461"/>
                      <a:pt x="65776" y="37929"/>
                    </a:cubicBezTo>
                  </a:path>
                </a:pathLst>
              </a:custGeom>
              <a:noFill/>
              <a:ln w="252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6" name="任意形状 295">
                <a:extLst>
                  <a:ext uri="{FF2B5EF4-FFF2-40B4-BE49-F238E27FC236}">
                    <a16:creationId xmlns:a16="http://schemas.microsoft.com/office/drawing/2014/main" id="{568F4096-378D-2642-91D0-6A81D7D146C4}"/>
                  </a:ext>
                </a:extLst>
              </p:cNvPr>
              <p:cNvSpPr/>
              <p:nvPr/>
            </p:nvSpPr>
            <p:spPr>
              <a:xfrm>
                <a:off x="3193080" y="646185"/>
                <a:ext cx="18448" cy="104494"/>
              </a:xfrm>
              <a:custGeom>
                <a:avLst/>
                <a:gdLst>
                  <a:gd name="connsiteX0" fmla="*/ 0 w 18448"/>
                  <a:gd name="connsiteY0" fmla="*/ 104494 h 104494"/>
                  <a:gd name="connsiteX1" fmla="*/ 18448 w 18448"/>
                  <a:gd name="connsiteY1" fmla="*/ 0 h 104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8448" h="104494">
                    <a:moveTo>
                      <a:pt x="0" y="104494"/>
                    </a:moveTo>
                    <a:lnTo>
                      <a:pt x="18448" y="0"/>
                    </a:lnTo>
                  </a:path>
                </a:pathLst>
              </a:custGeom>
              <a:noFill/>
              <a:ln w="5059" cap="flat">
                <a:solidFill>
                  <a:srgbClr val="FF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97" name="任意形状 296">
                <a:extLst>
                  <a:ext uri="{FF2B5EF4-FFF2-40B4-BE49-F238E27FC236}">
                    <a16:creationId xmlns:a16="http://schemas.microsoft.com/office/drawing/2014/main" id="{A5C7D3AE-F586-E946-AE3C-99F25F7B7B5C}"/>
                  </a:ext>
                </a:extLst>
              </p:cNvPr>
              <p:cNvSpPr/>
              <p:nvPr/>
            </p:nvSpPr>
            <p:spPr>
              <a:xfrm>
                <a:off x="3188951" y="621284"/>
                <a:ext cx="39882" cy="43355"/>
              </a:xfrm>
              <a:custGeom>
                <a:avLst/>
                <a:gdLst>
                  <a:gd name="connsiteX0" fmla="*/ 26974 w 39882"/>
                  <a:gd name="connsiteY0" fmla="*/ 0 h 43355"/>
                  <a:gd name="connsiteX1" fmla="*/ 0 w 39882"/>
                  <a:gd name="connsiteY1" fmla="*/ 36331 h 43355"/>
                  <a:gd name="connsiteX2" fmla="*/ 22577 w 39882"/>
                  <a:gd name="connsiteY2" fmla="*/ 24902 h 43355"/>
                  <a:gd name="connsiteX3" fmla="*/ 39882 w 39882"/>
                  <a:gd name="connsiteY3" fmla="*/ 43355 h 43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9882" h="43355">
                    <a:moveTo>
                      <a:pt x="26974" y="0"/>
                    </a:moveTo>
                    <a:lnTo>
                      <a:pt x="0" y="36331"/>
                    </a:lnTo>
                    <a:lnTo>
                      <a:pt x="22577" y="24902"/>
                    </a:lnTo>
                    <a:lnTo>
                      <a:pt x="39882" y="43355"/>
                    </a:lnTo>
                  </a:path>
                </a:pathLst>
              </a:custGeom>
              <a:solidFill>
                <a:srgbClr val="FF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80" name="任意形状 279">
              <a:extLst>
                <a:ext uri="{FF2B5EF4-FFF2-40B4-BE49-F238E27FC236}">
                  <a16:creationId xmlns:a16="http://schemas.microsoft.com/office/drawing/2014/main" id="{4E89CF6A-CA1A-0F42-9CF7-E452606C4244}"/>
                </a:ext>
              </a:extLst>
            </p:cNvPr>
            <p:cNvSpPr/>
            <p:nvPr/>
          </p:nvSpPr>
          <p:spPr>
            <a:xfrm>
              <a:off x="5599881" y="3940829"/>
              <a:ext cx="91392" cy="87530"/>
            </a:xfrm>
            <a:custGeom>
              <a:avLst/>
              <a:gdLst>
                <a:gd name="connsiteX0" fmla="*/ 151905 w 151904"/>
                <a:gd name="connsiteY0" fmla="*/ 151716 h 151716"/>
                <a:gd name="connsiteX1" fmla="*/ 151905 w 151904"/>
                <a:gd name="connsiteY1" fmla="*/ 0 h 151716"/>
                <a:gd name="connsiteX2" fmla="*/ 0 w 151904"/>
                <a:gd name="connsiteY2" fmla="*/ 0 h 151716"/>
                <a:gd name="connsiteX3" fmla="*/ 0 w 151904"/>
                <a:gd name="connsiteY3" fmla="*/ 151716 h 151716"/>
                <a:gd name="connsiteX4" fmla="*/ 151905 w 151904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904" h="151716">
                  <a:moveTo>
                    <a:pt x="151905" y="151716"/>
                  </a:moveTo>
                  <a:lnTo>
                    <a:pt x="151905" y="0"/>
                  </a:lnTo>
                  <a:lnTo>
                    <a:pt x="0" y="0"/>
                  </a:lnTo>
                  <a:lnTo>
                    <a:pt x="0" y="151716"/>
                  </a:lnTo>
                  <a:lnTo>
                    <a:pt x="151905" y="151716"/>
                  </a:ln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281" name="任意形状 280">
              <a:extLst>
                <a:ext uri="{FF2B5EF4-FFF2-40B4-BE49-F238E27FC236}">
                  <a16:creationId xmlns:a16="http://schemas.microsoft.com/office/drawing/2014/main" id="{040302E1-45F3-EA4D-9599-6C1471EC3D90}"/>
                </a:ext>
              </a:extLst>
            </p:cNvPr>
            <p:cNvSpPr/>
            <p:nvPr/>
          </p:nvSpPr>
          <p:spPr>
            <a:xfrm>
              <a:off x="5599881" y="3940829"/>
              <a:ext cx="91392" cy="87530"/>
            </a:xfrm>
            <a:custGeom>
              <a:avLst/>
              <a:gdLst>
                <a:gd name="connsiteX0" fmla="*/ 151905 w 151904"/>
                <a:gd name="connsiteY0" fmla="*/ 151716 h 151716"/>
                <a:gd name="connsiteX1" fmla="*/ 151905 w 151904"/>
                <a:gd name="connsiteY1" fmla="*/ 0 h 151716"/>
                <a:gd name="connsiteX2" fmla="*/ 0 w 151904"/>
                <a:gd name="connsiteY2" fmla="*/ 0 h 151716"/>
                <a:gd name="connsiteX3" fmla="*/ 0 w 151904"/>
                <a:gd name="connsiteY3" fmla="*/ 151716 h 151716"/>
                <a:gd name="connsiteX4" fmla="*/ 151905 w 151904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904" h="151716">
                  <a:moveTo>
                    <a:pt x="151905" y="151716"/>
                  </a:moveTo>
                  <a:lnTo>
                    <a:pt x="151905" y="0"/>
                  </a:lnTo>
                  <a:lnTo>
                    <a:pt x="0" y="0"/>
                  </a:lnTo>
                  <a:lnTo>
                    <a:pt x="0" y="151716"/>
                  </a:lnTo>
                  <a:lnTo>
                    <a:pt x="151905" y="151716"/>
                  </a:lnTo>
                  <a:close/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282" name="任意形状 281">
              <a:extLst>
                <a:ext uri="{FF2B5EF4-FFF2-40B4-BE49-F238E27FC236}">
                  <a16:creationId xmlns:a16="http://schemas.microsoft.com/office/drawing/2014/main" id="{2F60CB8B-7552-5C44-81E2-7E3C35A2496C}"/>
                </a:ext>
              </a:extLst>
            </p:cNvPr>
            <p:cNvSpPr/>
            <p:nvPr/>
          </p:nvSpPr>
          <p:spPr>
            <a:xfrm>
              <a:off x="5620228" y="3951106"/>
              <a:ext cx="45719" cy="55743"/>
            </a:xfrm>
            <a:custGeom>
              <a:avLst/>
              <a:gdLst>
                <a:gd name="connsiteX0" fmla="*/ 71201 w 72191"/>
                <a:gd name="connsiteY0" fmla="*/ 0 h 83710"/>
                <a:gd name="connsiteX1" fmla="*/ 16123 w 72191"/>
                <a:gd name="connsiteY1" fmla="*/ 78648 h 83710"/>
                <a:gd name="connsiteX2" fmla="*/ 50491 w 72191"/>
                <a:gd name="connsiteY2" fmla="*/ 78648 h 83710"/>
                <a:gd name="connsiteX3" fmla="*/ 62637 w 72191"/>
                <a:gd name="connsiteY3" fmla="*/ 75190 h 83710"/>
                <a:gd name="connsiteX4" fmla="*/ 70146 w 72191"/>
                <a:gd name="connsiteY4" fmla="*/ 61177 h 83710"/>
                <a:gd name="connsiteX5" fmla="*/ 72192 w 72191"/>
                <a:gd name="connsiteY5" fmla="*/ 61548 h 83710"/>
                <a:gd name="connsiteX6" fmla="*/ 68228 w 72191"/>
                <a:gd name="connsiteY6" fmla="*/ 83710 h 83710"/>
                <a:gd name="connsiteX7" fmla="*/ 0 w 72191"/>
                <a:gd name="connsiteY7" fmla="*/ 83710 h 83710"/>
                <a:gd name="connsiteX8" fmla="*/ 0 w 72191"/>
                <a:gd name="connsiteY8" fmla="*/ 81426 h 83710"/>
                <a:gd name="connsiteX9" fmla="*/ 53769 w 72191"/>
                <a:gd name="connsiteY9" fmla="*/ 5000 h 83710"/>
                <a:gd name="connsiteX10" fmla="*/ 26948 w 72191"/>
                <a:gd name="connsiteY10" fmla="*/ 5000 h 83710"/>
                <a:gd name="connsiteX11" fmla="*/ 17267 w 72191"/>
                <a:gd name="connsiteY11" fmla="*/ 6452 h 83710"/>
                <a:gd name="connsiteX12" fmla="*/ 12693 w 72191"/>
                <a:gd name="connsiteY12" fmla="*/ 10650 h 83710"/>
                <a:gd name="connsiteX13" fmla="*/ 9821 w 72191"/>
                <a:gd name="connsiteY13" fmla="*/ 20928 h 83710"/>
                <a:gd name="connsiteX14" fmla="*/ 7471 w 72191"/>
                <a:gd name="connsiteY14" fmla="*/ 20928 h 83710"/>
                <a:gd name="connsiteX15" fmla="*/ 9211 w 72191"/>
                <a:gd name="connsiteY15" fmla="*/ 0 h 83710"/>
                <a:gd name="connsiteX16" fmla="*/ 71201 w 72191"/>
                <a:gd name="connsiteY16" fmla="*/ 0 h 8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191" h="83710">
                  <a:moveTo>
                    <a:pt x="71201" y="0"/>
                  </a:moveTo>
                  <a:lnTo>
                    <a:pt x="16123" y="78648"/>
                  </a:lnTo>
                  <a:lnTo>
                    <a:pt x="50491" y="78648"/>
                  </a:lnTo>
                  <a:cubicBezTo>
                    <a:pt x="55764" y="78648"/>
                    <a:pt x="59817" y="77496"/>
                    <a:pt x="62637" y="75190"/>
                  </a:cubicBezTo>
                  <a:cubicBezTo>
                    <a:pt x="65458" y="72885"/>
                    <a:pt x="67961" y="68214"/>
                    <a:pt x="70146" y="61177"/>
                  </a:cubicBezTo>
                  <a:lnTo>
                    <a:pt x="72192" y="61548"/>
                  </a:lnTo>
                  <a:lnTo>
                    <a:pt x="68228" y="83710"/>
                  </a:lnTo>
                  <a:lnTo>
                    <a:pt x="0" y="83710"/>
                  </a:lnTo>
                  <a:lnTo>
                    <a:pt x="0" y="81426"/>
                  </a:lnTo>
                  <a:lnTo>
                    <a:pt x="53769" y="5000"/>
                  </a:lnTo>
                  <a:lnTo>
                    <a:pt x="26948" y="5000"/>
                  </a:lnTo>
                  <a:cubicBezTo>
                    <a:pt x="22488" y="5000"/>
                    <a:pt x="19274" y="5485"/>
                    <a:pt x="17267" y="6452"/>
                  </a:cubicBezTo>
                  <a:cubicBezTo>
                    <a:pt x="15272" y="7419"/>
                    <a:pt x="13747" y="8817"/>
                    <a:pt x="12693" y="10650"/>
                  </a:cubicBezTo>
                  <a:cubicBezTo>
                    <a:pt x="11651" y="12481"/>
                    <a:pt x="10685" y="15907"/>
                    <a:pt x="9821" y="20928"/>
                  </a:cubicBezTo>
                  <a:lnTo>
                    <a:pt x="7471" y="20928"/>
                  </a:lnTo>
                  <a:lnTo>
                    <a:pt x="9211" y="0"/>
                  </a:lnTo>
                  <a:lnTo>
                    <a:pt x="71201" y="0"/>
                  </a:lnTo>
                  <a:close/>
                </a:path>
              </a:pathLst>
            </a:custGeom>
            <a:solidFill>
              <a:srgbClr val="FF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283" name="组合 282">
              <a:extLst>
                <a:ext uri="{FF2B5EF4-FFF2-40B4-BE49-F238E27FC236}">
                  <a16:creationId xmlns:a16="http://schemas.microsoft.com/office/drawing/2014/main" id="{45B5495C-2024-F94B-9513-0898E50E92AB}"/>
                </a:ext>
              </a:extLst>
            </p:cNvPr>
            <p:cNvGrpSpPr/>
            <p:nvPr/>
          </p:nvGrpSpPr>
          <p:grpSpPr>
            <a:xfrm>
              <a:off x="4959548" y="3838881"/>
              <a:ext cx="50845" cy="178718"/>
              <a:chOff x="747494" y="1442600"/>
              <a:chExt cx="75952" cy="246538"/>
            </a:xfrm>
          </p:grpSpPr>
          <p:sp>
            <p:nvSpPr>
              <p:cNvPr id="284" name="任意形状 283">
                <a:extLst>
                  <a:ext uri="{FF2B5EF4-FFF2-40B4-BE49-F238E27FC236}">
                    <a16:creationId xmlns:a16="http://schemas.microsoft.com/office/drawing/2014/main" id="{BD85136F-FF00-5145-8418-43DD65ACB0C5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85" name="任意形状 284">
                <a:extLst>
                  <a:ext uri="{FF2B5EF4-FFF2-40B4-BE49-F238E27FC236}">
                    <a16:creationId xmlns:a16="http://schemas.microsoft.com/office/drawing/2014/main" id="{C57D6A99-59CF-0F47-9EB4-0C45C563C3DD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86" name="任意形状 285">
                <a:extLst>
                  <a:ext uri="{FF2B5EF4-FFF2-40B4-BE49-F238E27FC236}">
                    <a16:creationId xmlns:a16="http://schemas.microsoft.com/office/drawing/2014/main" id="{618D7F15-21F9-EF40-BD64-78342754B486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287" name="图形 2">
                <a:extLst>
                  <a:ext uri="{FF2B5EF4-FFF2-40B4-BE49-F238E27FC236}">
                    <a16:creationId xmlns:a16="http://schemas.microsoft.com/office/drawing/2014/main" id="{7B68B8D2-5C58-CD4D-B4C4-3326FBA2ED61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290" name="任意形状 289">
                  <a:extLst>
                    <a:ext uri="{FF2B5EF4-FFF2-40B4-BE49-F238E27FC236}">
                      <a16:creationId xmlns:a16="http://schemas.microsoft.com/office/drawing/2014/main" id="{3F4EBDCD-B422-BE4C-91D6-7CFCB7DA0931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91" name="任意形状 290">
                  <a:extLst>
                    <a:ext uri="{FF2B5EF4-FFF2-40B4-BE49-F238E27FC236}">
                      <a16:creationId xmlns:a16="http://schemas.microsoft.com/office/drawing/2014/main" id="{132BDCA0-03CC-2D47-9E11-CD1131178F59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288" name="任意形状 287">
                <a:extLst>
                  <a:ext uri="{FF2B5EF4-FFF2-40B4-BE49-F238E27FC236}">
                    <a16:creationId xmlns:a16="http://schemas.microsoft.com/office/drawing/2014/main" id="{F3C75659-9384-4441-A4FB-4F10782FD83B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289" name="任意形状 288">
                <a:extLst>
                  <a:ext uri="{FF2B5EF4-FFF2-40B4-BE49-F238E27FC236}">
                    <a16:creationId xmlns:a16="http://schemas.microsoft.com/office/drawing/2014/main" id="{0A861676-A057-CC42-B17A-39C8BDF7A801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</p:grpSp>
      <p:cxnSp>
        <p:nvCxnSpPr>
          <p:cNvPr id="352" name="直线连接符 351">
            <a:extLst>
              <a:ext uri="{FF2B5EF4-FFF2-40B4-BE49-F238E27FC236}">
                <a16:creationId xmlns:a16="http://schemas.microsoft.com/office/drawing/2014/main" id="{CD4D8130-9CFB-0D47-B658-DDEA5DDDF114}"/>
              </a:ext>
            </a:extLst>
          </p:cNvPr>
          <p:cNvCxnSpPr/>
          <p:nvPr/>
        </p:nvCxnSpPr>
        <p:spPr>
          <a:xfrm>
            <a:off x="5108117" y="4207740"/>
            <a:ext cx="1231003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左箭头 352">
            <a:extLst>
              <a:ext uri="{FF2B5EF4-FFF2-40B4-BE49-F238E27FC236}">
                <a16:creationId xmlns:a16="http://schemas.microsoft.com/office/drawing/2014/main" id="{F5D254D2-2907-FB43-A313-17B0CB8BC582}"/>
              </a:ext>
            </a:extLst>
          </p:cNvPr>
          <p:cNvSpPr/>
          <p:nvPr/>
        </p:nvSpPr>
        <p:spPr>
          <a:xfrm>
            <a:off x="4864162" y="3945569"/>
            <a:ext cx="259798" cy="68868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4" name="左箭头 353">
            <a:extLst>
              <a:ext uri="{FF2B5EF4-FFF2-40B4-BE49-F238E27FC236}">
                <a16:creationId xmlns:a16="http://schemas.microsoft.com/office/drawing/2014/main" id="{E2CEC723-5C65-1741-A790-8F57AF0B4FDE}"/>
              </a:ext>
            </a:extLst>
          </p:cNvPr>
          <p:cNvSpPr/>
          <p:nvPr/>
        </p:nvSpPr>
        <p:spPr>
          <a:xfrm>
            <a:off x="4864162" y="4356552"/>
            <a:ext cx="259798" cy="68868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5" name="椭圆 354">
            <a:extLst>
              <a:ext uri="{FF2B5EF4-FFF2-40B4-BE49-F238E27FC236}">
                <a16:creationId xmlns:a16="http://schemas.microsoft.com/office/drawing/2014/main" id="{9324B597-E4A3-5946-BC5F-552579ABF2BF}"/>
              </a:ext>
            </a:extLst>
          </p:cNvPr>
          <p:cNvSpPr/>
          <p:nvPr/>
        </p:nvSpPr>
        <p:spPr>
          <a:xfrm>
            <a:off x="4560830" y="3849745"/>
            <a:ext cx="93505" cy="9440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6" name="椭圆 355">
            <a:extLst>
              <a:ext uri="{FF2B5EF4-FFF2-40B4-BE49-F238E27FC236}">
                <a16:creationId xmlns:a16="http://schemas.microsoft.com/office/drawing/2014/main" id="{B43A1D3E-2473-5D4B-8F01-C1933B4083A5}"/>
              </a:ext>
            </a:extLst>
          </p:cNvPr>
          <p:cNvSpPr/>
          <p:nvPr/>
        </p:nvSpPr>
        <p:spPr>
          <a:xfrm>
            <a:off x="4748171" y="3849745"/>
            <a:ext cx="93505" cy="9440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7" name="椭圆 356">
            <a:extLst>
              <a:ext uri="{FF2B5EF4-FFF2-40B4-BE49-F238E27FC236}">
                <a16:creationId xmlns:a16="http://schemas.microsoft.com/office/drawing/2014/main" id="{E1C9E8E5-CE38-5A45-AD55-2B13F85DF745}"/>
              </a:ext>
            </a:extLst>
          </p:cNvPr>
          <p:cNvSpPr/>
          <p:nvPr/>
        </p:nvSpPr>
        <p:spPr>
          <a:xfrm>
            <a:off x="4654335" y="3989130"/>
            <a:ext cx="93505" cy="944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" name="椭圆 357">
            <a:extLst>
              <a:ext uri="{FF2B5EF4-FFF2-40B4-BE49-F238E27FC236}">
                <a16:creationId xmlns:a16="http://schemas.microsoft.com/office/drawing/2014/main" id="{5333EBD4-3999-7C4D-A272-093DDC2FFFCD}"/>
              </a:ext>
            </a:extLst>
          </p:cNvPr>
          <p:cNvSpPr/>
          <p:nvPr/>
        </p:nvSpPr>
        <p:spPr>
          <a:xfrm>
            <a:off x="4654335" y="4309348"/>
            <a:ext cx="93505" cy="944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9" name="椭圆 358">
            <a:extLst>
              <a:ext uri="{FF2B5EF4-FFF2-40B4-BE49-F238E27FC236}">
                <a16:creationId xmlns:a16="http://schemas.microsoft.com/office/drawing/2014/main" id="{105B7506-B1A0-8A44-81F7-3D0617D1EF7C}"/>
              </a:ext>
            </a:extLst>
          </p:cNvPr>
          <p:cNvSpPr/>
          <p:nvPr/>
        </p:nvSpPr>
        <p:spPr>
          <a:xfrm>
            <a:off x="4748171" y="4445774"/>
            <a:ext cx="93505" cy="9440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0" name="椭圆 359">
            <a:extLst>
              <a:ext uri="{FF2B5EF4-FFF2-40B4-BE49-F238E27FC236}">
                <a16:creationId xmlns:a16="http://schemas.microsoft.com/office/drawing/2014/main" id="{DF6C7143-4E21-2A4B-987B-1439945F1192}"/>
              </a:ext>
            </a:extLst>
          </p:cNvPr>
          <p:cNvSpPr/>
          <p:nvPr/>
        </p:nvSpPr>
        <p:spPr>
          <a:xfrm>
            <a:off x="4560830" y="4445774"/>
            <a:ext cx="93505" cy="9440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1" name="直线箭头连接符 360">
            <a:extLst>
              <a:ext uri="{FF2B5EF4-FFF2-40B4-BE49-F238E27FC236}">
                <a16:creationId xmlns:a16="http://schemas.microsoft.com/office/drawing/2014/main" id="{A1230F18-1A69-7E4E-A054-8754E3CE4092}"/>
              </a:ext>
            </a:extLst>
          </p:cNvPr>
          <p:cNvCxnSpPr>
            <a:cxnSpLocks/>
          </p:cNvCxnSpPr>
          <p:nvPr/>
        </p:nvCxnSpPr>
        <p:spPr>
          <a:xfrm flipH="1">
            <a:off x="4724421" y="3943803"/>
            <a:ext cx="49927" cy="60325"/>
          </a:xfrm>
          <a:prstGeom prst="straightConnector1">
            <a:avLst/>
          </a:prstGeom>
          <a:ln>
            <a:headEnd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直线箭头连接符 361">
            <a:extLst>
              <a:ext uri="{FF2B5EF4-FFF2-40B4-BE49-F238E27FC236}">
                <a16:creationId xmlns:a16="http://schemas.microsoft.com/office/drawing/2014/main" id="{6961EB18-9142-654B-99CB-5DA825D14329}"/>
              </a:ext>
            </a:extLst>
          </p:cNvPr>
          <p:cNvCxnSpPr>
            <a:cxnSpLocks/>
          </p:cNvCxnSpPr>
          <p:nvPr/>
        </p:nvCxnSpPr>
        <p:spPr>
          <a:xfrm>
            <a:off x="4647982" y="3885796"/>
            <a:ext cx="111044" cy="0"/>
          </a:xfrm>
          <a:prstGeom prst="straightConnector1">
            <a:avLst/>
          </a:prstGeom>
          <a:ln>
            <a:headEnd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直线箭头连接符 362">
            <a:extLst>
              <a:ext uri="{FF2B5EF4-FFF2-40B4-BE49-F238E27FC236}">
                <a16:creationId xmlns:a16="http://schemas.microsoft.com/office/drawing/2014/main" id="{F7221301-8E2E-284C-9B16-750D644FE988}"/>
              </a:ext>
            </a:extLst>
          </p:cNvPr>
          <p:cNvCxnSpPr>
            <a:cxnSpLocks/>
          </p:cNvCxnSpPr>
          <p:nvPr/>
        </p:nvCxnSpPr>
        <p:spPr>
          <a:xfrm>
            <a:off x="4641623" y="3911196"/>
            <a:ext cx="111044" cy="0"/>
          </a:xfrm>
          <a:prstGeom prst="straightConnector1">
            <a:avLst/>
          </a:prstGeom>
          <a:ln>
            <a:headEnd type="stealth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直线箭头连接符 363">
            <a:extLst>
              <a:ext uri="{FF2B5EF4-FFF2-40B4-BE49-F238E27FC236}">
                <a16:creationId xmlns:a16="http://schemas.microsoft.com/office/drawing/2014/main" id="{83CFA914-A8BB-5043-A202-4AD9E865CB18}"/>
              </a:ext>
            </a:extLst>
          </p:cNvPr>
          <p:cNvCxnSpPr>
            <a:cxnSpLocks/>
          </p:cNvCxnSpPr>
          <p:nvPr/>
        </p:nvCxnSpPr>
        <p:spPr>
          <a:xfrm>
            <a:off x="4647982" y="4495396"/>
            <a:ext cx="111044" cy="0"/>
          </a:xfrm>
          <a:prstGeom prst="straightConnector1">
            <a:avLst/>
          </a:prstGeom>
          <a:ln>
            <a:headEnd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直线箭头连接符 364">
            <a:extLst>
              <a:ext uri="{FF2B5EF4-FFF2-40B4-BE49-F238E27FC236}">
                <a16:creationId xmlns:a16="http://schemas.microsoft.com/office/drawing/2014/main" id="{70644F9F-3918-8A4C-806C-9A49EE9CBC80}"/>
              </a:ext>
            </a:extLst>
          </p:cNvPr>
          <p:cNvCxnSpPr>
            <a:cxnSpLocks/>
          </p:cNvCxnSpPr>
          <p:nvPr/>
        </p:nvCxnSpPr>
        <p:spPr>
          <a:xfrm flipV="1">
            <a:off x="4619160" y="4393104"/>
            <a:ext cx="60445" cy="55845"/>
          </a:xfrm>
          <a:prstGeom prst="straightConnector1">
            <a:avLst/>
          </a:prstGeom>
          <a:ln>
            <a:headEnd type="stealth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6" name="直线箭头连接符 365">
            <a:extLst>
              <a:ext uri="{FF2B5EF4-FFF2-40B4-BE49-F238E27FC236}">
                <a16:creationId xmlns:a16="http://schemas.microsoft.com/office/drawing/2014/main" id="{DA60BD8C-A520-4749-9F25-687721B6365A}"/>
              </a:ext>
            </a:extLst>
          </p:cNvPr>
          <p:cNvCxnSpPr>
            <a:cxnSpLocks/>
            <a:endCxn id="358" idx="5"/>
          </p:cNvCxnSpPr>
          <p:nvPr/>
        </p:nvCxnSpPr>
        <p:spPr>
          <a:xfrm flipH="1" flipV="1">
            <a:off x="4734147" y="4389929"/>
            <a:ext cx="54428" cy="59022"/>
          </a:xfrm>
          <a:prstGeom prst="straightConnector1">
            <a:avLst/>
          </a:prstGeom>
          <a:ln>
            <a:headEnd type="stealth"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7" name="组合 366">
            <a:extLst>
              <a:ext uri="{FF2B5EF4-FFF2-40B4-BE49-F238E27FC236}">
                <a16:creationId xmlns:a16="http://schemas.microsoft.com/office/drawing/2014/main" id="{A2A196FF-4975-1B47-84B0-89E40B4A7299}"/>
              </a:ext>
            </a:extLst>
          </p:cNvPr>
          <p:cNvGrpSpPr/>
          <p:nvPr/>
        </p:nvGrpSpPr>
        <p:grpSpPr>
          <a:xfrm>
            <a:off x="3559535" y="3733029"/>
            <a:ext cx="308511" cy="358500"/>
            <a:chOff x="3193081" y="3823382"/>
            <a:chExt cx="220654" cy="252094"/>
          </a:xfrm>
        </p:grpSpPr>
        <p:sp>
          <p:nvSpPr>
            <p:cNvPr id="368" name="矩形 367">
              <a:extLst>
                <a:ext uri="{FF2B5EF4-FFF2-40B4-BE49-F238E27FC236}">
                  <a16:creationId xmlns:a16="http://schemas.microsoft.com/office/drawing/2014/main" id="{2CE3BD88-81B5-E84B-BF3E-780F539A791C}"/>
                </a:ext>
              </a:extLst>
            </p:cNvPr>
            <p:cNvSpPr/>
            <p:nvPr/>
          </p:nvSpPr>
          <p:spPr>
            <a:xfrm rot="16200000">
              <a:off x="3256771" y="3977420"/>
              <a:ext cx="91974" cy="2026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69" name="矩形 368">
              <a:extLst>
                <a:ext uri="{FF2B5EF4-FFF2-40B4-BE49-F238E27FC236}">
                  <a16:creationId xmlns:a16="http://schemas.microsoft.com/office/drawing/2014/main" id="{52334984-EA78-CE49-AA06-75CC0ADBA9DA}"/>
                </a:ext>
              </a:extLst>
            </p:cNvPr>
            <p:cNvSpPr/>
            <p:nvPr/>
          </p:nvSpPr>
          <p:spPr>
            <a:xfrm rot="10800000">
              <a:off x="3231579" y="3941219"/>
              <a:ext cx="144619" cy="2036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0" name="矩形 369">
              <a:extLst>
                <a:ext uri="{FF2B5EF4-FFF2-40B4-BE49-F238E27FC236}">
                  <a16:creationId xmlns:a16="http://schemas.microsoft.com/office/drawing/2014/main" id="{15BA0728-9A0E-5A4A-AEC2-1312F907224E}"/>
                </a:ext>
              </a:extLst>
            </p:cNvPr>
            <p:cNvSpPr/>
            <p:nvPr/>
          </p:nvSpPr>
          <p:spPr>
            <a:xfrm rot="7105005">
              <a:off x="3212859" y="3907805"/>
              <a:ext cx="78667" cy="2103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1" name="矩形 370">
              <a:extLst>
                <a:ext uri="{FF2B5EF4-FFF2-40B4-BE49-F238E27FC236}">
                  <a16:creationId xmlns:a16="http://schemas.microsoft.com/office/drawing/2014/main" id="{F1E32049-7523-6E4C-B369-1400091E1FE8}"/>
                </a:ext>
              </a:extLst>
            </p:cNvPr>
            <p:cNvSpPr/>
            <p:nvPr/>
          </p:nvSpPr>
          <p:spPr>
            <a:xfrm>
              <a:off x="3265399" y="3877589"/>
              <a:ext cx="79434" cy="2083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2" name="任意形状 371">
              <a:extLst>
                <a:ext uri="{FF2B5EF4-FFF2-40B4-BE49-F238E27FC236}">
                  <a16:creationId xmlns:a16="http://schemas.microsoft.com/office/drawing/2014/main" id="{C52D6785-8B5A-0941-B663-698A771F4CA4}"/>
                </a:ext>
              </a:extLst>
            </p:cNvPr>
            <p:cNvSpPr/>
            <p:nvPr/>
          </p:nvSpPr>
          <p:spPr>
            <a:xfrm>
              <a:off x="3193081" y="3823382"/>
              <a:ext cx="220654" cy="252094"/>
            </a:xfrm>
            <a:custGeom>
              <a:avLst/>
              <a:gdLst>
                <a:gd name="connsiteX0" fmla="*/ 560173 w 1120346"/>
                <a:gd name="connsiteY0" fmla="*/ 0 h 1292455"/>
                <a:gd name="connsiteX1" fmla="*/ 1120346 w 1120346"/>
                <a:gd name="connsiteY1" fmla="*/ 533012 h 1292455"/>
                <a:gd name="connsiteX2" fmla="*/ 956275 w 1120346"/>
                <a:gd name="connsiteY2" fmla="*/ 909908 h 1292455"/>
                <a:gd name="connsiteX3" fmla="*/ 891730 w 1120346"/>
                <a:gd name="connsiteY3" fmla="*/ 960581 h 1292455"/>
                <a:gd name="connsiteX4" fmla="*/ 892010 w 1120346"/>
                <a:gd name="connsiteY4" fmla="*/ 963335 h 1292455"/>
                <a:gd name="connsiteX5" fmla="*/ 560173 w 1120346"/>
                <a:gd name="connsiteY5" fmla="*/ 1292455 h 1292455"/>
                <a:gd name="connsiteX6" fmla="*/ 228336 w 1120346"/>
                <a:gd name="connsiteY6" fmla="*/ 963335 h 1292455"/>
                <a:gd name="connsiteX7" fmla="*/ 228616 w 1120346"/>
                <a:gd name="connsiteY7" fmla="*/ 960581 h 1292455"/>
                <a:gd name="connsiteX8" fmla="*/ 164071 w 1120346"/>
                <a:gd name="connsiteY8" fmla="*/ 909908 h 1292455"/>
                <a:gd name="connsiteX9" fmla="*/ 0 w 1120346"/>
                <a:gd name="connsiteY9" fmla="*/ 533012 h 1292455"/>
                <a:gd name="connsiteX10" fmla="*/ 560173 w 1120346"/>
                <a:gd name="connsiteY10" fmla="*/ 0 h 1292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20346" h="1292455">
                  <a:moveTo>
                    <a:pt x="560173" y="0"/>
                  </a:moveTo>
                  <a:cubicBezTo>
                    <a:pt x="869548" y="0"/>
                    <a:pt x="1120346" y="238638"/>
                    <a:pt x="1120346" y="533012"/>
                  </a:cubicBezTo>
                  <a:cubicBezTo>
                    <a:pt x="1120346" y="680199"/>
                    <a:pt x="1057647" y="813452"/>
                    <a:pt x="956275" y="909908"/>
                  </a:cubicBezTo>
                  <a:lnTo>
                    <a:pt x="891730" y="960581"/>
                  </a:lnTo>
                  <a:lnTo>
                    <a:pt x="892010" y="963335"/>
                  </a:lnTo>
                  <a:cubicBezTo>
                    <a:pt x="892010" y="1145103"/>
                    <a:pt x="743442" y="1292455"/>
                    <a:pt x="560173" y="1292455"/>
                  </a:cubicBezTo>
                  <a:cubicBezTo>
                    <a:pt x="376904" y="1292455"/>
                    <a:pt x="228336" y="1145103"/>
                    <a:pt x="228336" y="963335"/>
                  </a:cubicBezTo>
                  <a:lnTo>
                    <a:pt x="228616" y="960581"/>
                  </a:lnTo>
                  <a:lnTo>
                    <a:pt x="164071" y="909908"/>
                  </a:lnTo>
                  <a:cubicBezTo>
                    <a:pt x="62699" y="813452"/>
                    <a:pt x="0" y="680199"/>
                    <a:pt x="0" y="533012"/>
                  </a:cubicBezTo>
                  <a:cubicBezTo>
                    <a:pt x="0" y="238638"/>
                    <a:pt x="250798" y="0"/>
                    <a:pt x="560173" y="0"/>
                  </a:cubicBezTo>
                  <a:close/>
                </a:path>
              </a:pathLst>
            </a:custGeom>
            <a:noFill/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373" name="椭圆 372">
              <a:extLst>
                <a:ext uri="{FF2B5EF4-FFF2-40B4-BE49-F238E27FC236}">
                  <a16:creationId xmlns:a16="http://schemas.microsoft.com/office/drawing/2014/main" id="{58527A3A-84BE-E74E-A49F-1A8FD21CA0A3}"/>
                </a:ext>
              </a:extLst>
            </p:cNvPr>
            <p:cNvSpPr/>
            <p:nvPr/>
          </p:nvSpPr>
          <p:spPr>
            <a:xfrm>
              <a:off x="3283310" y="4013264"/>
              <a:ext cx="40197" cy="4031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4" name="椭圆 373">
              <a:extLst>
                <a:ext uri="{FF2B5EF4-FFF2-40B4-BE49-F238E27FC236}">
                  <a16:creationId xmlns:a16="http://schemas.microsoft.com/office/drawing/2014/main" id="{5745CA2B-ACF1-F148-A7F9-130B3F9E48EC}"/>
                </a:ext>
              </a:extLst>
            </p:cNvPr>
            <p:cNvSpPr/>
            <p:nvPr/>
          </p:nvSpPr>
          <p:spPr>
            <a:xfrm>
              <a:off x="3246438" y="3867062"/>
              <a:ext cx="40197" cy="4031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5" name="椭圆 374">
              <a:extLst>
                <a:ext uri="{FF2B5EF4-FFF2-40B4-BE49-F238E27FC236}">
                  <a16:creationId xmlns:a16="http://schemas.microsoft.com/office/drawing/2014/main" id="{6106D8F1-7988-5A4C-8BB0-0968DAFBB187}"/>
                </a:ext>
              </a:extLst>
            </p:cNvPr>
            <p:cNvSpPr/>
            <p:nvPr/>
          </p:nvSpPr>
          <p:spPr>
            <a:xfrm>
              <a:off x="3315167" y="3867062"/>
              <a:ext cx="40197" cy="4031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6" name="椭圆 375">
              <a:extLst>
                <a:ext uri="{FF2B5EF4-FFF2-40B4-BE49-F238E27FC236}">
                  <a16:creationId xmlns:a16="http://schemas.microsoft.com/office/drawing/2014/main" id="{12309B90-85E9-3B4A-83B0-3DC7BBC0064F}"/>
                </a:ext>
              </a:extLst>
            </p:cNvPr>
            <p:cNvSpPr/>
            <p:nvPr/>
          </p:nvSpPr>
          <p:spPr>
            <a:xfrm>
              <a:off x="3353615" y="3929272"/>
              <a:ext cx="40197" cy="4031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7" name="椭圆 376">
              <a:extLst>
                <a:ext uri="{FF2B5EF4-FFF2-40B4-BE49-F238E27FC236}">
                  <a16:creationId xmlns:a16="http://schemas.microsoft.com/office/drawing/2014/main" id="{0A7E15BE-3858-364F-8770-367283644A06}"/>
                </a:ext>
              </a:extLst>
            </p:cNvPr>
            <p:cNvSpPr/>
            <p:nvPr/>
          </p:nvSpPr>
          <p:spPr>
            <a:xfrm>
              <a:off x="3214334" y="3929272"/>
              <a:ext cx="40197" cy="4031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78" name="椭圆 377">
              <a:extLst>
                <a:ext uri="{FF2B5EF4-FFF2-40B4-BE49-F238E27FC236}">
                  <a16:creationId xmlns:a16="http://schemas.microsoft.com/office/drawing/2014/main" id="{15BB3EF8-AC25-7548-B505-88D0342C8246}"/>
                </a:ext>
              </a:extLst>
            </p:cNvPr>
            <p:cNvSpPr/>
            <p:nvPr/>
          </p:nvSpPr>
          <p:spPr>
            <a:xfrm>
              <a:off x="3282660" y="3929272"/>
              <a:ext cx="40197" cy="4031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79" name="组合 378">
            <a:extLst>
              <a:ext uri="{FF2B5EF4-FFF2-40B4-BE49-F238E27FC236}">
                <a16:creationId xmlns:a16="http://schemas.microsoft.com/office/drawing/2014/main" id="{57247150-8E1C-4E49-9828-A82632C17FC8}"/>
              </a:ext>
            </a:extLst>
          </p:cNvPr>
          <p:cNvGrpSpPr/>
          <p:nvPr/>
        </p:nvGrpSpPr>
        <p:grpSpPr>
          <a:xfrm>
            <a:off x="3562711" y="4176382"/>
            <a:ext cx="305336" cy="360375"/>
            <a:chOff x="3193081" y="4233570"/>
            <a:chExt cx="220654" cy="252094"/>
          </a:xfrm>
        </p:grpSpPr>
        <p:sp>
          <p:nvSpPr>
            <p:cNvPr id="380" name="矩形 379">
              <a:extLst>
                <a:ext uri="{FF2B5EF4-FFF2-40B4-BE49-F238E27FC236}">
                  <a16:creationId xmlns:a16="http://schemas.microsoft.com/office/drawing/2014/main" id="{40BD326A-F9E4-D14C-9385-B14C2217EADC}"/>
                </a:ext>
              </a:extLst>
            </p:cNvPr>
            <p:cNvSpPr/>
            <p:nvPr/>
          </p:nvSpPr>
          <p:spPr>
            <a:xfrm rot="14532294">
              <a:off x="3210281" y="4362807"/>
              <a:ext cx="78667" cy="2103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1" name="矩形 380">
              <a:extLst>
                <a:ext uri="{FF2B5EF4-FFF2-40B4-BE49-F238E27FC236}">
                  <a16:creationId xmlns:a16="http://schemas.microsoft.com/office/drawing/2014/main" id="{F91FBEB6-B036-F347-A773-FC923E57523D}"/>
                </a:ext>
              </a:extLst>
            </p:cNvPr>
            <p:cNvSpPr/>
            <p:nvPr/>
          </p:nvSpPr>
          <p:spPr>
            <a:xfrm rot="7199749">
              <a:off x="3284956" y="4424795"/>
              <a:ext cx="78667" cy="2103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2" name="任意形状 381">
              <a:extLst>
                <a:ext uri="{FF2B5EF4-FFF2-40B4-BE49-F238E27FC236}">
                  <a16:creationId xmlns:a16="http://schemas.microsoft.com/office/drawing/2014/main" id="{366D5D91-C466-A347-827E-C714FF35E1C0}"/>
                </a:ext>
              </a:extLst>
            </p:cNvPr>
            <p:cNvSpPr/>
            <p:nvPr/>
          </p:nvSpPr>
          <p:spPr>
            <a:xfrm rot="10800000">
              <a:off x="3193081" y="4233570"/>
              <a:ext cx="220654" cy="252094"/>
            </a:xfrm>
            <a:custGeom>
              <a:avLst/>
              <a:gdLst>
                <a:gd name="connsiteX0" fmla="*/ 560173 w 1120346"/>
                <a:gd name="connsiteY0" fmla="*/ 0 h 1292455"/>
                <a:gd name="connsiteX1" fmla="*/ 1120346 w 1120346"/>
                <a:gd name="connsiteY1" fmla="*/ 533012 h 1292455"/>
                <a:gd name="connsiteX2" fmla="*/ 956275 w 1120346"/>
                <a:gd name="connsiteY2" fmla="*/ 909908 h 1292455"/>
                <a:gd name="connsiteX3" fmla="*/ 891730 w 1120346"/>
                <a:gd name="connsiteY3" fmla="*/ 960581 h 1292455"/>
                <a:gd name="connsiteX4" fmla="*/ 892010 w 1120346"/>
                <a:gd name="connsiteY4" fmla="*/ 963335 h 1292455"/>
                <a:gd name="connsiteX5" fmla="*/ 560173 w 1120346"/>
                <a:gd name="connsiteY5" fmla="*/ 1292455 h 1292455"/>
                <a:gd name="connsiteX6" fmla="*/ 228336 w 1120346"/>
                <a:gd name="connsiteY6" fmla="*/ 963335 h 1292455"/>
                <a:gd name="connsiteX7" fmla="*/ 228616 w 1120346"/>
                <a:gd name="connsiteY7" fmla="*/ 960581 h 1292455"/>
                <a:gd name="connsiteX8" fmla="*/ 164071 w 1120346"/>
                <a:gd name="connsiteY8" fmla="*/ 909908 h 1292455"/>
                <a:gd name="connsiteX9" fmla="*/ 0 w 1120346"/>
                <a:gd name="connsiteY9" fmla="*/ 533012 h 1292455"/>
                <a:gd name="connsiteX10" fmla="*/ 560173 w 1120346"/>
                <a:gd name="connsiteY10" fmla="*/ 0 h 12924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20346" h="1292455">
                  <a:moveTo>
                    <a:pt x="560173" y="0"/>
                  </a:moveTo>
                  <a:cubicBezTo>
                    <a:pt x="869548" y="0"/>
                    <a:pt x="1120346" y="238638"/>
                    <a:pt x="1120346" y="533012"/>
                  </a:cubicBezTo>
                  <a:cubicBezTo>
                    <a:pt x="1120346" y="680199"/>
                    <a:pt x="1057647" y="813452"/>
                    <a:pt x="956275" y="909908"/>
                  </a:cubicBezTo>
                  <a:lnTo>
                    <a:pt x="891730" y="960581"/>
                  </a:lnTo>
                  <a:lnTo>
                    <a:pt x="892010" y="963335"/>
                  </a:lnTo>
                  <a:cubicBezTo>
                    <a:pt x="892010" y="1145103"/>
                    <a:pt x="743442" y="1292455"/>
                    <a:pt x="560173" y="1292455"/>
                  </a:cubicBezTo>
                  <a:cubicBezTo>
                    <a:pt x="376904" y="1292455"/>
                    <a:pt x="228336" y="1145103"/>
                    <a:pt x="228336" y="963335"/>
                  </a:cubicBezTo>
                  <a:lnTo>
                    <a:pt x="228616" y="960581"/>
                  </a:lnTo>
                  <a:lnTo>
                    <a:pt x="164071" y="909908"/>
                  </a:lnTo>
                  <a:cubicBezTo>
                    <a:pt x="62699" y="813452"/>
                    <a:pt x="0" y="680199"/>
                    <a:pt x="0" y="533012"/>
                  </a:cubicBezTo>
                  <a:cubicBezTo>
                    <a:pt x="0" y="238638"/>
                    <a:pt x="250798" y="0"/>
                    <a:pt x="560173" y="0"/>
                  </a:cubicBezTo>
                  <a:close/>
                </a:path>
              </a:pathLst>
            </a:custGeom>
            <a:noFill/>
            <a:ln w="127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383" name="矩形 382">
              <a:extLst>
                <a:ext uri="{FF2B5EF4-FFF2-40B4-BE49-F238E27FC236}">
                  <a16:creationId xmlns:a16="http://schemas.microsoft.com/office/drawing/2014/main" id="{5F1669D9-3DC4-674E-93F5-46877E768C4D}"/>
                </a:ext>
              </a:extLst>
            </p:cNvPr>
            <p:cNvSpPr/>
            <p:nvPr/>
          </p:nvSpPr>
          <p:spPr>
            <a:xfrm rot="5400000">
              <a:off x="3256771" y="4294227"/>
              <a:ext cx="91974" cy="2026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4" name="矩形 383">
              <a:extLst>
                <a:ext uri="{FF2B5EF4-FFF2-40B4-BE49-F238E27FC236}">
                  <a16:creationId xmlns:a16="http://schemas.microsoft.com/office/drawing/2014/main" id="{5B5C00A5-2CB1-A34A-B801-8E9AF2504060}"/>
                </a:ext>
              </a:extLst>
            </p:cNvPr>
            <p:cNvSpPr/>
            <p:nvPr/>
          </p:nvSpPr>
          <p:spPr>
            <a:xfrm>
              <a:off x="3231579" y="4333918"/>
              <a:ext cx="144619" cy="2036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5" name="矩形 384">
              <a:extLst>
                <a:ext uri="{FF2B5EF4-FFF2-40B4-BE49-F238E27FC236}">
                  <a16:creationId xmlns:a16="http://schemas.microsoft.com/office/drawing/2014/main" id="{286D48DA-B061-AB48-BA24-619740FA19A5}"/>
                </a:ext>
              </a:extLst>
            </p:cNvPr>
            <p:cNvSpPr/>
            <p:nvPr/>
          </p:nvSpPr>
          <p:spPr>
            <a:xfrm rot="17905005">
              <a:off x="3316252" y="4366659"/>
              <a:ext cx="78667" cy="2103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6" name="矩形 385">
              <a:extLst>
                <a:ext uri="{FF2B5EF4-FFF2-40B4-BE49-F238E27FC236}">
                  <a16:creationId xmlns:a16="http://schemas.microsoft.com/office/drawing/2014/main" id="{A1302644-F305-C644-A071-54BDFD3504D6}"/>
                </a:ext>
              </a:extLst>
            </p:cNvPr>
            <p:cNvSpPr/>
            <p:nvPr/>
          </p:nvSpPr>
          <p:spPr>
            <a:xfrm rot="10800000">
              <a:off x="3264183" y="4392977"/>
              <a:ext cx="79434" cy="20831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7" name="椭圆 386">
              <a:extLst>
                <a:ext uri="{FF2B5EF4-FFF2-40B4-BE49-F238E27FC236}">
                  <a16:creationId xmlns:a16="http://schemas.microsoft.com/office/drawing/2014/main" id="{70FE658D-C2EC-7B46-B783-1A010AEF7CA0}"/>
                </a:ext>
              </a:extLst>
            </p:cNvPr>
            <p:cNvSpPr/>
            <p:nvPr/>
          </p:nvSpPr>
          <p:spPr>
            <a:xfrm>
              <a:off x="3283310" y="4253896"/>
              <a:ext cx="40197" cy="40311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8" name="椭圆 387">
              <a:extLst>
                <a:ext uri="{FF2B5EF4-FFF2-40B4-BE49-F238E27FC236}">
                  <a16:creationId xmlns:a16="http://schemas.microsoft.com/office/drawing/2014/main" id="{216C6AB4-570B-D644-AA1D-5D5F33435969}"/>
                </a:ext>
              </a:extLst>
            </p:cNvPr>
            <p:cNvSpPr/>
            <p:nvPr/>
          </p:nvSpPr>
          <p:spPr>
            <a:xfrm rot="10800000">
              <a:off x="3321144" y="4383237"/>
              <a:ext cx="40197" cy="4031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89" name="椭圆 388">
              <a:extLst>
                <a:ext uri="{FF2B5EF4-FFF2-40B4-BE49-F238E27FC236}">
                  <a16:creationId xmlns:a16="http://schemas.microsoft.com/office/drawing/2014/main" id="{9FF59F68-1B6E-F94B-BF21-868D1F3B7D7D}"/>
                </a:ext>
              </a:extLst>
            </p:cNvPr>
            <p:cNvSpPr/>
            <p:nvPr/>
          </p:nvSpPr>
          <p:spPr>
            <a:xfrm rot="10800000">
              <a:off x="3246459" y="4383237"/>
              <a:ext cx="40197" cy="4031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90" name="椭圆 389">
              <a:extLst>
                <a:ext uri="{FF2B5EF4-FFF2-40B4-BE49-F238E27FC236}">
                  <a16:creationId xmlns:a16="http://schemas.microsoft.com/office/drawing/2014/main" id="{6D2C6E63-9FBC-FA46-BA4F-48BA85B68A36}"/>
                </a:ext>
              </a:extLst>
            </p:cNvPr>
            <p:cNvSpPr/>
            <p:nvPr/>
          </p:nvSpPr>
          <p:spPr>
            <a:xfrm>
              <a:off x="3213967" y="4325914"/>
              <a:ext cx="40197" cy="4031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1" name="椭圆 390">
              <a:extLst>
                <a:ext uri="{FF2B5EF4-FFF2-40B4-BE49-F238E27FC236}">
                  <a16:creationId xmlns:a16="http://schemas.microsoft.com/office/drawing/2014/main" id="{0E4B9493-5CA6-4049-963D-098C57F52925}"/>
                </a:ext>
              </a:extLst>
            </p:cNvPr>
            <p:cNvSpPr/>
            <p:nvPr/>
          </p:nvSpPr>
          <p:spPr>
            <a:xfrm>
              <a:off x="3353248" y="4325914"/>
              <a:ext cx="40197" cy="4031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2" name="椭圆 391">
              <a:extLst>
                <a:ext uri="{FF2B5EF4-FFF2-40B4-BE49-F238E27FC236}">
                  <a16:creationId xmlns:a16="http://schemas.microsoft.com/office/drawing/2014/main" id="{76E8F1E9-F5FB-9E4D-AF9D-157E115B4140}"/>
                </a:ext>
              </a:extLst>
            </p:cNvPr>
            <p:cNvSpPr/>
            <p:nvPr/>
          </p:nvSpPr>
          <p:spPr>
            <a:xfrm>
              <a:off x="3283310" y="4325914"/>
              <a:ext cx="40197" cy="4031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3" name="椭圆 392">
              <a:extLst>
                <a:ext uri="{FF2B5EF4-FFF2-40B4-BE49-F238E27FC236}">
                  <a16:creationId xmlns:a16="http://schemas.microsoft.com/office/drawing/2014/main" id="{1EF3F7F6-DBAD-E946-AE95-433715195AA8}"/>
                </a:ext>
              </a:extLst>
            </p:cNvPr>
            <p:cNvSpPr/>
            <p:nvPr/>
          </p:nvSpPr>
          <p:spPr>
            <a:xfrm rot="10800000">
              <a:off x="3283310" y="4442711"/>
              <a:ext cx="40197" cy="40311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94" name="右箭头 393">
            <a:extLst>
              <a:ext uri="{FF2B5EF4-FFF2-40B4-BE49-F238E27FC236}">
                <a16:creationId xmlns:a16="http://schemas.microsoft.com/office/drawing/2014/main" id="{C7DC8467-283D-EE4B-85A3-9DB9DC4EFDF4}"/>
              </a:ext>
            </a:extLst>
          </p:cNvPr>
          <p:cNvSpPr/>
          <p:nvPr/>
        </p:nvSpPr>
        <p:spPr>
          <a:xfrm>
            <a:off x="1323042" y="2786609"/>
            <a:ext cx="181398" cy="6176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5" name="矩形 394">
            <a:extLst>
              <a:ext uri="{FF2B5EF4-FFF2-40B4-BE49-F238E27FC236}">
                <a16:creationId xmlns:a16="http://schemas.microsoft.com/office/drawing/2014/main" id="{083BEDC0-C40A-104A-BDC1-F298BDBB8603}"/>
              </a:ext>
            </a:extLst>
          </p:cNvPr>
          <p:cNvSpPr/>
          <p:nvPr/>
        </p:nvSpPr>
        <p:spPr>
          <a:xfrm>
            <a:off x="4052183" y="2407244"/>
            <a:ext cx="3334555" cy="7653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8AEB2A7D-CCBF-5A46-89E9-7C0156C906E5}"/>
              </a:ext>
            </a:extLst>
          </p:cNvPr>
          <p:cNvSpPr txBox="1"/>
          <p:nvPr/>
        </p:nvSpPr>
        <p:spPr>
          <a:xfrm>
            <a:off x="5233772" y="2332990"/>
            <a:ext cx="188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latin typeface="FangSong" panose="02010609060101010101" pitchFamily="49" charset="-122"/>
                <a:ea typeface="FangSong" panose="02010609060101010101" pitchFamily="49" charset="-122"/>
                <a:cs typeface="Times New Roman" panose="02020603050405020304" pitchFamily="18" charset="0"/>
              </a:rPr>
              <a:t>通信优化</a:t>
            </a:r>
          </a:p>
        </p:txBody>
      </p:sp>
      <p:grpSp>
        <p:nvGrpSpPr>
          <p:cNvPr id="397" name="组合 396">
            <a:extLst>
              <a:ext uri="{FF2B5EF4-FFF2-40B4-BE49-F238E27FC236}">
                <a16:creationId xmlns:a16="http://schemas.microsoft.com/office/drawing/2014/main" id="{B03B6690-14DA-5A4E-8A0A-E999616DCAD4}"/>
              </a:ext>
            </a:extLst>
          </p:cNvPr>
          <p:cNvGrpSpPr/>
          <p:nvPr/>
        </p:nvGrpSpPr>
        <p:grpSpPr>
          <a:xfrm>
            <a:off x="4155040" y="2584875"/>
            <a:ext cx="137482" cy="547733"/>
            <a:chOff x="4155040" y="2584875"/>
            <a:chExt cx="137482" cy="547733"/>
          </a:xfrm>
        </p:grpSpPr>
        <p:sp>
          <p:nvSpPr>
            <p:cNvPr id="398" name="椭圆 397">
              <a:extLst>
                <a:ext uri="{FF2B5EF4-FFF2-40B4-BE49-F238E27FC236}">
                  <a16:creationId xmlns:a16="http://schemas.microsoft.com/office/drawing/2014/main" id="{FF2FA340-58DE-0D4A-8A59-A92CFBCCDB40}"/>
                </a:ext>
              </a:extLst>
            </p:cNvPr>
            <p:cNvSpPr/>
            <p:nvPr/>
          </p:nvSpPr>
          <p:spPr>
            <a:xfrm>
              <a:off x="4174035" y="2593805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9" name="椭圆 398">
              <a:extLst>
                <a:ext uri="{FF2B5EF4-FFF2-40B4-BE49-F238E27FC236}">
                  <a16:creationId xmlns:a16="http://schemas.microsoft.com/office/drawing/2014/main" id="{4A5136BD-4AFB-EB4E-BD7F-F9ECF441A1C1}"/>
                </a:ext>
              </a:extLst>
            </p:cNvPr>
            <p:cNvSpPr/>
            <p:nvPr/>
          </p:nvSpPr>
          <p:spPr>
            <a:xfrm>
              <a:off x="4174035" y="2740393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0" name="椭圆 399">
              <a:extLst>
                <a:ext uri="{FF2B5EF4-FFF2-40B4-BE49-F238E27FC236}">
                  <a16:creationId xmlns:a16="http://schemas.microsoft.com/office/drawing/2014/main" id="{10F49958-6628-9E48-BB37-8266C6F7A133}"/>
                </a:ext>
              </a:extLst>
            </p:cNvPr>
            <p:cNvSpPr/>
            <p:nvPr/>
          </p:nvSpPr>
          <p:spPr>
            <a:xfrm>
              <a:off x="4174035" y="2886981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1" name="椭圆 400">
              <a:extLst>
                <a:ext uri="{FF2B5EF4-FFF2-40B4-BE49-F238E27FC236}">
                  <a16:creationId xmlns:a16="http://schemas.microsoft.com/office/drawing/2014/main" id="{A1DE5C9B-2139-E146-BF3F-4AB6061D8F13}"/>
                </a:ext>
              </a:extLst>
            </p:cNvPr>
            <p:cNvSpPr/>
            <p:nvPr/>
          </p:nvSpPr>
          <p:spPr>
            <a:xfrm>
              <a:off x="4174035" y="3033569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2" name="圆角矩形 401">
              <a:extLst>
                <a:ext uri="{FF2B5EF4-FFF2-40B4-BE49-F238E27FC236}">
                  <a16:creationId xmlns:a16="http://schemas.microsoft.com/office/drawing/2014/main" id="{2133F332-336B-C249-94A3-26690F727BFB}"/>
                </a:ext>
              </a:extLst>
            </p:cNvPr>
            <p:cNvSpPr/>
            <p:nvPr/>
          </p:nvSpPr>
          <p:spPr>
            <a:xfrm>
              <a:off x="4155040" y="2584875"/>
              <a:ext cx="137482" cy="254907"/>
            </a:xfrm>
            <a:prstGeom prst="roundRect">
              <a:avLst/>
            </a:prstGeom>
            <a:noFill/>
            <a:ln w="127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03" name="圆角矩形 402">
              <a:extLst>
                <a:ext uri="{FF2B5EF4-FFF2-40B4-BE49-F238E27FC236}">
                  <a16:creationId xmlns:a16="http://schemas.microsoft.com/office/drawing/2014/main" id="{B1B62210-ABE4-A44F-92A3-A413A9ED5EC5}"/>
                </a:ext>
              </a:extLst>
            </p:cNvPr>
            <p:cNvSpPr/>
            <p:nvPr/>
          </p:nvSpPr>
          <p:spPr>
            <a:xfrm>
              <a:off x="4155040" y="2877701"/>
              <a:ext cx="137482" cy="254907"/>
            </a:xfrm>
            <a:prstGeom prst="roundRect">
              <a:avLst/>
            </a:prstGeom>
            <a:noFill/>
            <a:ln w="127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404" name="组合 403">
            <a:extLst>
              <a:ext uri="{FF2B5EF4-FFF2-40B4-BE49-F238E27FC236}">
                <a16:creationId xmlns:a16="http://schemas.microsoft.com/office/drawing/2014/main" id="{E7336BF1-1CCA-154C-B030-7ADD8435E602}"/>
              </a:ext>
            </a:extLst>
          </p:cNvPr>
          <p:cNvGrpSpPr/>
          <p:nvPr/>
        </p:nvGrpSpPr>
        <p:grpSpPr>
          <a:xfrm>
            <a:off x="4308557" y="2599718"/>
            <a:ext cx="731559" cy="506468"/>
            <a:chOff x="4177666" y="2525178"/>
            <a:chExt cx="914785" cy="531333"/>
          </a:xfrm>
        </p:grpSpPr>
        <p:grpSp>
          <p:nvGrpSpPr>
            <p:cNvPr id="405" name="组合 404">
              <a:extLst>
                <a:ext uri="{FF2B5EF4-FFF2-40B4-BE49-F238E27FC236}">
                  <a16:creationId xmlns:a16="http://schemas.microsoft.com/office/drawing/2014/main" id="{3DC468AF-616B-6B44-B6F3-D6580EC3E99E}"/>
                </a:ext>
              </a:extLst>
            </p:cNvPr>
            <p:cNvGrpSpPr/>
            <p:nvPr/>
          </p:nvGrpSpPr>
          <p:grpSpPr>
            <a:xfrm>
              <a:off x="4306116" y="2570805"/>
              <a:ext cx="63579" cy="187492"/>
              <a:chOff x="747494" y="1442600"/>
              <a:chExt cx="75952" cy="246538"/>
            </a:xfrm>
          </p:grpSpPr>
          <p:sp>
            <p:nvSpPr>
              <p:cNvPr id="453" name="任意形状 452">
                <a:extLst>
                  <a:ext uri="{FF2B5EF4-FFF2-40B4-BE49-F238E27FC236}">
                    <a16:creationId xmlns:a16="http://schemas.microsoft.com/office/drawing/2014/main" id="{C7747105-5CFE-8346-8C07-B3ACBD9A1B86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54" name="任意形状 453">
                <a:extLst>
                  <a:ext uri="{FF2B5EF4-FFF2-40B4-BE49-F238E27FC236}">
                    <a16:creationId xmlns:a16="http://schemas.microsoft.com/office/drawing/2014/main" id="{82129D19-CFE8-8248-B88A-169844AC8E3C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55" name="任意形状 454">
                <a:extLst>
                  <a:ext uri="{FF2B5EF4-FFF2-40B4-BE49-F238E27FC236}">
                    <a16:creationId xmlns:a16="http://schemas.microsoft.com/office/drawing/2014/main" id="{772F683F-4C60-9646-B776-5ADBD5FB3800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456" name="图形 2">
                <a:extLst>
                  <a:ext uri="{FF2B5EF4-FFF2-40B4-BE49-F238E27FC236}">
                    <a16:creationId xmlns:a16="http://schemas.microsoft.com/office/drawing/2014/main" id="{0B7C0272-D59E-C644-BEDC-4F12A79C0FDF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459" name="任意形状 458">
                  <a:extLst>
                    <a:ext uri="{FF2B5EF4-FFF2-40B4-BE49-F238E27FC236}">
                      <a16:creationId xmlns:a16="http://schemas.microsoft.com/office/drawing/2014/main" id="{D191328E-FC19-784B-84DB-5A332BE5C874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60" name="任意形状 459">
                  <a:extLst>
                    <a:ext uri="{FF2B5EF4-FFF2-40B4-BE49-F238E27FC236}">
                      <a16:creationId xmlns:a16="http://schemas.microsoft.com/office/drawing/2014/main" id="{49105B2A-F93D-F744-AD9D-520D2CB56FF3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457" name="任意形状 456">
                <a:extLst>
                  <a:ext uri="{FF2B5EF4-FFF2-40B4-BE49-F238E27FC236}">
                    <a16:creationId xmlns:a16="http://schemas.microsoft.com/office/drawing/2014/main" id="{BA5FFB5D-C3F2-C64F-8462-69A69B2A98AC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58" name="任意形状 457">
                <a:extLst>
                  <a:ext uri="{FF2B5EF4-FFF2-40B4-BE49-F238E27FC236}">
                    <a16:creationId xmlns:a16="http://schemas.microsoft.com/office/drawing/2014/main" id="{A5A42623-4318-D548-AB99-D2973BCC417F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06" name="任意形状 405">
              <a:extLst>
                <a:ext uri="{FF2B5EF4-FFF2-40B4-BE49-F238E27FC236}">
                  <a16:creationId xmlns:a16="http://schemas.microsoft.com/office/drawing/2014/main" id="{125CE8A0-3B32-DA43-B200-6AA6DA4823FB}"/>
                </a:ext>
              </a:extLst>
            </p:cNvPr>
            <p:cNvSpPr/>
            <p:nvPr/>
          </p:nvSpPr>
          <p:spPr>
            <a:xfrm>
              <a:off x="4177666" y="2585548"/>
              <a:ext cx="914785" cy="45719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7" name="任意形状 406">
              <a:extLst>
                <a:ext uri="{FF2B5EF4-FFF2-40B4-BE49-F238E27FC236}">
                  <a16:creationId xmlns:a16="http://schemas.microsoft.com/office/drawing/2014/main" id="{09BB905C-6AC0-DC40-9A9C-978E73684B1B}"/>
                </a:ext>
              </a:extLst>
            </p:cNvPr>
            <p:cNvSpPr/>
            <p:nvPr/>
          </p:nvSpPr>
          <p:spPr>
            <a:xfrm>
              <a:off x="4177666" y="2728669"/>
              <a:ext cx="914785" cy="45719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8" name="任意形状 407">
              <a:extLst>
                <a:ext uri="{FF2B5EF4-FFF2-40B4-BE49-F238E27FC236}">
                  <a16:creationId xmlns:a16="http://schemas.microsoft.com/office/drawing/2014/main" id="{443A2796-3B03-0442-8011-503442264A80}"/>
                </a:ext>
              </a:extLst>
            </p:cNvPr>
            <p:cNvSpPr/>
            <p:nvPr/>
          </p:nvSpPr>
          <p:spPr>
            <a:xfrm>
              <a:off x="4177666" y="2868563"/>
              <a:ext cx="914785" cy="45719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09" name="任意形状 408">
              <a:extLst>
                <a:ext uri="{FF2B5EF4-FFF2-40B4-BE49-F238E27FC236}">
                  <a16:creationId xmlns:a16="http://schemas.microsoft.com/office/drawing/2014/main" id="{F2FB20FF-C892-E249-83D0-2AAC2F93A221}"/>
                </a:ext>
              </a:extLst>
            </p:cNvPr>
            <p:cNvSpPr/>
            <p:nvPr/>
          </p:nvSpPr>
          <p:spPr>
            <a:xfrm>
              <a:off x="4177666" y="3008456"/>
              <a:ext cx="914785" cy="45719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10" name="任意形状 409">
              <a:extLst>
                <a:ext uri="{FF2B5EF4-FFF2-40B4-BE49-F238E27FC236}">
                  <a16:creationId xmlns:a16="http://schemas.microsoft.com/office/drawing/2014/main" id="{5990E80E-8EF5-024E-B095-03E2D6033922}"/>
                </a:ext>
              </a:extLst>
            </p:cNvPr>
            <p:cNvSpPr/>
            <p:nvPr/>
          </p:nvSpPr>
          <p:spPr>
            <a:xfrm>
              <a:off x="4637736" y="2525178"/>
              <a:ext cx="127147" cy="115380"/>
            </a:xfrm>
            <a:custGeom>
              <a:avLst/>
              <a:gdLst>
                <a:gd name="connsiteX0" fmla="*/ 151892 w 151892"/>
                <a:gd name="connsiteY0" fmla="*/ 151716 h 151716"/>
                <a:gd name="connsiteX1" fmla="*/ 151892 w 151892"/>
                <a:gd name="connsiteY1" fmla="*/ 0 h 151716"/>
                <a:gd name="connsiteX2" fmla="*/ 0 w 151892"/>
                <a:gd name="connsiteY2" fmla="*/ 0 h 151716"/>
                <a:gd name="connsiteX3" fmla="*/ 0 w 151892"/>
                <a:gd name="connsiteY3" fmla="*/ 151716 h 151716"/>
                <a:gd name="connsiteX4" fmla="*/ 151892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151892" y="151716"/>
                  </a:moveTo>
                  <a:lnTo>
                    <a:pt x="151892" y="0"/>
                  </a:lnTo>
                  <a:lnTo>
                    <a:pt x="0" y="0"/>
                  </a:lnTo>
                  <a:lnTo>
                    <a:pt x="0" y="151716"/>
                  </a:lnTo>
                  <a:lnTo>
                    <a:pt x="151892" y="151716"/>
                  </a:lnTo>
                  <a:close/>
                </a:path>
              </a:pathLst>
            </a:custGeom>
            <a:solidFill>
              <a:srgbClr val="FFFFFF"/>
            </a:solidFill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411" name="任意形状 410">
              <a:extLst>
                <a:ext uri="{FF2B5EF4-FFF2-40B4-BE49-F238E27FC236}">
                  <a16:creationId xmlns:a16="http://schemas.microsoft.com/office/drawing/2014/main" id="{31914A96-1CBF-8945-8444-F32476BBB3F6}"/>
                </a:ext>
              </a:extLst>
            </p:cNvPr>
            <p:cNvSpPr/>
            <p:nvPr/>
          </p:nvSpPr>
          <p:spPr>
            <a:xfrm>
              <a:off x="4657543" y="2549454"/>
              <a:ext cx="72534" cy="63661"/>
            </a:xfrm>
            <a:custGeom>
              <a:avLst/>
              <a:gdLst>
                <a:gd name="connsiteX0" fmla="*/ 23848 w 86650"/>
                <a:gd name="connsiteY0" fmla="*/ 38830 h 83710"/>
                <a:gd name="connsiteX1" fmla="*/ 62790 w 86650"/>
                <a:gd name="connsiteY1" fmla="*/ 38830 h 83710"/>
                <a:gd name="connsiteX2" fmla="*/ 62790 w 86650"/>
                <a:gd name="connsiteY2" fmla="*/ 14878 h 83710"/>
                <a:gd name="connsiteX3" fmla="*/ 61990 w 86650"/>
                <a:gd name="connsiteY3" fmla="*/ 6420 h 83710"/>
                <a:gd name="connsiteX4" fmla="*/ 59385 w 86650"/>
                <a:gd name="connsiteY4" fmla="*/ 3767 h 83710"/>
                <a:gd name="connsiteX5" fmla="*/ 53769 w 86650"/>
                <a:gd name="connsiteY5" fmla="*/ 2284 h 83710"/>
                <a:gd name="connsiteX6" fmla="*/ 50796 w 86650"/>
                <a:gd name="connsiteY6" fmla="*/ 2284 h 83710"/>
                <a:gd name="connsiteX7" fmla="*/ 50796 w 86650"/>
                <a:gd name="connsiteY7" fmla="*/ 0 h 83710"/>
                <a:gd name="connsiteX8" fmla="*/ 86650 w 86650"/>
                <a:gd name="connsiteY8" fmla="*/ 0 h 83710"/>
                <a:gd name="connsiteX9" fmla="*/ 86650 w 86650"/>
                <a:gd name="connsiteY9" fmla="*/ 2284 h 83710"/>
                <a:gd name="connsiteX10" fmla="*/ 83678 w 86650"/>
                <a:gd name="connsiteY10" fmla="*/ 2284 h 83710"/>
                <a:gd name="connsiteX11" fmla="*/ 78049 w 86650"/>
                <a:gd name="connsiteY11" fmla="*/ 3704 h 83710"/>
                <a:gd name="connsiteX12" fmla="*/ 75368 w 86650"/>
                <a:gd name="connsiteY12" fmla="*/ 6698 h 83710"/>
                <a:gd name="connsiteX13" fmla="*/ 74656 w 86650"/>
                <a:gd name="connsiteY13" fmla="*/ 14878 h 83710"/>
                <a:gd name="connsiteX14" fmla="*/ 74656 w 86650"/>
                <a:gd name="connsiteY14" fmla="*/ 68894 h 83710"/>
                <a:gd name="connsiteX15" fmla="*/ 75457 w 86650"/>
                <a:gd name="connsiteY15" fmla="*/ 77289 h 83710"/>
                <a:gd name="connsiteX16" fmla="*/ 77998 w 86650"/>
                <a:gd name="connsiteY16" fmla="*/ 79944 h 83710"/>
                <a:gd name="connsiteX17" fmla="*/ 83678 w 86650"/>
                <a:gd name="connsiteY17" fmla="*/ 81426 h 83710"/>
                <a:gd name="connsiteX18" fmla="*/ 86650 w 86650"/>
                <a:gd name="connsiteY18" fmla="*/ 81426 h 83710"/>
                <a:gd name="connsiteX19" fmla="*/ 86650 w 86650"/>
                <a:gd name="connsiteY19" fmla="*/ 83710 h 83710"/>
                <a:gd name="connsiteX20" fmla="*/ 50796 w 86650"/>
                <a:gd name="connsiteY20" fmla="*/ 83710 h 83710"/>
                <a:gd name="connsiteX21" fmla="*/ 50796 w 86650"/>
                <a:gd name="connsiteY21" fmla="*/ 81426 h 83710"/>
                <a:gd name="connsiteX22" fmla="*/ 53769 w 86650"/>
                <a:gd name="connsiteY22" fmla="*/ 81426 h 83710"/>
                <a:gd name="connsiteX23" fmla="*/ 61240 w 86650"/>
                <a:gd name="connsiteY23" fmla="*/ 78401 h 83710"/>
                <a:gd name="connsiteX24" fmla="*/ 62790 w 86650"/>
                <a:gd name="connsiteY24" fmla="*/ 68894 h 83710"/>
                <a:gd name="connsiteX25" fmla="*/ 62790 w 86650"/>
                <a:gd name="connsiteY25" fmla="*/ 43398 h 83710"/>
                <a:gd name="connsiteX26" fmla="*/ 23848 w 86650"/>
                <a:gd name="connsiteY26" fmla="*/ 43398 h 83710"/>
                <a:gd name="connsiteX27" fmla="*/ 23848 w 86650"/>
                <a:gd name="connsiteY27" fmla="*/ 68894 h 83710"/>
                <a:gd name="connsiteX28" fmla="*/ 24648 w 86650"/>
                <a:gd name="connsiteY28" fmla="*/ 77289 h 83710"/>
                <a:gd name="connsiteX29" fmla="*/ 27253 w 86650"/>
                <a:gd name="connsiteY29" fmla="*/ 79944 h 83710"/>
                <a:gd name="connsiteX30" fmla="*/ 32869 w 86650"/>
                <a:gd name="connsiteY30" fmla="*/ 81426 h 83710"/>
                <a:gd name="connsiteX31" fmla="*/ 35905 w 86650"/>
                <a:gd name="connsiteY31" fmla="*/ 81426 h 83710"/>
                <a:gd name="connsiteX32" fmla="*/ 35905 w 86650"/>
                <a:gd name="connsiteY32" fmla="*/ 83710 h 83710"/>
                <a:gd name="connsiteX33" fmla="*/ 0 w 86650"/>
                <a:gd name="connsiteY33" fmla="*/ 83710 h 83710"/>
                <a:gd name="connsiteX34" fmla="*/ 0 w 86650"/>
                <a:gd name="connsiteY34" fmla="*/ 81426 h 83710"/>
                <a:gd name="connsiteX35" fmla="*/ 2960 w 86650"/>
                <a:gd name="connsiteY35" fmla="*/ 81426 h 83710"/>
                <a:gd name="connsiteX36" fmla="*/ 10507 w 86650"/>
                <a:gd name="connsiteY36" fmla="*/ 78401 h 83710"/>
                <a:gd name="connsiteX37" fmla="*/ 11981 w 86650"/>
                <a:gd name="connsiteY37" fmla="*/ 68894 h 83710"/>
                <a:gd name="connsiteX38" fmla="*/ 11981 w 86650"/>
                <a:gd name="connsiteY38" fmla="*/ 14878 h 83710"/>
                <a:gd name="connsiteX39" fmla="*/ 11181 w 86650"/>
                <a:gd name="connsiteY39" fmla="*/ 6420 h 83710"/>
                <a:gd name="connsiteX40" fmla="*/ 8652 w 86650"/>
                <a:gd name="connsiteY40" fmla="*/ 3767 h 83710"/>
                <a:gd name="connsiteX41" fmla="*/ 2960 w 86650"/>
                <a:gd name="connsiteY41" fmla="*/ 2284 h 83710"/>
                <a:gd name="connsiteX42" fmla="*/ 0 w 86650"/>
                <a:gd name="connsiteY42" fmla="*/ 2284 h 83710"/>
                <a:gd name="connsiteX43" fmla="*/ 0 w 86650"/>
                <a:gd name="connsiteY43" fmla="*/ 0 h 83710"/>
                <a:gd name="connsiteX44" fmla="*/ 35905 w 86650"/>
                <a:gd name="connsiteY44" fmla="*/ 0 h 83710"/>
                <a:gd name="connsiteX45" fmla="*/ 35905 w 86650"/>
                <a:gd name="connsiteY45" fmla="*/ 2284 h 83710"/>
                <a:gd name="connsiteX46" fmla="*/ 32869 w 86650"/>
                <a:gd name="connsiteY46" fmla="*/ 2284 h 83710"/>
                <a:gd name="connsiteX47" fmla="*/ 27253 w 86650"/>
                <a:gd name="connsiteY47" fmla="*/ 3704 h 83710"/>
                <a:gd name="connsiteX48" fmla="*/ 24597 w 86650"/>
                <a:gd name="connsiteY48" fmla="*/ 6698 h 83710"/>
                <a:gd name="connsiteX49" fmla="*/ 23848 w 86650"/>
                <a:gd name="connsiteY49" fmla="*/ 14878 h 83710"/>
                <a:gd name="connsiteX50" fmla="*/ 23848 w 86650"/>
                <a:gd name="connsiteY50" fmla="*/ 38830 h 8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86650" h="83710">
                  <a:moveTo>
                    <a:pt x="23848" y="38830"/>
                  </a:moveTo>
                  <a:lnTo>
                    <a:pt x="62790" y="38830"/>
                  </a:lnTo>
                  <a:lnTo>
                    <a:pt x="62790" y="14878"/>
                  </a:lnTo>
                  <a:cubicBezTo>
                    <a:pt x="62790" y="10598"/>
                    <a:pt x="62523" y="7779"/>
                    <a:pt x="61990" y="6420"/>
                  </a:cubicBezTo>
                  <a:cubicBezTo>
                    <a:pt x="61570" y="5392"/>
                    <a:pt x="60706" y="4506"/>
                    <a:pt x="59385" y="3767"/>
                  </a:cubicBezTo>
                  <a:cubicBezTo>
                    <a:pt x="57619" y="2778"/>
                    <a:pt x="55738" y="2284"/>
                    <a:pt x="53769" y="2284"/>
                  </a:cubicBezTo>
                  <a:lnTo>
                    <a:pt x="50796" y="2284"/>
                  </a:lnTo>
                  <a:lnTo>
                    <a:pt x="50796" y="0"/>
                  </a:lnTo>
                  <a:lnTo>
                    <a:pt x="86650" y="0"/>
                  </a:lnTo>
                  <a:lnTo>
                    <a:pt x="86650" y="2284"/>
                  </a:lnTo>
                  <a:lnTo>
                    <a:pt x="83678" y="2284"/>
                  </a:lnTo>
                  <a:cubicBezTo>
                    <a:pt x="81695" y="2284"/>
                    <a:pt x="79828" y="2758"/>
                    <a:pt x="78049" y="3704"/>
                  </a:cubicBezTo>
                  <a:cubicBezTo>
                    <a:pt x="76740" y="4363"/>
                    <a:pt x="75838" y="5360"/>
                    <a:pt x="75368" y="6698"/>
                  </a:cubicBezTo>
                  <a:cubicBezTo>
                    <a:pt x="74898" y="8036"/>
                    <a:pt x="74656" y="10763"/>
                    <a:pt x="74656" y="14878"/>
                  </a:cubicBezTo>
                  <a:lnTo>
                    <a:pt x="74656" y="68894"/>
                  </a:lnTo>
                  <a:cubicBezTo>
                    <a:pt x="74656" y="73133"/>
                    <a:pt x="74923" y="75931"/>
                    <a:pt x="75457" y="77289"/>
                  </a:cubicBezTo>
                  <a:cubicBezTo>
                    <a:pt x="75876" y="78318"/>
                    <a:pt x="76715" y="79203"/>
                    <a:pt x="77998" y="79944"/>
                  </a:cubicBezTo>
                  <a:cubicBezTo>
                    <a:pt x="79802" y="80931"/>
                    <a:pt x="81695" y="81426"/>
                    <a:pt x="83678" y="81426"/>
                  </a:cubicBezTo>
                  <a:lnTo>
                    <a:pt x="86650" y="81426"/>
                  </a:lnTo>
                  <a:lnTo>
                    <a:pt x="86650" y="83710"/>
                  </a:lnTo>
                  <a:lnTo>
                    <a:pt x="50796" y="83710"/>
                  </a:lnTo>
                  <a:lnTo>
                    <a:pt x="50796" y="81426"/>
                  </a:lnTo>
                  <a:lnTo>
                    <a:pt x="53769" y="81426"/>
                  </a:lnTo>
                  <a:cubicBezTo>
                    <a:pt x="57187" y="81426"/>
                    <a:pt x="59677" y="80417"/>
                    <a:pt x="61240" y="78401"/>
                  </a:cubicBezTo>
                  <a:cubicBezTo>
                    <a:pt x="62269" y="77083"/>
                    <a:pt x="62790" y="73915"/>
                    <a:pt x="62790" y="68894"/>
                  </a:cubicBezTo>
                  <a:lnTo>
                    <a:pt x="62790" y="43398"/>
                  </a:lnTo>
                  <a:lnTo>
                    <a:pt x="23848" y="43398"/>
                  </a:lnTo>
                  <a:lnTo>
                    <a:pt x="23848" y="68894"/>
                  </a:lnTo>
                  <a:cubicBezTo>
                    <a:pt x="23848" y="73133"/>
                    <a:pt x="24115" y="75931"/>
                    <a:pt x="24648" y="77289"/>
                  </a:cubicBezTo>
                  <a:cubicBezTo>
                    <a:pt x="25068" y="78318"/>
                    <a:pt x="25932" y="79203"/>
                    <a:pt x="27253" y="79944"/>
                  </a:cubicBezTo>
                  <a:cubicBezTo>
                    <a:pt x="29019" y="80931"/>
                    <a:pt x="30899" y="81426"/>
                    <a:pt x="32869" y="81426"/>
                  </a:cubicBezTo>
                  <a:lnTo>
                    <a:pt x="35905" y="81426"/>
                  </a:lnTo>
                  <a:lnTo>
                    <a:pt x="35905" y="83710"/>
                  </a:lnTo>
                  <a:lnTo>
                    <a:pt x="0" y="83710"/>
                  </a:lnTo>
                  <a:lnTo>
                    <a:pt x="0" y="81426"/>
                  </a:lnTo>
                  <a:lnTo>
                    <a:pt x="2960" y="81426"/>
                  </a:lnTo>
                  <a:cubicBezTo>
                    <a:pt x="6416" y="81426"/>
                    <a:pt x="8932" y="80417"/>
                    <a:pt x="10507" y="78401"/>
                  </a:cubicBezTo>
                  <a:cubicBezTo>
                    <a:pt x="11486" y="77083"/>
                    <a:pt x="11981" y="73915"/>
                    <a:pt x="11981" y="68894"/>
                  </a:cubicBezTo>
                  <a:lnTo>
                    <a:pt x="11981" y="14878"/>
                  </a:lnTo>
                  <a:cubicBezTo>
                    <a:pt x="11981" y="10598"/>
                    <a:pt x="11714" y="7779"/>
                    <a:pt x="11181" y="6420"/>
                  </a:cubicBezTo>
                  <a:cubicBezTo>
                    <a:pt x="10774" y="5392"/>
                    <a:pt x="9923" y="4506"/>
                    <a:pt x="8652" y="3767"/>
                  </a:cubicBezTo>
                  <a:cubicBezTo>
                    <a:pt x="6835" y="2778"/>
                    <a:pt x="4942" y="2284"/>
                    <a:pt x="2960" y="2284"/>
                  </a:cubicBezTo>
                  <a:lnTo>
                    <a:pt x="0" y="2284"/>
                  </a:lnTo>
                  <a:lnTo>
                    <a:pt x="0" y="0"/>
                  </a:lnTo>
                  <a:lnTo>
                    <a:pt x="35905" y="0"/>
                  </a:lnTo>
                  <a:lnTo>
                    <a:pt x="35905" y="2284"/>
                  </a:lnTo>
                  <a:lnTo>
                    <a:pt x="32869" y="2284"/>
                  </a:lnTo>
                  <a:cubicBezTo>
                    <a:pt x="30899" y="2284"/>
                    <a:pt x="29019" y="2758"/>
                    <a:pt x="27253" y="3704"/>
                  </a:cubicBezTo>
                  <a:cubicBezTo>
                    <a:pt x="25970" y="4363"/>
                    <a:pt x="25093" y="5360"/>
                    <a:pt x="24597" y="6698"/>
                  </a:cubicBezTo>
                  <a:cubicBezTo>
                    <a:pt x="24102" y="8036"/>
                    <a:pt x="23848" y="10763"/>
                    <a:pt x="23848" y="14878"/>
                  </a:cubicBezTo>
                  <a:lnTo>
                    <a:pt x="23848" y="38830"/>
                  </a:ln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412" name="组合 411">
              <a:extLst>
                <a:ext uri="{FF2B5EF4-FFF2-40B4-BE49-F238E27FC236}">
                  <a16:creationId xmlns:a16="http://schemas.microsoft.com/office/drawing/2014/main" id="{0818E792-8002-C941-80E1-3F1B9B9972F8}"/>
                </a:ext>
              </a:extLst>
            </p:cNvPr>
            <p:cNvGrpSpPr/>
            <p:nvPr/>
          </p:nvGrpSpPr>
          <p:grpSpPr>
            <a:xfrm>
              <a:off x="4487879" y="2710098"/>
              <a:ext cx="63579" cy="187492"/>
              <a:chOff x="747494" y="1442600"/>
              <a:chExt cx="75952" cy="246538"/>
            </a:xfrm>
          </p:grpSpPr>
          <p:sp>
            <p:nvSpPr>
              <p:cNvPr id="445" name="任意形状 444">
                <a:extLst>
                  <a:ext uri="{FF2B5EF4-FFF2-40B4-BE49-F238E27FC236}">
                    <a16:creationId xmlns:a16="http://schemas.microsoft.com/office/drawing/2014/main" id="{6E3E14F0-BB83-AE40-96ED-13C52C5DF369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46" name="任意形状 445">
                <a:extLst>
                  <a:ext uri="{FF2B5EF4-FFF2-40B4-BE49-F238E27FC236}">
                    <a16:creationId xmlns:a16="http://schemas.microsoft.com/office/drawing/2014/main" id="{0781DA14-8193-FF49-BFA0-BE2E04449914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47" name="任意形状 446">
                <a:extLst>
                  <a:ext uri="{FF2B5EF4-FFF2-40B4-BE49-F238E27FC236}">
                    <a16:creationId xmlns:a16="http://schemas.microsoft.com/office/drawing/2014/main" id="{0094309C-BEFF-E74F-B187-31AC45E950AF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448" name="图形 2">
                <a:extLst>
                  <a:ext uri="{FF2B5EF4-FFF2-40B4-BE49-F238E27FC236}">
                    <a16:creationId xmlns:a16="http://schemas.microsoft.com/office/drawing/2014/main" id="{8D1F4CB3-A831-B944-B76C-B881D67436EF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451" name="任意形状 450">
                  <a:extLst>
                    <a:ext uri="{FF2B5EF4-FFF2-40B4-BE49-F238E27FC236}">
                      <a16:creationId xmlns:a16="http://schemas.microsoft.com/office/drawing/2014/main" id="{C4CFEEB7-F38C-3945-96E5-4B407B1C9F52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52" name="任意形状 451">
                  <a:extLst>
                    <a:ext uri="{FF2B5EF4-FFF2-40B4-BE49-F238E27FC236}">
                      <a16:creationId xmlns:a16="http://schemas.microsoft.com/office/drawing/2014/main" id="{B135D38D-F590-F845-95DB-13FD64BD3153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449" name="任意形状 448">
                <a:extLst>
                  <a:ext uri="{FF2B5EF4-FFF2-40B4-BE49-F238E27FC236}">
                    <a16:creationId xmlns:a16="http://schemas.microsoft.com/office/drawing/2014/main" id="{A12B5584-6605-4941-9077-0EAC53026304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50" name="任意形状 449">
                <a:extLst>
                  <a:ext uri="{FF2B5EF4-FFF2-40B4-BE49-F238E27FC236}">
                    <a16:creationId xmlns:a16="http://schemas.microsoft.com/office/drawing/2014/main" id="{18CE792F-254B-F549-96EA-D4ED820D47FB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13" name="组合 412">
              <a:extLst>
                <a:ext uri="{FF2B5EF4-FFF2-40B4-BE49-F238E27FC236}">
                  <a16:creationId xmlns:a16="http://schemas.microsoft.com/office/drawing/2014/main" id="{9B364CEE-9F9E-F043-B1C8-FE7F08001644}"/>
                </a:ext>
              </a:extLst>
            </p:cNvPr>
            <p:cNvGrpSpPr/>
            <p:nvPr/>
          </p:nvGrpSpPr>
          <p:grpSpPr>
            <a:xfrm>
              <a:off x="4971915" y="2714735"/>
              <a:ext cx="63579" cy="323315"/>
              <a:chOff x="2608228" y="570289"/>
              <a:chExt cx="75952" cy="436185"/>
            </a:xfrm>
          </p:grpSpPr>
          <p:sp>
            <p:nvSpPr>
              <p:cNvPr id="437" name="任意形状 436">
                <a:extLst>
                  <a:ext uri="{FF2B5EF4-FFF2-40B4-BE49-F238E27FC236}">
                    <a16:creationId xmlns:a16="http://schemas.microsoft.com/office/drawing/2014/main" id="{C28669E1-2319-564C-9A75-3CA6F6C94C75}"/>
                  </a:ext>
                </a:extLst>
              </p:cNvPr>
              <p:cNvSpPr/>
              <p:nvPr/>
            </p:nvSpPr>
            <p:spPr>
              <a:xfrm>
                <a:off x="2646205" y="589255"/>
                <a:ext cx="12705" cy="379290"/>
              </a:xfrm>
              <a:custGeom>
                <a:avLst/>
                <a:gdLst>
                  <a:gd name="connsiteX0" fmla="*/ 0 w 12705"/>
                  <a:gd name="connsiteY0" fmla="*/ 0 h 379290"/>
                  <a:gd name="connsiteX1" fmla="*/ 0 w 12705"/>
                  <a:gd name="connsiteY1" fmla="*/ 379291 h 379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379290">
                    <a:moveTo>
                      <a:pt x="0" y="0"/>
                    </a:moveTo>
                    <a:lnTo>
                      <a:pt x="0" y="379291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38" name="任意形状 437">
                <a:extLst>
                  <a:ext uri="{FF2B5EF4-FFF2-40B4-BE49-F238E27FC236}">
                    <a16:creationId xmlns:a16="http://schemas.microsoft.com/office/drawing/2014/main" id="{86701DCC-3939-5A48-8852-C4516CFDDD5B}"/>
                  </a:ext>
                </a:extLst>
              </p:cNvPr>
              <p:cNvSpPr/>
              <p:nvPr/>
            </p:nvSpPr>
            <p:spPr>
              <a:xfrm>
                <a:off x="2608228" y="930616"/>
                <a:ext cx="75952" cy="75858"/>
              </a:xfrm>
              <a:custGeom>
                <a:avLst/>
                <a:gdLst>
                  <a:gd name="connsiteX0" fmla="*/ 75952 w 75952"/>
                  <a:gd name="connsiteY0" fmla="*/ 37930 h 75858"/>
                  <a:gd name="connsiteX1" fmla="*/ 37976 w 75952"/>
                  <a:gd name="connsiteY1" fmla="*/ 0 h 75858"/>
                  <a:gd name="connsiteX2" fmla="*/ 0 w 75952"/>
                  <a:gd name="connsiteY2" fmla="*/ 37930 h 75858"/>
                  <a:gd name="connsiteX3" fmla="*/ 37976 w 75952"/>
                  <a:gd name="connsiteY3" fmla="*/ 75859 h 75858"/>
                  <a:gd name="connsiteX4" fmla="*/ 75952 w 75952"/>
                  <a:gd name="connsiteY4" fmla="*/ 37930 h 75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8">
                    <a:moveTo>
                      <a:pt x="75952" y="37930"/>
                    </a:moveTo>
                    <a:cubicBezTo>
                      <a:pt x="75952" y="16982"/>
                      <a:pt x="58953" y="0"/>
                      <a:pt x="37976" y="0"/>
                    </a:cubicBezTo>
                    <a:cubicBezTo>
                      <a:pt x="17000" y="0"/>
                      <a:pt x="0" y="16982"/>
                      <a:pt x="0" y="37930"/>
                    </a:cubicBezTo>
                    <a:cubicBezTo>
                      <a:pt x="0" y="58878"/>
                      <a:pt x="17000" y="75859"/>
                      <a:pt x="37976" y="75859"/>
                    </a:cubicBezTo>
                    <a:cubicBezTo>
                      <a:pt x="58953" y="75859"/>
                      <a:pt x="75952" y="58878"/>
                      <a:pt x="75952" y="379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39" name="任意形状 438">
                <a:extLst>
                  <a:ext uri="{FF2B5EF4-FFF2-40B4-BE49-F238E27FC236}">
                    <a16:creationId xmlns:a16="http://schemas.microsoft.com/office/drawing/2014/main" id="{9550FD79-A41E-194A-9D54-D413F75FCAB1}"/>
                  </a:ext>
                </a:extLst>
              </p:cNvPr>
              <p:cNvSpPr/>
              <p:nvPr/>
            </p:nvSpPr>
            <p:spPr>
              <a:xfrm>
                <a:off x="2608228" y="930616"/>
                <a:ext cx="75952" cy="75858"/>
              </a:xfrm>
              <a:custGeom>
                <a:avLst/>
                <a:gdLst>
                  <a:gd name="connsiteX0" fmla="*/ 75952 w 75952"/>
                  <a:gd name="connsiteY0" fmla="*/ 37930 h 75858"/>
                  <a:gd name="connsiteX1" fmla="*/ 37976 w 75952"/>
                  <a:gd name="connsiteY1" fmla="*/ 0 h 75858"/>
                  <a:gd name="connsiteX2" fmla="*/ 0 w 75952"/>
                  <a:gd name="connsiteY2" fmla="*/ 37930 h 75858"/>
                  <a:gd name="connsiteX3" fmla="*/ 37976 w 75952"/>
                  <a:gd name="connsiteY3" fmla="*/ 75859 h 75858"/>
                  <a:gd name="connsiteX4" fmla="*/ 75952 w 75952"/>
                  <a:gd name="connsiteY4" fmla="*/ 37930 h 75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8">
                    <a:moveTo>
                      <a:pt x="75952" y="37930"/>
                    </a:moveTo>
                    <a:cubicBezTo>
                      <a:pt x="75952" y="16982"/>
                      <a:pt x="58953" y="0"/>
                      <a:pt x="37976" y="0"/>
                    </a:cubicBezTo>
                    <a:cubicBezTo>
                      <a:pt x="17000" y="0"/>
                      <a:pt x="0" y="16982"/>
                      <a:pt x="0" y="37930"/>
                    </a:cubicBezTo>
                    <a:cubicBezTo>
                      <a:pt x="0" y="58878"/>
                      <a:pt x="17000" y="75859"/>
                      <a:pt x="37976" y="75859"/>
                    </a:cubicBezTo>
                    <a:cubicBezTo>
                      <a:pt x="58953" y="75859"/>
                      <a:pt x="75952" y="58878"/>
                      <a:pt x="75952" y="37930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440" name="图形 2">
                <a:extLst>
                  <a:ext uri="{FF2B5EF4-FFF2-40B4-BE49-F238E27FC236}">
                    <a16:creationId xmlns:a16="http://schemas.microsoft.com/office/drawing/2014/main" id="{FF63C0EC-4846-D043-A11E-E42A27A4B08E}"/>
                  </a:ext>
                </a:extLst>
              </p:cNvPr>
              <p:cNvGrpSpPr/>
              <p:nvPr/>
            </p:nvGrpSpPr>
            <p:grpSpPr>
              <a:xfrm>
                <a:off x="2608228" y="930616"/>
                <a:ext cx="75952" cy="75858"/>
                <a:chOff x="2968549" y="937094"/>
                <a:chExt cx="75952" cy="75858"/>
              </a:xfrm>
              <a:noFill/>
            </p:grpSpPr>
            <p:sp>
              <p:nvSpPr>
                <p:cNvPr id="443" name="任意形状 442">
                  <a:extLst>
                    <a:ext uri="{FF2B5EF4-FFF2-40B4-BE49-F238E27FC236}">
                      <a16:creationId xmlns:a16="http://schemas.microsoft.com/office/drawing/2014/main" id="{15C443E2-D2B7-7841-9058-4436B8F97B82}"/>
                    </a:ext>
                  </a:extLst>
                </p:cNvPr>
                <p:cNvSpPr/>
                <p:nvPr/>
              </p:nvSpPr>
              <p:spPr>
                <a:xfrm>
                  <a:off x="2968549" y="975024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44" name="任意形状 443">
                  <a:extLst>
                    <a:ext uri="{FF2B5EF4-FFF2-40B4-BE49-F238E27FC236}">
                      <a16:creationId xmlns:a16="http://schemas.microsoft.com/office/drawing/2014/main" id="{3E5D92D3-4C72-DA4C-A7CC-045CD2D9581A}"/>
                    </a:ext>
                  </a:extLst>
                </p:cNvPr>
                <p:cNvSpPr/>
                <p:nvPr/>
              </p:nvSpPr>
              <p:spPr>
                <a:xfrm>
                  <a:off x="3006526" y="937094"/>
                  <a:ext cx="12705" cy="75858"/>
                </a:xfrm>
                <a:custGeom>
                  <a:avLst/>
                  <a:gdLst>
                    <a:gd name="connsiteX0" fmla="*/ 0 w 12705"/>
                    <a:gd name="connsiteY0" fmla="*/ 75859 h 75858"/>
                    <a:gd name="connsiteX1" fmla="*/ 0 w 12705"/>
                    <a:gd name="connsiteY1" fmla="*/ 0 h 75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8">
                      <a:moveTo>
                        <a:pt x="0" y="75859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441" name="任意形状 440">
                <a:extLst>
                  <a:ext uri="{FF2B5EF4-FFF2-40B4-BE49-F238E27FC236}">
                    <a16:creationId xmlns:a16="http://schemas.microsoft.com/office/drawing/2014/main" id="{3D1A8E03-2022-1E46-B94E-D28E4BE9EADC}"/>
                  </a:ext>
                </a:extLst>
              </p:cNvPr>
              <p:cNvSpPr/>
              <p:nvPr/>
            </p:nvSpPr>
            <p:spPr>
              <a:xfrm>
                <a:off x="2627223" y="570289"/>
                <a:ext cx="37963" cy="37929"/>
              </a:xfrm>
              <a:custGeom>
                <a:avLst/>
                <a:gdLst>
                  <a:gd name="connsiteX0" fmla="*/ 37963 w 37963"/>
                  <a:gd name="connsiteY0" fmla="*/ 18966 h 37929"/>
                  <a:gd name="connsiteX1" fmla="*/ 18982 w 37963"/>
                  <a:gd name="connsiteY1" fmla="*/ 0 h 37929"/>
                  <a:gd name="connsiteX2" fmla="*/ 0 w 37963"/>
                  <a:gd name="connsiteY2" fmla="*/ 18966 h 37929"/>
                  <a:gd name="connsiteX3" fmla="*/ 18982 w 37963"/>
                  <a:gd name="connsiteY3" fmla="*/ 37930 h 37929"/>
                  <a:gd name="connsiteX4" fmla="*/ 37963 w 37963"/>
                  <a:gd name="connsiteY4" fmla="*/ 18966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63" h="37929">
                    <a:moveTo>
                      <a:pt x="37963" y="18966"/>
                    </a:moveTo>
                    <a:cubicBezTo>
                      <a:pt x="37963" y="8491"/>
                      <a:pt x="29464" y="0"/>
                      <a:pt x="18982" y="0"/>
                    </a:cubicBezTo>
                    <a:cubicBezTo>
                      <a:pt x="8500" y="0"/>
                      <a:pt x="0" y="8491"/>
                      <a:pt x="0" y="18966"/>
                    </a:cubicBezTo>
                    <a:cubicBezTo>
                      <a:pt x="0" y="29439"/>
                      <a:pt x="8500" y="37930"/>
                      <a:pt x="18982" y="37930"/>
                    </a:cubicBezTo>
                    <a:cubicBezTo>
                      <a:pt x="29464" y="37930"/>
                      <a:pt x="37963" y="29439"/>
                      <a:pt x="37963" y="1896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42" name="任意形状 441">
                <a:extLst>
                  <a:ext uri="{FF2B5EF4-FFF2-40B4-BE49-F238E27FC236}">
                    <a16:creationId xmlns:a16="http://schemas.microsoft.com/office/drawing/2014/main" id="{1A9900DA-4E3A-3549-864D-2DF05529B11C}"/>
                  </a:ext>
                </a:extLst>
              </p:cNvPr>
              <p:cNvSpPr/>
              <p:nvPr/>
            </p:nvSpPr>
            <p:spPr>
              <a:xfrm>
                <a:off x="2627223" y="570289"/>
                <a:ext cx="37963" cy="37929"/>
              </a:xfrm>
              <a:custGeom>
                <a:avLst/>
                <a:gdLst>
                  <a:gd name="connsiteX0" fmla="*/ 37963 w 37963"/>
                  <a:gd name="connsiteY0" fmla="*/ 18966 h 37929"/>
                  <a:gd name="connsiteX1" fmla="*/ 18982 w 37963"/>
                  <a:gd name="connsiteY1" fmla="*/ 0 h 37929"/>
                  <a:gd name="connsiteX2" fmla="*/ 0 w 37963"/>
                  <a:gd name="connsiteY2" fmla="*/ 18966 h 37929"/>
                  <a:gd name="connsiteX3" fmla="*/ 18982 w 37963"/>
                  <a:gd name="connsiteY3" fmla="*/ 37930 h 37929"/>
                  <a:gd name="connsiteX4" fmla="*/ 37963 w 37963"/>
                  <a:gd name="connsiteY4" fmla="*/ 18966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63" h="37929">
                    <a:moveTo>
                      <a:pt x="37963" y="18966"/>
                    </a:moveTo>
                    <a:cubicBezTo>
                      <a:pt x="37963" y="8491"/>
                      <a:pt x="29464" y="0"/>
                      <a:pt x="18982" y="0"/>
                    </a:cubicBezTo>
                    <a:cubicBezTo>
                      <a:pt x="8500" y="0"/>
                      <a:pt x="0" y="8491"/>
                      <a:pt x="0" y="18966"/>
                    </a:cubicBezTo>
                    <a:cubicBezTo>
                      <a:pt x="0" y="29439"/>
                      <a:pt x="8500" y="37930"/>
                      <a:pt x="18982" y="37930"/>
                    </a:cubicBezTo>
                    <a:cubicBezTo>
                      <a:pt x="29464" y="37930"/>
                      <a:pt x="37963" y="29439"/>
                      <a:pt x="37963" y="18966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14" name="组合 413">
              <a:extLst>
                <a:ext uri="{FF2B5EF4-FFF2-40B4-BE49-F238E27FC236}">
                  <a16:creationId xmlns:a16="http://schemas.microsoft.com/office/drawing/2014/main" id="{C5870C91-3C4A-DF48-9EAB-A3B3D78ED7DF}"/>
                </a:ext>
              </a:extLst>
            </p:cNvPr>
            <p:cNvGrpSpPr/>
            <p:nvPr/>
          </p:nvGrpSpPr>
          <p:grpSpPr>
            <a:xfrm>
              <a:off x="4637456" y="2941131"/>
              <a:ext cx="127147" cy="115380"/>
              <a:chOff x="1582927" y="1921202"/>
              <a:chExt cx="151892" cy="151716"/>
            </a:xfrm>
          </p:grpSpPr>
          <p:sp>
            <p:nvSpPr>
              <p:cNvPr id="435" name="任意形状 434">
                <a:extLst>
                  <a:ext uri="{FF2B5EF4-FFF2-40B4-BE49-F238E27FC236}">
                    <a16:creationId xmlns:a16="http://schemas.microsoft.com/office/drawing/2014/main" id="{DB30C672-465E-D647-BCDD-3E5D358C2424}"/>
                  </a:ext>
                </a:extLst>
              </p:cNvPr>
              <p:cNvSpPr/>
              <p:nvPr/>
            </p:nvSpPr>
            <p:spPr>
              <a:xfrm>
                <a:off x="1582927" y="1921202"/>
                <a:ext cx="151892" cy="151716"/>
              </a:xfrm>
              <a:custGeom>
                <a:avLst/>
                <a:gdLst>
                  <a:gd name="connsiteX0" fmla="*/ 151892 w 151892"/>
                  <a:gd name="connsiteY0" fmla="*/ 151716 h 151716"/>
                  <a:gd name="connsiteX1" fmla="*/ 151892 w 151892"/>
                  <a:gd name="connsiteY1" fmla="*/ 0 h 151716"/>
                  <a:gd name="connsiteX2" fmla="*/ 0 w 151892"/>
                  <a:gd name="connsiteY2" fmla="*/ 0 h 151716"/>
                  <a:gd name="connsiteX3" fmla="*/ 0 w 151892"/>
                  <a:gd name="connsiteY3" fmla="*/ 151716 h 151716"/>
                  <a:gd name="connsiteX4" fmla="*/ 151892 w 151892"/>
                  <a:gd name="connsiteY4" fmla="*/ 151716 h 15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51892" h="151716">
                    <a:moveTo>
                      <a:pt x="151892" y="151716"/>
                    </a:moveTo>
                    <a:lnTo>
                      <a:pt x="151892" y="0"/>
                    </a:lnTo>
                    <a:lnTo>
                      <a:pt x="0" y="0"/>
                    </a:lnTo>
                    <a:lnTo>
                      <a:pt x="0" y="151716"/>
                    </a:lnTo>
                    <a:lnTo>
                      <a:pt x="151892" y="151716"/>
                    </a:lnTo>
                    <a:close/>
                  </a:path>
                </a:pathLst>
              </a:custGeom>
              <a:solidFill>
                <a:srgbClr val="FFFFFF"/>
              </a:solidFill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  <p:sp>
            <p:nvSpPr>
              <p:cNvPr id="436" name="任意形状 435">
                <a:extLst>
                  <a:ext uri="{FF2B5EF4-FFF2-40B4-BE49-F238E27FC236}">
                    <a16:creationId xmlns:a16="http://schemas.microsoft.com/office/drawing/2014/main" id="{02E7DC51-C211-674A-AEBD-48ACDC04122A}"/>
                  </a:ext>
                </a:extLst>
              </p:cNvPr>
              <p:cNvSpPr/>
              <p:nvPr/>
            </p:nvSpPr>
            <p:spPr>
              <a:xfrm>
                <a:off x="1620909" y="1953767"/>
                <a:ext cx="89000" cy="83710"/>
              </a:xfrm>
              <a:custGeom>
                <a:avLst/>
                <a:gdLst>
                  <a:gd name="connsiteX0" fmla="*/ 50745 w 89000"/>
                  <a:gd name="connsiteY0" fmla="*/ 37349 h 83710"/>
                  <a:gd name="connsiteX1" fmla="*/ 68736 w 89000"/>
                  <a:gd name="connsiteY1" fmla="*/ 64140 h 83710"/>
                  <a:gd name="connsiteX2" fmla="*/ 79828 w 89000"/>
                  <a:gd name="connsiteY2" fmla="*/ 78185 h 83710"/>
                  <a:gd name="connsiteX3" fmla="*/ 89001 w 89000"/>
                  <a:gd name="connsiteY3" fmla="*/ 81426 h 83710"/>
                  <a:gd name="connsiteX4" fmla="*/ 89001 w 89000"/>
                  <a:gd name="connsiteY4" fmla="*/ 83710 h 83710"/>
                  <a:gd name="connsiteX5" fmla="*/ 53032 w 89000"/>
                  <a:gd name="connsiteY5" fmla="*/ 83710 h 83710"/>
                  <a:gd name="connsiteX6" fmla="*/ 53032 w 89000"/>
                  <a:gd name="connsiteY6" fmla="*/ 81426 h 83710"/>
                  <a:gd name="connsiteX7" fmla="*/ 58343 w 89000"/>
                  <a:gd name="connsiteY7" fmla="*/ 80685 h 83710"/>
                  <a:gd name="connsiteX8" fmla="*/ 60478 w 89000"/>
                  <a:gd name="connsiteY8" fmla="*/ 78987 h 83710"/>
                  <a:gd name="connsiteX9" fmla="*/ 61316 w 89000"/>
                  <a:gd name="connsiteY9" fmla="*/ 76672 h 83710"/>
                  <a:gd name="connsiteX10" fmla="*/ 60757 w 89000"/>
                  <a:gd name="connsiteY10" fmla="*/ 73832 h 83710"/>
                  <a:gd name="connsiteX11" fmla="*/ 57365 w 89000"/>
                  <a:gd name="connsiteY11" fmla="*/ 68399 h 83710"/>
                  <a:gd name="connsiteX12" fmla="*/ 43148 w 89000"/>
                  <a:gd name="connsiteY12" fmla="*/ 46917 h 83710"/>
                  <a:gd name="connsiteX13" fmla="*/ 25589 w 89000"/>
                  <a:gd name="connsiteY13" fmla="*/ 69388 h 83710"/>
                  <a:gd name="connsiteX14" fmla="*/ 22247 w 89000"/>
                  <a:gd name="connsiteY14" fmla="*/ 74172 h 83710"/>
                  <a:gd name="connsiteX15" fmla="*/ 21701 w 89000"/>
                  <a:gd name="connsiteY15" fmla="*/ 76672 h 83710"/>
                  <a:gd name="connsiteX16" fmla="*/ 23365 w 89000"/>
                  <a:gd name="connsiteY16" fmla="*/ 79944 h 83710"/>
                  <a:gd name="connsiteX17" fmla="*/ 29731 w 89000"/>
                  <a:gd name="connsiteY17" fmla="*/ 81426 h 83710"/>
                  <a:gd name="connsiteX18" fmla="*/ 29731 w 89000"/>
                  <a:gd name="connsiteY18" fmla="*/ 83710 h 83710"/>
                  <a:gd name="connsiteX19" fmla="*/ 0 w 89000"/>
                  <a:gd name="connsiteY19" fmla="*/ 83710 h 83710"/>
                  <a:gd name="connsiteX20" fmla="*/ 0 w 89000"/>
                  <a:gd name="connsiteY20" fmla="*/ 81426 h 83710"/>
                  <a:gd name="connsiteX21" fmla="*/ 5438 w 89000"/>
                  <a:gd name="connsiteY21" fmla="*/ 80129 h 83710"/>
                  <a:gd name="connsiteX22" fmla="*/ 12731 w 89000"/>
                  <a:gd name="connsiteY22" fmla="*/ 75808 h 83710"/>
                  <a:gd name="connsiteX23" fmla="*/ 20646 w 89000"/>
                  <a:gd name="connsiteY23" fmla="*/ 67474 h 83710"/>
                  <a:gd name="connsiteX24" fmla="*/ 40428 w 89000"/>
                  <a:gd name="connsiteY24" fmla="*/ 42534 h 83710"/>
                  <a:gd name="connsiteX25" fmla="*/ 23924 w 89000"/>
                  <a:gd name="connsiteY25" fmla="*/ 18397 h 83710"/>
                  <a:gd name="connsiteX26" fmla="*/ 12489 w 89000"/>
                  <a:gd name="connsiteY26" fmla="*/ 5525 h 83710"/>
                  <a:gd name="connsiteX27" fmla="*/ 1677 w 89000"/>
                  <a:gd name="connsiteY27" fmla="*/ 2284 h 83710"/>
                  <a:gd name="connsiteX28" fmla="*/ 1677 w 89000"/>
                  <a:gd name="connsiteY28" fmla="*/ 0 h 83710"/>
                  <a:gd name="connsiteX29" fmla="*/ 40428 w 89000"/>
                  <a:gd name="connsiteY29" fmla="*/ 0 h 83710"/>
                  <a:gd name="connsiteX30" fmla="*/ 40428 w 89000"/>
                  <a:gd name="connsiteY30" fmla="*/ 2284 h 83710"/>
                  <a:gd name="connsiteX31" fmla="*/ 33657 w 89000"/>
                  <a:gd name="connsiteY31" fmla="*/ 3890 h 83710"/>
                  <a:gd name="connsiteX32" fmla="*/ 31827 w 89000"/>
                  <a:gd name="connsiteY32" fmla="*/ 7038 h 83710"/>
                  <a:gd name="connsiteX33" fmla="*/ 34800 w 89000"/>
                  <a:gd name="connsiteY33" fmla="*/ 13706 h 83710"/>
                  <a:gd name="connsiteX34" fmla="*/ 47658 w 89000"/>
                  <a:gd name="connsiteY34" fmla="*/ 32903 h 83710"/>
                  <a:gd name="connsiteX35" fmla="*/ 62548 w 89000"/>
                  <a:gd name="connsiteY35" fmla="*/ 14075 h 83710"/>
                  <a:gd name="connsiteX36" fmla="*/ 65738 w 89000"/>
                  <a:gd name="connsiteY36" fmla="*/ 9508 h 83710"/>
                  <a:gd name="connsiteX37" fmla="*/ 66322 w 89000"/>
                  <a:gd name="connsiteY37" fmla="*/ 6976 h 83710"/>
                  <a:gd name="connsiteX38" fmla="*/ 65585 w 89000"/>
                  <a:gd name="connsiteY38" fmla="*/ 4692 h 83710"/>
                  <a:gd name="connsiteX39" fmla="*/ 63235 w 89000"/>
                  <a:gd name="connsiteY39" fmla="*/ 2871 h 83710"/>
                  <a:gd name="connsiteX40" fmla="*/ 57365 w 89000"/>
                  <a:gd name="connsiteY40" fmla="*/ 2284 h 83710"/>
                  <a:gd name="connsiteX41" fmla="*/ 57365 w 89000"/>
                  <a:gd name="connsiteY41" fmla="*/ 0 h 83710"/>
                  <a:gd name="connsiteX42" fmla="*/ 87082 w 89000"/>
                  <a:gd name="connsiteY42" fmla="*/ 0 h 83710"/>
                  <a:gd name="connsiteX43" fmla="*/ 87082 w 89000"/>
                  <a:gd name="connsiteY43" fmla="*/ 2284 h 83710"/>
                  <a:gd name="connsiteX44" fmla="*/ 81340 w 89000"/>
                  <a:gd name="connsiteY44" fmla="*/ 3396 h 83710"/>
                  <a:gd name="connsiteX45" fmla="*/ 75216 w 89000"/>
                  <a:gd name="connsiteY45" fmla="*/ 7223 h 83710"/>
                  <a:gd name="connsiteX46" fmla="*/ 67377 w 89000"/>
                  <a:gd name="connsiteY46" fmla="*/ 16113 h 83710"/>
                  <a:gd name="connsiteX47" fmla="*/ 50745 w 89000"/>
                  <a:gd name="connsiteY47" fmla="*/ 37349 h 83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89000" h="83710">
                    <a:moveTo>
                      <a:pt x="50745" y="37349"/>
                    </a:moveTo>
                    <a:lnTo>
                      <a:pt x="68736" y="64140"/>
                    </a:lnTo>
                    <a:cubicBezTo>
                      <a:pt x="73716" y="71548"/>
                      <a:pt x="77414" y="76229"/>
                      <a:pt x="79828" y="78185"/>
                    </a:cubicBezTo>
                    <a:cubicBezTo>
                      <a:pt x="82242" y="80139"/>
                      <a:pt x="85291" y="81219"/>
                      <a:pt x="89001" y="81426"/>
                    </a:cubicBezTo>
                    <a:lnTo>
                      <a:pt x="89001" y="83710"/>
                    </a:lnTo>
                    <a:lnTo>
                      <a:pt x="53032" y="83710"/>
                    </a:lnTo>
                    <a:lnTo>
                      <a:pt x="53032" y="81426"/>
                    </a:lnTo>
                    <a:cubicBezTo>
                      <a:pt x="55421" y="81384"/>
                      <a:pt x="57200" y="81138"/>
                      <a:pt x="58343" y="80685"/>
                    </a:cubicBezTo>
                    <a:cubicBezTo>
                      <a:pt x="59207" y="80314"/>
                      <a:pt x="59918" y="79748"/>
                      <a:pt x="60478" y="78987"/>
                    </a:cubicBezTo>
                    <a:cubicBezTo>
                      <a:pt x="61037" y="78225"/>
                      <a:pt x="61316" y="77454"/>
                      <a:pt x="61316" y="76672"/>
                    </a:cubicBezTo>
                    <a:cubicBezTo>
                      <a:pt x="61316" y="75725"/>
                      <a:pt x="61125" y="74779"/>
                      <a:pt x="60757" y="73832"/>
                    </a:cubicBezTo>
                    <a:cubicBezTo>
                      <a:pt x="60465" y="73133"/>
                      <a:pt x="59334" y="71322"/>
                      <a:pt x="57365" y="68399"/>
                    </a:cubicBezTo>
                    <a:lnTo>
                      <a:pt x="43148" y="46917"/>
                    </a:lnTo>
                    <a:lnTo>
                      <a:pt x="25589" y="69388"/>
                    </a:lnTo>
                    <a:cubicBezTo>
                      <a:pt x="23734" y="71775"/>
                      <a:pt x="22628" y="73369"/>
                      <a:pt x="22247" y="74172"/>
                    </a:cubicBezTo>
                    <a:cubicBezTo>
                      <a:pt x="21879" y="74974"/>
                      <a:pt x="21701" y="75808"/>
                      <a:pt x="21701" y="76672"/>
                    </a:cubicBezTo>
                    <a:cubicBezTo>
                      <a:pt x="21701" y="77989"/>
                      <a:pt x="22247" y="79079"/>
                      <a:pt x="23365" y="79944"/>
                    </a:cubicBezTo>
                    <a:cubicBezTo>
                      <a:pt x="24483" y="80808"/>
                      <a:pt x="26605" y="81302"/>
                      <a:pt x="29731" y="81426"/>
                    </a:cubicBezTo>
                    <a:lnTo>
                      <a:pt x="29731" y="83710"/>
                    </a:lnTo>
                    <a:lnTo>
                      <a:pt x="0" y="83710"/>
                    </a:lnTo>
                    <a:lnTo>
                      <a:pt x="0" y="81426"/>
                    </a:lnTo>
                    <a:cubicBezTo>
                      <a:pt x="2109" y="81219"/>
                      <a:pt x="3913" y="80788"/>
                      <a:pt x="5438" y="80129"/>
                    </a:cubicBezTo>
                    <a:cubicBezTo>
                      <a:pt x="7992" y="79059"/>
                      <a:pt x="10431" y="77619"/>
                      <a:pt x="12731" y="75808"/>
                    </a:cubicBezTo>
                    <a:cubicBezTo>
                      <a:pt x="15043" y="73997"/>
                      <a:pt x="17673" y="71219"/>
                      <a:pt x="20646" y="67474"/>
                    </a:cubicBezTo>
                    <a:lnTo>
                      <a:pt x="40428" y="42534"/>
                    </a:lnTo>
                    <a:lnTo>
                      <a:pt x="23924" y="18397"/>
                    </a:lnTo>
                    <a:cubicBezTo>
                      <a:pt x="19427" y="11853"/>
                      <a:pt x="15615" y="7562"/>
                      <a:pt x="12489" y="5525"/>
                    </a:cubicBezTo>
                    <a:cubicBezTo>
                      <a:pt x="9351" y="3489"/>
                      <a:pt x="5756" y="2407"/>
                      <a:pt x="1677" y="2284"/>
                    </a:cubicBezTo>
                    <a:lnTo>
                      <a:pt x="1677" y="0"/>
                    </a:lnTo>
                    <a:lnTo>
                      <a:pt x="40428" y="0"/>
                    </a:lnTo>
                    <a:lnTo>
                      <a:pt x="40428" y="2284"/>
                    </a:lnTo>
                    <a:cubicBezTo>
                      <a:pt x="37125" y="2407"/>
                      <a:pt x="34876" y="2943"/>
                      <a:pt x="33657" y="3890"/>
                    </a:cubicBezTo>
                    <a:cubicBezTo>
                      <a:pt x="32437" y="4836"/>
                      <a:pt x="31827" y="5886"/>
                      <a:pt x="31827" y="7038"/>
                    </a:cubicBezTo>
                    <a:cubicBezTo>
                      <a:pt x="31827" y="8561"/>
                      <a:pt x="32818" y="10783"/>
                      <a:pt x="34800" y="13706"/>
                    </a:cubicBezTo>
                    <a:lnTo>
                      <a:pt x="47658" y="32903"/>
                    </a:lnTo>
                    <a:lnTo>
                      <a:pt x="62548" y="14075"/>
                    </a:lnTo>
                    <a:cubicBezTo>
                      <a:pt x="64277" y="11853"/>
                      <a:pt x="65344" y="10330"/>
                      <a:pt x="65738" y="9508"/>
                    </a:cubicBezTo>
                    <a:cubicBezTo>
                      <a:pt x="66119" y="8684"/>
                      <a:pt x="66322" y="7840"/>
                      <a:pt x="66322" y="6976"/>
                    </a:cubicBezTo>
                    <a:cubicBezTo>
                      <a:pt x="66322" y="6112"/>
                      <a:pt x="66068" y="5350"/>
                      <a:pt x="65585" y="4692"/>
                    </a:cubicBezTo>
                    <a:cubicBezTo>
                      <a:pt x="64962" y="3827"/>
                      <a:pt x="64175" y="3221"/>
                      <a:pt x="63235" y="2871"/>
                    </a:cubicBezTo>
                    <a:cubicBezTo>
                      <a:pt x="62282" y="2522"/>
                      <a:pt x="60325" y="2326"/>
                      <a:pt x="57365" y="2284"/>
                    </a:cubicBezTo>
                    <a:lnTo>
                      <a:pt x="57365" y="0"/>
                    </a:lnTo>
                    <a:lnTo>
                      <a:pt x="87082" y="0"/>
                    </a:lnTo>
                    <a:lnTo>
                      <a:pt x="87082" y="2284"/>
                    </a:lnTo>
                    <a:cubicBezTo>
                      <a:pt x="84745" y="2407"/>
                      <a:pt x="82826" y="2778"/>
                      <a:pt x="81340" y="3396"/>
                    </a:cubicBezTo>
                    <a:cubicBezTo>
                      <a:pt x="79116" y="4343"/>
                      <a:pt x="77071" y="5618"/>
                      <a:pt x="75216" y="7223"/>
                    </a:cubicBezTo>
                    <a:cubicBezTo>
                      <a:pt x="73361" y="8829"/>
                      <a:pt x="70756" y="11791"/>
                      <a:pt x="67377" y="16113"/>
                    </a:cubicBezTo>
                    <a:lnTo>
                      <a:pt x="50745" y="37349"/>
                    </a:lnTo>
                    <a:close/>
                  </a:path>
                </a:pathLst>
              </a:custGeom>
              <a:solidFill>
                <a:schemeClr val="tx1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/>
              </a:p>
            </p:txBody>
          </p:sp>
        </p:grpSp>
        <p:grpSp>
          <p:nvGrpSpPr>
            <p:cNvPr id="415" name="组合 414">
              <a:extLst>
                <a:ext uri="{FF2B5EF4-FFF2-40B4-BE49-F238E27FC236}">
                  <a16:creationId xmlns:a16="http://schemas.microsoft.com/office/drawing/2014/main" id="{7E60C30C-F33C-B744-825A-06C4D9E4D6D4}"/>
                </a:ext>
              </a:extLst>
            </p:cNvPr>
            <p:cNvGrpSpPr/>
            <p:nvPr/>
          </p:nvGrpSpPr>
          <p:grpSpPr>
            <a:xfrm>
              <a:off x="4306116" y="2850205"/>
              <a:ext cx="63579" cy="187492"/>
              <a:chOff x="747494" y="1442600"/>
              <a:chExt cx="75952" cy="246538"/>
            </a:xfrm>
          </p:grpSpPr>
          <p:sp>
            <p:nvSpPr>
              <p:cNvPr id="427" name="任意形状 426">
                <a:extLst>
                  <a:ext uri="{FF2B5EF4-FFF2-40B4-BE49-F238E27FC236}">
                    <a16:creationId xmlns:a16="http://schemas.microsoft.com/office/drawing/2014/main" id="{F044A306-422D-244F-B0B4-8A5BD25CC956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28" name="任意形状 427">
                <a:extLst>
                  <a:ext uri="{FF2B5EF4-FFF2-40B4-BE49-F238E27FC236}">
                    <a16:creationId xmlns:a16="http://schemas.microsoft.com/office/drawing/2014/main" id="{9DE2F8E1-32AF-C243-8C60-27ACBFAF97A8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29" name="任意形状 428">
                <a:extLst>
                  <a:ext uri="{FF2B5EF4-FFF2-40B4-BE49-F238E27FC236}">
                    <a16:creationId xmlns:a16="http://schemas.microsoft.com/office/drawing/2014/main" id="{4EBD76A3-A862-B844-BFA3-CD40709A451F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430" name="图形 2">
                <a:extLst>
                  <a:ext uri="{FF2B5EF4-FFF2-40B4-BE49-F238E27FC236}">
                    <a16:creationId xmlns:a16="http://schemas.microsoft.com/office/drawing/2014/main" id="{8967404D-6C25-4B44-ABD9-624E822EEB68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433" name="任意形状 432">
                  <a:extLst>
                    <a:ext uri="{FF2B5EF4-FFF2-40B4-BE49-F238E27FC236}">
                      <a16:creationId xmlns:a16="http://schemas.microsoft.com/office/drawing/2014/main" id="{9D722B6D-182E-EC42-9D26-0BD585205AD6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34" name="任意形状 433">
                  <a:extLst>
                    <a:ext uri="{FF2B5EF4-FFF2-40B4-BE49-F238E27FC236}">
                      <a16:creationId xmlns:a16="http://schemas.microsoft.com/office/drawing/2014/main" id="{15E91D54-4D76-D34B-9189-4AB61A18E01C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431" name="任意形状 430">
                <a:extLst>
                  <a:ext uri="{FF2B5EF4-FFF2-40B4-BE49-F238E27FC236}">
                    <a16:creationId xmlns:a16="http://schemas.microsoft.com/office/drawing/2014/main" id="{0CB56392-C9A4-9447-9DC5-36E5AF690269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32" name="任意形状 431">
                <a:extLst>
                  <a:ext uri="{FF2B5EF4-FFF2-40B4-BE49-F238E27FC236}">
                    <a16:creationId xmlns:a16="http://schemas.microsoft.com/office/drawing/2014/main" id="{5CBF24F0-B2C9-8441-A568-2EC99B6ACEB9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416" name="组合 415">
              <a:extLst>
                <a:ext uri="{FF2B5EF4-FFF2-40B4-BE49-F238E27FC236}">
                  <a16:creationId xmlns:a16="http://schemas.microsoft.com/office/drawing/2014/main" id="{209C6EF0-07EB-F04F-81E9-4A903FA94D2D}"/>
                </a:ext>
              </a:extLst>
            </p:cNvPr>
            <p:cNvGrpSpPr/>
            <p:nvPr/>
          </p:nvGrpSpPr>
          <p:grpSpPr>
            <a:xfrm rot="10800000">
              <a:off x="4826643" y="2554626"/>
              <a:ext cx="69138" cy="191073"/>
              <a:chOff x="747494" y="1442600"/>
              <a:chExt cx="75952" cy="246538"/>
            </a:xfrm>
          </p:grpSpPr>
          <p:sp>
            <p:nvSpPr>
              <p:cNvPr id="419" name="任意形状 418">
                <a:extLst>
                  <a:ext uri="{FF2B5EF4-FFF2-40B4-BE49-F238E27FC236}">
                    <a16:creationId xmlns:a16="http://schemas.microsoft.com/office/drawing/2014/main" id="{6A9AD8A8-63CC-D344-8EC8-6789ABC7C775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20" name="任意形状 419">
                <a:extLst>
                  <a:ext uri="{FF2B5EF4-FFF2-40B4-BE49-F238E27FC236}">
                    <a16:creationId xmlns:a16="http://schemas.microsoft.com/office/drawing/2014/main" id="{2A51FDF0-0FC2-F243-AA66-2E507199F963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21" name="任意形状 420">
                <a:extLst>
                  <a:ext uri="{FF2B5EF4-FFF2-40B4-BE49-F238E27FC236}">
                    <a16:creationId xmlns:a16="http://schemas.microsoft.com/office/drawing/2014/main" id="{3D55EB1F-90E0-B14F-8FEA-48974EFAD3A7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422" name="图形 2">
                <a:extLst>
                  <a:ext uri="{FF2B5EF4-FFF2-40B4-BE49-F238E27FC236}">
                    <a16:creationId xmlns:a16="http://schemas.microsoft.com/office/drawing/2014/main" id="{57B9DADF-27E5-E74D-82DF-B8565731E085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425" name="任意形状 424">
                  <a:extLst>
                    <a:ext uri="{FF2B5EF4-FFF2-40B4-BE49-F238E27FC236}">
                      <a16:creationId xmlns:a16="http://schemas.microsoft.com/office/drawing/2014/main" id="{F7515501-5BE4-314F-9CED-F0087DC61B5D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426" name="任意形状 425">
                  <a:extLst>
                    <a:ext uri="{FF2B5EF4-FFF2-40B4-BE49-F238E27FC236}">
                      <a16:creationId xmlns:a16="http://schemas.microsoft.com/office/drawing/2014/main" id="{50A8A09A-FA35-AE4E-A0E1-F13D7229D146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423" name="任意形状 422">
                <a:extLst>
                  <a:ext uri="{FF2B5EF4-FFF2-40B4-BE49-F238E27FC236}">
                    <a16:creationId xmlns:a16="http://schemas.microsoft.com/office/drawing/2014/main" id="{CA298A5D-5449-544D-9994-5C5B697E07AC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24" name="任意形状 423">
                <a:extLst>
                  <a:ext uri="{FF2B5EF4-FFF2-40B4-BE49-F238E27FC236}">
                    <a16:creationId xmlns:a16="http://schemas.microsoft.com/office/drawing/2014/main" id="{4F0CF96E-B0A7-2A48-9844-C2CCB1DE7ED5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17" name="任意形状 416">
              <a:extLst>
                <a:ext uri="{FF2B5EF4-FFF2-40B4-BE49-F238E27FC236}">
                  <a16:creationId xmlns:a16="http://schemas.microsoft.com/office/drawing/2014/main" id="{B6B927FE-B74E-5B4D-9689-1C496E87E80B}"/>
                </a:ext>
              </a:extLst>
            </p:cNvPr>
            <p:cNvSpPr/>
            <p:nvPr/>
          </p:nvSpPr>
          <p:spPr>
            <a:xfrm>
              <a:off x="4635516" y="2677578"/>
              <a:ext cx="127147" cy="115380"/>
            </a:xfrm>
            <a:custGeom>
              <a:avLst/>
              <a:gdLst>
                <a:gd name="connsiteX0" fmla="*/ 151892 w 151892"/>
                <a:gd name="connsiteY0" fmla="*/ 151716 h 151716"/>
                <a:gd name="connsiteX1" fmla="*/ 151892 w 151892"/>
                <a:gd name="connsiteY1" fmla="*/ 0 h 151716"/>
                <a:gd name="connsiteX2" fmla="*/ 0 w 151892"/>
                <a:gd name="connsiteY2" fmla="*/ 0 h 151716"/>
                <a:gd name="connsiteX3" fmla="*/ 0 w 151892"/>
                <a:gd name="connsiteY3" fmla="*/ 151716 h 151716"/>
                <a:gd name="connsiteX4" fmla="*/ 151892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151892" y="151716"/>
                  </a:moveTo>
                  <a:lnTo>
                    <a:pt x="151892" y="0"/>
                  </a:lnTo>
                  <a:lnTo>
                    <a:pt x="0" y="0"/>
                  </a:lnTo>
                  <a:lnTo>
                    <a:pt x="0" y="151716"/>
                  </a:lnTo>
                  <a:lnTo>
                    <a:pt x="151892" y="151716"/>
                  </a:lnTo>
                  <a:close/>
                </a:path>
              </a:pathLst>
            </a:custGeom>
            <a:solidFill>
              <a:srgbClr val="FFFFFF"/>
            </a:solidFill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418" name="任意形状 417">
              <a:extLst>
                <a:ext uri="{FF2B5EF4-FFF2-40B4-BE49-F238E27FC236}">
                  <a16:creationId xmlns:a16="http://schemas.microsoft.com/office/drawing/2014/main" id="{5D796C37-9F7C-F44D-B1A0-8B72C8325D91}"/>
                </a:ext>
              </a:extLst>
            </p:cNvPr>
            <p:cNvSpPr/>
            <p:nvPr/>
          </p:nvSpPr>
          <p:spPr>
            <a:xfrm>
              <a:off x="4658945" y="2696354"/>
              <a:ext cx="72191" cy="83710"/>
            </a:xfrm>
            <a:custGeom>
              <a:avLst/>
              <a:gdLst>
                <a:gd name="connsiteX0" fmla="*/ 71201 w 72191"/>
                <a:gd name="connsiteY0" fmla="*/ 0 h 83710"/>
                <a:gd name="connsiteX1" fmla="*/ 16123 w 72191"/>
                <a:gd name="connsiteY1" fmla="*/ 78648 h 83710"/>
                <a:gd name="connsiteX2" fmla="*/ 50491 w 72191"/>
                <a:gd name="connsiteY2" fmla="*/ 78648 h 83710"/>
                <a:gd name="connsiteX3" fmla="*/ 62637 w 72191"/>
                <a:gd name="connsiteY3" fmla="*/ 75190 h 83710"/>
                <a:gd name="connsiteX4" fmla="*/ 70146 w 72191"/>
                <a:gd name="connsiteY4" fmla="*/ 61177 h 83710"/>
                <a:gd name="connsiteX5" fmla="*/ 72192 w 72191"/>
                <a:gd name="connsiteY5" fmla="*/ 61548 h 83710"/>
                <a:gd name="connsiteX6" fmla="*/ 68228 w 72191"/>
                <a:gd name="connsiteY6" fmla="*/ 83710 h 83710"/>
                <a:gd name="connsiteX7" fmla="*/ 0 w 72191"/>
                <a:gd name="connsiteY7" fmla="*/ 83710 h 83710"/>
                <a:gd name="connsiteX8" fmla="*/ 0 w 72191"/>
                <a:gd name="connsiteY8" fmla="*/ 81426 h 83710"/>
                <a:gd name="connsiteX9" fmla="*/ 53769 w 72191"/>
                <a:gd name="connsiteY9" fmla="*/ 5000 h 83710"/>
                <a:gd name="connsiteX10" fmla="*/ 26948 w 72191"/>
                <a:gd name="connsiteY10" fmla="*/ 5000 h 83710"/>
                <a:gd name="connsiteX11" fmla="*/ 17267 w 72191"/>
                <a:gd name="connsiteY11" fmla="*/ 6452 h 83710"/>
                <a:gd name="connsiteX12" fmla="*/ 12693 w 72191"/>
                <a:gd name="connsiteY12" fmla="*/ 10650 h 83710"/>
                <a:gd name="connsiteX13" fmla="*/ 9821 w 72191"/>
                <a:gd name="connsiteY13" fmla="*/ 20928 h 83710"/>
                <a:gd name="connsiteX14" fmla="*/ 7471 w 72191"/>
                <a:gd name="connsiteY14" fmla="*/ 20928 h 83710"/>
                <a:gd name="connsiteX15" fmla="*/ 9211 w 72191"/>
                <a:gd name="connsiteY15" fmla="*/ 0 h 83710"/>
                <a:gd name="connsiteX16" fmla="*/ 71201 w 72191"/>
                <a:gd name="connsiteY16" fmla="*/ 0 h 8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191" h="83710">
                  <a:moveTo>
                    <a:pt x="71201" y="0"/>
                  </a:moveTo>
                  <a:lnTo>
                    <a:pt x="16123" y="78648"/>
                  </a:lnTo>
                  <a:lnTo>
                    <a:pt x="50491" y="78648"/>
                  </a:lnTo>
                  <a:cubicBezTo>
                    <a:pt x="55764" y="78648"/>
                    <a:pt x="59817" y="77496"/>
                    <a:pt x="62637" y="75190"/>
                  </a:cubicBezTo>
                  <a:cubicBezTo>
                    <a:pt x="65458" y="72885"/>
                    <a:pt x="67961" y="68214"/>
                    <a:pt x="70146" y="61177"/>
                  </a:cubicBezTo>
                  <a:lnTo>
                    <a:pt x="72192" y="61548"/>
                  </a:lnTo>
                  <a:lnTo>
                    <a:pt x="68228" y="83710"/>
                  </a:lnTo>
                  <a:lnTo>
                    <a:pt x="0" y="83710"/>
                  </a:lnTo>
                  <a:lnTo>
                    <a:pt x="0" y="81426"/>
                  </a:lnTo>
                  <a:lnTo>
                    <a:pt x="53769" y="5000"/>
                  </a:lnTo>
                  <a:lnTo>
                    <a:pt x="26948" y="5000"/>
                  </a:lnTo>
                  <a:cubicBezTo>
                    <a:pt x="22488" y="5000"/>
                    <a:pt x="19274" y="5485"/>
                    <a:pt x="17267" y="6452"/>
                  </a:cubicBezTo>
                  <a:cubicBezTo>
                    <a:pt x="15272" y="7419"/>
                    <a:pt x="13747" y="8817"/>
                    <a:pt x="12693" y="10650"/>
                  </a:cubicBezTo>
                  <a:cubicBezTo>
                    <a:pt x="11651" y="12481"/>
                    <a:pt x="10685" y="15907"/>
                    <a:pt x="9821" y="20928"/>
                  </a:cubicBezTo>
                  <a:lnTo>
                    <a:pt x="7471" y="20928"/>
                  </a:lnTo>
                  <a:lnTo>
                    <a:pt x="9211" y="0"/>
                  </a:lnTo>
                  <a:lnTo>
                    <a:pt x="71201" y="0"/>
                  </a:lnTo>
                  <a:close/>
                </a:path>
              </a:pathLst>
            </a:custGeom>
            <a:solidFill>
              <a:schemeClr val="tx1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461" name="文本框 460">
            <a:extLst>
              <a:ext uri="{FF2B5EF4-FFF2-40B4-BE49-F238E27FC236}">
                <a16:creationId xmlns:a16="http://schemas.microsoft.com/office/drawing/2014/main" id="{2FDB1CA7-8DBE-0544-A2EB-CC5D8A8C579A}"/>
              </a:ext>
            </a:extLst>
          </p:cNvPr>
          <p:cNvSpPr txBox="1"/>
          <p:nvPr/>
        </p:nvSpPr>
        <p:spPr>
          <a:xfrm>
            <a:off x="5027004" y="2668502"/>
            <a:ext cx="5104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Reorder gates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2" name="圆角矩形 461">
            <a:extLst>
              <a:ext uri="{FF2B5EF4-FFF2-40B4-BE49-F238E27FC236}">
                <a16:creationId xmlns:a16="http://schemas.microsoft.com/office/drawing/2014/main" id="{3EC444C1-F3B7-F14E-83CD-0DFC7D7C1925}"/>
              </a:ext>
            </a:extLst>
          </p:cNvPr>
          <p:cNvSpPr/>
          <p:nvPr/>
        </p:nvSpPr>
        <p:spPr>
          <a:xfrm>
            <a:off x="4520804" y="2740894"/>
            <a:ext cx="500389" cy="131298"/>
          </a:xfrm>
          <a:prstGeom prst="roundRect">
            <a:avLst/>
          </a:prstGeom>
          <a:solidFill>
            <a:schemeClr val="accent5">
              <a:alpha val="18651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63" name="文本框 462">
            <a:extLst>
              <a:ext uri="{FF2B5EF4-FFF2-40B4-BE49-F238E27FC236}">
                <a16:creationId xmlns:a16="http://schemas.microsoft.com/office/drawing/2014/main" id="{68CF64C5-BE2C-504F-BEB1-1EDED0741E8F}"/>
              </a:ext>
            </a:extLst>
          </p:cNvPr>
          <p:cNvSpPr txBox="1"/>
          <p:nvPr/>
        </p:nvSpPr>
        <p:spPr>
          <a:xfrm>
            <a:off x="6081673" y="2655063"/>
            <a:ext cx="506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 with commu-</a:t>
            </a:r>
          </a:p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nication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64" name="组合 463">
            <a:extLst>
              <a:ext uri="{FF2B5EF4-FFF2-40B4-BE49-F238E27FC236}">
                <a16:creationId xmlns:a16="http://schemas.microsoft.com/office/drawing/2014/main" id="{12314E3B-1F28-5947-9F4E-0A1B4E628720}"/>
              </a:ext>
            </a:extLst>
          </p:cNvPr>
          <p:cNvGrpSpPr/>
          <p:nvPr/>
        </p:nvGrpSpPr>
        <p:grpSpPr>
          <a:xfrm>
            <a:off x="5495111" y="2643210"/>
            <a:ext cx="50845" cy="178718"/>
            <a:chOff x="747494" y="1442600"/>
            <a:chExt cx="75952" cy="246538"/>
          </a:xfrm>
        </p:grpSpPr>
        <p:sp>
          <p:nvSpPr>
            <p:cNvPr id="465" name="任意形状 464">
              <a:extLst>
                <a:ext uri="{FF2B5EF4-FFF2-40B4-BE49-F238E27FC236}">
                  <a16:creationId xmlns:a16="http://schemas.microsoft.com/office/drawing/2014/main" id="{791E0071-464B-D740-9924-C5B49D724159}"/>
                </a:ext>
              </a:extLst>
            </p:cNvPr>
            <p:cNvSpPr/>
            <p:nvPr/>
          </p:nvSpPr>
          <p:spPr>
            <a:xfrm>
              <a:off x="785470" y="1461564"/>
              <a:ext cx="12705" cy="189645"/>
            </a:xfrm>
            <a:custGeom>
              <a:avLst/>
              <a:gdLst>
                <a:gd name="connsiteX0" fmla="*/ 0 w 12705"/>
                <a:gd name="connsiteY0" fmla="*/ 0 h 189645"/>
                <a:gd name="connsiteX1" fmla="*/ 0 w 12705"/>
                <a:gd name="connsiteY1" fmla="*/ 189646 h 189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189645">
                  <a:moveTo>
                    <a:pt x="0" y="0"/>
                  </a:moveTo>
                  <a:lnTo>
                    <a:pt x="0" y="189646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66" name="任意形状 465">
              <a:extLst>
                <a:ext uri="{FF2B5EF4-FFF2-40B4-BE49-F238E27FC236}">
                  <a16:creationId xmlns:a16="http://schemas.microsoft.com/office/drawing/2014/main" id="{96BE47A7-A77B-4345-AFA2-D018D0C6B235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67" name="任意形状 466">
              <a:extLst>
                <a:ext uri="{FF2B5EF4-FFF2-40B4-BE49-F238E27FC236}">
                  <a16:creationId xmlns:a16="http://schemas.microsoft.com/office/drawing/2014/main" id="{8FCA75A5-6D7C-C941-AEB0-121DFC22493E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468" name="图形 2">
              <a:extLst>
                <a:ext uri="{FF2B5EF4-FFF2-40B4-BE49-F238E27FC236}">
                  <a16:creationId xmlns:a16="http://schemas.microsoft.com/office/drawing/2014/main" id="{5A3734D3-D872-6048-8D8B-EC236D820F62}"/>
                </a:ext>
              </a:extLst>
            </p:cNvPr>
            <p:cNvGrpSpPr/>
            <p:nvPr/>
          </p:nvGrpSpPr>
          <p:grpSpPr>
            <a:xfrm>
              <a:off x="747494" y="1613281"/>
              <a:ext cx="75952" cy="75857"/>
              <a:chOff x="1905278" y="368158"/>
              <a:chExt cx="75952" cy="75857"/>
            </a:xfrm>
            <a:noFill/>
          </p:grpSpPr>
          <p:sp>
            <p:nvSpPr>
              <p:cNvPr id="471" name="任意形状 470">
                <a:extLst>
                  <a:ext uri="{FF2B5EF4-FFF2-40B4-BE49-F238E27FC236}">
                    <a16:creationId xmlns:a16="http://schemas.microsoft.com/office/drawing/2014/main" id="{1082790D-B655-F44E-ADF8-9C5A86403A48}"/>
                  </a:ext>
                </a:extLst>
              </p:cNvPr>
              <p:cNvSpPr/>
              <p:nvPr/>
            </p:nvSpPr>
            <p:spPr>
              <a:xfrm>
                <a:off x="1905278" y="406087"/>
                <a:ext cx="75952" cy="12690"/>
              </a:xfrm>
              <a:custGeom>
                <a:avLst/>
                <a:gdLst>
                  <a:gd name="connsiteX0" fmla="*/ 0 w 75952"/>
                  <a:gd name="connsiteY0" fmla="*/ 0 h 12690"/>
                  <a:gd name="connsiteX1" fmla="*/ 75952 w 75952"/>
                  <a:gd name="connsiteY1" fmla="*/ 0 h 12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5952" h="12690">
                    <a:moveTo>
                      <a:pt x="0" y="0"/>
                    </a:moveTo>
                    <a:lnTo>
                      <a:pt x="75952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72" name="任意形状 471">
                <a:extLst>
                  <a:ext uri="{FF2B5EF4-FFF2-40B4-BE49-F238E27FC236}">
                    <a16:creationId xmlns:a16="http://schemas.microsoft.com/office/drawing/2014/main" id="{2B2200E2-899B-E446-8B53-A8D86AADE47C}"/>
                  </a:ext>
                </a:extLst>
              </p:cNvPr>
              <p:cNvSpPr/>
              <p:nvPr/>
            </p:nvSpPr>
            <p:spPr>
              <a:xfrm>
                <a:off x="1943254" y="368158"/>
                <a:ext cx="12705" cy="75857"/>
              </a:xfrm>
              <a:custGeom>
                <a:avLst/>
                <a:gdLst>
                  <a:gd name="connsiteX0" fmla="*/ 0 w 12705"/>
                  <a:gd name="connsiteY0" fmla="*/ 75857 h 75857"/>
                  <a:gd name="connsiteX1" fmla="*/ 0 w 12705"/>
                  <a:gd name="connsiteY1" fmla="*/ 0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75857">
                    <a:moveTo>
                      <a:pt x="0" y="75857"/>
                    </a:moveTo>
                    <a:lnTo>
                      <a:pt x="0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69" name="任意形状 468">
              <a:extLst>
                <a:ext uri="{FF2B5EF4-FFF2-40B4-BE49-F238E27FC236}">
                  <a16:creationId xmlns:a16="http://schemas.microsoft.com/office/drawing/2014/main" id="{85C9E875-3492-5C4E-82D7-4B076BE6B373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70" name="任意形状 469">
              <a:extLst>
                <a:ext uri="{FF2B5EF4-FFF2-40B4-BE49-F238E27FC236}">
                  <a16:creationId xmlns:a16="http://schemas.microsoft.com/office/drawing/2014/main" id="{F2FA1C81-251B-B343-A8AE-B6278DCA875F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473" name="任意形状 472">
            <a:extLst>
              <a:ext uri="{FF2B5EF4-FFF2-40B4-BE49-F238E27FC236}">
                <a16:creationId xmlns:a16="http://schemas.microsoft.com/office/drawing/2014/main" id="{39B25356-E845-7E44-A8B1-BCCF2AE0AD69}"/>
              </a:ext>
            </a:extLst>
          </p:cNvPr>
          <p:cNvSpPr/>
          <p:nvPr/>
        </p:nvSpPr>
        <p:spPr>
          <a:xfrm>
            <a:off x="5392389" y="2657263"/>
            <a:ext cx="731559" cy="43579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474" name="任意形状 473">
            <a:extLst>
              <a:ext uri="{FF2B5EF4-FFF2-40B4-BE49-F238E27FC236}">
                <a16:creationId xmlns:a16="http://schemas.microsoft.com/office/drawing/2014/main" id="{04D1CCFE-04EE-CD4A-816F-41E52DE33FF5}"/>
              </a:ext>
            </a:extLst>
          </p:cNvPr>
          <p:cNvSpPr/>
          <p:nvPr/>
        </p:nvSpPr>
        <p:spPr>
          <a:xfrm>
            <a:off x="5392389" y="2793686"/>
            <a:ext cx="731559" cy="43579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475" name="任意形状 474">
            <a:extLst>
              <a:ext uri="{FF2B5EF4-FFF2-40B4-BE49-F238E27FC236}">
                <a16:creationId xmlns:a16="http://schemas.microsoft.com/office/drawing/2014/main" id="{745EC7C2-9821-9D4E-B235-5A2D550F48D4}"/>
              </a:ext>
            </a:extLst>
          </p:cNvPr>
          <p:cNvSpPr/>
          <p:nvPr/>
        </p:nvSpPr>
        <p:spPr>
          <a:xfrm>
            <a:off x="5392389" y="2927033"/>
            <a:ext cx="731559" cy="43579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476" name="任意形状 475">
            <a:extLst>
              <a:ext uri="{FF2B5EF4-FFF2-40B4-BE49-F238E27FC236}">
                <a16:creationId xmlns:a16="http://schemas.microsoft.com/office/drawing/2014/main" id="{A12D435E-ECC9-6C49-8E27-4195A65ACBCD}"/>
              </a:ext>
            </a:extLst>
          </p:cNvPr>
          <p:cNvSpPr/>
          <p:nvPr/>
        </p:nvSpPr>
        <p:spPr>
          <a:xfrm>
            <a:off x="5392389" y="3060380"/>
            <a:ext cx="731559" cy="43579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477" name="任意形状 476">
            <a:extLst>
              <a:ext uri="{FF2B5EF4-FFF2-40B4-BE49-F238E27FC236}">
                <a16:creationId xmlns:a16="http://schemas.microsoft.com/office/drawing/2014/main" id="{F773733D-8C5F-3245-9E79-66A2186B4877}"/>
              </a:ext>
            </a:extLst>
          </p:cNvPr>
          <p:cNvSpPr/>
          <p:nvPr/>
        </p:nvSpPr>
        <p:spPr>
          <a:xfrm>
            <a:off x="5760310" y="2606675"/>
            <a:ext cx="94521" cy="92075"/>
          </a:xfrm>
          <a:custGeom>
            <a:avLst/>
            <a:gdLst>
              <a:gd name="connsiteX0" fmla="*/ 151892 w 151892"/>
              <a:gd name="connsiteY0" fmla="*/ 151716 h 151716"/>
              <a:gd name="connsiteX1" fmla="*/ 151892 w 151892"/>
              <a:gd name="connsiteY1" fmla="*/ 0 h 151716"/>
              <a:gd name="connsiteX2" fmla="*/ 0 w 151892"/>
              <a:gd name="connsiteY2" fmla="*/ 0 h 151716"/>
              <a:gd name="connsiteX3" fmla="*/ 0 w 151892"/>
              <a:gd name="connsiteY3" fmla="*/ 151716 h 151716"/>
              <a:gd name="connsiteX4" fmla="*/ 151892 w 151892"/>
              <a:gd name="connsiteY4" fmla="*/ 151716 h 15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892" h="151716">
                <a:moveTo>
                  <a:pt x="151892" y="151716"/>
                </a:moveTo>
                <a:lnTo>
                  <a:pt x="151892" y="0"/>
                </a:lnTo>
                <a:lnTo>
                  <a:pt x="0" y="0"/>
                </a:lnTo>
                <a:lnTo>
                  <a:pt x="0" y="151716"/>
                </a:lnTo>
                <a:lnTo>
                  <a:pt x="151892" y="151716"/>
                </a:lnTo>
                <a:close/>
              </a:path>
            </a:pathLst>
          </a:custGeom>
          <a:solidFill>
            <a:srgbClr val="FFFFFF"/>
          </a:solidFill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sp>
        <p:nvSpPr>
          <p:cNvPr id="478" name="任意形状 477">
            <a:extLst>
              <a:ext uri="{FF2B5EF4-FFF2-40B4-BE49-F238E27FC236}">
                <a16:creationId xmlns:a16="http://schemas.microsoft.com/office/drawing/2014/main" id="{FB8DFF88-55F8-6843-964F-FF5CE888AFB9}"/>
              </a:ext>
            </a:extLst>
          </p:cNvPr>
          <p:cNvSpPr/>
          <p:nvPr/>
        </p:nvSpPr>
        <p:spPr>
          <a:xfrm>
            <a:off x="5776149" y="2622858"/>
            <a:ext cx="58006" cy="60682"/>
          </a:xfrm>
          <a:custGeom>
            <a:avLst/>
            <a:gdLst>
              <a:gd name="connsiteX0" fmla="*/ 23848 w 86650"/>
              <a:gd name="connsiteY0" fmla="*/ 38830 h 83710"/>
              <a:gd name="connsiteX1" fmla="*/ 62790 w 86650"/>
              <a:gd name="connsiteY1" fmla="*/ 38830 h 83710"/>
              <a:gd name="connsiteX2" fmla="*/ 62790 w 86650"/>
              <a:gd name="connsiteY2" fmla="*/ 14878 h 83710"/>
              <a:gd name="connsiteX3" fmla="*/ 61990 w 86650"/>
              <a:gd name="connsiteY3" fmla="*/ 6420 h 83710"/>
              <a:gd name="connsiteX4" fmla="*/ 59385 w 86650"/>
              <a:gd name="connsiteY4" fmla="*/ 3767 h 83710"/>
              <a:gd name="connsiteX5" fmla="*/ 53769 w 86650"/>
              <a:gd name="connsiteY5" fmla="*/ 2284 h 83710"/>
              <a:gd name="connsiteX6" fmla="*/ 50796 w 86650"/>
              <a:gd name="connsiteY6" fmla="*/ 2284 h 83710"/>
              <a:gd name="connsiteX7" fmla="*/ 50796 w 86650"/>
              <a:gd name="connsiteY7" fmla="*/ 0 h 83710"/>
              <a:gd name="connsiteX8" fmla="*/ 86650 w 86650"/>
              <a:gd name="connsiteY8" fmla="*/ 0 h 83710"/>
              <a:gd name="connsiteX9" fmla="*/ 86650 w 86650"/>
              <a:gd name="connsiteY9" fmla="*/ 2284 h 83710"/>
              <a:gd name="connsiteX10" fmla="*/ 83678 w 86650"/>
              <a:gd name="connsiteY10" fmla="*/ 2284 h 83710"/>
              <a:gd name="connsiteX11" fmla="*/ 78049 w 86650"/>
              <a:gd name="connsiteY11" fmla="*/ 3704 h 83710"/>
              <a:gd name="connsiteX12" fmla="*/ 75368 w 86650"/>
              <a:gd name="connsiteY12" fmla="*/ 6698 h 83710"/>
              <a:gd name="connsiteX13" fmla="*/ 74656 w 86650"/>
              <a:gd name="connsiteY13" fmla="*/ 14878 h 83710"/>
              <a:gd name="connsiteX14" fmla="*/ 74656 w 86650"/>
              <a:gd name="connsiteY14" fmla="*/ 68894 h 83710"/>
              <a:gd name="connsiteX15" fmla="*/ 75457 w 86650"/>
              <a:gd name="connsiteY15" fmla="*/ 77289 h 83710"/>
              <a:gd name="connsiteX16" fmla="*/ 77998 w 86650"/>
              <a:gd name="connsiteY16" fmla="*/ 79944 h 83710"/>
              <a:gd name="connsiteX17" fmla="*/ 83678 w 86650"/>
              <a:gd name="connsiteY17" fmla="*/ 81426 h 83710"/>
              <a:gd name="connsiteX18" fmla="*/ 86650 w 86650"/>
              <a:gd name="connsiteY18" fmla="*/ 81426 h 83710"/>
              <a:gd name="connsiteX19" fmla="*/ 86650 w 86650"/>
              <a:gd name="connsiteY19" fmla="*/ 83710 h 83710"/>
              <a:gd name="connsiteX20" fmla="*/ 50796 w 86650"/>
              <a:gd name="connsiteY20" fmla="*/ 83710 h 83710"/>
              <a:gd name="connsiteX21" fmla="*/ 50796 w 86650"/>
              <a:gd name="connsiteY21" fmla="*/ 81426 h 83710"/>
              <a:gd name="connsiteX22" fmla="*/ 53769 w 86650"/>
              <a:gd name="connsiteY22" fmla="*/ 81426 h 83710"/>
              <a:gd name="connsiteX23" fmla="*/ 61240 w 86650"/>
              <a:gd name="connsiteY23" fmla="*/ 78401 h 83710"/>
              <a:gd name="connsiteX24" fmla="*/ 62790 w 86650"/>
              <a:gd name="connsiteY24" fmla="*/ 68894 h 83710"/>
              <a:gd name="connsiteX25" fmla="*/ 62790 w 86650"/>
              <a:gd name="connsiteY25" fmla="*/ 43398 h 83710"/>
              <a:gd name="connsiteX26" fmla="*/ 23848 w 86650"/>
              <a:gd name="connsiteY26" fmla="*/ 43398 h 83710"/>
              <a:gd name="connsiteX27" fmla="*/ 23848 w 86650"/>
              <a:gd name="connsiteY27" fmla="*/ 68894 h 83710"/>
              <a:gd name="connsiteX28" fmla="*/ 24648 w 86650"/>
              <a:gd name="connsiteY28" fmla="*/ 77289 h 83710"/>
              <a:gd name="connsiteX29" fmla="*/ 27253 w 86650"/>
              <a:gd name="connsiteY29" fmla="*/ 79944 h 83710"/>
              <a:gd name="connsiteX30" fmla="*/ 32869 w 86650"/>
              <a:gd name="connsiteY30" fmla="*/ 81426 h 83710"/>
              <a:gd name="connsiteX31" fmla="*/ 35905 w 86650"/>
              <a:gd name="connsiteY31" fmla="*/ 81426 h 83710"/>
              <a:gd name="connsiteX32" fmla="*/ 35905 w 86650"/>
              <a:gd name="connsiteY32" fmla="*/ 83710 h 83710"/>
              <a:gd name="connsiteX33" fmla="*/ 0 w 86650"/>
              <a:gd name="connsiteY33" fmla="*/ 83710 h 83710"/>
              <a:gd name="connsiteX34" fmla="*/ 0 w 86650"/>
              <a:gd name="connsiteY34" fmla="*/ 81426 h 83710"/>
              <a:gd name="connsiteX35" fmla="*/ 2960 w 86650"/>
              <a:gd name="connsiteY35" fmla="*/ 81426 h 83710"/>
              <a:gd name="connsiteX36" fmla="*/ 10507 w 86650"/>
              <a:gd name="connsiteY36" fmla="*/ 78401 h 83710"/>
              <a:gd name="connsiteX37" fmla="*/ 11981 w 86650"/>
              <a:gd name="connsiteY37" fmla="*/ 68894 h 83710"/>
              <a:gd name="connsiteX38" fmla="*/ 11981 w 86650"/>
              <a:gd name="connsiteY38" fmla="*/ 14878 h 83710"/>
              <a:gd name="connsiteX39" fmla="*/ 11181 w 86650"/>
              <a:gd name="connsiteY39" fmla="*/ 6420 h 83710"/>
              <a:gd name="connsiteX40" fmla="*/ 8652 w 86650"/>
              <a:gd name="connsiteY40" fmla="*/ 3767 h 83710"/>
              <a:gd name="connsiteX41" fmla="*/ 2960 w 86650"/>
              <a:gd name="connsiteY41" fmla="*/ 2284 h 83710"/>
              <a:gd name="connsiteX42" fmla="*/ 0 w 86650"/>
              <a:gd name="connsiteY42" fmla="*/ 2284 h 83710"/>
              <a:gd name="connsiteX43" fmla="*/ 0 w 86650"/>
              <a:gd name="connsiteY43" fmla="*/ 0 h 83710"/>
              <a:gd name="connsiteX44" fmla="*/ 35905 w 86650"/>
              <a:gd name="connsiteY44" fmla="*/ 0 h 83710"/>
              <a:gd name="connsiteX45" fmla="*/ 35905 w 86650"/>
              <a:gd name="connsiteY45" fmla="*/ 2284 h 83710"/>
              <a:gd name="connsiteX46" fmla="*/ 32869 w 86650"/>
              <a:gd name="connsiteY46" fmla="*/ 2284 h 83710"/>
              <a:gd name="connsiteX47" fmla="*/ 27253 w 86650"/>
              <a:gd name="connsiteY47" fmla="*/ 3704 h 83710"/>
              <a:gd name="connsiteX48" fmla="*/ 24597 w 86650"/>
              <a:gd name="connsiteY48" fmla="*/ 6698 h 83710"/>
              <a:gd name="connsiteX49" fmla="*/ 23848 w 86650"/>
              <a:gd name="connsiteY49" fmla="*/ 14878 h 83710"/>
              <a:gd name="connsiteX50" fmla="*/ 23848 w 86650"/>
              <a:gd name="connsiteY50" fmla="*/ 38830 h 83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86650" h="83710">
                <a:moveTo>
                  <a:pt x="23848" y="38830"/>
                </a:moveTo>
                <a:lnTo>
                  <a:pt x="62790" y="38830"/>
                </a:lnTo>
                <a:lnTo>
                  <a:pt x="62790" y="14878"/>
                </a:lnTo>
                <a:cubicBezTo>
                  <a:pt x="62790" y="10598"/>
                  <a:pt x="62523" y="7779"/>
                  <a:pt x="61990" y="6420"/>
                </a:cubicBezTo>
                <a:cubicBezTo>
                  <a:pt x="61570" y="5392"/>
                  <a:pt x="60706" y="4506"/>
                  <a:pt x="59385" y="3767"/>
                </a:cubicBezTo>
                <a:cubicBezTo>
                  <a:pt x="57619" y="2778"/>
                  <a:pt x="55738" y="2284"/>
                  <a:pt x="53769" y="2284"/>
                </a:cubicBezTo>
                <a:lnTo>
                  <a:pt x="50796" y="2284"/>
                </a:lnTo>
                <a:lnTo>
                  <a:pt x="50796" y="0"/>
                </a:lnTo>
                <a:lnTo>
                  <a:pt x="86650" y="0"/>
                </a:lnTo>
                <a:lnTo>
                  <a:pt x="86650" y="2284"/>
                </a:lnTo>
                <a:lnTo>
                  <a:pt x="83678" y="2284"/>
                </a:lnTo>
                <a:cubicBezTo>
                  <a:pt x="81695" y="2284"/>
                  <a:pt x="79828" y="2758"/>
                  <a:pt x="78049" y="3704"/>
                </a:cubicBezTo>
                <a:cubicBezTo>
                  <a:pt x="76740" y="4363"/>
                  <a:pt x="75838" y="5360"/>
                  <a:pt x="75368" y="6698"/>
                </a:cubicBezTo>
                <a:cubicBezTo>
                  <a:pt x="74898" y="8036"/>
                  <a:pt x="74656" y="10763"/>
                  <a:pt x="74656" y="14878"/>
                </a:cubicBezTo>
                <a:lnTo>
                  <a:pt x="74656" y="68894"/>
                </a:lnTo>
                <a:cubicBezTo>
                  <a:pt x="74656" y="73133"/>
                  <a:pt x="74923" y="75931"/>
                  <a:pt x="75457" y="77289"/>
                </a:cubicBezTo>
                <a:cubicBezTo>
                  <a:pt x="75876" y="78318"/>
                  <a:pt x="76715" y="79203"/>
                  <a:pt x="77998" y="79944"/>
                </a:cubicBezTo>
                <a:cubicBezTo>
                  <a:pt x="79802" y="80931"/>
                  <a:pt x="81695" y="81426"/>
                  <a:pt x="83678" y="81426"/>
                </a:cubicBezTo>
                <a:lnTo>
                  <a:pt x="86650" y="81426"/>
                </a:lnTo>
                <a:lnTo>
                  <a:pt x="86650" y="83710"/>
                </a:lnTo>
                <a:lnTo>
                  <a:pt x="50796" y="83710"/>
                </a:lnTo>
                <a:lnTo>
                  <a:pt x="50796" y="81426"/>
                </a:lnTo>
                <a:lnTo>
                  <a:pt x="53769" y="81426"/>
                </a:lnTo>
                <a:cubicBezTo>
                  <a:pt x="57187" y="81426"/>
                  <a:pt x="59677" y="80417"/>
                  <a:pt x="61240" y="78401"/>
                </a:cubicBezTo>
                <a:cubicBezTo>
                  <a:pt x="62269" y="77083"/>
                  <a:pt x="62790" y="73915"/>
                  <a:pt x="62790" y="68894"/>
                </a:cubicBezTo>
                <a:lnTo>
                  <a:pt x="62790" y="43398"/>
                </a:lnTo>
                <a:lnTo>
                  <a:pt x="23848" y="43398"/>
                </a:lnTo>
                <a:lnTo>
                  <a:pt x="23848" y="68894"/>
                </a:lnTo>
                <a:cubicBezTo>
                  <a:pt x="23848" y="73133"/>
                  <a:pt x="24115" y="75931"/>
                  <a:pt x="24648" y="77289"/>
                </a:cubicBezTo>
                <a:cubicBezTo>
                  <a:pt x="25068" y="78318"/>
                  <a:pt x="25932" y="79203"/>
                  <a:pt x="27253" y="79944"/>
                </a:cubicBezTo>
                <a:cubicBezTo>
                  <a:pt x="29019" y="80931"/>
                  <a:pt x="30899" y="81426"/>
                  <a:pt x="32869" y="81426"/>
                </a:cubicBezTo>
                <a:lnTo>
                  <a:pt x="35905" y="81426"/>
                </a:lnTo>
                <a:lnTo>
                  <a:pt x="35905" y="83710"/>
                </a:lnTo>
                <a:lnTo>
                  <a:pt x="0" y="83710"/>
                </a:lnTo>
                <a:lnTo>
                  <a:pt x="0" y="81426"/>
                </a:lnTo>
                <a:lnTo>
                  <a:pt x="2960" y="81426"/>
                </a:lnTo>
                <a:cubicBezTo>
                  <a:pt x="6416" y="81426"/>
                  <a:pt x="8932" y="80417"/>
                  <a:pt x="10507" y="78401"/>
                </a:cubicBezTo>
                <a:cubicBezTo>
                  <a:pt x="11486" y="77083"/>
                  <a:pt x="11981" y="73915"/>
                  <a:pt x="11981" y="68894"/>
                </a:cubicBezTo>
                <a:lnTo>
                  <a:pt x="11981" y="14878"/>
                </a:lnTo>
                <a:cubicBezTo>
                  <a:pt x="11981" y="10598"/>
                  <a:pt x="11714" y="7779"/>
                  <a:pt x="11181" y="6420"/>
                </a:cubicBezTo>
                <a:cubicBezTo>
                  <a:pt x="10774" y="5392"/>
                  <a:pt x="9923" y="4506"/>
                  <a:pt x="8652" y="3767"/>
                </a:cubicBezTo>
                <a:cubicBezTo>
                  <a:pt x="6835" y="2778"/>
                  <a:pt x="4942" y="2284"/>
                  <a:pt x="2960" y="2284"/>
                </a:cubicBezTo>
                <a:lnTo>
                  <a:pt x="0" y="2284"/>
                </a:lnTo>
                <a:lnTo>
                  <a:pt x="0" y="0"/>
                </a:lnTo>
                <a:lnTo>
                  <a:pt x="35905" y="0"/>
                </a:lnTo>
                <a:lnTo>
                  <a:pt x="35905" y="2284"/>
                </a:lnTo>
                <a:lnTo>
                  <a:pt x="32869" y="2284"/>
                </a:lnTo>
                <a:cubicBezTo>
                  <a:pt x="30899" y="2284"/>
                  <a:pt x="29019" y="2758"/>
                  <a:pt x="27253" y="3704"/>
                </a:cubicBezTo>
                <a:cubicBezTo>
                  <a:pt x="25970" y="4363"/>
                  <a:pt x="25093" y="5360"/>
                  <a:pt x="24597" y="6698"/>
                </a:cubicBezTo>
                <a:cubicBezTo>
                  <a:pt x="24102" y="8036"/>
                  <a:pt x="23848" y="10763"/>
                  <a:pt x="23848" y="14878"/>
                </a:cubicBezTo>
                <a:lnTo>
                  <a:pt x="23848" y="38830"/>
                </a:lnTo>
                <a:close/>
              </a:path>
            </a:pathLst>
          </a:custGeom>
          <a:solidFill>
            <a:srgbClr val="000000"/>
          </a:solidFill>
          <a:ln w="12695" cap="rnd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grpSp>
        <p:nvGrpSpPr>
          <p:cNvPr id="479" name="组合 478">
            <a:extLst>
              <a:ext uri="{FF2B5EF4-FFF2-40B4-BE49-F238E27FC236}">
                <a16:creationId xmlns:a16="http://schemas.microsoft.com/office/drawing/2014/main" id="{0A88ABAB-3D09-4B4A-A00A-F8A039E51359}"/>
              </a:ext>
            </a:extLst>
          </p:cNvPr>
          <p:cNvGrpSpPr/>
          <p:nvPr/>
        </p:nvGrpSpPr>
        <p:grpSpPr>
          <a:xfrm>
            <a:off x="5640468" y="2775984"/>
            <a:ext cx="50845" cy="178718"/>
            <a:chOff x="747494" y="1442600"/>
            <a:chExt cx="75952" cy="246538"/>
          </a:xfrm>
        </p:grpSpPr>
        <p:sp>
          <p:nvSpPr>
            <p:cNvPr id="480" name="任意形状 479">
              <a:extLst>
                <a:ext uri="{FF2B5EF4-FFF2-40B4-BE49-F238E27FC236}">
                  <a16:creationId xmlns:a16="http://schemas.microsoft.com/office/drawing/2014/main" id="{4C2179E3-11A0-5C42-9A96-470DEF4DE29D}"/>
                </a:ext>
              </a:extLst>
            </p:cNvPr>
            <p:cNvSpPr/>
            <p:nvPr/>
          </p:nvSpPr>
          <p:spPr>
            <a:xfrm>
              <a:off x="785470" y="1461564"/>
              <a:ext cx="12705" cy="189645"/>
            </a:xfrm>
            <a:custGeom>
              <a:avLst/>
              <a:gdLst>
                <a:gd name="connsiteX0" fmla="*/ 0 w 12705"/>
                <a:gd name="connsiteY0" fmla="*/ 0 h 189645"/>
                <a:gd name="connsiteX1" fmla="*/ 0 w 12705"/>
                <a:gd name="connsiteY1" fmla="*/ 189646 h 189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189645">
                  <a:moveTo>
                    <a:pt x="0" y="0"/>
                  </a:moveTo>
                  <a:lnTo>
                    <a:pt x="0" y="189646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81" name="任意形状 480">
              <a:extLst>
                <a:ext uri="{FF2B5EF4-FFF2-40B4-BE49-F238E27FC236}">
                  <a16:creationId xmlns:a16="http://schemas.microsoft.com/office/drawing/2014/main" id="{4517CBFF-80CA-AF4C-9D03-D3F12302137A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82" name="任意形状 481">
              <a:extLst>
                <a:ext uri="{FF2B5EF4-FFF2-40B4-BE49-F238E27FC236}">
                  <a16:creationId xmlns:a16="http://schemas.microsoft.com/office/drawing/2014/main" id="{1E862A43-E304-2546-9E98-34E863BC7A35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483" name="图形 2">
              <a:extLst>
                <a:ext uri="{FF2B5EF4-FFF2-40B4-BE49-F238E27FC236}">
                  <a16:creationId xmlns:a16="http://schemas.microsoft.com/office/drawing/2014/main" id="{B9D67F3E-C5EE-F243-B09B-36FF516D67E6}"/>
                </a:ext>
              </a:extLst>
            </p:cNvPr>
            <p:cNvGrpSpPr/>
            <p:nvPr/>
          </p:nvGrpSpPr>
          <p:grpSpPr>
            <a:xfrm>
              <a:off x="747494" y="1613281"/>
              <a:ext cx="75952" cy="75857"/>
              <a:chOff x="1905278" y="368158"/>
              <a:chExt cx="75952" cy="75857"/>
            </a:xfrm>
            <a:noFill/>
          </p:grpSpPr>
          <p:sp>
            <p:nvSpPr>
              <p:cNvPr id="486" name="任意形状 485">
                <a:extLst>
                  <a:ext uri="{FF2B5EF4-FFF2-40B4-BE49-F238E27FC236}">
                    <a16:creationId xmlns:a16="http://schemas.microsoft.com/office/drawing/2014/main" id="{517553C5-B767-A745-B5E5-F5816FA7035F}"/>
                  </a:ext>
                </a:extLst>
              </p:cNvPr>
              <p:cNvSpPr/>
              <p:nvPr/>
            </p:nvSpPr>
            <p:spPr>
              <a:xfrm>
                <a:off x="1905278" y="406087"/>
                <a:ext cx="75952" cy="12690"/>
              </a:xfrm>
              <a:custGeom>
                <a:avLst/>
                <a:gdLst>
                  <a:gd name="connsiteX0" fmla="*/ 0 w 75952"/>
                  <a:gd name="connsiteY0" fmla="*/ 0 h 12690"/>
                  <a:gd name="connsiteX1" fmla="*/ 75952 w 75952"/>
                  <a:gd name="connsiteY1" fmla="*/ 0 h 12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5952" h="12690">
                    <a:moveTo>
                      <a:pt x="0" y="0"/>
                    </a:moveTo>
                    <a:lnTo>
                      <a:pt x="75952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87" name="任意形状 486">
                <a:extLst>
                  <a:ext uri="{FF2B5EF4-FFF2-40B4-BE49-F238E27FC236}">
                    <a16:creationId xmlns:a16="http://schemas.microsoft.com/office/drawing/2014/main" id="{7E8CDE8B-B9FE-4E4C-B837-129E5B5C279C}"/>
                  </a:ext>
                </a:extLst>
              </p:cNvPr>
              <p:cNvSpPr/>
              <p:nvPr/>
            </p:nvSpPr>
            <p:spPr>
              <a:xfrm>
                <a:off x="1943254" y="368158"/>
                <a:ext cx="12705" cy="75857"/>
              </a:xfrm>
              <a:custGeom>
                <a:avLst/>
                <a:gdLst>
                  <a:gd name="connsiteX0" fmla="*/ 0 w 12705"/>
                  <a:gd name="connsiteY0" fmla="*/ 75857 h 75857"/>
                  <a:gd name="connsiteX1" fmla="*/ 0 w 12705"/>
                  <a:gd name="connsiteY1" fmla="*/ 0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75857">
                    <a:moveTo>
                      <a:pt x="0" y="75857"/>
                    </a:moveTo>
                    <a:lnTo>
                      <a:pt x="0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84" name="任意形状 483">
              <a:extLst>
                <a:ext uri="{FF2B5EF4-FFF2-40B4-BE49-F238E27FC236}">
                  <a16:creationId xmlns:a16="http://schemas.microsoft.com/office/drawing/2014/main" id="{E68492CB-4B76-8248-AF04-BAE466D681AB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85" name="任意形状 484">
              <a:extLst>
                <a:ext uri="{FF2B5EF4-FFF2-40B4-BE49-F238E27FC236}">
                  <a16:creationId xmlns:a16="http://schemas.microsoft.com/office/drawing/2014/main" id="{47C4165B-604B-4647-87B0-E098DA2DF8F3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488" name="组合 487">
            <a:extLst>
              <a:ext uri="{FF2B5EF4-FFF2-40B4-BE49-F238E27FC236}">
                <a16:creationId xmlns:a16="http://schemas.microsoft.com/office/drawing/2014/main" id="{F19355A8-183D-0A4E-A063-1A05503C681F}"/>
              </a:ext>
            </a:extLst>
          </p:cNvPr>
          <p:cNvGrpSpPr/>
          <p:nvPr/>
        </p:nvGrpSpPr>
        <p:grpSpPr>
          <a:xfrm>
            <a:off x="5789698" y="2777229"/>
            <a:ext cx="50845" cy="308185"/>
            <a:chOff x="2608228" y="570289"/>
            <a:chExt cx="75952" cy="436185"/>
          </a:xfrm>
        </p:grpSpPr>
        <p:sp>
          <p:nvSpPr>
            <p:cNvPr id="489" name="任意形状 488">
              <a:extLst>
                <a:ext uri="{FF2B5EF4-FFF2-40B4-BE49-F238E27FC236}">
                  <a16:creationId xmlns:a16="http://schemas.microsoft.com/office/drawing/2014/main" id="{91E0ABEE-3D80-7D49-8F83-954A4DF78286}"/>
                </a:ext>
              </a:extLst>
            </p:cNvPr>
            <p:cNvSpPr/>
            <p:nvPr/>
          </p:nvSpPr>
          <p:spPr>
            <a:xfrm>
              <a:off x="2646205" y="589255"/>
              <a:ext cx="12705" cy="379290"/>
            </a:xfrm>
            <a:custGeom>
              <a:avLst/>
              <a:gdLst>
                <a:gd name="connsiteX0" fmla="*/ 0 w 12705"/>
                <a:gd name="connsiteY0" fmla="*/ 0 h 379290"/>
                <a:gd name="connsiteX1" fmla="*/ 0 w 12705"/>
                <a:gd name="connsiteY1" fmla="*/ 379291 h 379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379290">
                  <a:moveTo>
                    <a:pt x="0" y="0"/>
                  </a:moveTo>
                  <a:lnTo>
                    <a:pt x="0" y="379291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90" name="任意形状 489">
              <a:extLst>
                <a:ext uri="{FF2B5EF4-FFF2-40B4-BE49-F238E27FC236}">
                  <a16:creationId xmlns:a16="http://schemas.microsoft.com/office/drawing/2014/main" id="{AB67820D-A56F-8742-A754-AB0A898C5464}"/>
                </a:ext>
              </a:extLst>
            </p:cNvPr>
            <p:cNvSpPr/>
            <p:nvPr/>
          </p:nvSpPr>
          <p:spPr>
            <a:xfrm>
              <a:off x="2608228" y="930616"/>
              <a:ext cx="75952" cy="75858"/>
            </a:xfrm>
            <a:custGeom>
              <a:avLst/>
              <a:gdLst>
                <a:gd name="connsiteX0" fmla="*/ 75952 w 75952"/>
                <a:gd name="connsiteY0" fmla="*/ 37930 h 75858"/>
                <a:gd name="connsiteX1" fmla="*/ 37976 w 75952"/>
                <a:gd name="connsiteY1" fmla="*/ 0 h 75858"/>
                <a:gd name="connsiteX2" fmla="*/ 0 w 75952"/>
                <a:gd name="connsiteY2" fmla="*/ 37930 h 75858"/>
                <a:gd name="connsiteX3" fmla="*/ 37976 w 75952"/>
                <a:gd name="connsiteY3" fmla="*/ 75859 h 75858"/>
                <a:gd name="connsiteX4" fmla="*/ 75952 w 75952"/>
                <a:gd name="connsiteY4" fmla="*/ 37930 h 75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8">
                  <a:moveTo>
                    <a:pt x="75952" y="37930"/>
                  </a:moveTo>
                  <a:cubicBezTo>
                    <a:pt x="75952" y="16982"/>
                    <a:pt x="58953" y="0"/>
                    <a:pt x="37976" y="0"/>
                  </a:cubicBezTo>
                  <a:cubicBezTo>
                    <a:pt x="17000" y="0"/>
                    <a:pt x="0" y="16982"/>
                    <a:pt x="0" y="37930"/>
                  </a:cubicBezTo>
                  <a:cubicBezTo>
                    <a:pt x="0" y="58878"/>
                    <a:pt x="17000" y="75859"/>
                    <a:pt x="37976" y="75859"/>
                  </a:cubicBezTo>
                  <a:cubicBezTo>
                    <a:pt x="58953" y="75859"/>
                    <a:pt x="75952" y="58878"/>
                    <a:pt x="75952" y="37930"/>
                  </a:cubicBez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91" name="任意形状 490">
              <a:extLst>
                <a:ext uri="{FF2B5EF4-FFF2-40B4-BE49-F238E27FC236}">
                  <a16:creationId xmlns:a16="http://schemas.microsoft.com/office/drawing/2014/main" id="{DA109ABE-7094-574B-A950-FB1C397252EE}"/>
                </a:ext>
              </a:extLst>
            </p:cNvPr>
            <p:cNvSpPr/>
            <p:nvPr/>
          </p:nvSpPr>
          <p:spPr>
            <a:xfrm>
              <a:off x="2608228" y="930616"/>
              <a:ext cx="75952" cy="75858"/>
            </a:xfrm>
            <a:custGeom>
              <a:avLst/>
              <a:gdLst>
                <a:gd name="connsiteX0" fmla="*/ 75952 w 75952"/>
                <a:gd name="connsiteY0" fmla="*/ 37930 h 75858"/>
                <a:gd name="connsiteX1" fmla="*/ 37976 w 75952"/>
                <a:gd name="connsiteY1" fmla="*/ 0 h 75858"/>
                <a:gd name="connsiteX2" fmla="*/ 0 w 75952"/>
                <a:gd name="connsiteY2" fmla="*/ 37930 h 75858"/>
                <a:gd name="connsiteX3" fmla="*/ 37976 w 75952"/>
                <a:gd name="connsiteY3" fmla="*/ 75859 h 75858"/>
                <a:gd name="connsiteX4" fmla="*/ 75952 w 75952"/>
                <a:gd name="connsiteY4" fmla="*/ 37930 h 75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8">
                  <a:moveTo>
                    <a:pt x="75952" y="37930"/>
                  </a:moveTo>
                  <a:cubicBezTo>
                    <a:pt x="75952" y="16982"/>
                    <a:pt x="58953" y="0"/>
                    <a:pt x="37976" y="0"/>
                  </a:cubicBezTo>
                  <a:cubicBezTo>
                    <a:pt x="17000" y="0"/>
                    <a:pt x="0" y="16982"/>
                    <a:pt x="0" y="37930"/>
                  </a:cubicBezTo>
                  <a:cubicBezTo>
                    <a:pt x="0" y="58878"/>
                    <a:pt x="17000" y="75859"/>
                    <a:pt x="37976" y="75859"/>
                  </a:cubicBezTo>
                  <a:cubicBezTo>
                    <a:pt x="58953" y="75859"/>
                    <a:pt x="75952" y="58878"/>
                    <a:pt x="75952" y="37930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492" name="图形 2">
              <a:extLst>
                <a:ext uri="{FF2B5EF4-FFF2-40B4-BE49-F238E27FC236}">
                  <a16:creationId xmlns:a16="http://schemas.microsoft.com/office/drawing/2014/main" id="{E10E33DC-61D7-C04F-A9CE-EF8055D92456}"/>
                </a:ext>
              </a:extLst>
            </p:cNvPr>
            <p:cNvGrpSpPr/>
            <p:nvPr/>
          </p:nvGrpSpPr>
          <p:grpSpPr>
            <a:xfrm>
              <a:off x="2608228" y="930616"/>
              <a:ext cx="75952" cy="75858"/>
              <a:chOff x="2968549" y="937094"/>
              <a:chExt cx="75952" cy="75858"/>
            </a:xfrm>
            <a:noFill/>
          </p:grpSpPr>
          <p:sp>
            <p:nvSpPr>
              <p:cNvPr id="495" name="任意形状 494">
                <a:extLst>
                  <a:ext uri="{FF2B5EF4-FFF2-40B4-BE49-F238E27FC236}">
                    <a16:creationId xmlns:a16="http://schemas.microsoft.com/office/drawing/2014/main" id="{AA6BF203-E413-6144-BC62-5FAFB813A460}"/>
                  </a:ext>
                </a:extLst>
              </p:cNvPr>
              <p:cNvSpPr/>
              <p:nvPr/>
            </p:nvSpPr>
            <p:spPr>
              <a:xfrm>
                <a:off x="2968549" y="975024"/>
                <a:ext cx="75952" cy="12690"/>
              </a:xfrm>
              <a:custGeom>
                <a:avLst/>
                <a:gdLst>
                  <a:gd name="connsiteX0" fmla="*/ 0 w 75952"/>
                  <a:gd name="connsiteY0" fmla="*/ 0 h 12690"/>
                  <a:gd name="connsiteX1" fmla="*/ 75952 w 75952"/>
                  <a:gd name="connsiteY1" fmla="*/ 0 h 12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5952" h="12690">
                    <a:moveTo>
                      <a:pt x="0" y="0"/>
                    </a:moveTo>
                    <a:lnTo>
                      <a:pt x="75952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496" name="任意形状 495">
                <a:extLst>
                  <a:ext uri="{FF2B5EF4-FFF2-40B4-BE49-F238E27FC236}">
                    <a16:creationId xmlns:a16="http://schemas.microsoft.com/office/drawing/2014/main" id="{CF44E5A5-3860-B547-992E-0207E6DA1BEB}"/>
                  </a:ext>
                </a:extLst>
              </p:cNvPr>
              <p:cNvSpPr/>
              <p:nvPr/>
            </p:nvSpPr>
            <p:spPr>
              <a:xfrm>
                <a:off x="3006526" y="937094"/>
                <a:ext cx="12705" cy="75858"/>
              </a:xfrm>
              <a:custGeom>
                <a:avLst/>
                <a:gdLst>
                  <a:gd name="connsiteX0" fmla="*/ 0 w 12705"/>
                  <a:gd name="connsiteY0" fmla="*/ 75859 h 75858"/>
                  <a:gd name="connsiteX1" fmla="*/ 0 w 12705"/>
                  <a:gd name="connsiteY1" fmla="*/ 0 h 75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75858">
                    <a:moveTo>
                      <a:pt x="0" y="75859"/>
                    </a:moveTo>
                    <a:lnTo>
                      <a:pt x="0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493" name="任意形状 492">
              <a:extLst>
                <a:ext uri="{FF2B5EF4-FFF2-40B4-BE49-F238E27FC236}">
                  <a16:creationId xmlns:a16="http://schemas.microsoft.com/office/drawing/2014/main" id="{DD3B1404-B7A9-034F-BA57-D6808DC35889}"/>
                </a:ext>
              </a:extLst>
            </p:cNvPr>
            <p:cNvSpPr/>
            <p:nvPr/>
          </p:nvSpPr>
          <p:spPr>
            <a:xfrm>
              <a:off x="2627223" y="570289"/>
              <a:ext cx="37963" cy="37929"/>
            </a:xfrm>
            <a:custGeom>
              <a:avLst/>
              <a:gdLst>
                <a:gd name="connsiteX0" fmla="*/ 37963 w 37963"/>
                <a:gd name="connsiteY0" fmla="*/ 18966 h 37929"/>
                <a:gd name="connsiteX1" fmla="*/ 18982 w 37963"/>
                <a:gd name="connsiteY1" fmla="*/ 0 h 37929"/>
                <a:gd name="connsiteX2" fmla="*/ 0 w 37963"/>
                <a:gd name="connsiteY2" fmla="*/ 18966 h 37929"/>
                <a:gd name="connsiteX3" fmla="*/ 18982 w 37963"/>
                <a:gd name="connsiteY3" fmla="*/ 37930 h 37929"/>
                <a:gd name="connsiteX4" fmla="*/ 37963 w 37963"/>
                <a:gd name="connsiteY4" fmla="*/ 18966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63" h="37929">
                  <a:moveTo>
                    <a:pt x="37963" y="18966"/>
                  </a:moveTo>
                  <a:cubicBezTo>
                    <a:pt x="37963" y="8491"/>
                    <a:pt x="29464" y="0"/>
                    <a:pt x="18982" y="0"/>
                  </a:cubicBezTo>
                  <a:cubicBezTo>
                    <a:pt x="8500" y="0"/>
                    <a:pt x="0" y="8491"/>
                    <a:pt x="0" y="18966"/>
                  </a:cubicBezTo>
                  <a:cubicBezTo>
                    <a:pt x="0" y="29439"/>
                    <a:pt x="8500" y="37930"/>
                    <a:pt x="18982" y="37930"/>
                  </a:cubicBezTo>
                  <a:cubicBezTo>
                    <a:pt x="29464" y="37930"/>
                    <a:pt x="37963" y="29439"/>
                    <a:pt x="37963" y="18966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494" name="任意形状 493">
              <a:extLst>
                <a:ext uri="{FF2B5EF4-FFF2-40B4-BE49-F238E27FC236}">
                  <a16:creationId xmlns:a16="http://schemas.microsoft.com/office/drawing/2014/main" id="{348227F6-1FBF-0B47-A8CE-EA9CAB272C13}"/>
                </a:ext>
              </a:extLst>
            </p:cNvPr>
            <p:cNvSpPr/>
            <p:nvPr/>
          </p:nvSpPr>
          <p:spPr>
            <a:xfrm>
              <a:off x="2627223" y="570289"/>
              <a:ext cx="37963" cy="37929"/>
            </a:xfrm>
            <a:custGeom>
              <a:avLst/>
              <a:gdLst>
                <a:gd name="connsiteX0" fmla="*/ 37963 w 37963"/>
                <a:gd name="connsiteY0" fmla="*/ 18966 h 37929"/>
                <a:gd name="connsiteX1" fmla="*/ 18982 w 37963"/>
                <a:gd name="connsiteY1" fmla="*/ 0 h 37929"/>
                <a:gd name="connsiteX2" fmla="*/ 0 w 37963"/>
                <a:gd name="connsiteY2" fmla="*/ 18966 h 37929"/>
                <a:gd name="connsiteX3" fmla="*/ 18982 w 37963"/>
                <a:gd name="connsiteY3" fmla="*/ 37930 h 37929"/>
                <a:gd name="connsiteX4" fmla="*/ 37963 w 37963"/>
                <a:gd name="connsiteY4" fmla="*/ 18966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63" h="37929">
                  <a:moveTo>
                    <a:pt x="37963" y="18966"/>
                  </a:moveTo>
                  <a:cubicBezTo>
                    <a:pt x="37963" y="8491"/>
                    <a:pt x="29464" y="0"/>
                    <a:pt x="18982" y="0"/>
                  </a:cubicBezTo>
                  <a:cubicBezTo>
                    <a:pt x="8500" y="0"/>
                    <a:pt x="0" y="8491"/>
                    <a:pt x="0" y="18966"/>
                  </a:cubicBezTo>
                  <a:cubicBezTo>
                    <a:pt x="0" y="29439"/>
                    <a:pt x="8500" y="37930"/>
                    <a:pt x="18982" y="37930"/>
                  </a:cubicBezTo>
                  <a:cubicBezTo>
                    <a:pt x="29464" y="37930"/>
                    <a:pt x="37963" y="29439"/>
                    <a:pt x="37963" y="18966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497" name="任意形状 496">
            <a:extLst>
              <a:ext uri="{FF2B5EF4-FFF2-40B4-BE49-F238E27FC236}">
                <a16:creationId xmlns:a16="http://schemas.microsoft.com/office/drawing/2014/main" id="{69757B94-A407-2149-8161-7239895B6F06}"/>
              </a:ext>
            </a:extLst>
          </p:cNvPr>
          <p:cNvSpPr/>
          <p:nvPr/>
        </p:nvSpPr>
        <p:spPr>
          <a:xfrm>
            <a:off x="5613862" y="3016246"/>
            <a:ext cx="90866" cy="88901"/>
          </a:xfrm>
          <a:custGeom>
            <a:avLst/>
            <a:gdLst>
              <a:gd name="connsiteX0" fmla="*/ 151892 w 151892"/>
              <a:gd name="connsiteY0" fmla="*/ 151716 h 151716"/>
              <a:gd name="connsiteX1" fmla="*/ 151892 w 151892"/>
              <a:gd name="connsiteY1" fmla="*/ 0 h 151716"/>
              <a:gd name="connsiteX2" fmla="*/ 0 w 151892"/>
              <a:gd name="connsiteY2" fmla="*/ 0 h 151716"/>
              <a:gd name="connsiteX3" fmla="*/ 0 w 151892"/>
              <a:gd name="connsiteY3" fmla="*/ 151716 h 151716"/>
              <a:gd name="connsiteX4" fmla="*/ 151892 w 151892"/>
              <a:gd name="connsiteY4" fmla="*/ 151716 h 15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892" h="151716">
                <a:moveTo>
                  <a:pt x="151892" y="151716"/>
                </a:moveTo>
                <a:lnTo>
                  <a:pt x="151892" y="0"/>
                </a:lnTo>
                <a:lnTo>
                  <a:pt x="0" y="0"/>
                </a:lnTo>
                <a:lnTo>
                  <a:pt x="0" y="151716"/>
                </a:lnTo>
                <a:lnTo>
                  <a:pt x="151892" y="151716"/>
                </a:lnTo>
                <a:close/>
              </a:path>
            </a:pathLst>
          </a:custGeom>
          <a:solidFill>
            <a:srgbClr val="FFFFFF"/>
          </a:solidFill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sp>
        <p:nvSpPr>
          <p:cNvPr id="498" name="任意形状 497">
            <a:extLst>
              <a:ext uri="{FF2B5EF4-FFF2-40B4-BE49-F238E27FC236}">
                <a16:creationId xmlns:a16="http://schemas.microsoft.com/office/drawing/2014/main" id="{8F819014-4EB5-8446-8A99-803BD9B99DD5}"/>
              </a:ext>
            </a:extLst>
          </p:cNvPr>
          <p:cNvSpPr/>
          <p:nvPr/>
        </p:nvSpPr>
        <p:spPr>
          <a:xfrm>
            <a:off x="5627592" y="3032508"/>
            <a:ext cx="59579" cy="60682"/>
          </a:xfrm>
          <a:custGeom>
            <a:avLst/>
            <a:gdLst>
              <a:gd name="connsiteX0" fmla="*/ 50745 w 89000"/>
              <a:gd name="connsiteY0" fmla="*/ 37349 h 83710"/>
              <a:gd name="connsiteX1" fmla="*/ 68736 w 89000"/>
              <a:gd name="connsiteY1" fmla="*/ 64140 h 83710"/>
              <a:gd name="connsiteX2" fmla="*/ 79828 w 89000"/>
              <a:gd name="connsiteY2" fmla="*/ 78185 h 83710"/>
              <a:gd name="connsiteX3" fmla="*/ 89001 w 89000"/>
              <a:gd name="connsiteY3" fmla="*/ 81426 h 83710"/>
              <a:gd name="connsiteX4" fmla="*/ 89001 w 89000"/>
              <a:gd name="connsiteY4" fmla="*/ 83710 h 83710"/>
              <a:gd name="connsiteX5" fmla="*/ 53032 w 89000"/>
              <a:gd name="connsiteY5" fmla="*/ 83710 h 83710"/>
              <a:gd name="connsiteX6" fmla="*/ 53032 w 89000"/>
              <a:gd name="connsiteY6" fmla="*/ 81426 h 83710"/>
              <a:gd name="connsiteX7" fmla="*/ 58343 w 89000"/>
              <a:gd name="connsiteY7" fmla="*/ 80685 h 83710"/>
              <a:gd name="connsiteX8" fmla="*/ 60478 w 89000"/>
              <a:gd name="connsiteY8" fmla="*/ 78987 h 83710"/>
              <a:gd name="connsiteX9" fmla="*/ 61316 w 89000"/>
              <a:gd name="connsiteY9" fmla="*/ 76672 h 83710"/>
              <a:gd name="connsiteX10" fmla="*/ 60757 w 89000"/>
              <a:gd name="connsiteY10" fmla="*/ 73832 h 83710"/>
              <a:gd name="connsiteX11" fmla="*/ 57365 w 89000"/>
              <a:gd name="connsiteY11" fmla="*/ 68399 h 83710"/>
              <a:gd name="connsiteX12" fmla="*/ 43148 w 89000"/>
              <a:gd name="connsiteY12" fmla="*/ 46917 h 83710"/>
              <a:gd name="connsiteX13" fmla="*/ 25589 w 89000"/>
              <a:gd name="connsiteY13" fmla="*/ 69388 h 83710"/>
              <a:gd name="connsiteX14" fmla="*/ 22247 w 89000"/>
              <a:gd name="connsiteY14" fmla="*/ 74172 h 83710"/>
              <a:gd name="connsiteX15" fmla="*/ 21701 w 89000"/>
              <a:gd name="connsiteY15" fmla="*/ 76672 h 83710"/>
              <a:gd name="connsiteX16" fmla="*/ 23365 w 89000"/>
              <a:gd name="connsiteY16" fmla="*/ 79944 h 83710"/>
              <a:gd name="connsiteX17" fmla="*/ 29731 w 89000"/>
              <a:gd name="connsiteY17" fmla="*/ 81426 h 83710"/>
              <a:gd name="connsiteX18" fmla="*/ 29731 w 89000"/>
              <a:gd name="connsiteY18" fmla="*/ 83710 h 83710"/>
              <a:gd name="connsiteX19" fmla="*/ 0 w 89000"/>
              <a:gd name="connsiteY19" fmla="*/ 83710 h 83710"/>
              <a:gd name="connsiteX20" fmla="*/ 0 w 89000"/>
              <a:gd name="connsiteY20" fmla="*/ 81426 h 83710"/>
              <a:gd name="connsiteX21" fmla="*/ 5438 w 89000"/>
              <a:gd name="connsiteY21" fmla="*/ 80129 h 83710"/>
              <a:gd name="connsiteX22" fmla="*/ 12731 w 89000"/>
              <a:gd name="connsiteY22" fmla="*/ 75808 h 83710"/>
              <a:gd name="connsiteX23" fmla="*/ 20646 w 89000"/>
              <a:gd name="connsiteY23" fmla="*/ 67474 h 83710"/>
              <a:gd name="connsiteX24" fmla="*/ 40428 w 89000"/>
              <a:gd name="connsiteY24" fmla="*/ 42534 h 83710"/>
              <a:gd name="connsiteX25" fmla="*/ 23924 w 89000"/>
              <a:gd name="connsiteY25" fmla="*/ 18397 h 83710"/>
              <a:gd name="connsiteX26" fmla="*/ 12489 w 89000"/>
              <a:gd name="connsiteY26" fmla="*/ 5525 h 83710"/>
              <a:gd name="connsiteX27" fmla="*/ 1677 w 89000"/>
              <a:gd name="connsiteY27" fmla="*/ 2284 h 83710"/>
              <a:gd name="connsiteX28" fmla="*/ 1677 w 89000"/>
              <a:gd name="connsiteY28" fmla="*/ 0 h 83710"/>
              <a:gd name="connsiteX29" fmla="*/ 40428 w 89000"/>
              <a:gd name="connsiteY29" fmla="*/ 0 h 83710"/>
              <a:gd name="connsiteX30" fmla="*/ 40428 w 89000"/>
              <a:gd name="connsiteY30" fmla="*/ 2284 h 83710"/>
              <a:gd name="connsiteX31" fmla="*/ 33657 w 89000"/>
              <a:gd name="connsiteY31" fmla="*/ 3890 h 83710"/>
              <a:gd name="connsiteX32" fmla="*/ 31827 w 89000"/>
              <a:gd name="connsiteY32" fmla="*/ 7038 h 83710"/>
              <a:gd name="connsiteX33" fmla="*/ 34800 w 89000"/>
              <a:gd name="connsiteY33" fmla="*/ 13706 h 83710"/>
              <a:gd name="connsiteX34" fmla="*/ 47658 w 89000"/>
              <a:gd name="connsiteY34" fmla="*/ 32903 h 83710"/>
              <a:gd name="connsiteX35" fmla="*/ 62548 w 89000"/>
              <a:gd name="connsiteY35" fmla="*/ 14075 h 83710"/>
              <a:gd name="connsiteX36" fmla="*/ 65738 w 89000"/>
              <a:gd name="connsiteY36" fmla="*/ 9508 h 83710"/>
              <a:gd name="connsiteX37" fmla="*/ 66322 w 89000"/>
              <a:gd name="connsiteY37" fmla="*/ 6976 h 83710"/>
              <a:gd name="connsiteX38" fmla="*/ 65585 w 89000"/>
              <a:gd name="connsiteY38" fmla="*/ 4692 h 83710"/>
              <a:gd name="connsiteX39" fmla="*/ 63235 w 89000"/>
              <a:gd name="connsiteY39" fmla="*/ 2871 h 83710"/>
              <a:gd name="connsiteX40" fmla="*/ 57365 w 89000"/>
              <a:gd name="connsiteY40" fmla="*/ 2284 h 83710"/>
              <a:gd name="connsiteX41" fmla="*/ 57365 w 89000"/>
              <a:gd name="connsiteY41" fmla="*/ 0 h 83710"/>
              <a:gd name="connsiteX42" fmla="*/ 87082 w 89000"/>
              <a:gd name="connsiteY42" fmla="*/ 0 h 83710"/>
              <a:gd name="connsiteX43" fmla="*/ 87082 w 89000"/>
              <a:gd name="connsiteY43" fmla="*/ 2284 h 83710"/>
              <a:gd name="connsiteX44" fmla="*/ 81340 w 89000"/>
              <a:gd name="connsiteY44" fmla="*/ 3396 h 83710"/>
              <a:gd name="connsiteX45" fmla="*/ 75216 w 89000"/>
              <a:gd name="connsiteY45" fmla="*/ 7223 h 83710"/>
              <a:gd name="connsiteX46" fmla="*/ 67377 w 89000"/>
              <a:gd name="connsiteY46" fmla="*/ 16113 h 83710"/>
              <a:gd name="connsiteX47" fmla="*/ 50745 w 89000"/>
              <a:gd name="connsiteY47" fmla="*/ 37349 h 83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89000" h="83710">
                <a:moveTo>
                  <a:pt x="50745" y="37349"/>
                </a:moveTo>
                <a:lnTo>
                  <a:pt x="68736" y="64140"/>
                </a:lnTo>
                <a:cubicBezTo>
                  <a:pt x="73716" y="71548"/>
                  <a:pt x="77414" y="76229"/>
                  <a:pt x="79828" y="78185"/>
                </a:cubicBezTo>
                <a:cubicBezTo>
                  <a:pt x="82242" y="80139"/>
                  <a:pt x="85291" y="81219"/>
                  <a:pt x="89001" y="81426"/>
                </a:cubicBezTo>
                <a:lnTo>
                  <a:pt x="89001" y="83710"/>
                </a:lnTo>
                <a:lnTo>
                  <a:pt x="53032" y="83710"/>
                </a:lnTo>
                <a:lnTo>
                  <a:pt x="53032" y="81426"/>
                </a:lnTo>
                <a:cubicBezTo>
                  <a:pt x="55421" y="81384"/>
                  <a:pt x="57200" y="81138"/>
                  <a:pt x="58343" y="80685"/>
                </a:cubicBezTo>
                <a:cubicBezTo>
                  <a:pt x="59207" y="80314"/>
                  <a:pt x="59918" y="79748"/>
                  <a:pt x="60478" y="78987"/>
                </a:cubicBezTo>
                <a:cubicBezTo>
                  <a:pt x="61037" y="78225"/>
                  <a:pt x="61316" y="77454"/>
                  <a:pt x="61316" y="76672"/>
                </a:cubicBezTo>
                <a:cubicBezTo>
                  <a:pt x="61316" y="75725"/>
                  <a:pt x="61125" y="74779"/>
                  <a:pt x="60757" y="73832"/>
                </a:cubicBezTo>
                <a:cubicBezTo>
                  <a:pt x="60465" y="73133"/>
                  <a:pt x="59334" y="71322"/>
                  <a:pt x="57365" y="68399"/>
                </a:cubicBezTo>
                <a:lnTo>
                  <a:pt x="43148" y="46917"/>
                </a:lnTo>
                <a:lnTo>
                  <a:pt x="25589" y="69388"/>
                </a:lnTo>
                <a:cubicBezTo>
                  <a:pt x="23734" y="71775"/>
                  <a:pt x="22628" y="73369"/>
                  <a:pt x="22247" y="74172"/>
                </a:cubicBezTo>
                <a:cubicBezTo>
                  <a:pt x="21879" y="74974"/>
                  <a:pt x="21701" y="75808"/>
                  <a:pt x="21701" y="76672"/>
                </a:cubicBezTo>
                <a:cubicBezTo>
                  <a:pt x="21701" y="77989"/>
                  <a:pt x="22247" y="79079"/>
                  <a:pt x="23365" y="79944"/>
                </a:cubicBezTo>
                <a:cubicBezTo>
                  <a:pt x="24483" y="80808"/>
                  <a:pt x="26605" y="81302"/>
                  <a:pt x="29731" y="81426"/>
                </a:cubicBezTo>
                <a:lnTo>
                  <a:pt x="29731" y="83710"/>
                </a:lnTo>
                <a:lnTo>
                  <a:pt x="0" y="83710"/>
                </a:lnTo>
                <a:lnTo>
                  <a:pt x="0" y="81426"/>
                </a:lnTo>
                <a:cubicBezTo>
                  <a:pt x="2109" y="81219"/>
                  <a:pt x="3913" y="80788"/>
                  <a:pt x="5438" y="80129"/>
                </a:cubicBezTo>
                <a:cubicBezTo>
                  <a:pt x="7992" y="79059"/>
                  <a:pt x="10431" y="77619"/>
                  <a:pt x="12731" y="75808"/>
                </a:cubicBezTo>
                <a:cubicBezTo>
                  <a:pt x="15043" y="73997"/>
                  <a:pt x="17673" y="71219"/>
                  <a:pt x="20646" y="67474"/>
                </a:cubicBezTo>
                <a:lnTo>
                  <a:pt x="40428" y="42534"/>
                </a:lnTo>
                <a:lnTo>
                  <a:pt x="23924" y="18397"/>
                </a:lnTo>
                <a:cubicBezTo>
                  <a:pt x="19427" y="11853"/>
                  <a:pt x="15615" y="7562"/>
                  <a:pt x="12489" y="5525"/>
                </a:cubicBezTo>
                <a:cubicBezTo>
                  <a:pt x="9351" y="3489"/>
                  <a:pt x="5756" y="2407"/>
                  <a:pt x="1677" y="2284"/>
                </a:cubicBezTo>
                <a:lnTo>
                  <a:pt x="1677" y="0"/>
                </a:lnTo>
                <a:lnTo>
                  <a:pt x="40428" y="0"/>
                </a:lnTo>
                <a:lnTo>
                  <a:pt x="40428" y="2284"/>
                </a:lnTo>
                <a:cubicBezTo>
                  <a:pt x="37125" y="2407"/>
                  <a:pt x="34876" y="2943"/>
                  <a:pt x="33657" y="3890"/>
                </a:cubicBezTo>
                <a:cubicBezTo>
                  <a:pt x="32437" y="4836"/>
                  <a:pt x="31827" y="5886"/>
                  <a:pt x="31827" y="7038"/>
                </a:cubicBezTo>
                <a:cubicBezTo>
                  <a:pt x="31827" y="8561"/>
                  <a:pt x="32818" y="10783"/>
                  <a:pt x="34800" y="13706"/>
                </a:cubicBezTo>
                <a:lnTo>
                  <a:pt x="47658" y="32903"/>
                </a:lnTo>
                <a:lnTo>
                  <a:pt x="62548" y="14075"/>
                </a:lnTo>
                <a:cubicBezTo>
                  <a:pt x="64277" y="11853"/>
                  <a:pt x="65344" y="10330"/>
                  <a:pt x="65738" y="9508"/>
                </a:cubicBezTo>
                <a:cubicBezTo>
                  <a:pt x="66119" y="8684"/>
                  <a:pt x="66322" y="7840"/>
                  <a:pt x="66322" y="6976"/>
                </a:cubicBezTo>
                <a:cubicBezTo>
                  <a:pt x="66322" y="6112"/>
                  <a:pt x="66068" y="5350"/>
                  <a:pt x="65585" y="4692"/>
                </a:cubicBezTo>
                <a:cubicBezTo>
                  <a:pt x="64962" y="3827"/>
                  <a:pt x="64175" y="3221"/>
                  <a:pt x="63235" y="2871"/>
                </a:cubicBezTo>
                <a:cubicBezTo>
                  <a:pt x="62282" y="2522"/>
                  <a:pt x="60325" y="2326"/>
                  <a:pt x="57365" y="2284"/>
                </a:cubicBezTo>
                <a:lnTo>
                  <a:pt x="57365" y="0"/>
                </a:lnTo>
                <a:lnTo>
                  <a:pt x="87082" y="0"/>
                </a:lnTo>
                <a:lnTo>
                  <a:pt x="87082" y="2284"/>
                </a:lnTo>
                <a:cubicBezTo>
                  <a:pt x="84745" y="2407"/>
                  <a:pt x="82826" y="2778"/>
                  <a:pt x="81340" y="3396"/>
                </a:cubicBezTo>
                <a:cubicBezTo>
                  <a:pt x="79116" y="4343"/>
                  <a:pt x="77071" y="5618"/>
                  <a:pt x="75216" y="7223"/>
                </a:cubicBezTo>
                <a:cubicBezTo>
                  <a:pt x="73361" y="8829"/>
                  <a:pt x="70756" y="11791"/>
                  <a:pt x="67377" y="16113"/>
                </a:cubicBezTo>
                <a:lnTo>
                  <a:pt x="50745" y="37349"/>
                </a:lnTo>
                <a:close/>
              </a:path>
            </a:pathLst>
          </a:custGeom>
          <a:solidFill>
            <a:schemeClr val="tx1"/>
          </a:solidFill>
          <a:ln w="12695" cap="rnd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grpSp>
        <p:nvGrpSpPr>
          <p:cNvPr id="499" name="组合 498">
            <a:extLst>
              <a:ext uri="{FF2B5EF4-FFF2-40B4-BE49-F238E27FC236}">
                <a16:creationId xmlns:a16="http://schemas.microsoft.com/office/drawing/2014/main" id="{91FA1EC4-4964-4441-BAB8-2871CF8FEBB7}"/>
              </a:ext>
            </a:extLst>
          </p:cNvPr>
          <p:cNvGrpSpPr/>
          <p:nvPr/>
        </p:nvGrpSpPr>
        <p:grpSpPr>
          <a:xfrm>
            <a:off x="5495111" y="2909535"/>
            <a:ext cx="50845" cy="178718"/>
            <a:chOff x="747494" y="1442600"/>
            <a:chExt cx="75952" cy="246538"/>
          </a:xfrm>
        </p:grpSpPr>
        <p:sp>
          <p:nvSpPr>
            <p:cNvPr id="500" name="任意形状 499">
              <a:extLst>
                <a:ext uri="{FF2B5EF4-FFF2-40B4-BE49-F238E27FC236}">
                  <a16:creationId xmlns:a16="http://schemas.microsoft.com/office/drawing/2014/main" id="{837E524A-0835-5A47-AD7B-0CB911620BF2}"/>
                </a:ext>
              </a:extLst>
            </p:cNvPr>
            <p:cNvSpPr/>
            <p:nvPr/>
          </p:nvSpPr>
          <p:spPr>
            <a:xfrm>
              <a:off x="785470" y="1461564"/>
              <a:ext cx="12705" cy="189645"/>
            </a:xfrm>
            <a:custGeom>
              <a:avLst/>
              <a:gdLst>
                <a:gd name="connsiteX0" fmla="*/ 0 w 12705"/>
                <a:gd name="connsiteY0" fmla="*/ 0 h 189645"/>
                <a:gd name="connsiteX1" fmla="*/ 0 w 12705"/>
                <a:gd name="connsiteY1" fmla="*/ 189646 h 189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189645">
                  <a:moveTo>
                    <a:pt x="0" y="0"/>
                  </a:moveTo>
                  <a:lnTo>
                    <a:pt x="0" y="189646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01" name="任意形状 500">
              <a:extLst>
                <a:ext uri="{FF2B5EF4-FFF2-40B4-BE49-F238E27FC236}">
                  <a16:creationId xmlns:a16="http://schemas.microsoft.com/office/drawing/2014/main" id="{5B47DC90-9A54-FD47-862F-2094A3616A7A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02" name="任意形状 501">
              <a:extLst>
                <a:ext uri="{FF2B5EF4-FFF2-40B4-BE49-F238E27FC236}">
                  <a16:creationId xmlns:a16="http://schemas.microsoft.com/office/drawing/2014/main" id="{DA1902DC-3719-EB4E-B4FD-6DE77BCC6E1D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503" name="图形 2">
              <a:extLst>
                <a:ext uri="{FF2B5EF4-FFF2-40B4-BE49-F238E27FC236}">
                  <a16:creationId xmlns:a16="http://schemas.microsoft.com/office/drawing/2014/main" id="{3BFDD1E4-45D3-6247-A48B-F1A44B4BCD11}"/>
                </a:ext>
              </a:extLst>
            </p:cNvPr>
            <p:cNvGrpSpPr/>
            <p:nvPr/>
          </p:nvGrpSpPr>
          <p:grpSpPr>
            <a:xfrm>
              <a:off x="747494" y="1613281"/>
              <a:ext cx="75952" cy="75857"/>
              <a:chOff x="1905278" y="368158"/>
              <a:chExt cx="75952" cy="75857"/>
            </a:xfrm>
            <a:noFill/>
          </p:grpSpPr>
          <p:sp>
            <p:nvSpPr>
              <p:cNvPr id="506" name="任意形状 505">
                <a:extLst>
                  <a:ext uri="{FF2B5EF4-FFF2-40B4-BE49-F238E27FC236}">
                    <a16:creationId xmlns:a16="http://schemas.microsoft.com/office/drawing/2014/main" id="{2788F0F5-ACB1-E44D-A54A-220235C74869}"/>
                  </a:ext>
                </a:extLst>
              </p:cNvPr>
              <p:cNvSpPr/>
              <p:nvPr/>
            </p:nvSpPr>
            <p:spPr>
              <a:xfrm>
                <a:off x="1905278" y="406087"/>
                <a:ext cx="75952" cy="12690"/>
              </a:xfrm>
              <a:custGeom>
                <a:avLst/>
                <a:gdLst>
                  <a:gd name="connsiteX0" fmla="*/ 0 w 75952"/>
                  <a:gd name="connsiteY0" fmla="*/ 0 h 12690"/>
                  <a:gd name="connsiteX1" fmla="*/ 75952 w 75952"/>
                  <a:gd name="connsiteY1" fmla="*/ 0 h 12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5952" h="12690">
                    <a:moveTo>
                      <a:pt x="0" y="0"/>
                    </a:moveTo>
                    <a:lnTo>
                      <a:pt x="75952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07" name="任意形状 506">
                <a:extLst>
                  <a:ext uri="{FF2B5EF4-FFF2-40B4-BE49-F238E27FC236}">
                    <a16:creationId xmlns:a16="http://schemas.microsoft.com/office/drawing/2014/main" id="{D4C8F365-DF12-EB40-9CD2-E537CFA160B0}"/>
                  </a:ext>
                </a:extLst>
              </p:cNvPr>
              <p:cNvSpPr/>
              <p:nvPr/>
            </p:nvSpPr>
            <p:spPr>
              <a:xfrm>
                <a:off x="1943254" y="368158"/>
                <a:ext cx="12705" cy="75857"/>
              </a:xfrm>
              <a:custGeom>
                <a:avLst/>
                <a:gdLst>
                  <a:gd name="connsiteX0" fmla="*/ 0 w 12705"/>
                  <a:gd name="connsiteY0" fmla="*/ 75857 h 75857"/>
                  <a:gd name="connsiteX1" fmla="*/ 0 w 12705"/>
                  <a:gd name="connsiteY1" fmla="*/ 0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75857">
                    <a:moveTo>
                      <a:pt x="0" y="75857"/>
                    </a:moveTo>
                    <a:lnTo>
                      <a:pt x="0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04" name="任意形状 503">
              <a:extLst>
                <a:ext uri="{FF2B5EF4-FFF2-40B4-BE49-F238E27FC236}">
                  <a16:creationId xmlns:a16="http://schemas.microsoft.com/office/drawing/2014/main" id="{0C1B6232-BAC5-4843-A914-D9A0253E1B8D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05" name="任意形状 504">
              <a:extLst>
                <a:ext uri="{FF2B5EF4-FFF2-40B4-BE49-F238E27FC236}">
                  <a16:creationId xmlns:a16="http://schemas.microsoft.com/office/drawing/2014/main" id="{97248F4B-C7F3-C446-8EB3-B19100B0DEB6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508" name="组合 507">
            <a:extLst>
              <a:ext uri="{FF2B5EF4-FFF2-40B4-BE49-F238E27FC236}">
                <a16:creationId xmlns:a16="http://schemas.microsoft.com/office/drawing/2014/main" id="{BA2D6429-23BB-7E4A-8DE6-54EE42265B39}"/>
              </a:ext>
            </a:extLst>
          </p:cNvPr>
          <p:cNvGrpSpPr/>
          <p:nvPr/>
        </p:nvGrpSpPr>
        <p:grpSpPr>
          <a:xfrm rot="10800000">
            <a:off x="5911380" y="2627788"/>
            <a:ext cx="55290" cy="182131"/>
            <a:chOff x="747494" y="1442600"/>
            <a:chExt cx="75952" cy="246538"/>
          </a:xfrm>
        </p:grpSpPr>
        <p:sp>
          <p:nvSpPr>
            <p:cNvPr id="509" name="任意形状 508">
              <a:extLst>
                <a:ext uri="{FF2B5EF4-FFF2-40B4-BE49-F238E27FC236}">
                  <a16:creationId xmlns:a16="http://schemas.microsoft.com/office/drawing/2014/main" id="{BE8A9D48-8E7B-B445-8004-812C009993BE}"/>
                </a:ext>
              </a:extLst>
            </p:cNvPr>
            <p:cNvSpPr/>
            <p:nvPr/>
          </p:nvSpPr>
          <p:spPr>
            <a:xfrm>
              <a:off x="785470" y="1461564"/>
              <a:ext cx="12705" cy="189645"/>
            </a:xfrm>
            <a:custGeom>
              <a:avLst/>
              <a:gdLst>
                <a:gd name="connsiteX0" fmla="*/ 0 w 12705"/>
                <a:gd name="connsiteY0" fmla="*/ 0 h 189645"/>
                <a:gd name="connsiteX1" fmla="*/ 0 w 12705"/>
                <a:gd name="connsiteY1" fmla="*/ 189646 h 189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189645">
                  <a:moveTo>
                    <a:pt x="0" y="0"/>
                  </a:moveTo>
                  <a:lnTo>
                    <a:pt x="0" y="189646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10" name="任意形状 509">
              <a:extLst>
                <a:ext uri="{FF2B5EF4-FFF2-40B4-BE49-F238E27FC236}">
                  <a16:creationId xmlns:a16="http://schemas.microsoft.com/office/drawing/2014/main" id="{5CD8903C-DC1A-924A-83DB-2193DC027A27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11" name="任意形状 510">
              <a:extLst>
                <a:ext uri="{FF2B5EF4-FFF2-40B4-BE49-F238E27FC236}">
                  <a16:creationId xmlns:a16="http://schemas.microsoft.com/office/drawing/2014/main" id="{1DA3FDFE-AF51-C043-9471-39D2CE5F3F27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512" name="图形 2">
              <a:extLst>
                <a:ext uri="{FF2B5EF4-FFF2-40B4-BE49-F238E27FC236}">
                  <a16:creationId xmlns:a16="http://schemas.microsoft.com/office/drawing/2014/main" id="{059A0BCA-41B9-5B45-987F-8142C462EBC3}"/>
                </a:ext>
              </a:extLst>
            </p:cNvPr>
            <p:cNvGrpSpPr/>
            <p:nvPr/>
          </p:nvGrpSpPr>
          <p:grpSpPr>
            <a:xfrm>
              <a:off x="747494" y="1613281"/>
              <a:ext cx="75952" cy="75857"/>
              <a:chOff x="1905278" y="368158"/>
              <a:chExt cx="75952" cy="75857"/>
            </a:xfrm>
            <a:noFill/>
          </p:grpSpPr>
          <p:sp>
            <p:nvSpPr>
              <p:cNvPr id="515" name="任意形状 514">
                <a:extLst>
                  <a:ext uri="{FF2B5EF4-FFF2-40B4-BE49-F238E27FC236}">
                    <a16:creationId xmlns:a16="http://schemas.microsoft.com/office/drawing/2014/main" id="{CAC9FAA9-A366-5A44-96B5-6D33D4986733}"/>
                  </a:ext>
                </a:extLst>
              </p:cNvPr>
              <p:cNvSpPr/>
              <p:nvPr/>
            </p:nvSpPr>
            <p:spPr>
              <a:xfrm>
                <a:off x="1905278" y="406087"/>
                <a:ext cx="75952" cy="12690"/>
              </a:xfrm>
              <a:custGeom>
                <a:avLst/>
                <a:gdLst>
                  <a:gd name="connsiteX0" fmla="*/ 0 w 75952"/>
                  <a:gd name="connsiteY0" fmla="*/ 0 h 12690"/>
                  <a:gd name="connsiteX1" fmla="*/ 75952 w 75952"/>
                  <a:gd name="connsiteY1" fmla="*/ 0 h 12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5952" h="12690">
                    <a:moveTo>
                      <a:pt x="0" y="0"/>
                    </a:moveTo>
                    <a:lnTo>
                      <a:pt x="75952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16" name="任意形状 515">
                <a:extLst>
                  <a:ext uri="{FF2B5EF4-FFF2-40B4-BE49-F238E27FC236}">
                    <a16:creationId xmlns:a16="http://schemas.microsoft.com/office/drawing/2014/main" id="{08C5EFDC-3E71-B64A-AF01-716A74EA13D9}"/>
                  </a:ext>
                </a:extLst>
              </p:cNvPr>
              <p:cNvSpPr/>
              <p:nvPr/>
            </p:nvSpPr>
            <p:spPr>
              <a:xfrm>
                <a:off x="1943254" y="368158"/>
                <a:ext cx="12705" cy="75857"/>
              </a:xfrm>
              <a:custGeom>
                <a:avLst/>
                <a:gdLst>
                  <a:gd name="connsiteX0" fmla="*/ 0 w 12705"/>
                  <a:gd name="connsiteY0" fmla="*/ 75857 h 75857"/>
                  <a:gd name="connsiteX1" fmla="*/ 0 w 12705"/>
                  <a:gd name="connsiteY1" fmla="*/ 0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75857">
                    <a:moveTo>
                      <a:pt x="0" y="75857"/>
                    </a:moveTo>
                    <a:lnTo>
                      <a:pt x="0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13" name="任意形状 512">
              <a:extLst>
                <a:ext uri="{FF2B5EF4-FFF2-40B4-BE49-F238E27FC236}">
                  <a16:creationId xmlns:a16="http://schemas.microsoft.com/office/drawing/2014/main" id="{5D1E2A8C-F8F6-A74A-8C7B-C4786F7A7B38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14" name="任意形状 513">
              <a:extLst>
                <a:ext uri="{FF2B5EF4-FFF2-40B4-BE49-F238E27FC236}">
                  <a16:creationId xmlns:a16="http://schemas.microsoft.com/office/drawing/2014/main" id="{F6BB8311-9F2B-014C-89F8-246E96672C9B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517" name="任意形状 516">
            <a:extLst>
              <a:ext uri="{FF2B5EF4-FFF2-40B4-BE49-F238E27FC236}">
                <a16:creationId xmlns:a16="http://schemas.microsoft.com/office/drawing/2014/main" id="{D7849447-870E-DB4E-982B-7E2DCCF50FB1}"/>
              </a:ext>
            </a:extLst>
          </p:cNvPr>
          <p:cNvSpPr/>
          <p:nvPr/>
        </p:nvSpPr>
        <p:spPr>
          <a:xfrm>
            <a:off x="6021674" y="2749689"/>
            <a:ext cx="86272" cy="92717"/>
          </a:xfrm>
          <a:custGeom>
            <a:avLst/>
            <a:gdLst>
              <a:gd name="connsiteX0" fmla="*/ 151892 w 151892"/>
              <a:gd name="connsiteY0" fmla="*/ 151716 h 151716"/>
              <a:gd name="connsiteX1" fmla="*/ 151892 w 151892"/>
              <a:gd name="connsiteY1" fmla="*/ 0 h 151716"/>
              <a:gd name="connsiteX2" fmla="*/ 0 w 151892"/>
              <a:gd name="connsiteY2" fmla="*/ 0 h 151716"/>
              <a:gd name="connsiteX3" fmla="*/ 0 w 151892"/>
              <a:gd name="connsiteY3" fmla="*/ 151716 h 151716"/>
              <a:gd name="connsiteX4" fmla="*/ 151892 w 151892"/>
              <a:gd name="connsiteY4" fmla="*/ 151716 h 15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892" h="151716">
                <a:moveTo>
                  <a:pt x="151892" y="151716"/>
                </a:moveTo>
                <a:lnTo>
                  <a:pt x="151892" y="0"/>
                </a:lnTo>
                <a:lnTo>
                  <a:pt x="0" y="0"/>
                </a:lnTo>
                <a:lnTo>
                  <a:pt x="0" y="151716"/>
                </a:lnTo>
                <a:lnTo>
                  <a:pt x="151892" y="151716"/>
                </a:lnTo>
                <a:close/>
              </a:path>
            </a:pathLst>
          </a:custGeom>
          <a:solidFill>
            <a:srgbClr val="FFFFFF"/>
          </a:solidFill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sp>
        <p:nvSpPr>
          <p:cNvPr id="518" name="任意形状 517">
            <a:extLst>
              <a:ext uri="{FF2B5EF4-FFF2-40B4-BE49-F238E27FC236}">
                <a16:creationId xmlns:a16="http://schemas.microsoft.com/office/drawing/2014/main" id="{BF586874-8201-E649-89BC-D8F3FB32D6B0}"/>
              </a:ext>
            </a:extLst>
          </p:cNvPr>
          <p:cNvSpPr/>
          <p:nvPr/>
        </p:nvSpPr>
        <p:spPr>
          <a:xfrm>
            <a:off x="6041950" y="2764708"/>
            <a:ext cx="45719" cy="55743"/>
          </a:xfrm>
          <a:custGeom>
            <a:avLst/>
            <a:gdLst>
              <a:gd name="connsiteX0" fmla="*/ 71201 w 72191"/>
              <a:gd name="connsiteY0" fmla="*/ 0 h 83710"/>
              <a:gd name="connsiteX1" fmla="*/ 16123 w 72191"/>
              <a:gd name="connsiteY1" fmla="*/ 78648 h 83710"/>
              <a:gd name="connsiteX2" fmla="*/ 50491 w 72191"/>
              <a:gd name="connsiteY2" fmla="*/ 78648 h 83710"/>
              <a:gd name="connsiteX3" fmla="*/ 62637 w 72191"/>
              <a:gd name="connsiteY3" fmla="*/ 75190 h 83710"/>
              <a:gd name="connsiteX4" fmla="*/ 70146 w 72191"/>
              <a:gd name="connsiteY4" fmla="*/ 61177 h 83710"/>
              <a:gd name="connsiteX5" fmla="*/ 72192 w 72191"/>
              <a:gd name="connsiteY5" fmla="*/ 61548 h 83710"/>
              <a:gd name="connsiteX6" fmla="*/ 68228 w 72191"/>
              <a:gd name="connsiteY6" fmla="*/ 83710 h 83710"/>
              <a:gd name="connsiteX7" fmla="*/ 0 w 72191"/>
              <a:gd name="connsiteY7" fmla="*/ 83710 h 83710"/>
              <a:gd name="connsiteX8" fmla="*/ 0 w 72191"/>
              <a:gd name="connsiteY8" fmla="*/ 81426 h 83710"/>
              <a:gd name="connsiteX9" fmla="*/ 53769 w 72191"/>
              <a:gd name="connsiteY9" fmla="*/ 5000 h 83710"/>
              <a:gd name="connsiteX10" fmla="*/ 26948 w 72191"/>
              <a:gd name="connsiteY10" fmla="*/ 5000 h 83710"/>
              <a:gd name="connsiteX11" fmla="*/ 17267 w 72191"/>
              <a:gd name="connsiteY11" fmla="*/ 6452 h 83710"/>
              <a:gd name="connsiteX12" fmla="*/ 12693 w 72191"/>
              <a:gd name="connsiteY12" fmla="*/ 10650 h 83710"/>
              <a:gd name="connsiteX13" fmla="*/ 9821 w 72191"/>
              <a:gd name="connsiteY13" fmla="*/ 20928 h 83710"/>
              <a:gd name="connsiteX14" fmla="*/ 7471 w 72191"/>
              <a:gd name="connsiteY14" fmla="*/ 20928 h 83710"/>
              <a:gd name="connsiteX15" fmla="*/ 9211 w 72191"/>
              <a:gd name="connsiteY15" fmla="*/ 0 h 83710"/>
              <a:gd name="connsiteX16" fmla="*/ 71201 w 72191"/>
              <a:gd name="connsiteY16" fmla="*/ 0 h 83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2191" h="83710">
                <a:moveTo>
                  <a:pt x="71201" y="0"/>
                </a:moveTo>
                <a:lnTo>
                  <a:pt x="16123" y="78648"/>
                </a:lnTo>
                <a:lnTo>
                  <a:pt x="50491" y="78648"/>
                </a:lnTo>
                <a:cubicBezTo>
                  <a:pt x="55764" y="78648"/>
                  <a:pt x="59817" y="77496"/>
                  <a:pt x="62637" y="75190"/>
                </a:cubicBezTo>
                <a:cubicBezTo>
                  <a:pt x="65458" y="72885"/>
                  <a:pt x="67961" y="68214"/>
                  <a:pt x="70146" y="61177"/>
                </a:cubicBezTo>
                <a:lnTo>
                  <a:pt x="72192" y="61548"/>
                </a:lnTo>
                <a:lnTo>
                  <a:pt x="68228" y="83710"/>
                </a:lnTo>
                <a:lnTo>
                  <a:pt x="0" y="83710"/>
                </a:lnTo>
                <a:lnTo>
                  <a:pt x="0" y="81426"/>
                </a:lnTo>
                <a:lnTo>
                  <a:pt x="53769" y="5000"/>
                </a:lnTo>
                <a:lnTo>
                  <a:pt x="26948" y="5000"/>
                </a:lnTo>
                <a:cubicBezTo>
                  <a:pt x="22488" y="5000"/>
                  <a:pt x="19274" y="5485"/>
                  <a:pt x="17267" y="6452"/>
                </a:cubicBezTo>
                <a:cubicBezTo>
                  <a:pt x="15272" y="7419"/>
                  <a:pt x="13747" y="8817"/>
                  <a:pt x="12693" y="10650"/>
                </a:cubicBezTo>
                <a:cubicBezTo>
                  <a:pt x="11651" y="12481"/>
                  <a:pt x="10685" y="15907"/>
                  <a:pt x="9821" y="20928"/>
                </a:cubicBezTo>
                <a:lnTo>
                  <a:pt x="7471" y="20928"/>
                </a:lnTo>
                <a:lnTo>
                  <a:pt x="9211" y="0"/>
                </a:lnTo>
                <a:lnTo>
                  <a:pt x="71201" y="0"/>
                </a:lnTo>
                <a:close/>
              </a:path>
            </a:pathLst>
          </a:custGeom>
          <a:solidFill>
            <a:schemeClr val="tx1"/>
          </a:solidFill>
          <a:ln w="12695" cap="rnd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grpSp>
        <p:nvGrpSpPr>
          <p:cNvPr id="519" name="组合 518">
            <a:extLst>
              <a:ext uri="{FF2B5EF4-FFF2-40B4-BE49-F238E27FC236}">
                <a16:creationId xmlns:a16="http://schemas.microsoft.com/office/drawing/2014/main" id="{83FB58FD-A5DF-A54A-92A2-A469E05C3FD8}"/>
              </a:ext>
            </a:extLst>
          </p:cNvPr>
          <p:cNvGrpSpPr/>
          <p:nvPr/>
        </p:nvGrpSpPr>
        <p:grpSpPr>
          <a:xfrm>
            <a:off x="6508322" y="2609811"/>
            <a:ext cx="735748" cy="498472"/>
            <a:chOff x="6370730" y="2609811"/>
            <a:chExt cx="735748" cy="498472"/>
          </a:xfrm>
        </p:grpSpPr>
        <p:grpSp>
          <p:nvGrpSpPr>
            <p:cNvPr id="520" name="组合 519">
              <a:extLst>
                <a:ext uri="{FF2B5EF4-FFF2-40B4-BE49-F238E27FC236}">
                  <a16:creationId xmlns:a16="http://schemas.microsoft.com/office/drawing/2014/main" id="{4B14EB7C-2527-F546-A899-CC6BE4ABB1FB}"/>
                </a:ext>
              </a:extLst>
            </p:cNvPr>
            <p:cNvGrpSpPr/>
            <p:nvPr/>
          </p:nvGrpSpPr>
          <p:grpSpPr>
            <a:xfrm>
              <a:off x="6473452" y="2646346"/>
              <a:ext cx="50845" cy="178718"/>
              <a:chOff x="747494" y="1442600"/>
              <a:chExt cx="75952" cy="246538"/>
            </a:xfrm>
          </p:grpSpPr>
          <p:sp>
            <p:nvSpPr>
              <p:cNvPr id="572" name="任意形状 571">
                <a:extLst>
                  <a:ext uri="{FF2B5EF4-FFF2-40B4-BE49-F238E27FC236}">
                    <a16:creationId xmlns:a16="http://schemas.microsoft.com/office/drawing/2014/main" id="{B9E030D2-C32B-3B46-8DB6-69DF3F4F0166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73" name="任意形状 572">
                <a:extLst>
                  <a:ext uri="{FF2B5EF4-FFF2-40B4-BE49-F238E27FC236}">
                    <a16:creationId xmlns:a16="http://schemas.microsoft.com/office/drawing/2014/main" id="{14F010CB-40D8-FC40-8365-B036495DA23D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74" name="任意形状 573">
                <a:extLst>
                  <a:ext uri="{FF2B5EF4-FFF2-40B4-BE49-F238E27FC236}">
                    <a16:creationId xmlns:a16="http://schemas.microsoft.com/office/drawing/2014/main" id="{45D1E8F6-C3C2-574D-AF16-C5A7F002E501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575" name="图形 2">
                <a:extLst>
                  <a:ext uri="{FF2B5EF4-FFF2-40B4-BE49-F238E27FC236}">
                    <a16:creationId xmlns:a16="http://schemas.microsoft.com/office/drawing/2014/main" id="{E5DE54B2-2E9F-4844-80BF-A68862067D80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578" name="任意形状 577">
                  <a:extLst>
                    <a:ext uri="{FF2B5EF4-FFF2-40B4-BE49-F238E27FC236}">
                      <a16:creationId xmlns:a16="http://schemas.microsoft.com/office/drawing/2014/main" id="{8E21D970-7CF5-3A42-88B2-44BAF8C48CA8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9" name="任意形状 578">
                  <a:extLst>
                    <a:ext uri="{FF2B5EF4-FFF2-40B4-BE49-F238E27FC236}">
                      <a16:creationId xmlns:a16="http://schemas.microsoft.com/office/drawing/2014/main" id="{43C5E71B-7D42-8346-82E0-CFB2C0FA09D2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576" name="任意形状 575">
                <a:extLst>
                  <a:ext uri="{FF2B5EF4-FFF2-40B4-BE49-F238E27FC236}">
                    <a16:creationId xmlns:a16="http://schemas.microsoft.com/office/drawing/2014/main" id="{95AAE0D8-B17C-8643-B49E-E79CDD6C186E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77" name="任意形状 576">
                <a:extLst>
                  <a:ext uri="{FF2B5EF4-FFF2-40B4-BE49-F238E27FC236}">
                    <a16:creationId xmlns:a16="http://schemas.microsoft.com/office/drawing/2014/main" id="{ADEF1C63-F343-764E-8A99-CDD7587B4252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21" name="任意形状 520">
              <a:extLst>
                <a:ext uri="{FF2B5EF4-FFF2-40B4-BE49-F238E27FC236}">
                  <a16:creationId xmlns:a16="http://schemas.microsoft.com/office/drawing/2014/main" id="{BBC48529-E2E6-FD4D-AC2D-E99D655A0408}"/>
                </a:ext>
              </a:extLst>
            </p:cNvPr>
            <p:cNvSpPr/>
            <p:nvPr/>
          </p:nvSpPr>
          <p:spPr>
            <a:xfrm>
              <a:off x="6370730" y="2660399"/>
              <a:ext cx="731559" cy="43579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22" name="任意形状 521">
              <a:extLst>
                <a:ext uri="{FF2B5EF4-FFF2-40B4-BE49-F238E27FC236}">
                  <a16:creationId xmlns:a16="http://schemas.microsoft.com/office/drawing/2014/main" id="{7E61ECE1-C084-2140-B820-79656697B5A6}"/>
                </a:ext>
              </a:extLst>
            </p:cNvPr>
            <p:cNvSpPr/>
            <p:nvPr/>
          </p:nvSpPr>
          <p:spPr>
            <a:xfrm>
              <a:off x="6371076" y="2796822"/>
              <a:ext cx="731559" cy="43579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23" name="任意形状 522">
              <a:extLst>
                <a:ext uri="{FF2B5EF4-FFF2-40B4-BE49-F238E27FC236}">
                  <a16:creationId xmlns:a16="http://schemas.microsoft.com/office/drawing/2014/main" id="{02742970-8AC4-164B-9075-3543E7DA0843}"/>
                </a:ext>
              </a:extLst>
            </p:cNvPr>
            <p:cNvSpPr/>
            <p:nvPr/>
          </p:nvSpPr>
          <p:spPr>
            <a:xfrm>
              <a:off x="6370730" y="2930169"/>
              <a:ext cx="731559" cy="43579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24" name="任意形状 523">
              <a:extLst>
                <a:ext uri="{FF2B5EF4-FFF2-40B4-BE49-F238E27FC236}">
                  <a16:creationId xmlns:a16="http://schemas.microsoft.com/office/drawing/2014/main" id="{FA67AB5C-A7B8-B345-9FA1-E079CB3B0333}"/>
                </a:ext>
              </a:extLst>
            </p:cNvPr>
            <p:cNvSpPr/>
            <p:nvPr/>
          </p:nvSpPr>
          <p:spPr>
            <a:xfrm>
              <a:off x="6370730" y="3063516"/>
              <a:ext cx="731559" cy="43579"/>
            </a:xfrm>
            <a:custGeom>
              <a:avLst/>
              <a:gdLst>
                <a:gd name="connsiteX0" fmla="*/ 0 w 4708784"/>
                <a:gd name="connsiteY0" fmla="*/ 0 h 12690"/>
                <a:gd name="connsiteX1" fmla="*/ 4708785 w 4708784"/>
                <a:gd name="connsiteY1" fmla="*/ 0 h 12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08784" h="12690">
                  <a:moveTo>
                    <a:pt x="0" y="0"/>
                  </a:moveTo>
                  <a:lnTo>
                    <a:pt x="4708785" y="0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25" name="任意形状 524">
              <a:extLst>
                <a:ext uri="{FF2B5EF4-FFF2-40B4-BE49-F238E27FC236}">
                  <a16:creationId xmlns:a16="http://schemas.microsoft.com/office/drawing/2014/main" id="{442A53A2-0165-8E46-AAFE-68D89DC3FF30}"/>
                </a:ext>
              </a:extLst>
            </p:cNvPr>
            <p:cNvSpPr/>
            <p:nvPr/>
          </p:nvSpPr>
          <p:spPr>
            <a:xfrm>
              <a:off x="6738651" y="2609811"/>
              <a:ext cx="94521" cy="92075"/>
            </a:xfrm>
            <a:custGeom>
              <a:avLst/>
              <a:gdLst>
                <a:gd name="connsiteX0" fmla="*/ 151892 w 151892"/>
                <a:gd name="connsiteY0" fmla="*/ 151716 h 151716"/>
                <a:gd name="connsiteX1" fmla="*/ 151892 w 151892"/>
                <a:gd name="connsiteY1" fmla="*/ 0 h 151716"/>
                <a:gd name="connsiteX2" fmla="*/ 0 w 151892"/>
                <a:gd name="connsiteY2" fmla="*/ 0 h 151716"/>
                <a:gd name="connsiteX3" fmla="*/ 0 w 151892"/>
                <a:gd name="connsiteY3" fmla="*/ 151716 h 151716"/>
                <a:gd name="connsiteX4" fmla="*/ 151892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151892" y="151716"/>
                  </a:moveTo>
                  <a:lnTo>
                    <a:pt x="151892" y="0"/>
                  </a:lnTo>
                  <a:lnTo>
                    <a:pt x="0" y="0"/>
                  </a:lnTo>
                  <a:lnTo>
                    <a:pt x="0" y="151716"/>
                  </a:lnTo>
                  <a:lnTo>
                    <a:pt x="151892" y="151716"/>
                  </a:lnTo>
                  <a:close/>
                </a:path>
              </a:pathLst>
            </a:custGeom>
            <a:solidFill>
              <a:srgbClr val="FFFFFF"/>
            </a:solidFill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526" name="任意形状 525">
              <a:extLst>
                <a:ext uri="{FF2B5EF4-FFF2-40B4-BE49-F238E27FC236}">
                  <a16:creationId xmlns:a16="http://schemas.microsoft.com/office/drawing/2014/main" id="{2199AA75-65E2-5642-8F49-0791F9CF9C48}"/>
                </a:ext>
              </a:extLst>
            </p:cNvPr>
            <p:cNvSpPr/>
            <p:nvPr/>
          </p:nvSpPr>
          <p:spPr>
            <a:xfrm>
              <a:off x="6754490" y="2625994"/>
              <a:ext cx="58006" cy="60682"/>
            </a:xfrm>
            <a:custGeom>
              <a:avLst/>
              <a:gdLst>
                <a:gd name="connsiteX0" fmla="*/ 23848 w 86650"/>
                <a:gd name="connsiteY0" fmla="*/ 38830 h 83710"/>
                <a:gd name="connsiteX1" fmla="*/ 62790 w 86650"/>
                <a:gd name="connsiteY1" fmla="*/ 38830 h 83710"/>
                <a:gd name="connsiteX2" fmla="*/ 62790 w 86650"/>
                <a:gd name="connsiteY2" fmla="*/ 14878 h 83710"/>
                <a:gd name="connsiteX3" fmla="*/ 61990 w 86650"/>
                <a:gd name="connsiteY3" fmla="*/ 6420 h 83710"/>
                <a:gd name="connsiteX4" fmla="*/ 59385 w 86650"/>
                <a:gd name="connsiteY4" fmla="*/ 3767 h 83710"/>
                <a:gd name="connsiteX5" fmla="*/ 53769 w 86650"/>
                <a:gd name="connsiteY5" fmla="*/ 2284 h 83710"/>
                <a:gd name="connsiteX6" fmla="*/ 50796 w 86650"/>
                <a:gd name="connsiteY6" fmla="*/ 2284 h 83710"/>
                <a:gd name="connsiteX7" fmla="*/ 50796 w 86650"/>
                <a:gd name="connsiteY7" fmla="*/ 0 h 83710"/>
                <a:gd name="connsiteX8" fmla="*/ 86650 w 86650"/>
                <a:gd name="connsiteY8" fmla="*/ 0 h 83710"/>
                <a:gd name="connsiteX9" fmla="*/ 86650 w 86650"/>
                <a:gd name="connsiteY9" fmla="*/ 2284 h 83710"/>
                <a:gd name="connsiteX10" fmla="*/ 83678 w 86650"/>
                <a:gd name="connsiteY10" fmla="*/ 2284 h 83710"/>
                <a:gd name="connsiteX11" fmla="*/ 78049 w 86650"/>
                <a:gd name="connsiteY11" fmla="*/ 3704 h 83710"/>
                <a:gd name="connsiteX12" fmla="*/ 75368 w 86650"/>
                <a:gd name="connsiteY12" fmla="*/ 6698 h 83710"/>
                <a:gd name="connsiteX13" fmla="*/ 74656 w 86650"/>
                <a:gd name="connsiteY13" fmla="*/ 14878 h 83710"/>
                <a:gd name="connsiteX14" fmla="*/ 74656 w 86650"/>
                <a:gd name="connsiteY14" fmla="*/ 68894 h 83710"/>
                <a:gd name="connsiteX15" fmla="*/ 75457 w 86650"/>
                <a:gd name="connsiteY15" fmla="*/ 77289 h 83710"/>
                <a:gd name="connsiteX16" fmla="*/ 77998 w 86650"/>
                <a:gd name="connsiteY16" fmla="*/ 79944 h 83710"/>
                <a:gd name="connsiteX17" fmla="*/ 83678 w 86650"/>
                <a:gd name="connsiteY17" fmla="*/ 81426 h 83710"/>
                <a:gd name="connsiteX18" fmla="*/ 86650 w 86650"/>
                <a:gd name="connsiteY18" fmla="*/ 81426 h 83710"/>
                <a:gd name="connsiteX19" fmla="*/ 86650 w 86650"/>
                <a:gd name="connsiteY19" fmla="*/ 83710 h 83710"/>
                <a:gd name="connsiteX20" fmla="*/ 50796 w 86650"/>
                <a:gd name="connsiteY20" fmla="*/ 83710 h 83710"/>
                <a:gd name="connsiteX21" fmla="*/ 50796 w 86650"/>
                <a:gd name="connsiteY21" fmla="*/ 81426 h 83710"/>
                <a:gd name="connsiteX22" fmla="*/ 53769 w 86650"/>
                <a:gd name="connsiteY22" fmla="*/ 81426 h 83710"/>
                <a:gd name="connsiteX23" fmla="*/ 61240 w 86650"/>
                <a:gd name="connsiteY23" fmla="*/ 78401 h 83710"/>
                <a:gd name="connsiteX24" fmla="*/ 62790 w 86650"/>
                <a:gd name="connsiteY24" fmla="*/ 68894 h 83710"/>
                <a:gd name="connsiteX25" fmla="*/ 62790 w 86650"/>
                <a:gd name="connsiteY25" fmla="*/ 43398 h 83710"/>
                <a:gd name="connsiteX26" fmla="*/ 23848 w 86650"/>
                <a:gd name="connsiteY26" fmla="*/ 43398 h 83710"/>
                <a:gd name="connsiteX27" fmla="*/ 23848 w 86650"/>
                <a:gd name="connsiteY27" fmla="*/ 68894 h 83710"/>
                <a:gd name="connsiteX28" fmla="*/ 24648 w 86650"/>
                <a:gd name="connsiteY28" fmla="*/ 77289 h 83710"/>
                <a:gd name="connsiteX29" fmla="*/ 27253 w 86650"/>
                <a:gd name="connsiteY29" fmla="*/ 79944 h 83710"/>
                <a:gd name="connsiteX30" fmla="*/ 32869 w 86650"/>
                <a:gd name="connsiteY30" fmla="*/ 81426 h 83710"/>
                <a:gd name="connsiteX31" fmla="*/ 35905 w 86650"/>
                <a:gd name="connsiteY31" fmla="*/ 81426 h 83710"/>
                <a:gd name="connsiteX32" fmla="*/ 35905 w 86650"/>
                <a:gd name="connsiteY32" fmla="*/ 83710 h 83710"/>
                <a:gd name="connsiteX33" fmla="*/ 0 w 86650"/>
                <a:gd name="connsiteY33" fmla="*/ 83710 h 83710"/>
                <a:gd name="connsiteX34" fmla="*/ 0 w 86650"/>
                <a:gd name="connsiteY34" fmla="*/ 81426 h 83710"/>
                <a:gd name="connsiteX35" fmla="*/ 2960 w 86650"/>
                <a:gd name="connsiteY35" fmla="*/ 81426 h 83710"/>
                <a:gd name="connsiteX36" fmla="*/ 10507 w 86650"/>
                <a:gd name="connsiteY36" fmla="*/ 78401 h 83710"/>
                <a:gd name="connsiteX37" fmla="*/ 11981 w 86650"/>
                <a:gd name="connsiteY37" fmla="*/ 68894 h 83710"/>
                <a:gd name="connsiteX38" fmla="*/ 11981 w 86650"/>
                <a:gd name="connsiteY38" fmla="*/ 14878 h 83710"/>
                <a:gd name="connsiteX39" fmla="*/ 11181 w 86650"/>
                <a:gd name="connsiteY39" fmla="*/ 6420 h 83710"/>
                <a:gd name="connsiteX40" fmla="*/ 8652 w 86650"/>
                <a:gd name="connsiteY40" fmla="*/ 3767 h 83710"/>
                <a:gd name="connsiteX41" fmla="*/ 2960 w 86650"/>
                <a:gd name="connsiteY41" fmla="*/ 2284 h 83710"/>
                <a:gd name="connsiteX42" fmla="*/ 0 w 86650"/>
                <a:gd name="connsiteY42" fmla="*/ 2284 h 83710"/>
                <a:gd name="connsiteX43" fmla="*/ 0 w 86650"/>
                <a:gd name="connsiteY43" fmla="*/ 0 h 83710"/>
                <a:gd name="connsiteX44" fmla="*/ 35905 w 86650"/>
                <a:gd name="connsiteY44" fmla="*/ 0 h 83710"/>
                <a:gd name="connsiteX45" fmla="*/ 35905 w 86650"/>
                <a:gd name="connsiteY45" fmla="*/ 2284 h 83710"/>
                <a:gd name="connsiteX46" fmla="*/ 32869 w 86650"/>
                <a:gd name="connsiteY46" fmla="*/ 2284 h 83710"/>
                <a:gd name="connsiteX47" fmla="*/ 27253 w 86650"/>
                <a:gd name="connsiteY47" fmla="*/ 3704 h 83710"/>
                <a:gd name="connsiteX48" fmla="*/ 24597 w 86650"/>
                <a:gd name="connsiteY48" fmla="*/ 6698 h 83710"/>
                <a:gd name="connsiteX49" fmla="*/ 23848 w 86650"/>
                <a:gd name="connsiteY49" fmla="*/ 14878 h 83710"/>
                <a:gd name="connsiteX50" fmla="*/ 23848 w 86650"/>
                <a:gd name="connsiteY50" fmla="*/ 38830 h 8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86650" h="83710">
                  <a:moveTo>
                    <a:pt x="23848" y="38830"/>
                  </a:moveTo>
                  <a:lnTo>
                    <a:pt x="62790" y="38830"/>
                  </a:lnTo>
                  <a:lnTo>
                    <a:pt x="62790" y="14878"/>
                  </a:lnTo>
                  <a:cubicBezTo>
                    <a:pt x="62790" y="10598"/>
                    <a:pt x="62523" y="7779"/>
                    <a:pt x="61990" y="6420"/>
                  </a:cubicBezTo>
                  <a:cubicBezTo>
                    <a:pt x="61570" y="5392"/>
                    <a:pt x="60706" y="4506"/>
                    <a:pt x="59385" y="3767"/>
                  </a:cubicBezTo>
                  <a:cubicBezTo>
                    <a:pt x="57619" y="2778"/>
                    <a:pt x="55738" y="2284"/>
                    <a:pt x="53769" y="2284"/>
                  </a:cubicBezTo>
                  <a:lnTo>
                    <a:pt x="50796" y="2284"/>
                  </a:lnTo>
                  <a:lnTo>
                    <a:pt x="50796" y="0"/>
                  </a:lnTo>
                  <a:lnTo>
                    <a:pt x="86650" y="0"/>
                  </a:lnTo>
                  <a:lnTo>
                    <a:pt x="86650" y="2284"/>
                  </a:lnTo>
                  <a:lnTo>
                    <a:pt x="83678" y="2284"/>
                  </a:lnTo>
                  <a:cubicBezTo>
                    <a:pt x="81695" y="2284"/>
                    <a:pt x="79828" y="2758"/>
                    <a:pt x="78049" y="3704"/>
                  </a:cubicBezTo>
                  <a:cubicBezTo>
                    <a:pt x="76740" y="4363"/>
                    <a:pt x="75838" y="5360"/>
                    <a:pt x="75368" y="6698"/>
                  </a:cubicBezTo>
                  <a:cubicBezTo>
                    <a:pt x="74898" y="8036"/>
                    <a:pt x="74656" y="10763"/>
                    <a:pt x="74656" y="14878"/>
                  </a:cubicBezTo>
                  <a:lnTo>
                    <a:pt x="74656" y="68894"/>
                  </a:lnTo>
                  <a:cubicBezTo>
                    <a:pt x="74656" y="73133"/>
                    <a:pt x="74923" y="75931"/>
                    <a:pt x="75457" y="77289"/>
                  </a:cubicBezTo>
                  <a:cubicBezTo>
                    <a:pt x="75876" y="78318"/>
                    <a:pt x="76715" y="79203"/>
                    <a:pt x="77998" y="79944"/>
                  </a:cubicBezTo>
                  <a:cubicBezTo>
                    <a:pt x="79802" y="80931"/>
                    <a:pt x="81695" y="81426"/>
                    <a:pt x="83678" y="81426"/>
                  </a:cubicBezTo>
                  <a:lnTo>
                    <a:pt x="86650" y="81426"/>
                  </a:lnTo>
                  <a:lnTo>
                    <a:pt x="86650" y="83710"/>
                  </a:lnTo>
                  <a:lnTo>
                    <a:pt x="50796" y="83710"/>
                  </a:lnTo>
                  <a:lnTo>
                    <a:pt x="50796" y="81426"/>
                  </a:lnTo>
                  <a:lnTo>
                    <a:pt x="53769" y="81426"/>
                  </a:lnTo>
                  <a:cubicBezTo>
                    <a:pt x="57187" y="81426"/>
                    <a:pt x="59677" y="80417"/>
                    <a:pt x="61240" y="78401"/>
                  </a:cubicBezTo>
                  <a:cubicBezTo>
                    <a:pt x="62269" y="77083"/>
                    <a:pt x="62790" y="73915"/>
                    <a:pt x="62790" y="68894"/>
                  </a:cubicBezTo>
                  <a:lnTo>
                    <a:pt x="62790" y="43398"/>
                  </a:lnTo>
                  <a:lnTo>
                    <a:pt x="23848" y="43398"/>
                  </a:lnTo>
                  <a:lnTo>
                    <a:pt x="23848" y="68894"/>
                  </a:lnTo>
                  <a:cubicBezTo>
                    <a:pt x="23848" y="73133"/>
                    <a:pt x="24115" y="75931"/>
                    <a:pt x="24648" y="77289"/>
                  </a:cubicBezTo>
                  <a:cubicBezTo>
                    <a:pt x="25068" y="78318"/>
                    <a:pt x="25932" y="79203"/>
                    <a:pt x="27253" y="79944"/>
                  </a:cubicBezTo>
                  <a:cubicBezTo>
                    <a:pt x="29019" y="80931"/>
                    <a:pt x="30899" y="81426"/>
                    <a:pt x="32869" y="81426"/>
                  </a:cubicBezTo>
                  <a:lnTo>
                    <a:pt x="35905" y="81426"/>
                  </a:lnTo>
                  <a:lnTo>
                    <a:pt x="35905" y="83710"/>
                  </a:lnTo>
                  <a:lnTo>
                    <a:pt x="0" y="83710"/>
                  </a:lnTo>
                  <a:lnTo>
                    <a:pt x="0" y="81426"/>
                  </a:lnTo>
                  <a:lnTo>
                    <a:pt x="2960" y="81426"/>
                  </a:lnTo>
                  <a:cubicBezTo>
                    <a:pt x="6416" y="81426"/>
                    <a:pt x="8932" y="80417"/>
                    <a:pt x="10507" y="78401"/>
                  </a:cubicBezTo>
                  <a:cubicBezTo>
                    <a:pt x="11486" y="77083"/>
                    <a:pt x="11981" y="73915"/>
                    <a:pt x="11981" y="68894"/>
                  </a:cubicBezTo>
                  <a:lnTo>
                    <a:pt x="11981" y="14878"/>
                  </a:lnTo>
                  <a:cubicBezTo>
                    <a:pt x="11981" y="10598"/>
                    <a:pt x="11714" y="7779"/>
                    <a:pt x="11181" y="6420"/>
                  </a:cubicBezTo>
                  <a:cubicBezTo>
                    <a:pt x="10774" y="5392"/>
                    <a:pt x="9923" y="4506"/>
                    <a:pt x="8652" y="3767"/>
                  </a:cubicBezTo>
                  <a:cubicBezTo>
                    <a:pt x="6835" y="2778"/>
                    <a:pt x="4942" y="2284"/>
                    <a:pt x="2960" y="2284"/>
                  </a:cubicBezTo>
                  <a:lnTo>
                    <a:pt x="0" y="2284"/>
                  </a:lnTo>
                  <a:lnTo>
                    <a:pt x="0" y="0"/>
                  </a:lnTo>
                  <a:lnTo>
                    <a:pt x="35905" y="0"/>
                  </a:lnTo>
                  <a:lnTo>
                    <a:pt x="35905" y="2284"/>
                  </a:lnTo>
                  <a:lnTo>
                    <a:pt x="32869" y="2284"/>
                  </a:lnTo>
                  <a:cubicBezTo>
                    <a:pt x="30899" y="2284"/>
                    <a:pt x="29019" y="2758"/>
                    <a:pt x="27253" y="3704"/>
                  </a:cubicBezTo>
                  <a:cubicBezTo>
                    <a:pt x="25970" y="4363"/>
                    <a:pt x="25093" y="5360"/>
                    <a:pt x="24597" y="6698"/>
                  </a:cubicBezTo>
                  <a:cubicBezTo>
                    <a:pt x="24102" y="8036"/>
                    <a:pt x="23848" y="10763"/>
                    <a:pt x="23848" y="14878"/>
                  </a:cubicBezTo>
                  <a:lnTo>
                    <a:pt x="23848" y="38830"/>
                  </a:ln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527" name="组合 526">
              <a:extLst>
                <a:ext uri="{FF2B5EF4-FFF2-40B4-BE49-F238E27FC236}">
                  <a16:creationId xmlns:a16="http://schemas.microsoft.com/office/drawing/2014/main" id="{294BD0BC-70C5-704A-A81D-8ABC7E59FB0A}"/>
                </a:ext>
              </a:extLst>
            </p:cNvPr>
            <p:cNvGrpSpPr/>
            <p:nvPr/>
          </p:nvGrpSpPr>
          <p:grpSpPr>
            <a:xfrm>
              <a:off x="6618809" y="2779120"/>
              <a:ext cx="50845" cy="178718"/>
              <a:chOff x="747494" y="1442600"/>
              <a:chExt cx="75952" cy="246538"/>
            </a:xfrm>
          </p:grpSpPr>
          <p:sp>
            <p:nvSpPr>
              <p:cNvPr id="564" name="任意形状 563">
                <a:extLst>
                  <a:ext uri="{FF2B5EF4-FFF2-40B4-BE49-F238E27FC236}">
                    <a16:creationId xmlns:a16="http://schemas.microsoft.com/office/drawing/2014/main" id="{68AAAB95-E8B5-9543-AE35-511DC7785C85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65" name="任意形状 564">
                <a:extLst>
                  <a:ext uri="{FF2B5EF4-FFF2-40B4-BE49-F238E27FC236}">
                    <a16:creationId xmlns:a16="http://schemas.microsoft.com/office/drawing/2014/main" id="{17661D81-F45B-DA4C-98B3-49EC3C5F3138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66" name="任意形状 565">
                <a:extLst>
                  <a:ext uri="{FF2B5EF4-FFF2-40B4-BE49-F238E27FC236}">
                    <a16:creationId xmlns:a16="http://schemas.microsoft.com/office/drawing/2014/main" id="{8D9340E9-6FE3-A84C-9B9D-897560B9E7E6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567" name="图形 2">
                <a:extLst>
                  <a:ext uri="{FF2B5EF4-FFF2-40B4-BE49-F238E27FC236}">
                    <a16:creationId xmlns:a16="http://schemas.microsoft.com/office/drawing/2014/main" id="{834F6B9E-08C5-7842-B262-F1A58D9ABE6B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570" name="任意形状 569">
                  <a:extLst>
                    <a:ext uri="{FF2B5EF4-FFF2-40B4-BE49-F238E27FC236}">
                      <a16:creationId xmlns:a16="http://schemas.microsoft.com/office/drawing/2014/main" id="{8597F970-7155-B74E-9DD1-04A3690A8ED3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71" name="任意形状 570">
                  <a:extLst>
                    <a:ext uri="{FF2B5EF4-FFF2-40B4-BE49-F238E27FC236}">
                      <a16:creationId xmlns:a16="http://schemas.microsoft.com/office/drawing/2014/main" id="{7800AE10-AF65-3E4F-AAF1-5FB475BE50E5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568" name="任意形状 567">
                <a:extLst>
                  <a:ext uri="{FF2B5EF4-FFF2-40B4-BE49-F238E27FC236}">
                    <a16:creationId xmlns:a16="http://schemas.microsoft.com/office/drawing/2014/main" id="{34E6923F-A0EC-4349-B43A-7401BEE5DD0E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69" name="任意形状 568">
                <a:extLst>
                  <a:ext uri="{FF2B5EF4-FFF2-40B4-BE49-F238E27FC236}">
                    <a16:creationId xmlns:a16="http://schemas.microsoft.com/office/drawing/2014/main" id="{808707F1-0BE7-444F-9C21-19331C1BAEE0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28" name="组合 527">
              <a:extLst>
                <a:ext uri="{FF2B5EF4-FFF2-40B4-BE49-F238E27FC236}">
                  <a16:creationId xmlns:a16="http://schemas.microsoft.com/office/drawing/2014/main" id="{388DBA01-33F9-2A40-B79C-C1A5AFF38C3E}"/>
                </a:ext>
              </a:extLst>
            </p:cNvPr>
            <p:cNvGrpSpPr/>
            <p:nvPr/>
          </p:nvGrpSpPr>
          <p:grpSpPr>
            <a:xfrm>
              <a:off x="6768039" y="2780365"/>
              <a:ext cx="50845" cy="308185"/>
              <a:chOff x="2608228" y="570289"/>
              <a:chExt cx="75952" cy="436185"/>
            </a:xfrm>
          </p:grpSpPr>
          <p:sp>
            <p:nvSpPr>
              <p:cNvPr id="556" name="任意形状 555">
                <a:extLst>
                  <a:ext uri="{FF2B5EF4-FFF2-40B4-BE49-F238E27FC236}">
                    <a16:creationId xmlns:a16="http://schemas.microsoft.com/office/drawing/2014/main" id="{C4B18578-75C3-A743-A373-3A18D96EDF19}"/>
                  </a:ext>
                </a:extLst>
              </p:cNvPr>
              <p:cNvSpPr/>
              <p:nvPr/>
            </p:nvSpPr>
            <p:spPr>
              <a:xfrm>
                <a:off x="2646205" y="589255"/>
                <a:ext cx="12705" cy="379290"/>
              </a:xfrm>
              <a:custGeom>
                <a:avLst/>
                <a:gdLst>
                  <a:gd name="connsiteX0" fmla="*/ 0 w 12705"/>
                  <a:gd name="connsiteY0" fmla="*/ 0 h 379290"/>
                  <a:gd name="connsiteX1" fmla="*/ 0 w 12705"/>
                  <a:gd name="connsiteY1" fmla="*/ 379291 h 379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379290">
                    <a:moveTo>
                      <a:pt x="0" y="0"/>
                    </a:moveTo>
                    <a:lnTo>
                      <a:pt x="0" y="379291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57" name="任意形状 556">
                <a:extLst>
                  <a:ext uri="{FF2B5EF4-FFF2-40B4-BE49-F238E27FC236}">
                    <a16:creationId xmlns:a16="http://schemas.microsoft.com/office/drawing/2014/main" id="{BFD3E726-C932-374F-A371-C185E0446CAE}"/>
                  </a:ext>
                </a:extLst>
              </p:cNvPr>
              <p:cNvSpPr/>
              <p:nvPr/>
            </p:nvSpPr>
            <p:spPr>
              <a:xfrm>
                <a:off x="2608228" y="930616"/>
                <a:ext cx="75952" cy="75858"/>
              </a:xfrm>
              <a:custGeom>
                <a:avLst/>
                <a:gdLst>
                  <a:gd name="connsiteX0" fmla="*/ 75952 w 75952"/>
                  <a:gd name="connsiteY0" fmla="*/ 37930 h 75858"/>
                  <a:gd name="connsiteX1" fmla="*/ 37976 w 75952"/>
                  <a:gd name="connsiteY1" fmla="*/ 0 h 75858"/>
                  <a:gd name="connsiteX2" fmla="*/ 0 w 75952"/>
                  <a:gd name="connsiteY2" fmla="*/ 37930 h 75858"/>
                  <a:gd name="connsiteX3" fmla="*/ 37976 w 75952"/>
                  <a:gd name="connsiteY3" fmla="*/ 75859 h 75858"/>
                  <a:gd name="connsiteX4" fmla="*/ 75952 w 75952"/>
                  <a:gd name="connsiteY4" fmla="*/ 37930 h 75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8">
                    <a:moveTo>
                      <a:pt x="75952" y="37930"/>
                    </a:moveTo>
                    <a:cubicBezTo>
                      <a:pt x="75952" y="16982"/>
                      <a:pt x="58953" y="0"/>
                      <a:pt x="37976" y="0"/>
                    </a:cubicBezTo>
                    <a:cubicBezTo>
                      <a:pt x="17000" y="0"/>
                      <a:pt x="0" y="16982"/>
                      <a:pt x="0" y="37930"/>
                    </a:cubicBezTo>
                    <a:cubicBezTo>
                      <a:pt x="0" y="58878"/>
                      <a:pt x="17000" y="75859"/>
                      <a:pt x="37976" y="75859"/>
                    </a:cubicBezTo>
                    <a:cubicBezTo>
                      <a:pt x="58953" y="75859"/>
                      <a:pt x="75952" y="58878"/>
                      <a:pt x="75952" y="3793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58" name="任意形状 557">
                <a:extLst>
                  <a:ext uri="{FF2B5EF4-FFF2-40B4-BE49-F238E27FC236}">
                    <a16:creationId xmlns:a16="http://schemas.microsoft.com/office/drawing/2014/main" id="{5C01C6E8-7406-0A49-8DC5-631AD7F6362A}"/>
                  </a:ext>
                </a:extLst>
              </p:cNvPr>
              <p:cNvSpPr/>
              <p:nvPr/>
            </p:nvSpPr>
            <p:spPr>
              <a:xfrm>
                <a:off x="2608228" y="930616"/>
                <a:ext cx="75952" cy="75858"/>
              </a:xfrm>
              <a:custGeom>
                <a:avLst/>
                <a:gdLst>
                  <a:gd name="connsiteX0" fmla="*/ 75952 w 75952"/>
                  <a:gd name="connsiteY0" fmla="*/ 37930 h 75858"/>
                  <a:gd name="connsiteX1" fmla="*/ 37976 w 75952"/>
                  <a:gd name="connsiteY1" fmla="*/ 0 h 75858"/>
                  <a:gd name="connsiteX2" fmla="*/ 0 w 75952"/>
                  <a:gd name="connsiteY2" fmla="*/ 37930 h 75858"/>
                  <a:gd name="connsiteX3" fmla="*/ 37976 w 75952"/>
                  <a:gd name="connsiteY3" fmla="*/ 75859 h 75858"/>
                  <a:gd name="connsiteX4" fmla="*/ 75952 w 75952"/>
                  <a:gd name="connsiteY4" fmla="*/ 37930 h 75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8">
                    <a:moveTo>
                      <a:pt x="75952" y="37930"/>
                    </a:moveTo>
                    <a:cubicBezTo>
                      <a:pt x="75952" y="16982"/>
                      <a:pt x="58953" y="0"/>
                      <a:pt x="37976" y="0"/>
                    </a:cubicBezTo>
                    <a:cubicBezTo>
                      <a:pt x="17000" y="0"/>
                      <a:pt x="0" y="16982"/>
                      <a:pt x="0" y="37930"/>
                    </a:cubicBezTo>
                    <a:cubicBezTo>
                      <a:pt x="0" y="58878"/>
                      <a:pt x="17000" y="75859"/>
                      <a:pt x="37976" y="75859"/>
                    </a:cubicBezTo>
                    <a:cubicBezTo>
                      <a:pt x="58953" y="75859"/>
                      <a:pt x="75952" y="58878"/>
                      <a:pt x="75952" y="37930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559" name="图形 2">
                <a:extLst>
                  <a:ext uri="{FF2B5EF4-FFF2-40B4-BE49-F238E27FC236}">
                    <a16:creationId xmlns:a16="http://schemas.microsoft.com/office/drawing/2014/main" id="{CF372140-069D-7C4B-BD18-09381B9C779C}"/>
                  </a:ext>
                </a:extLst>
              </p:cNvPr>
              <p:cNvGrpSpPr/>
              <p:nvPr/>
            </p:nvGrpSpPr>
            <p:grpSpPr>
              <a:xfrm>
                <a:off x="2608228" y="930616"/>
                <a:ext cx="75952" cy="75858"/>
                <a:chOff x="2968549" y="937094"/>
                <a:chExt cx="75952" cy="75858"/>
              </a:xfrm>
              <a:noFill/>
            </p:grpSpPr>
            <p:sp>
              <p:nvSpPr>
                <p:cNvPr id="562" name="任意形状 561">
                  <a:extLst>
                    <a:ext uri="{FF2B5EF4-FFF2-40B4-BE49-F238E27FC236}">
                      <a16:creationId xmlns:a16="http://schemas.microsoft.com/office/drawing/2014/main" id="{E45A4295-80FE-EC43-8313-485ECF8C30E5}"/>
                    </a:ext>
                  </a:extLst>
                </p:cNvPr>
                <p:cNvSpPr/>
                <p:nvPr/>
              </p:nvSpPr>
              <p:spPr>
                <a:xfrm>
                  <a:off x="2968549" y="975024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63" name="任意形状 562">
                  <a:extLst>
                    <a:ext uri="{FF2B5EF4-FFF2-40B4-BE49-F238E27FC236}">
                      <a16:creationId xmlns:a16="http://schemas.microsoft.com/office/drawing/2014/main" id="{840FF71C-AE37-8C44-8CC9-78C08E18C95E}"/>
                    </a:ext>
                  </a:extLst>
                </p:cNvPr>
                <p:cNvSpPr/>
                <p:nvPr/>
              </p:nvSpPr>
              <p:spPr>
                <a:xfrm>
                  <a:off x="3006526" y="937094"/>
                  <a:ext cx="12705" cy="75858"/>
                </a:xfrm>
                <a:custGeom>
                  <a:avLst/>
                  <a:gdLst>
                    <a:gd name="connsiteX0" fmla="*/ 0 w 12705"/>
                    <a:gd name="connsiteY0" fmla="*/ 75859 h 75858"/>
                    <a:gd name="connsiteX1" fmla="*/ 0 w 12705"/>
                    <a:gd name="connsiteY1" fmla="*/ 0 h 7585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8">
                      <a:moveTo>
                        <a:pt x="0" y="75859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560" name="任意形状 559">
                <a:extLst>
                  <a:ext uri="{FF2B5EF4-FFF2-40B4-BE49-F238E27FC236}">
                    <a16:creationId xmlns:a16="http://schemas.microsoft.com/office/drawing/2014/main" id="{E4D26CB4-C16C-D248-B24E-AD26B6C8DB86}"/>
                  </a:ext>
                </a:extLst>
              </p:cNvPr>
              <p:cNvSpPr/>
              <p:nvPr/>
            </p:nvSpPr>
            <p:spPr>
              <a:xfrm>
                <a:off x="2627223" y="570289"/>
                <a:ext cx="37963" cy="37929"/>
              </a:xfrm>
              <a:custGeom>
                <a:avLst/>
                <a:gdLst>
                  <a:gd name="connsiteX0" fmla="*/ 37963 w 37963"/>
                  <a:gd name="connsiteY0" fmla="*/ 18966 h 37929"/>
                  <a:gd name="connsiteX1" fmla="*/ 18982 w 37963"/>
                  <a:gd name="connsiteY1" fmla="*/ 0 h 37929"/>
                  <a:gd name="connsiteX2" fmla="*/ 0 w 37963"/>
                  <a:gd name="connsiteY2" fmla="*/ 18966 h 37929"/>
                  <a:gd name="connsiteX3" fmla="*/ 18982 w 37963"/>
                  <a:gd name="connsiteY3" fmla="*/ 37930 h 37929"/>
                  <a:gd name="connsiteX4" fmla="*/ 37963 w 37963"/>
                  <a:gd name="connsiteY4" fmla="*/ 18966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63" h="37929">
                    <a:moveTo>
                      <a:pt x="37963" y="18966"/>
                    </a:moveTo>
                    <a:cubicBezTo>
                      <a:pt x="37963" y="8491"/>
                      <a:pt x="29464" y="0"/>
                      <a:pt x="18982" y="0"/>
                    </a:cubicBezTo>
                    <a:cubicBezTo>
                      <a:pt x="8500" y="0"/>
                      <a:pt x="0" y="8491"/>
                      <a:pt x="0" y="18966"/>
                    </a:cubicBezTo>
                    <a:cubicBezTo>
                      <a:pt x="0" y="29439"/>
                      <a:pt x="8500" y="37930"/>
                      <a:pt x="18982" y="37930"/>
                    </a:cubicBezTo>
                    <a:cubicBezTo>
                      <a:pt x="29464" y="37930"/>
                      <a:pt x="37963" y="29439"/>
                      <a:pt x="37963" y="18966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61" name="任意形状 560">
                <a:extLst>
                  <a:ext uri="{FF2B5EF4-FFF2-40B4-BE49-F238E27FC236}">
                    <a16:creationId xmlns:a16="http://schemas.microsoft.com/office/drawing/2014/main" id="{89132D18-F1AB-0D42-9621-096517EF92D4}"/>
                  </a:ext>
                </a:extLst>
              </p:cNvPr>
              <p:cNvSpPr/>
              <p:nvPr/>
            </p:nvSpPr>
            <p:spPr>
              <a:xfrm>
                <a:off x="2627223" y="570289"/>
                <a:ext cx="37963" cy="37929"/>
              </a:xfrm>
              <a:custGeom>
                <a:avLst/>
                <a:gdLst>
                  <a:gd name="connsiteX0" fmla="*/ 37963 w 37963"/>
                  <a:gd name="connsiteY0" fmla="*/ 18966 h 37929"/>
                  <a:gd name="connsiteX1" fmla="*/ 18982 w 37963"/>
                  <a:gd name="connsiteY1" fmla="*/ 0 h 37929"/>
                  <a:gd name="connsiteX2" fmla="*/ 0 w 37963"/>
                  <a:gd name="connsiteY2" fmla="*/ 18966 h 37929"/>
                  <a:gd name="connsiteX3" fmla="*/ 18982 w 37963"/>
                  <a:gd name="connsiteY3" fmla="*/ 37930 h 37929"/>
                  <a:gd name="connsiteX4" fmla="*/ 37963 w 37963"/>
                  <a:gd name="connsiteY4" fmla="*/ 18966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63" h="37929">
                    <a:moveTo>
                      <a:pt x="37963" y="18966"/>
                    </a:moveTo>
                    <a:cubicBezTo>
                      <a:pt x="37963" y="8491"/>
                      <a:pt x="29464" y="0"/>
                      <a:pt x="18982" y="0"/>
                    </a:cubicBezTo>
                    <a:cubicBezTo>
                      <a:pt x="8500" y="0"/>
                      <a:pt x="0" y="8491"/>
                      <a:pt x="0" y="18966"/>
                    </a:cubicBezTo>
                    <a:cubicBezTo>
                      <a:pt x="0" y="29439"/>
                      <a:pt x="8500" y="37930"/>
                      <a:pt x="18982" y="37930"/>
                    </a:cubicBezTo>
                    <a:cubicBezTo>
                      <a:pt x="29464" y="37930"/>
                      <a:pt x="37963" y="29439"/>
                      <a:pt x="37963" y="18966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29" name="任意形状 528">
              <a:extLst>
                <a:ext uri="{FF2B5EF4-FFF2-40B4-BE49-F238E27FC236}">
                  <a16:creationId xmlns:a16="http://schemas.microsoft.com/office/drawing/2014/main" id="{33AF7532-EF98-F442-A4B1-56B400E278E9}"/>
                </a:ext>
              </a:extLst>
            </p:cNvPr>
            <p:cNvSpPr/>
            <p:nvPr/>
          </p:nvSpPr>
          <p:spPr>
            <a:xfrm>
              <a:off x="6592203" y="3019382"/>
              <a:ext cx="90866" cy="88901"/>
            </a:xfrm>
            <a:custGeom>
              <a:avLst/>
              <a:gdLst>
                <a:gd name="connsiteX0" fmla="*/ 151892 w 151892"/>
                <a:gd name="connsiteY0" fmla="*/ 151716 h 151716"/>
                <a:gd name="connsiteX1" fmla="*/ 151892 w 151892"/>
                <a:gd name="connsiteY1" fmla="*/ 0 h 151716"/>
                <a:gd name="connsiteX2" fmla="*/ 0 w 151892"/>
                <a:gd name="connsiteY2" fmla="*/ 0 h 151716"/>
                <a:gd name="connsiteX3" fmla="*/ 0 w 151892"/>
                <a:gd name="connsiteY3" fmla="*/ 151716 h 151716"/>
                <a:gd name="connsiteX4" fmla="*/ 151892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151892" y="151716"/>
                  </a:moveTo>
                  <a:lnTo>
                    <a:pt x="151892" y="0"/>
                  </a:lnTo>
                  <a:lnTo>
                    <a:pt x="0" y="0"/>
                  </a:lnTo>
                  <a:lnTo>
                    <a:pt x="0" y="151716"/>
                  </a:lnTo>
                  <a:lnTo>
                    <a:pt x="151892" y="151716"/>
                  </a:lnTo>
                  <a:close/>
                </a:path>
              </a:pathLst>
            </a:custGeom>
            <a:solidFill>
              <a:srgbClr val="FFFFFF"/>
            </a:solidFill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530" name="任意形状 529">
              <a:extLst>
                <a:ext uri="{FF2B5EF4-FFF2-40B4-BE49-F238E27FC236}">
                  <a16:creationId xmlns:a16="http://schemas.microsoft.com/office/drawing/2014/main" id="{508CBC52-479C-DE46-B3F1-73C5D52E15D2}"/>
                </a:ext>
              </a:extLst>
            </p:cNvPr>
            <p:cNvSpPr/>
            <p:nvPr/>
          </p:nvSpPr>
          <p:spPr>
            <a:xfrm>
              <a:off x="6605933" y="3035644"/>
              <a:ext cx="59579" cy="60682"/>
            </a:xfrm>
            <a:custGeom>
              <a:avLst/>
              <a:gdLst>
                <a:gd name="connsiteX0" fmla="*/ 50745 w 89000"/>
                <a:gd name="connsiteY0" fmla="*/ 37349 h 83710"/>
                <a:gd name="connsiteX1" fmla="*/ 68736 w 89000"/>
                <a:gd name="connsiteY1" fmla="*/ 64140 h 83710"/>
                <a:gd name="connsiteX2" fmla="*/ 79828 w 89000"/>
                <a:gd name="connsiteY2" fmla="*/ 78185 h 83710"/>
                <a:gd name="connsiteX3" fmla="*/ 89001 w 89000"/>
                <a:gd name="connsiteY3" fmla="*/ 81426 h 83710"/>
                <a:gd name="connsiteX4" fmla="*/ 89001 w 89000"/>
                <a:gd name="connsiteY4" fmla="*/ 83710 h 83710"/>
                <a:gd name="connsiteX5" fmla="*/ 53032 w 89000"/>
                <a:gd name="connsiteY5" fmla="*/ 83710 h 83710"/>
                <a:gd name="connsiteX6" fmla="*/ 53032 w 89000"/>
                <a:gd name="connsiteY6" fmla="*/ 81426 h 83710"/>
                <a:gd name="connsiteX7" fmla="*/ 58343 w 89000"/>
                <a:gd name="connsiteY7" fmla="*/ 80685 h 83710"/>
                <a:gd name="connsiteX8" fmla="*/ 60478 w 89000"/>
                <a:gd name="connsiteY8" fmla="*/ 78987 h 83710"/>
                <a:gd name="connsiteX9" fmla="*/ 61316 w 89000"/>
                <a:gd name="connsiteY9" fmla="*/ 76672 h 83710"/>
                <a:gd name="connsiteX10" fmla="*/ 60757 w 89000"/>
                <a:gd name="connsiteY10" fmla="*/ 73832 h 83710"/>
                <a:gd name="connsiteX11" fmla="*/ 57365 w 89000"/>
                <a:gd name="connsiteY11" fmla="*/ 68399 h 83710"/>
                <a:gd name="connsiteX12" fmla="*/ 43148 w 89000"/>
                <a:gd name="connsiteY12" fmla="*/ 46917 h 83710"/>
                <a:gd name="connsiteX13" fmla="*/ 25589 w 89000"/>
                <a:gd name="connsiteY13" fmla="*/ 69388 h 83710"/>
                <a:gd name="connsiteX14" fmla="*/ 22247 w 89000"/>
                <a:gd name="connsiteY14" fmla="*/ 74172 h 83710"/>
                <a:gd name="connsiteX15" fmla="*/ 21701 w 89000"/>
                <a:gd name="connsiteY15" fmla="*/ 76672 h 83710"/>
                <a:gd name="connsiteX16" fmla="*/ 23365 w 89000"/>
                <a:gd name="connsiteY16" fmla="*/ 79944 h 83710"/>
                <a:gd name="connsiteX17" fmla="*/ 29731 w 89000"/>
                <a:gd name="connsiteY17" fmla="*/ 81426 h 83710"/>
                <a:gd name="connsiteX18" fmla="*/ 29731 w 89000"/>
                <a:gd name="connsiteY18" fmla="*/ 83710 h 83710"/>
                <a:gd name="connsiteX19" fmla="*/ 0 w 89000"/>
                <a:gd name="connsiteY19" fmla="*/ 83710 h 83710"/>
                <a:gd name="connsiteX20" fmla="*/ 0 w 89000"/>
                <a:gd name="connsiteY20" fmla="*/ 81426 h 83710"/>
                <a:gd name="connsiteX21" fmla="*/ 5438 w 89000"/>
                <a:gd name="connsiteY21" fmla="*/ 80129 h 83710"/>
                <a:gd name="connsiteX22" fmla="*/ 12731 w 89000"/>
                <a:gd name="connsiteY22" fmla="*/ 75808 h 83710"/>
                <a:gd name="connsiteX23" fmla="*/ 20646 w 89000"/>
                <a:gd name="connsiteY23" fmla="*/ 67474 h 83710"/>
                <a:gd name="connsiteX24" fmla="*/ 40428 w 89000"/>
                <a:gd name="connsiteY24" fmla="*/ 42534 h 83710"/>
                <a:gd name="connsiteX25" fmla="*/ 23924 w 89000"/>
                <a:gd name="connsiteY25" fmla="*/ 18397 h 83710"/>
                <a:gd name="connsiteX26" fmla="*/ 12489 w 89000"/>
                <a:gd name="connsiteY26" fmla="*/ 5525 h 83710"/>
                <a:gd name="connsiteX27" fmla="*/ 1677 w 89000"/>
                <a:gd name="connsiteY27" fmla="*/ 2284 h 83710"/>
                <a:gd name="connsiteX28" fmla="*/ 1677 w 89000"/>
                <a:gd name="connsiteY28" fmla="*/ 0 h 83710"/>
                <a:gd name="connsiteX29" fmla="*/ 40428 w 89000"/>
                <a:gd name="connsiteY29" fmla="*/ 0 h 83710"/>
                <a:gd name="connsiteX30" fmla="*/ 40428 w 89000"/>
                <a:gd name="connsiteY30" fmla="*/ 2284 h 83710"/>
                <a:gd name="connsiteX31" fmla="*/ 33657 w 89000"/>
                <a:gd name="connsiteY31" fmla="*/ 3890 h 83710"/>
                <a:gd name="connsiteX32" fmla="*/ 31827 w 89000"/>
                <a:gd name="connsiteY32" fmla="*/ 7038 h 83710"/>
                <a:gd name="connsiteX33" fmla="*/ 34800 w 89000"/>
                <a:gd name="connsiteY33" fmla="*/ 13706 h 83710"/>
                <a:gd name="connsiteX34" fmla="*/ 47658 w 89000"/>
                <a:gd name="connsiteY34" fmla="*/ 32903 h 83710"/>
                <a:gd name="connsiteX35" fmla="*/ 62548 w 89000"/>
                <a:gd name="connsiteY35" fmla="*/ 14075 h 83710"/>
                <a:gd name="connsiteX36" fmla="*/ 65738 w 89000"/>
                <a:gd name="connsiteY36" fmla="*/ 9508 h 83710"/>
                <a:gd name="connsiteX37" fmla="*/ 66322 w 89000"/>
                <a:gd name="connsiteY37" fmla="*/ 6976 h 83710"/>
                <a:gd name="connsiteX38" fmla="*/ 65585 w 89000"/>
                <a:gd name="connsiteY38" fmla="*/ 4692 h 83710"/>
                <a:gd name="connsiteX39" fmla="*/ 63235 w 89000"/>
                <a:gd name="connsiteY39" fmla="*/ 2871 h 83710"/>
                <a:gd name="connsiteX40" fmla="*/ 57365 w 89000"/>
                <a:gd name="connsiteY40" fmla="*/ 2284 h 83710"/>
                <a:gd name="connsiteX41" fmla="*/ 57365 w 89000"/>
                <a:gd name="connsiteY41" fmla="*/ 0 h 83710"/>
                <a:gd name="connsiteX42" fmla="*/ 87082 w 89000"/>
                <a:gd name="connsiteY42" fmla="*/ 0 h 83710"/>
                <a:gd name="connsiteX43" fmla="*/ 87082 w 89000"/>
                <a:gd name="connsiteY43" fmla="*/ 2284 h 83710"/>
                <a:gd name="connsiteX44" fmla="*/ 81340 w 89000"/>
                <a:gd name="connsiteY44" fmla="*/ 3396 h 83710"/>
                <a:gd name="connsiteX45" fmla="*/ 75216 w 89000"/>
                <a:gd name="connsiteY45" fmla="*/ 7223 h 83710"/>
                <a:gd name="connsiteX46" fmla="*/ 67377 w 89000"/>
                <a:gd name="connsiteY46" fmla="*/ 16113 h 83710"/>
                <a:gd name="connsiteX47" fmla="*/ 50745 w 89000"/>
                <a:gd name="connsiteY47" fmla="*/ 37349 h 8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89000" h="83710">
                  <a:moveTo>
                    <a:pt x="50745" y="37349"/>
                  </a:moveTo>
                  <a:lnTo>
                    <a:pt x="68736" y="64140"/>
                  </a:lnTo>
                  <a:cubicBezTo>
                    <a:pt x="73716" y="71548"/>
                    <a:pt x="77414" y="76229"/>
                    <a:pt x="79828" y="78185"/>
                  </a:cubicBezTo>
                  <a:cubicBezTo>
                    <a:pt x="82242" y="80139"/>
                    <a:pt x="85291" y="81219"/>
                    <a:pt x="89001" y="81426"/>
                  </a:cubicBezTo>
                  <a:lnTo>
                    <a:pt x="89001" y="83710"/>
                  </a:lnTo>
                  <a:lnTo>
                    <a:pt x="53032" y="83710"/>
                  </a:lnTo>
                  <a:lnTo>
                    <a:pt x="53032" y="81426"/>
                  </a:lnTo>
                  <a:cubicBezTo>
                    <a:pt x="55421" y="81384"/>
                    <a:pt x="57200" y="81138"/>
                    <a:pt x="58343" y="80685"/>
                  </a:cubicBezTo>
                  <a:cubicBezTo>
                    <a:pt x="59207" y="80314"/>
                    <a:pt x="59918" y="79748"/>
                    <a:pt x="60478" y="78987"/>
                  </a:cubicBezTo>
                  <a:cubicBezTo>
                    <a:pt x="61037" y="78225"/>
                    <a:pt x="61316" y="77454"/>
                    <a:pt x="61316" y="76672"/>
                  </a:cubicBezTo>
                  <a:cubicBezTo>
                    <a:pt x="61316" y="75725"/>
                    <a:pt x="61125" y="74779"/>
                    <a:pt x="60757" y="73832"/>
                  </a:cubicBezTo>
                  <a:cubicBezTo>
                    <a:pt x="60465" y="73133"/>
                    <a:pt x="59334" y="71322"/>
                    <a:pt x="57365" y="68399"/>
                  </a:cubicBezTo>
                  <a:lnTo>
                    <a:pt x="43148" y="46917"/>
                  </a:lnTo>
                  <a:lnTo>
                    <a:pt x="25589" y="69388"/>
                  </a:lnTo>
                  <a:cubicBezTo>
                    <a:pt x="23734" y="71775"/>
                    <a:pt x="22628" y="73369"/>
                    <a:pt x="22247" y="74172"/>
                  </a:cubicBezTo>
                  <a:cubicBezTo>
                    <a:pt x="21879" y="74974"/>
                    <a:pt x="21701" y="75808"/>
                    <a:pt x="21701" y="76672"/>
                  </a:cubicBezTo>
                  <a:cubicBezTo>
                    <a:pt x="21701" y="77989"/>
                    <a:pt x="22247" y="79079"/>
                    <a:pt x="23365" y="79944"/>
                  </a:cubicBezTo>
                  <a:cubicBezTo>
                    <a:pt x="24483" y="80808"/>
                    <a:pt x="26605" y="81302"/>
                    <a:pt x="29731" y="81426"/>
                  </a:cubicBezTo>
                  <a:lnTo>
                    <a:pt x="29731" y="83710"/>
                  </a:lnTo>
                  <a:lnTo>
                    <a:pt x="0" y="83710"/>
                  </a:lnTo>
                  <a:lnTo>
                    <a:pt x="0" y="81426"/>
                  </a:lnTo>
                  <a:cubicBezTo>
                    <a:pt x="2109" y="81219"/>
                    <a:pt x="3913" y="80788"/>
                    <a:pt x="5438" y="80129"/>
                  </a:cubicBezTo>
                  <a:cubicBezTo>
                    <a:pt x="7992" y="79059"/>
                    <a:pt x="10431" y="77619"/>
                    <a:pt x="12731" y="75808"/>
                  </a:cubicBezTo>
                  <a:cubicBezTo>
                    <a:pt x="15043" y="73997"/>
                    <a:pt x="17673" y="71219"/>
                    <a:pt x="20646" y="67474"/>
                  </a:cubicBezTo>
                  <a:lnTo>
                    <a:pt x="40428" y="42534"/>
                  </a:lnTo>
                  <a:lnTo>
                    <a:pt x="23924" y="18397"/>
                  </a:lnTo>
                  <a:cubicBezTo>
                    <a:pt x="19427" y="11853"/>
                    <a:pt x="15615" y="7562"/>
                    <a:pt x="12489" y="5525"/>
                  </a:cubicBezTo>
                  <a:cubicBezTo>
                    <a:pt x="9351" y="3489"/>
                    <a:pt x="5756" y="2407"/>
                    <a:pt x="1677" y="2284"/>
                  </a:cubicBezTo>
                  <a:lnTo>
                    <a:pt x="1677" y="0"/>
                  </a:lnTo>
                  <a:lnTo>
                    <a:pt x="40428" y="0"/>
                  </a:lnTo>
                  <a:lnTo>
                    <a:pt x="40428" y="2284"/>
                  </a:lnTo>
                  <a:cubicBezTo>
                    <a:pt x="37125" y="2407"/>
                    <a:pt x="34876" y="2943"/>
                    <a:pt x="33657" y="3890"/>
                  </a:cubicBezTo>
                  <a:cubicBezTo>
                    <a:pt x="32437" y="4836"/>
                    <a:pt x="31827" y="5886"/>
                    <a:pt x="31827" y="7038"/>
                  </a:cubicBezTo>
                  <a:cubicBezTo>
                    <a:pt x="31827" y="8561"/>
                    <a:pt x="32818" y="10783"/>
                    <a:pt x="34800" y="13706"/>
                  </a:cubicBezTo>
                  <a:lnTo>
                    <a:pt x="47658" y="32903"/>
                  </a:lnTo>
                  <a:lnTo>
                    <a:pt x="62548" y="14075"/>
                  </a:lnTo>
                  <a:cubicBezTo>
                    <a:pt x="64277" y="11853"/>
                    <a:pt x="65344" y="10330"/>
                    <a:pt x="65738" y="9508"/>
                  </a:cubicBezTo>
                  <a:cubicBezTo>
                    <a:pt x="66119" y="8684"/>
                    <a:pt x="66322" y="7840"/>
                    <a:pt x="66322" y="6976"/>
                  </a:cubicBezTo>
                  <a:cubicBezTo>
                    <a:pt x="66322" y="6112"/>
                    <a:pt x="66068" y="5350"/>
                    <a:pt x="65585" y="4692"/>
                  </a:cubicBezTo>
                  <a:cubicBezTo>
                    <a:pt x="64962" y="3827"/>
                    <a:pt x="64175" y="3221"/>
                    <a:pt x="63235" y="2871"/>
                  </a:cubicBezTo>
                  <a:cubicBezTo>
                    <a:pt x="62282" y="2522"/>
                    <a:pt x="60325" y="2326"/>
                    <a:pt x="57365" y="2284"/>
                  </a:cubicBezTo>
                  <a:lnTo>
                    <a:pt x="57365" y="0"/>
                  </a:lnTo>
                  <a:lnTo>
                    <a:pt x="87082" y="0"/>
                  </a:lnTo>
                  <a:lnTo>
                    <a:pt x="87082" y="2284"/>
                  </a:lnTo>
                  <a:cubicBezTo>
                    <a:pt x="84745" y="2407"/>
                    <a:pt x="82826" y="2778"/>
                    <a:pt x="81340" y="3396"/>
                  </a:cubicBezTo>
                  <a:cubicBezTo>
                    <a:pt x="79116" y="4343"/>
                    <a:pt x="77071" y="5618"/>
                    <a:pt x="75216" y="7223"/>
                  </a:cubicBezTo>
                  <a:cubicBezTo>
                    <a:pt x="73361" y="8829"/>
                    <a:pt x="70756" y="11791"/>
                    <a:pt x="67377" y="16113"/>
                  </a:cubicBezTo>
                  <a:lnTo>
                    <a:pt x="50745" y="37349"/>
                  </a:lnTo>
                  <a:close/>
                </a:path>
              </a:pathLst>
            </a:custGeom>
            <a:solidFill>
              <a:schemeClr val="tx1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grpSp>
          <p:nvGrpSpPr>
            <p:cNvPr id="531" name="组合 530">
              <a:extLst>
                <a:ext uri="{FF2B5EF4-FFF2-40B4-BE49-F238E27FC236}">
                  <a16:creationId xmlns:a16="http://schemas.microsoft.com/office/drawing/2014/main" id="{F2A83C14-B435-C840-B6C2-AC72536B6555}"/>
                </a:ext>
              </a:extLst>
            </p:cNvPr>
            <p:cNvGrpSpPr/>
            <p:nvPr/>
          </p:nvGrpSpPr>
          <p:grpSpPr>
            <a:xfrm>
              <a:off x="6473452" y="2912671"/>
              <a:ext cx="50845" cy="178718"/>
              <a:chOff x="747494" y="1442600"/>
              <a:chExt cx="75952" cy="246538"/>
            </a:xfrm>
          </p:grpSpPr>
          <p:sp>
            <p:nvSpPr>
              <p:cNvPr id="548" name="任意形状 547">
                <a:extLst>
                  <a:ext uri="{FF2B5EF4-FFF2-40B4-BE49-F238E27FC236}">
                    <a16:creationId xmlns:a16="http://schemas.microsoft.com/office/drawing/2014/main" id="{ECDD52BB-998A-2842-BA10-7146E48C8581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49" name="任意形状 548">
                <a:extLst>
                  <a:ext uri="{FF2B5EF4-FFF2-40B4-BE49-F238E27FC236}">
                    <a16:creationId xmlns:a16="http://schemas.microsoft.com/office/drawing/2014/main" id="{8C5FFCEA-0257-A74B-ADAC-7C4645B8526D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50" name="任意形状 549">
                <a:extLst>
                  <a:ext uri="{FF2B5EF4-FFF2-40B4-BE49-F238E27FC236}">
                    <a16:creationId xmlns:a16="http://schemas.microsoft.com/office/drawing/2014/main" id="{4F810164-FA3A-004D-B5AA-7BAD6FAD5C87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551" name="图形 2">
                <a:extLst>
                  <a:ext uri="{FF2B5EF4-FFF2-40B4-BE49-F238E27FC236}">
                    <a16:creationId xmlns:a16="http://schemas.microsoft.com/office/drawing/2014/main" id="{240A5119-FC06-2543-810F-E814D52F4499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554" name="任意形状 553">
                  <a:extLst>
                    <a:ext uri="{FF2B5EF4-FFF2-40B4-BE49-F238E27FC236}">
                      <a16:creationId xmlns:a16="http://schemas.microsoft.com/office/drawing/2014/main" id="{CBF6C73F-456A-A647-B943-7AF86B0AE837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55" name="任意形状 554">
                  <a:extLst>
                    <a:ext uri="{FF2B5EF4-FFF2-40B4-BE49-F238E27FC236}">
                      <a16:creationId xmlns:a16="http://schemas.microsoft.com/office/drawing/2014/main" id="{3FE9946B-CC54-0742-9C97-0F3B0C166B0C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552" name="任意形状 551">
                <a:extLst>
                  <a:ext uri="{FF2B5EF4-FFF2-40B4-BE49-F238E27FC236}">
                    <a16:creationId xmlns:a16="http://schemas.microsoft.com/office/drawing/2014/main" id="{45637182-9A42-5343-964C-8BEF726CAA1D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53" name="任意形状 552">
                <a:extLst>
                  <a:ext uri="{FF2B5EF4-FFF2-40B4-BE49-F238E27FC236}">
                    <a16:creationId xmlns:a16="http://schemas.microsoft.com/office/drawing/2014/main" id="{038B0405-2F31-6A41-8710-3BB6B7C0A0BC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532" name="组合 531">
              <a:extLst>
                <a:ext uri="{FF2B5EF4-FFF2-40B4-BE49-F238E27FC236}">
                  <a16:creationId xmlns:a16="http://schemas.microsoft.com/office/drawing/2014/main" id="{D8BDAB32-FE4A-2346-86B3-0178A799C1BA}"/>
                </a:ext>
              </a:extLst>
            </p:cNvPr>
            <p:cNvGrpSpPr/>
            <p:nvPr/>
          </p:nvGrpSpPr>
          <p:grpSpPr>
            <a:xfrm rot="10800000">
              <a:off x="6889721" y="2630924"/>
              <a:ext cx="55290" cy="182131"/>
              <a:chOff x="747494" y="1442600"/>
              <a:chExt cx="75952" cy="246538"/>
            </a:xfrm>
          </p:grpSpPr>
          <p:sp>
            <p:nvSpPr>
              <p:cNvPr id="540" name="任意形状 539">
                <a:extLst>
                  <a:ext uri="{FF2B5EF4-FFF2-40B4-BE49-F238E27FC236}">
                    <a16:creationId xmlns:a16="http://schemas.microsoft.com/office/drawing/2014/main" id="{A6AE4234-D74D-5E47-AE58-CDA986036EC3}"/>
                  </a:ext>
                </a:extLst>
              </p:cNvPr>
              <p:cNvSpPr/>
              <p:nvPr/>
            </p:nvSpPr>
            <p:spPr>
              <a:xfrm>
                <a:off x="785470" y="1461564"/>
                <a:ext cx="12705" cy="189645"/>
              </a:xfrm>
              <a:custGeom>
                <a:avLst/>
                <a:gdLst>
                  <a:gd name="connsiteX0" fmla="*/ 0 w 12705"/>
                  <a:gd name="connsiteY0" fmla="*/ 0 h 189645"/>
                  <a:gd name="connsiteX1" fmla="*/ 0 w 12705"/>
                  <a:gd name="connsiteY1" fmla="*/ 189646 h 189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189645">
                    <a:moveTo>
                      <a:pt x="0" y="0"/>
                    </a:moveTo>
                    <a:lnTo>
                      <a:pt x="0" y="189646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41" name="任意形状 540">
                <a:extLst>
                  <a:ext uri="{FF2B5EF4-FFF2-40B4-BE49-F238E27FC236}">
                    <a16:creationId xmlns:a16="http://schemas.microsoft.com/office/drawing/2014/main" id="{399BAF88-5161-EF4A-A7E5-5350F0D43C1B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42" name="任意形状 541">
                <a:extLst>
                  <a:ext uri="{FF2B5EF4-FFF2-40B4-BE49-F238E27FC236}">
                    <a16:creationId xmlns:a16="http://schemas.microsoft.com/office/drawing/2014/main" id="{47785EBC-1981-F84B-AE92-87B569D630BD}"/>
                  </a:ext>
                </a:extLst>
              </p:cNvPr>
              <p:cNvSpPr/>
              <p:nvPr/>
            </p:nvSpPr>
            <p:spPr>
              <a:xfrm>
                <a:off x="747494" y="1613281"/>
                <a:ext cx="75952" cy="75857"/>
              </a:xfrm>
              <a:custGeom>
                <a:avLst/>
                <a:gdLst>
                  <a:gd name="connsiteX0" fmla="*/ 75952 w 75952"/>
                  <a:gd name="connsiteY0" fmla="*/ 37929 h 75857"/>
                  <a:gd name="connsiteX1" fmla="*/ 37976 w 75952"/>
                  <a:gd name="connsiteY1" fmla="*/ 0 h 75857"/>
                  <a:gd name="connsiteX2" fmla="*/ 0 w 75952"/>
                  <a:gd name="connsiteY2" fmla="*/ 37929 h 75857"/>
                  <a:gd name="connsiteX3" fmla="*/ 37976 w 75952"/>
                  <a:gd name="connsiteY3" fmla="*/ 75857 h 75857"/>
                  <a:gd name="connsiteX4" fmla="*/ 75952 w 75952"/>
                  <a:gd name="connsiteY4" fmla="*/ 37929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952" h="75857">
                    <a:moveTo>
                      <a:pt x="75952" y="37929"/>
                    </a:moveTo>
                    <a:cubicBezTo>
                      <a:pt x="75952" y="16981"/>
                      <a:pt x="58940" y="0"/>
                      <a:pt x="37976" y="0"/>
                    </a:cubicBezTo>
                    <a:cubicBezTo>
                      <a:pt x="17000" y="0"/>
                      <a:pt x="0" y="16981"/>
                      <a:pt x="0" y="37929"/>
                    </a:cubicBezTo>
                    <a:cubicBezTo>
                      <a:pt x="0" y="58877"/>
                      <a:pt x="17000" y="75857"/>
                      <a:pt x="37976" y="75857"/>
                    </a:cubicBezTo>
                    <a:cubicBezTo>
                      <a:pt x="58940" y="75857"/>
                      <a:pt x="75952" y="58877"/>
                      <a:pt x="75952" y="37929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grpSp>
            <p:nvGrpSpPr>
              <p:cNvPr id="543" name="图形 2">
                <a:extLst>
                  <a:ext uri="{FF2B5EF4-FFF2-40B4-BE49-F238E27FC236}">
                    <a16:creationId xmlns:a16="http://schemas.microsoft.com/office/drawing/2014/main" id="{99055F3C-B2FA-634D-81CA-5CF38C1EE069}"/>
                  </a:ext>
                </a:extLst>
              </p:cNvPr>
              <p:cNvGrpSpPr/>
              <p:nvPr/>
            </p:nvGrpSpPr>
            <p:grpSpPr>
              <a:xfrm>
                <a:off x="747494" y="1613281"/>
                <a:ext cx="75952" cy="75857"/>
                <a:chOff x="1905278" y="368158"/>
                <a:chExt cx="75952" cy="75857"/>
              </a:xfrm>
              <a:noFill/>
            </p:grpSpPr>
            <p:sp>
              <p:nvSpPr>
                <p:cNvPr id="546" name="任意形状 545">
                  <a:extLst>
                    <a:ext uri="{FF2B5EF4-FFF2-40B4-BE49-F238E27FC236}">
                      <a16:creationId xmlns:a16="http://schemas.microsoft.com/office/drawing/2014/main" id="{1F96E042-4ED1-EC43-B759-4097A811DF59}"/>
                    </a:ext>
                  </a:extLst>
                </p:cNvPr>
                <p:cNvSpPr/>
                <p:nvPr/>
              </p:nvSpPr>
              <p:spPr>
                <a:xfrm>
                  <a:off x="1905278" y="406087"/>
                  <a:ext cx="75952" cy="12690"/>
                </a:xfrm>
                <a:custGeom>
                  <a:avLst/>
                  <a:gdLst>
                    <a:gd name="connsiteX0" fmla="*/ 0 w 75952"/>
                    <a:gd name="connsiteY0" fmla="*/ 0 h 12690"/>
                    <a:gd name="connsiteX1" fmla="*/ 75952 w 75952"/>
                    <a:gd name="connsiteY1" fmla="*/ 0 h 126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5952" h="12690">
                      <a:moveTo>
                        <a:pt x="0" y="0"/>
                      </a:moveTo>
                      <a:lnTo>
                        <a:pt x="75952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547" name="任意形状 546">
                  <a:extLst>
                    <a:ext uri="{FF2B5EF4-FFF2-40B4-BE49-F238E27FC236}">
                      <a16:creationId xmlns:a16="http://schemas.microsoft.com/office/drawing/2014/main" id="{EE190DC4-66C9-0B42-A4E3-DFEBC6FFAFB4}"/>
                    </a:ext>
                  </a:extLst>
                </p:cNvPr>
                <p:cNvSpPr/>
                <p:nvPr/>
              </p:nvSpPr>
              <p:spPr>
                <a:xfrm>
                  <a:off x="1943254" y="368158"/>
                  <a:ext cx="12705" cy="75857"/>
                </a:xfrm>
                <a:custGeom>
                  <a:avLst/>
                  <a:gdLst>
                    <a:gd name="connsiteX0" fmla="*/ 0 w 12705"/>
                    <a:gd name="connsiteY0" fmla="*/ 75857 h 75857"/>
                    <a:gd name="connsiteX1" fmla="*/ 0 w 12705"/>
                    <a:gd name="connsiteY1" fmla="*/ 0 h 75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12705" h="75857">
                      <a:moveTo>
                        <a:pt x="0" y="75857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5059" cap="flat">
                  <a:solidFill>
                    <a:srgbClr val="000000"/>
                  </a:solidFill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544" name="任意形状 543">
                <a:extLst>
                  <a:ext uri="{FF2B5EF4-FFF2-40B4-BE49-F238E27FC236}">
                    <a16:creationId xmlns:a16="http://schemas.microsoft.com/office/drawing/2014/main" id="{80BDA8D8-FAD7-0C44-B442-D9212C874C13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2695" cap="rnd">
                <a:noFill/>
                <a:prstDash val="solid"/>
                <a:round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45" name="任意形状 544">
                <a:extLst>
                  <a:ext uri="{FF2B5EF4-FFF2-40B4-BE49-F238E27FC236}">
                    <a16:creationId xmlns:a16="http://schemas.microsoft.com/office/drawing/2014/main" id="{F8670B4F-9631-BB4C-B288-BE0065E72E4F}"/>
                  </a:ext>
                </a:extLst>
              </p:cNvPr>
              <p:cNvSpPr/>
              <p:nvPr/>
            </p:nvSpPr>
            <p:spPr>
              <a:xfrm>
                <a:off x="766476" y="1442600"/>
                <a:ext cx="37976" cy="37929"/>
              </a:xfrm>
              <a:custGeom>
                <a:avLst/>
                <a:gdLst>
                  <a:gd name="connsiteX0" fmla="*/ 37976 w 37976"/>
                  <a:gd name="connsiteY0" fmla="*/ 18964 h 37929"/>
                  <a:gd name="connsiteX1" fmla="*/ 18994 w 37976"/>
                  <a:gd name="connsiteY1" fmla="*/ 0 h 37929"/>
                  <a:gd name="connsiteX2" fmla="*/ 0 w 37976"/>
                  <a:gd name="connsiteY2" fmla="*/ 18964 h 37929"/>
                  <a:gd name="connsiteX3" fmla="*/ 18994 w 37976"/>
                  <a:gd name="connsiteY3" fmla="*/ 37930 h 37929"/>
                  <a:gd name="connsiteX4" fmla="*/ 37976 w 37976"/>
                  <a:gd name="connsiteY4" fmla="*/ 18964 h 3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976" h="37929">
                    <a:moveTo>
                      <a:pt x="37976" y="18964"/>
                    </a:moveTo>
                    <a:cubicBezTo>
                      <a:pt x="37976" y="8491"/>
                      <a:pt x="29476" y="0"/>
                      <a:pt x="18994" y="0"/>
                    </a:cubicBezTo>
                    <a:cubicBezTo>
                      <a:pt x="8500" y="0"/>
                      <a:pt x="0" y="8491"/>
                      <a:pt x="0" y="18964"/>
                    </a:cubicBezTo>
                    <a:cubicBezTo>
                      <a:pt x="0" y="29439"/>
                      <a:pt x="8500" y="37930"/>
                      <a:pt x="18994" y="37930"/>
                    </a:cubicBezTo>
                    <a:cubicBezTo>
                      <a:pt x="29476" y="37930"/>
                      <a:pt x="37976" y="29439"/>
                      <a:pt x="37976" y="18964"/>
                    </a:cubicBezTo>
                    <a:close/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33" name="任意形状 532">
              <a:extLst>
                <a:ext uri="{FF2B5EF4-FFF2-40B4-BE49-F238E27FC236}">
                  <a16:creationId xmlns:a16="http://schemas.microsoft.com/office/drawing/2014/main" id="{02299255-7C8B-904D-83D2-4A2E2E6F6731}"/>
                </a:ext>
              </a:extLst>
            </p:cNvPr>
            <p:cNvSpPr/>
            <p:nvPr/>
          </p:nvSpPr>
          <p:spPr>
            <a:xfrm>
              <a:off x="7000015" y="2752825"/>
              <a:ext cx="86272" cy="92717"/>
            </a:xfrm>
            <a:custGeom>
              <a:avLst/>
              <a:gdLst>
                <a:gd name="connsiteX0" fmla="*/ 151892 w 151892"/>
                <a:gd name="connsiteY0" fmla="*/ 151716 h 151716"/>
                <a:gd name="connsiteX1" fmla="*/ 151892 w 151892"/>
                <a:gd name="connsiteY1" fmla="*/ 0 h 151716"/>
                <a:gd name="connsiteX2" fmla="*/ 0 w 151892"/>
                <a:gd name="connsiteY2" fmla="*/ 0 h 151716"/>
                <a:gd name="connsiteX3" fmla="*/ 0 w 151892"/>
                <a:gd name="connsiteY3" fmla="*/ 151716 h 151716"/>
                <a:gd name="connsiteX4" fmla="*/ 151892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151892" y="151716"/>
                  </a:moveTo>
                  <a:lnTo>
                    <a:pt x="151892" y="0"/>
                  </a:lnTo>
                  <a:lnTo>
                    <a:pt x="0" y="0"/>
                  </a:lnTo>
                  <a:lnTo>
                    <a:pt x="0" y="151716"/>
                  </a:lnTo>
                  <a:lnTo>
                    <a:pt x="151892" y="151716"/>
                  </a:lnTo>
                  <a:close/>
                </a:path>
              </a:pathLst>
            </a:custGeom>
            <a:solidFill>
              <a:srgbClr val="FFFFFF"/>
            </a:solidFill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534" name="任意形状 533">
              <a:extLst>
                <a:ext uri="{FF2B5EF4-FFF2-40B4-BE49-F238E27FC236}">
                  <a16:creationId xmlns:a16="http://schemas.microsoft.com/office/drawing/2014/main" id="{08731866-2F4A-E546-8D4B-9697F6DAE48D}"/>
                </a:ext>
              </a:extLst>
            </p:cNvPr>
            <p:cNvSpPr/>
            <p:nvPr/>
          </p:nvSpPr>
          <p:spPr>
            <a:xfrm>
              <a:off x="7020291" y="2767844"/>
              <a:ext cx="45719" cy="55743"/>
            </a:xfrm>
            <a:custGeom>
              <a:avLst/>
              <a:gdLst>
                <a:gd name="connsiteX0" fmla="*/ 71201 w 72191"/>
                <a:gd name="connsiteY0" fmla="*/ 0 h 83710"/>
                <a:gd name="connsiteX1" fmla="*/ 16123 w 72191"/>
                <a:gd name="connsiteY1" fmla="*/ 78648 h 83710"/>
                <a:gd name="connsiteX2" fmla="*/ 50491 w 72191"/>
                <a:gd name="connsiteY2" fmla="*/ 78648 h 83710"/>
                <a:gd name="connsiteX3" fmla="*/ 62637 w 72191"/>
                <a:gd name="connsiteY3" fmla="*/ 75190 h 83710"/>
                <a:gd name="connsiteX4" fmla="*/ 70146 w 72191"/>
                <a:gd name="connsiteY4" fmla="*/ 61177 h 83710"/>
                <a:gd name="connsiteX5" fmla="*/ 72192 w 72191"/>
                <a:gd name="connsiteY5" fmla="*/ 61548 h 83710"/>
                <a:gd name="connsiteX6" fmla="*/ 68228 w 72191"/>
                <a:gd name="connsiteY6" fmla="*/ 83710 h 83710"/>
                <a:gd name="connsiteX7" fmla="*/ 0 w 72191"/>
                <a:gd name="connsiteY7" fmla="*/ 83710 h 83710"/>
                <a:gd name="connsiteX8" fmla="*/ 0 w 72191"/>
                <a:gd name="connsiteY8" fmla="*/ 81426 h 83710"/>
                <a:gd name="connsiteX9" fmla="*/ 53769 w 72191"/>
                <a:gd name="connsiteY9" fmla="*/ 5000 h 83710"/>
                <a:gd name="connsiteX10" fmla="*/ 26948 w 72191"/>
                <a:gd name="connsiteY10" fmla="*/ 5000 h 83710"/>
                <a:gd name="connsiteX11" fmla="*/ 17267 w 72191"/>
                <a:gd name="connsiteY11" fmla="*/ 6452 h 83710"/>
                <a:gd name="connsiteX12" fmla="*/ 12693 w 72191"/>
                <a:gd name="connsiteY12" fmla="*/ 10650 h 83710"/>
                <a:gd name="connsiteX13" fmla="*/ 9821 w 72191"/>
                <a:gd name="connsiteY13" fmla="*/ 20928 h 83710"/>
                <a:gd name="connsiteX14" fmla="*/ 7471 w 72191"/>
                <a:gd name="connsiteY14" fmla="*/ 20928 h 83710"/>
                <a:gd name="connsiteX15" fmla="*/ 9211 w 72191"/>
                <a:gd name="connsiteY15" fmla="*/ 0 h 83710"/>
                <a:gd name="connsiteX16" fmla="*/ 71201 w 72191"/>
                <a:gd name="connsiteY16" fmla="*/ 0 h 8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2191" h="83710">
                  <a:moveTo>
                    <a:pt x="71201" y="0"/>
                  </a:moveTo>
                  <a:lnTo>
                    <a:pt x="16123" y="78648"/>
                  </a:lnTo>
                  <a:lnTo>
                    <a:pt x="50491" y="78648"/>
                  </a:lnTo>
                  <a:cubicBezTo>
                    <a:pt x="55764" y="78648"/>
                    <a:pt x="59817" y="77496"/>
                    <a:pt x="62637" y="75190"/>
                  </a:cubicBezTo>
                  <a:cubicBezTo>
                    <a:pt x="65458" y="72885"/>
                    <a:pt x="67961" y="68214"/>
                    <a:pt x="70146" y="61177"/>
                  </a:cubicBezTo>
                  <a:lnTo>
                    <a:pt x="72192" y="61548"/>
                  </a:lnTo>
                  <a:lnTo>
                    <a:pt x="68228" y="83710"/>
                  </a:lnTo>
                  <a:lnTo>
                    <a:pt x="0" y="83710"/>
                  </a:lnTo>
                  <a:lnTo>
                    <a:pt x="0" y="81426"/>
                  </a:lnTo>
                  <a:lnTo>
                    <a:pt x="53769" y="5000"/>
                  </a:lnTo>
                  <a:lnTo>
                    <a:pt x="26948" y="5000"/>
                  </a:lnTo>
                  <a:cubicBezTo>
                    <a:pt x="22488" y="5000"/>
                    <a:pt x="19274" y="5485"/>
                    <a:pt x="17267" y="6452"/>
                  </a:cubicBezTo>
                  <a:cubicBezTo>
                    <a:pt x="15272" y="7419"/>
                    <a:pt x="13747" y="8817"/>
                    <a:pt x="12693" y="10650"/>
                  </a:cubicBezTo>
                  <a:cubicBezTo>
                    <a:pt x="11651" y="12481"/>
                    <a:pt x="10685" y="15907"/>
                    <a:pt x="9821" y="20928"/>
                  </a:cubicBezTo>
                  <a:lnTo>
                    <a:pt x="7471" y="20928"/>
                  </a:lnTo>
                  <a:lnTo>
                    <a:pt x="9211" y="0"/>
                  </a:lnTo>
                  <a:lnTo>
                    <a:pt x="71201" y="0"/>
                  </a:lnTo>
                  <a:close/>
                </a:path>
              </a:pathLst>
            </a:custGeom>
            <a:solidFill>
              <a:schemeClr val="tx1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cxnSp>
          <p:nvCxnSpPr>
            <p:cNvPr id="535" name="直线连接符 534">
              <a:extLst>
                <a:ext uri="{FF2B5EF4-FFF2-40B4-BE49-F238E27FC236}">
                  <a16:creationId xmlns:a16="http://schemas.microsoft.com/office/drawing/2014/main" id="{3AF570DC-5699-C94D-A3C9-23F3C3D8B22F}"/>
                </a:ext>
              </a:extLst>
            </p:cNvPr>
            <p:cNvCxnSpPr>
              <a:cxnSpLocks/>
            </p:cNvCxnSpPr>
            <p:nvPr/>
          </p:nvCxnSpPr>
          <p:spPr>
            <a:xfrm>
              <a:off x="6396411" y="2860676"/>
              <a:ext cx="19209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直线连接符 535">
              <a:extLst>
                <a:ext uri="{FF2B5EF4-FFF2-40B4-BE49-F238E27FC236}">
                  <a16:creationId xmlns:a16="http://schemas.microsoft.com/office/drawing/2014/main" id="{38083AB1-DCF4-3847-ADAF-12D3A77D7FA7}"/>
                </a:ext>
              </a:extLst>
            </p:cNvPr>
            <p:cNvCxnSpPr>
              <a:cxnSpLocks/>
            </p:cNvCxnSpPr>
            <p:nvPr/>
          </p:nvCxnSpPr>
          <p:spPr>
            <a:xfrm>
              <a:off x="6865095" y="2857501"/>
              <a:ext cx="2413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直线连接符 536">
              <a:extLst>
                <a:ext uri="{FF2B5EF4-FFF2-40B4-BE49-F238E27FC236}">
                  <a16:creationId xmlns:a16="http://schemas.microsoft.com/office/drawing/2014/main" id="{ADEDF133-460C-7444-B6EA-012913371AA9}"/>
                </a:ext>
              </a:extLst>
            </p:cNvPr>
            <p:cNvCxnSpPr>
              <a:cxnSpLocks/>
            </p:cNvCxnSpPr>
            <p:nvPr/>
          </p:nvCxnSpPr>
          <p:spPr>
            <a:xfrm>
              <a:off x="6591610" y="2749551"/>
              <a:ext cx="27591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直线连接符 537">
              <a:extLst>
                <a:ext uri="{FF2B5EF4-FFF2-40B4-BE49-F238E27FC236}">
                  <a16:creationId xmlns:a16="http://schemas.microsoft.com/office/drawing/2014/main" id="{82128BC3-6D70-2D4A-B849-65D952DB1A03}"/>
                </a:ext>
              </a:extLst>
            </p:cNvPr>
            <p:cNvCxnSpPr>
              <a:cxnSpLocks/>
            </p:cNvCxnSpPr>
            <p:nvPr/>
          </p:nvCxnSpPr>
          <p:spPr>
            <a:xfrm>
              <a:off x="6588501" y="2746475"/>
              <a:ext cx="0" cy="1173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直线连接符 538">
              <a:extLst>
                <a:ext uri="{FF2B5EF4-FFF2-40B4-BE49-F238E27FC236}">
                  <a16:creationId xmlns:a16="http://schemas.microsoft.com/office/drawing/2014/main" id="{C4CAB4BF-14D1-014D-9D84-BB40D7C0823C}"/>
                </a:ext>
              </a:extLst>
            </p:cNvPr>
            <p:cNvCxnSpPr>
              <a:cxnSpLocks/>
            </p:cNvCxnSpPr>
            <p:nvPr/>
          </p:nvCxnSpPr>
          <p:spPr>
            <a:xfrm>
              <a:off x="6864726" y="2752825"/>
              <a:ext cx="0" cy="1046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0" name="右箭头 579">
            <a:extLst>
              <a:ext uri="{FF2B5EF4-FFF2-40B4-BE49-F238E27FC236}">
                <a16:creationId xmlns:a16="http://schemas.microsoft.com/office/drawing/2014/main" id="{25CB3ACE-CFBD-5143-A971-5B8F09D92E1F}"/>
              </a:ext>
            </a:extLst>
          </p:cNvPr>
          <p:cNvSpPr>
            <a:spLocks/>
          </p:cNvSpPr>
          <p:nvPr/>
        </p:nvSpPr>
        <p:spPr>
          <a:xfrm>
            <a:off x="5092451" y="2782387"/>
            <a:ext cx="295506" cy="6558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81" name="右箭头 580">
            <a:extLst>
              <a:ext uri="{FF2B5EF4-FFF2-40B4-BE49-F238E27FC236}">
                <a16:creationId xmlns:a16="http://schemas.microsoft.com/office/drawing/2014/main" id="{E1B5C0A3-6B82-A746-991F-6C2E323627A9}"/>
              </a:ext>
            </a:extLst>
          </p:cNvPr>
          <p:cNvSpPr/>
          <p:nvPr/>
        </p:nvSpPr>
        <p:spPr>
          <a:xfrm>
            <a:off x="6156325" y="2776354"/>
            <a:ext cx="319179" cy="5574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582" name="直线箭头连接符 581">
            <a:extLst>
              <a:ext uri="{FF2B5EF4-FFF2-40B4-BE49-F238E27FC236}">
                <a16:creationId xmlns:a16="http://schemas.microsoft.com/office/drawing/2014/main" id="{BF2CA1CB-D320-C248-9E46-33C2C21D2F39}"/>
              </a:ext>
            </a:extLst>
          </p:cNvPr>
          <p:cNvCxnSpPr>
            <a:cxnSpLocks/>
          </p:cNvCxnSpPr>
          <p:nvPr/>
        </p:nvCxnSpPr>
        <p:spPr>
          <a:xfrm>
            <a:off x="4183424" y="3962853"/>
            <a:ext cx="420229" cy="0"/>
          </a:xfrm>
          <a:prstGeom prst="straightConnector1">
            <a:avLst/>
          </a:prstGeom>
          <a:ln>
            <a:solidFill>
              <a:schemeClr val="tx1"/>
            </a:solidFill>
            <a:headEnd type="triangl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直线箭头连接符 582">
            <a:extLst>
              <a:ext uri="{FF2B5EF4-FFF2-40B4-BE49-F238E27FC236}">
                <a16:creationId xmlns:a16="http://schemas.microsoft.com/office/drawing/2014/main" id="{D9D325DC-C8CD-7B4E-B42E-900A915E63E5}"/>
              </a:ext>
            </a:extLst>
          </p:cNvPr>
          <p:cNvCxnSpPr>
            <a:cxnSpLocks/>
          </p:cNvCxnSpPr>
          <p:nvPr/>
        </p:nvCxnSpPr>
        <p:spPr>
          <a:xfrm>
            <a:off x="4183424" y="4398658"/>
            <a:ext cx="420229" cy="0"/>
          </a:xfrm>
          <a:prstGeom prst="straightConnector1">
            <a:avLst/>
          </a:prstGeom>
          <a:ln>
            <a:solidFill>
              <a:schemeClr val="tx1"/>
            </a:solidFill>
            <a:headEnd type="triangle" w="sm" len="sm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4" name="文本框 583">
            <a:extLst>
              <a:ext uri="{FF2B5EF4-FFF2-40B4-BE49-F238E27FC236}">
                <a16:creationId xmlns:a16="http://schemas.microsoft.com/office/drawing/2014/main" id="{51A33596-0EA1-9846-9458-37855A27BD0B}"/>
              </a:ext>
            </a:extLst>
          </p:cNvPr>
          <p:cNvSpPr txBox="1"/>
          <p:nvPr/>
        </p:nvSpPr>
        <p:spPr>
          <a:xfrm>
            <a:off x="4072946" y="3689622"/>
            <a:ext cx="8303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585" name="任意形状 584">
            <a:extLst>
              <a:ext uri="{FF2B5EF4-FFF2-40B4-BE49-F238E27FC236}">
                <a16:creationId xmlns:a16="http://schemas.microsoft.com/office/drawing/2014/main" id="{ABEA7338-87B5-4A4B-A476-D04872DC0522}"/>
              </a:ext>
            </a:extLst>
          </p:cNvPr>
          <p:cNvSpPr/>
          <p:nvPr/>
        </p:nvSpPr>
        <p:spPr>
          <a:xfrm>
            <a:off x="4334688" y="4121865"/>
            <a:ext cx="707573" cy="45719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586" name="任意形状 585">
            <a:extLst>
              <a:ext uri="{FF2B5EF4-FFF2-40B4-BE49-F238E27FC236}">
                <a16:creationId xmlns:a16="http://schemas.microsoft.com/office/drawing/2014/main" id="{3AF57037-3427-1944-8E42-E1030DABB880}"/>
              </a:ext>
            </a:extLst>
          </p:cNvPr>
          <p:cNvSpPr/>
          <p:nvPr/>
        </p:nvSpPr>
        <p:spPr>
          <a:xfrm>
            <a:off x="4334688" y="4255212"/>
            <a:ext cx="707573" cy="45719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grpSp>
        <p:nvGrpSpPr>
          <p:cNvPr id="587" name="组合 586">
            <a:extLst>
              <a:ext uri="{FF2B5EF4-FFF2-40B4-BE49-F238E27FC236}">
                <a16:creationId xmlns:a16="http://schemas.microsoft.com/office/drawing/2014/main" id="{27631BEF-9721-C84E-AB43-4032EEDFE02D}"/>
              </a:ext>
            </a:extLst>
          </p:cNvPr>
          <p:cNvGrpSpPr/>
          <p:nvPr/>
        </p:nvGrpSpPr>
        <p:grpSpPr>
          <a:xfrm>
            <a:off x="4654335" y="4106084"/>
            <a:ext cx="50845" cy="178718"/>
            <a:chOff x="747494" y="1442600"/>
            <a:chExt cx="75952" cy="246538"/>
          </a:xfrm>
        </p:grpSpPr>
        <p:sp>
          <p:nvSpPr>
            <p:cNvPr id="588" name="任意形状 587">
              <a:extLst>
                <a:ext uri="{FF2B5EF4-FFF2-40B4-BE49-F238E27FC236}">
                  <a16:creationId xmlns:a16="http://schemas.microsoft.com/office/drawing/2014/main" id="{58A797CC-1B77-A94D-AE1A-EF5BDD8566C1}"/>
                </a:ext>
              </a:extLst>
            </p:cNvPr>
            <p:cNvSpPr/>
            <p:nvPr/>
          </p:nvSpPr>
          <p:spPr>
            <a:xfrm>
              <a:off x="785470" y="1461564"/>
              <a:ext cx="12705" cy="189645"/>
            </a:xfrm>
            <a:custGeom>
              <a:avLst/>
              <a:gdLst>
                <a:gd name="connsiteX0" fmla="*/ 0 w 12705"/>
                <a:gd name="connsiteY0" fmla="*/ 0 h 189645"/>
                <a:gd name="connsiteX1" fmla="*/ 0 w 12705"/>
                <a:gd name="connsiteY1" fmla="*/ 189646 h 189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189645">
                  <a:moveTo>
                    <a:pt x="0" y="0"/>
                  </a:moveTo>
                  <a:lnTo>
                    <a:pt x="0" y="189646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89" name="任意形状 588">
              <a:extLst>
                <a:ext uri="{FF2B5EF4-FFF2-40B4-BE49-F238E27FC236}">
                  <a16:creationId xmlns:a16="http://schemas.microsoft.com/office/drawing/2014/main" id="{BF2BBC88-3695-EA47-AB82-00A9D97E72F8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90" name="任意形状 589">
              <a:extLst>
                <a:ext uri="{FF2B5EF4-FFF2-40B4-BE49-F238E27FC236}">
                  <a16:creationId xmlns:a16="http://schemas.microsoft.com/office/drawing/2014/main" id="{A0763682-3B90-AC44-835C-CBDF0383DA04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591" name="图形 2">
              <a:extLst>
                <a:ext uri="{FF2B5EF4-FFF2-40B4-BE49-F238E27FC236}">
                  <a16:creationId xmlns:a16="http://schemas.microsoft.com/office/drawing/2014/main" id="{FE38965E-9F10-E443-AC42-E6D601F691A2}"/>
                </a:ext>
              </a:extLst>
            </p:cNvPr>
            <p:cNvGrpSpPr/>
            <p:nvPr/>
          </p:nvGrpSpPr>
          <p:grpSpPr>
            <a:xfrm>
              <a:off x="747494" y="1613281"/>
              <a:ext cx="75952" cy="75857"/>
              <a:chOff x="1905278" y="368158"/>
              <a:chExt cx="75952" cy="75857"/>
            </a:xfrm>
            <a:noFill/>
          </p:grpSpPr>
          <p:sp>
            <p:nvSpPr>
              <p:cNvPr id="594" name="任意形状 593">
                <a:extLst>
                  <a:ext uri="{FF2B5EF4-FFF2-40B4-BE49-F238E27FC236}">
                    <a16:creationId xmlns:a16="http://schemas.microsoft.com/office/drawing/2014/main" id="{26C1E3D5-D82C-AC42-8CA4-755ECB1D3D74}"/>
                  </a:ext>
                </a:extLst>
              </p:cNvPr>
              <p:cNvSpPr/>
              <p:nvPr/>
            </p:nvSpPr>
            <p:spPr>
              <a:xfrm>
                <a:off x="1905278" y="406087"/>
                <a:ext cx="75952" cy="12690"/>
              </a:xfrm>
              <a:custGeom>
                <a:avLst/>
                <a:gdLst>
                  <a:gd name="connsiteX0" fmla="*/ 0 w 75952"/>
                  <a:gd name="connsiteY0" fmla="*/ 0 h 12690"/>
                  <a:gd name="connsiteX1" fmla="*/ 75952 w 75952"/>
                  <a:gd name="connsiteY1" fmla="*/ 0 h 12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5952" h="12690">
                    <a:moveTo>
                      <a:pt x="0" y="0"/>
                    </a:moveTo>
                    <a:lnTo>
                      <a:pt x="75952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595" name="任意形状 594">
                <a:extLst>
                  <a:ext uri="{FF2B5EF4-FFF2-40B4-BE49-F238E27FC236}">
                    <a16:creationId xmlns:a16="http://schemas.microsoft.com/office/drawing/2014/main" id="{952ED9E1-2722-6942-8E7B-E9AB0EB95861}"/>
                  </a:ext>
                </a:extLst>
              </p:cNvPr>
              <p:cNvSpPr/>
              <p:nvPr/>
            </p:nvSpPr>
            <p:spPr>
              <a:xfrm>
                <a:off x="1943254" y="368158"/>
                <a:ext cx="12705" cy="75857"/>
              </a:xfrm>
              <a:custGeom>
                <a:avLst/>
                <a:gdLst>
                  <a:gd name="connsiteX0" fmla="*/ 0 w 12705"/>
                  <a:gd name="connsiteY0" fmla="*/ 75857 h 75857"/>
                  <a:gd name="connsiteX1" fmla="*/ 0 w 12705"/>
                  <a:gd name="connsiteY1" fmla="*/ 0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75857">
                    <a:moveTo>
                      <a:pt x="0" y="75857"/>
                    </a:moveTo>
                    <a:lnTo>
                      <a:pt x="0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592" name="任意形状 591">
              <a:extLst>
                <a:ext uri="{FF2B5EF4-FFF2-40B4-BE49-F238E27FC236}">
                  <a16:creationId xmlns:a16="http://schemas.microsoft.com/office/drawing/2014/main" id="{629E3F87-4211-1546-9452-A19D8884A2BE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93" name="任意形状 592">
              <a:extLst>
                <a:ext uri="{FF2B5EF4-FFF2-40B4-BE49-F238E27FC236}">
                  <a16:creationId xmlns:a16="http://schemas.microsoft.com/office/drawing/2014/main" id="{D0AD0DD4-26DC-2040-A70D-BBCF3FC14500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596" name="组合 595">
            <a:extLst>
              <a:ext uri="{FF2B5EF4-FFF2-40B4-BE49-F238E27FC236}">
                <a16:creationId xmlns:a16="http://schemas.microsoft.com/office/drawing/2014/main" id="{3313BB85-FEC5-074B-A0B6-4CD447385552}"/>
              </a:ext>
            </a:extLst>
          </p:cNvPr>
          <p:cNvGrpSpPr/>
          <p:nvPr/>
        </p:nvGrpSpPr>
        <p:grpSpPr>
          <a:xfrm rot="10800000">
            <a:off x="4790831" y="4091528"/>
            <a:ext cx="50845" cy="178718"/>
            <a:chOff x="747494" y="1442600"/>
            <a:chExt cx="75952" cy="246538"/>
          </a:xfrm>
        </p:grpSpPr>
        <p:sp>
          <p:nvSpPr>
            <p:cNvPr id="597" name="任意形状 596">
              <a:extLst>
                <a:ext uri="{FF2B5EF4-FFF2-40B4-BE49-F238E27FC236}">
                  <a16:creationId xmlns:a16="http://schemas.microsoft.com/office/drawing/2014/main" id="{4D2AF46C-D684-CD47-AFED-7D8FA822C111}"/>
                </a:ext>
              </a:extLst>
            </p:cNvPr>
            <p:cNvSpPr/>
            <p:nvPr/>
          </p:nvSpPr>
          <p:spPr>
            <a:xfrm>
              <a:off x="785470" y="1461564"/>
              <a:ext cx="12705" cy="189645"/>
            </a:xfrm>
            <a:custGeom>
              <a:avLst/>
              <a:gdLst>
                <a:gd name="connsiteX0" fmla="*/ 0 w 12705"/>
                <a:gd name="connsiteY0" fmla="*/ 0 h 189645"/>
                <a:gd name="connsiteX1" fmla="*/ 0 w 12705"/>
                <a:gd name="connsiteY1" fmla="*/ 189646 h 189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189645">
                  <a:moveTo>
                    <a:pt x="0" y="0"/>
                  </a:moveTo>
                  <a:lnTo>
                    <a:pt x="0" y="189646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98" name="任意形状 597">
              <a:extLst>
                <a:ext uri="{FF2B5EF4-FFF2-40B4-BE49-F238E27FC236}">
                  <a16:creationId xmlns:a16="http://schemas.microsoft.com/office/drawing/2014/main" id="{DCB1C864-24E1-CB47-9CA8-FF879DAFCE33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599" name="任意形状 598">
              <a:extLst>
                <a:ext uri="{FF2B5EF4-FFF2-40B4-BE49-F238E27FC236}">
                  <a16:creationId xmlns:a16="http://schemas.microsoft.com/office/drawing/2014/main" id="{6360C449-A6A0-5E43-A97C-D981FAF91089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600" name="图形 2">
              <a:extLst>
                <a:ext uri="{FF2B5EF4-FFF2-40B4-BE49-F238E27FC236}">
                  <a16:creationId xmlns:a16="http://schemas.microsoft.com/office/drawing/2014/main" id="{F2B95BC2-0BF3-B944-90D1-6E48F67BA7B5}"/>
                </a:ext>
              </a:extLst>
            </p:cNvPr>
            <p:cNvGrpSpPr/>
            <p:nvPr/>
          </p:nvGrpSpPr>
          <p:grpSpPr>
            <a:xfrm>
              <a:off x="747494" y="1613281"/>
              <a:ext cx="75952" cy="75857"/>
              <a:chOff x="1905278" y="368158"/>
              <a:chExt cx="75952" cy="75857"/>
            </a:xfrm>
            <a:noFill/>
          </p:grpSpPr>
          <p:sp>
            <p:nvSpPr>
              <p:cNvPr id="603" name="任意形状 602">
                <a:extLst>
                  <a:ext uri="{FF2B5EF4-FFF2-40B4-BE49-F238E27FC236}">
                    <a16:creationId xmlns:a16="http://schemas.microsoft.com/office/drawing/2014/main" id="{518458F1-0529-F441-80E8-4E05E8534983}"/>
                  </a:ext>
                </a:extLst>
              </p:cNvPr>
              <p:cNvSpPr/>
              <p:nvPr/>
            </p:nvSpPr>
            <p:spPr>
              <a:xfrm>
                <a:off x="1905278" y="406087"/>
                <a:ext cx="75952" cy="12690"/>
              </a:xfrm>
              <a:custGeom>
                <a:avLst/>
                <a:gdLst>
                  <a:gd name="connsiteX0" fmla="*/ 0 w 75952"/>
                  <a:gd name="connsiteY0" fmla="*/ 0 h 12690"/>
                  <a:gd name="connsiteX1" fmla="*/ 75952 w 75952"/>
                  <a:gd name="connsiteY1" fmla="*/ 0 h 12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5952" h="12690">
                    <a:moveTo>
                      <a:pt x="0" y="0"/>
                    </a:moveTo>
                    <a:lnTo>
                      <a:pt x="75952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604" name="任意形状 603">
                <a:extLst>
                  <a:ext uri="{FF2B5EF4-FFF2-40B4-BE49-F238E27FC236}">
                    <a16:creationId xmlns:a16="http://schemas.microsoft.com/office/drawing/2014/main" id="{99B7AE41-FD86-2345-987C-21A1EC9DC38F}"/>
                  </a:ext>
                </a:extLst>
              </p:cNvPr>
              <p:cNvSpPr/>
              <p:nvPr/>
            </p:nvSpPr>
            <p:spPr>
              <a:xfrm>
                <a:off x="1943254" y="368158"/>
                <a:ext cx="12705" cy="75857"/>
              </a:xfrm>
              <a:custGeom>
                <a:avLst/>
                <a:gdLst>
                  <a:gd name="connsiteX0" fmla="*/ 0 w 12705"/>
                  <a:gd name="connsiteY0" fmla="*/ 75857 h 75857"/>
                  <a:gd name="connsiteX1" fmla="*/ 0 w 12705"/>
                  <a:gd name="connsiteY1" fmla="*/ 0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75857">
                    <a:moveTo>
                      <a:pt x="0" y="75857"/>
                    </a:moveTo>
                    <a:lnTo>
                      <a:pt x="0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01" name="任意形状 600">
              <a:extLst>
                <a:ext uri="{FF2B5EF4-FFF2-40B4-BE49-F238E27FC236}">
                  <a16:creationId xmlns:a16="http://schemas.microsoft.com/office/drawing/2014/main" id="{CC22F744-2BF5-724C-A37E-26B7A1D39F8B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02" name="任意形状 601">
              <a:extLst>
                <a:ext uri="{FF2B5EF4-FFF2-40B4-BE49-F238E27FC236}">
                  <a16:creationId xmlns:a16="http://schemas.microsoft.com/office/drawing/2014/main" id="{7C3F2133-00C8-B648-93C8-85EDB129628E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605" name="组合 604">
            <a:extLst>
              <a:ext uri="{FF2B5EF4-FFF2-40B4-BE49-F238E27FC236}">
                <a16:creationId xmlns:a16="http://schemas.microsoft.com/office/drawing/2014/main" id="{DF3C7F10-5171-C74E-921C-4E0B18629130}"/>
              </a:ext>
            </a:extLst>
          </p:cNvPr>
          <p:cNvGrpSpPr/>
          <p:nvPr/>
        </p:nvGrpSpPr>
        <p:grpSpPr>
          <a:xfrm>
            <a:off x="4916959" y="4109647"/>
            <a:ext cx="50845" cy="178718"/>
            <a:chOff x="747494" y="1442600"/>
            <a:chExt cx="75952" cy="246538"/>
          </a:xfrm>
        </p:grpSpPr>
        <p:sp>
          <p:nvSpPr>
            <p:cNvPr id="606" name="任意形状 605">
              <a:extLst>
                <a:ext uri="{FF2B5EF4-FFF2-40B4-BE49-F238E27FC236}">
                  <a16:creationId xmlns:a16="http://schemas.microsoft.com/office/drawing/2014/main" id="{59A7A281-8E88-534B-85AD-7BFC3B03C7FF}"/>
                </a:ext>
              </a:extLst>
            </p:cNvPr>
            <p:cNvSpPr/>
            <p:nvPr/>
          </p:nvSpPr>
          <p:spPr>
            <a:xfrm>
              <a:off x="785470" y="1461564"/>
              <a:ext cx="12705" cy="189645"/>
            </a:xfrm>
            <a:custGeom>
              <a:avLst/>
              <a:gdLst>
                <a:gd name="connsiteX0" fmla="*/ 0 w 12705"/>
                <a:gd name="connsiteY0" fmla="*/ 0 h 189645"/>
                <a:gd name="connsiteX1" fmla="*/ 0 w 12705"/>
                <a:gd name="connsiteY1" fmla="*/ 189646 h 189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189645">
                  <a:moveTo>
                    <a:pt x="0" y="0"/>
                  </a:moveTo>
                  <a:lnTo>
                    <a:pt x="0" y="189646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07" name="任意形状 606">
              <a:extLst>
                <a:ext uri="{FF2B5EF4-FFF2-40B4-BE49-F238E27FC236}">
                  <a16:creationId xmlns:a16="http://schemas.microsoft.com/office/drawing/2014/main" id="{F882A99F-8852-374D-BC2D-2A7EC5A9D2D8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08" name="任意形状 607">
              <a:extLst>
                <a:ext uri="{FF2B5EF4-FFF2-40B4-BE49-F238E27FC236}">
                  <a16:creationId xmlns:a16="http://schemas.microsoft.com/office/drawing/2014/main" id="{4F774F45-557A-B142-8103-C2E646AF0F60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609" name="图形 2">
              <a:extLst>
                <a:ext uri="{FF2B5EF4-FFF2-40B4-BE49-F238E27FC236}">
                  <a16:creationId xmlns:a16="http://schemas.microsoft.com/office/drawing/2014/main" id="{90F4999B-F0C6-7041-89D6-8DF3A596ED56}"/>
                </a:ext>
              </a:extLst>
            </p:cNvPr>
            <p:cNvGrpSpPr/>
            <p:nvPr/>
          </p:nvGrpSpPr>
          <p:grpSpPr>
            <a:xfrm>
              <a:off x="747494" y="1613281"/>
              <a:ext cx="75952" cy="75857"/>
              <a:chOff x="1905278" y="368158"/>
              <a:chExt cx="75952" cy="75857"/>
            </a:xfrm>
            <a:noFill/>
          </p:grpSpPr>
          <p:sp>
            <p:nvSpPr>
              <p:cNvPr id="612" name="任意形状 611">
                <a:extLst>
                  <a:ext uri="{FF2B5EF4-FFF2-40B4-BE49-F238E27FC236}">
                    <a16:creationId xmlns:a16="http://schemas.microsoft.com/office/drawing/2014/main" id="{364A9A84-339E-344F-8923-66F799D9B965}"/>
                  </a:ext>
                </a:extLst>
              </p:cNvPr>
              <p:cNvSpPr/>
              <p:nvPr/>
            </p:nvSpPr>
            <p:spPr>
              <a:xfrm>
                <a:off x="1905278" y="406087"/>
                <a:ext cx="75952" cy="12690"/>
              </a:xfrm>
              <a:custGeom>
                <a:avLst/>
                <a:gdLst>
                  <a:gd name="connsiteX0" fmla="*/ 0 w 75952"/>
                  <a:gd name="connsiteY0" fmla="*/ 0 h 12690"/>
                  <a:gd name="connsiteX1" fmla="*/ 75952 w 75952"/>
                  <a:gd name="connsiteY1" fmla="*/ 0 h 12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5952" h="12690">
                    <a:moveTo>
                      <a:pt x="0" y="0"/>
                    </a:moveTo>
                    <a:lnTo>
                      <a:pt x="75952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613" name="任意形状 612">
                <a:extLst>
                  <a:ext uri="{FF2B5EF4-FFF2-40B4-BE49-F238E27FC236}">
                    <a16:creationId xmlns:a16="http://schemas.microsoft.com/office/drawing/2014/main" id="{DD1A27B7-FEF4-9E4F-B0D6-A3D235DCDBE1}"/>
                  </a:ext>
                </a:extLst>
              </p:cNvPr>
              <p:cNvSpPr/>
              <p:nvPr/>
            </p:nvSpPr>
            <p:spPr>
              <a:xfrm>
                <a:off x="1943254" y="368158"/>
                <a:ext cx="12705" cy="75857"/>
              </a:xfrm>
              <a:custGeom>
                <a:avLst/>
                <a:gdLst>
                  <a:gd name="connsiteX0" fmla="*/ 0 w 12705"/>
                  <a:gd name="connsiteY0" fmla="*/ 75857 h 75857"/>
                  <a:gd name="connsiteX1" fmla="*/ 0 w 12705"/>
                  <a:gd name="connsiteY1" fmla="*/ 0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75857">
                    <a:moveTo>
                      <a:pt x="0" y="75857"/>
                    </a:moveTo>
                    <a:lnTo>
                      <a:pt x="0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10" name="任意形状 609">
              <a:extLst>
                <a:ext uri="{FF2B5EF4-FFF2-40B4-BE49-F238E27FC236}">
                  <a16:creationId xmlns:a16="http://schemas.microsoft.com/office/drawing/2014/main" id="{2DFDF082-A6E2-D849-AEB4-CE6A3BB98D75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11" name="任意形状 610">
              <a:extLst>
                <a:ext uri="{FF2B5EF4-FFF2-40B4-BE49-F238E27FC236}">
                  <a16:creationId xmlns:a16="http://schemas.microsoft.com/office/drawing/2014/main" id="{75AFE829-2544-7D49-B8C1-A7ABF7051B4E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614" name="任意形状 613">
            <a:extLst>
              <a:ext uri="{FF2B5EF4-FFF2-40B4-BE49-F238E27FC236}">
                <a16:creationId xmlns:a16="http://schemas.microsoft.com/office/drawing/2014/main" id="{47215F5F-1B1C-3249-BB02-8F92B1FC6D11}"/>
              </a:ext>
            </a:extLst>
          </p:cNvPr>
          <p:cNvSpPr/>
          <p:nvPr/>
        </p:nvSpPr>
        <p:spPr>
          <a:xfrm rot="10800000">
            <a:off x="4393917" y="4111935"/>
            <a:ext cx="8505" cy="137476"/>
          </a:xfrm>
          <a:custGeom>
            <a:avLst/>
            <a:gdLst>
              <a:gd name="connsiteX0" fmla="*/ 0 w 12705"/>
              <a:gd name="connsiteY0" fmla="*/ 0 h 189645"/>
              <a:gd name="connsiteX1" fmla="*/ 0 w 12705"/>
              <a:gd name="connsiteY1" fmla="*/ 189646 h 189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5" h="189645">
                <a:moveTo>
                  <a:pt x="0" y="0"/>
                </a:moveTo>
                <a:lnTo>
                  <a:pt x="0" y="189646"/>
                </a:lnTo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15" name="任意形状 614">
            <a:extLst>
              <a:ext uri="{FF2B5EF4-FFF2-40B4-BE49-F238E27FC236}">
                <a16:creationId xmlns:a16="http://schemas.microsoft.com/office/drawing/2014/main" id="{6F3ACF8C-0715-8249-882B-DC7B0021CD9F}"/>
              </a:ext>
            </a:extLst>
          </p:cNvPr>
          <p:cNvSpPr/>
          <p:nvPr/>
        </p:nvSpPr>
        <p:spPr>
          <a:xfrm rot="10800000">
            <a:off x="4389715" y="4235663"/>
            <a:ext cx="25423" cy="27495"/>
          </a:xfrm>
          <a:custGeom>
            <a:avLst/>
            <a:gdLst>
              <a:gd name="connsiteX0" fmla="*/ 37976 w 37976"/>
              <a:gd name="connsiteY0" fmla="*/ 18964 h 37929"/>
              <a:gd name="connsiteX1" fmla="*/ 18994 w 37976"/>
              <a:gd name="connsiteY1" fmla="*/ 0 h 37929"/>
              <a:gd name="connsiteX2" fmla="*/ 0 w 37976"/>
              <a:gd name="connsiteY2" fmla="*/ 18964 h 37929"/>
              <a:gd name="connsiteX3" fmla="*/ 18994 w 37976"/>
              <a:gd name="connsiteY3" fmla="*/ 37930 h 37929"/>
              <a:gd name="connsiteX4" fmla="*/ 37976 w 37976"/>
              <a:gd name="connsiteY4" fmla="*/ 18964 h 37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76" h="37929">
                <a:moveTo>
                  <a:pt x="37976" y="18964"/>
                </a:moveTo>
                <a:cubicBezTo>
                  <a:pt x="37976" y="8491"/>
                  <a:pt x="29476" y="0"/>
                  <a:pt x="18994" y="0"/>
                </a:cubicBezTo>
                <a:cubicBezTo>
                  <a:pt x="8500" y="0"/>
                  <a:pt x="0" y="8491"/>
                  <a:pt x="0" y="18964"/>
                </a:cubicBezTo>
                <a:cubicBezTo>
                  <a:pt x="0" y="29439"/>
                  <a:pt x="8500" y="37930"/>
                  <a:pt x="18994" y="37930"/>
                </a:cubicBezTo>
                <a:cubicBezTo>
                  <a:pt x="29476" y="37930"/>
                  <a:pt x="37976" y="29439"/>
                  <a:pt x="37976" y="18964"/>
                </a:cubicBezTo>
                <a:close/>
              </a:path>
            </a:pathLst>
          </a:custGeom>
          <a:solidFill>
            <a:srgbClr val="000000"/>
          </a:solidFill>
          <a:ln w="12695" cap="rnd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16" name="任意形状 615">
            <a:extLst>
              <a:ext uri="{FF2B5EF4-FFF2-40B4-BE49-F238E27FC236}">
                <a16:creationId xmlns:a16="http://schemas.microsoft.com/office/drawing/2014/main" id="{BC9E31E4-85B0-FB49-BEF5-A788F23432B0}"/>
              </a:ext>
            </a:extLst>
          </p:cNvPr>
          <p:cNvSpPr/>
          <p:nvPr/>
        </p:nvSpPr>
        <p:spPr>
          <a:xfrm rot="10800000">
            <a:off x="4389715" y="4235663"/>
            <a:ext cx="25423" cy="27495"/>
          </a:xfrm>
          <a:custGeom>
            <a:avLst/>
            <a:gdLst>
              <a:gd name="connsiteX0" fmla="*/ 37976 w 37976"/>
              <a:gd name="connsiteY0" fmla="*/ 18964 h 37929"/>
              <a:gd name="connsiteX1" fmla="*/ 18994 w 37976"/>
              <a:gd name="connsiteY1" fmla="*/ 0 h 37929"/>
              <a:gd name="connsiteX2" fmla="*/ 0 w 37976"/>
              <a:gd name="connsiteY2" fmla="*/ 18964 h 37929"/>
              <a:gd name="connsiteX3" fmla="*/ 18994 w 37976"/>
              <a:gd name="connsiteY3" fmla="*/ 37930 h 37929"/>
              <a:gd name="connsiteX4" fmla="*/ 37976 w 37976"/>
              <a:gd name="connsiteY4" fmla="*/ 18964 h 37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76" h="37929">
                <a:moveTo>
                  <a:pt x="37976" y="18964"/>
                </a:moveTo>
                <a:cubicBezTo>
                  <a:pt x="37976" y="8491"/>
                  <a:pt x="29476" y="0"/>
                  <a:pt x="18994" y="0"/>
                </a:cubicBezTo>
                <a:cubicBezTo>
                  <a:pt x="8500" y="0"/>
                  <a:pt x="0" y="8491"/>
                  <a:pt x="0" y="18964"/>
                </a:cubicBezTo>
                <a:cubicBezTo>
                  <a:pt x="0" y="29439"/>
                  <a:pt x="8500" y="37930"/>
                  <a:pt x="18994" y="37930"/>
                </a:cubicBezTo>
                <a:cubicBezTo>
                  <a:pt x="29476" y="37930"/>
                  <a:pt x="37976" y="29439"/>
                  <a:pt x="37976" y="18964"/>
                </a:cubicBezTo>
                <a:close/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17" name="任意形状 616">
            <a:extLst>
              <a:ext uri="{FF2B5EF4-FFF2-40B4-BE49-F238E27FC236}">
                <a16:creationId xmlns:a16="http://schemas.microsoft.com/office/drawing/2014/main" id="{A0B64D53-2AB3-3E4D-96A3-04E5DA516550}"/>
              </a:ext>
            </a:extLst>
          </p:cNvPr>
          <p:cNvSpPr/>
          <p:nvPr/>
        </p:nvSpPr>
        <p:spPr>
          <a:xfrm rot="10800000">
            <a:off x="4388786" y="4102328"/>
            <a:ext cx="25423" cy="27495"/>
          </a:xfrm>
          <a:custGeom>
            <a:avLst/>
            <a:gdLst>
              <a:gd name="connsiteX0" fmla="*/ 37976 w 37976"/>
              <a:gd name="connsiteY0" fmla="*/ 18964 h 37929"/>
              <a:gd name="connsiteX1" fmla="*/ 18994 w 37976"/>
              <a:gd name="connsiteY1" fmla="*/ 0 h 37929"/>
              <a:gd name="connsiteX2" fmla="*/ 0 w 37976"/>
              <a:gd name="connsiteY2" fmla="*/ 18964 h 37929"/>
              <a:gd name="connsiteX3" fmla="*/ 18994 w 37976"/>
              <a:gd name="connsiteY3" fmla="*/ 37930 h 37929"/>
              <a:gd name="connsiteX4" fmla="*/ 37976 w 37976"/>
              <a:gd name="connsiteY4" fmla="*/ 18964 h 37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76" h="37929">
                <a:moveTo>
                  <a:pt x="37976" y="18964"/>
                </a:moveTo>
                <a:cubicBezTo>
                  <a:pt x="37976" y="8491"/>
                  <a:pt x="29476" y="0"/>
                  <a:pt x="18994" y="0"/>
                </a:cubicBezTo>
                <a:cubicBezTo>
                  <a:pt x="8500" y="0"/>
                  <a:pt x="0" y="8491"/>
                  <a:pt x="0" y="18964"/>
                </a:cubicBezTo>
                <a:cubicBezTo>
                  <a:pt x="0" y="29439"/>
                  <a:pt x="8500" y="37930"/>
                  <a:pt x="18994" y="37930"/>
                </a:cubicBezTo>
                <a:cubicBezTo>
                  <a:pt x="29476" y="37930"/>
                  <a:pt x="37976" y="29439"/>
                  <a:pt x="37976" y="18964"/>
                </a:cubicBezTo>
                <a:close/>
              </a:path>
            </a:pathLst>
          </a:custGeom>
          <a:solidFill>
            <a:srgbClr val="000000"/>
          </a:solidFill>
          <a:ln w="12695" cap="rnd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18" name="任意形状 617">
            <a:extLst>
              <a:ext uri="{FF2B5EF4-FFF2-40B4-BE49-F238E27FC236}">
                <a16:creationId xmlns:a16="http://schemas.microsoft.com/office/drawing/2014/main" id="{58BA119D-43F1-DB4E-B472-4062D30FA766}"/>
              </a:ext>
            </a:extLst>
          </p:cNvPr>
          <p:cNvSpPr/>
          <p:nvPr/>
        </p:nvSpPr>
        <p:spPr>
          <a:xfrm rot="10800000">
            <a:off x="4388786" y="4102328"/>
            <a:ext cx="25423" cy="27495"/>
          </a:xfrm>
          <a:custGeom>
            <a:avLst/>
            <a:gdLst>
              <a:gd name="connsiteX0" fmla="*/ 37976 w 37976"/>
              <a:gd name="connsiteY0" fmla="*/ 18964 h 37929"/>
              <a:gd name="connsiteX1" fmla="*/ 18994 w 37976"/>
              <a:gd name="connsiteY1" fmla="*/ 0 h 37929"/>
              <a:gd name="connsiteX2" fmla="*/ 0 w 37976"/>
              <a:gd name="connsiteY2" fmla="*/ 18964 h 37929"/>
              <a:gd name="connsiteX3" fmla="*/ 18994 w 37976"/>
              <a:gd name="connsiteY3" fmla="*/ 37930 h 37929"/>
              <a:gd name="connsiteX4" fmla="*/ 37976 w 37976"/>
              <a:gd name="connsiteY4" fmla="*/ 18964 h 37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76" h="37929">
                <a:moveTo>
                  <a:pt x="37976" y="18964"/>
                </a:moveTo>
                <a:cubicBezTo>
                  <a:pt x="37976" y="8491"/>
                  <a:pt x="29476" y="0"/>
                  <a:pt x="18994" y="0"/>
                </a:cubicBezTo>
                <a:cubicBezTo>
                  <a:pt x="8500" y="0"/>
                  <a:pt x="0" y="8491"/>
                  <a:pt x="0" y="18964"/>
                </a:cubicBezTo>
                <a:cubicBezTo>
                  <a:pt x="0" y="29439"/>
                  <a:pt x="8500" y="37930"/>
                  <a:pt x="18994" y="37930"/>
                </a:cubicBezTo>
                <a:cubicBezTo>
                  <a:pt x="29476" y="37930"/>
                  <a:pt x="37976" y="29439"/>
                  <a:pt x="37976" y="18964"/>
                </a:cubicBezTo>
                <a:close/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19" name="矩形 618">
            <a:extLst>
              <a:ext uri="{FF2B5EF4-FFF2-40B4-BE49-F238E27FC236}">
                <a16:creationId xmlns:a16="http://schemas.microsoft.com/office/drawing/2014/main" id="{31F00B8C-24AD-DB43-8268-837AB8E23175}"/>
              </a:ext>
            </a:extLst>
          </p:cNvPr>
          <p:cNvSpPr/>
          <p:nvPr/>
        </p:nvSpPr>
        <p:spPr>
          <a:xfrm>
            <a:off x="4489775" y="4086678"/>
            <a:ext cx="76236" cy="2016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20" name="任意形状 619">
            <a:extLst>
              <a:ext uri="{FF2B5EF4-FFF2-40B4-BE49-F238E27FC236}">
                <a16:creationId xmlns:a16="http://schemas.microsoft.com/office/drawing/2014/main" id="{065C627A-AE48-7E4B-9FF1-C19DAD079AC5}"/>
              </a:ext>
            </a:extLst>
          </p:cNvPr>
          <p:cNvSpPr/>
          <p:nvPr/>
        </p:nvSpPr>
        <p:spPr>
          <a:xfrm>
            <a:off x="4489775" y="4174464"/>
            <a:ext cx="66690" cy="25186"/>
          </a:xfrm>
          <a:custGeom>
            <a:avLst/>
            <a:gdLst>
              <a:gd name="connsiteX0" fmla="*/ 0 w 66690"/>
              <a:gd name="connsiteY0" fmla="*/ 0 h 25186"/>
              <a:gd name="connsiteX1" fmla="*/ 66690 w 66690"/>
              <a:gd name="connsiteY1" fmla="*/ 0 h 25186"/>
              <a:gd name="connsiteX2" fmla="*/ 66690 w 66690"/>
              <a:gd name="connsiteY2" fmla="*/ 5062 h 25186"/>
              <a:gd name="connsiteX3" fmla="*/ 0 w 66690"/>
              <a:gd name="connsiteY3" fmla="*/ 5062 h 25186"/>
              <a:gd name="connsiteX4" fmla="*/ 0 w 66690"/>
              <a:gd name="connsiteY4" fmla="*/ 0 h 25186"/>
              <a:gd name="connsiteX5" fmla="*/ 0 w 66690"/>
              <a:gd name="connsiteY5" fmla="*/ 20124 h 25186"/>
              <a:gd name="connsiteX6" fmla="*/ 66690 w 66690"/>
              <a:gd name="connsiteY6" fmla="*/ 20124 h 25186"/>
              <a:gd name="connsiteX7" fmla="*/ 66690 w 66690"/>
              <a:gd name="connsiteY7" fmla="*/ 25186 h 25186"/>
              <a:gd name="connsiteX8" fmla="*/ 0 w 66690"/>
              <a:gd name="connsiteY8" fmla="*/ 25186 h 25186"/>
              <a:gd name="connsiteX9" fmla="*/ 0 w 66690"/>
              <a:gd name="connsiteY9" fmla="*/ 20124 h 25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6690" h="25186">
                <a:moveTo>
                  <a:pt x="0" y="0"/>
                </a:moveTo>
                <a:lnTo>
                  <a:pt x="66690" y="0"/>
                </a:lnTo>
                <a:lnTo>
                  <a:pt x="66690" y="5062"/>
                </a:lnTo>
                <a:lnTo>
                  <a:pt x="0" y="5062"/>
                </a:lnTo>
                <a:lnTo>
                  <a:pt x="0" y="0"/>
                </a:lnTo>
                <a:close/>
                <a:moveTo>
                  <a:pt x="0" y="20124"/>
                </a:moveTo>
                <a:lnTo>
                  <a:pt x="66690" y="20124"/>
                </a:lnTo>
                <a:lnTo>
                  <a:pt x="66690" y="25186"/>
                </a:lnTo>
                <a:lnTo>
                  <a:pt x="0" y="25186"/>
                </a:lnTo>
                <a:lnTo>
                  <a:pt x="0" y="20124"/>
                </a:lnTo>
                <a:close/>
              </a:path>
            </a:pathLst>
          </a:custGeom>
          <a:solidFill>
            <a:srgbClr val="000000"/>
          </a:solidFill>
          <a:ln w="12695" cap="rnd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grpSp>
        <p:nvGrpSpPr>
          <p:cNvPr id="621" name="组合 620">
            <a:extLst>
              <a:ext uri="{FF2B5EF4-FFF2-40B4-BE49-F238E27FC236}">
                <a16:creationId xmlns:a16="http://schemas.microsoft.com/office/drawing/2014/main" id="{E422348A-CF44-3F4F-AD60-30195E368E61}"/>
              </a:ext>
            </a:extLst>
          </p:cNvPr>
          <p:cNvGrpSpPr/>
          <p:nvPr/>
        </p:nvGrpSpPr>
        <p:grpSpPr>
          <a:xfrm>
            <a:off x="3894463" y="4276541"/>
            <a:ext cx="280846" cy="268812"/>
            <a:chOff x="3449621" y="4257038"/>
            <a:chExt cx="280846" cy="268812"/>
          </a:xfrm>
        </p:grpSpPr>
        <p:sp>
          <p:nvSpPr>
            <p:cNvPr id="622" name="椭圆 621">
              <a:extLst>
                <a:ext uri="{FF2B5EF4-FFF2-40B4-BE49-F238E27FC236}">
                  <a16:creationId xmlns:a16="http://schemas.microsoft.com/office/drawing/2014/main" id="{FDA17514-9E3D-7A4F-9799-EA35DACE8390}"/>
                </a:ext>
              </a:extLst>
            </p:cNvPr>
            <p:cNvSpPr/>
            <p:nvPr/>
          </p:nvSpPr>
          <p:spPr>
            <a:xfrm>
              <a:off x="3636962" y="4257038"/>
              <a:ext cx="93505" cy="944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3" name="椭圆 622">
              <a:extLst>
                <a:ext uri="{FF2B5EF4-FFF2-40B4-BE49-F238E27FC236}">
                  <a16:creationId xmlns:a16="http://schemas.microsoft.com/office/drawing/2014/main" id="{EE79EF67-A488-7949-8504-C6BBCFB59DA0}"/>
                </a:ext>
              </a:extLst>
            </p:cNvPr>
            <p:cNvSpPr/>
            <p:nvPr/>
          </p:nvSpPr>
          <p:spPr>
            <a:xfrm>
              <a:off x="3636962" y="4431443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4" name="椭圆 623">
              <a:extLst>
                <a:ext uri="{FF2B5EF4-FFF2-40B4-BE49-F238E27FC236}">
                  <a16:creationId xmlns:a16="http://schemas.microsoft.com/office/drawing/2014/main" id="{3D346CE0-6AAA-2A46-9144-2DBB02141FA8}"/>
                </a:ext>
              </a:extLst>
            </p:cNvPr>
            <p:cNvSpPr/>
            <p:nvPr/>
          </p:nvSpPr>
          <p:spPr>
            <a:xfrm>
              <a:off x="3449621" y="4431443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25" name="直线箭头连接符 624">
              <a:extLst>
                <a:ext uri="{FF2B5EF4-FFF2-40B4-BE49-F238E27FC236}">
                  <a16:creationId xmlns:a16="http://schemas.microsoft.com/office/drawing/2014/main" id="{8491573A-2229-9D41-B473-F7ABA0ACD5B0}"/>
                </a:ext>
              </a:extLst>
            </p:cNvPr>
            <p:cNvCxnSpPr>
              <a:cxnSpLocks/>
            </p:cNvCxnSpPr>
            <p:nvPr/>
          </p:nvCxnSpPr>
          <p:spPr>
            <a:xfrm>
              <a:off x="3536773" y="4481065"/>
              <a:ext cx="111044" cy="0"/>
            </a:xfrm>
            <a:prstGeom prst="straightConnector1">
              <a:avLst/>
            </a:prstGeom>
            <a:ln>
              <a:headEnd w="sm" len="sm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直线箭头连接符 625">
              <a:extLst>
                <a:ext uri="{FF2B5EF4-FFF2-40B4-BE49-F238E27FC236}">
                  <a16:creationId xmlns:a16="http://schemas.microsoft.com/office/drawing/2014/main" id="{42CF770F-1AA1-2A45-B4C5-E7DE1CD7F3EB}"/>
                </a:ext>
              </a:extLst>
            </p:cNvPr>
            <p:cNvCxnSpPr>
              <a:cxnSpLocks/>
              <a:stCxn id="623" idx="0"/>
              <a:endCxn id="622" idx="4"/>
            </p:cNvCxnSpPr>
            <p:nvPr/>
          </p:nvCxnSpPr>
          <p:spPr>
            <a:xfrm flipV="1">
              <a:off x="3683715" y="4351445"/>
              <a:ext cx="0" cy="79998"/>
            </a:xfrm>
            <a:prstGeom prst="straightConnector1">
              <a:avLst/>
            </a:prstGeom>
            <a:ln>
              <a:headEnd type="stealth" w="sm" len="sm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7" name="文本框 626">
            <a:extLst>
              <a:ext uri="{FF2B5EF4-FFF2-40B4-BE49-F238E27FC236}">
                <a16:creationId xmlns:a16="http://schemas.microsoft.com/office/drawing/2014/main" id="{7D4D96AB-E05A-044F-A5EC-88EAAE6982CA}"/>
              </a:ext>
            </a:extLst>
          </p:cNvPr>
          <p:cNvSpPr txBox="1"/>
          <p:nvPr/>
        </p:nvSpPr>
        <p:spPr>
          <a:xfrm>
            <a:off x="4198422" y="4232327"/>
            <a:ext cx="48916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Swap</a:t>
            </a:r>
            <a:endParaRPr lang="zh-CN" altLang="en-US" dirty="0"/>
          </a:p>
        </p:txBody>
      </p:sp>
      <p:sp>
        <p:nvSpPr>
          <p:cNvPr id="628" name="椭圆 627">
            <a:extLst>
              <a:ext uri="{FF2B5EF4-FFF2-40B4-BE49-F238E27FC236}">
                <a16:creationId xmlns:a16="http://schemas.microsoft.com/office/drawing/2014/main" id="{A276F11C-EEC8-0E45-A3C7-8588A54FDC1E}"/>
              </a:ext>
            </a:extLst>
          </p:cNvPr>
          <p:cNvSpPr/>
          <p:nvPr/>
        </p:nvSpPr>
        <p:spPr>
          <a:xfrm>
            <a:off x="4443022" y="4401324"/>
            <a:ext cx="93505" cy="9440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9" name="椭圆 628">
            <a:extLst>
              <a:ext uri="{FF2B5EF4-FFF2-40B4-BE49-F238E27FC236}">
                <a16:creationId xmlns:a16="http://schemas.microsoft.com/office/drawing/2014/main" id="{B67DBF26-1CD7-0840-9B64-9913BECAE9F7}"/>
              </a:ext>
            </a:extLst>
          </p:cNvPr>
          <p:cNvSpPr/>
          <p:nvPr/>
        </p:nvSpPr>
        <p:spPr>
          <a:xfrm>
            <a:off x="4255681" y="4401324"/>
            <a:ext cx="93505" cy="94407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30" name="组合 629">
            <a:extLst>
              <a:ext uri="{FF2B5EF4-FFF2-40B4-BE49-F238E27FC236}">
                <a16:creationId xmlns:a16="http://schemas.microsoft.com/office/drawing/2014/main" id="{20DE6F46-69F1-D947-A294-2E8BAC09A052}"/>
              </a:ext>
            </a:extLst>
          </p:cNvPr>
          <p:cNvGrpSpPr/>
          <p:nvPr/>
        </p:nvGrpSpPr>
        <p:grpSpPr>
          <a:xfrm rot="10800000">
            <a:off x="3900464" y="3844629"/>
            <a:ext cx="280846" cy="246699"/>
            <a:chOff x="3443876" y="3831476"/>
            <a:chExt cx="280846" cy="246699"/>
          </a:xfrm>
        </p:grpSpPr>
        <p:sp>
          <p:nvSpPr>
            <p:cNvPr id="631" name="椭圆 630">
              <a:extLst>
                <a:ext uri="{FF2B5EF4-FFF2-40B4-BE49-F238E27FC236}">
                  <a16:creationId xmlns:a16="http://schemas.microsoft.com/office/drawing/2014/main" id="{148AA3BF-6029-D648-AC5D-7CB18959867C}"/>
                </a:ext>
              </a:extLst>
            </p:cNvPr>
            <p:cNvSpPr/>
            <p:nvPr/>
          </p:nvSpPr>
          <p:spPr>
            <a:xfrm rot="10800000">
              <a:off x="3631217" y="3831476"/>
              <a:ext cx="93505" cy="9440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2" name="椭圆 631">
              <a:extLst>
                <a:ext uri="{FF2B5EF4-FFF2-40B4-BE49-F238E27FC236}">
                  <a16:creationId xmlns:a16="http://schemas.microsoft.com/office/drawing/2014/main" id="{D7790203-DD22-6A4C-B225-49ADA6CA98F7}"/>
                </a:ext>
              </a:extLst>
            </p:cNvPr>
            <p:cNvSpPr/>
            <p:nvPr/>
          </p:nvSpPr>
          <p:spPr>
            <a:xfrm rot="10800000">
              <a:off x="3631217" y="3983768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3" name="椭圆 632">
              <a:extLst>
                <a:ext uri="{FF2B5EF4-FFF2-40B4-BE49-F238E27FC236}">
                  <a16:creationId xmlns:a16="http://schemas.microsoft.com/office/drawing/2014/main" id="{4FE57E33-517D-184B-965B-F3861A1A3DFA}"/>
                </a:ext>
              </a:extLst>
            </p:cNvPr>
            <p:cNvSpPr/>
            <p:nvPr/>
          </p:nvSpPr>
          <p:spPr>
            <a:xfrm rot="10800000">
              <a:off x="3443876" y="3983768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34" name="直线箭头连接符 633">
              <a:extLst>
                <a:ext uri="{FF2B5EF4-FFF2-40B4-BE49-F238E27FC236}">
                  <a16:creationId xmlns:a16="http://schemas.microsoft.com/office/drawing/2014/main" id="{D6FD6B94-FAB4-5B4E-B47F-A39BA63B8B87}"/>
                </a:ext>
              </a:extLst>
            </p:cNvPr>
            <p:cNvCxnSpPr>
              <a:cxnSpLocks/>
            </p:cNvCxnSpPr>
            <p:nvPr/>
          </p:nvCxnSpPr>
          <p:spPr>
            <a:xfrm>
              <a:off x="3531028" y="4033390"/>
              <a:ext cx="111044" cy="0"/>
            </a:xfrm>
            <a:prstGeom prst="straightConnector1">
              <a:avLst/>
            </a:prstGeom>
            <a:ln>
              <a:headEnd type="stealth" w="sm" len="sm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直线箭头连接符 634">
              <a:extLst>
                <a:ext uri="{FF2B5EF4-FFF2-40B4-BE49-F238E27FC236}">
                  <a16:creationId xmlns:a16="http://schemas.microsoft.com/office/drawing/2014/main" id="{69691CFA-678B-884F-B377-D2ADB9941BE2}"/>
                </a:ext>
              </a:extLst>
            </p:cNvPr>
            <p:cNvCxnSpPr>
              <a:cxnSpLocks/>
              <a:stCxn id="632" idx="4"/>
              <a:endCxn id="631" idx="0"/>
            </p:cNvCxnSpPr>
            <p:nvPr/>
          </p:nvCxnSpPr>
          <p:spPr>
            <a:xfrm rot="10800000">
              <a:off x="3677969" y="3925883"/>
              <a:ext cx="0" cy="57885"/>
            </a:xfrm>
            <a:prstGeom prst="straightConnector1">
              <a:avLst/>
            </a:prstGeom>
            <a:ln>
              <a:headEnd type="none" w="sm" len="sm"/>
              <a:tailEnd type="stealth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36" name="直线箭头连接符 635">
            <a:extLst>
              <a:ext uri="{FF2B5EF4-FFF2-40B4-BE49-F238E27FC236}">
                <a16:creationId xmlns:a16="http://schemas.microsoft.com/office/drawing/2014/main" id="{AF7E1732-E1FA-DB42-BBE8-F5F7402DE705}"/>
              </a:ext>
            </a:extLst>
          </p:cNvPr>
          <p:cNvCxnSpPr>
            <a:cxnSpLocks/>
          </p:cNvCxnSpPr>
          <p:nvPr/>
        </p:nvCxnSpPr>
        <p:spPr>
          <a:xfrm>
            <a:off x="2333330" y="3750450"/>
            <a:ext cx="1153951" cy="1"/>
          </a:xfrm>
          <a:prstGeom prst="straightConnector1">
            <a:avLst/>
          </a:prstGeom>
          <a:ln>
            <a:solidFill>
              <a:schemeClr val="accent5"/>
            </a:solidFill>
            <a:headEnd type="arrow" w="sm" len="lg"/>
            <a:tailEnd type="arrow" w="sm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7" name="任意形状 636">
            <a:extLst>
              <a:ext uri="{FF2B5EF4-FFF2-40B4-BE49-F238E27FC236}">
                <a16:creationId xmlns:a16="http://schemas.microsoft.com/office/drawing/2014/main" id="{23FA5C1A-17BC-BA48-A260-016476545428}"/>
              </a:ext>
            </a:extLst>
          </p:cNvPr>
          <p:cNvSpPr/>
          <p:nvPr/>
        </p:nvSpPr>
        <p:spPr>
          <a:xfrm rot="10800000">
            <a:off x="2346761" y="4052649"/>
            <a:ext cx="109255" cy="194461"/>
          </a:xfrm>
          <a:custGeom>
            <a:avLst/>
            <a:gdLst>
              <a:gd name="connsiteX0" fmla="*/ 48102 w 288604"/>
              <a:gd name="connsiteY0" fmla="*/ 0 h 1522618"/>
              <a:gd name="connsiteX1" fmla="*/ 240502 w 288604"/>
              <a:gd name="connsiteY1" fmla="*/ 0 h 1522618"/>
              <a:gd name="connsiteX2" fmla="*/ 288604 w 288604"/>
              <a:gd name="connsiteY2" fmla="*/ 48102 h 1522618"/>
              <a:gd name="connsiteX3" fmla="*/ 288604 w 288604"/>
              <a:gd name="connsiteY3" fmla="*/ 59305 h 1522618"/>
              <a:gd name="connsiteX4" fmla="*/ 278309 w 288604"/>
              <a:gd name="connsiteY4" fmla="*/ 111963 h 1522618"/>
              <a:gd name="connsiteX5" fmla="*/ 240461 w 288604"/>
              <a:gd name="connsiteY5" fmla="*/ 782765 h 1522618"/>
              <a:gd name="connsiteX6" fmla="*/ 278309 w 288604"/>
              <a:gd name="connsiteY6" fmla="*/ 1453567 h 1522618"/>
              <a:gd name="connsiteX7" fmla="*/ 285455 w 288604"/>
              <a:gd name="connsiteY7" fmla="*/ 1490116 h 1522618"/>
              <a:gd name="connsiteX8" fmla="*/ 284824 w 288604"/>
              <a:gd name="connsiteY8" fmla="*/ 1493239 h 1522618"/>
              <a:gd name="connsiteX9" fmla="*/ 240502 w 288604"/>
              <a:gd name="connsiteY9" fmla="*/ 1522618 h 1522618"/>
              <a:gd name="connsiteX10" fmla="*/ 48102 w 288604"/>
              <a:gd name="connsiteY10" fmla="*/ 1522618 h 1522618"/>
              <a:gd name="connsiteX11" fmla="*/ 3780 w 288604"/>
              <a:gd name="connsiteY11" fmla="*/ 1493239 h 1522618"/>
              <a:gd name="connsiteX12" fmla="*/ 3742 w 288604"/>
              <a:gd name="connsiteY12" fmla="*/ 1493051 h 1522618"/>
              <a:gd name="connsiteX13" fmla="*/ 10295 w 288604"/>
              <a:gd name="connsiteY13" fmla="*/ 1459533 h 1522618"/>
              <a:gd name="connsiteX14" fmla="*/ 48143 w 288604"/>
              <a:gd name="connsiteY14" fmla="*/ 788731 h 1522618"/>
              <a:gd name="connsiteX15" fmla="*/ 10295 w 288604"/>
              <a:gd name="connsiteY15" fmla="*/ 117929 h 1522618"/>
              <a:gd name="connsiteX16" fmla="*/ 0 w 288604"/>
              <a:gd name="connsiteY16" fmla="*/ 65271 h 1522618"/>
              <a:gd name="connsiteX17" fmla="*/ 0 w 288604"/>
              <a:gd name="connsiteY17" fmla="*/ 48102 h 1522618"/>
              <a:gd name="connsiteX18" fmla="*/ 48102 w 288604"/>
              <a:gd name="connsiteY18" fmla="*/ 0 h 15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88604" h="1522618">
                <a:moveTo>
                  <a:pt x="48102" y="0"/>
                </a:moveTo>
                <a:lnTo>
                  <a:pt x="240502" y="0"/>
                </a:lnTo>
                <a:cubicBezTo>
                  <a:pt x="267068" y="0"/>
                  <a:pt x="288604" y="21536"/>
                  <a:pt x="288604" y="48102"/>
                </a:cubicBezTo>
                <a:lnTo>
                  <a:pt x="288604" y="59305"/>
                </a:lnTo>
                <a:lnTo>
                  <a:pt x="278309" y="111963"/>
                </a:lnTo>
                <a:cubicBezTo>
                  <a:pt x="255475" y="257339"/>
                  <a:pt x="240461" y="503530"/>
                  <a:pt x="240461" y="782765"/>
                </a:cubicBezTo>
                <a:cubicBezTo>
                  <a:pt x="240461" y="1062000"/>
                  <a:pt x="255475" y="1308191"/>
                  <a:pt x="278309" y="1453567"/>
                </a:cubicBezTo>
                <a:lnTo>
                  <a:pt x="285455" y="1490116"/>
                </a:lnTo>
                <a:lnTo>
                  <a:pt x="284824" y="1493239"/>
                </a:lnTo>
                <a:cubicBezTo>
                  <a:pt x="277522" y="1510504"/>
                  <a:pt x="260427" y="1522618"/>
                  <a:pt x="240502" y="1522618"/>
                </a:cubicBezTo>
                <a:lnTo>
                  <a:pt x="48102" y="1522618"/>
                </a:lnTo>
                <a:cubicBezTo>
                  <a:pt x="28178" y="1522618"/>
                  <a:pt x="11083" y="1510504"/>
                  <a:pt x="3780" y="1493239"/>
                </a:cubicBezTo>
                <a:lnTo>
                  <a:pt x="3742" y="1493051"/>
                </a:lnTo>
                <a:lnTo>
                  <a:pt x="10295" y="1459533"/>
                </a:lnTo>
                <a:cubicBezTo>
                  <a:pt x="33130" y="1314157"/>
                  <a:pt x="48143" y="1067966"/>
                  <a:pt x="48143" y="788731"/>
                </a:cubicBezTo>
                <a:cubicBezTo>
                  <a:pt x="48143" y="509496"/>
                  <a:pt x="33130" y="263305"/>
                  <a:pt x="10295" y="117929"/>
                </a:cubicBezTo>
                <a:lnTo>
                  <a:pt x="0" y="65271"/>
                </a:lnTo>
                <a:lnTo>
                  <a:pt x="0" y="48102"/>
                </a:lnTo>
                <a:cubicBezTo>
                  <a:pt x="0" y="21536"/>
                  <a:pt x="21536" y="0"/>
                  <a:pt x="48102" y="0"/>
                </a:cubicBezTo>
                <a:close/>
              </a:path>
            </a:pathLst>
          </a:custGeom>
          <a:solidFill>
            <a:schemeClr val="accent2">
              <a:lumMod val="75000"/>
              <a:alpha val="24624"/>
            </a:schemeClr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/>
          </a:p>
        </p:txBody>
      </p:sp>
      <p:cxnSp>
        <p:nvCxnSpPr>
          <p:cNvPr id="638" name="直线连接符 637">
            <a:extLst>
              <a:ext uri="{FF2B5EF4-FFF2-40B4-BE49-F238E27FC236}">
                <a16:creationId xmlns:a16="http://schemas.microsoft.com/office/drawing/2014/main" id="{185C5CD7-CF85-A643-B1E7-594740B0A610}"/>
              </a:ext>
            </a:extLst>
          </p:cNvPr>
          <p:cNvCxnSpPr>
            <a:cxnSpLocks/>
          </p:cNvCxnSpPr>
          <p:nvPr/>
        </p:nvCxnSpPr>
        <p:spPr>
          <a:xfrm>
            <a:off x="2335592" y="3730221"/>
            <a:ext cx="0" cy="707198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39" name="组合 638">
            <a:extLst>
              <a:ext uri="{FF2B5EF4-FFF2-40B4-BE49-F238E27FC236}">
                <a16:creationId xmlns:a16="http://schemas.microsoft.com/office/drawing/2014/main" id="{3E390903-091B-FE4B-A1DA-455D2D3E5479}"/>
              </a:ext>
            </a:extLst>
          </p:cNvPr>
          <p:cNvGrpSpPr/>
          <p:nvPr/>
        </p:nvGrpSpPr>
        <p:grpSpPr>
          <a:xfrm>
            <a:off x="3193430" y="4038766"/>
            <a:ext cx="11940" cy="153621"/>
            <a:chOff x="5646995" y="4025087"/>
            <a:chExt cx="15258" cy="218824"/>
          </a:xfrm>
        </p:grpSpPr>
        <p:sp>
          <p:nvSpPr>
            <p:cNvPr id="640" name="任意形状 639">
              <a:extLst>
                <a:ext uri="{FF2B5EF4-FFF2-40B4-BE49-F238E27FC236}">
                  <a16:creationId xmlns:a16="http://schemas.microsoft.com/office/drawing/2014/main" id="{23CA8A66-C3F7-EE49-8CAC-7A5E9303F842}"/>
                </a:ext>
              </a:extLst>
            </p:cNvPr>
            <p:cNvSpPr/>
            <p:nvPr/>
          </p:nvSpPr>
          <p:spPr>
            <a:xfrm>
              <a:off x="5646995" y="4025087"/>
              <a:ext cx="7644" cy="218824"/>
            </a:xfrm>
            <a:custGeom>
              <a:avLst/>
              <a:gdLst>
                <a:gd name="connsiteX0" fmla="*/ 0 w 12705"/>
                <a:gd name="connsiteY0" fmla="*/ 0 h 379291"/>
                <a:gd name="connsiteX1" fmla="*/ 0 w 12705"/>
                <a:gd name="connsiteY1" fmla="*/ 379292 h 379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379291">
                  <a:moveTo>
                    <a:pt x="0" y="0"/>
                  </a:moveTo>
                  <a:lnTo>
                    <a:pt x="0" y="379292"/>
                  </a:lnTo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41" name="任意形状 640">
              <a:extLst>
                <a:ext uri="{FF2B5EF4-FFF2-40B4-BE49-F238E27FC236}">
                  <a16:creationId xmlns:a16="http://schemas.microsoft.com/office/drawing/2014/main" id="{11849738-F85F-3749-A954-820DD54EFF67}"/>
                </a:ext>
              </a:extLst>
            </p:cNvPr>
            <p:cNvSpPr/>
            <p:nvPr/>
          </p:nvSpPr>
          <p:spPr>
            <a:xfrm>
              <a:off x="5654609" y="4025087"/>
              <a:ext cx="7644" cy="218824"/>
            </a:xfrm>
            <a:custGeom>
              <a:avLst/>
              <a:gdLst>
                <a:gd name="connsiteX0" fmla="*/ 0 w 12705"/>
                <a:gd name="connsiteY0" fmla="*/ 0 h 379291"/>
                <a:gd name="connsiteX1" fmla="*/ 0 w 12705"/>
                <a:gd name="connsiteY1" fmla="*/ 379292 h 3792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379291">
                  <a:moveTo>
                    <a:pt x="0" y="0"/>
                  </a:moveTo>
                  <a:lnTo>
                    <a:pt x="0" y="379292"/>
                  </a:lnTo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642" name="任意形状 641">
            <a:extLst>
              <a:ext uri="{FF2B5EF4-FFF2-40B4-BE49-F238E27FC236}">
                <a16:creationId xmlns:a16="http://schemas.microsoft.com/office/drawing/2014/main" id="{A46B28CE-4CB2-234B-B368-C6253DD45618}"/>
              </a:ext>
            </a:extLst>
          </p:cNvPr>
          <p:cNvSpPr/>
          <p:nvPr/>
        </p:nvSpPr>
        <p:spPr>
          <a:xfrm>
            <a:off x="2499031" y="4208958"/>
            <a:ext cx="698883" cy="46664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43" name="任意形状 642">
            <a:extLst>
              <a:ext uri="{FF2B5EF4-FFF2-40B4-BE49-F238E27FC236}">
                <a16:creationId xmlns:a16="http://schemas.microsoft.com/office/drawing/2014/main" id="{39F8AAEA-7C9D-3446-8CF4-89F12D0EBD42}"/>
              </a:ext>
            </a:extLst>
          </p:cNvPr>
          <p:cNvSpPr/>
          <p:nvPr/>
        </p:nvSpPr>
        <p:spPr>
          <a:xfrm>
            <a:off x="2496547" y="3912375"/>
            <a:ext cx="990734" cy="47897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254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44" name="任意形状 643">
            <a:extLst>
              <a:ext uri="{FF2B5EF4-FFF2-40B4-BE49-F238E27FC236}">
                <a16:creationId xmlns:a16="http://schemas.microsoft.com/office/drawing/2014/main" id="{2EFAD929-3237-0642-985F-F16CFE984FDE}"/>
              </a:ext>
            </a:extLst>
          </p:cNvPr>
          <p:cNvSpPr/>
          <p:nvPr/>
        </p:nvSpPr>
        <p:spPr>
          <a:xfrm>
            <a:off x="2496546" y="4011829"/>
            <a:ext cx="990735" cy="46596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254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45" name="任意形状 644">
            <a:extLst>
              <a:ext uri="{FF2B5EF4-FFF2-40B4-BE49-F238E27FC236}">
                <a16:creationId xmlns:a16="http://schemas.microsoft.com/office/drawing/2014/main" id="{4781C106-D4EF-F548-B93F-3BD42C280EFE}"/>
              </a:ext>
            </a:extLst>
          </p:cNvPr>
          <p:cNvSpPr/>
          <p:nvPr/>
        </p:nvSpPr>
        <p:spPr>
          <a:xfrm>
            <a:off x="2499031" y="4303819"/>
            <a:ext cx="988249" cy="58842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254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46" name="任意形状 645">
            <a:extLst>
              <a:ext uri="{FF2B5EF4-FFF2-40B4-BE49-F238E27FC236}">
                <a16:creationId xmlns:a16="http://schemas.microsoft.com/office/drawing/2014/main" id="{75E0AD4E-44F4-744A-B735-DC8629FE68CB}"/>
              </a:ext>
            </a:extLst>
          </p:cNvPr>
          <p:cNvSpPr/>
          <p:nvPr/>
        </p:nvSpPr>
        <p:spPr>
          <a:xfrm>
            <a:off x="2499032" y="4397431"/>
            <a:ext cx="991424" cy="48344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254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47" name="任意形状 646">
            <a:extLst>
              <a:ext uri="{FF2B5EF4-FFF2-40B4-BE49-F238E27FC236}">
                <a16:creationId xmlns:a16="http://schemas.microsoft.com/office/drawing/2014/main" id="{AF25D6D5-D82D-4F49-A4CD-C9F6D85C4477}"/>
              </a:ext>
            </a:extLst>
          </p:cNvPr>
          <p:cNvSpPr/>
          <p:nvPr/>
        </p:nvSpPr>
        <p:spPr>
          <a:xfrm>
            <a:off x="2988997" y="3883717"/>
            <a:ext cx="73969" cy="64639"/>
          </a:xfrm>
          <a:custGeom>
            <a:avLst/>
            <a:gdLst>
              <a:gd name="connsiteX0" fmla="*/ 151892 w 151892"/>
              <a:gd name="connsiteY0" fmla="*/ 151716 h 151716"/>
              <a:gd name="connsiteX1" fmla="*/ 151892 w 151892"/>
              <a:gd name="connsiteY1" fmla="*/ 0 h 151716"/>
              <a:gd name="connsiteX2" fmla="*/ 0 w 151892"/>
              <a:gd name="connsiteY2" fmla="*/ 0 h 151716"/>
              <a:gd name="connsiteX3" fmla="*/ 0 w 151892"/>
              <a:gd name="connsiteY3" fmla="*/ 151716 h 151716"/>
              <a:gd name="connsiteX4" fmla="*/ 151892 w 151892"/>
              <a:gd name="connsiteY4" fmla="*/ 151716 h 15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892" h="151716">
                <a:moveTo>
                  <a:pt x="151892" y="151716"/>
                </a:moveTo>
                <a:lnTo>
                  <a:pt x="151892" y="0"/>
                </a:lnTo>
                <a:lnTo>
                  <a:pt x="0" y="0"/>
                </a:lnTo>
                <a:lnTo>
                  <a:pt x="0" y="151716"/>
                </a:lnTo>
                <a:lnTo>
                  <a:pt x="151892" y="151716"/>
                </a:lnTo>
                <a:close/>
              </a:path>
            </a:pathLst>
          </a:custGeom>
          <a:solidFill>
            <a:srgbClr val="FFFFFF"/>
          </a:solidFill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sp>
        <p:nvSpPr>
          <p:cNvPr id="648" name="任意形状 647">
            <a:extLst>
              <a:ext uri="{FF2B5EF4-FFF2-40B4-BE49-F238E27FC236}">
                <a16:creationId xmlns:a16="http://schemas.microsoft.com/office/drawing/2014/main" id="{F6A6E3E4-8351-7840-AA01-E646BAA55767}"/>
              </a:ext>
            </a:extLst>
          </p:cNvPr>
          <p:cNvSpPr/>
          <p:nvPr/>
        </p:nvSpPr>
        <p:spPr>
          <a:xfrm>
            <a:off x="3001392" y="3895078"/>
            <a:ext cx="45394" cy="42601"/>
          </a:xfrm>
          <a:custGeom>
            <a:avLst/>
            <a:gdLst>
              <a:gd name="connsiteX0" fmla="*/ 23848 w 86650"/>
              <a:gd name="connsiteY0" fmla="*/ 38830 h 83710"/>
              <a:gd name="connsiteX1" fmla="*/ 62790 w 86650"/>
              <a:gd name="connsiteY1" fmla="*/ 38830 h 83710"/>
              <a:gd name="connsiteX2" fmla="*/ 62790 w 86650"/>
              <a:gd name="connsiteY2" fmla="*/ 14878 h 83710"/>
              <a:gd name="connsiteX3" fmla="*/ 61990 w 86650"/>
              <a:gd name="connsiteY3" fmla="*/ 6420 h 83710"/>
              <a:gd name="connsiteX4" fmla="*/ 59385 w 86650"/>
              <a:gd name="connsiteY4" fmla="*/ 3767 h 83710"/>
              <a:gd name="connsiteX5" fmla="*/ 53769 w 86650"/>
              <a:gd name="connsiteY5" fmla="*/ 2284 h 83710"/>
              <a:gd name="connsiteX6" fmla="*/ 50796 w 86650"/>
              <a:gd name="connsiteY6" fmla="*/ 2284 h 83710"/>
              <a:gd name="connsiteX7" fmla="*/ 50796 w 86650"/>
              <a:gd name="connsiteY7" fmla="*/ 0 h 83710"/>
              <a:gd name="connsiteX8" fmla="*/ 86650 w 86650"/>
              <a:gd name="connsiteY8" fmla="*/ 0 h 83710"/>
              <a:gd name="connsiteX9" fmla="*/ 86650 w 86650"/>
              <a:gd name="connsiteY9" fmla="*/ 2284 h 83710"/>
              <a:gd name="connsiteX10" fmla="*/ 83678 w 86650"/>
              <a:gd name="connsiteY10" fmla="*/ 2284 h 83710"/>
              <a:gd name="connsiteX11" fmla="*/ 78049 w 86650"/>
              <a:gd name="connsiteY11" fmla="*/ 3704 h 83710"/>
              <a:gd name="connsiteX12" fmla="*/ 75368 w 86650"/>
              <a:gd name="connsiteY12" fmla="*/ 6698 h 83710"/>
              <a:gd name="connsiteX13" fmla="*/ 74656 w 86650"/>
              <a:gd name="connsiteY13" fmla="*/ 14878 h 83710"/>
              <a:gd name="connsiteX14" fmla="*/ 74656 w 86650"/>
              <a:gd name="connsiteY14" fmla="*/ 68894 h 83710"/>
              <a:gd name="connsiteX15" fmla="*/ 75457 w 86650"/>
              <a:gd name="connsiteY15" fmla="*/ 77289 h 83710"/>
              <a:gd name="connsiteX16" fmla="*/ 77998 w 86650"/>
              <a:gd name="connsiteY16" fmla="*/ 79944 h 83710"/>
              <a:gd name="connsiteX17" fmla="*/ 83678 w 86650"/>
              <a:gd name="connsiteY17" fmla="*/ 81426 h 83710"/>
              <a:gd name="connsiteX18" fmla="*/ 86650 w 86650"/>
              <a:gd name="connsiteY18" fmla="*/ 81426 h 83710"/>
              <a:gd name="connsiteX19" fmla="*/ 86650 w 86650"/>
              <a:gd name="connsiteY19" fmla="*/ 83710 h 83710"/>
              <a:gd name="connsiteX20" fmla="*/ 50796 w 86650"/>
              <a:gd name="connsiteY20" fmla="*/ 83710 h 83710"/>
              <a:gd name="connsiteX21" fmla="*/ 50796 w 86650"/>
              <a:gd name="connsiteY21" fmla="*/ 81426 h 83710"/>
              <a:gd name="connsiteX22" fmla="*/ 53769 w 86650"/>
              <a:gd name="connsiteY22" fmla="*/ 81426 h 83710"/>
              <a:gd name="connsiteX23" fmla="*/ 61240 w 86650"/>
              <a:gd name="connsiteY23" fmla="*/ 78401 h 83710"/>
              <a:gd name="connsiteX24" fmla="*/ 62790 w 86650"/>
              <a:gd name="connsiteY24" fmla="*/ 68894 h 83710"/>
              <a:gd name="connsiteX25" fmla="*/ 62790 w 86650"/>
              <a:gd name="connsiteY25" fmla="*/ 43398 h 83710"/>
              <a:gd name="connsiteX26" fmla="*/ 23848 w 86650"/>
              <a:gd name="connsiteY26" fmla="*/ 43398 h 83710"/>
              <a:gd name="connsiteX27" fmla="*/ 23848 w 86650"/>
              <a:gd name="connsiteY27" fmla="*/ 68894 h 83710"/>
              <a:gd name="connsiteX28" fmla="*/ 24648 w 86650"/>
              <a:gd name="connsiteY28" fmla="*/ 77289 h 83710"/>
              <a:gd name="connsiteX29" fmla="*/ 27253 w 86650"/>
              <a:gd name="connsiteY29" fmla="*/ 79944 h 83710"/>
              <a:gd name="connsiteX30" fmla="*/ 32869 w 86650"/>
              <a:gd name="connsiteY30" fmla="*/ 81426 h 83710"/>
              <a:gd name="connsiteX31" fmla="*/ 35905 w 86650"/>
              <a:gd name="connsiteY31" fmla="*/ 81426 h 83710"/>
              <a:gd name="connsiteX32" fmla="*/ 35905 w 86650"/>
              <a:gd name="connsiteY32" fmla="*/ 83710 h 83710"/>
              <a:gd name="connsiteX33" fmla="*/ 0 w 86650"/>
              <a:gd name="connsiteY33" fmla="*/ 83710 h 83710"/>
              <a:gd name="connsiteX34" fmla="*/ 0 w 86650"/>
              <a:gd name="connsiteY34" fmla="*/ 81426 h 83710"/>
              <a:gd name="connsiteX35" fmla="*/ 2960 w 86650"/>
              <a:gd name="connsiteY35" fmla="*/ 81426 h 83710"/>
              <a:gd name="connsiteX36" fmla="*/ 10507 w 86650"/>
              <a:gd name="connsiteY36" fmla="*/ 78401 h 83710"/>
              <a:gd name="connsiteX37" fmla="*/ 11981 w 86650"/>
              <a:gd name="connsiteY37" fmla="*/ 68894 h 83710"/>
              <a:gd name="connsiteX38" fmla="*/ 11981 w 86650"/>
              <a:gd name="connsiteY38" fmla="*/ 14878 h 83710"/>
              <a:gd name="connsiteX39" fmla="*/ 11181 w 86650"/>
              <a:gd name="connsiteY39" fmla="*/ 6420 h 83710"/>
              <a:gd name="connsiteX40" fmla="*/ 8652 w 86650"/>
              <a:gd name="connsiteY40" fmla="*/ 3767 h 83710"/>
              <a:gd name="connsiteX41" fmla="*/ 2960 w 86650"/>
              <a:gd name="connsiteY41" fmla="*/ 2284 h 83710"/>
              <a:gd name="connsiteX42" fmla="*/ 0 w 86650"/>
              <a:gd name="connsiteY42" fmla="*/ 2284 h 83710"/>
              <a:gd name="connsiteX43" fmla="*/ 0 w 86650"/>
              <a:gd name="connsiteY43" fmla="*/ 0 h 83710"/>
              <a:gd name="connsiteX44" fmla="*/ 35905 w 86650"/>
              <a:gd name="connsiteY44" fmla="*/ 0 h 83710"/>
              <a:gd name="connsiteX45" fmla="*/ 35905 w 86650"/>
              <a:gd name="connsiteY45" fmla="*/ 2284 h 83710"/>
              <a:gd name="connsiteX46" fmla="*/ 32869 w 86650"/>
              <a:gd name="connsiteY46" fmla="*/ 2284 h 83710"/>
              <a:gd name="connsiteX47" fmla="*/ 27253 w 86650"/>
              <a:gd name="connsiteY47" fmla="*/ 3704 h 83710"/>
              <a:gd name="connsiteX48" fmla="*/ 24597 w 86650"/>
              <a:gd name="connsiteY48" fmla="*/ 6698 h 83710"/>
              <a:gd name="connsiteX49" fmla="*/ 23848 w 86650"/>
              <a:gd name="connsiteY49" fmla="*/ 14878 h 83710"/>
              <a:gd name="connsiteX50" fmla="*/ 23848 w 86650"/>
              <a:gd name="connsiteY50" fmla="*/ 38830 h 83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86650" h="83710">
                <a:moveTo>
                  <a:pt x="23848" y="38830"/>
                </a:moveTo>
                <a:lnTo>
                  <a:pt x="62790" y="38830"/>
                </a:lnTo>
                <a:lnTo>
                  <a:pt x="62790" y="14878"/>
                </a:lnTo>
                <a:cubicBezTo>
                  <a:pt x="62790" y="10598"/>
                  <a:pt x="62523" y="7779"/>
                  <a:pt x="61990" y="6420"/>
                </a:cubicBezTo>
                <a:cubicBezTo>
                  <a:pt x="61570" y="5392"/>
                  <a:pt x="60706" y="4506"/>
                  <a:pt x="59385" y="3767"/>
                </a:cubicBezTo>
                <a:cubicBezTo>
                  <a:pt x="57619" y="2778"/>
                  <a:pt x="55738" y="2284"/>
                  <a:pt x="53769" y="2284"/>
                </a:cubicBezTo>
                <a:lnTo>
                  <a:pt x="50796" y="2284"/>
                </a:lnTo>
                <a:lnTo>
                  <a:pt x="50796" y="0"/>
                </a:lnTo>
                <a:lnTo>
                  <a:pt x="86650" y="0"/>
                </a:lnTo>
                <a:lnTo>
                  <a:pt x="86650" y="2284"/>
                </a:lnTo>
                <a:lnTo>
                  <a:pt x="83678" y="2284"/>
                </a:lnTo>
                <a:cubicBezTo>
                  <a:pt x="81695" y="2284"/>
                  <a:pt x="79828" y="2758"/>
                  <a:pt x="78049" y="3704"/>
                </a:cubicBezTo>
                <a:cubicBezTo>
                  <a:pt x="76740" y="4363"/>
                  <a:pt x="75838" y="5360"/>
                  <a:pt x="75368" y="6698"/>
                </a:cubicBezTo>
                <a:cubicBezTo>
                  <a:pt x="74898" y="8036"/>
                  <a:pt x="74656" y="10763"/>
                  <a:pt x="74656" y="14878"/>
                </a:cubicBezTo>
                <a:lnTo>
                  <a:pt x="74656" y="68894"/>
                </a:lnTo>
                <a:cubicBezTo>
                  <a:pt x="74656" y="73133"/>
                  <a:pt x="74923" y="75931"/>
                  <a:pt x="75457" y="77289"/>
                </a:cubicBezTo>
                <a:cubicBezTo>
                  <a:pt x="75876" y="78318"/>
                  <a:pt x="76715" y="79203"/>
                  <a:pt x="77998" y="79944"/>
                </a:cubicBezTo>
                <a:cubicBezTo>
                  <a:pt x="79802" y="80931"/>
                  <a:pt x="81695" y="81426"/>
                  <a:pt x="83678" y="81426"/>
                </a:cubicBezTo>
                <a:lnTo>
                  <a:pt x="86650" y="81426"/>
                </a:lnTo>
                <a:lnTo>
                  <a:pt x="86650" y="83710"/>
                </a:lnTo>
                <a:lnTo>
                  <a:pt x="50796" y="83710"/>
                </a:lnTo>
                <a:lnTo>
                  <a:pt x="50796" y="81426"/>
                </a:lnTo>
                <a:lnTo>
                  <a:pt x="53769" y="81426"/>
                </a:lnTo>
                <a:cubicBezTo>
                  <a:pt x="57187" y="81426"/>
                  <a:pt x="59677" y="80417"/>
                  <a:pt x="61240" y="78401"/>
                </a:cubicBezTo>
                <a:cubicBezTo>
                  <a:pt x="62269" y="77083"/>
                  <a:pt x="62790" y="73915"/>
                  <a:pt x="62790" y="68894"/>
                </a:cubicBezTo>
                <a:lnTo>
                  <a:pt x="62790" y="43398"/>
                </a:lnTo>
                <a:lnTo>
                  <a:pt x="23848" y="43398"/>
                </a:lnTo>
                <a:lnTo>
                  <a:pt x="23848" y="68894"/>
                </a:lnTo>
                <a:cubicBezTo>
                  <a:pt x="23848" y="73133"/>
                  <a:pt x="24115" y="75931"/>
                  <a:pt x="24648" y="77289"/>
                </a:cubicBezTo>
                <a:cubicBezTo>
                  <a:pt x="25068" y="78318"/>
                  <a:pt x="25932" y="79203"/>
                  <a:pt x="27253" y="79944"/>
                </a:cubicBezTo>
                <a:cubicBezTo>
                  <a:pt x="29019" y="80931"/>
                  <a:pt x="30899" y="81426"/>
                  <a:pt x="32869" y="81426"/>
                </a:cubicBezTo>
                <a:lnTo>
                  <a:pt x="35905" y="81426"/>
                </a:lnTo>
                <a:lnTo>
                  <a:pt x="35905" y="83710"/>
                </a:lnTo>
                <a:lnTo>
                  <a:pt x="0" y="83710"/>
                </a:lnTo>
                <a:lnTo>
                  <a:pt x="0" y="81426"/>
                </a:lnTo>
                <a:lnTo>
                  <a:pt x="2960" y="81426"/>
                </a:lnTo>
                <a:cubicBezTo>
                  <a:pt x="6416" y="81426"/>
                  <a:pt x="8932" y="80417"/>
                  <a:pt x="10507" y="78401"/>
                </a:cubicBezTo>
                <a:cubicBezTo>
                  <a:pt x="11486" y="77083"/>
                  <a:pt x="11981" y="73915"/>
                  <a:pt x="11981" y="68894"/>
                </a:cubicBezTo>
                <a:lnTo>
                  <a:pt x="11981" y="14878"/>
                </a:lnTo>
                <a:cubicBezTo>
                  <a:pt x="11981" y="10598"/>
                  <a:pt x="11714" y="7779"/>
                  <a:pt x="11181" y="6420"/>
                </a:cubicBezTo>
                <a:cubicBezTo>
                  <a:pt x="10774" y="5392"/>
                  <a:pt x="9923" y="4506"/>
                  <a:pt x="8652" y="3767"/>
                </a:cubicBezTo>
                <a:cubicBezTo>
                  <a:pt x="6835" y="2778"/>
                  <a:pt x="4942" y="2284"/>
                  <a:pt x="2960" y="2284"/>
                </a:cubicBezTo>
                <a:lnTo>
                  <a:pt x="0" y="2284"/>
                </a:lnTo>
                <a:lnTo>
                  <a:pt x="0" y="0"/>
                </a:lnTo>
                <a:lnTo>
                  <a:pt x="35905" y="0"/>
                </a:lnTo>
                <a:lnTo>
                  <a:pt x="35905" y="2284"/>
                </a:lnTo>
                <a:lnTo>
                  <a:pt x="32869" y="2284"/>
                </a:lnTo>
                <a:cubicBezTo>
                  <a:pt x="30899" y="2284"/>
                  <a:pt x="29019" y="2758"/>
                  <a:pt x="27253" y="3704"/>
                </a:cubicBezTo>
                <a:cubicBezTo>
                  <a:pt x="25970" y="4363"/>
                  <a:pt x="25093" y="5360"/>
                  <a:pt x="24597" y="6698"/>
                </a:cubicBezTo>
                <a:cubicBezTo>
                  <a:pt x="24102" y="8036"/>
                  <a:pt x="23848" y="10763"/>
                  <a:pt x="23848" y="14878"/>
                </a:cubicBezTo>
                <a:lnTo>
                  <a:pt x="23848" y="38830"/>
                </a:lnTo>
                <a:close/>
              </a:path>
            </a:pathLst>
          </a:custGeom>
          <a:solidFill>
            <a:srgbClr val="000000"/>
          </a:solidFill>
          <a:ln w="12695" cap="rnd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grpSp>
        <p:nvGrpSpPr>
          <p:cNvPr id="649" name="组合 648">
            <a:extLst>
              <a:ext uri="{FF2B5EF4-FFF2-40B4-BE49-F238E27FC236}">
                <a16:creationId xmlns:a16="http://schemas.microsoft.com/office/drawing/2014/main" id="{C74360FD-FEF7-C54D-8A28-AF6874E3E0F5}"/>
              </a:ext>
            </a:extLst>
          </p:cNvPr>
          <p:cNvGrpSpPr/>
          <p:nvPr/>
        </p:nvGrpSpPr>
        <p:grpSpPr>
          <a:xfrm>
            <a:off x="3009832" y="4199664"/>
            <a:ext cx="39790" cy="216355"/>
            <a:chOff x="2608228" y="570289"/>
            <a:chExt cx="75952" cy="436185"/>
          </a:xfrm>
        </p:grpSpPr>
        <p:sp>
          <p:nvSpPr>
            <p:cNvPr id="650" name="任意形状 649">
              <a:extLst>
                <a:ext uri="{FF2B5EF4-FFF2-40B4-BE49-F238E27FC236}">
                  <a16:creationId xmlns:a16="http://schemas.microsoft.com/office/drawing/2014/main" id="{85014111-2349-8A4C-B933-53294CEB65D5}"/>
                </a:ext>
              </a:extLst>
            </p:cNvPr>
            <p:cNvSpPr/>
            <p:nvPr/>
          </p:nvSpPr>
          <p:spPr>
            <a:xfrm>
              <a:off x="2646205" y="589255"/>
              <a:ext cx="12705" cy="379290"/>
            </a:xfrm>
            <a:custGeom>
              <a:avLst/>
              <a:gdLst>
                <a:gd name="connsiteX0" fmla="*/ 0 w 12705"/>
                <a:gd name="connsiteY0" fmla="*/ 0 h 379290"/>
                <a:gd name="connsiteX1" fmla="*/ 0 w 12705"/>
                <a:gd name="connsiteY1" fmla="*/ 379291 h 379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379290">
                  <a:moveTo>
                    <a:pt x="0" y="0"/>
                  </a:moveTo>
                  <a:lnTo>
                    <a:pt x="0" y="379291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51" name="任意形状 650">
              <a:extLst>
                <a:ext uri="{FF2B5EF4-FFF2-40B4-BE49-F238E27FC236}">
                  <a16:creationId xmlns:a16="http://schemas.microsoft.com/office/drawing/2014/main" id="{0839F957-38EB-5E4D-B632-4CACC8C135FB}"/>
                </a:ext>
              </a:extLst>
            </p:cNvPr>
            <p:cNvSpPr/>
            <p:nvPr/>
          </p:nvSpPr>
          <p:spPr>
            <a:xfrm>
              <a:off x="2608228" y="930616"/>
              <a:ext cx="75952" cy="75858"/>
            </a:xfrm>
            <a:custGeom>
              <a:avLst/>
              <a:gdLst>
                <a:gd name="connsiteX0" fmla="*/ 75952 w 75952"/>
                <a:gd name="connsiteY0" fmla="*/ 37930 h 75858"/>
                <a:gd name="connsiteX1" fmla="*/ 37976 w 75952"/>
                <a:gd name="connsiteY1" fmla="*/ 0 h 75858"/>
                <a:gd name="connsiteX2" fmla="*/ 0 w 75952"/>
                <a:gd name="connsiteY2" fmla="*/ 37930 h 75858"/>
                <a:gd name="connsiteX3" fmla="*/ 37976 w 75952"/>
                <a:gd name="connsiteY3" fmla="*/ 75859 h 75858"/>
                <a:gd name="connsiteX4" fmla="*/ 75952 w 75952"/>
                <a:gd name="connsiteY4" fmla="*/ 37930 h 75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8">
                  <a:moveTo>
                    <a:pt x="75952" y="37930"/>
                  </a:moveTo>
                  <a:cubicBezTo>
                    <a:pt x="75952" y="16982"/>
                    <a:pt x="58953" y="0"/>
                    <a:pt x="37976" y="0"/>
                  </a:cubicBezTo>
                  <a:cubicBezTo>
                    <a:pt x="17000" y="0"/>
                    <a:pt x="0" y="16982"/>
                    <a:pt x="0" y="37930"/>
                  </a:cubicBezTo>
                  <a:cubicBezTo>
                    <a:pt x="0" y="58878"/>
                    <a:pt x="17000" y="75859"/>
                    <a:pt x="37976" y="75859"/>
                  </a:cubicBezTo>
                  <a:cubicBezTo>
                    <a:pt x="58953" y="75859"/>
                    <a:pt x="75952" y="58878"/>
                    <a:pt x="75952" y="37930"/>
                  </a:cubicBez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52" name="任意形状 651">
              <a:extLst>
                <a:ext uri="{FF2B5EF4-FFF2-40B4-BE49-F238E27FC236}">
                  <a16:creationId xmlns:a16="http://schemas.microsoft.com/office/drawing/2014/main" id="{7406251F-934F-7843-AE32-C4A4F96DEB3D}"/>
                </a:ext>
              </a:extLst>
            </p:cNvPr>
            <p:cNvSpPr/>
            <p:nvPr/>
          </p:nvSpPr>
          <p:spPr>
            <a:xfrm>
              <a:off x="2608228" y="930616"/>
              <a:ext cx="75952" cy="75858"/>
            </a:xfrm>
            <a:custGeom>
              <a:avLst/>
              <a:gdLst>
                <a:gd name="connsiteX0" fmla="*/ 75952 w 75952"/>
                <a:gd name="connsiteY0" fmla="*/ 37930 h 75858"/>
                <a:gd name="connsiteX1" fmla="*/ 37976 w 75952"/>
                <a:gd name="connsiteY1" fmla="*/ 0 h 75858"/>
                <a:gd name="connsiteX2" fmla="*/ 0 w 75952"/>
                <a:gd name="connsiteY2" fmla="*/ 37930 h 75858"/>
                <a:gd name="connsiteX3" fmla="*/ 37976 w 75952"/>
                <a:gd name="connsiteY3" fmla="*/ 75859 h 75858"/>
                <a:gd name="connsiteX4" fmla="*/ 75952 w 75952"/>
                <a:gd name="connsiteY4" fmla="*/ 37930 h 75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8">
                  <a:moveTo>
                    <a:pt x="75952" y="37930"/>
                  </a:moveTo>
                  <a:cubicBezTo>
                    <a:pt x="75952" y="16982"/>
                    <a:pt x="58953" y="0"/>
                    <a:pt x="37976" y="0"/>
                  </a:cubicBezTo>
                  <a:cubicBezTo>
                    <a:pt x="17000" y="0"/>
                    <a:pt x="0" y="16982"/>
                    <a:pt x="0" y="37930"/>
                  </a:cubicBezTo>
                  <a:cubicBezTo>
                    <a:pt x="0" y="58878"/>
                    <a:pt x="17000" y="75859"/>
                    <a:pt x="37976" y="75859"/>
                  </a:cubicBezTo>
                  <a:cubicBezTo>
                    <a:pt x="58953" y="75859"/>
                    <a:pt x="75952" y="58878"/>
                    <a:pt x="75952" y="37930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653" name="图形 2">
              <a:extLst>
                <a:ext uri="{FF2B5EF4-FFF2-40B4-BE49-F238E27FC236}">
                  <a16:creationId xmlns:a16="http://schemas.microsoft.com/office/drawing/2014/main" id="{B15E0145-D898-8948-91FF-142D8FC74CBE}"/>
                </a:ext>
              </a:extLst>
            </p:cNvPr>
            <p:cNvGrpSpPr/>
            <p:nvPr/>
          </p:nvGrpSpPr>
          <p:grpSpPr>
            <a:xfrm>
              <a:off x="2608228" y="930616"/>
              <a:ext cx="75952" cy="75858"/>
              <a:chOff x="2968549" y="937094"/>
              <a:chExt cx="75952" cy="75858"/>
            </a:xfrm>
            <a:noFill/>
          </p:grpSpPr>
          <p:sp>
            <p:nvSpPr>
              <p:cNvPr id="656" name="任意形状 655">
                <a:extLst>
                  <a:ext uri="{FF2B5EF4-FFF2-40B4-BE49-F238E27FC236}">
                    <a16:creationId xmlns:a16="http://schemas.microsoft.com/office/drawing/2014/main" id="{D87D50EC-9BB8-FF48-B7EB-AB87BA726F96}"/>
                  </a:ext>
                </a:extLst>
              </p:cNvPr>
              <p:cNvSpPr/>
              <p:nvPr/>
            </p:nvSpPr>
            <p:spPr>
              <a:xfrm>
                <a:off x="2968549" y="975024"/>
                <a:ext cx="75952" cy="12690"/>
              </a:xfrm>
              <a:custGeom>
                <a:avLst/>
                <a:gdLst>
                  <a:gd name="connsiteX0" fmla="*/ 0 w 75952"/>
                  <a:gd name="connsiteY0" fmla="*/ 0 h 12690"/>
                  <a:gd name="connsiteX1" fmla="*/ 75952 w 75952"/>
                  <a:gd name="connsiteY1" fmla="*/ 0 h 12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5952" h="12690">
                    <a:moveTo>
                      <a:pt x="0" y="0"/>
                    </a:moveTo>
                    <a:lnTo>
                      <a:pt x="75952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657" name="任意形状 656">
                <a:extLst>
                  <a:ext uri="{FF2B5EF4-FFF2-40B4-BE49-F238E27FC236}">
                    <a16:creationId xmlns:a16="http://schemas.microsoft.com/office/drawing/2014/main" id="{A36978EE-33E9-8941-A78B-A1897BE95004}"/>
                  </a:ext>
                </a:extLst>
              </p:cNvPr>
              <p:cNvSpPr/>
              <p:nvPr/>
            </p:nvSpPr>
            <p:spPr>
              <a:xfrm>
                <a:off x="3006526" y="937094"/>
                <a:ext cx="12705" cy="75858"/>
              </a:xfrm>
              <a:custGeom>
                <a:avLst/>
                <a:gdLst>
                  <a:gd name="connsiteX0" fmla="*/ 0 w 12705"/>
                  <a:gd name="connsiteY0" fmla="*/ 75859 h 75858"/>
                  <a:gd name="connsiteX1" fmla="*/ 0 w 12705"/>
                  <a:gd name="connsiteY1" fmla="*/ 0 h 75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75858">
                    <a:moveTo>
                      <a:pt x="0" y="75859"/>
                    </a:moveTo>
                    <a:lnTo>
                      <a:pt x="0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54" name="任意形状 653">
              <a:extLst>
                <a:ext uri="{FF2B5EF4-FFF2-40B4-BE49-F238E27FC236}">
                  <a16:creationId xmlns:a16="http://schemas.microsoft.com/office/drawing/2014/main" id="{A007EF74-5FE8-B046-9926-731A880D5750}"/>
                </a:ext>
              </a:extLst>
            </p:cNvPr>
            <p:cNvSpPr/>
            <p:nvPr/>
          </p:nvSpPr>
          <p:spPr>
            <a:xfrm>
              <a:off x="2627223" y="570289"/>
              <a:ext cx="37963" cy="37929"/>
            </a:xfrm>
            <a:custGeom>
              <a:avLst/>
              <a:gdLst>
                <a:gd name="connsiteX0" fmla="*/ 37963 w 37963"/>
                <a:gd name="connsiteY0" fmla="*/ 18966 h 37929"/>
                <a:gd name="connsiteX1" fmla="*/ 18982 w 37963"/>
                <a:gd name="connsiteY1" fmla="*/ 0 h 37929"/>
                <a:gd name="connsiteX2" fmla="*/ 0 w 37963"/>
                <a:gd name="connsiteY2" fmla="*/ 18966 h 37929"/>
                <a:gd name="connsiteX3" fmla="*/ 18982 w 37963"/>
                <a:gd name="connsiteY3" fmla="*/ 37930 h 37929"/>
                <a:gd name="connsiteX4" fmla="*/ 37963 w 37963"/>
                <a:gd name="connsiteY4" fmla="*/ 18966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63" h="37929">
                  <a:moveTo>
                    <a:pt x="37963" y="18966"/>
                  </a:moveTo>
                  <a:cubicBezTo>
                    <a:pt x="37963" y="8491"/>
                    <a:pt x="29464" y="0"/>
                    <a:pt x="18982" y="0"/>
                  </a:cubicBezTo>
                  <a:cubicBezTo>
                    <a:pt x="8500" y="0"/>
                    <a:pt x="0" y="8491"/>
                    <a:pt x="0" y="18966"/>
                  </a:cubicBezTo>
                  <a:cubicBezTo>
                    <a:pt x="0" y="29439"/>
                    <a:pt x="8500" y="37930"/>
                    <a:pt x="18982" y="37930"/>
                  </a:cubicBezTo>
                  <a:cubicBezTo>
                    <a:pt x="29464" y="37930"/>
                    <a:pt x="37963" y="29439"/>
                    <a:pt x="37963" y="18966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55" name="任意形状 654">
              <a:extLst>
                <a:ext uri="{FF2B5EF4-FFF2-40B4-BE49-F238E27FC236}">
                  <a16:creationId xmlns:a16="http://schemas.microsoft.com/office/drawing/2014/main" id="{0817F63D-7F53-4544-A45F-03A22F6EAAD5}"/>
                </a:ext>
              </a:extLst>
            </p:cNvPr>
            <p:cNvSpPr/>
            <p:nvPr/>
          </p:nvSpPr>
          <p:spPr>
            <a:xfrm>
              <a:off x="2627223" y="570289"/>
              <a:ext cx="37963" cy="37929"/>
            </a:xfrm>
            <a:custGeom>
              <a:avLst/>
              <a:gdLst>
                <a:gd name="connsiteX0" fmla="*/ 37963 w 37963"/>
                <a:gd name="connsiteY0" fmla="*/ 18966 h 37929"/>
                <a:gd name="connsiteX1" fmla="*/ 18982 w 37963"/>
                <a:gd name="connsiteY1" fmla="*/ 0 h 37929"/>
                <a:gd name="connsiteX2" fmla="*/ 0 w 37963"/>
                <a:gd name="connsiteY2" fmla="*/ 18966 h 37929"/>
                <a:gd name="connsiteX3" fmla="*/ 18982 w 37963"/>
                <a:gd name="connsiteY3" fmla="*/ 37930 h 37929"/>
                <a:gd name="connsiteX4" fmla="*/ 37963 w 37963"/>
                <a:gd name="connsiteY4" fmla="*/ 18966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63" h="37929">
                  <a:moveTo>
                    <a:pt x="37963" y="18966"/>
                  </a:moveTo>
                  <a:cubicBezTo>
                    <a:pt x="37963" y="8491"/>
                    <a:pt x="29464" y="0"/>
                    <a:pt x="18982" y="0"/>
                  </a:cubicBezTo>
                  <a:cubicBezTo>
                    <a:pt x="8500" y="0"/>
                    <a:pt x="0" y="8491"/>
                    <a:pt x="0" y="18966"/>
                  </a:cubicBezTo>
                  <a:cubicBezTo>
                    <a:pt x="0" y="29439"/>
                    <a:pt x="8500" y="37930"/>
                    <a:pt x="18982" y="37930"/>
                  </a:cubicBezTo>
                  <a:cubicBezTo>
                    <a:pt x="29464" y="37930"/>
                    <a:pt x="37963" y="29439"/>
                    <a:pt x="37963" y="18966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658" name="任意形状 657">
            <a:extLst>
              <a:ext uri="{FF2B5EF4-FFF2-40B4-BE49-F238E27FC236}">
                <a16:creationId xmlns:a16="http://schemas.microsoft.com/office/drawing/2014/main" id="{0E7CCF67-9378-D441-A6ED-381F2F4060E9}"/>
              </a:ext>
            </a:extLst>
          </p:cNvPr>
          <p:cNvSpPr>
            <a:spLocks/>
          </p:cNvSpPr>
          <p:nvPr/>
        </p:nvSpPr>
        <p:spPr>
          <a:xfrm>
            <a:off x="2661762" y="4359539"/>
            <a:ext cx="71109" cy="62411"/>
          </a:xfrm>
          <a:custGeom>
            <a:avLst/>
            <a:gdLst>
              <a:gd name="connsiteX0" fmla="*/ 151892 w 151892"/>
              <a:gd name="connsiteY0" fmla="*/ 151716 h 151716"/>
              <a:gd name="connsiteX1" fmla="*/ 151892 w 151892"/>
              <a:gd name="connsiteY1" fmla="*/ 0 h 151716"/>
              <a:gd name="connsiteX2" fmla="*/ 0 w 151892"/>
              <a:gd name="connsiteY2" fmla="*/ 0 h 151716"/>
              <a:gd name="connsiteX3" fmla="*/ 0 w 151892"/>
              <a:gd name="connsiteY3" fmla="*/ 151716 h 151716"/>
              <a:gd name="connsiteX4" fmla="*/ 151892 w 151892"/>
              <a:gd name="connsiteY4" fmla="*/ 151716 h 15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892" h="151716">
                <a:moveTo>
                  <a:pt x="151892" y="151716"/>
                </a:moveTo>
                <a:lnTo>
                  <a:pt x="151892" y="0"/>
                </a:lnTo>
                <a:lnTo>
                  <a:pt x="0" y="0"/>
                </a:lnTo>
                <a:lnTo>
                  <a:pt x="0" y="151716"/>
                </a:lnTo>
                <a:lnTo>
                  <a:pt x="151892" y="151716"/>
                </a:lnTo>
                <a:close/>
              </a:path>
            </a:pathLst>
          </a:custGeom>
          <a:solidFill>
            <a:srgbClr val="FFFFFF"/>
          </a:solidFill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grpSp>
        <p:nvGrpSpPr>
          <p:cNvPr id="659" name="组合 658">
            <a:extLst>
              <a:ext uri="{FF2B5EF4-FFF2-40B4-BE49-F238E27FC236}">
                <a16:creationId xmlns:a16="http://schemas.microsoft.com/office/drawing/2014/main" id="{F541AEA2-291B-394E-B3F2-26EADF8E8CCE}"/>
              </a:ext>
            </a:extLst>
          </p:cNvPr>
          <p:cNvGrpSpPr/>
          <p:nvPr/>
        </p:nvGrpSpPr>
        <p:grpSpPr>
          <a:xfrm>
            <a:off x="2582630" y="4291296"/>
            <a:ext cx="39790" cy="125465"/>
            <a:chOff x="747494" y="1442600"/>
            <a:chExt cx="75952" cy="246538"/>
          </a:xfrm>
        </p:grpSpPr>
        <p:sp>
          <p:nvSpPr>
            <p:cNvPr id="660" name="任意形状 659">
              <a:extLst>
                <a:ext uri="{FF2B5EF4-FFF2-40B4-BE49-F238E27FC236}">
                  <a16:creationId xmlns:a16="http://schemas.microsoft.com/office/drawing/2014/main" id="{39EAA942-46AC-E34C-9124-8A58BDA2CFBB}"/>
                </a:ext>
              </a:extLst>
            </p:cNvPr>
            <p:cNvSpPr/>
            <p:nvPr/>
          </p:nvSpPr>
          <p:spPr>
            <a:xfrm>
              <a:off x="785470" y="1461564"/>
              <a:ext cx="12705" cy="189645"/>
            </a:xfrm>
            <a:custGeom>
              <a:avLst/>
              <a:gdLst>
                <a:gd name="connsiteX0" fmla="*/ 0 w 12705"/>
                <a:gd name="connsiteY0" fmla="*/ 0 h 189645"/>
                <a:gd name="connsiteX1" fmla="*/ 0 w 12705"/>
                <a:gd name="connsiteY1" fmla="*/ 189646 h 189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189645">
                  <a:moveTo>
                    <a:pt x="0" y="0"/>
                  </a:moveTo>
                  <a:lnTo>
                    <a:pt x="0" y="189646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61" name="任意形状 660">
              <a:extLst>
                <a:ext uri="{FF2B5EF4-FFF2-40B4-BE49-F238E27FC236}">
                  <a16:creationId xmlns:a16="http://schemas.microsoft.com/office/drawing/2014/main" id="{7D5F9AD6-1BC8-2341-A31B-85EAC9318C19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62" name="任意形状 661">
              <a:extLst>
                <a:ext uri="{FF2B5EF4-FFF2-40B4-BE49-F238E27FC236}">
                  <a16:creationId xmlns:a16="http://schemas.microsoft.com/office/drawing/2014/main" id="{85248048-6BBB-C144-9FBC-231D6D86EAD0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663" name="图形 2">
              <a:extLst>
                <a:ext uri="{FF2B5EF4-FFF2-40B4-BE49-F238E27FC236}">
                  <a16:creationId xmlns:a16="http://schemas.microsoft.com/office/drawing/2014/main" id="{426C1784-F47F-AD4B-9B24-EB394FBAA073}"/>
                </a:ext>
              </a:extLst>
            </p:cNvPr>
            <p:cNvGrpSpPr/>
            <p:nvPr/>
          </p:nvGrpSpPr>
          <p:grpSpPr>
            <a:xfrm>
              <a:off x="747494" y="1613281"/>
              <a:ext cx="75952" cy="75857"/>
              <a:chOff x="1905278" y="368158"/>
              <a:chExt cx="75952" cy="75857"/>
            </a:xfrm>
            <a:noFill/>
          </p:grpSpPr>
          <p:sp>
            <p:nvSpPr>
              <p:cNvPr id="666" name="任意形状 665">
                <a:extLst>
                  <a:ext uri="{FF2B5EF4-FFF2-40B4-BE49-F238E27FC236}">
                    <a16:creationId xmlns:a16="http://schemas.microsoft.com/office/drawing/2014/main" id="{4552ED9F-293A-BC48-86DF-497CD2357E7E}"/>
                  </a:ext>
                </a:extLst>
              </p:cNvPr>
              <p:cNvSpPr/>
              <p:nvPr/>
            </p:nvSpPr>
            <p:spPr>
              <a:xfrm>
                <a:off x="1905278" y="406087"/>
                <a:ext cx="75952" cy="12690"/>
              </a:xfrm>
              <a:custGeom>
                <a:avLst/>
                <a:gdLst>
                  <a:gd name="connsiteX0" fmla="*/ 0 w 75952"/>
                  <a:gd name="connsiteY0" fmla="*/ 0 h 12690"/>
                  <a:gd name="connsiteX1" fmla="*/ 75952 w 75952"/>
                  <a:gd name="connsiteY1" fmla="*/ 0 h 12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5952" h="12690">
                    <a:moveTo>
                      <a:pt x="0" y="0"/>
                    </a:moveTo>
                    <a:lnTo>
                      <a:pt x="75952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667" name="任意形状 666">
                <a:extLst>
                  <a:ext uri="{FF2B5EF4-FFF2-40B4-BE49-F238E27FC236}">
                    <a16:creationId xmlns:a16="http://schemas.microsoft.com/office/drawing/2014/main" id="{927EBD3E-7ADA-D348-A237-8DF1D66D25A8}"/>
                  </a:ext>
                </a:extLst>
              </p:cNvPr>
              <p:cNvSpPr/>
              <p:nvPr/>
            </p:nvSpPr>
            <p:spPr>
              <a:xfrm>
                <a:off x="1943254" y="368158"/>
                <a:ext cx="12705" cy="75857"/>
              </a:xfrm>
              <a:custGeom>
                <a:avLst/>
                <a:gdLst>
                  <a:gd name="connsiteX0" fmla="*/ 0 w 12705"/>
                  <a:gd name="connsiteY0" fmla="*/ 75857 h 75857"/>
                  <a:gd name="connsiteX1" fmla="*/ 0 w 12705"/>
                  <a:gd name="connsiteY1" fmla="*/ 0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75857">
                    <a:moveTo>
                      <a:pt x="0" y="75857"/>
                    </a:moveTo>
                    <a:lnTo>
                      <a:pt x="0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64" name="任意形状 663">
              <a:extLst>
                <a:ext uri="{FF2B5EF4-FFF2-40B4-BE49-F238E27FC236}">
                  <a16:creationId xmlns:a16="http://schemas.microsoft.com/office/drawing/2014/main" id="{2C61F439-41A0-4946-88AF-C46BDD6DC4A9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65" name="任意形状 664">
              <a:extLst>
                <a:ext uri="{FF2B5EF4-FFF2-40B4-BE49-F238E27FC236}">
                  <a16:creationId xmlns:a16="http://schemas.microsoft.com/office/drawing/2014/main" id="{8EF7019A-7818-CD41-BF9D-0B74A714CAB8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668" name="任意形状 667">
            <a:extLst>
              <a:ext uri="{FF2B5EF4-FFF2-40B4-BE49-F238E27FC236}">
                <a16:creationId xmlns:a16="http://schemas.microsoft.com/office/drawing/2014/main" id="{C8C3A320-204E-A742-BFA8-DEDFC1576D03}"/>
              </a:ext>
            </a:extLst>
          </p:cNvPr>
          <p:cNvSpPr>
            <a:spLocks/>
          </p:cNvSpPr>
          <p:nvPr/>
        </p:nvSpPr>
        <p:spPr>
          <a:xfrm>
            <a:off x="3323245" y="3976285"/>
            <a:ext cx="67514" cy="65090"/>
          </a:xfrm>
          <a:custGeom>
            <a:avLst/>
            <a:gdLst>
              <a:gd name="connsiteX0" fmla="*/ 151892 w 151892"/>
              <a:gd name="connsiteY0" fmla="*/ 151716 h 151716"/>
              <a:gd name="connsiteX1" fmla="*/ 151892 w 151892"/>
              <a:gd name="connsiteY1" fmla="*/ 0 h 151716"/>
              <a:gd name="connsiteX2" fmla="*/ 0 w 151892"/>
              <a:gd name="connsiteY2" fmla="*/ 0 h 151716"/>
              <a:gd name="connsiteX3" fmla="*/ 0 w 151892"/>
              <a:gd name="connsiteY3" fmla="*/ 151716 h 151716"/>
              <a:gd name="connsiteX4" fmla="*/ 151892 w 151892"/>
              <a:gd name="connsiteY4" fmla="*/ 151716 h 15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892" h="151716">
                <a:moveTo>
                  <a:pt x="151892" y="151716"/>
                </a:moveTo>
                <a:lnTo>
                  <a:pt x="151892" y="0"/>
                </a:lnTo>
                <a:lnTo>
                  <a:pt x="0" y="0"/>
                </a:lnTo>
                <a:lnTo>
                  <a:pt x="0" y="151716"/>
                </a:lnTo>
                <a:lnTo>
                  <a:pt x="151892" y="151716"/>
                </a:lnTo>
                <a:close/>
              </a:path>
            </a:pathLst>
          </a:custGeom>
          <a:solidFill>
            <a:srgbClr val="FFFFFF"/>
          </a:solidFill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sp>
        <p:nvSpPr>
          <p:cNvPr id="669" name="任意形状 668">
            <a:extLst>
              <a:ext uri="{FF2B5EF4-FFF2-40B4-BE49-F238E27FC236}">
                <a16:creationId xmlns:a16="http://schemas.microsoft.com/office/drawing/2014/main" id="{BACC82B7-0EDE-3446-A768-DFE689DC2131}"/>
              </a:ext>
            </a:extLst>
          </p:cNvPr>
          <p:cNvSpPr/>
          <p:nvPr/>
        </p:nvSpPr>
        <p:spPr>
          <a:xfrm>
            <a:off x="3341135" y="3989058"/>
            <a:ext cx="35778" cy="39133"/>
          </a:xfrm>
          <a:custGeom>
            <a:avLst/>
            <a:gdLst>
              <a:gd name="connsiteX0" fmla="*/ 71201 w 72191"/>
              <a:gd name="connsiteY0" fmla="*/ 0 h 83710"/>
              <a:gd name="connsiteX1" fmla="*/ 16123 w 72191"/>
              <a:gd name="connsiteY1" fmla="*/ 78648 h 83710"/>
              <a:gd name="connsiteX2" fmla="*/ 50491 w 72191"/>
              <a:gd name="connsiteY2" fmla="*/ 78648 h 83710"/>
              <a:gd name="connsiteX3" fmla="*/ 62637 w 72191"/>
              <a:gd name="connsiteY3" fmla="*/ 75190 h 83710"/>
              <a:gd name="connsiteX4" fmla="*/ 70146 w 72191"/>
              <a:gd name="connsiteY4" fmla="*/ 61177 h 83710"/>
              <a:gd name="connsiteX5" fmla="*/ 72192 w 72191"/>
              <a:gd name="connsiteY5" fmla="*/ 61548 h 83710"/>
              <a:gd name="connsiteX6" fmla="*/ 68228 w 72191"/>
              <a:gd name="connsiteY6" fmla="*/ 83710 h 83710"/>
              <a:gd name="connsiteX7" fmla="*/ 0 w 72191"/>
              <a:gd name="connsiteY7" fmla="*/ 83710 h 83710"/>
              <a:gd name="connsiteX8" fmla="*/ 0 w 72191"/>
              <a:gd name="connsiteY8" fmla="*/ 81426 h 83710"/>
              <a:gd name="connsiteX9" fmla="*/ 53769 w 72191"/>
              <a:gd name="connsiteY9" fmla="*/ 5000 h 83710"/>
              <a:gd name="connsiteX10" fmla="*/ 26948 w 72191"/>
              <a:gd name="connsiteY10" fmla="*/ 5000 h 83710"/>
              <a:gd name="connsiteX11" fmla="*/ 17267 w 72191"/>
              <a:gd name="connsiteY11" fmla="*/ 6452 h 83710"/>
              <a:gd name="connsiteX12" fmla="*/ 12693 w 72191"/>
              <a:gd name="connsiteY12" fmla="*/ 10650 h 83710"/>
              <a:gd name="connsiteX13" fmla="*/ 9821 w 72191"/>
              <a:gd name="connsiteY13" fmla="*/ 20928 h 83710"/>
              <a:gd name="connsiteX14" fmla="*/ 7471 w 72191"/>
              <a:gd name="connsiteY14" fmla="*/ 20928 h 83710"/>
              <a:gd name="connsiteX15" fmla="*/ 9211 w 72191"/>
              <a:gd name="connsiteY15" fmla="*/ 0 h 83710"/>
              <a:gd name="connsiteX16" fmla="*/ 71201 w 72191"/>
              <a:gd name="connsiteY16" fmla="*/ 0 h 83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2191" h="83710">
                <a:moveTo>
                  <a:pt x="71201" y="0"/>
                </a:moveTo>
                <a:lnTo>
                  <a:pt x="16123" y="78648"/>
                </a:lnTo>
                <a:lnTo>
                  <a:pt x="50491" y="78648"/>
                </a:lnTo>
                <a:cubicBezTo>
                  <a:pt x="55764" y="78648"/>
                  <a:pt x="59817" y="77496"/>
                  <a:pt x="62637" y="75190"/>
                </a:cubicBezTo>
                <a:cubicBezTo>
                  <a:pt x="65458" y="72885"/>
                  <a:pt x="67961" y="68214"/>
                  <a:pt x="70146" y="61177"/>
                </a:cubicBezTo>
                <a:lnTo>
                  <a:pt x="72192" y="61548"/>
                </a:lnTo>
                <a:lnTo>
                  <a:pt x="68228" y="83710"/>
                </a:lnTo>
                <a:lnTo>
                  <a:pt x="0" y="83710"/>
                </a:lnTo>
                <a:lnTo>
                  <a:pt x="0" y="81426"/>
                </a:lnTo>
                <a:lnTo>
                  <a:pt x="53769" y="5000"/>
                </a:lnTo>
                <a:lnTo>
                  <a:pt x="26948" y="5000"/>
                </a:lnTo>
                <a:cubicBezTo>
                  <a:pt x="22488" y="5000"/>
                  <a:pt x="19274" y="5485"/>
                  <a:pt x="17267" y="6452"/>
                </a:cubicBezTo>
                <a:cubicBezTo>
                  <a:pt x="15272" y="7419"/>
                  <a:pt x="13747" y="8817"/>
                  <a:pt x="12693" y="10650"/>
                </a:cubicBezTo>
                <a:cubicBezTo>
                  <a:pt x="11651" y="12481"/>
                  <a:pt x="10685" y="15907"/>
                  <a:pt x="9821" y="20928"/>
                </a:cubicBezTo>
                <a:lnTo>
                  <a:pt x="7471" y="20928"/>
                </a:lnTo>
                <a:lnTo>
                  <a:pt x="9211" y="0"/>
                </a:lnTo>
                <a:lnTo>
                  <a:pt x="71201" y="0"/>
                </a:lnTo>
                <a:close/>
              </a:path>
            </a:pathLst>
          </a:custGeom>
          <a:solidFill>
            <a:schemeClr val="tx1"/>
          </a:solidFill>
          <a:ln w="12695" cap="rnd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70" name="任意形状 669">
            <a:extLst>
              <a:ext uri="{FF2B5EF4-FFF2-40B4-BE49-F238E27FC236}">
                <a16:creationId xmlns:a16="http://schemas.microsoft.com/office/drawing/2014/main" id="{E9F768A1-49EB-7645-AFB6-B4510751C6C0}"/>
              </a:ext>
            </a:extLst>
          </p:cNvPr>
          <p:cNvSpPr/>
          <p:nvPr/>
        </p:nvSpPr>
        <p:spPr>
          <a:xfrm>
            <a:off x="2688295" y="4128266"/>
            <a:ext cx="6616" cy="85592"/>
          </a:xfrm>
          <a:custGeom>
            <a:avLst/>
            <a:gdLst>
              <a:gd name="connsiteX0" fmla="*/ 0 w 12705"/>
              <a:gd name="connsiteY0" fmla="*/ 0 h 189645"/>
              <a:gd name="connsiteX1" fmla="*/ 0 w 12705"/>
              <a:gd name="connsiteY1" fmla="*/ 189646 h 189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5" h="189645">
                <a:moveTo>
                  <a:pt x="0" y="0"/>
                </a:moveTo>
                <a:lnTo>
                  <a:pt x="0" y="189646"/>
                </a:lnTo>
              </a:path>
            </a:pathLst>
          </a:custGeom>
          <a:noFill/>
          <a:ln w="5059" cap="flat">
            <a:solidFill>
              <a:srgbClr val="FF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sp>
        <p:nvSpPr>
          <p:cNvPr id="671" name="任意形状 670">
            <a:extLst>
              <a:ext uri="{FF2B5EF4-FFF2-40B4-BE49-F238E27FC236}">
                <a16:creationId xmlns:a16="http://schemas.microsoft.com/office/drawing/2014/main" id="{319627F3-981D-5E42-A0F9-18DBA3E43F68}"/>
              </a:ext>
            </a:extLst>
          </p:cNvPr>
          <p:cNvSpPr/>
          <p:nvPr/>
        </p:nvSpPr>
        <p:spPr>
          <a:xfrm>
            <a:off x="2694885" y="4128266"/>
            <a:ext cx="6616" cy="85592"/>
          </a:xfrm>
          <a:custGeom>
            <a:avLst/>
            <a:gdLst>
              <a:gd name="connsiteX0" fmla="*/ 0 w 12705"/>
              <a:gd name="connsiteY0" fmla="*/ 0 h 189645"/>
              <a:gd name="connsiteX1" fmla="*/ 0 w 12705"/>
              <a:gd name="connsiteY1" fmla="*/ 189646 h 1896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5" h="189645">
                <a:moveTo>
                  <a:pt x="0" y="0"/>
                </a:moveTo>
                <a:lnTo>
                  <a:pt x="0" y="189646"/>
                </a:lnTo>
              </a:path>
            </a:pathLst>
          </a:custGeom>
          <a:noFill/>
          <a:ln w="5059" cap="flat">
            <a:solidFill>
              <a:srgbClr val="FF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72" name="任意形状 671">
            <a:extLst>
              <a:ext uri="{FF2B5EF4-FFF2-40B4-BE49-F238E27FC236}">
                <a16:creationId xmlns:a16="http://schemas.microsoft.com/office/drawing/2014/main" id="{34080CCE-5E16-8C48-B9BE-17C3D87B65D4}"/>
              </a:ext>
            </a:extLst>
          </p:cNvPr>
          <p:cNvSpPr/>
          <p:nvPr/>
        </p:nvSpPr>
        <p:spPr>
          <a:xfrm>
            <a:off x="2652037" y="4179621"/>
            <a:ext cx="72560" cy="68290"/>
          </a:xfrm>
          <a:custGeom>
            <a:avLst/>
            <a:gdLst>
              <a:gd name="connsiteX0" fmla="*/ 151905 w 151904"/>
              <a:gd name="connsiteY0" fmla="*/ 151716 h 151716"/>
              <a:gd name="connsiteX1" fmla="*/ 151905 w 151904"/>
              <a:gd name="connsiteY1" fmla="*/ 0 h 151716"/>
              <a:gd name="connsiteX2" fmla="*/ 0 w 151904"/>
              <a:gd name="connsiteY2" fmla="*/ 0 h 151716"/>
              <a:gd name="connsiteX3" fmla="*/ 0 w 151904"/>
              <a:gd name="connsiteY3" fmla="*/ 151716 h 151716"/>
              <a:gd name="connsiteX4" fmla="*/ 151905 w 151904"/>
              <a:gd name="connsiteY4" fmla="*/ 151716 h 15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904" h="151716">
                <a:moveTo>
                  <a:pt x="151905" y="151716"/>
                </a:moveTo>
                <a:lnTo>
                  <a:pt x="151905" y="0"/>
                </a:lnTo>
                <a:lnTo>
                  <a:pt x="0" y="0"/>
                </a:lnTo>
                <a:lnTo>
                  <a:pt x="0" y="151716"/>
                </a:lnTo>
                <a:lnTo>
                  <a:pt x="151905" y="151716"/>
                </a:lnTo>
                <a:close/>
              </a:path>
            </a:pathLst>
          </a:custGeom>
          <a:solidFill>
            <a:srgbClr val="FFFFFF"/>
          </a:solidFill>
          <a:ln w="12695" cap="rnd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73" name="任意形状 672">
            <a:extLst>
              <a:ext uri="{FF2B5EF4-FFF2-40B4-BE49-F238E27FC236}">
                <a16:creationId xmlns:a16="http://schemas.microsoft.com/office/drawing/2014/main" id="{DD15CA37-5C3E-4045-8516-CE14C9B887DC}"/>
              </a:ext>
            </a:extLst>
          </p:cNvPr>
          <p:cNvSpPr>
            <a:spLocks/>
          </p:cNvSpPr>
          <p:nvPr/>
        </p:nvSpPr>
        <p:spPr>
          <a:xfrm>
            <a:off x="2655212" y="4176446"/>
            <a:ext cx="73969" cy="64639"/>
          </a:xfrm>
          <a:custGeom>
            <a:avLst/>
            <a:gdLst>
              <a:gd name="connsiteX0" fmla="*/ 151905 w 151904"/>
              <a:gd name="connsiteY0" fmla="*/ 151716 h 151716"/>
              <a:gd name="connsiteX1" fmla="*/ 151905 w 151904"/>
              <a:gd name="connsiteY1" fmla="*/ 0 h 151716"/>
              <a:gd name="connsiteX2" fmla="*/ 0 w 151904"/>
              <a:gd name="connsiteY2" fmla="*/ 0 h 151716"/>
              <a:gd name="connsiteX3" fmla="*/ 0 w 151904"/>
              <a:gd name="connsiteY3" fmla="*/ 151716 h 151716"/>
              <a:gd name="connsiteX4" fmla="*/ 151905 w 151904"/>
              <a:gd name="connsiteY4" fmla="*/ 151716 h 15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904" h="151716">
                <a:moveTo>
                  <a:pt x="151905" y="151716"/>
                </a:moveTo>
                <a:lnTo>
                  <a:pt x="151905" y="0"/>
                </a:lnTo>
                <a:lnTo>
                  <a:pt x="0" y="0"/>
                </a:lnTo>
                <a:lnTo>
                  <a:pt x="0" y="151716"/>
                </a:lnTo>
                <a:lnTo>
                  <a:pt x="151905" y="151716"/>
                </a:lnTo>
                <a:close/>
              </a:path>
            </a:pathLst>
          </a:custGeom>
          <a:solidFill>
            <a:schemeClr val="bg1"/>
          </a:solidFill>
          <a:ln w="5059" cap="flat">
            <a:solidFill>
              <a:srgbClr val="FF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sp>
        <p:nvSpPr>
          <p:cNvPr id="674" name="任意形状 673">
            <a:extLst>
              <a:ext uri="{FF2B5EF4-FFF2-40B4-BE49-F238E27FC236}">
                <a16:creationId xmlns:a16="http://schemas.microsoft.com/office/drawing/2014/main" id="{A4FB8D54-C2B2-F14B-9F96-E300CDED3FBF}"/>
              </a:ext>
            </a:extLst>
          </p:cNvPr>
          <p:cNvSpPr/>
          <p:nvPr/>
        </p:nvSpPr>
        <p:spPr>
          <a:xfrm>
            <a:off x="2681704" y="4119707"/>
            <a:ext cx="19776" cy="17118"/>
          </a:xfrm>
          <a:custGeom>
            <a:avLst/>
            <a:gdLst>
              <a:gd name="connsiteX0" fmla="*/ 37976 w 37976"/>
              <a:gd name="connsiteY0" fmla="*/ 18964 h 37928"/>
              <a:gd name="connsiteX1" fmla="*/ 18982 w 37976"/>
              <a:gd name="connsiteY1" fmla="*/ 0 h 37928"/>
              <a:gd name="connsiteX2" fmla="*/ 0 w 37976"/>
              <a:gd name="connsiteY2" fmla="*/ 18964 h 37928"/>
              <a:gd name="connsiteX3" fmla="*/ 18982 w 37976"/>
              <a:gd name="connsiteY3" fmla="*/ 37929 h 37928"/>
              <a:gd name="connsiteX4" fmla="*/ 37976 w 37976"/>
              <a:gd name="connsiteY4" fmla="*/ 18964 h 37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76" h="37928">
                <a:moveTo>
                  <a:pt x="37976" y="18964"/>
                </a:moveTo>
                <a:cubicBezTo>
                  <a:pt x="37976" y="8491"/>
                  <a:pt x="29464" y="0"/>
                  <a:pt x="18982" y="0"/>
                </a:cubicBezTo>
                <a:cubicBezTo>
                  <a:pt x="8500" y="0"/>
                  <a:pt x="0" y="8491"/>
                  <a:pt x="0" y="18964"/>
                </a:cubicBezTo>
                <a:cubicBezTo>
                  <a:pt x="0" y="29438"/>
                  <a:pt x="8500" y="37929"/>
                  <a:pt x="18982" y="37929"/>
                </a:cubicBezTo>
                <a:cubicBezTo>
                  <a:pt x="29464" y="37929"/>
                  <a:pt x="37976" y="29438"/>
                  <a:pt x="37976" y="18964"/>
                </a:cubicBezTo>
                <a:close/>
              </a:path>
            </a:pathLst>
          </a:custGeom>
          <a:solidFill>
            <a:srgbClr val="FF0000"/>
          </a:solidFill>
          <a:ln w="12695" cap="rnd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75" name="任意形状 674">
            <a:extLst>
              <a:ext uri="{FF2B5EF4-FFF2-40B4-BE49-F238E27FC236}">
                <a16:creationId xmlns:a16="http://schemas.microsoft.com/office/drawing/2014/main" id="{EFDB9F47-E913-1D43-8859-A7B3C106A0B4}"/>
              </a:ext>
            </a:extLst>
          </p:cNvPr>
          <p:cNvSpPr/>
          <p:nvPr/>
        </p:nvSpPr>
        <p:spPr>
          <a:xfrm>
            <a:off x="2681704" y="4119707"/>
            <a:ext cx="19776" cy="17118"/>
          </a:xfrm>
          <a:custGeom>
            <a:avLst/>
            <a:gdLst>
              <a:gd name="connsiteX0" fmla="*/ 37976 w 37976"/>
              <a:gd name="connsiteY0" fmla="*/ 18964 h 37928"/>
              <a:gd name="connsiteX1" fmla="*/ 18982 w 37976"/>
              <a:gd name="connsiteY1" fmla="*/ 0 h 37928"/>
              <a:gd name="connsiteX2" fmla="*/ 0 w 37976"/>
              <a:gd name="connsiteY2" fmla="*/ 18964 h 37928"/>
              <a:gd name="connsiteX3" fmla="*/ 18982 w 37976"/>
              <a:gd name="connsiteY3" fmla="*/ 37929 h 37928"/>
              <a:gd name="connsiteX4" fmla="*/ 37976 w 37976"/>
              <a:gd name="connsiteY4" fmla="*/ 18964 h 37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976" h="37928">
                <a:moveTo>
                  <a:pt x="37976" y="18964"/>
                </a:moveTo>
                <a:cubicBezTo>
                  <a:pt x="37976" y="8491"/>
                  <a:pt x="29464" y="0"/>
                  <a:pt x="18982" y="0"/>
                </a:cubicBezTo>
                <a:cubicBezTo>
                  <a:pt x="8500" y="0"/>
                  <a:pt x="0" y="8491"/>
                  <a:pt x="0" y="18964"/>
                </a:cubicBezTo>
                <a:cubicBezTo>
                  <a:pt x="0" y="29438"/>
                  <a:pt x="8500" y="37929"/>
                  <a:pt x="18982" y="37929"/>
                </a:cubicBezTo>
                <a:cubicBezTo>
                  <a:pt x="29464" y="37929"/>
                  <a:pt x="37976" y="29438"/>
                  <a:pt x="37976" y="18964"/>
                </a:cubicBezTo>
                <a:close/>
              </a:path>
            </a:pathLst>
          </a:custGeom>
          <a:noFill/>
          <a:ln w="5059" cap="flat">
            <a:solidFill>
              <a:srgbClr val="FF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grpSp>
        <p:nvGrpSpPr>
          <p:cNvPr id="676" name="组合 675">
            <a:extLst>
              <a:ext uri="{FF2B5EF4-FFF2-40B4-BE49-F238E27FC236}">
                <a16:creationId xmlns:a16="http://schemas.microsoft.com/office/drawing/2014/main" id="{BC646116-7116-654F-AB81-E8E772281AB4}"/>
              </a:ext>
            </a:extLst>
          </p:cNvPr>
          <p:cNvGrpSpPr>
            <a:grpSpLocks/>
          </p:cNvGrpSpPr>
          <p:nvPr/>
        </p:nvGrpSpPr>
        <p:grpSpPr>
          <a:xfrm>
            <a:off x="2654702" y="4079001"/>
            <a:ext cx="74507" cy="64651"/>
            <a:chOff x="3117092" y="606555"/>
            <a:chExt cx="151896" cy="151720"/>
          </a:xfrm>
        </p:grpSpPr>
        <p:sp>
          <p:nvSpPr>
            <p:cNvPr id="677" name="任意形状 676">
              <a:extLst>
                <a:ext uri="{FF2B5EF4-FFF2-40B4-BE49-F238E27FC236}">
                  <a16:creationId xmlns:a16="http://schemas.microsoft.com/office/drawing/2014/main" id="{1AB36446-1B7C-A640-9EFA-FCB464EFFF85}"/>
                </a:ext>
              </a:extLst>
            </p:cNvPr>
            <p:cNvSpPr/>
            <p:nvPr/>
          </p:nvSpPr>
          <p:spPr>
            <a:xfrm>
              <a:off x="3117098" y="606557"/>
              <a:ext cx="151890" cy="151718"/>
            </a:xfrm>
            <a:custGeom>
              <a:avLst/>
              <a:gdLst>
                <a:gd name="connsiteX0" fmla="*/ 0 w 151892"/>
                <a:gd name="connsiteY0" fmla="*/ 151716 h 151716"/>
                <a:gd name="connsiteX1" fmla="*/ 0 w 151892"/>
                <a:gd name="connsiteY1" fmla="*/ 0 h 151716"/>
                <a:gd name="connsiteX2" fmla="*/ 151893 w 151892"/>
                <a:gd name="connsiteY2" fmla="*/ 0 h 151716"/>
                <a:gd name="connsiteX3" fmla="*/ 151893 w 151892"/>
                <a:gd name="connsiteY3" fmla="*/ 151716 h 151716"/>
                <a:gd name="connsiteX4" fmla="*/ 0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0" y="151716"/>
                  </a:moveTo>
                  <a:lnTo>
                    <a:pt x="0" y="0"/>
                  </a:lnTo>
                  <a:lnTo>
                    <a:pt x="151893" y="0"/>
                  </a:lnTo>
                  <a:lnTo>
                    <a:pt x="151893" y="151716"/>
                  </a:lnTo>
                  <a:lnTo>
                    <a:pt x="0" y="151716"/>
                  </a:ln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78" name="任意形状 677">
              <a:extLst>
                <a:ext uri="{FF2B5EF4-FFF2-40B4-BE49-F238E27FC236}">
                  <a16:creationId xmlns:a16="http://schemas.microsoft.com/office/drawing/2014/main" id="{2B6CBBB1-1285-AE45-A186-14E70AC596C8}"/>
                </a:ext>
              </a:extLst>
            </p:cNvPr>
            <p:cNvSpPr/>
            <p:nvPr/>
          </p:nvSpPr>
          <p:spPr>
            <a:xfrm>
              <a:off x="3117092" y="606555"/>
              <a:ext cx="151890" cy="151718"/>
            </a:xfrm>
            <a:custGeom>
              <a:avLst/>
              <a:gdLst>
                <a:gd name="connsiteX0" fmla="*/ 0 w 151892"/>
                <a:gd name="connsiteY0" fmla="*/ 151716 h 151716"/>
                <a:gd name="connsiteX1" fmla="*/ 0 w 151892"/>
                <a:gd name="connsiteY1" fmla="*/ 0 h 151716"/>
                <a:gd name="connsiteX2" fmla="*/ 151893 w 151892"/>
                <a:gd name="connsiteY2" fmla="*/ 0 h 151716"/>
                <a:gd name="connsiteX3" fmla="*/ 151893 w 151892"/>
                <a:gd name="connsiteY3" fmla="*/ 151716 h 151716"/>
                <a:gd name="connsiteX4" fmla="*/ 0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0" y="151716"/>
                  </a:moveTo>
                  <a:lnTo>
                    <a:pt x="0" y="0"/>
                  </a:lnTo>
                  <a:lnTo>
                    <a:pt x="151893" y="0"/>
                  </a:lnTo>
                  <a:lnTo>
                    <a:pt x="151893" y="151716"/>
                  </a:lnTo>
                  <a:lnTo>
                    <a:pt x="0" y="151716"/>
                  </a:lnTo>
                  <a:close/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79" name="任意形状 678">
              <a:extLst>
                <a:ext uri="{FF2B5EF4-FFF2-40B4-BE49-F238E27FC236}">
                  <a16:creationId xmlns:a16="http://schemas.microsoft.com/office/drawing/2014/main" id="{B08ECD57-D9D1-5044-A195-6CFF8EE258AC}"/>
                </a:ext>
              </a:extLst>
            </p:cNvPr>
            <p:cNvSpPr/>
            <p:nvPr/>
          </p:nvSpPr>
          <p:spPr>
            <a:xfrm>
              <a:off x="3127275" y="674829"/>
              <a:ext cx="65762" cy="37928"/>
            </a:xfrm>
            <a:custGeom>
              <a:avLst/>
              <a:gdLst>
                <a:gd name="connsiteX0" fmla="*/ 65763 w 65763"/>
                <a:gd name="connsiteY0" fmla="*/ 0 h 37928"/>
                <a:gd name="connsiteX1" fmla="*/ 0 w 65763"/>
                <a:gd name="connsiteY1" fmla="*/ 37929 h 3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763" h="37928">
                  <a:moveTo>
                    <a:pt x="65763" y="0"/>
                  </a:moveTo>
                  <a:cubicBezTo>
                    <a:pt x="38637" y="0"/>
                    <a:pt x="13557" y="14461"/>
                    <a:pt x="0" y="37929"/>
                  </a:cubicBezTo>
                </a:path>
              </a:pathLst>
            </a:custGeom>
            <a:noFill/>
            <a:ln w="252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80" name="任意形状 679">
              <a:extLst>
                <a:ext uri="{FF2B5EF4-FFF2-40B4-BE49-F238E27FC236}">
                  <a16:creationId xmlns:a16="http://schemas.microsoft.com/office/drawing/2014/main" id="{0797B377-7979-1B49-8806-97706C267743}"/>
                </a:ext>
              </a:extLst>
            </p:cNvPr>
            <p:cNvSpPr/>
            <p:nvPr/>
          </p:nvSpPr>
          <p:spPr>
            <a:xfrm>
              <a:off x="3193063" y="674829"/>
              <a:ext cx="65774" cy="37928"/>
            </a:xfrm>
            <a:custGeom>
              <a:avLst/>
              <a:gdLst>
                <a:gd name="connsiteX0" fmla="*/ 0 w 65775"/>
                <a:gd name="connsiteY0" fmla="*/ 0 h 37928"/>
                <a:gd name="connsiteX1" fmla="*/ 65776 w 65775"/>
                <a:gd name="connsiteY1" fmla="*/ 37929 h 3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775" h="37928">
                  <a:moveTo>
                    <a:pt x="0" y="0"/>
                  </a:moveTo>
                  <a:cubicBezTo>
                    <a:pt x="27138" y="0"/>
                    <a:pt x="52219" y="14461"/>
                    <a:pt x="65776" y="37929"/>
                  </a:cubicBezTo>
                </a:path>
              </a:pathLst>
            </a:custGeom>
            <a:noFill/>
            <a:ln w="252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81" name="任意形状 680">
              <a:extLst>
                <a:ext uri="{FF2B5EF4-FFF2-40B4-BE49-F238E27FC236}">
                  <a16:creationId xmlns:a16="http://schemas.microsoft.com/office/drawing/2014/main" id="{CA6CACA8-18BF-D840-8D7E-17EA6F761469}"/>
                </a:ext>
              </a:extLst>
            </p:cNvPr>
            <p:cNvSpPr/>
            <p:nvPr/>
          </p:nvSpPr>
          <p:spPr>
            <a:xfrm>
              <a:off x="3193061" y="646187"/>
              <a:ext cx="18448" cy="104496"/>
            </a:xfrm>
            <a:custGeom>
              <a:avLst/>
              <a:gdLst>
                <a:gd name="connsiteX0" fmla="*/ 0 w 18448"/>
                <a:gd name="connsiteY0" fmla="*/ 104494 h 104494"/>
                <a:gd name="connsiteX1" fmla="*/ 18448 w 18448"/>
                <a:gd name="connsiteY1" fmla="*/ 0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448" h="104494">
                  <a:moveTo>
                    <a:pt x="0" y="104494"/>
                  </a:moveTo>
                  <a:lnTo>
                    <a:pt x="18448" y="0"/>
                  </a:lnTo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82" name="任意形状 681">
              <a:extLst>
                <a:ext uri="{FF2B5EF4-FFF2-40B4-BE49-F238E27FC236}">
                  <a16:creationId xmlns:a16="http://schemas.microsoft.com/office/drawing/2014/main" id="{4D659106-68B4-BE4A-9B97-14511D6D507F}"/>
                </a:ext>
              </a:extLst>
            </p:cNvPr>
            <p:cNvSpPr/>
            <p:nvPr/>
          </p:nvSpPr>
          <p:spPr>
            <a:xfrm>
              <a:off x="3188951" y="621283"/>
              <a:ext cx="39881" cy="43356"/>
            </a:xfrm>
            <a:custGeom>
              <a:avLst/>
              <a:gdLst>
                <a:gd name="connsiteX0" fmla="*/ 26974 w 39882"/>
                <a:gd name="connsiteY0" fmla="*/ 0 h 43355"/>
                <a:gd name="connsiteX1" fmla="*/ 0 w 39882"/>
                <a:gd name="connsiteY1" fmla="*/ 36331 h 43355"/>
                <a:gd name="connsiteX2" fmla="*/ 22577 w 39882"/>
                <a:gd name="connsiteY2" fmla="*/ 24902 h 43355"/>
                <a:gd name="connsiteX3" fmla="*/ 39882 w 39882"/>
                <a:gd name="connsiteY3" fmla="*/ 43355 h 4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82" h="43355">
                  <a:moveTo>
                    <a:pt x="26974" y="0"/>
                  </a:moveTo>
                  <a:lnTo>
                    <a:pt x="0" y="36331"/>
                  </a:lnTo>
                  <a:lnTo>
                    <a:pt x="22577" y="24902"/>
                  </a:lnTo>
                  <a:lnTo>
                    <a:pt x="39882" y="43355"/>
                  </a:lnTo>
                </a:path>
              </a:pathLst>
            </a:custGeom>
            <a:solidFill>
              <a:srgbClr val="FF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683" name="椭圆 682">
            <a:extLst>
              <a:ext uri="{FF2B5EF4-FFF2-40B4-BE49-F238E27FC236}">
                <a16:creationId xmlns:a16="http://schemas.microsoft.com/office/drawing/2014/main" id="{18ABBC79-B3F6-2E4D-B7D7-0BFF3A0DD021}"/>
              </a:ext>
            </a:extLst>
          </p:cNvPr>
          <p:cNvSpPr/>
          <p:nvPr/>
        </p:nvSpPr>
        <p:spPr>
          <a:xfrm>
            <a:off x="2367173" y="3874621"/>
            <a:ext cx="73174" cy="6627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4" name="椭圆 683">
            <a:extLst>
              <a:ext uri="{FF2B5EF4-FFF2-40B4-BE49-F238E27FC236}">
                <a16:creationId xmlns:a16="http://schemas.microsoft.com/office/drawing/2014/main" id="{D9FF58FA-A38C-4548-824E-962ACDAB8677}"/>
              </a:ext>
            </a:extLst>
          </p:cNvPr>
          <p:cNvSpPr/>
          <p:nvPr/>
        </p:nvSpPr>
        <p:spPr>
          <a:xfrm>
            <a:off x="2367173" y="3972921"/>
            <a:ext cx="73174" cy="6627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5" name="椭圆 684">
            <a:extLst>
              <a:ext uri="{FF2B5EF4-FFF2-40B4-BE49-F238E27FC236}">
                <a16:creationId xmlns:a16="http://schemas.microsoft.com/office/drawing/2014/main" id="{55D07F95-0412-CA48-B149-3EC35D6203D3}"/>
              </a:ext>
            </a:extLst>
          </p:cNvPr>
          <p:cNvSpPr/>
          <p:nvPr/>
        </p:nvSpPr>
        <p:spPr>
          <a:xfrm>
            <a:off x="2367173" y="4071222"/>
            <a:ext cx="73174" cy="662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" name="椭圆 685">
            <a:extLst>
              <a:ext uri="{FF2B5EF4-FFF2-40B4-BE49-F238E27FC236}">
                <a16:creationId xmlns:a16="http://schemas.microsoft.com/office/drawing/2014/main" id="{20B749B8-12FC-774D-998F-F357CD9C68B9}"/>
              </a:ext>
            </a:extLst>
          </p:cNvPr>
          <p:cNvSpPr/>
          <p:nvPr/>
        </p:nvSpPr>
        <p:spPr>
          <a:xfrm>
            <a:off x="2366207" y="4160606"/>
            <a:ext cx="73174" cy="662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7" name="椭圆 686">
            <a:extLst>
              <a:ext uri="{FF2B5EF4-FFF2-40B4-BE49-F238E27FC236}">
                <a16:creationId xmlns:a16="http://schemas.microsoft.com/office/drawing/2014/main" id="{6A0714FC-8A8B-F143-8C71-BFC6B1AFF28B}"/>
              </a:ext>
            </a:extLst>
          </p:cNvPr>
          <p:cNvSpPr/>
          <p:nvPr/>
        </p:nvSpPr>
        <p:spPr>
          <a:xfrm>
            <a:off x="2366207" y="4258906"/>
            <a:ext cx="73174" cy="6627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8" name="椭圆 687">
            <a:extLst>
              <a:ext uri="{FF2B5EF4-FFF2-40B4-BE49-F238E27FC236}">
                <a16:creationId xmlns:a16="http://schemas.microsoft.com/office/drawing/2014/main" id="{13E19424-6D3B-A347-BE6B-7AA4A2B2BED2}"/>
              </a:ext>
            </a:extLst>
          </p:cNvPr>
          <p:cNvSpPr/>
          <p:nvPr/>
        </p:nvSpPr>
        <p:spPr>
          <a:xfrm>
            <a:off x="2366207" y="4357206"/>
            <a:ext cx="73174" cy="6627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9" name="任意形状 688">
            <a:extLst>
              <a:ext uri="{FF2B5EF4-FFF2-40B4-BE49-F238E27FC236}">
                <a16:creationId xmlns:a16="http://schemas.microsoft.com/office/drawing/2014/main" id="{98B3078E-DC9D-7C46-8D40-68E1A8C9B0DE}"/>
              </a:ext>
            </a:extLst>
          </p:cNvPr>
          <p:cNvSpPr/>
          <p:nvPr/>
        </p:nvSpPr>
        <p:spPr>
          <a:xfrm>
            <a:off x="2496548" y="4103062"/>
            <a:ext cx="157752" cy="45719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grpSp>
        <p:nvGrpSpPr>
          <p:cNvPr id="690" name="组合 689">
            <a:extLst>
              <a:ext uri="{FF2B5EF4-FFF2-40B4-BE49-F238E27FC236}">
                <a16:creationId xmlns:a16="http://schemas.microsoft.com/office/drawing/2014/main" id="{EF41D36B-6BAD-C24D-AA76-D56C15FC53B0}"/>
              </a:ext>
            </a:extLst>
          </p:cNvPr>
          <p:cNvGrpSpPr/>
          <p:nvPr/>
        </p:nvGrpSpPr>
        <p:grpSpPr>
          <a:xfrm>
            <a:off x="2590783" y="3995576"/>
            <a:ext cx="39790" cy="125465"/>
            <a:chOff x="747494" y="1442600"/>
            <a:chExt cx="75952" cy="246538"/>
          </a:xfrm>
        </p:grpSpPr>
        <p:sp>
          <p:nvSpPr>
            <p:cNvPr id="691" name="任意形状 690">
              <a:extLst>
                <a:ext uri="{FF2B5EF4-FFF2-40B4-BE49-F238E27FC236}">
                  <a16:creationId xmlns:a16="http://schemas.microsoft.com/office/drawing/2014/main" id="{D27D1CB6-BD40-FE46-B479-46CF7D369168}"/>
                </a:ext>
              </a:extLst>
            </p:cNvPr>
            <p:cNvSpPr/>
            <p:nvPr/>
          </p:nvSpPr>
          <p:spPr>
            <a:xfrm>
              <a:off x="785470" y="1461564"/>
              <a:ext cx="12705" cy="189645"/>
            </a:xfrm>
            <a:custGeom>
              <a:avLst/>
              <a:gdLst>
                <a:gd name="connsiteX0" fmla="*/ 0 w 12705"/>
                <a:gd name="connsiteY0" fmla="*/ 0 h 189645"/>
                <a:gd name="connsiteX1" fmla="*/ 0 w 12705"/>
                <a:gd name="connsiteY1" fmla="*/ 189646 h 189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189645">
                  <a:moveTo>
                    <a:pt x="0" y="0"/>
                  </a:moveTo>
                  <a:lnTo>
                    <a:pt x="0" y="189646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92" name="任意形状 691">
              <a:extLst>
                <a:ext uri="{FF2B5EF4-FFF2-40B4-BE49-F238E27FC236}">
                  <a16:creationId xmlns:a16="http://schemas.microsoft.com/office/drawing/2014/main" id="{C5873F17-7A66-C448-80BD-50EF81663092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93" name="任意形状 692">
              <a:extLst>
                <a:ext uri="{FF2B5EF4-FFF2-40B4-BE49-F238E27FC236}">
                  <a16:creationId xmlns:a16="http://schemas.microsoft.com/office/drawing/2014/main" id="{60F8B98D-BB62-F84E-A0D6-413FE19A9727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694" name="图形 2">
              <a:extLst>
                <a:ext uri="{FF2B5EF4-FFF2-40B4-BE49-F238E27FC236}">
                  <a16:creationId xmlns:a16="http://schemas.microsoft.com/office/drawing/2014/main" id="{BD74C158-D93E-FB45-9B65-7AA73169C320}"/>
                </a:ext>
              </a:extLst>
            </p:cNvPr>
            <p:cNvGrpSpPr/>
            <p:nvPr/>
          </p:nvGrpSpPr>
          <p:grpSpPr>
            <a:xfrm>
              <a:off x="747494" y="1613281"/>
              <a:ext cx="75952" cy="75857"/>
              <a:chOff x="1905278" y="368158"/>
              <a:chExt cx="75952" cy="75857"/>
            </a:xfrm>
            <a:noFill/>
          </p:grpSpPr>
          <p:sp>
            <p:nvSpPr>
              <p:cNvPr id="697" name="任意形状 696">
                <a:extLst>
                  <a:ext uri="{FF2B5EF4-FFF2-40B4-BE49-F238E27FC236}">
                    <a16:creationId xmlns:a16="http://schemas.microsoft.com/office/drawing/2014/main" id="{8B4F0065-3635-4E47-8F42-E9159889E40C}"/>
                  </a:ext>
                </a:extLst>
              </p:cNvPr>
              <p:cNvSpPr/>
              <p:nvPr/>
            </p:nvSpPr>
            <p:spPr>
              <a:xfrm>
                <a:off x="1905278" y="406087"/>
                <a:ext cx="75952" cy="12690"/>
              </a:xfrm>
              <a:custGeom>
                <a:avLst/>
                <a:gdLst>
                  <a:gd name="connsiteX0" fmla="*/ 0 w 75952"/>
                  <a:gd name="connsiteY0" fmla="*/ 0 h 12690"/>
                  <a:gd name="connsiteX1" fmla="*/ 75952 w 75952"/>
                  <a:gd name="connsiteY1" fmla="*/ 0 h 12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5952" h="12690">
                    <a:moveTo>
                      <a:pt x="0" y="0"/>
                    </a:moveTo>
                    <a:lnTo>
                      <a:pt x="75952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698" name="任意形状 697">
                <a:extLst>
                  <a:ext uri="{FF2B5EF4-FFF2-40B4-BE49-F238E27FC236}">
                    <a16:creationId xmlns:a16="http://schemas.microsoft.com/office/drawing/2014/main" id="{3C93E329-F105-AC42-BF7F-D8F4F9C97877}"/>
                  </a:ext>
                </a:extLst>
              </p:cNvPr>
              <p:cNvSpPr/>
              <p:nvPr/>
            </p:nvSpPr>
            <p:spPr>
              <a:xfrm>
                <a:off x="1943254" y="368158"/>
                <a:ext cx="12705" cy="75857"/>
              </a:xfrm>
              <a:custGeom>
                <a:avLst/>
                <a:gdLst>
                  <a:gd name="connsiteX0" fmla="*/ 0 w 12705"/>
                  <a:gd name="connsiteY0" fmla="*/ 75857 h 75857"/>
                  <a:gd name="connsiteX1" fmla="*/ 0 w 12705"/>
                  <a:gd name="connsiteY1" fmla="*/ 0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75857">
                    <a:moveTo>
                      <a:pt x="0" y="75857"/>
                    </a:moveTo>
                    <a:lnTo>
                      <a:pt x="0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695" name="任意形状 694">
              <a:extLst>
                <a:ext uri="{FF2B5EF4-FFF2-40B4-BE49-F238E27FC236}">
                  <a16:creationId xmlns:a16="http://schemas.microsoft.com/office/drawing/2014/main" id="{925E2A51-98F3-2F40-9368-66F27151C388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696" name="任意形状 695">
              <a:extLst>
                <a:ext uri="{FF2B5EF4-FFF2-40B4-BE49-F238E27FC236}">
                  <a16:creationId xmlns:a16="http://schemas.microsoft.com/office/drawing/2014/main" id="{D6BD549D-2CF2-5549-B816-28F70F6CD33C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699" name="任意形状 698">
            <a:extLst>
              <a:ext uri="{FF2B5EF4-FFF2-40B4-BE49-F238E27FC236}">
                <a16:creationId xmlns:a16="http://schemas.microsoft.com/office/drawing/2014/main" id="{62B0DA1B-4D48-FC4E-A287-2CF07EA4AC8E}"/>
              </a:ext>
            </a:extLst>
          </p:cNvPr>
          <p:cNvSpPr/>
          <p:nvPr/>
        </p:nvSpPr>
        <p:spPr>
          <a:xfrm>
            <a:off x="2667993" y="4191714"/>
            <a:ext cx="46625" cy="42601"/>
          </a:xfrm>
          <a:custGeom>
            <a:avLst/>
            <a:gdLst>
              <a:gd name="connsiteX0" fmla="*/ 50745 w 89000"/>
              <a:gd name="connsiteY0" fmla="*/ 37349 h 83710"/>
              <a:gd name="connsiteX1" fmla="*/ 68736 w 89000"/>
              <a:gd name="connsiteY1" fmla="*/ 64140 h 83710"/>
              <a:gd name="connsiteX2" fmla="*/ 79828 w 89000"/>
              <a:gd name="connsiteY2" fmla="*/ 78185 h 83710"/>
              <a:gd name="connsiteX3" fmla="*/ 89001 w 89000"/>
              <a:gd name="connsiteY3" fmla="*/ 81426 h 83710"/>
              <a:gd name="connsiteX4" fmla="*/ 89001 w 89000"/>
              <a:gd name="connsiteY4" fmla="*/ 83710 h 83710"/>
              <a:gd name="connsiteX5" fmla="*/ 53032 w 89000"/>
              <a:gd name="connsiteY5" fmla="*/ 83710 h 83710"/>
              <a:gd name="connsiteX6" fmla="*/ 53032 w 89000"/>
              <a:gd name="connsiteY6" fmla="*/ 81426 h 83710"/>
              <a:gd name="connsiteX7" fmla="*/ 58343 w 89000"/>
              <a:gd name="connsiteY7" fmla="*/ 80685 h 83710"/>
              <a:gd name="connsiteX8" fmla="*/ 60478 w 89000"/>
              <a:gd name="connsiteY8" fmla="*/ 78987 h 83710"/>
              <a:gd name="connsiteX9" fmla="*/ 61316 w 89000"/>
              <a:gd name="connsiteY9" fmla="*/ 76672 h 83710"/>
              <a:gd name="connsiteX10" fmla="*/ 60757 w 89000"/>
              <a:gd name="connsiteY10" fmla="*/ 73832 h 83710"/>
              <a:gd name="connsiteX11" fmla="*/ 57365 w 89000"/>
              <a:gd name="connsiteY11" fmla="*/ 68399 h 83710"/>
              <a:gd name="connsiteX12" fmla="*/ 43148 w 89000"/>
              <a:gd name="connsiteY12" fmla="*/ 46917 h 83710"/>
              <a:gd name="connsiteX13" fmla="*/ 25589 w 89000"/>
              <a:gd name="connsiteY13" fmla="*/ 69388 h 83710"/>
              <a:gd name="connsiteX14" fmla="*/ 22247 w 89000"/>
              <a:gd name="connsiteY14" fmla="*/ 74172 h 83710"/>
              <a:gd name="connsiteX15" fmla="*/ 21701 w 89000"/>
              <a:gd name="connsiteY15" fmla="*/ 76672 h 83710"/>
              <a:gd name="connsiteX16" fmla="*/ 23365 w 89000"/>
              <a:gd name="connsiteY16" fmla="*/ 79944 h 83710"/>
              <a:gd name="connsiteX17" fmla="*/ 29731 w 89000"/>
              <a:gd name="connsiteY17" fmla="*/ 81426 h 83710"/>
              <a:gd name="connsiteX18" fmla="*/ 29731 w 89000"/>
              <a:gd name="connsiteY18" fmla="*/ 83710 h 83710"/>
              <a:gd name="connsiteX19" fmla="*/ 0 w 89000"/>
              <a:gd name="connsiteY19" fmla="*/ 83710 h 83710"/>
              <a:gd name="connsiteX20" fmla="*/ 0 w 89000"/>
              <a:gd name="connsiteY20" fmla="*/ 81426 h 83710"/>
              <a:gd name="connsiteX21" fmla="*/ 5438 w 89000"/>
              <a:gd name="connsiteY21" fmla="*/ 80129 h 83710"/>
              <a:gd name="connsiteX22" fmla="*/ 12731 w 89000"/>
              <a:gd name="connsiteY22" fmla="*/ 75808 h 83710"/>
              <a:gd name="connsiteX23" fmla="*/ 20646 w 89000"/>
              <a:gd name="connsiteY23" fmla="*/ 67474 h 83710"/>
              <a:gd name="connsiteX24" fmla="*/ 40428 w 89000"/>
              <a:gd name="connsiteY24" fmla="*/ 42534 h 83710"/>
              <a:gd name="connsiteX25" fmla="*/ 23924 w 89000"/>
              <a:gd name="connsiteY25" fmla="*/ 18397 h 83710"/>
              <a:gd name="connsiteX26" fmla="*/ 12489 w 89000"/>
              <a:gd name="connsiteY26" fmla="*/ 5525 h 83710"/>
              <a:gd name="connsiteX27" fmla="*/ 1677 w 89000"/>
              <a:gd name="connsiteY27" fmla="*/ 2284 h 83710"/>
              <a:gd name="connsiteX28" fmla="*/ 1677 w 89000"/>
              <a:gd name="connsiteY28" fmla="*/ 0 h 83710"/>
              <a:gd name="connsiteX29" fmla="*/ 40428 w 89000"/>
              <a:gd name="connsiteY29" fmla="*/ 0 h 83710"/>
              <a:gd name="connsiteX30" fmla="*/ 40428 w 89000"/>
              <a:gd name="connsiteY30" fmla="*/ 2284 h 83710"/>
              <a:gd name="connsiteX31" fmla="*/ 33657 w 89000"/>
              <a:gd name="connsiteY31" fmla="*/ 3890 h 83710"/>
              <a:gd name="connsiteX32" fmla="*/ 31827 w 89000"/>
              <a:gd name="connsiteY32" fmla="*/ 7038 h 83710"/>
              <a:gd name="connsiteX33" fmla="*/ 34800 w 89000"/>
              <a:gd name="connsiteY33" fmla="*/ 13706 h 83710"/>
              <a:gd name="connsiteX34" fmla="*/ 47658 w 89000"/>
              <a:gd name="connsiteY34" fmla="*/ 32903 h 83710"/>
              <a:gd name="connsiteX35" fmla="*/ 62548 w 89000"/>
              <a:gd name="connsiteY35" fmla="*/ 14075 h 83710"/>
              <a:gd name="connsiteX36" fmla="*/ 65738 w 89000"/>
              <a:gd name="connsiteY36" fmla="*/ 9508 h 83710"/>
              <a:gd name="connsiteX37" fmla="*/ 66322 w 89000"/>
              <a:gd name="connsiteY37" fmla="*/ 6976 h 83710"/>
              <a:gd name="connsiteX38" fmla="*/ 65585 w 89000"/>
              <a:gd name="connsiteY38" fmla="*/ 4692 h 83710"/>
              <a:gd name="connsiteX39" fmla="*/ 63235 w 89000"/>
              <a:gd name="connsiteY39" fmla="*/ 2871 h 83710"/>
              <a:gd name="connsiteX40" fmla="*/ 57365 w 89000"/>
              <a:gd name="connsiteY40" fmla="*/ 2284 h 83710"/>
              <a:gd name="connsiteX41" fmla="*/ 57365 w 89000"/>
              <a:gd name="connsiteY41" fmla="*/ 0 h 83710"/>
              <a:gd name="connsiteX42" fmla="*/ 87082 w 89000"/>
              <a:gd name="connsiteY42" fmla="*/ 0 h 83710"/>
              <a:gd name="connsiteX43" fmla="*/ 87082 w 89000"/>
              <a:gd name="connsiteY43" fmla="*/ 2284 h 83710"/>
              <a:gd name="connsiteX44" fmla="*/ 81340 w 89000"/>
              <a:gd name="connsiteY44" fmla="*/ 3396 h 83710"/>
              <a:gd name="connsiteX45" fmla="*/ 75216 w 89000"/>
              <a:gd name="connsiteY45" fmla="*/ 7223 h 83710"/>
              <a:gd name="connsiteX46" fmla="*/ 67377 w 89000"/>
              <a:gd name="connsiteY46" fmla="*/ 16113 h 83710"/>
              <a:gd name="connsiteX47" fmla="*/ 50745 w 89000"/>
              <a:gd name="connsiteY47" fmla="*/ 37349 h 83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89000" h="83710">
                <a:moveTo>
                  <a:pt x="50745" y="37349"/>
                </a:moveTo>
                <a:lnTo>
                  <a:pt x="68736" y="64140"/>
                </a:lnTo>
                <a:cubicBezTo>
                  <a:pt x="73716" y="71548"/>
                  <a:pt x="77414" y="76229"/>
                  <a:pt x="79828" y="78185"/>
                </a:cubicBezTo>
                <a:cubicBezTo>
                  <a:pt x="82242" y="80139"/>
                  <a:pt x="85291" y="81219"/>
                  <a:pt x="89001" y="81426"/>
                </a:cubicBezTo>
                <a:lnTo>
                  <a:pt x="89001" y="83710"/>
                </a:lnTo>
                <a:lnTo>
                  <a:pt x="53032" y="83710"/>
                </a:lnTo>
                <a:lnTo>
                  <a:pt x="53032" y="81426"/>
                </a:lnTo>
                <a:cubicBezTo>
                  <a:pt x="55421" y="81384"/>
                  <a:pt x="57200" y="81138"/>
                  <a:pt x="58343" y="80685"/>
                </a:cubicBezTo>
                <a:cubicBezTo>
                  <a:pt x="59207" y="80314"/>
                  <a:pt x="59918" y="79748"/>
                  <a:pt x="60478" y="78987"/>
                </a:cubicBezTo>
                <a:cubicBezTo>
                  <a:pt x="61037" y="78225"/>
                  <a:pt x="61316" y="77454"/>
                  <a:pt x="61316" y="76672"/>
                </a:cubicBezTo>
                <a:cubicBezTo>
                  <a:pt x="61316" y="75725"/>
                  <a:pt x="61125" y="74779"/>
                  <a:pt x="60757" y="73832"/>
                </a:cubicBezTo>
                <a:cubicBezTo>
                  <a:pt x="60465" y="73133"/>
                  <a:pt x="59334" y="71322"/>
                  <a:pt x="57365" y="68399"/>
                </a:cubicBezTo>
                <a:lnTo>
                  <a:pt x="43148" y="46917"/>
                </a:lnTo>
                <a:lnTo>
                  <a:pt x="25589" y="69388"/>
                </a:lnTo>
                <a:cubicBezTo>
                  <a:pt x="23734" y="71775"/>
                  <a:pt x="22628" y="73369"/>
                  <a:pt x="22247" y="74172"/>
                </a:cubicBezTo>
                <a:cubicBezTo>
                  <a:pt x="21879" y="74974"/>
                  <a:pt x="21701" y="75808"/>
                  <a:pt x="21701" y="76672"/>
                </a:cubicBezTo>
                <a:cubicBezTo>
                  <a:pt x="21701" y="77989"/>
                  <a:pt x="22247" y="79079"/>
                  <a:pt x="23365" y="79944"/>
                </a:cubicBezTo>
                <a:cubicBezTo>
                  <a:pt x="24483" y="80808"/>
                  <a:pt x="26605" y="81302"/>
                  <a:pt x="29731" y="81426"/>
                </a:cubicBezTo>
                <a:lnTo>
                  <a:pt x="29731" y="83710"/>
                </a:lnTo>
                <a:lnTo>
                  <a:pt x="0" y="83710"/>
                </a:lnTo>
                <a:lnTo>
                  <a:pt x="0" y="81426"/>
                </a:lnTo>
                <a:cubicBezTo>
                  <a:pt x="2109" y="81219"/>
                  <a:pt x="3913" y="80788"/>
                  <a:pt x="5438" y="80129"/>
                </a:cubicBezTo>
                <a:cubicBezTo>
                  <a:pt x="7992" y="79059"/>
                  <a:pt x="10431" y="77619"/>
                  <a:pt x="12731" y="75808"/>
                </a:cubicBezTo>
                <a:cubicBezTo>
                  <a:pt x="15043" y="73997"/>
                  <a:pt x="17673" y="71219"/>
                  <a:pt x="20646" y="67474"/>
                </a:cubicBezTo>
                <a:lnTo>
                  <a:pt x="40428" y="42534"/>
                </a:lnTo>
                <a:lnTo>
                  <a:pt x="23924" y="18397"/>
                </a:lnTo>
                <a:cubicBezTo>
                  <a:pt x="19427" y="11853"/>
                  <a:pt x="15615" y="7562"/>
                  <a:pt x="12489" y="5525"/>
                </a:cubicBezTo>
                <a:cubicBezTo>
                  <a:pt x="9351" y="3489"/>
                  <a:pt x="5756" y="2407"/>
                  <a:pt x="1677" y="2284"/>
                </a:cubicBezTo>
                <a:lnTo>
                  <a:pt x="1677" y="0"/>
                </a:lnTo>
                <a:lnTo>
                  <a:pt x="40428" y="0"/>
                </a:lnTo>
                <a:lnTo>
                  <a:pt x="40428" y="2284"/>
                </a:lnTo>
                <a:cubicBezTo>
                  <a:pt x="37125" y="2407"/>
                  <a:pt x="34876" y="2943"/>
                  <a:pt x="33657" y="3890"/>
                </a:cubicBezTo>
                <a:cubicBezTo>
                  <a:pt x="32437" y="4836"/>
                  <a:pt x="31827" y="5886"/>
                  <a:pt x="31827" y="7038"/>
                </a:cubicBezTo>
                <a:cubicBezTo>
                  <a:pt x="31827" y="8561"/>
                  <a:pt x="32818" y="10783"/>
                  <a:pt x="34800" y="13706"/>
                </a:cubicBezTo>
                <a:lnTo>
                  <a:pt x="47658" y="32903"/>
                </a:lnTo>
                <a:lnTo>
                  <a:pt x="62548" y="14075"/>
                </a:lnTo>
                <a:cubicBezTo>
                  <a:pt x="64277" y="11853"/>
                  <a:pt x="65344" y="10330"/>
                  <a:pt x="65738" y="9508"/>
                </a:cubicBezTo>
                <a:cubicBezTo>
                  <a:pt x="66119" y="8684"/>
                  <a:pt x="66322" y="7840"/>
                  <a:pt x="66322" y="6976"/>
                </a:cubicBezTo>
                <a:cubicBezTo>
                  <a:pt x="66322" y="6112"/>
                  <a:pt x="66068" y="5350"/>
                  <a:pt x="65585" y="4692"/>
                </a:cubicBezTo>
                <a:cubicBezTo>
                  <a:pt x="64962" y="3827"/>
                  <a:pt x="64175" y="3221"/>
                  <a:pt x="63235" y="2871"/>
                </a:cubicBezTo>
                <a:cubicBezTo>
                  <a:pt x="62282" y="2522"/>
                  <a:pt x="60325" y="2326"/>
                  <a:pt x="57365" y="2284"/>
                </a:cubicBezTo>
                <a:lnTo>
                  <a:pt x="57365" y="0"/>
                </a:lnTo>
                <a:lnTo>
                  <a:pt x="87082" y="0"/>
                </a:lnTo>
                <a:lnTo>
                  <a:pt x="87082" y="2284"/>
                </a:lnTo>
                <a:cubicBezTo>
                  <a:pt x="84745" y="2407"/>
                  <a:pt x="82826" y="2778"/>
                  <a:pt x="81340" y="3396"/>
                </a:cubicBezTo>
                <a:cubicBezTo>
                  <a:pt x="79116" y="4343"/>
                  <a:pt x="77071" y="5618"/>
                  <a:pt x="75216" y="7223"/>
                </a:cubicBezTo>
                <a:cubicBezTo>
                  <a:pt x="73361" y="8829"/>
                  <a:pt x="70756" y="11791"/>
                  <a:pt x="67377" y="16113"/>
                </a:cubicBezTo>
                <a:lnTo>
                  <a:pt x="50745" y="37349"/>
                </a:lnTo>
                <a:close/>
              </a:path>
            </a:pathLst>
          </a:custGeom>
          <a:solidFill>
            <a:srgbClr val="FF0000"/>
          </a:solidFill>
          <a:ln w="12695" cap="rnd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grpSp>
        <p:nvGrpSpPr>
          <p:cNvPr id="700" name="组合 699">
            <a:extLst>
              <a:ext uri="{FF2B5EF4-FFF2-40B4-BE49-F238E27FC236}">
                <a16:creationId xmlns:a16="http://schemas.microsoft.com/office/drawing/2014/main" id="{B5320EE1-EB8A-8F44-BE95-108D48CE4AB0}"/>
              </a:ext>
            </a:extLst>
          </p:cNvPr>
          <p:cNvGrpSpPr>
            <a:grpSpLocks/>
          </p:cNvGrpSpPr>
          <p:nvPr/>
        </p:nvGrpSpPr>
        <p:grpSpPr>
          <a:xfrm>
            <a:off x="3080151" y="4178626"/>
            <a:ext cx="73969" cy="64639"/>
            <a:chOff x="2739374" y="4244180"/>
            <a:chExt cx="73969" cy="64639"/>
          </a:xfrm>
        </p:grpSpPr>
        <p:sp>
          <p:nvSpPr>
            <p:cNvPr id="701" name="任意形状 700">
              <a:extLst>
                <a:ext uri="{FF2B5EF4-FFF2-40B4-BE49-F238E27FC236}">
                  <a16:creationId xmlns:a16="http://schemas.microsoft.com/office/drawing/2014/main" id="{A2E1F302-0E6E-1847-8AD1-11B48975F36F}"/>
                </a:ext>
              </a:extLst>
            </p:cNvPr>
            <p:cNvSpPr/>
            <p:nvPr/>
          </p:nvSpPr>
          <p:spPr>
            <a:xfrm>
              <a:off x="2739374" y="4244180"/>
              <a:ext cx="73969" cy="64639"/>
            </a:xfrm>
            <a:custGeom>
              <a:avLst/>
              <a:gdLst>
                <a:gd name="connsiteX0" fmla="*/ 151892 w 151892"/>
                <a:gd name="connsiteY0" fmla="*/ 151716 h 151716"/>
                <a:gd name="connsiteX1" fmla="*/ 151892 w 151892"/>
                <a:gd name="connsiteY1" fmla="*/ 0 h 151716"/>
                <a:gd name="connsiteX2" fmla="*/ 0 w 151892"/>
                <a:gd name="connsiteY2" fmla="*/ 0 h 151716"/>
                <a:gd name="connsiteX3" fmla="*/ 0 w 151892"/>
                <a:gd name="connsiteY3" fmla="*/ 151716 h 151716"/>
                <a:gd name="connsiteX4" fmla="*/ 151892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151892" y="151716"/>
                  </a:moveTo>
                  <a:lnTo>
                    <a:pt x="151892" y="0"/>
                  </a:lnTo>
                  <a:lnTo>
                    <a:pt x="0" y="0"/>
                  </a:lnTo>
                  <a:lnTo>
                    <a:pt x="0" y="151716"/>
                  </a:lnTo>
                  <a:lnTo>
                    <a:pt x="151892" y="151716"/>
                  </a:lnTo>
                  <a:close/>
                </a:path>
              </a:pathLst>
            </a:custGeom>
            <a:solidFill>
              <a:srgbClr val="FFFFFF"/>
            </a:solidFill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702" name="任意形状 701">
              <a:extLst>
                <a:ext uri="{FF2B5EF4-FFF2-40B4-BE49-F238E27FC236}">
                  <a16:creationId xmlns:a16="http://schemas.microsoft.com/office/drawing/2014/main" id="{B0DECA72-A702-034A-8F41-F608F0B06AC8}"/>
                </a:ext>
              </a:extLst>
            </p:cNvPr>
            <p:cNvSpPr/>
            <p:nvPr/>
          </p:nvSpPr>
          <p:spPr>
            <a:xfrm>
              <a:off x="2751132" y="4255541"/>
              <a:ext cx="45394" cy="42601"/>
            </a:xfrm>
            <a:custGeom>
              <a:avLst/>
              <a:gdLst>
                <a:gd name="connsiteX0" fmla="*/ 23848 w 86650"/>
                <a:gd name="connsiteY0" fmla="*/ 38830 h 83710"/>
                <a:gd name="connsiteX1" fmla="*/ 62790 w 86650"/>
                <a:gd name="connsiteY1" fmla="*/ 38830 h 83710"/>
                <a:gd name="connsiteX2" fmla="*/ 62790 w 86650"/>
                <a:gd name="connsiteY2" fmla="*/ 14878 h 83710"/>
                <a:gd name="connsiteX3" fmla="*/ 61990 w 86650"/>
                <a:gd name="connsiteY3" fmla="*/ 6420 h 83710"/>
                <a:gd name="connsiteX4" fmla="*/ 59385 w 86650"/>
                <a:gd name="connsiteY4" fmla="*/ 3767 h 83710"/>
                <a:gd name="connsiteX5" fmla="*/ 53769 w 86650"/>
                <a:gd name="connsiteY5" fmla="*/ 2284 h 83710"/>
                <a:gd name="connsiteX6" fmla="*/ 50796 w 86650"/>
                <a:gd name="connsiteY6" fmla="*/ 2284 h 83710"/>
                <a:gd name="connsiteX7" fmla="*/ 50796 w 86650"/>
                <a:gd name="connsiteY7" fmla="*/ 0 h 83710"/>
                <a:gd name="connsiteX8" fmla="*/ 86650 w 86650"/>
                <a:gd name="connsiteY8" fmla="*/ 0 h 83710"/>
                <a:gd name="connsiteX9" fmla="*/ 86650 w 86650"/>
                <a:gd name="connsiteY9" fmla="*/ 2284 h 83710"/>
                <a:gd name="connsiteX10" fmla="*/ 83678 w 86650"/>
                <a:gd name="connsiteY10" fmla="*/ 2284 h 83710"/>
                <a:gd name="connsiteX11" fmla="*/ 78049 w 86650"/>
                <a:gd name="connsiteY11" fmla="*/ 3704 h 83710"/>
                <a:gd name="connsiteX12" fmla="*/ 75368 w 86650"/>
                <a:gd name="connsiteY12" fmla="*/ 6698 h 83710"/>
                <a:gd name="connsiteX13" fmla="*/ 74656 w 86650"/>
                <a:gd name="connsiteY13" fmla="*/ 14878 h 83710"/>
                <a:gd name="connsiteX14" fmla="*/ 74656 w 86650"/>
                <a:gd name="connsiteY14" fmla="*/ 68894 h 83710"/>
                <a:gd name="connsiteX15" fmla="*/ 75457 w 86650"/>
                <a:gd name="connsiteY15" fmla="*/ 77289 h 83710"/>
                <a:gd name="connsiteX16" fmla="*/ 77998 w 86650"/>
                <a:gd name="connsiteY16" fmla="*/ 79944 h 83710"/>
                <a:gd name="connsiteX17" fmla="*/ 83678 w 86650"/>
                <a:gd name="connsiteY17" fmla="*/ 81426 h 83710"/>
                <a:gd name="connsiteX18" fmla="*/ 86650 w 86650"/>
                <a:gd name="connsiteY18" fmla="*/ 81426 h 83710"/>
                <a:gd name="connsiteX19" fmla="*/ 86650 w 86650"/>
                <a:gd name="connsiteY19" fmla="*/ 83710 h 83710"/>
                <a:gd name="connsiteX20" fmla="*/ 50796 w 86650"/>
                <a:gd name="connsiteY20" fmla="*/ 83710 h 83710"/>
                <a:gd name="connsiteX21" fmla="*/ 50796 w 86650"/>
                <a:gd name="connsiteY21" fmla="*/ 81426 h 83710"/>
                <a:gd name="connsiteX22" fmla="*/ 53769 w 86650"/>
                <a:gd name="connsiteY22" fmla="*/ 81426 h 83710"/>
                <a:gd name="connsiteX23" fmla="*/ 61240 w 86650"/>
                <a:gd name="connsiteY23" fmla="*/ 78401 h 83710"/>
                <a:gd name="connsiteX24" fmla="*/ 62790 w 86650"/>
                <a:gd name="connsiteY24" fmla="*/ 68894 h 83710"/>
                <a:gd name="connsiteX25" fmla="*/ 62790 w 86650"/>
                <a:gd name="connsiteY25" fmla="*/ 43398 h 83710"/>
                <a:gd name="connsiteX26" fmla="*/ 23848 w 86650"/>
                <a:gd name="connsiteY26" fmla="*/ 43398 h 83710"/>
                <a:gd name="connsiteX27" fmla="*/ 23848 w 86650"/>
                <a:gd name="connsiteY27" fmla="*/ 68894 h 83710"/>
                <a:gd name="connsiteX28" fmla="*/ 24648 w 86650"/>
                <a:gd name="connsiteY28" fmla="*/ 77289 h 83710"/>
                <a:gd name="connsiteX29" fmla="*/ 27253 w 86650"/>
                <a:gd name="connsiteY29" fmla="*/ 79944 h 83710"/>
                <a:gd name="connsiteX30" fmla="*/ 32869 w 86650"/>
                <a:gd name="connsiteY30" fmla="*/ 81426 h 83710"/>
                <a:gd name="connsiteX31" fmla="*/ 35905 w 86650"/>
                <a:gd name="connsiteY31" fmla="*/ 81426 h 83710"/>
                <a:gd name="connsiteX32" fmla="*/ 35905 w 86650"/>
                <a:gd name="connsiteY32" fmla="*/ 83710 h 83710"/>
                <a:gd name="connsiteX33" fmla="*/ 0 w 86650"/>
                <a:gd name="connsiteY33" fmla="*/ 83710 h 83710"/>
                <a:gd name="connsiteX34" fmla="*/ 0 w 86650"/>
                <a:gd name="connsiteY34" fmla="*/ 81426 h 83710"/>
                <a:gd name="connsiteX35" fmla="*/ 2960 w 86650"/>
                <a:gd name="connsiteY35" fmla="*/ 81426 h 83710"/>
                <a:gd name="connsiteX36" fmla="*/ 10507 w 86650"/>
                <a:gd name="connsiteY36" fmla="*/ 78401 h 83710"/>
                <a:gd name="connsiteX37" fmla="*/ 11981 w 86650"/>
                <a:gd name="connsiteY37" fmla="*/ 68894 h 83710"/>
                <a:gd name="connsiteX38" fmla="*/ 11981 w 86650"/>
                <a:gd name="connsiteY38" fmla="*/ 14878 h 83710"/>
                <a:gd name="connsiteX39" fmla="*/ 11181 w 86650"/>
                <a:gd name="connsiteY39" fmla="*/ 6420 h 83710"/>
                <a:gd name="connsiteX40" fmla="*/ 8652 w 86650"/>
                <a:gd name="connsiteY40" fmla="*/ 3767 h 83710"/>
                <a:gd name="connsiteX41" fmla="*/ 2960 w 86650"/>
                <a:gd name="connsiteY41" fmla="*/ 2284 h 83710"/>
                <a:gd name="connsiteX42" fmla="*/ 0 w 86650"/>
                <a:gd name="connsiteY42" fmla="*/ 2284 h 83710"/>
                <a:gd name="connsiteX43" fmla="*/ 0 w 86650"/>
                <a:gd name="connsiteY43" fmla="*/ 0 h 83710"/>
                <a:gd name="connsiteX44" fmla="*/ 35905 w 86650"/>
                <a:gd name="connsiteY44" fmla="*/ 0 h 83710"/>
                <a:gd name="connsiteX45" fmla="*/ 35905 w 86650"/>
                <a:gd name="connsiteY45" fmla="*/ 2284 h 83710"/>
                <a:gd name="connsiteX46" fmla="*/ 32869 w 86650"/>
                <a:gd name="connsiteY46" fmla="*/ 2284 h 83710"/>
                <a:gd name="connsiteX47" fmla="*/ 27253 w 86650"/>
                <a:gd name="connsiteY47" fmla="*/ 3704 h 83710"/>
                <a:gd name="connsiteX48" fmla="*/ 24597 w 86650"/>
                <a:gd name="connsiteY48" fmla="*/ 6698 h 83710"/>
                <a:gd name="connsiteX49" fmla="*/ 23848 w 86650"/>
                <a:gd name="connsiteY49" fmla="*/ 14878 h 83710"/>
                <a:gd name="connsiteX50" fmla="*/ 23848 w 86650"/>
                <a:gd name="connsiteY50" fmla="*/ 38830 h 83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86650" h="83710">
                  <a:moveTo>
                    <a:pt x="23848" y="38830"/>
                  </a:moveTo>
                  <a:lnTo>
                    <a:pt x="62790" y="38830"/>
                  </a:lnTo>
                  <a:lnTo>
                    <a:pt x="62790" y="14878"/>
                  </a:lnTo>
                  <a:cubicBezTo>
                    <a:pt x="62790" y="10598"/>
                    <a:pt x="62523" y="7779"/>
                    <a:pt x="61990" y="6420"/>
                  </a:cubicBezTo>
                  <a:cubicBezTo>
                    <a:pt x="61570" y="5392"/>
                    <a:pt x="60706" y="4506"/>
                    <a:pt x="59385" y="3767"/>
                  </a:cubicBezTo>
                  <a:cubicBezTo>
                    <a:pt x="57619" y="2778"/>
                    <a:pt x="55738" y="2284"/>
                    <a:pt x="53769" y="2284"/>
                  </a:cubicBezTo>
                  <a:lnTo>
                    <a:pt x="50796" y="2284"/>
                  </a:lnTo>
                  <a:lnTo>
                    <a:pt x="50796" y="0"/>
                  </a:lnTo>
                  <a:lnTo>
                    <a:pt x="86650" y="0"/>
                  </a:lnTo>
                  <a:lnTo>
                    <a:pt x="86650" y="2284"/>
                  </a:lnTo>
                  <a:lnTo>
                    <a:pt x="83678" y="2284"/>
                  </a:lnTo>
                  <a:cubicBezTo>
                    <a:pt x="81695" y="2284"/>
                    <a:pt x="79828" y="2758"/>
                    <a:pt x="78049" y="3704"/>
                  </a:cubicBezTo>
                  <a:cubicBezTo>
                    <a:pt x="76740" y="4363"/>
                    <a:pt x="75838" y="5360"/>
                    <a:pt x="75368" y="6698"/>
                  </a:cubicBezTo>
                  <a:cubicBezTo>
                    <a:pt x="74898" y="8036"/>
                    <a:pt x="74656" y="10763"/>
                    <a:pt x="74656" y="14878"/>
                  </a:cubicBezTo>
                  <a:lnTo>
                    <a:pt x="74656" y="68894"/>
                  </a:lnTo>
                  <a:cubicBezTo>
                    <a:pt x="74656" y="73133"/>
                    <a:pt x="74923" y="75931"/>
                    <a:pt x="75457" y="77289"/>
                  </a:cubicBezTo>
                  <a:cubicBezTo>
                    <a:pt x="75876" y="78318"/>
                    <a:pt x="76715" y="79203"/>
                    <a:pt x="77998" y="79944"/>
                  </a:cubicBezTo>
                  <a:cubicBezTo>
                    <a:pt x="79802" y="80931"/>
                    <a:pt x="81695" y="81426"/>
                    <a:pt x="83678" y="81426"/>
                  </a:cubicBezTo>
                  <a:lnTo>
                    <a:pt x="86650" y="81426"/>
                  </a:lnTo>
                  <a:lnTo>
                    <a:pt x="86650" y="83710"/>
                  </a:lnTo>
                  <a:lnTo>
                    <a:pt x="50796" y="83710"/>
                  </a:lnTo>
                  <a:lnTo>
                    <a:pt x="50796" y="81426"/>
                  </a:lnTo>
                  <a:lnTo>
                    <a:pt x="53769" y="81426"/>
                  </a:lnTo>
                  <a:cubicBezTo>
                    <a:pt x="57187" y="81426"/>
                    <a:pt x="59677" y="80417"/>
                    <a:pt x="61240" y="78401"/>
                  </a:cubicBezTo>
                  <a:cubicBezTo>
                    <a:pt x="62269" y="77083"/>
                    <a:pt x="62790" y="73915"/>
                    <a:pt x="62790" y="68894"/>
                  </a:cubicBezTo>
                  <a:lnTo>
                    <a:pt x="62790" y="43398"/>
                  </a:lnTo>
                  <a:lnTo>
                    <a:pt x="23848" y="43398"/>
                  </a:lnTo>
                  <a:lnTo>
                    <a:pt x="23848" y="68894"/>
                  </a:lnTo>
                  <a:cubicBezTo>
                    <a:pt x="23848" y="73133"/>
                    <a:pt x="24115" y="75931"/>
                    <a:pt x="24648" y="77289"/>
                  </a:cubicBezTo>
                  <a:cubicBezTo>
                    <a:pt x="25068" y="78318"/>
                    <a:pt x="25932" y="79203"/>
                    <a:pt x="27253" y="79944"/>
                  </a:cubicBezTo>
                  <a:cubicBezTo>
                    <a:pt x="29019" y="80931"/>
                    <a:pt x="30899" y="81426"/>
                    <a:pt x="32869" y="81426"/>
                  </a:cubicBezTo>
                  <a:lnTo>
                    <a:pt x="35905" y="81426"/>
                  </a:lnTo>
                  <a:lnTo>
                    <a:pt x="35905" y="83710"/>
                  </a:lnTo>
                  <a:lnTo>
                    <a:pt x="0" y="83710"/>
                  </a:lnTo>
                  <a:lnTo>
                    <a:pt x="0" y="81426"/>
                  </a:lnTo>
                  <a:lnTo>
                    <a:pt x="2960" y="81426"/>
                  </a:lnTo>
                  <a:cubicBezTo>
                    <a:pt x="6416" y="81426"/>
                    <a:pt x="8932" y="80417"/>
                    <a:pt x="10507" y="78401"/>
                  </a:cubicBezTo>
                  <a:cubicBezTo>
                    <a:pt x="11486" y="77083"/>
                    <a:pt x="11981" y="73915"/>
                    <a:pt x="11981" y="68894"/>
                  </a:cubicBezTo>
                  <a:lnTo>
                    <a:pt x="11981" y="14878"/>
                  </a:lnTo>
                  <a:cubicBezTo>
                    <a:pt x="11981" y="10598"/>
                    <a:pt x="11714" y="7779"/>
                    <a:pt x="11181" y="6420"/>
                  </a:cubicBezTo>
                  <a:cubicBezTo>
                    <a:pt x="10774" y="5392"/>
                    <a:pt x="9923" y="4506"/>
                    <a:pt x="8652" y="3767"/>
                  </a:cubicBezTo>
                  <a:cubicBezTo>
                    <a:pt x="6835" y="2778"/>
                    <a:pt x="4942" y="2284"/>
                    <a:pt x="2960" y="2284"/>
                  </a:cubicBezTo>
                  <a:lnTo>
                    <a:pt x="0" y="2284"/>
                  </a:lnTo>
                  <a:lnTo>
                    <a:pt x="0" y="0"/>
                  </a:lnTo>
                  <a:lnTo>
                    <a:pt x="35905" y="0"/>
                  </a:lnTo>
                  <a:lnTo>
                    <a:pt x="35905" y="2284"/>
                  </a:lnTo>
                  <a:lnTo>
                    <a:pt x="32869" y="2284"/>
                  </a:lnTo>
                  <a:cubicBezTo>
                    <a:pt x="30899" y="2284"/>
                    <a:pt x="29019" y="2758"/>
                    <a:pt x="27253" y="3704"/>
                  </a:cubicBezTo>
                  <a:cubicBezTo>
                    <a:pt x="25970" y="4363"/>
                    <a:pt x="25093" y="5360"/>
                    <a:pt x="24597" y="6698"/>
                  </a:cubicBezTo>
                  <a:cubicBezTo>
                    <a:pt x="24102" y="8036"/>
                    <a:pt x="23848" y="10763"/>
                    <a:pt x="23848" y="14878"/>
                  </a:cubicBezTo>
                  <a:lnTo>
                    <a:pt x="23848" y="38830"/>
                  </a:ln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</p:grpSp>
      <p:grpSp>
        <p:nvGrpSpPr>
          <p:cNvPr id="703" name="组合 702">
            <a:extLst>
              <a:ext uri="{FF2B5EF4-FFF2-40B4-BE49-F238E27FC236}">
                <a16:creationId xmlns:a16="http://schemas.microsoft.com/office/drawing/2014/main" id="{B203437F-BFCE-0144-AFD3-59B08F6D2D9F}"/>
              </a:ext>
            </a:extLst>
          </p:cNvPr>
          <p:cNvGrpSpPr>
            <a:grpSpLocks/>
          </p:cNvGrpSpPr>
          <p:nvPr/>
        </p:nvGrpSpPr>
        <p:grpSpPr>
          <a:xfrm>
            <a:off x="3157778" y="4178826"/>
            <a:ext cx="74504" cy="64650"/>
            <a:chOff x="3117140" y="606548"/>
            <a:chExt cx="151892" cy="151716"/>
          </a:xfrm>
        </p:grpSpPr>
        <p:sp>
          <p:nvSpPr>
            <p:cNvPr id="704" name="任意形状 703">
              <a:extLst>
                <a:ext uri="{FF2B5EF4-FFF2-40B4-BE49-F238E27FC236}">
                  <a16:creationId xmlns:a16="http://schemas.microsoft.com/office/drawing/2014/main" id="{07F13B01-5BC0-624A-BB72-96388CCCDCCA}"/>
                </a:ext>
              </a:extLst>
            </p:cNvPr>
            <p:cNvSpPr/>
            <p:nvPr/>
          </p:nvSpPr>
          <p:spPr>
            <a:xfrm>
              <a:off x="3117140" y="606548"/>
              <a:ext cx="151892" cy="151716"/>
            </a:xfrm>
            <a:custGeom>
              <a:avLst/>
              <a:gdLst>
                <a:gd name="connsiteX0" fmla="*/ 0 w 151892"/>
                <a:gd name="connsiteY0" fmla="*/ 151716 h 151716"/>
                <a:gd name="connsiteX1" fmla="*/ 0 w 151892"/>
                <a:gd name="connsiteY1" fmla="*/ 0 h 151716"/>
                <a:gd name="connsiteX2" fmla="*/ 151893 w 151892"/>
                <a:gd name="connsiteY2" fmla="*/ 0 h 151716"/>
                <a:gd name="connsiteX3" fmla="*/ 151893 w 151892"/>
                <a:gd name="connsiteY3" fmla="*/ 151716 h 151716"/>
                <a:gd name="connsiteX4" fmla="*/ 0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0" y="151716"/>
                  </a:moveTo>
                  <a:lnTo>
                    <a:pt x="0" y="0"/>
                  </a:lnTo>
                  <a:lnTo>
                    <a:pt x="151893" y="0"/>
                  </a:lnTo>
                  <a:lnTo>
                    <a:pt x="151893" y="151716"/>
                  </a:lnTo>
                  <a:lnTo>
                    <a:pt x="0" y="151716"/>
                  </a:ln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705" name="任意形状 704">
              <a:extLst>
                <a:ext uri="{FF2B5EF4-FFF2-40B4-BE49-F238E27FC236}">
                  <a16:creationId xmlns:a16="http://schemas.microsoft.com/office/drawing/2014/main" id="{9D7BC546-52C3-684E-BF39-8DD79C783F10}"/>
                </a:ext>
              </a:extLst>
            </p:cNvPr>
            <p:cNvSpPr/>
            <p:nvPr/>
          </p:nvSpPr>
          <p:spPr>
            <a:xfrm>
              <a:off x="3117140" y="606548"/>
              <a:ext cx="151892" cy="151716"/>
            </a:xfrm>
            <a:custGeom>
              <a:avLst/>
              <a:gdLst>
                <a:gd name="connsiteX0" fmla="*/ 0 w 151892"/>
                <a:gd name="connsiteY0" fmla="*/ 151716 h 151716"/>
                <a:gd name="connsiteX1" fmla="*/ 0 w 151892"/>
                <a:gd name="connsiteY1" fmla="*/ 0 h 151716"/>
                <a:gd name="connsiteX2" fmla="*/ 151893 w 151892"/>
                <a:gd name="connsiteY2" fmla="*/ 0 h 151716"/>
                <a:gd name="connsiteX3" fmla="*/ 151893 w 151892"/>
                <a:gd name="connsiteY3" fmla="*/ 151716 h 151716"/>
                <a:gd name="connsiteX4" fmla="*/ 0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0" y="151716"/>
                  </a:moveTo>
                  <a:lnTo>
                    <a:pt x="0" y="0"/>
                  </a:lnTo>
                  <a:lnTo>
                    <a:pt x="151893" y="0"/>
                  </a:lnTo>
                  <a:lnTo>
                    <a:pt x="151893" y="151716"/>
                  </a:lnTo>
                  <a:lnTo>
                    <a:pt x="0" y="151716"/>
                  </a:lnTo>
                  <a:close/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06" name="任意形状 705">
              <a:extLst>
                <a:ext uri="{FF2B5EF4-FFF2-40B4-BE49-F238E27FC236}">
                  <a16:creationId xmlns:a16="http://schemas.microsoft.com/office/drawing/2014/main" id="{CD636B09-451F-4B4F-9777-36FDC22F82B8}"/>
                </a:ext>
              </a:extLst>
            </p:cNvPr>
            <p:cNvSpPr/>
            <p:nvPr/>
          </p:nvSpPr>
          <p:spPr>
            <a:xfrm>
              <a:off x="3127318" y="674821"/>
              <a:ext cx="65763" cy="37928"/>
            </a:xfrm>
            <a:custGeom>
              <a:avLst/>
              <a:gdLst>
                <a:gd name="connsiteX0" fmla="*/ 65763 w 65763"/>
                <a:gd name="connsiteY0" fmla="*/ 0 h 37928"/>
                <a:gd name="connsiteX1" fmla="*/ 0 w 65763"/>
                <a:gd name="connsiteY1" fmla="*/ 37929 h 3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763" h="37928">
                  <a:moveTo>
                    <a:pt x="65763" y="0"/>
                  </a:moveTo>
                  <a:cubicBezTo>
                    <a:pt x="38637" y="0"/>
                    <a:pt x="13557" y="14461"/>
                    <a:pt x="0" y="37929"/>
                  </a:cubicBezTo>
                </a:path>
              </a:pathLst>
            </a:custGeom>
            <a:noFill/>
            <a:ln w="252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07" name="任意形状 706">
              <a:extLst>
                <a:ext uri="{FF2B5EF4-FFF2-40B4-BE49-F238E27FC236}">
                  <a16:creationId xmlns:a16="http://schemas.microsoft.com/office/drawing/2014/main" id="{8279702E-9D5E-6F42-A3D7-3D17F6E7D18F}"/>
                </a:ext>
              </a:extLst>
            </p:cNvPr>
            <p:cNvSpPr/>
            <p:nvPr/>
          </p:nvSpPr>
          <p:spPr>
            <a:xfrm>
              <a:off x="3193081" y="674821"/>
              <a:ext cx="65775" cy="37928"/>
            </a:xfrm>
            <a:custGeom>
              <a:avLst/>
              <a:gdLst>
                <a:gd name="connsiteX0" fmla="*/ 0 w 65775"/>
                <a:gd name="connsiteY0" fmla="*/ 0 h 37928"/>
                <a:gd name="connsiteX1" fmla="*/ 65776 w 65775"/>
                <a:gd name="connsiteY1" fmla="*/ 37929 h 3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775" h="37928">
                  <a:moveTo>
                    <a:pt x="0" y="0"/>
                  </a:moveTo>
                  <a:cubicBezTo>
                    <a:pt x="27138" y="0"/>
                    <a:pt x="52219" y="14461"/>
                    <a:pt x="65776" y="37929"/>
                  </a:cubicBezTo>
                </a:path>
              </a:pathLst>
            </a:custGeom>
            <a:noFill/>
            <a:ln w="252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08" name="任意形状 707">
              <a:extLst>
                <a:ext uri="{FF2B5EF4-FFF2-40B4-BE49-F238E27FC236}">
                  <a16:creationId xmlns:a16="http://schemas.microsoft.com/office/drawing/2014/main" id="{4BEA7472-E7F8-904C-A2DB-16C2F3B23138}"/>
                </a:ext>
              </a:extLst>
            </p:cNvPr>
            <p:cNvSpPr/>
            <p:nvPr/>
          </p:nvSpPr>
          <p:spPr>
            <a:xfrm>
              <a:off x="3193080" y="646185"/>
              <a:ext cx="18448" cy="104494"/>
            </a:xfrm>
            <a:custGeom>
              <a:avLst/>
              <a:gdLst>
                <a:gd name="connsiteX0" fmla="*/ 0 w 18448"/>
                <a:gd name="connsiteY0" fmla="*/ 104494 h 104494"/>
                <a:gd name="connsiteX1" fmla="*/ 18448 w 18448"/>
                <a:gd name="connsiteY1" fmla="*/ 0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448" h="104494">
                  <a:moveTo>
                    <a:pt x="0" y="104494"/>
                  </a:moveTo>
                  <a:lnTo>
                    <a:pt x="18448" y="0"/>
                  </a:lnTo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09" name="任意形状 708">
              <a:extLst>
                <a:ext uri="{FF2B5EF4-FFF2-40B4-BE49-F238E27FC236}">
                  <a16:creationId xmlns:a16="http://schemas.microsoft.com/office/drawing/2014/main" id="{723834F5-E623-6F41-AAF1-C3CCDED711F1}"/>
                </a:ext>
              </a:extLst>
            </p:cNvPr>
            <p:cNvSpPr/>
            <p:nvPr/>
          </p:nvSpPr>
          <p:spPr>
            <a:xfrm>
              <a:off x="3188951" y="621284"/>
              <a:ext cx="39882" cy="43355"/>
            </a:xfrm>
            <a:custGeom>
              <a:avLst/>
              <a:gdLst>
                <a:gd name="connsiteX0" fmla="*/ 26974 w 39882"/>
                <a:gd name="connsiteY0" fmla="*/ 0 h 43355"/>
                <a:gd name="connsiteX1" fmla="*/ 0 w 39882"/>
                <a:gd name="connsiteY1" fmla="*/ 36331 h 43355"/>
                <a:gd name="connsiteX2" fmla="*/ 22577 w 39882"/>
                <a:gd name="connsiteY2" fmla="*/ 24902 h 43355"/>
                <a:gd name="connsiteX3" fmla="*/ 39882 w 39882"/>
                <a:gd name="connsiteY3" fmla="*/ 43355 h 4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82" h="43355">
                  <a:moveTo>
                    <a:pt x="26974" y="0"/>
                  </a:moveTo>
                  <a:lnTo>
                    <a:pt x="0" y="36331"/>
                  </a:lnTo>
                  <a:lnTo>
                    <a:pt x="22577" y="24902"/>
                  </a:lnTo>
                  <a:lnTo>
                    <a:pt x="39882" y="43355"/>
                  </a:lnTo>
                </a:path>
              </a:pathLst>
            </a:custGeom>
            <a:solidFill>
              <a:srgbClr val="FF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710" name="任意形状 709">
            <a:extLst>
              <a:ext uri="{FF2B5EF4-FFF2-40B4-BE49-F238E27FC236}">
                <a16:creationId xmlns:a16="http://schemas.microsoft.com/office/drawing/2014/main" id="{6FA951E2-0E73-9948-A876-0883F96A9240}"/>
              </a:ext>
            </a:extLst>
          </p:cNvPr>
          <p:cNvSpPr>
            <a:spLocks/>
          </p:cNvSpPr>
          <p:nvPr/>
        </p:nvSpPr>
        <p:spPr>
          <a:xfrm>
            <a:off x="3156560" y="3979614"/>
            <a:ext cx="71520" cy="61449"/>
          </a:xfrm>
          <a:custGeom>
            <a:avLst/>
            <a:gdLst>
              <a:gd name="connsiteX0" fmla="*/ 151905 w 151904"/>
              <a:gd name="connsiteY0" fmla="*/ 151716 h 151716"/>
              <a:gd name="connsiteX1" fmla="*/ 151905 w 151904"/>
              <a:gd name="connsiteY1" fmla="*/ 0 h 151716"/>
              <a:gd name="connsiteX2" fmla="*/ 0 w 151904"/>
              <a:gd name="connsiteY2" fmla="*/ 0 h 151716"/>
              <a:gd name="connsiteX3" fmla="*/ 0 w 151904"/>
              <a:gd name="connsiteY3" fmla="*/ 151716 h 151716"/>
              <a:gd name="connsiteX4" fmla="*/ 151905 w 151904"/>
              <a:gd name="connsiteY4" fmla="*/ 151716 h 15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904" h="151716">
                <a:moveTo>
                  <a:pt x="151905" y="151716"/>
                </a:moveTo>
                <a:lnTo>
                  <a:pt x="151905" y="0"/>
                </a:lnTo>
                <a:lnTo>
                  <a:pt x="0" y="0"/>
                </a:lnTo>
                <a:lnTo>
                  <a:pt x="0" y="151716"/>
                </a:lnTo>
                <a:lnTo>
                  <a:pt x="151905" y="151716"/>
                </a:lnTo>
                <a:close/>
              </a:path>
            </a:pathLst>
          </a:custGeom>
          <a:solidFill>
            <a:srgbClr val="FFFFFF"/>
          </a:solidFill>
          <a:ln w="12695" cap="rnd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sp>
        <p:nvSpPr>
          <p:cNvPr id="711" name="任意形状 710">
            <a:extLst>
              <a:ext uri="{FF2B5EF4-FFF2-40B4-BE49-F238E27FC236}">
                <a16:creationId xmlns:a16="http://schemas.microsoft.com/office/drawing/2014/main" id="{BF70CB75-4553-4348-A4C6-FF97A4DC3192}"/>
              </a:ext>
            </a:extLst>
          </p:cNvPr>
          <p:cNvSpPr/>
          <p:nvPr/>
        </p:nvSpPr>
        <p:spPr>
          <a:xfrm>
            <a:off x="3156560" y="3979614"/>
            <a:ext cx="71520" cy="61449"/>
          </a:xfrm>
          <a:custGeom>
            <a:avLst/>
            <a:gdLst>
              <a:gd name="connsiteX0" fmla="*/ 151905 w 151904"/>
              <a:gd name="connsiteY0" fmla="*/ 151716 h 151716"/>
              <a:gd name="connsiteX1" fmla="*/ 151905 w 151904"/>
              <a:gd name="connsiteY1" fmla="*/ 0 h 151716"/>
              <a:gd name="connsiteX2" fmla="*/ 0 w 151904"/>
              <a:gd name="connsiteY2" fmla="*/ 0 h 151716"/>
              <a:gd name="connsiteX3" fmla="*/ 0 w 151904"/>
              <a:gd name="connsiteY3" fmla="*/ 151716 h 151716"/>
              <a:gd name="connsiteX4" fmla="*/ 151905 w 151904"/>
              <a:gd name="connsiteY4" fmla="*/ 151716 h 15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1904" h="151716">
                <a:moveTo>
                  <a:pt x="151905" y="151716"/>
                </a:moveTo>
                <a:lnTo>
                  <a:pt x="151905" y="0"/>
                </a:lnTo>
                <a:lnTo>
                  <a:pt x="0" y="0"/>
                </a:lnTo>
                <a:lnTo>
                  <a:pt x="0" y="151716"/>
                </a:lnTo>
                <a:lnTo>
                  <a:pt x="151905" y="151716"/>
                </a:lnTo>
                <a:close/>
              </a:path>
            </a:pathLst>
          </a:custGeom>
          <a:noFill/>
          <a:ln w="5059" cap="flat">
            <a:solidFill>
              <a:srgbClr val="FF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712" name="任意形状 711">
            <a:extLst>
              <a:ext uri="{FF2B5EF4-FFF2-40B4-BE49-F238E27FC236}">
                <a16:creationId xmlns:a16="http://schemas.microsoft.com/office/drawing/2014/main" id="{8EE8A766-AC39-4846-9072-B7336E83078B}"/>
              </a:ext>
            </a:extLst>
          </p:cNvPr>
          <p:cNvSpPr/>
          <p:nvPr/>
        </p:nvSpPr>
        <p:spPr>
          <a:xfrm>
            <a:off x="3172483" y="3986829"/>
            <a:ext cx="35778" cy="39133"/>
          </a:xfrm>
          <a:custGeom>
            <a:avLst/>
            <a:gdLst>
              <a:gd name="connsiteX0" fmla="*/ 71201 w 72191"/>
              <a:gd name="connsiteY0" fmla="*/ 0 h 83710"/>
              <a:gd name="connsiteX1" fmla="*/ 16123 w 72191"/>
              <a:gd name="connsiteY1" fmla="*/ 78648 h 83710"/>
              <a:gd name="connsiteX2" fmla="*/ 50491 w 72191"/>
              <a:gd name="connsiteY2" fmla="*/ 78648 h 83710"/>
              <a:gd name="connsiteX3" fmla="*/ 62637 w 72191"/>
              <a:gd name="connsiteY3" fmla="*/ 75190 h 83710"/>
              <a:gd name="connsiteX4" fmla="*/ 70146 w 72191"/>
              <a:gd name="connsiteY4" fmla="*/ 61177 h 83710"/>
              <a:gd name="connsiteX5" fmla="*/ 72192 w 72191"/>
              <a:gd name="connsiteY5" fmla="*/ 61548 h 83710"/>
              <a:gd name="connsiteX6" fmla="*/ 68228 w 72191"/>
              <a:gd name="connsiteY6" fmla="*/ 83710 h 83710"/>
              <a:gd name="connsiteX7" fmla="*/ 0 w 72191"/>
              <a:gd name="connsiteY7" fmla="*/ 83710 h 83710"/>
              <a:gd name="connsiteX8" fmla="*/ 0 w 72191"/>
              <a:gd name="connsiteY8" fmla="*/ 81426 h 83710"/>
              <a:gd name="connsiteX9" fmla="*/ 53769 w 72191"/>
              <a:gd name="connsiteY9" fmla="*/ 5000 h 83710"/>
              <a:gd name="connsiteX10" fmla="*/ 26948 w 72191"/>
              <a:gd name="connsiteY10" fmla="*/ 5000 h 83710"/>
              <a:gd name="connsiteX11" fmla="*/ 17267 w 72191"/>
              <a:gd name="connsiteY11" fmla="*/ 6452 h 83710"/>
              <a:gd name="connsiteX12" fmla="*/ 12693 w 72191"/>
              <a:gd name="connsiteY12" fmla="*/ 10650 h 83710"/>
              <a:gd name="connsiteX13" fmla="*/ 9821 w 72191"/>
              <a:gd name="connsiteY13" fmla="*/ 20928 h 83710"/>
              <a:gd name="connsiteX14" fmla="*/ 7471 w 72191"/>
              <a:gd name="connsiteY14" fmla="*/ 20928 h 83710"/>
              <a:gd name="connsiteX15" fmla="*/ 9211 w 72191"/>
              <a:gd name="connsiteY15" fmla="*/ 0 h 83710"/>
              <a:gd name="connsiteX16" fmla="*/ 71201 w 72191"/>
              <a:gd name="connsiteY16" fmla="*/ 0 h 83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72191" h="83710">
                <a:moveTo>
                  <a:pt x="71201" y="0"/>
                </a:moveTo>
                <a:lnTo>
                  <a:pt x="16123" y="78648"/>
                </a:lnTo>
                <a:lnTo>
                  <a:pt x="50491" y="78648"/>
                </a:lnTo>
                <a:cubicBezTo>
                  <a:pt x="55764" y="78648"/>
                  <a:pt x="59817" y="77496"/>
                  <a:pt x="62637" y="75190"/>
                </a:cubicBezTo>
                <a:cubicBezTo>
                  <a:pt x="65458" y="72885"/>
                  <a:pt x="67961" y="68214"/>
                  <a:pt x="70146" y="61177"/>
                </a:cubicBezTo>
                <a:lnTo>
                  <a:pt x="72192" y="61548"/>
                </a:lnTo>
                <a:lnTo>
                  <a:pt x="68228" y="83710"/>
                </a:lnTo>
                <a:lnTo>
                  <a:pt x="0" y="83710"/>
                </a:lnTo>
                <a:lnTo>
                  <a:pt x="0" y="81426"/>
                </a:lnTo>
                <a:lnTo>
                  <a:pt x="53769" y="5000"/>
                </a:lnTo>
                <a:lnTo>
                  <a:pt x="26948" y="5000"/>
                </a:lnTo>
                <a:cubicBezTo>
                  <a:pt x="22488" y="5000"/>
                  <a:pt x="19274" y="5485"/>
                  <a:pt x="17267" y="6452"/>
                </a:cubicBezTo>
                <a:cubicBezTo>
                  <a:pt x="15272" y="7419"/>
                  <a:pt x="13747" y="8817"/>
                  <a:pt x="12693" y="10650"/>
                </a:cubicBezTo>
                <a:cubicBezTo>
                  <a:pt x="11651" y="12481"/>
                  <a:pt x="10685" y="15907"/>
                  <a:pt x="9821" y="20928"/>
                </a:cubicBezTo>
                <a:lnTo>
                  <a:pt x="7471" y="20928"/>
                </a:lnTo>
                <a:lnTo>
                  <a:pt x="9211" y="0"/>
                </a:lnTo>
                <a:lnTo>
                  <a:pt x="71201" y="0"/>
                </a:lnTo>
                <a:close/>
              </a:path>
            </a:pathLst>
          </a:custGeom>
          <a:solidFill>
            <a:srgbClr val="FF0000"/>
          </a:solidFill>
          <a:ln w="12695" cap="rnd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grpSp>
        <p:nvGrpSpPr>
          <p:cNvPr id="713" name="组合 712">
            <a:extLst>
              <a:ext uri="{FF2B5EF4-FFF2-40B4-BE49-F238E27FC236}">
                <a16:creationId xmlns:a16="http://schemas.microsoft.com/office/drawing/2014/main" id="{22E626FE-395B-1241-B5DF-092A49167789}"/>
              </a:ext>
            </a:extLst>
          </p:cNvPr>
          <p:cNvGrpSpPr/>
          <p:nvPr/>
        </p:nvGrpSpPr>
        <p:grpSpPr>
          <a:xfrm>
            <a:off x="2509125" y="3904869"/>
            <a:ext cx="39790" cy="125465"/>
            <a:chOff x="747494" y="1442600"/>
            <a:chExt cx="75952" cy="246538"/>
          </a:xfrm>
        </p:grpSpPr>
        <p:sp>
          <p:nvSpPr>
            <p:cNvPr id="714" name="任意形状 713">
              <a:extLst>
                <a:ext uri="{FF2B5EF4-FFF2-40B4-BE49-F238E27FC236}">
                  <a16:creationId xmlns:a16="http://schemas.microsoft.com/office/drawing/2014/main" id="{CFF197F1-C70F-4C48-A2FB-061E37463CF0}"/>
                </a:ext>
              </a:extLst>
            </p:cNvPr>
            <p:cNvSpPr/>
            <p:nvPr/>
          </p:nvSpPr>
          <p:spPr>
            <a:xfrm>
              <a:off x="785470" y="1461564"/>
              <a:ext cx="12705" cy="189645"/>
            </a:xfrm>
            <a:custGeom>
              <a:avLst/>
              <a:gdLst>
                <a:gd name="connsiteX0" fmla="*/ 0 w 12705"/>
                <a:gd name="connsiteY0" fmla="*/ 0 h 189645"/>
                <a:gd name="connsiteX1" fmla="*/ 0 w 12705"/>
                <a:gd name="connsiteY1" fmla="*/ 189646 h 189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189645">
                  <a:moveTo>
                    <a:pt x="0" y="0"/>
                  </a:moveTo>
                  <a:lnTo>
                    <a:pt x="0" y="189646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715" name="任意形状 714">
              <a:extLst>
                <a:ext uri="{FF2B5EF4-FFF2-40B4-BE49-F238E27FC236}">
                  <a16:creationId xmlns:a16="http://schemas.microsoft.com/office/drawing/2014/main" id="{49C3D2C2-3F5C-C945-8824-B8626159994C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16" name="任意形状 715">
              <a:extLst>
                <a:ext uri="{FF2B5EF4-FFF2-40B4-BE49-F238E27FC236}">
                  <a16:creationId xmlns:a16="http://schemas.microsoft.com/office/drawing/2014/main" id="{C5138C2F-F7A6-E74A-AB9F-1B1F7BB659B3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717" name="图形 2">
              <a:extLst>
                <a:ext uri="{FF2B5EF4-FFF2-40B4-BE49-F238E27FC236}">
                  <a16:creationId xmlns:a16="http://schemas.microsoft.com/office/drawing/2014/main" id="{2F9AC08B-59E9-764C-A98E-9AFDC44F325D}"/>
                </a:ext>
              </a:extLst>
            </p:cNvPr>
            <p:cNvGrpSpPr/>
            <p:nvPr/>
          </p:nvGrpSpPr>
          <p:grpSpPr>
            <a:xfrm>
              <a:off x="747494" y="1613281"/>
              <a:ext cx="75952" cy="75857"/>
              <a:chOff x="1905278" y="368158"/>
              <a:chExt cx="75952" cy="75857"/>
            </a:xfrm>
            <a:noFill/>
          </p:grpSpPr>
          <p:sp>
            <p:nvSpPr>
              <p:cNvPr id="720" name="任意形状 719">
                <a:extLst>
                  <a:ext uri="{FF2B5EF4-FFF2-40B4-BE49-F238E27FC236}">
                    <a16:creationId xmlns:a16="http://schemas.microsoft.com/office/drawing/2014/main" id="{251C9CC8-A72D-574F-9428-2B194CAF5E38}"/>
                  </a:ext>
                </a:extLst>
              </p:cNvPr>
              <p:cNvSpPr/>
              <p:nvPr/>
            </p:nvSpPr>
            <p:spPr>
              <a:xfrm>
                <a:off x="1905278" y="406087"/>
                <a:ext cx="75952" cy="12690"/>
              </a:xfrm>
              <a:custGeom>
                <a:avLst/>
                <a:gdLst>
                  <a:gd name="connsiteX0" fmla="*/ 0 w 75952"/>
                  <a:gd name="connsiteY0" fmla="*/ 0 h 12690"/>
                  <a:gd name="connsiteX1" fmla="*/ 75952 w 75952"/>
                  <a:gd name="connsiteY1" fmla="*/ 0 h 12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5952" h="12690">
                    <a:moveTo>
                      <a:pt x="0" y="0"/>
                    </a:moveTo>
                    <a:lnTo>
                      <a:pt x="75952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721" name="任意形状 720">
                <a:extLst>
                  <a:ext uri="{FF2B5EF4-FFF2-40B4-BE49-F238E27FC236}">
                    <a16:creationId xmlns:a16="http://schemas.microsoft.com/office/drawing/2014/main" id="{1B9138A1-AC4C-D74A-8C9C-057F041E4C84}"/>
                  </a:ext>
                </a:extLst>
              </p:cNvPr>
              <p:cNvSpPr/>
              <p:nvPr/>
            </p:nvSpPr>
            <p:spPr>
              <a:xfrm>
                <a:off x="1943254" y="368158"/>
                <a:ext cx="12705" cy="75857"/>
              </a:xfrm>
              <a:custGeom>
                <a:avLst/>
                <a:gdLst>
                  <a:gd name="connsiteX0" fmla="*/ 0 w 12705"/>
                  <a:gd name="connsiteY0" fmla="*/ 75857 h 75857"/>
                  <a:gd name="connsiteX1" fmla="*/ 0 w 12705"/>
                  <a:gd name="connsiteY1" fmla="*/ 0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75857">
                    <a:moveTo>
                      <a:pt x="0" y="75857"/>
                    </a:moveTo>
                    <a:lnTo>
                      <a:pt x="0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18" name="任意形状 717">
              <a:extLst>
                <a:ext uri="{FF2B5EF4-FFF2-40B4-BE49-F238E27FC236}">
                  <a16:creationId xmlns:a16="http://schemas.microsoft.com/office/drawing/2014/main" id="{41108437-7A3B-8147-89D3-EB7823430A01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19" name="任意形状 718">
              <a:extLst>
                <a:ext uri="{FF2B5EF4-FFF2-40B4-BE49-F238E27FC236}">
                  <a16:creationId xmlns:a16="http://schemas.microsoft.com/office/drawing/2014/main" id="{161ACABD-3EB2-5A4C-96FA-A94260D6D7E6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722" name="组合 721">
            <a:extLst>
              <a:ext uri="{FF2B5EF4-FFF2-40B4-BE49-F238E27FC236}">
                <a16:creationId xmlns:a16="http://schemas.microsoft.com/office/drawing/2014/main" id="{9FBAF558-AFB9-C94E-9CC4-7CE414B9966C}"/>
              </a:ext>
            </a:extLst>
          </p:cNvPr>
          <p:cNvGrpSpPr/>
          <p:nvPr/>
        </p:nvGrpSpPr>
        <p:grpSpPr>
          <a:xfrm>
            <a:off x="2845938" y="4199664"/>
            <a:ext cx="39790" cy="216355"/>
            <a:chOff x="2608228" y="570289"/>
            <a:chExt cx="75952" cy="436185"/>
          </a:xfrm>
        </p:grpSpPr>
        <p:sp>
          <p:nvSpPr>
            <p:cNvPr id="723" name="任意形状 722">
              <a:extLst>
                <a:ext uri="{FF2B5EF4-FFF2-40B4-BE49-F238E27FC236}">
                  <a16:creationId xmlns:a16="http://schemas.microsoft.com/office/drawing/2014/main" id="{3F71EE75-4ECE-E74B-BB6B-6F93745E6381}"/>
                </a:ext>
              </a:extLst>
            </p:cNvPr>
            <p:cNvSpPr/>
            <p:nvPr/>
          </p:nvSpPr>
          <p:spPr>
            <a:xfrm>
              <a:off x="2646205" y="589255"/>
              <a:ext cx="12705" cy="379290"/>
            </a:xfrm>
            <a:custGeom>
              <a:avLst/>
              <a:gdLst>
                <a:gd name="connsiteX0" fmla="*/ 0 w 12705"/>
                <a:gd name="connsiteY0" fmla="*/ 0 h 379290"/>
                <a:gd name="connsiteX1" fmla="*/ 0 w 12705"/>
                <a:gd name="connsiteY1" fmla="*/ 379291 h 3792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379290">
                  <a:moveTo>
                    <a:pt x="0" y="0"/>
                  </a:moveTo>
                  <a:lnTo>
                    <a:pt x="0" y="379291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24" name="任意形状 723">
              <a:extLst>
                <a:ext uri="{FF2B5EF4-FFF2-40B4-BE49-F238E27FC236}">
                  <a16:creationId xmlns:a16="http://schemas.microsoft.com/office/drawing/2014/main" id="{1B0C01ED-FF98-2649-925B-9E17A4E5AD88}"/>
                </a:ext>
              </a:extLst>
            </p:cNvPr>
            <p:cNvSpPr/>
            <p:nvPr/>
          </p:nvSpPr>
          <p:spPr>
            <a:xfrm>
              <a:off x="2608228" y="930616"/>
              <a:ext cx="75952" cy="75858"/>
            </a:xfrm>
            <a:custGeom>
              <a:avLst/>
              <a:gdLst>
                <a:gd name="connsiteX0" fmla="*/ 75952 w 75952"/>
                <a:gd name="connsiteY0" fmla="*/ 37930 h 75858"/>
                <a:gd name="connsiteX1" fmla="*/ 37976 w 75952"/>
                <a:gd name="connsiteY1" fmla="*/ 0 h 75858"/>
                <a:gd name="connsiteX2" fmla="*/ 0 w 75952"/>
                <a:gd name="connsiteY2" fmla="*/ 37930 h 75858"/>
                <a:gd name="connsiteX3" fmla="*/ 37976 w 75952"/>
                <a:gd name="connsiteY3" fmla="*/ 75859 h 75858"/>
                <a:gd name="connsiteX4" fmla="*/ 75952 w 75952"/>
                <a:gd name="connsiteY4" fmla="*/ 37930 h 75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8">
                  <a:moveTo>
                    <a:pt x="75952" y="37930"/>
                  </a:moveTo>
                  <a:cubicBezTo>
                    <a:pt x="75952" y="16982"/>
                    <a:pt x="58953" y="0"/>
                    <a:pt x="37976" y="0"/>
                  </a:cubicBezTo>
                  <a:cubicBezTo>
                    <a:pt x="17000" y="0"/>
                    <a:pt x="0" y="16982"/>
                    <a:pt x="0" y="37930"/>
                  </a:cubicBezTo>
                  <a:cubicBezTo>
                    <a:pt x="0" y="58878"/>
                    <a:pt x="17000" y="75859"/>
                    <a:pt x="37976" y="75859"/>
                  </a:cubicBezTo>
                  <a:cubicBezTo>
                    <a:pt x="58953" y="75859"/>
                    <a:pt x="75952" y="58878"/>
                    <a:pt x="75952" y="37930"/>
                  </a:cubicBez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25" name="任意形状 724">
              <a:extLst>
                <a:ext uri="{FF2B5EF4-FFF2-40B4-BE49-F238E27FC236}">
                  <a16:creationId xmlns:a16="http://schemas.microsoft.com/office/drawing/2014/main" id="{D963492A-BF39-5D42-842A-BE0A6619E551}"/>
                </a:ext>
              </a:extLst>
            </p:cNvPr>
            <p:cNvSpPr/>
            <p:nvPr/>
          </p:nvSpPr>
          <p:spPr>
            <a:xfrm>
              <a:off x="2608228" y="930616"/>
              <a:ext cx="75952" cy="75858"/>
            </a:xfrm>
            <a:custGeom>
              <a:avLst/>
              <a:gdLst>
                <a:gd name="connsiteX0" fmla="*/ 75952 w 75952"/>
                <a:gd name="connsiteY0" fmla="*/ 37930 h 75858"/>
                <a:gd name="connsiteX1" fmla="*/ 37976 w 75952"/>
                <a:gd name="connsiteY1" fmla="*/ 0 h 75858"/>
                <a:gd name="connsiteX2" fmla="*/ 0 w 75952"/>
                <a:gd name="connsiteY2" fmla="*/ 37930 h 75858"/>
                <a:gd name="connsiteX3" fmla="*/ 37976 w 75952"/>
                <a:gd name="connsiteY3" fmla="*/ 75859 h 75858"/>
                <a:gd name="connsiteX4" fmla="*/ 75952 w 75952"/>
                <a:gd name="connsiteY4" fmla="*/ 37930 h 75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8">
                  <a:moveTo>
                    <a:pt x="75952" y="37930"/>
                  </a:moveTo>
                  <a:cubicBezTo>
                    <a:pt x="75952" y="16982"/>
                    <a:pt x="58953" y="0"/>
                    <a:pt x="37976" y="0"/>
                  </a:cubicBezTo>
                  <a:cubicBezTo>
                    <a:pt x="17000" y="0"/>
                    <a:pt x="0" y="16982"/>
                    <a:pt x="0" y="37930"/>
                  </a:cubicBezTo>
                  <a:cubicBezTo>
                    <a:pt x="0" y="58878"/>
                    <a:pt x="17000" y="75859"/>
                    <a:pt x="37976" y="75859"/>
                  </a:cubicBezTo>
                  <a:cubicBezTo>
                    <a:pt x="58953" y="75859"/>
                    <a:pt x="75952" y="58878"/>
                    <a:pt x="75952" y="37930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726" name="图形 2">
              <a:extLst>
                <a:ext uri="{FF2B5EF4-FFF2-40B4-BE49-F238E27FC236}">
                  <a16:creationId xmlns:a16="http://schemas.microsoft.com/office/drawing/2014/main" id="{D1A1DCBC-D454-5E4E-9683-21C4BD4C34BC}"/>
                </a:ext>
              </a:extLst>
            </p:cNvPr>
            <p:cNvGrpSpPr/>
            <p:nvPr/>
          </p:nvGrpSpPr>
          <p:grpSpPr>
            <a:xfrm>
              <a:off x="2608228" y="930616"/>
              <a:ext cx="75952" cy="75858"/>
              <a:chOff x="2968549" y="937094"/>
              <a:chExt cx="75952" cy="75858"/>
            </a:xfrm>
            <a:noFill/>
          </p:grpSpPr>
          <p:sp>
            <p:nvSpPr>
              <p:cNvPr id="729" name="任意形状 728">
                <a:extLst>
                  <a:ext uri="{FF2B5EF4-FFF2-40B4-BE49-F238E27FC236}">
                    <a16:creationId xmlns:a16="http://schemas.microsoft.com/office/drawing/2014/main" id="{0EF84503-248E-2E4E-A781-7C948F03E981}"/>
                  </a:ext>
                </a:extLst>
              </p:cNvPr>
              <p:cNvSpPr/>
              <p:nvPr/>
            </p:nvSpPr>
            <p:spPr>
              <a:xfrm>
                <a:off x="2968549" y="975024"/>
                <a:ext cx="75952" cy="12690"/>
              </a:xfrm>
              <a:custGeom>
                <a:avLst/>
                <a:gdLst>
                  <a:gd name="connsiteX0" fmla="*/ 0 w 75952"/>
                  <a:gd name="connsiteY0" fmla="*/ 0 h 12690"/>
                  <a:gd name="connsiteX1" fmla="*/ 75952 w 75952"/>
                  <a:gd name="connsiteY1" fmla="*/ 0 h 12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5952" h="12690">
                    <a:moveTo>
                      <a:pt x="0" y="0"/>
                    </a:moveTo>
                    <a:lnTo>
                      <a:pt x="75952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730" name="任意形状 729">
                <a:extLst>
                  <a:ext uri="{FF2B5EF4-FFF2-40B4-BE49-F238E27FC236}">
                    <a16:creationId xmlns:a16="http://schemas.microsoft.com/office/drawing/2014/main" id="{0AF03C7C-33F4-8449-AA80-D9A403C132F9}"/>
                  </a:ext>
                </a:extLst>
              </p:cNvPr>
              <p:cNvSpPr/>
              <p:nvPr/>
            </p:nvSpPr>
            <p:spPr>
              <a:xfrm>
                <a:off x="3006526" y="937094"/>
                <a:ext cx="12705" cy="75858"/>
              </a:xfrm>
              <a:custGeom>
                <a:avLst/>
                <a:gdLst>
                  <a:gd name="connsiteX0" fmla="*/ 0 w 12705"/>
                  <a:gd name="connsiteY0" fmla="*/ 75859 h 75858"/>
                  <a:gd name="connsiteX1" fmla="*/ 0 w 12705"/>
                  <a:gd name="connsiteY1" fmla="*/ 0 h 75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75858">
                    <a:moveTo>
                      <a:pt x="0" y="75859"/>
                    </a:moveTo>
                    <a:lnTo>
                      <a:pt x="0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727" name="任意形状 726">
              <a:extLst>
                <a:ext uri="{FF2B5EF4-FFF2-40B4-BE49-F238E27FC236}">
                  <a16:creationId xmlns:a16="http://schemas.microsoft.com/office/drawing/2014/main" id="{4E3E5938-14E4-6240-8086-26D99FCF982F}"/>
                </a:ext>
              </a:extLst>
            </p:cNvPr>
            <p:cNvSpPr/>
            <p:nvPr/>
          </p:nvSpPr>
          <p:spPr>
            <a:xfrm>
              <a:off x="2627223" y="570289"/>
              <a:ext cx="37963" cy="37929"/>
            </a:xfrm>
            <a:custGeom>
              <a:avLst/>
              <a:gdLst>
                <a:gd name="connsiteX0" fmla="*/ 37963 w 37963"/>
                <a:gd name="connsiteY0" fmla="*/ 18966 h 37929"/>
                <a:gd name="connsiteX1" fmla="*/ 18982 w 37963"/>
                <a:gd name="connsiteY1" fmla="*/ 0 h 37929"/>
                <a:gd name="connsiteX2" fmla="*/ 0 w 37963"/>
                <a:gd name="connsiteY2" fmla="*/ 18966 h 37929"/>
                <a:gd name="connsiteX3" fmla="*/ 18982 w 37963"/>
                <a:gd name="connsiteY3" fmla="*/ 37930 h 37929"/>
                <a:gd name="connsiteX4" fmla="*/ 37963 w 37963"/>
                <a:gd name="connsiteY4" fmla="*/ 18966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63" h="37929">
                  <a:moveTo>
                    <a:pt x="37963" y="18966"/>
                  </a:moveTo>
                  <a:cubicBezTo>
                    <a:pt x="37963" y="8491"/>
                    <a:pt x="29464" y="0"/>
                    <a:pt x="18982" y="0"/>
                  </a:cubicBezTo>
                  <a:cubicBezTo>
                    <a:pt x="8500" y="0"/>
                    <a:pt x="0" y="8491"/>
                    <a:pt x="0" y="18966"/>
                  </a:cubicBezTo>
                  <a:cubicBezTo>
                    <a:pt x="0" y="29439"/>
                    <a:pt x="8500" y="37930"/>
                    <a:pt x="18982" y="37930"/>
                  </a:cubicBezTo>
                  <a:cubicBezTo>
                    <a:pt x="29464" y="37930"/>
                    <a:pt x="37963" y="29439"/>
                    <a:pt x="37963" y="18966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28" name="任意形状 727">
              <a:extLst>
                <a:ext uri="{FF2B5EF4-FFF2-40B4-BE49-F238E27FC236}">
                  <a16:creationId xmlns:a16="http://schemas.microsoft.com/office/drawing/2014/main" id="{11D41D7A-2E05-E746-B901-A61E76F4B957}"/>
                </a:ext>
              </a:extLst>
            </p:cNvPr>
            <p:cNvSpPr/>
            <p:nvPr/>
          </p:nvSpPr>
          <p:spPr>
            <a:xfrm>
              <a:off x="2627223" y="570289"/>
              <a:ext cx="37963" cy="37929"/>
            </a:xfrm>
            <a:custGeom>
              <a:avLst/>
              <a:gdLst>
                <a:gd name="connsiteX0" fmla="*/ 37963 w 37963"/>
                <a:gd name="connsiteY0" fmla="*/ 18966 h 37929"/>
                <a:gd name="connsiteX1" fmla="*/ 18982 w 37963"/>
                <a:gd name="connsiteY1" fmla="*/ 0 h 37929"/>
                <a:gd name="connsiteX2" fmla="*/ 0 w 37963"/>
                <a:gd name="connsiteY2" fmla="*/ 18966 h 37929"/>
                <a:gd name="connsiteX3" fmla="*/ 18982 w 37963"/>
                <a:gd name="connsiteY3" fmla="*/ 37930 h 37929"/>
                <a:gd name="connsiteX4" fmla="*/ 37963 w 37963"/>
                <a:gd name="connsiteY4" fmla="*/ 18966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63" h="37929">
                  <a:moveTo>
                    <a:pt x="37963" y="18966"/>
                  </a:moveTo>
                  <a:cubicBezTo>
                    <a:pt x="37963" y="8491"/>
                    <a:pt x="29464" y="0"/>
                    <a:pt x="18982" y="0"/>
                  </a:cubicBezTo>
                  <a:cubicBezTo>
                    <a:pt x="8500" y="0"/>
                    <a:pt x="0" y="8491"/>
                    <a:pt x="0" y="18966"/>
                  </a:cubicBezTo>
                  <a:cubicBezTo>
                    <a:pt x="0" y="29439"/>
                    <a:pt x="8500" y="37930"/>
                    <a:pt x="18982" y="37930"/>
                  </a:cubicBezTo>
                  <a:cubicBezTo>
                    <a:pt x="29464" y="37930"/>
                    <a:pt x="37963" y="29439"/>
                    <a:pt x="37963" y="18966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731" name="组合 730">
            <a:extLst>
              <a:ext uri="{FF2B5EF4-FFF2-40B4-BE49-F238E27FC236}">
                <a16:creationId xmlns:a16="http://schemas.microsoft.com/office/drawing/2014/main" id="{0E822B9D-404E-F840-BE67-B9B9038EC78D}"/>
              </a:ext>
            </a:extLst>
          </p:cNvPr>
          <p:cNvGrpSpPr/>
          <p:nvPr/>
        </p:nvGrpSpPr>
        <p:grpSpPr>
          <a:xfrm>
            <a:off x="2764496" y="4290446"/>
            <a:ext cx="25200" cy="119330"/>
            <a:chOff x="2461200" y="4225700"/>
            <a:chExt cx="26352" cy="160830"/>
          </a:xfrm>
        </p:grpSpPr>
        <p:sp>
          <p:nvSpPr>
            <p:cNvPr id="732" name="任意形状 731">
              <a:extLst>
                <a:ext uri="{FF2B5EF4-FFF2-40B4-BE49-F238E27FC236}">
                  <a16:creationId xmlns:a16="http://schemas.microsoft.com/office/drawing/2014/main" id="{40660BA5-776B-0A44-986F-4D6B811DAEA5}"/>
                </a:ext>
              </a:extLst>
            </p:cNvPr>
            <p:cNvSpPr/>
            <p:nvPr/>
          </p:nvSpPr>
          <p:spPr>
            <a:xfrm rot="10800000">
              <a:off x="2466331" y="4235307"/>
              <a:ext cx="8505" cy="137476"/>
            </a:xfrm>
            <a:custGeom>
              <a:avLst/>
              <a:gdLst>
                <a:gd name="connsiteX0" fmla="*/ 0 w 12705"/>
                <a:gd name="connsiteY0" fmla="*/ 0 h 189645"/>
                <a:gd name="connsiteX1" fmla="*/ 0 w 12705"/>
                <a:gd name="connsiteY1" fmla="*/ 189646 h 189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189645">
                  <a:moveTo>
                    <a:pt x="0" y="0"/>
                  </a:moveTo>
                  <a:lnTo>
                    <a:pt x="0" y="189646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33" name="任意形状 732">
              <a:extLst>
                <a:ext uri="{FF2B5EF4-FFF2-40B4-BE49-F238E27FC236}">
                  <a16:creationId xmlns:a16="http://schemas.microsoft.com/office/drawing/2014/main" id="{07C0C0A3-2556-D049-A00D-31A28FE94C59}"/>
                </a:ext>
              </a:extLst>
            </p:cNvPr>
            <p:cNvSpPr/>
            <p:nvPr/>
          </p:nvSpPr>
          <p:spPr>
            <a:xfrm rot="10800000">
              <a:off x="2462129" y="4359035"/>
              <a:ext cx="25423" cy="27495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34" name="任意形状 733">
              <a:extLst>
                <a:ext uri="{FF2B5EF4-FFF2-40B4-BE49-F238E27FC236}">
                  <a16:creationId xmlns:a16="http://schemas.microsoft.com/office/drawing/2014/main" id="{A82A0963-5E30-584D-B2E3-535278B328F7}"/>
                </a:ext>
              </a:extLst>
            </p:cNvPr>
            <p:cNvSpPr/>
            <p:nvPr/>
          </p:nvSpPr>
          <p:spPr>
            <a:xfrm rot="10800000">
              <a:off x="2462129" y="4359035"/>
              <a:ext cx="25423" cy="27495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35" name="任意形状 734">
              <a:extLst>
                <a:ext uri="{FF2B5EF4-FFF2-40B4-BE49-F238E27FC236}">
                  <a16:creationId xmlns:a16="http://schemas.microsoft.com/office/drawing/2014/main" id="{1C007381-6ED4-9143-A79A-AD014F34E5BE}"/>
                </a:ext>
              </a:extLst>
            </p:cNvPr>
            <p:cNvSpPr/>
            <p:nvPr/>
          </p:nvSpPr>
          <p:spPr>
            <a:xfrm rot="10800000">
              <a:off x="2461200" y="4225700"/>
              <a:ext cx="25423" cy="27495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36" name="任意形状 735">
              <a:extLst>
                <a:ext uri="{FF2B5EF4-FFF2-40B4-BE49-F238E27FC236}">
                  <a16:creationId xmlns:a16="http://schemas.microsoft.com/office/drawing/2014/main" id="{5DF97CDF-B203-9B4C-BF92-24FE777448C6}"/>
                </a:ext>
              </a:extLst>
            </p:cNvPr>
            <p:cNvSpPr/>
            <p:nvPr/>
          </p:nvSpPr>
          <p:spPr>
            <a:xfrm rot="10800000">
              <a:off x="2461200" y="4225700"/>
              <a:ext cx="25423" cy="27495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737" name="组合 736">
            <a:extLst>
              <a:ext uri="{FF2B5EF4-FFF2-40B4-BE49-F238E27FC236}">
                <a16:creationId xmlns:a16="http://schemas.microsoft.com/office/drawing/2014/main" id="{96179F14-D089-8A4A-9299-DA916A4159BD}"/>
              </a:ext>
            </a:extLst>
          </p:cNvPr>
          <p:cNvGrpSpPr/>
          <p:nvPr/>
        </p:nvGrpSpPr>
        <p:grpSpPr>
          <a:xfrm>
            <a:off x="2932588" y="4290446"/>
            <a:ext cx="25200" cy="119330"/>
            <a:chOff x="2461200" y="4225700"/>
            <a:chExt cx="26352" cy="160830"/>
          </a:xfrm>
        </p:grpSpPr>
        <p:sp>
          <p:nvSpPr>
            <p:cNvPr id="738" name="任意形状 737">
              <a:extLst>
                <a:ext uri="{FF2B5EF4-FFF2-40B4-BE49-F238E27FC236}">
                  <a16:creationId xmlns:a16="http://schemas.microsoft.com/office/drawing/2014/main" id="{2C72B6EE-3CCE-EA47-A8F6-CA24671654B7}"/>
                </a:ext>
              </a:extLst>
            </p:cNvPr>
            <p:cNvSpPr/>
            <p:nvPr/>
          </p:nvSpPr>
          <p:spPr>
            <a:xfrm rot="10800000">
              <a:off x="2466331" y="4235307"/>
              <a:ext cx="8505" cy="137476"/>
            </a:xfrm>
            <a:custGeom>
              <a:avLst/>
              <a:gdLst>
                <a:gd name="connsiteX0" fmla="*/ 0 w 12705"/>
                <a:gd name="connsiteY0" fmla="*/ 0 h 189645"/>
                <a:gd name="connsiteX1" fmla="*/ 0 w 12705"/>
                <a:gd name="connsiteY1" fmla="*/ 189646 h 189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189645">
                  <a:moveTo>
                    <a:pt x="0" y="0"/>
                  </a:moveTo>
                  <a:lnTo>
                    <a:pt x="0" y="189646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39" name="任意形状 738">
              <a:extLst>
                <a:ext uri="{FF2B5EF4-FFF2-40B4-BE49-F238E27FC236}">
                  <a16:creationId xmlns:a16="http://schemas.microsoft.com/office/drawing/2014/main" id="{F0C9D64D-423D-EE4C-ADAA-5A570065B1D5}"/>
                </a:ext>
              </a:extLst>
            </p:cNvPr>
            <p:cNvSpPr/>
            <p:nvPr/>
          </p:nvSpPr>
          <p:spPr>
            <a:xfrm rot="10800000">
              <a:off x="2462129" y="4359035"/>
              <a:ext cx="25423" cy="27495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40" name="任意形状 739">
              <a:extLst>
                <a:ext uri="{FF2B5EF4-FFF2-40B4-BE49-F238E27FC236}">
                  <a16:creationId xmlns:a16="http://schemas.microsoft.com/office/drawing/2014/main" id="{8D3EFA3E-6E56-3441-807F-19600F9743D9}"/>
                </a:ext>
              </a:extLst>
            </p:cNvPr>
            <p:cNvSpPr/>
            <p:nvPr/>
          </p:nvSpPr>
          <p:spPr>
            <a:xfrm rot="10800000">
              <a:off x="2462129" y="4359035"/>
              <a:ext cx="25423" cy="27495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41" name="任意形状 740">
              <a:extLst>
                <a:ext uri="{FF2B5EF4-FFF2-40B4-BE49-F238E27FC236}">
                  <a16:creationId xmlns:a16="http://schemas.microsoft.com/office/drawing/2014/main" id="{037BE50C-B29E-5040-98FF-10E4F0514844}"/>
                </a:ext>
              </a:extLst>
            </p:cNvPr>
            <p:cNvSpPr/>
            <p:nvPr/>
          </p:nvSpPr>
          <p:spPr>
            <a:xfrm rot="10800000">
              <a:off x="2461200" y="4225700"/>
              <a:ext cx="25423" cy="27495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42" name="任意形状 741">
              <a:extLst>
                <a:ext uri="{FF2B5EF4-FFF2-40B4-BE49-F238E27FC236}">
                  <a16:creationId xmlns:a16="http://schemas.microsoft.com/office/drawing/2014/main" id="{0DEDBBDA-A5F0-F84A-B7BC-78ED215B749A}"/>
                </a:ext>
              </a:extLst>
            </p:cNvPr>
            <p:cNvSpPr/>
            <p:nvPr/>
          </p:nvSpPr>
          <p:spPr>
            <a:xfrm rot="10800000">
              <a:off x="2461200" y="4225700"/>
              <a:ext cx="25423" cy="27495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cxnSp>
        <p:nvCxnSpPr>
          <p:cNvPr id="743" name="直线连接符 742">
            <a:extLst>
              <a:ext uri="{FF2B5EF4-FFF2-40B4-BE49-F238E27FC236}">
                <a16:creationId xmlns:a16="http://schemas.microsoft.com/office/drawing/2014/main" id="{87754BDA-28A7-B04A-836D-E8345A66669A}"/>
              </a:ext>
            </a:extLst>
          </p:cNvPr>
          <p:cNvCxnSpPr>
            <a:cxnSpLocks/>
          </p:cNvCxnSpPr>
          <p:nvPr/>
        </p:nvCxnSpPr>
        <p:spPr>
          <a:xfrm>
            <a:off x="2570762" y="3861684"/>
            <a:ext cx="0" cy="575734"/>
          </a:xfrm>
          <a:prstGeom prst="line">
            <a:avLst/>
          </a:prstGeom>
          <a:ln w="381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4" name="直线连接符 743">
            <a:extLst>
              <a:ext uri="{FF2B5EF4-FFF2-40B4-BE49-F238E27FC236}">
                <a16:creationId xmlns:a16="http://schemas.microsoft.com/office/drawing/2014/main" id="{FC4CB861-6E92-9B49-BEDA-360E70121600}"/>
              </a:ext>
            </a:extLst>
          </p:cNvPr>
          <p:cNvCxnSpPr>
            <a:cxnSpLocks/>
          </p:cNvCxnSpPr>
          <p:nvPr/>
        </p:nvCxnSpPr>
        <p:spPr>
          <a:xfrm>
            <a:off x="2653908" y="3861684"/>
            <a:ext cx="0" cy="575734"/>
          </a:xfrm>
          <a:prstGeom prst="line">
            <a:avLst/>
          </a:prstGeom>
          <a:ln w="381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5" name="直线连接符 744">
            <a:extLst>
              <a:ext uri="{FF2B5EF4-FFF2-40B4-BE49-F238E27FC236}">
                <a16:creationId xmlns:a16="http://schemas.microsoft.com/office/drawing/2014/main" id="{2D89ED96-CD51-D347-A503-1FBA058D4C82}"/>
              </a:ext>
            </a:extLst>
          </p:cNvPr>
          <p:cNvCxnSpPr>
            <a:cxnSpLocks/>
          </p:cNvCxnSpPr>
          <p:nvPr/>
        </p:nvCxnSpPr>
        <p:spPr>
          <a:xfrm>
            <a:off x="2737054" y="3861684"/>
            <a:ext cx="0" cy="575734"/>
          </a:xfrm>
          <a:prstGeom prst="line">
            <a:avLst/>
          </a:prstGeom>
          <a:ln w="381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6" name="直线连接符 745">
            <a:extLst>
              <a:ext uri="{FF2B5EF4-FFF2-40B4-BE49-F238E27FC236}">
                <a16:creationId xmlns:a16="http://schemas.microsoft.com/office/drawing/2014/main" id="{07916DA9-2E03-D649-86C5-F605F10F0FA6}"/>
              </a:ext>
            </a:extLst>
          </p:cNvPr>
          <p:cNvCxnSpPr>
            <a:cxnSpLocks/>
          </p:cNvCxnSpPr>
          <p:nvPr/>
        </p:nvCxnSpPr>
        <p:spPr>
          <a:xfrm>
            <a:off x="2820200" y="3861684"/>
            <a:ext cx="0" cy="575734"/>
          </a:xfrm>
          <a:prstGeom prst="line">
            <a:avLst/>
          </a:prstGeom>
          <a:ln w="381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7" name="直线连接符 746">
            <a:extLst>
              <a:ext uri="{FF2B5EF4-FFF2-40B4-BE49-F238E27FC236}">
                <a16:creationId xmlns:a16="http://schemas.microsoft.com/office/drawing/2014/main" id="{50E28011-241B-1B4D-89BF-74E05E2328A8}"/>
              </a:ext>
            </a:extLst>
          </p:cNvPr>
          <p:cNvCxnSpPr>
            <a:cxnSpLocks/>
          </p:cNvCxnSpPr>
          <p:nvPr/>
        </p:nvCxnSpPr>
        <p:spPr>
          <a:xfrm>
            <a:off x="2903346" y="3861684"/>
            <a:ext cx="0" cy="575734"/>
          </a:xfrm>
          <a:prstGeom prst="line">
            <a:avLst/>
          </a:prstGeom>
          <a:ln w="381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8" name="直线连接符 747">
            <a:extLst>
              <a:ext uri="{FF2B5EF4-FFF2-40B4-BE49-F238E27FC236}">
                <a16:creationId xmlns:a16="http://schemas.microsoft.com/office/drawing/2014/main" id="{B442610D-5D3A-2546-A62F-88ED4BC93BB7}"/>
              </a:ext>
            </a:extLst>
          </p:cNvPr>
          <p:cNvCxnSpPr>
            <a:cxnSpLocks/>
          </p:cNvCxnSpPr>
          <p:nvPr/>
        </p:nvCxnSpPr>
        <p:spPr>
          <a:xfrm>
            <a:off x="2986492" y="3861684"/>
            <a:ext cx="0" cy="575734"/>
          </a:xfrm>
          <a:prstGeom prst="line">
            <a:avLst/>
          </a:prstGeom>
          <a:ln w="381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9" name="直线连接符 748">
            <a:extLst>
              <a:ext uri="{FF2B5EF4-FFF2-40B4-BE49-F238E27FC236}">
                <a16:creationId xmlns:a16="http://schemas.microsoft.com/office/drawing/2014/main" id="{8697BBF9-55C9-C946-A7EC-C516B7FDB0C5}"/>
              </a:ext>
            </a:extLst>
          </p:cNvPr>
          <p:cNvCxnSpPr>
            <a:cxnSpLocks/>
          </p:cNvCxnSpPr>
          <p:nvPr/>
        </p:nvCxnSpPr>
        <p:spPr>
          <a:xfrm>
            <a:off x="3069638" y="3861684"/>
            <a:ext cx="0" cy="575734"/>
          </a:xfrm>
          <a:prstGeom prst="line">
            <a:avLst/>
          </a:prstGeom>
          <a:ln w="381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0" name="直线连接符 749">
            <a:extLst>
              <a:ext uri="{FF2B5EF4-FFF2-40B4-BE49-F238E27FC236}">
                <a16:creationId xmlns:a16="http://schemas.microsoft.com/office/drawing/2014/main" id="{00B686C3-76B8-D64B-A117-70C54AF940D4}"/>
              </a:ext>
            </a:extLst>
          </p:cNvPr>
          <p:cNvCxnSpPr>
            <a:cxnSpLocks/>
          </p:cNvCxnSpPr>
          <p:nvPr/>
        </p:nvCxnSpPr>
        <p:spPr>
          <a:xfrm>
            <a:off x="3152784" y="3861684"/>
            <a:ext cx="0" cy="419544"/>
          </a:xfrm>
          <a:prstGeom prst="line">
            <a:avLst/>
          </a:prstGeom>
          <a:ln w="381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直线连接符 750">
            <a:extLst>
              <a:ext uri="{FF2B5EF4-FFF2-40B4-BE49-F238E27FC236}">
                <a16:creationId xmlns:a16="http://schemas.microsoft.com/office/drawing/2014/main" id="{D34D9C7E-A35C-8348-A3E0-23DFC3B01861}"/>
              </a:ext>
            </a:extLst>
          </p:cNvPr>
          <p:cNvCxnSpPr>
            <a:cxnSpLocks/>
          </p:cNvCxnSpPr>
          <p:nvPr/>
        </p:nvCxnSpPr>
        <p:spPr>
          <a:xfrm>
            <a:off x="3235930" y="3861684"/>
            <a:ext cx="0" cy="358329"/>
          </a:xfrm>
          <a:prstGeom prst="line">
            <a:avLst/>
          </a:prstGeom>
          <a:ln w="381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直线连接符 751">
            <a:extLst>
              <a:ext uri="{FF2B5EF4-FFF2-40B4-BE49-F238E27FC236}">
                <a16:creationId xmlns:a16="http://schemas.microsoft.com/office/drawing/2014/main" id="{B7CA048D-B59E-6346-B8AA-8A7BE9C393CF}"/>
              </a:ext>
            </a:extLst>
          </p:cNvPr>
          <p:cNvCxnSpPr>
            <a:cxnSpLocks/>
          </p:cNvCxnSpPr>
          <p:nvPr/>
        </p:nvCxnSpPr>
        <p:spPr>
          <a:xfrm>
            <a:off x="3319078" y="3861684"/>
            <a:ext cx="0" cy="216770"/>
          </a:xfrm>
          <a:prstGeom prst="line">
            <a:avLst/>
          </a:prstGeom>
          <a:ln w="381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直线连接符 752">
            <a:extLst>
              <a:ext uri="{FF2B5EF4-FFF2-40B4-BE49-F238E27FC236}">
                <a16:creationId xmlns:a16="http://schemas.microsoft.com/office/drawing/2014/main" id="{9DB2FF59-AF42-2042-B6B6-B0A8FAB59FF8}"/>
              </a:ext>
            </a:extLst>
          </p:cNvPr>
          <p:cNvCxnSpPr>
            <a:cxnSpLocks/>
          </p:cNvCxnSpPr>
          <p:nvPr/>
        </p:nvCxnSpPr>
        <p:spPr>
          <a:xfrm>
            <a:off x="2487616" y="3859803"/>
            <a:ext cx="0" cy="575734"/>
          </a:xfrm>
          <a:prstGeom prst="line">
            <a:avLst/>
          </a:prstGeom>
          <a:ln w="381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直线连接符 753">
            <a:extLst>
              <a:ext uri="{FF2B5EF4-FFF2-40B4-BE49-F238E27FC236}">
                <a16:creationId xmlns:a16="http://schemas.microsoft.com/office/drawing/2014/main" id="{BDF61189-201E-364A-AE32-FF0C96DF0399}"/>
              </a:ext>
            </a:extLst>
          </p:cNvPr>
          <p:cNvCxnSpPr>
            <a:cxnSpLocks/>
          </p:cNvCxnSpPr>
          <p:nvPr/>
        </p:nvCxnSpPr>
        <p:spPr>
          <a:xfrm>
            <a:off x="3496878" y="3732386"/>
            <a:ext cx="0" cy="715385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5" name="组合 754">
            <a:extLst>
              <a:ext uri="{FF2B5EF4-FFF2-40B4-BE49-F238E27FC236}">
                <a16:creationId xmlns:a16="http://schemas.microsoft.com/office/drawing/2014/main" id="{F7F91781-ECEC-F043-8BF8-6EC5ACA1A457}"/>
              </a:ext>
            </a:extLst>
          </p:cNvPr>
          <p:cNvGrpSpPr>
            <a:grpSpLocks/>
          </p:cNvGrpSpPr>
          <p:nvPr/>
        </p:nvGrpSpPr>
        <p:grpSpPr>
          <a:xfrm>
            <a:off x="3416307" y="3975626"/>
            <a:ext cx="74504" cy="64650"/>
            <a:chOff x="3117140" y="606548"/>
            <a:chExt cx="151892" cy="151716"/>
          </a:xfrm>
        </p:grpSpPr>
        <p:sp>
          <p:nvSpPr>
            <p:cNvPr id="756" name="任意形状 755">
              <a:extLst>
                <a:ext uri="{FF2B5EF4-FFF2-40B4-BE49-F238E27FC236}">
                  <a16:creationId xmlns:a16="http://schemas.microsoft.com/office/drawing/2014/main" id="{DF5D190E-D3CD-9F4D-9AE1-0F066588A18A}"/>
                </a:ext>
              </a:extLst>
            </p:cNvPr>
            <p:cNvSpPr/>
            <p:nvPr/>
          </p:nvSpPr>
          <p:spPr>
            <a:xfrm>
              <a:off x="3117140" y="606548"/>
              <a:ext cx="151892" cy="151716"/>
            </a:xfrm>
            <a:custGeom>
              <a:avLst/>
              <a:gdLst>
                <a:gd name="connsiteX0" fmla="*/ 0 w 151892"/>
                <a:gd name="connsiteY0" fmla="*/ 151716 h 151716"/>
                <a:gd name="connsiteX1" fmla="*/ 0 w 151892"/>
                <a:gd name="connsiteY1" fmla="*/ 0 h 151716"/>
                <a:gd name="connsiteX2" fmla="*/ 151893 w 151892"/>
                <a:gd name="connsiteY2" fmla="*/ 0 h 151716"/>
                <a:gd name="connsiteX3" fmla="*/ 151893 w 151892"/>
                <a:gd name="connsiteY3" fmla="*/ 151716 h 151716"/>
                <a:gd name="connsiteX4" fmla="*/ 0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0" y="151716"/>
                  </a:moveTo>
                  <a:lnTo>
                    <a:pt x="0" y="0"/>
                  </a:lnTo>
                  <a:lnTo>
                    <a:pt x="151893" y="0"/>
                  </a:lnTo>
                  <a:lnTo>
                    <a:pt x="151893" y="151716"/>
                  </a:lnTo>
                  <a:lnTo>
                    <a:pt x="0" y="151716"/>
                  </a:ln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757" name="任意形状 756">
              <a:extLst>
                <a:ext uri="{FF2B5EF4-FFF2-40B4-BE49-F238E27FC236}">
                  <a16:creationId xmlns:a16="http://schemas.microsoft.com/office/drawing/2014/main" id="{76916C4D-7FFD-744C-969F-F0A30B1445B8}"/>
                </a:ext>
              </a:extLst>
            </p:cNvPr>
            <p:cNvSpPr/>
            <p:nvPr/>
          </p:nvSpPr>
          <p:spPr>
            <a:xfrm>
              <a:off x="3117140" y="606548"/>
              <a:ext cx="151892" cy="151716"/>
            </a:xfrm>
            <a:custGeom>
              <a:avLst/>
              <a:gdLst>
                <a:gd name="connsiteX0" fmla="*/ 0 w 151892"/>
                <a:gd name="connsiteY0" fmla="*/ 151716 h 151716"/>
                <a:gd name="connsiteX1" fmla="*/ 0 w 151892"/>
                <a:gd name="connsiteY1" fmla="*/ 0 h 151716"/>
                <a:gd name="connsiteX2" fmla="*/ 151893 w 151892"/>
                <a:gd name="connsiteY2" fmla="*/ 0 h 151716"/>
                <a:gd name="connsiteX3" fmla="*/ 151893 w 151892"/>
                <a:gd name="connsiteY3" fmla="*/ 151716 h 151716"/>
                <a:gd name="connsiteX4" fmla="*/ 0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0" y="151716"/>
                  </a:moveTo>
                  <a:lnTo>
                    <a:pt x="0" y="0"/>
                  </a:lnTo>
                  <a:lnTo>
                    <a:pt x="151893" y="0"/>
                  </a:lnTo>
                  <a:lnTo>
                    <a:pt x="151893" y="151716"/>
                  </a:lnTo>
                  <a:lnTo>
                    <a:pt x="0" y="151716"/>
                  </a:lnTo>
                  <a:close/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58" name="任意形状 757">
              <a:extLst>
                <a:ext uri="{FF2B5EF4-FFF2-40B4-BE49-F238E27FC236}">
                  <a16:creationId xmlns:a16="http://schemas.microsoft.com/office/drawing/2014/main" id="{19AF2B09-F8E2-094F-B9EC-B2356A160996}"/>
                </a:ext>
              </a:extLst>
            </p:cNvPr>
            <p:cNvSpPr/>
            <p:nvPr/>
          </p:nvSpPr>
          <p:spPr>
            <a:xfrm>
              <a:off x="3127318" y="674821"/>
              <a:ext cx="65763" cy="37928"/>
            </a:xfrm>
            <a:custGeom>
              <a:avLst/>
              <a:gdLst>
                <a:gd name="connsiteX0" fmla="*/ 65763 w 65763"/>
                <a:gd name="connsiteY0" fmla="*/ 0 h 37928"/>
                <a:gd name="connsiteX1" fmla="*/ 0 w 65763"/>
                <a:gd name="connsiteY1" fmla="*/ 37929 h 3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763" h="37928">
                  <a:moveTo>
                    <a:pt x="65763" y="0"/>
                  </a:moveTo>
                  <a:cubicBezTo>
                    <a:pt x="38637" y="0"/>
                    <a:pt x="13557" y="14461"/>
                    <a:pt x="0" y="37929"/>
                  </a:cubicBezTo>
                </a:path>
              </a:pathLst>
            </a:custGeom>
            <a:noFill/>
            <a:ln w="252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59" name="任意形状 758">
              <a:extLst>
                <a:ext uri="{FF2B5EF4-FFF2-40B4-BE49-F238E27FC236}">
                  <a16:creationId xmlns:a16="http://schemas.microsoft.com/office/drawing/2014/main" id="{C6F189A0-6418-D94A-BA61-79823FE4B3EE}"/>
                </a:ext>
              </a:extLst>
            </p:cNvPr>
            <p:cNvSpPr/>
            <p:nvPr/>
          </p:nvSpPr>
          <p:spPr>
            <a:xfrm>
              <a:off x="3193081" y="674821"/>
              <a:ext cx="65775" cy="37928"/>
            </a:xfrm>
            <a:custGeom>
              <a:avLst/>
              <a:gdLst>
                <a:gd name="connsiteX0" fmla="*/ 0 w 65775"/>
                <a:gd name="connsiteY0" fmla="*/ 0 h 37928"/>
                <a:gd name="connsiteX1" fmla="*/ 65776 w 65775"/>
                <a:gd name="connsiteY1" fmla="*/ 37929 h 3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775" h="37928">
                  <a:moveTo>
                    <a:pt x="0" y="0"/>
                  </a:moveTo>
                  <a:cubicBezTo>
                    <a:pt x="27138" y="0"/>
                    <a:pt x="52219" y="14461"/>
                    <a:pt x="65776" y="37929"/>
                  </a:cubicBezTo>
                </a:path>
              </a:pathLst>
            </a:custGeom>
            <a:noFill/>
            <a:ln w="252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60" name="任意形状 759">
              <a:extLst>
                <a:ext uri="{FF2B5EF4-FFF2-40B4-BE49-F238E27FC236}">
                  <a16:creationId xmlns:a16="http://schemas.microsoft.com/office/drawing/2014/main" id="{7F454088-CE03-7144-9433-C4F9FB4DCD0E}"/>
                </a:ext>
              </a:extLst>
            </p:cNvPr>
            <p:cNvSpPr/>
            <p:nvPr/>
          </p:nvSpPr>
          <p:spPr>
            <a:xfrm>
              <a:off x="3193080" y="646185"/>
              <a:ext cx="18448" cy="104494"/>
            </a:xfrm>
            <a:custGeom>
              <a:avLst/>
              <a:gdLst>
                <a:gd name="connsiteX0" fmla="*/ 0 w 18448"/>
                <a:gd name="connsiteY0" fmla="*/ 104494 h 104494"/>
                <a:gd name="connsiteX1" fmla="*/ 18448 w 18448"/>
                <a:gd name="connsiteY1" fmla="*/ 0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448" h="104494">
                  <a:moveTo>
                    <a:pt x="0" y="104494"/>
                  </a:moveTo>
                  <a:lnTo>
                    <a:pt x="18448" y="0"/>
                  </a:lnTo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61" name="任意形状 760">
              <a:extLst>
                <a:ext uri="{FF2B5EF4-FFF2-40B4-BE49-F238E27FC236}">
                  <a16:creationId xmlns:a16="http://schemas.microsoft.com/office/drawing/2014/main" id="{95693B7C-5A95-D84B-86F0-695312D6082F}"/>
                </a:ext>
              </a:extLst>
            </p:cNvPr>
            <p:cNvSpPr/>
            <p:nvPr/>
          </p:nvSpPr>
          <p:spPr>
            <a:xfrm>
              <a:off x="3188951" y="621284"/>
              <a:ext cx="39882" cy="43355"/>
            </a:xfrm>
            <a:custGeom>
              <a:avLst/>
              <a:gdLst>
                <a:gd name="connsiteX0" fmla="*/ 26974 w 39882"/>
                <a:gd name="connsiteY0" fmla="*/ 0 h 43355"/>
                <a:gd name="connsiteX1" fmla="*/ 0 w 39882"/>
                <a:gd name="connsiteY1" fmla="*/ 36331 h 43355"/>
                <a:gd name="connsiteX2" fmla="*/ 22577 w 39882"/>
                <a:gd name="connsiteY2" fmla="*/ 24902 h 43355"/>
                <a:gd name="connsiteX3" fmla="*/ 39882 w 39882"/>
                <a:gd name="connsiteY3" fmla="*/ 43355 h 4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82" h="43355">
                  <a:moveTo>
                    <a:pt x="26974" y="0"/>
                  </a:moveTo>
                  <a:lnTo>
                    <a:pt x="0" y="36331"/>
                  </a:lnTo>
                  <a:lnTo>
                    <a:pt x="22577" y="24902"/>
                  </a:lnTo>
                  <a:lnTo>
                    <a:pt x="39882" y="43355"/>
                  </a:lnTo>
                </a:path>
              </a:pathLst>
            </a:custGeom>
            <a:solidFill>
              <a:srgbClr val="FF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762" name="组合 761">
            <a:extLst>
              <a:ext uri="{FF2B5EF4-FFF2-40B4-BE49-F238E27FC236}">
                <a16:creationId xmlns:a16="http://schemas.microsoft.com/office/drawing/2014/main" id="{A072A69D-9DBD-1D40-9487-EB858E3AA599}"/>
              </a:ext>
            </a:extLst>
          </p:cNvPr>
          <p:cNvGrpSpPr>
            <a:grpSpLocks/>
          </p:cNvGrpSpPr>
          <p:nvPr/>
        </p:nvGrpSpPr>
        <p:grpSpPr>
          <a:xfrm>
            <a:off x="3416307" y="3884247"/>
            <a:ext cx="67514" cy="65090"/>
            <a:chOff x="3117140" y="606548"/>
            <a:chExt cx="151892" cy="151716"/>
          </a:xfrm>
        </p:grpSpPr>
        <p:sp>
          <p:nvSpPr>
            <p:cNvPr id="763" name="任意形状 762">
              <a:extLst>
                <a:ext uri="{FF2B5EF4-FFF2-40B4-BE49-F238E27FC236}">
                  <a16:creationId xmlns:a16="http://schemas.microsoft.com/office/drawing/2014/main" id="{897F05EE-1497-B142-9A18-430676879626}"/>
                </a:ext>
              </a:extLst>
            </p:cNvPr>
            <p:cNvSpPr/>
            <p:nvPr/>
          </p:nvSpPr>
          <p:spPr>
            <a:xfrm>
              <a:off x="3117140" y="606548"/>
              <a:ext cx="151892" cy="151716"/>
            </a:xfrm>
            <a:custGeom>
              <a:avLst/>
              <a:gdLst>
                <a:gd name="connsiteX0" fmla="*/ 0 w 151892"/>
                <a:gd name="connsiteY0" fmla="*/ 151716 h 151716"/>
                <a:gd name="connsiteX1" fmla="*/ 0 w 151892"/>
                <a:gd name="connsiteY1" fmla="*/ 0 h 151716"/>
                <a:gd name="connsiteX2" fmla="*/ 151893 w 151892"/>
                <a:gd name="connsiteY2" fmla="*/ 0 h 151716"/>
                <a:gd name="connsiteX3" fmla="*/ 151893 w 151892"/>
                <a:gd name="connsiteY3" fmla="*/ 151716 h 151716"/>
                <a:gd name="connsiteX4" fmla="*/ 0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0" y="151716"/>
                  </a:moveTo>
                  <a:lnTo>
                    <a:pt x="0" y="0"/>
                  </a:lnTo>
                  <a:lnTo>
                    <a:pt x="151893" y="0"/>
                  </a:lnTo>
                  <a:lnTo>
                    <a:pt x="151893" y="151716"/>
                  </a:lnTo>
                  <a:lnTo>
                    <a:pt x="0" y="151716"/>
                  </a:ln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764" name="任意形状 763">
              <a:extLst>
                <a:ext uri="{FF2B5EF4-FFF2-40B4-BE49-F238E27FC236}">
                  <a16:creationId xmlns:a16="http://schemas.microsoft.com/office/drawing/2014/main" id="{80F9EE21-A8DF-4E4B-8B82-C13315704D87}"/>
                </a:ext>
              </a:extLst>
            </p:cNvPr>
            <p:cNvSpPr/>
            <p:nvPr/>
          </p:nvSpPr>
          <p:spPr>
            <a:xfrm>
              <a:off x="3117140" y="606548"/>
              <a:ext cx="151892" cy="151716"/>
            </a:xfrm>
            <a:custGeom>
              <a:avLst/>
              <a:gdLst>
                <a:gd name="connsiteX0" fmla="*/ 0 w 151892"/>
                <a:gd name="connsiteY0" fmla="*/ 151716 h 151716"/>
                <a:gd name="connsiteX1" fmla="*/ 0 w 151892"/>
                <a:gd name="connsiteY1" fmla="*/ 0 h 151716"/>
                <a:gd name="connsiteX2" fmla="*/ 151893 w 151892"/>
                <a:gd name="connsiteY2" fmla="*/ 0 h 151716"/>
                <a:gd name="connsiteX3" fmla="*/ 151893 w 151892"/>
                <a:gd name="connsiteY3" fmla="*/ 151716 h 151716"/>
                <a:gd name="connsiteX4" fmla="*/ 0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0" y="151716"/>
                  </a:moveTo>
                  <a:lnTo>
                    <a:pt x="0" y="0"/>
                  </a:lnTo>
                  <a:lnTo>
                    <a:pt x="151893" y="0"/>
                  </a:lnTo>
                  <a:lnTo>
                    <a:pt x="151893" y="151716"/>
                  </a:lnTo>
                  <a:lnTo>
                    <a:pt x="0" y="151716"/>
                  </a:lnTo>
                  <a:close/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65" name="任意形状 764">
              <a:extLst>
                <a:ext uri="{FF2B5EF4-FFF2-40B4-BE49-F238E27FC236}">
                  <a16:creationId xmlns:a16="http://schemas.microsoft.com/office/drawing/2014/main" id="{8F5BFE97-4B89-4445-8A0F-09E954E44CE1}"/>
                </a:ext>
              </a:extLst>
            </p:cNvPr>
            <p:cNvSpPr/>
            <p:nvPr/>
          </p:nvSpPr>
          <p:spPr>
            <a:xfrm>
              <a:off x="3127318" y="674821"/>
              <a:ext cx="65763" cy="37928"/>
            </a:xfrm>
            <a:custGeom>
              <a:avLst/>
              <a:gdLst>
                <a:gd name="connsiteX0" fmla="*/ 65763 w 65763"/>
                <a:gd name="connsiteY0" fmla="*/ 0 h 37928"/>
                <a:gd name="connsiteX1" fmla="*/ 0 w 65763"/>
                <a:gd name="connsiteY1" fmla="*/ 37929 h 3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763" h="37928">
                  <a:moveTo>
                    <a:pt x="65763" y="0"/>
                  </a:moveTo>
                  <a:cubicBezTo>
                    <a:pt x="38637" y="0"/>
                    <a:pt x="13557" y="14461"/>
                    <a:pt x="0" y="37929"/>
                  </a:cubicBezTo>
                </a:path>
              </a:pathLst>
            </a:custGeom>
            <a:noFill/>
            <a:ln w="252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66" name="任意形状 765">
              <a:extLst>
                <a:ext uri="{FF2B5EF4-FFF2-40B4-BE49-F238E27FC236}">
                  <a16:creationId xmlns:a16="http://schemas.microsoft.com/office/drawing/2014/main" id="{84F6B9C3-EDDB-D848-AD7C-BA757D629BB0}"/>
                </a:ext>
              </a:extLst>
            </p:cNvPr>
            <p:cNvSpPr/>
            <p:nvPr/>
          </p:nvSpPr>
          <p:spPr>
            <a:xfrm>
              <a:off x="3193081" y="674821"/>
              <a:ext cx="65775" cy="37928"/>
            </a:xfrm>
            <a:custGeom>
              <a:avLst/>
              <a:gdLst>
                <a:gd name="connsiteX0" fmla="*/ 0 w 65775"/>
                <a:gd name="connsiteY0" fmla="*/ 0 h 37928"/>
                <a:gd name="connsiteX1" fmla="*/ 65776 w 65775"/>
                <a:gd name="connsiteY1" fmla="*/ 37929 h 3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775" h="37928">
                  <a:moveTo>
                    <a:pt x="0" y="0"/>
                  </a:moveTo>
                  <a:cubicBezTo>
                    <a:pt x="27138" y="0"/>
                    <a:pt x="52219" y="14461"/>
                    <a:pt x="65776" y="37929"/>
                  </a:cubicBezTo>
                </a:path>
              </a:pathLst>
            </a:custGeom>
            <a:noFill/>
            <a:ln w="252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67" name="任意形状 766">
              <a:extLst>
                <a:ext uri="{FF2B5EF4-FFF2-40B4-BE49-F238E27FC236}">
                  <a16:creationId xmlns:a16="http://schemas.microsoft.com/office/drawing/2014/main" id="{0B533587-1AA9-C642-B634-44E1C556C992}"/>
                </a:ext>
              </a:extLst>
            </p:cNvPr>
            <p:cNvSpPr/>
            <p:nvPr/>
          </p:nvSpPr>
          <p:spPr>
            <a:xfrm>
              <a:off x="3193080" y="646185"/>
              <a:ext cx="18448" cy="104494"/>
            </a:xfrm>
            <a:custGeom>
              <a:avLst/>
              <a:gdLst>
                <a:gd name="connsiteX0" fmla="*/ 0 w 18448"/>
                <a:gd name="connsiteY0" fmla="*/ 104494 h 104494"/>
                <a:gd name="connsiteX1" fmla="*/ 18448 w 18448"/>
                <a:gd name="connsiteY1" fmla="*/ 0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448" h="104494">
                  <a:moveTo>
                    <a:pt x="0" y="104494"/>
                  </a:moveTo>
                  <a:lnTo>
                    <a:pt x="18448" y="0"/>
                  </a:lnTo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68" name="任意形状 767">
              <a:extLst>
                <a:ext uri="{FF2B5EF4-FFF2-40B4-BE49-F238E27FC236}">
                  <a16:creationId xmlns:a16="http://schemas.microsoft.com/office/drawing/2014/main" id="{663B1BE9-CABF-9444-8754-FCED56B82A9D}"/>
                </a:ext>
              </a:extLst>
            </p:cNvPr>
            <p:cNvSpPr/>
            <p:nvPr/>
          </p:nvSpPr>
          <p:spPr>
            <a:xfrm>
              <a:off x="3188951" y="621284"/>
              <a:ext cx="39882" cy="43355"/>
            </a:xfrm>
            <a:custGeom>
              <a:avLst/>
              <a:gdLst>
                <a:gd name="connsiteX0" fmla="*/ 26974 w 39882"/>
                <a:gd name="connsiteY0" fmla="*/ 0 h 43355"/>
                <a:gd name="connsiteX1" fmla="*/ 0 w 39882"/>
                <a:gd name="connsiteY1" fmla="*/ 36331 h 43355"/>
                <a:gd name="connsiteX2" fmla="*/ 22577 w 39882"/>
                <a:gd name="connsiteY2" fmla="*/ 24902 h 43355"/>
                <a:gd name="connsiteX3" fmla="*/ 39882 w 39882"/>
                <a:gd name="connsiteY3" fmla="*/ 43355 h 4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82" h="43355">
                  <a:moveTo>
                    <a:pt x="26974" y="0"/>
                  </a:moveTo>
                  <a:lnTo>
                    <a:pt x="0" y="36331"/>
                  </a:lnTo>
                  <a:lnTo>
                    <a:pt x="22577" y="24902"/>
                  </a:lnTo>
                  <a:lnTo>
                    <a:pt x="39882" y="43355"/>
                  </a:lnTo>
                </a:path>
              </a:pathLst>
            </a:custGeom>
            <a:solidFill>
              <a:srgbClr val="FF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769" name="组合 768">
            <a:extLst>
              <a:ext uri="{FF2B5EF4-FFF2-40B4-BE49-F238E27FC236}">
                <a16:creationId xmlns:a16="http://schemas.microsoft.com/office/drawing/2014/main" id="{2CFA4BC9-99CF-FA4E-91F6-BD239D9E3720}"/>
              </a:ext>
            </a:extLst>
          </p:cNvPr>
          <p:cNvGrpSpPr>
            <a:grpSpLocks/>
          </p:cNvGrpSpPr>
          <p:nvPr/>
        </p:nvGrpSpPr>
        <p:grpSpPr>
          <a:xfrm>
            <a:off x="3075606" y="4271552"/>
            <a:ext cx="74505" cy="64651"/>
            <a:chOff x="3117138" y="606548"/>
            <a:chExt cx="151894" cy="151718"/>
          </a:xfrm>
        </p:grpSpPr>
        <p:sp>
          <p:nvSpPr>
            <p:cNvPr id="770" name="任意形状 769">
              <a:extLst>
                <a:ext uri="{FF2B5EF4-FFF2-40B4-BE49-F238E27FC236}">
                  <a16:creationId xmlns:a16="http://schemas.microsoft.com/office/drawing/2014/main" id="{20329FB3-B071-8749-B3E8-F3247FF6AF35}"/>
                </a:ext>
              </a:extLst>
            </p:cNvPr>
            <p:cNvSpPr/>
            <p:nvPr/>
          </p:nvSpPr>
          <p:spPr>
            <a:xfrm>
              <a:off x="3117138" y="606550"/>
              <a:ext cx="151892" cy="151716"/>
            </a:xfrm>
            <a:custGeom>
              <a:avLst/>
              <a:gdLst>
                <a:gd name="connsiteX0" fmla="*/ 0 w 151892"/>
                <a:gd name="connsiteY0" fmla="*/ 151716 h 151716"/>
                <a:gd name="connsiteX1" fmla="*/ 0 w 151892"/>
                <a:gd name="connsiteY1" fmla="*/ 0 h 151716"/>
                <a:gd name="connsiteX2" fmla="*/ 151893 w 151892"/>
                <a:gd name="connsiteY2" fmla="*/ 0 h 151716"/>
                <a:gd name="connsiteX3" fmla="*/ 151893 w 151892"/>
                <a:gd name="connsiteY3" fmla="*/ 151716 h 151716"/>
                <a:gd name="connsiteX4" fmla="*/ 0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0" y="151716"/>
                  </a:moveTo>
                  <a:lnTo>
                    <a:pt x="0" y="0"/>
                  </a:lnTo>
                  <a:lnTo>
                    <a:pt x="151893" y="0"/>
                  </a:lnTo>
                  <a:lnTo>
                    <a:pt x="151893" y="151716"/>
                  </a:lnTo>
                  <a:lnTo>
                    <a:pt x="0" y="151716"/>
                  </a:ln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771" name="任意形状 770">
              <a:extLst>
                <a:ext uri="{FF2B5EF4-FFF2-40B4-BE49-F238E27FC236}">
                  <a16:creationId xmlns:a16="http://schemas.microsoft.com/office/drawing/2014/main" id="{E60D01CA-E636-654A-9D97-6D4CF7699FA5}"/>
                </a:ext>
              </a:extLst>
            </p:cNvPr>
            <p:cNvSpPr/>
            <p:nvPr/>
          </p:nvSpPr>
          <p:spPr>
            <a:xfrm>
              <a:off x="3117140" y="606548"/>
              <a:ext cx="151892" cy="151716"/>
            </a:xfrm>
            <a:custGeom>
              <a:avLst/>
              <a:gdLst>
                <a:gd name="connsiteX0" fmla="*/ 0 w 151892"/>
                <a:gd name="connsiteY0" fmla="*/ 151716 h 151716"/>
                <a:gd name="connsiteX1" fmla="*/ 0 w 151892"/>
                <a:gd name="connsiteY1" fmla="*/ 0 h 151716"/>
                <a:gd name="connsiteX2" fmla="*/ 151893 w 151892"/>
                <a:gd name="connsiteY2" fmla="*/ 0 h 151716"/>
                <a:gd name="connsiteX3" fmla="*/ 151893 w 151892"/>
                <a:gd name="connsiteY3" fmla="*/ 151716 h 151716"/>
                <a:gd name="connsiteX4" fmla="*/ 0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0" y="151716"/>
                  </a:moveTo>
                  <a:lnTo>
                    <a:pt x="0" y="0"/>
                  </a:lnTo>
                  <a:lnTo>
                    <a:pt x="151893" y="0"/>
                  </a:lnTo>
                  <a:lnTo>
                    <a:pt x="151893" y="151716"/>
                  </a:lnTo>
                  <a:lnTo>
                    <a:pt x="0" y="151716"/>
                  </a:lnTo>
                  <a:close/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72" name="任意形状 771">
              <a:extLst>
                <a:ext uri="{FF2B5EF4-FFF2-40B4-BE49-F238E27FC236}">
                  <a16:creationId xmlns:a16="http://schemas.microsoft.com/office/drawing/2014/main" id="{1CFD34EA-12AC-5344-B3FA-AE6B4C7C23ED}"/>
                </a:ext>
              </a:extLst>
            </p:cNvPr>
            <p:cNvSpPr/>
            <p:nvPr/>
          </p:nvSpPr>
          <p:spPr>
            <a:xfrm>
              <a:off x="3127318" y="674821"/>
              <a:ext cx="65763" cy="37928"/>
            </a:xfrm>
            <a:custGeom>
              <a:avLst/>
              <a:gdLst>
                <a:gd name="connsiteX0" fmla="*/ 65763 w 65763"/>
                <a:gd name="connsiteY0" fmla="*/ 0 h 37928"/>
                <a:gd name="connsiteX1" fmla="*/ 0 w 65763"/>
                <a:gd name="connsiteY1" fmla="*/ 37929 h 3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763" h="37928">
                  <a:moveTo>
                    <a:pt x="65763" y="0"/>
                  </a:moveTo>
                  <a:cubicBezTo>
                    <a:pt x="38637" y="0"/>
                    <a:pt x="13557" y="14461"/>
                    <a:pt x="0" y="37929"/>
                  </a:cubicBezTo>
                </a:path>
              </a:pathLst>
            </a:custGeom>
            <a:noFill/>
            <a:ln w="252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73" name="任意形状 772">
              <a:extLst>
                <a:ext uri="{FF2B5EF4-FFF2-40B4-BE49-F238E27FC236}">
                  <a16:creationId xmlns:a16="http://schemas.microsoft.com/office/drawing/2014/main" id="{D7B418BF-4F47-194A-9F25-C7BFD26E5EE5}"/>
                </a:ext>
              </a:extLst>
            </p:cNvPr>
            <p:cNvSpPr/>
            <p:nvPr/>
          </p:nvSpPr>
          <p:spPr>
            <a:xfrm>
              <a:off x="3193081" y="674821"/>
              <a:ext cx="65775" cy="37928"/>
            </a:xfrm>
            <a:custGeom>
              <a:avLst/>
              <a:gdLst>
                <a:gd name="connsiteX0" fmla="*/ 0 w 65775"/>
                <a:gd name="connsiteY0" fmla="*/ 0 h 37928"/>
                <a:gd name="connsiteX1" fmla="*/ 65776 w 65775"/>
                <a:gd name="connsiteY1" fmla="*/ 37929 h 3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775" h="37928">
                  <a:moveTo>
                    <a:pt x="0" y="0"/>
                  </a:moveTo>
                  <a:cubicBezTo>
                    <a:pt x="27138" y="0"/>
                    <a:pt x="52219" y="14461"/>
                    <a:pt x="65776" y="37929"/>
                  </a:cubicBezTo>
                </a:path>
              </a:pathLst>
            </a:custGeom>
            <a:noFill/>
            <a:ln w="252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74" name="任意形状 773">
              <a:extLst>
                <a:ext uri="{FF2B5EF4-FFF2-40B4-BE49-F238E27FC236}">
                  <a16:creationId xmlns:a16="http://schemas.microsoft.com/office/drawing/2014/main" id="{A09AF8E9-4F8C-AC49-8F10-ED865FECCCA9}"/>
                </a:ext>
              </a:extLst>
            </p:cNvPr>
            <p:cNvSpPr/>
            <p:nvPr/>
          </p:nvSpPr>
          <p:spPr>
            <a:xfrm>
              <a:off x="3193080" y="646185"/>
              <a:ext cx="18448" cy="104494"/>
            </a:xfrm>
            <a:custGeom>
              <a:avLst/>
              <a:gdLst>
                <a:gd name="connsiteX0" fmla="*/ 0 w 18448"/>
                <a:gd name="connsiteY0" fmla="*/ 104494 h 104494"/>
                <a:gd name="connsiteX1" fmla="*/ 18448 w 18448"/>
                <a:gd name="connsiteY1" fmla="*/ 0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448" h="104494">
                  <a:moveTo>
                    <a:pt x="0" y="104494"/>
                  </a:moveTo>
                  <a:lnTo>
                    <a:pt x="18448" y="0"/>
                  </a:lnTo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75" name="任意形状 774">
              <a:extLst>
                <a:ext uri="{FF2B5EF4-FFF2-40B4-BE49-F238E27FC236}">
                  <a16:creationId xmlns:a16="http://schemas.microsoft.com/office/drawing/2014/main" id="{C23C64E3-2812-1A47-948B-78DC4F4C81D2}"/>
                </a:ext>
              </a:extLst>
            </p:cNvPr>
            <p:cNvSpPr/>
            <p:nvPr/>
          </p:nvSpPr>
          <p:spPr>
            <a:xfrm>
              <a:off x="3188951" y="621284"/>
              <a:ext cx="39882" cy="43355"/>
            </a:xfrm>
            <a:custGeom>
              <a:avLst/>
              <a:gdLst>
                <a:gd name="connsiteX0" fmla="*/ 26974 w 39882"/>
                <a:gd name="connsiteY0" fmla="*/ 0 h 43355"/>
                <a:gd name="connsiteX1" fmla="*/ 0 w 39882"/>
                <a:gd name="connsiteY1" fmla="*/ 36331 h 43355"/>
                <a:gd name="connsiteX2" fmla="*/ 22577 w 39882"/>
                <a:gd name="connsiteY2" fmla="*/ 24902 h 43355"/>
                <a:gd name="connsiteX3" fmla="*/ 39882 w 39882"/>
                <a:gd name="connsiteY3" fmla="*/ 43355 h 4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82" h="43355">
                  <a:moveTo>
                    <a:pt x="26974" y="0"/>
                  </a:moveTo>
                  <a:lnTo>
                    <a:pt x="0" y="36331"/>
                  </a:lnTo>
                  <a:lnTo>
                    <a:pt x="22577" y="24902"/>
                  </a:lnTo>
                  <a:lnTo>
                    <a:pt x="39882" y="43355"/>
                  </a:lnTo>
                </a:path>
              </a:pathLst>
            </a:custGeom>
            <a:solidFill>
              <a:srgbClr val="FF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grpSp>
        <p:nvGrpSpPr>
          <p:cNvPr id="776" name="组合 775">
            <a:extLst>
              <a:ext uri="{FF2B5EF4-FFF2-40B4-BE49-F238E27FC236}">
                <a16:creationId xmlns:a16="http://schemas.microsoft.com/office/drawing/2014/main" id="{FCF283E1-5BE5-9740-9AC1-ED0BFA5B64BF}"/>
              </a:ext>
            </a:extLst>
          </p:cNvPr>
          <p:cNvGrpSpPr>
            <a:grpSpLocks/>
          </p:cNvGrpSpPr>
          <p:nvPr/>
        </p:nvGrpSpPr>
        <p:grpSpPr>
          <a:xfrm>
            <a:off x="3075606" y="4357720"/>
            <a:ext cx="74505" cy="64651"/>
            <a:chOff x="3117138" y="606548"/>
            <a:chExt cx="151894" cy="151718"/>
          </a:xfrm>
        </p:grpSpPr>
        <p:sp>
          <p:nvSpPr>
            <p:cNvPr id="777" name="任意形状 776">
              <a:extLst>
                <a:ext uri="{FF2B5EF4-FFF2-40B4-BE49-F238E27FC236}">
                  <a16:creationId xmlns:a16="http://schemas.microsoft.com/office/drawing/2014/main" id="{3B60D688-1C7E-E441-8DF1-47C3CDBC2195}"/>
                </a:ext>
              </a:extLst>
            </p:cNvPr>
            <p:cNvSpPr/>
            <p:nvPr/>
          </p:nvSpPr>
          <p:spPr>
            <a:xfrm>
              <a:off x="3117138" y="606550"/>
              <a:ext cx="151892" cy="151716"/>
            </a:xfrm>
            <a:custGeom>
              <a:avLst/>
              <a:gdLst>
                <a:gd name="connsiteX0" fmla="*/ 0 w 151892"/>
                <a:gd name="connsiteY0" fmla="*/ 151716 h 151716"/>
                <a:gd name="connsiteX1" fmla="*/ 0 w 151892"/>
                <a:gd name="connsiteY1" fmla="*/ 0 h 151716"/>
                <a:gd name="connsiteX2" fmla="*/ 151893 w 151892"/>
                <a:gd name="connsiteY2" fmla="*/ 0 h 151716"/>
                <a:gd name="connsiteX3" fmla="*/ 151893 w 151892"/>
                <a:gd name="connsiteY3" fmla="*/ 151716 h 151716"/>
                <a:gd name="connsiteX4" fmla="*/ 0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0" y="151716"/>
                  </a:moveTo>
                  <a:lnTo>
                    <a:pt x="0" y="0"/>
                  </a:lnTo>
                  <a:lnTo>
                    <a:pt x="151893" y="0"/>
                  </a:lnTo>
                  <a:lnTo>
                    <a:pt x="151893" y="151716"/>
                  </a:lnTo>
                  <a:lnTo>
                    <a:pt x="0" y="151716"/>
                  </a:ln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/>
            </a:p>
          </p:txBody>
        </p:sp>
        <p:sp>
          <p:nvSpPr>
            <p:cNvPr id="778" name="任意形状 777">
              <a:extLst>
                <a:ext uri="{FF2B5EF4-FFF2-40B4-BE49-F238E27FC236}">
                  <a16:creationId xmlns:a16="http://schemas.microsoft.com/office/drawing/2014/main" id="{89A8BE0B-3AB8-0D41-81B7-AD8D99E12865}"/>
                </a:ext>
              </a:extLst>
            </p:cNvPr>
            <p:cNvSpPr/>
            <p:nvPr/>
          </p:nvSpPr>
          <p:spPr>
            <a:xfrm>
              <a:off x="3117140" y="606548"/>
              <a:ext cx="151892" cy="151716"/>
            </a:xfrm>
            <a:custGeom>
              <a:avLst/>
              <a:gdLst>
                <a:gd name="connsiteX0" fmla="*/ 0 w 151892"/>
                <a:gd name="connsiteY0" fmla="*/ 151716 h 151716"/>
                <a:gd name="connsiteX1" fmla="*/ 0 w 151892"/>
                <a:gd name="connsiteY1" fmla="*/ 0 h 151716"/>
                <a:gd name="connsiteX2" fmla="*/ 151893 w 151892"/>
                <a:gd name="connsiteY2" fmla="*/ 0 h 151716"/>
                <a:gd name="connsiteX3" fmla="*/ 151893 w 151892"/>
                <a:gd name="connsiteY3" fmla="*/ 151716 h 151716"/>
                <a:gd name="connsiteX4" fmla="*/ 0 w 151892"/>
                <a:gd name="connsiteY4" fmla="*/ 151716 h 15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1892" h="151716">
                  <a:moveTo>
                    <a:pt x="0" y="151716"/>
                  </a:moveTo>
                  <a:lnTo>
                    <a:pt x="0" y="0"/>
                  </a:lnTo>
                  <a:lnTo>
                    <a:pt x="151893" y="0"/>
                  </a:lnTo>
                  <a:lnTo>
                    <a:pt x="151893" y="151716"/>
                  </a:lnTo>
                  <a:lnTo>
                    <a:pt x="0" y="151716"/>
                  </a:lnTo>
                  <a:close/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79" name="任意形状 778">
              <a:extLst>
                <a:ext uri="{FF2B5EF4-FFF2-40B4-BE49-F238E27FC236}">
                  <a16:creationId xmlns:a16="http://schemas.microsoft.com/office/drawing/2014/main" id="{8E1A13CE-0BC2-9145-B1FF-178EDBB74217}"/>
                </a:ext>
              </a:extLst>
            </p:cNvPr>
            <p:cNvSpPr/>
            <p:nvPr/>
          </p:nvSpPr>
          <p:spPr>
            <a:xfrm>
              <a:off x="3127318" y="674821"/>
              <a:ext cx="65763" cy="37928"/>
            </a:xfrm>
            <a:custGeom>
              <a:avLst/>
              <a:gdLst>
                <a:gd name="connsiteX0" fmla="*/ 65763 w 65763"/>
                <a:gd name="connsiteY0" fmla="*/ 0 h 37928"/>
                <a:gd name="connsiteX1" fmla="*/ 0 w 65763"/>
                <a:gd name="connsiteY1" fmla="*/ 37929 h 3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763" h="37928">
                  <a:moveTo>
                    <a:pt x="65763" y="0"/>
                  </a:moveTo>
                  <a:cubicBezTo>
                    <a:pt x="38637" y="0"/>
                    <a:pt x="13557" y="14461"/>
                    <a:pt x="0" y="37929"/>
                  </a:cubicBezTo>
                </a:path>
              </a:pathLst>
            </a:custGeom>
            <a:noFill/>
            <a:ln w="252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80" name="任意形状 779">
              <a:extLst>
                <a:ext uri="{FF2B5EF4-FFF2-40B4-BE49-F238E27FC236}">
                  <a16:creationId xmlns:a16="http://schemas.microsoft.com/office/drawing/2014/main" id="{EDE80206-66F3-9443-838C-CA6826F79AD0}"/>
                </a:ext>
              </a:extLst>
            </p:cNvPr>
            <p:cNvSpPr/>
            <p:nvPr/>
          </p:nvSpPr>
          <p:spPr>
            <a:xfrm>
              <a:off x="3193081" y="674821"/>
              <a:ext cx="65775" cy="37928"/>
            </a:xfrm>
            <a:custGeom>
              <a:avLst/>
              <a:gdLst>
                <a:gd name="connsiteX0" fmla="*/ 0 w 65775"/>
                <a:gd name="connsiteY0" fmla="*/ 0 h 37928"/>
                <a:gd name="connsiteX1" fmla="*/ 65776 w 65775"/>
                <a:gd name="connsiteY1" fmla="*/ 37929 h 3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775" h="37928">
                  <a:moveTo>
                    <a:pt x="0" y="0"/>
                  </a:moveTo>
                  <a:cubicBezTo>
                    <a:pt x="27138" y="0"/>
                    <a:pt x="52219" y="14461"/>
                    <a:pt x="65776" y="37929"/>
                  </a:cubicBezTo>
                </a:path>
              </a:pathLst>
            </a:custGeom>
            <a:noFill/>
            <a:ln w="252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81" name="任意形状 780">
              <a:extLst>
                <a:ext uri="{FF2B5EF4-FFF2-40B4-BE49-F238E27FC236}">
                  <a16:creationId xmlns:a16="http://schemas.microsoft.com/office/drawing/2014/main" id="{2CACCCFB-7FBF-224B-9DED-50698F839097}"/>
                </a:ext>
              </a:extLst>
            </p:cNvPr>
            <p:cNvSpPr/>
            <p:nvPr/>
          </p:nvSpPr>
          <p:spPr>
            <a:xfrm>
              <a:off x="3193080" y="646185"/>
              <a:ext cx="18448" cy="104494"/>
            </a:xfrm>
            <a:custGeom>
              <a:avLst/>
              <a:gdLst>
                <a:gd name="connsiteX0" fmla="*/ 0 w 18448"/>
                <a:gd name="connsiteY0" fmla="*/ 104494 h 104494"/>
                <a:gd name="connsiteX1" fmla="*/ 18448 w 18448"/>
                <a:gd name="connsiteY1" fmla="*/ 0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448" h="104494">
                  <a:moveTo>
                    <a:pt x="0" y="104494"/>
                  </a:moveTo>
                  <a:lnTo>
                    <a:pt x="18448" y="0"/>
                  </a:lnTo>
                </a:path>
              </a:pathLst>
            </a:custGeom>
            <a:noFill/>
            <a:ln w="5059" cap="flat">
              <a:solidFill>
                <a:srgbClr val="FF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782" name="任意形状 781">
              <a:extLst>
                <a:ext uri="{FF2B5EF4-FFF2-40B4-BE49-F238E27FC236}">
                  <a16:creationId xmlns:a16="http://schemas.microsoft.com/office/drawing/2014/main" id="{2D6BC4A3-B211-2047-8323-A5826A7268EC}"/>
                </a:ext>
              </a:extLst>
            </p:cNvPr>
            <p:cNvSpPr/>
            <p:nvPr/>
          </p:nvSpPr>
          <p:spPr>
            <a:xfrm>
              <a:off x="3188951" y="621284"/>
              <a:ext cx="39882" cy="43355"/>
            </a:xfrm>
            <a:custGeom>
              <a:avLst/>
              <a:gdLst>
                <a:gd name="connsiteX0" fmla="*/ 26974 w 39882"/>
                <a:gd name="connsiteY0" fmla="*/ 0 h 43355"/>
                <a:gd name="connsiteX1" fmla="*/ 0 w 39882"/>
                <a:gd name="connsiteY1" fmla="*/ 36331 h 43355"/>
                <a:gd name="connsiteX2" fmla="*/ 22577 w 39882"/>
                <a:gd name="connsiteY2" fmla="*/ 24902 h 43355"/>
                <a:gd name="connsiteX3" fmla="*/ 39882 w 39882"/>
                <a:gd name="connsiteY3" fmla="*/ 43355 h 4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882" h="43355">
                  <a:moveTo>
                    <a:pt x="26974" y="0"/>
                  </a:moveTo>
                  <a:lnTo>
                    <a:pt x="0" y="36331"/>
                  </a:lnTo>
                  <a:lnTo>
                    <a:pt x="22577" y="24902"/>
                  </a:lnTo>
                  <a:lnTo>
                    <a:pt x="39882" y="43355"/>
                  </a:lnTo>
                </a:path>
              </a:pathLst>
            </a:custGeom>
            <a:solidFill>
              <a:srgbClr val="FF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783" name="任意形状 782">
            <a:extLst>
              <a:ext uri="{FF2B5EF4-FFF2-40B4-BE49-F238E27FC236}">
                <a16:creationId xmlns:a16="http://schemas.microsoft.com/office/drawing/2014/main" id="{A980DB26-368D-FC4A-BADC-68A344B76EC7}"/>
              </a:ext>
            </a:extLst>
          </p:cNvPr>
          <p:cNvSpPr/>
          <p:nvPr/>
        </p:nvSpPr>
        <p:spPr>
          <a:xfrm>
            <a:off x="2674343" y="4372689"/>
            <a:ext cx="46625" cy="42601"/>
          </a:xfrm>
          <a:custGeom>
            <a:avLst/>
            <a:gdLst>
              <a:gd name="connsiteX0" fmla="*/ 50745 w 89000"/>
              <a:gd name="connsiteY0" fmla="*/ 37349 h 83710"/>
              <a:gd name="connsiteX1" fmla="*/ 68736 w 89000"/>
              <a:gd name="connsiteY1" fmla="*/ 64140 h 83710"/>
              <a:gd name="connsiteX2" fmla="*/ 79828 w 89000"/>
              <a:gd name="connsiteY2" fmla="*/ 78185 h 83710"/>
              <a:gd name="connsiteX3" fmla="*/ 89001 w 89000"/>
              <a:gd name="connsiteY3" fmla="*/ 81426 h 83710"/>
              <a:gd name="connsiteX4" fmla="*/ 89001 w 89000"/>
              <a:gd name="connsiteY4" fmla="*/ 83710 h 83710"/>
              <a:gd name="connsiteX5" fmla="*/ 53032 w 89000"/>
              <a:gd name="connsiteY5" fmla="*/ 83710 h 83710"/>
              <a:gd name="connsiteX6" fmla="*/ 53032 w 89000"/>
              <a:gd name="connsiteY6" fmla="*/ 81426 h 83710"/>
              <a:gd name="connsiteX7" fmla="*/ 58343 w 89000"/>
              <a:gd name="connsiteY7" fmla="*/ 80685 h 83710"/>
              <a:gd name="connsiteX8" fmla="*/ 60478 w 89000"/>
              <a:gd name="connsiteY8" fmla="*/ 78987 h 83710"/>
              <a:gd name="connsiteX9" fmla="*/ 61316 w 89000"/>
              <a:gd name="connsiteY9" fmla="*/ 76672 h 83710"/>
              <a:gd name="connsiteX10" fmla="*/ 60757 w 89000"/>
              <a:gd name="connsiteY10" fmla="*/ 73832 h 83710"/>
              <a:gd name="connsiteX11" fmla="*/ 57365 w 89000"/>
              <a:gd name="connsiteY11" fmla="*/ 68399 h 83710"/>
              <a:gd name="connsiteX12" fmla="*/ 43148 w 89000"/>
              <a:gd name="connsiteY12" fmla="*/ 46917 h 83710"/>
              <a:gd name="connsiteX13" fmla="*/ 25589 w 89000"/>
              <a:gd name="connsiteY13" fmla="*/ 69388 h 83710"/>
              <a:gd name="connsiteX14" fmla="*/ 22247 w 89000"/>
              <a:gd name="connsiteY14" fmla="*/ 74172 h 83710"/>
              <a:gd name="connsiteX15" fmla="*/ 21701 w 89000"/>
              <a:gd name="connsiteY15" fmla="*/ 76672 h 83710"/>
              <a:gd name="connsiteX16" fmla="*/ 23365 w 89000"/>
              <a:gd name="connsiteY16" fmla="*/ 79944 h 83710"/>
              <a:gd name="connsiteX17" fmla="*/ 29731 w 89000"/>
              <a:gd name="connsiteY17" fmla="*/ 81426 h 83710"/>
              <a:gd name="connsiteX18" fmla="*/ 29731 w 89000"/>
              <a:gd name="connsiteY18" fmla="*/ 83710 h 83710"/>
              <a:gd name="connsiteX19" fmla="*/ 0 w 89000"/>
              <a:gd name="connsiteY19" fmla="*/ 83710 h 83710"/>
              <a:gd name="connsiteX20" fmla="*/ 0 w 89000"/>
              <a:gd name="connsiteY20" fmla="*/ 81426 h 83710"/>
              <a:gd name="connsiteX21" fmla="*/ 5438 w 89000"/>
              <a:gd name="connsiteY21" fmla="*/ 80129 h 83710"/>
              <a:gd name="connsiteX22" fmla="*/ 12731 w 89000"/>
              <a:gd name="connsiteY22" fmla="*/ 75808 h 83710"/>
              <a:gd name="connsiteX23" fmla="*/ 20646 w 89000"/>
              <a:gd name="connsiteY23" fmla="*/ 67474 h 83710"/>
              <a:gd name="connsiteX24" fmla="*/ 40428 w 89000"/>
              <a:gd name="connsiteY24" fmla="*/ 42534 h 83710"/>
              <a:gd name="connsiteX25" fmla="*/ 23924 w 89000"/>
              <a:gd name="connsiteY25" fmla="*/ 18397 h 83710"/>
              <a:gd name="connsiteX26" fmla="*/ 12489 w 89000"/>
              <a:gd name="connsiteY26" fmla="*/ 5525 h 83710"/>
              <a:gd name="connsiteX27" fmla="*/ 1677 w 89000"/>
              <a:gd name="connsiteY27" fmla="*/ 2284 h 83710"/>
              <a:gd name="connsiteX28" fmla="*/ 1677 w 89000"/>
              <a:gd name="connsiteY28" fmla="*/ 0 h 83710"/>
              <a:gd name="connsiteX29" fmla="*/ 40428 w 89000"/>
              <a:gd name="connsiteY29" fmla="*/ 0 h 83710"/>
              <a:gd name="connsiteX30" fmla="*/ 40428 w 89000"/>
              <a:gd name="connsiteY30" fmla="*/ 2284 h 83710"/>
              <a:gd name="connsiteX31" fmla="*/ 33657 w 89000"/>
              <a:gd name="connsiteY31" fmla="*/ 3890 h 83710"/>
              <a:gd name="connsiteX32" fmla="*/ 31827 w 89000"/>
              <a:gd name="connsiteY32" fmla="*/ 7038 h 83710"/>
              <a:gd name="connsiteX33" fmla="*/ 34800 w 89000"/>
              <a:gd name="connsiteY33" fmla="*/ 13706 h 83710"/>
              <a:gd name="connsiteX34" fmla="*/ 47658 w 89000"/>
              <a:gd name="connsiteY34" fmla="*/ 32903 h 83710"/>
              <a:gd name="connsiteX35" fmla="*/ 62548 w 89000"/>
              <a:gd name="connsiteY35" fmla="*/ 14075 h 83710"/>
              <a:gd name="connsiteX36" fmla="*/ 65738 w 89000"/>
              <a:gd name="connsiteY36" fmla="*/ 9508 h 83710"/>
              <a:gd name="connsiteX37" fmla="*/ 66322 w 89000"/>
              <a:gd name="connsiteY37" fmla="*/ 6976 h 83710"/>
              <a:gd name="connsiteX38" fmla="*/ 65585 w 89000"/>
              <a:gd name="connsiteY38" fmla="*/ 4692 h 83710"/>
              <a:gd name="connsiteX39" fmla="*/ 63235 w 89000"/>
              <a:gd name="connsiteY39" fmla="*/ 2871 h 83710"/>
              <a:gd name="connsiteX40" fmla="*/ 57365 w 89000"/>
              <a:gd name="connsiteY40" fmla="*/ 2284 h 83710"/>
              <a:gd name="connsiteX41" fmla="*/ 57365 w 89000"/>
              <a:gd name="connsiteY41" fmla="*/ 0 h 83710"/>
              <a:gd name="connsiteX42" fmla="*/ 87082 w 89000"/>
              <a:gd name="connsiteY42" fmla="*/ 0 h 83710"/>
              <a:gd name="connsiteX43" fmla="*/ 87082 w 89000"/>
              <a:gd name="connsiteY43" fmla="*/ 2284 h 83710"/>
              <a:gd name="connsiteX44" fmla="*/ 81340 w 89000"/>
              <a:gd name="connsiteY44" fmla="*/ 3396 h 83710"/>
              <a:gd name="connsiteX45" fmla="*/ 75216 w 89000"/>
              <a:gd name="connsiteY45" fmla="*/ 7223 h 83710"/>
              <a:gd name="connsiteX46" fmla="*/ 67377 w 89000"/>
              <a:gd name="connsiteY46" fmla="*/ 16113 h 83710"/>
              <a:gd name="connsiteX47" fmla="*/ 50745 w 89000"/>
              <a:gd name="connsiteY47" fmla="*/ 37349 h 83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89000" h="83710">
                <a:moveTo>
                  <a:pt x="50745" y="37349"/>
                </a:moveTo>
                <a:lnTo>
                  <a:pt x="68736" y="64140"/>
                </a:lnTo>
                <a:cubicBezTo>
                  <a:pt x="73716" y="71548"/>
                  <a:pt x="77414" y="76229"/>
                  <a:pt x="79828" y="78185"/>
                </a:cubicBezTo>
                <a:cubicBezTo>
                  <a:pt x="82242" y="80139"/>
                  <a:pt x="85291" y="81219"/>
                  <a:pt x="89001" y="81426"/>
                </a:cubicBezTo>
                <a:lnTo>
                  <a:pt x="89001" y="83710"/>
                </a:lnTo>
                <a:lnTo>
                  <a:pt x="53032" y="83710"/>
                </a:lnTo>
                <a:lnTo>
                  <a:pt x="53032" y="81426"/>
                </a:lnTo>
                <a:cubicBezTo>
                  <a:pt x="55421" y="81384"/>
                  <a:pt x="57200" y="81138"/>
                  <a:pt x="58343" y="80685"/>
                </a:cubicBezTo>
                <a:cubicBezTo>
                  <a:pt x="59207" y="80314"/>
                  <a:pt x="59918" y="79748"/>
                  <a:pt x="60478" y="78987"/>
                </a:cubicBezTo>
                <a:cubicBezTo>
                  <a:pt x="61037" y="78225"/>
                  <a:pt x="61316" y="77454"/>
                  <a:pt x="61316" y="76672"/>
                </a:cubicBezTo>
                <a:cubicBezTo>
                  <a:pt x="61316" y="75725"/>
                  <a:pt x="61125" y="74779"/>
                  <a:pt x="60757" y="73832"/>
                </a:cubicBezTo>
                <a:cubicBezTo>
                  <a:pt x="60465" y="73133"/>
                  <a:pt x="59334" y="71322"/>
                  <a:pt x="57365" y="68399"/>
                </a:cubicBezTo>
                <a:lnTo>
                  <a:pt x="43148" y="46917"/>
                </a:lnTo>
                <a:lnTo>
                  <a:pt x="25589" y="69388"/>
                </a:lnTo>
                <a:cubicBezTo>
                  <a:pt x="23734" y="71775"/>
                  <a:pt x="22628" y="73369"/>
                  <a:pt x="22247" y="74172"/>
                </a:cubicBezTo>
                <a:cubicBezTo>
                  <a:pt x="21879" y="74974"/>
                  <a:pt x="21701" y="75808"/>
                  <a:pt x="21701" y="76672"/>
                </a:cubicBezTo>
                <a:cubicBezTo>
                  <a:pt x="21701" y="77989"/>
                  <a:pt x="22247" y="79079"/>
                  <a:pt x="23365" y="79944"/>
                </a:cubicBezTo>
                <a:cubicBezTo>
                  <a:pt x="24483" y="80808"/>
                  <a:pt x="26605" y="81302"/>
                  <a:pt x="29731" y="81426"/>
                </a:cubicBezTo>
                <a:lnTo>
                  <a:pt x="29731" y="83710"/>
                </a:lnTo>
                <a:lnTo>
                  <a:pt x="0" y="83710"/>
                </a:lnTo>
                <a:lnTo>
                  <a:pt x="0" y="81426"/>
                </a:lnTo>
                <a:cubicBezTo>
                  <a:pt x="2109" y="81219"/>
                  <a:pt x="3913" y="80788"/>
                  <a:pt x="5438" y="80129"/>
                </a:cubicBezTo>
                <a:cubicBezTo>
                  <a:pt x="7992" y="79059"/>
                  <a:pt x="10431" y="77619"/>
                  <a:pt x="12731" y="75808"/>
                </a:cubicBezTo>
                <a:cubicBezTo>
                  <a:pt x="15043" y="73997"/>
                  <a:pt x="17673" y="71219"/>
                  <a:pt x="20646" y="67474"/>
                </a:cubicBezTo>
                <a:lnTo>
                  <a:pt x="40428" y="42534"/>
                </a:lnTo>
                <a:lnTo>
                  <a:pt x="23924" y="18397"/>
                </a:lnTo>
                <a:cubicBezTo>
                  <a:pt x="19427" y="11853"/>
                  <a:pt x="15615" y="7562"/>
                  <a:pt x="12489" y="5525"/>
                </a:cubicBezTo>
                <a:cubicBezTo>
                  <a:pt x="9351" y="3489"/>
                  <a:pt x="5756" y="2407"/>
                  <a:pt x="1677" y="2284"/>
                </a:cubicBezTo>
                <a:lnTo>
                  <a:pt x="1677" y="0"/>
                </a:lnTo>
                <a:lnTo>
                  <a:pt x="40428" y="0"/>
                </a:lnTo>
                <a:lnTo>
                  <a:pt x="40428" y="2284"/>
                </a:lnTo>
                <a:cubicBezTo>
                  <a:pt x="37125" y="2407"/>
                  <a:pt x="34876" y="2943"/>
                  <a:pt x="33657" y="3890"/>
                </a:cubicBezTo>
                <a:cubicBezTo>
                  <a:pt x="32437" y="4836"/>
                  <a:pt x="31827" y="5886"/>
                  <a:pt x="31827" y="7038"/>
                </a:cubicBezTo>
                <a:cubicBezTo>
                  <a:pt x="31827" y="8561"/>
                  <a:pt x="32818" y="10783"/>
                  <a:pt x="34800" y="13706"/>
                </a:cubicBezTo>
                <a:lnTo>
                  <a:pt x="47658" y="32903"/>
                </a:lnTo>
                <a:lnTo>
                  <a:pt x="62548" y="14075"/>
                </a:lnTo>
                <a:cubicBezTo>
                  <a:pt x="64277" y="11853"/>
                  <a:pt x="65344" y="10330"/>
                  <a:pt x="65738" y="9508"/>
                </a:cubicBezTo>
                <a:cubicBezTo>
                  <a:pt x="66119" y="8684"/>
                  <a:pt x="66322" y="7840"/>
                  <a:pt x="66322" y="6976"/>
                </a:cubicBezTo>
                <a:cubicBezTo>
                  <a:pt x="66322" y="6112"/>
                  <a:pt x="66068" y="5350"/>
                  <a:pt x="65585" y="4692"/>
                </a:cubicBezTo>
                <a:cubicBezTo>
                  <a:pt x="64962" y="3827"/>
                  <a:pt x="64175" y="3221"/>
                  <a:pt x="63235" y="2871"/>
                </a:cubicBezTo>
                <a:cubicBezTo>
                  <a:pt x="62282" y="2522"/>
                  <a:pt x="60325" y="2326"/>
                  <a:pt x="57365" y="2284"/>
                </a:cubicBezTo>
                <a:lnTo>
                  <a:pt x="57365" y="0"/>
                </a:lnTo>
                <a:lnTo>
                  <a:pt x="87082" y="0"/>
                </a:lnTo>
                <a:lnTo>
                  <a:pt x="87082" y="2284"/>
                </a:lnTo>
                <a:cubicBezTo>
                  <a:pt x="84745" y="2407"/>
                  <a:pt x="82826" y="2778"/>
                  <a:pt x="81340" y="3396"/>
                </a:cubicBezTo>
                <a:cubicBezTo>
                  <a:pt x="79116" y="4343"/>
                  <a:pt x="77071" y="5618"/>
                  <a:pt x="75216" y="7223"/>
                </a:cubicBezTo>
                <a:cubicBezTo>
                  <a:pt x="73361" y="8829"/>
                  <a:pt x="70756" y="11791"/>
                  <a:pt x="67377" y="16113"/>
                </a:cubicBezTo>
                <a:lnTo>
                  <a:pt x="50745" y="37349"/>
                </a:lnTo>
                <a:close/>
              </a:path>
            </a:pathLst>
          </a:custGeom>
          <a:solidFill>
            <a:schemeClr val="tx1"/>
          </a:solidFill>
          <a:ln w="12695" cap="rnd">
            <a:noFill/>
            <a:prstDash val="solid"/>
            <a:round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/>
          </a:p>
        </p:txBody>
      </p:sp>
      <p:sp>
        <p:nvSpPr>
          <p:cNvPr id="784" name="任意形状 783">
            <a:extLst>
              <a:ext uri="{FF2B5EF4-FFF2-40B4-BE49-F238E27FC236}">
                <a16:creationId xmlns:a16="http://schemas.microsoft.com/office/drawing/2014/main" id="{C5DC5BBF-4BEF-8C4C-A04F-A8DF81C46981}"/>
              </a:ext>
            </a:extLst>
          </p:cNvPr>
          <p:cNvSpPr/>
          <p:nvPr/>
        </p:nvSpPr>
        <p:spPr>
          <a:xfrm rot="10800000">
            <a:off x="1072626" y="3983603"/>
            <a:ext cx="114823" cy="194461"/>
          </a:xfrm>
          <a:custGeom>
            <a:avLst/>
            <a:gdLst>
              <a:gd name="connsiteX0" fmla="*/ 48102 w 288604"/>
              <a:gd name="connsiteY0" fmla="*/ 0 h 1522618"/>
              <a:gd name="connsiteX1" fmla="*/ 240502 w 288604"/>
              <a:gd name="connsiteY1" fmla="*/ 0 h 1522618"/>
              <a:gd name="connsiteX2" fmla="*/ 288604 w 288604"/>
              <a:gd name="connsiteY2" fmla="*/ 48102 h 1522618"/>
              <a:gd name="connsiteX3" fmla="*/ 288604 w 288604"/>
              <a:gd name="connsiteY3" fmla="*/ 59305 h 1522618"/>
              <a:gd name="connsiteX4" fmla="*/ 278309 w 288604"/>
              <a:gd name="connsiteY4" fmla="*/ 111963 h 1522618"/>
              <a:gd name="connsiteX5" fmla="*/ 240461 w 288604"/>
              <a:gd name="connsiteY5" fmla="*/ 782765 h 1522618"/>
              <a:gd name="connsiteX6" fmla="*/ 278309 w 288604"/>
              <a:gd name="connsiteY6" fmla="*/ 1453567 h 1522618"/>
              <a:gd name="connsiteX7" fmla="*/ 285455 w 288604"/>
              <a:gd name="connsiteY7" fmla="*/ 1490116 h 1522618"/>
              <a:gd name="connsiteX8" fmla="*/ 284824 w 288604"/>
              <a:gd name="connsiteY8" fmla="*/ 1493239 h 1522618"/>
              <a:gd name="connsiteX9" fmla="*/ 240502 w 288604"/>
              <a:gd name="connsiteY9" fmla="*/ 1522618 h 1522618"/>
              <a:gd name="connsiteX10" fmla="*/ 48102 w 288604"/>
              <a:gd name="connsiteY10" fmla="*/ 1522618 h 1522618"/>
              <a:gd name="connsiteX11" fmla="*/ 3780 w 288604"/>
              <a:gd name="connsiteY11" fmla="*/ 1493239 h 1522618"/>
              <a:gd name="connsiteX12" fmla="*/ 3742 w 288604"/>
              <a:gd name="connsiteY12" fmla="*/ 1493051 h 1522618"/>
              <a:gd name="connsiteX13" fmla="*/ 10295 w 288604"/>
              <a:gd name="connsiteY13" fmla="*/ 1459533 h 1522618"/>
              <a:gd name="connsiteX14" fmla="*/ 48143 w 288604"/>
              <a:gd name="connsiteY14" fmla="*/ 788731 h 1522618"/>
              <a:gd name="connsiteX15" fmla="*/ 10295 w 288604"/>
              <a:gd name="connsiteY15" fmla="*/ 117929 h 1522618"/>
              <a:gd name="connsiteX16" fmla="*/ 0 w 288604"/>
              <a:gd name="connsiteY16" fmla="*/ 65271 h 1522618"/>
              <a:gd name="connsiteX17" fmla="*/ 0 w 288604"/>
              <a:gd name="connsiteY17" fmla="*/ 48102 h 1522618"/>
              <a:gd name="connsiteX18" fmla="*/ 48102 w 288604"/>
              <a:gd name="connsiteY18" fmla="*/ 0 h 15226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288604" h="1522618">
                <a:moveTo>
                  <a:pt x="48102" y="0"/>
                </a:moveTo>
                <a:lnTo>
                  <a:pt x="240502" y="0"/>
                </a:lnTo>
                <a:cubicBezTo>
                  <a:pt x="267068" y="0"/>
                  <a:pt x="288604" y="21536"/>
                  <a:pt x="288604" y="48102"/>
                </a:cubicBezTo>
                <a:lnTo>
                  <a:pt x="288604" y="59305"/>
                </a:lnTo>
                <a:lnTo>
                  <a:pt x="278309" y="111963"/>
                </a:lnTo>
                <a:cubicBezTo>
                  <a:pt x="255475" y="257339"/>
                  <a:pt x="240461" y="503530"/>
                  <a:pt x="240461" y="782765"/>
                </a:cubicBezTo>
                <a:cubicBezTo>
                  <a:pt x="240461" y="1062000"/>
                  <a:pt x="255475" y="1308191"/>
                  <a:pt x="278309" y="1453567"/>
                </a:cubicBezTo>
                <a:lnTo>
                  <a:pt x="285455" y="1490116"/>
                </a:lnTo>
                <a:lnTo>
                  <a:pt x="284824" y="1493239"/>
                </a:lnTo>
                <a:cubicBezTo>
                  <a:pt x="277522" y="1510504"/>
                  <a:pt x="260427" y="1522618"/>
                  <a:pt x="240502" y="1522618"/>
                </a:cubicBezTo>
                <a:lnTo>
                  <a:pt x="48102" y="1522618"/>
                </a:lnTo>
                <a:cubicBezTo>
                  <a:pt x="28178" y="1522618"/>
                  <a:pt x="11083" y="1510504"/>
                  <a:pt x="3780" y="1493239"/>
                </a:cubicBezTo>
                <a:lnTo>
                  <a:pt x="3742" y="1493051"/>
                </a:lnTo>
                <a:lnTo>
                  <a:pt x="10295" y="1459533"/>
                </a:lnTo>
                <a:cubicBezTo>
                  <a:pt x="33130" y="1314157"/>
                  <a:pt x="48143" y="1067966"/>
                  <a:pt x="48143" y="788731"/>
                </a:cubicBezTo>
                <a:cubicBezTo>
                  <a:pt x="48143" y="509496"/>
                  <a:pt x="33130" y="263305"/>
                  <a:pt x="10295" y="117929"/>
                </a:cubicBezTo>
                <a:lnTo>
                  <a:pt x="0" y="65271"/>
                </a:lnTo>
                <a:lnTo>
                  <a:pt x="0" y="48102"/>
                </a:lnTo>
                <a:cubicBezTo>
                  <a:pt x="0" y="21536"/>
                  <a:pt x="21536" y="0"/>
                  <a:pt x="48102" y="0"/>
                </a:cubicBezTo>
                <a:close/>
              </a:path>
            </a:pathLst>
          </a:custGeom>
          <a:solidFill>
            <a:schemeClr val="accent2">
              <a:lumMod val="75000"/>
              <a:alpha val="24624"/>
            </a:schemeClr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/>
          </a:p>
        </p:txBody>
      </p:sp>
      <p:sp>
        <p:nvSpPr>
          <p:cNvPr id="785" name="椭圆 784">
            <a:extLst>
              <a:ext uri="{FF2B5EF4-FFF2-40B4-BE49-F238E27FC236}">
                <a16:creationId xmlns:a16="http://schemas.microsoft.com/office/drawing/2014/main" id="{27FA3741-201A-C349-91BA-95C938138C25}"/>
              </a:ext>
            </a:extLst>
          </p:cNvPr>
          <p:cNvSpPr/>
          <p:nvPr/>
        </p:nvSpPr>
        <p:spPr>
          <a:xfrm>
            <a:off x="1093039" y="3805576"/>
            <a:ext cx="73174" cy="6627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786" name="椭圆 785">
            <a:extLst>
              <a:ext uri="{FF2B5EF4-FFF2-40B4-BE49-F238E27FC236}">
                <a16:creationId xmlns:a16="http://schemas.microsoft.com/office/drawing/2014/main" id="{49160DE4-7A64-9445-B8CC-E96E47BD4612}"/>
              </a:ext>
            </a:extLst>
          </p:cNvPr>
          <p:cNvSpPr/>
          <p:nvPr/>
        </p:nvSpPr>
        <p:spPr>
          <a:xfrm>
            <a:off x="1093039" y="3903876"/>
            <a:ext cx="73174" cy="6627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7" name="椭圆 786">
            <a:extLst>
              <a:ext uri="{FF2B5EF4-FFF2-40B4-BE49-F238E27FC236}">
                <a16:creationId xmlns:a16="http://schemas.microsoft.com/office/drawing/2014/main" id="{8C8984C0-25F4-5641-82A1-723293507CD8}"/>
              </a:ext>
            </a:extLst>
          </p:cNvPr>
          <p:cNvSpPr/>
          <p:nvPr/>
        </p:nvSpPr>
        <p:spPr>
          <a:xfrm>
            <a:off x="1093039" y="4002177"/>
            <a:ext cx="73174" cy="662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8" name="椭圆 787">
            <a:extLst>
              <a:ext uri="{FF2B5EF4-FFF2-40B4-BE49-F238E27FC236}">
                <a16:creationId xmlns:a16="http://schemas.microsoft.com/office/drawing/2014/main" id="{F61167E4-629C-2848-AD2D-21EDF247319B}"/>
              </a:ext>
            </a:extLst>
          </p:cNvPr>
          <p:cNvSpPr/>
          <p:nvPr/>
        </p:nvSpPr>
        <p:spPr>
          <a:xfrm>
            <a:off x="1092073" y="4091561"/>
            <a:ext cx="73174" cy="662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9" name="椭圆 788">
            <a:extLst>
              <a:ext uri="{FF2B5EF4-FFF2-40B4-BE49-F238E27FC236}">
                <a16:creationId xmlns:a16="http://schemas.microsoft.com/office/drawing/2014/main" id="{3862BC1B-41DE-0E4E-9FEF-A6FEE3B83A53}"/>
              </a:ext>
            </a:extLst>
          </p:cNvPr>
          <p:cNvSpPr/>
          <p:nvPr/>
        </p:nvSpPr>
        <p:spPr>
          <a:xfrm>
            <a:off x="1092073" y="4189861"/>
            <a:ext cx="73174" cy="6627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0" name="椭圆 789">
            <a:extLst>
              <a:ext uri="{FF2B5EF4-FFF2-40B4-BE49-F238E27FC236}">
                <a16:creationId xmlns:a16="http://schemas.microsoft.com/office/drawing/2014/main" id="{1159D349-1CF5-2641-9F3E-486BC63A2624}"/>
              </a:ext>
            </a:extLst>
          </p:cNvPr>
          <p:cNvSpPr/>
          <p:nvPr/>
        </p:nvSpPr>
        <p:spPr>
          <a:xfrm>
            <a:off x="1092073" y="4288161"/>
            <a:ext cx="73174" cy="6627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1" name="文本框 790">
            <a:extLst>
              <a:ext uri="{FF2B5EF4-FFF2-40B4-BE49-F238E27FC236}">
                <a16:creationId xmlns:a16="http://schemas.microsoft.com/office/drawing/2014/main" id="{DEAAAE48-33C5-BD4B-88EA-28820139B5FA}"/>
              </a:ext>
            </a:extLst>
          </p:cNvPr>
          <p:cNvSpPr txBox="1"/>
          <p:nvPr/>
        </p:nvSpPr>
        <p:spPr>
          <a:xfrm>
            <a:off x="2282548" y="3719310"/>
            <a:ext cx="2515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2" name="文本框 791">
            <a:extLst>
              <a:ext uri="{FF2B5EF4-FFF2-40B4-BE49-F238E27FC236}">
                <a16:creationId xmlns:a16="http://schemas.microsoft.com/office/drawing/2014/main" id="{C14A6BA2-8158-BF47-A519-527944909488}"/>
              </a:ext>
            </a:extLst>
          </p:cNvPr>
          <p:cNvSpPr txBox="1"/>
          <p:nvPr/>
        </p:nvSpPr>
        <p:spPr>
          <a:xfrm>
            <a:off x="2408336" y="3719216"/>
            <a:ext cx="2515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3" name="文本框 792">
            <a:extLst>
              <a:ext uri="{FF2B5EF4-FFF2-40B4-BE49-F238E27FC236}">
                <a16:creationId xmlns:a16="http://schemas.microsoft.com/office/drawing/2014/main" id="{408E3DC7-E98B-7F45-9544-9E6538E61C51}"/>
              </a:ext>
            </a:extLst>
          </p:cNvPr>
          <p:cNvSpPr txBox="1"/>
          <p:nvPr/>
        </p:nvSpPr>
        <p:spPr>
          <a:xfrm>
            <a:off x="2500411" y="3719216"/>
            <a:ext cx="2515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4" name="文本框 793">
            <a:extLst>
              <a:ext uri="{FF2B5EF4-FFF2-40B4-BE49-F238E27FC236}">
                <a16:creationId xmlns:a16="http://schemas.microsoft.com/office/drawing/2014/main" id="{13531581-80F4-6E43-BEC3-275477885D54}"/>
              </a:ext>
            </a:extLst>
          </p:cNvPr>
          <p:cNvSpPr txBox="1"/>
          <p:nvPr/>
        </p:nvSpPr>
        <p:spPr>
          <a:xfrm>
            <a:off x="2594362" y="3719216"/>
            <a:ext cx="2515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5" name="文本框 794">
            <a:extLst>
              <a:ext uri="{FF2B5EF4-FFF2-40B4-BE49-F238E27FC236}">
                <a16:creationId xmlns:a16="http://schemas.microsoft.com/office/drawing/2014/main" id="{BA9C6159-E5AB-F94A-9567-8F0CB840572F}"/>
              </a:ext>
            </a:extLst>
          </p:cNvPr>
          <p:cNvSpPr txBox="1"/>
          <p:nvPr/>
        </p:nvSpPr>
        <p:spPr>
          <a:xfrm>
            <a:off x="2674955" y="3719216"/>
            <a:ext cx="2515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6" name="文本框 795">
            <a:extLst>
              <a:ext uri="{FF2B5EF4-FFF2-40B4-BE49-F238E27FC236}">
                <a16:creationId xmlns:a16="http://schemas.microsoft.com/office/drawing/2014/main" id="{DEAC8947-59FD-834F-A6D3-6A2CAC0AEE19}"/>
              </a:ext>
            </a:extLst>
          </p:cNvPr>
          <p:cNvSpPr txBox="1"/>
          <p:nvPr/>
        </p:nvSpPr>
        <p:spPr>
          <a:xfrm>
            <a:off x="2761465" y="3719216"/>
            <a:ext cx="2515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7" name="文本框 796">
            <a:extLst>
              <a:ext uri="{FF2B5EF4-FFF2-40B4-BE49-F238E27FC236}">
                <a16:creationId xmlns:a16="http://schemas.microsoft.com/office/drawing/2014/main" id="{9F0C7FBB-9DE0-6348-8D1A-62CCEF806278}"/>
              </a:ext>
            </a:extLst>
          </p:cNvPr>
          <p:cNvSpPr txBox="1"/>
          <p:nvPr/>
        </p:nvSpPr>
        <p:spPr>
          <a:xfrm>
            <a:off x="2839447" y="3719216"/>
            <a:ext cx="2515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" name="文本框 797">
            <a:extLst>
              <a:ext uri="{FF2B5EF4-FFF2-40B4-BE49-F238E27FC236}">
                <a16:creationId xmlns:a16="http://schemas.microsoft.com/office/drawing/2014/main" id="{E2683C39-8210-5A4B-82C6-41B1B815821C}"/>
              </a:ext>
            </a:extLst>
          </p:cNvPr>
          <p:cNvSpPr txBox="1"/>
          <p:nvPr/>
        </p:nvSpPr>
        <p:spPr>
          <a:xfrm>
            <a:off x="2916000" y="3719216"/>
            <a:ext cx="2515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9" name="文本框 798">
            <a:extLst>
              <a:ext uri="{FF2B5EF4-FFF2-40B4-BE49-F238E27FC236}">
                <a16:creationId xmlns:a16="http://schemas.microsoft.com/office/drawing/2014/main" id="{D06997A1-F0F4-4440-A5E8-A1AA3675C61D}"/>
              </a:ext>
            </a:extLst>
          </p:cNvPr>
          <p:cNvSpPr txBox="1"/>
          <p:nvPr/>
        </p:nvSpPr>
        <p:spPr>
          <a:xfrm>
            <a:off x="2998800" y="3719216"/>
            <a:ext cx="2515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0" name="文本框 799">
            <a:extLst>
              <a:ext uri="{FF2B5EF4-FFF2-40B4-BE49-F238E27FC236}">
                <a16:creationId xmlns:a16="http://schemas.microsoft.com/office/drawing/2014/main" id="{3BCD2A5E-AE0D-0745-8B4C-5A813164AD5A}"/>
              </a:ext>
            </a:extLst>
          </p:cNvPr>
          <p:cNvSpPr txBox="1"/>
          <p:nvPr/>
        </p:nvSpPr>
        <p:spPr>
          <a:xfrm>
            <a:off x="3078000" y="3719216"/>
            <a:ext cx="25157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1" name="文本框 800">
            <a:extLst>
              <a:ext uri="{FF2B5EF4-FFF2-40B4-BE49-F238E27FC236}">
                <a16:creationId xmlns:a16="http://schemas.microsoft.com/office/drawing/2014/main" id="{FC553924-BFCF-1042-8DB9-3B3EA6B50CF3}"/>
              </a:ext>
            </a:extLst>
          </p:cNvPr>
          <p:cNvSpPr txBox="1"/>
          <p:nvPr/>
        </p:nvSpPr>
        <p:spPr>
          <a:xfrm>
            <a:off x="3153100" y="3719216"/>
            <a:ext cx="29942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2" name="文本框 801">
            <a:extLst>
              <a:ext uri="{FF2B5EF4-FFF2-40B4-BE49-F238E27FC236}">
                <a16:creationId xmlns:a16="http://schemas.microsoft.com/office/drawing/2014/main" id="{5130B18B-870D-834A-877B-A43232030964}"/>
              </a:ext>
            </a:extLst>
          </p:cNvPr>
          <p:cNvSpPr txBox="1"/>
          <p:nvPr/>
        </p:nvSpPr>
        <p:spPr>
          <a:xfrm>
            <a:off x="3235305" y="3719216"/>
            <a:ext cx="2615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3" name="圆角矩形 802">
            <a:extLst>
              <a:ext uri="{FF2B5EF4-FFF2-40B4-BE49-F238E27FC236}">
                <a16:creationId xmlns:a16="http://schemas.microsoft.com/office/drawing/2014/main" id="{CACBA5C2-6506-CC41-A69D-35BC89219AF4}"/>
              </a:ext>
            </a:extLst>
          </p:cNvPr>
          <p:cNvSpPr/>
          <p:nvPr/>
        </p:nvSpPr>
        <p:spPr>
          <a:xfrm>
            <a:off x="3534467" y="3685071"/>
            <a:ext cx="358308" cy="914400"/>
          </a:xfrm>
          <a:prstGeom prst="roundRect">
            <a:avLst/>
          </a:prstGeom>
          <a:noFill/>
          <a:ln w="63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804" name="直线箭头连接符 803">
            <a:extLst>
              <a:ext uri="{FF2B5EF4-FFF2-40B4-BE49-F238E27FC236}">
                <a16:creationId xmlns:a16="http://schemas.microsoft.com/office/drawing/2014/main" id="{A27D0142-1069-DF4F-A1DC-CC5D3B6E67E0}"/>
              </a:ext>
            </a:extLst>
          </p:cNvPr>
          <p:cNvCxnSpPr>
            <a:cxnSpLocks/>
            <a:endCxn id="803" idx="2"/>
          </p:cNvCxnSpPr>
          <p:nvPr/>
        </p:nvCxnSpPr>
        <p:spPr>
          <a:xfrm flipV="1">
            <a:off x="3713621" y="4599471"/>
            <a:ext cx="0" cy="178177"/>
          </a:xfrm>
          <a:prstGeom prst="straightConnector1">
            <a:avLst/>
          </a:prstGeom>
          <a:ln>
            <a:solidFill>
              <a:schemeClr val="accent5"/>
            </a:solidFill>
            <a:prstDash val="sysDash"/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5" name="圆角矩形 804">
            <a:extLst>
              <a:ext uri="{FF2B5EF4-FFF2-40B4-BE49-F238E27FC236}">
                <a16:creationId xmlns:a16="http://schemas.microsoft.com/office/drawing/2014/main" id="{5E2F6905-95E9-BD49-803F-BF154FF6FCF9}"/>
              </a:ext>
            </a:extLst>
          </p:cNvPr>
          <p:cNvSpPr/>
          <p:nvPr/>
        </p:nvSpPr>
        <p:spPr>
          <a:xfrm rot="5400000">
            <a:off x="2834065" y="3936658"/>
            <a:ext cx="160797" cy="1164828"/>
          </a:xfrm>
          <a:prstGeom prst="roundRect">
            <a:avLst/>
          </a:prstGeom>
          <a:noFill/>
          <a:ln w="63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6" name="文本框 805">
            <a:extLst>
              <a:ext uri="{FF2B5EF4-FFF2-40B4-BE49-F238E27FC236}">
                <a16:creationId xmlns:a16="http://schemas.microsoft.com/office/drawing/2014/main" id="{4DAE5B77-7CE0-5142-A650-0425DF56553D}"/>
              </a:ext>
            </a:extLst>
          </p:cNvPr>
          <p:cNvSpPr txBox="1"/>
          <p:nvPr/>
        </p:nvSpPr>
        <p:spPr>
          <a:xfrm>
            <a:off x="2311400" y="4413250"/>
            <a:ext cx="31461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7" name="文本框 806">
            <a:extLst>
              <a:ext uri="{FF2B5EF4-FFF2-40B4-BE49-F238E27FC236}">
                <a16:creationId xmlns:a16="http://schemas.microsoft.com/office/drawing/2014/main" id="{D7348F11-A58C-B94B-9F1B-161861560794}"/>
              </a:ext>
            </a:extLst>
          </p:cNvPr>
          <p:cNvSpPr txBox="1"/>
          <p:nvPr/>
        </p:nvSpPr>
        <p:spPr>
          <a:xfrm>
            <a:off x="2508263" y="4413250"/>
            <a:ext cx="381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8" name="文本框 807">
            <a:extLst>
              <a:ext uri="{FF2B5EF4-FFF2-40B4-BE49-F238E27FC236}">
                <a16:creationId xmlns:a16="http://schemas.microsoft.com/office/drawing/2014/main" id="{EAB4194B-5240-EE47-B749-C4BD0A99F685}"/>
              </a:ext>
            </a:extLst>
          </p:cNvPr>
          <p:cNvSpPr txBox="1"/>
          <p:nvPr/>
        </p:nvSpPr>
        <p:spPr>
          <a:xfrm>
            <a:off x="2797344" y="4413250"/>
            <a:ext cx="3810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9" name="文本框 808">
            <a:extLst>
              <a:ext uri="{FF2B5EF4-FFF2-40B4-BE49-F238E27FC236}">
                <a16:creationId xmlns:a16="http://schemas.microsoft.com/office/drawing/2014/main" id="{B404C45F-4CD7-934D-96DE-AAFC1E64CA6A}"/>
              </a:ext>
            </a:extLst>
          </p:cNvPr>
          <p:cNvSpPr txBox="1"/>
          <p:nvPr/>
        </p:nvSpPr>
        <p:spPr>
          <a:xfrm>
            <a:off x="3068000" y="4413250"/>
            <a:ext cx="48164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epr prepare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10" name="直线箭头连接符 809">
            <a:extLst>
              <a:ext uri="{FF2B5EF4-FFF2-40B4-BE49-F238E27FC236}">
                <a16:creationId xmlns:a16="http://schemas.microsoft.com/office/drawing/2014/main" id="{F8EF4BC6-7AB2-B74E-85D1-53FE3CF9D16A}"/>
              </a:ext>
            </a:extLst>
          </p:cNvPr>
          <p:cNvCxnSpPr>
            <a:cxnSpLocks/>
          </p:cNvCxnSpPr>
          <p:nvPr/>
        </p:nvCxnSpPr>
        <p:spPr>
          <a:xfrm flipH="1" flipV="1">
            <a:off x="3061195" y="4590290"/>
            <a:ext cx="2340" cy="215396"/>
          </a:xfrm>
          <a:prstGeom prst="straightConnector1">
            <a:avLst/>
          </a:prstGeom>
          <a:ln>
            <a:solidFill>
              <a:schemeClr val="accent5"/>
            </a:solidFill>
            <a:prstDash val="sysDash"/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直线箭头连接符 810">
            <a:extLst>
              <a:ext uri="{FF2B5EF4-FFF2-40B4-BE49-F238E27FC236}">
                <a16:creationId xmlns:a16="http://schemas.microsoft.com/office/drawing/2014/main" id="{38FB65A0-277A-5544-84C6-7C923C51C58A}"/>
              </a:ext>
            </a:extLst>
          </p:cNvPr>
          <p:cNvCxnSpPr>
            <a:cxnSpLocks/>
          </p:cNvCxnSpPr>
          <p:nvPr/>
        </p:nvCxnSpPr>
        <p:spPr>
          <a:xfrm>
            <a:off x="1072627" y="3795112"/>
            <a:ext cx="1172763" cy="0"/>
          </a:xfrm>
          <a:prstGeom prst="straightConnector1">
            <a:avLst/>
          </a:prstGeom>
          <a:ln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2" name="文本框 811">
            <a:extLst>
              <a:ext uri="{FF2B5EF4-FFF2-40B4-BE49-F238E27FC236}">
                <a16:creationId xmlns:a16="http://schemas.microsoft.com/office/drawing/2014/main" id="{D731874F-F4B6-C946-812D-2A331584D467}"/>
              </a:ext>
            </a:extLst>
          </p:cNvPr>
          <p:cNvSpPr txBox="1"/>
          <p:nvPr/>
        </p:nvSpPr>
        <p:spPr>
          <a:xfrm>
            <a:off x="1230399" y="4594046"/>
            <a:ext cx="93005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3" name="任意形状 812">
            <a:extLst>
              <a:ext uri="{FF2B5EF4-FFF2-40B4-BE49-F238E27FC236}">
                <a16:creationId xmlns:a16="http://schemas.microsoft.com/office/drawing/2014/main" id="{56DA5BD1-DF54-0144-BC6A-5A0F4D30228E}"/>
              </a:ext>
            </a:extLst>
          </p:cNvPr>
          <p:cNvSpPr/>
          <p:nvPr/>
        </p:nvSpPr>
        <p:spPr>
          <a:xfrm>
            <a:off x="1072627" y="4003675"/>
            <a:ext cx="1172763" cy="595796"/>
          </a:xfrm>
          <a:custGeom>
            <a:avLst/>
            <a:gdLst>
              <a:gd name="connsiteX0" fmla="*/ 1004543 w 1172763"/>
              <a:gd name="connsiteY0" fmla="*/ 0 h 595796"/>
              <a:gd name="connsiteX1" fmla="*/ 1159926 w 1172763"/>
              <a:gd name="connsiteY1" fmla="*/ 0 h 595796"/>
              <a:gd name="connsiteX2" fmla="*/ 1172763 w 1172763"/>
              <a:gd name="connsiteY2" fmla="*/ 12837 h 595796"/>
              <a:gd name="connsiteX3" fmla="*/ 1172763 w 1172763"/>
              <a:gd name="connsiteY3" fmla="*/ 396611 h 595796"/>
              <a:gd name="connsiteX4" fmla="*/ 1172763 w 1172763"/>
              <a:gd name="connsiteY4" fmla="*/ 575009 h 595796"/>
              <a:gd name="connsiteX5" fmla="*/ 1172763 w 1172763"/>
              <a:gd name="connsiteY5" fmla="*/ 582958 h 595796"/>
              <a:gd name="connsiteX6" fmla="*/ 1159926 w 1172763"/>
              <a:gd name="connsiteY6" fmla="*/ 595795 h 595796"/>
              <a:gd name="connsiteX7" fmla="*/ 1151979 w 1172763"/>
              <a:gd name="connsiteY7" fmla="*/ 595795 h 595796"/>
              <a:gd name="connsiteX8" fmla="*/ 1151976 w 1172763"/>
              <a:gd name="connsiteY8" fmla="*/ 595796 h 595796"/>
              <a:gd name="connsiteX9" fmla="*/ 20787 w 1172763"/>
              <a:gd name="connsiteY9" fmla="*/ 595796 h 595796"/>
              <a:gd name="connsiteX10" fmla="*/ 0 w 1172763"/>
              <a:gd name="connsiteY10" fmla="*/ 575009 h 595796"/>
              <a:gd name="connsiteX11" fmla="*/ 0 w 1172763"/>
              <a:gd name="connsiteY11" fmla="*/ 396611 h 595796"/>
              <a:gd name="connsiteX12" fmla="*/ 20787 w 1172763"/>
              <a:gd name="connsiteY12" fmla="*/ 375824 h 595796"/>
              <a:gd name="connsiteX13" fmla="*/ 991706 w 1172763"/>
              <a:gd name="connsiteY13" fmla="*/ 375824 h 595796"/>
              <a:gd name="connsiteX14" fmla="*/ 991706 w 1172763"/>
              <a:gd name="connsiteY14" fmla="*/ 12837 h 595796"/>
              <a:gd name="connsiteX15" fmla="*/ 1004543 w 1172763"/>
              <a:gd name="connsiteY15" fmla="*/ 0 h 595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172763" h="595796">
                <a:moveTo>
                  <a:pt x="1004543" y="0"/>
                </a:moveTo>
                <a:lnTo>
                  <a:pt x="1159926" y="0"/>
                </a:lnTo>
                <a:cubicBezTo>
                  <a:pt x="1167016" y="0"/>
                  <a:pt x="1172763" y="5747"/>
                  <a:pt x="1172763" y="12837"/>
                </a:cubicBezTo>
                <a:lnTo>
                  <a:pt x="1172763" y="396611"/>
                </a:lnTo>
                <a:lnTo>
                  <a:pt x="1172763" y="575009"/>
                </a:lnTo>
                <a:lnTo>
                  <a:pt x="1172763" y="582958"/>
                </a:lnTo>
                <a:cubicBezTo>
                  <a:pt x="1172763" y="590048"/>
                  <a:pt x="1167016" y="595795"/>
                  <a:pt x="1159926" y="595795"/>
                </a:cubicBezTo>
                <a:lnTo>
                  <a:pt x="1151979" y="595795"/>
                </a:lnTo>
                <a:lnTo>
                  <a:pt x="1151976" y="595796"/>
                </a:lnTo>
                <a:lnTo>
                  <a:pt x="20787" y="595796"/>
                </a:lnTo>
                <a:cubicBezTo>
                  <a:pt x="9307" y="595796"/>
                  <a:pt x="0" y="586489"/>
                  <a:pt x="0" y="575009"/>
                </a:cubicBezTo>
                <a:lnTo>
                  <a:pt x="0" y="396611"/>
                </a:lnTo>
                <a:cubicBezTo>
                  <a:pt x="0" y="385131"/>
                  <a:pt x="9307" y="375824"/>
                  <a:pt x="20787" y="375824"/>
                </a:cubicBezTo>
                <a:lnTo>
                  <a:pt x="991706" y="375824"/>
                </a:lnTo>
                <a:lnTo>
                  <a:pt x="991706" y="12837"/>
                </a:lnTo>
                <a:cubicBezTo>
                  <a:pt x="991706" y="5747"/>
                  <a:pt x="997453" y="0"/>
                  <a:pt x="1004543" y="0"/>
                </a:cubicBezTo>
                <a:close/>
              </a:path>
            </a:pathLst>
          </a:custGeom>
          <a:noFill/>
          <a:ln w="63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cxnSp>
        <p:nvCxnSpPr>
          <p:cNvPr id="814" name="直线箭头连接符 813">
            <a:extLst>
              <a:ext uri="{FF2B5EF4-FFF2-40B4-BE49-F238E27FC236}">
                <a16:creationId xmlns:a16="http://schemas.microsoft.com/office/drawing/2014/main" id="{411028C2-DE21-C74F-8519-2BCC9B433F44}"/>
              </a:ext>
            </a:extLst>
          </p:cNvPr>
          <p:cNvCxnSpPr>
            <a:cxnSpLocks/>
          </p:cNvCxnSpPr>
          <p:nvPr/>
        </p:nvCxnSpPr>
        <p:spPr>
          <a:xfrm flipV="1">
            <a:off x="1302464" y="4600432"/>
            <a:ext cx="0" cy="206346"/>
          </a:xfrm>
          <a:prstGeom prst="straightConnector1">
            <a:avLst/>
          </a:prstGeom>
          <a:ln>
            <a:solidFill>
              <a:schemeClr val="accent5"/>
            </a:solidFill>
            <a:prstDash val="sysDash"/>
            <a:headEnd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5" name="圆角矩形 814">
            <a:extLst>
              <a:ext uri="{FF2B5EF4-FFF2-40B4-BE49-F238E27FC236}">
                <a16:creationId xmlns:a16="http://schemas.microsoft.com/office/drawing/2014/main" id="{A3B62103-136B-EE4B-91F5-A90FF14CA6C6}"/>
              </a:ext>
            </a:extLst>
          </p:cNvPr>
          <p:cNvSpPr>
            <a:spLocks/>
          </p:cNvSpPr>
          <p:nvPr/>
        </p:nvSpPr>
        <p:spPr>
          <a:xfrm>
            <a:off x="1112319" y="4412443"/>
            <a:ext cx="50800" cy="69168"/>
          </a:xfrm>
          <a:prstGeom prst="roundRect">
            <a:avLst/>
          </a:prstGeom>
          <a:solidFill>
            <a:schemeClr val="accent5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6" name="文本框 815">
            <a:extLst>
              <a:ext uri="{FF2B5EF4-FFF2-40B4-BE49-F238E27FC236}">
                <a16:creationId xmlns:a16="http://schemas.microsoft.com/office/drawing/2014/main" id="{0B3D5E97-F98A-AD4B-A3E7-5994F8A2038C}"/>
              </a:ext>
            </a:extLst>
          </p:cNvPr>
          <p:cNvSpPr txBox="1"/>
          <p:nvPr/>
        </p:nvSpPr>
        <p:spPr>
          <a:xfrm>
            <a:off x="1112319" y="4355438"/>
            <a:ext cx="56993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cnot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7" name="圆角矩形 816">
            <a:extLst>
              <a:ext uri="{FF2B5EF4-FFF2-40B4-BE49-F238E27FC236}">
                <a16:creationId xmlns:a16="http://schemas.microsoft.com/office/drawing/2014/main" id="{5A078F1E-2D98-6E41-851F-12D0278FB36C}"/>
              </a:ext>
            </a:extLst>
          </p:cNvPr>
          <p:cNvSpPr>
            <a:spLocks/>
          </p:cNvSpPr>
          <p:nvPr/>
        </p:nvSpPr>
        <p:spPr>
          <a:xfrm>
            <a:off x="1747445" y="4418200"/>
            <a:ext cx="50800" cy="691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8" name="文本框 817">
            <a:extLst>
              <a:ext uri="{FF2B5EF4-FFF2-40B4-BE49-F238E27FC236}">
                <a16:creationId xmlns:a16="http://schemas.microsoft.com/office/drawing/2014/main" id="{5BA4A773-7FFA-3046-A1B7-C5FD52D75B46}"/>
              </a:ext>
            </a:extLst>
          </p:cNvPr>
          <p:cNvSpPr txBox="1"/>
          <p:nvPr/>
        </p:nvSpPr>
        <p:spPr>
          <a:xfrm>
            <a:off x="1744551" y="4355438"/>
            <a:ext cx="41141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" name="圆角矩形 818">
            <a:extLst>
              <a:ext uri="{FF2B5EF4-FFF2-40B4-BE49-F238E27FC236}">
                <a16:creationId xmlns:a16="http://schemas.microsoft.com/office/drawing/2014/main" id="{97E80C63-26A4-1642-BC19-FF73A0387200}"/>
              </a:ext>
            </a:extLst>
          </p:cNvPr>
          <p:cNvSpPr>
            <a:spLocks/>
          </p:cNvSpPr>
          <p:nvPr/>
        </p:nvSpPr>
        <p:spPr>
          <a:xfrm>
            <a:off x="1112319" y="4502549"/>
            <a:ext cx="50800" cy="6916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0" name="文本框 819">
            <a:extLst>
              <a:ext uri="{FF2B5EF4-FFF2-40B4-BE49-F238E27FC236}">
                <a16:creationId xmlns:a16="http://schemas.microsoft.com/office/drawing/2014/main" id="{BF49D794-7A03-724A-9521-DEE328F0C4DA}"/>
              </a:ext>
            </a:extLst>
          </p:cNvPr>
          <p:cNvSpPr txBox="1"/>
          <p:nvPr/>
        </p:nvSpPr>
        <p:spPr>
          <a:xfrm>
            <a:off x="1112319" y="4447771"/>
            <a:ext cx="61373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1q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1" name="圆角矩形 820">
            <a:extLst>
              <a:ext uri="{FF2B5EF4-FFF2-40B4-BE49-F238E27FC236}">
                <a16:creationId xmlns:a16="http://schemas.microsoft.com/office/drawing/2014/main" id="{2C2D7C7A-0426-F940-9607-523718A252F6}"/>
              </a:ext>
            </a:extLst>
          </p:cNvPr>
          <p:cNvSpPr>
            <a:spLocks/>
          </p:cNvSpPr>
          <p:nvPr/>
        </p:nvSpPr>
        <p:spPr>
          <a:xfrm>
            <a:off x="1747445" y="4502549"/>
            <a:ext cx="50800" cy="69168"/>
          </a:xfrm>
          <a:prstGeom prst="roundRect">
            <a:avLst/>
          </a:prstGeom>
          <a:solidFill>
            <a:srgbClr val="FF0000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2" name="文本框 821">
            <a:extLst>
              <a:ext uri="{FF2B5EF4-FFF2-40B4-BE49-F238E27FC236}">
                <a16:creationId xmlns:a16="http://schemas.microsoft.com/office/drawing/2014/main" id="{5B14EC3C-31B4-F744-9B31-C831E80C3C5E}"/>
              </a:ext>
            </a:extLst>
          </p:cNvPr>
          <p:cNvSpPr txBox="1"/>
          <p:nvPr/>
        </p:nvSpPr>
        <p:spPr>
          <a:xfrm>
            <a:off x="1744551" y="4447771"/>
            <a:ext cx="4612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  <a:r>
              <a:rPr kumimoji="1"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23" name="任意形状 822">
            <a:extLst>
              <a:ext uri="{FF2B5EF4-FFF2-40B4-BE49-F238E27FC236}">
                <a16:creationId xmlns:a16="http://schemas.microsoft.com/office/drawing/2014/main" id="{4D09B79E-88D8-CF49-8D27-D2336986C0B4}"/>
              </a:ext>
            </a:extLst>
          </p:cNvPr>
          <p:cNvSpPr/>
          <p:nvPr/>
        </p:nvSpPr>
        <p:spPr>
          <a:xfrm>
            <a:off x="1224897" y="4139912"/>
            <a:ext cx="828959" cy="55349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824" name="任意形状 823">
            <a:extLst>
              <a:ext uri="{FF2B5EF4-FFF2-40B4-BE49-F238E27FC236}">
                <a16:creationId xmlns:a16="http://schemas.microsoft.com/office/drawing/2014/main" id="{CF650D59-5758-1944-A88F-15D42D32B743}"/>
              </a:ext>
            </a:extLst>
          </p:cNvPr>
          <p:cNvSpPr/>
          <p:nvPr/>
        </p:nvSpPr>
        <p:spPr>
          <a:xfrm>
            <a:off x="1222413" y="3843330"/>
            <a:ext cx="990734" cy="47897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825" name="任意形状 824">
            <a:extLst>
              <a:ext uri="{FF2B5EF4-FFF2-40B4-BE49-F238E27FC236}">
                <a16:creationId xmlns:a16="http://schemas.microsoft.com/office/drawing/2014/main" id="{B7ABD06D-46B5-0741-A8D2-B1061958303F}"/>
              </a:ext>
            </a:extLst>
          </p:cNvPr>
          <p:cNvSpPr/>
          <p:nvPr/>
        </p:nvSpPr>
        <p:spPr>
          <a:xfrm>
            <a:off x="1222412" y="3942784"/>
            <a:ext cx="990735" cy="46596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826" name="任意形状 825">
            <a:extLst>
              <a:ext uri="{FF2B5EF4-FFF2-40B4-BE49-F238E27FC236}">
                <a16:creationId xmlns:a16="http://schemas.microsoft.com/office/drawing/2014/main" id="{747B8DC6-5CD7-644E-B83B-62F86CFFD81A}"/>
              </a:ext>
            </a:extLst>
          </p:cNvPr>
          <p:cNvSpPr/>
          <p:nvPr/>
        </p:nvSpPr>
        <p:spPr>
          <a:xfrm>
            <a:off x="1224897" y="4234774"/>
            <a:ext cx="759478" cy="51284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827" name="任意形状 826">
            <a:extLst>
              <a:ext uri="{FF2B5EF4-FFF2-40B4-BE49-F238E27FC236}">
                <a16:creationId xmlns:a16="http://schemas.microsoft.com/office/drawing/2014/main" id="{8819A2B8-F6AB-7B4C-B1CB-ABEBC1092CCE}"/>
              </a:ext>
            </a:extLst>
          </p:cNvPr>
          <p:cNvSpPr/>
          <p:nvPr/>
        </p:nvSpPr>
        <p:spPr>
          <a:xfrm>
            <a:off x="1307448" y="4328386"/>
            <a:ext cx="677066" cy="45719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505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828" name="任意形状 827">
            <a:extLst>
              <a:ext uri="{FF2B5EF4-FFF2-40B4-BE49-F238E27FC236}">
                <a16:creationId xmlns:a16="http://schemas.microsoft.com/office/drawing/2014/main" id="{4DBFDEF2-AC00-EA42-B4AD-032364FAD111}"/>
              </a:ext>
            </a:extLst>
          </p:cNvPr>
          <p:cNvSpPr/>
          <p:nvPr/>
        </p:nvSpPr>
        <p:spPr>
          <a:xfrm>
            <a:off x="1222414" y="4041584"/>
            <a:ext cx="136441" cy="38152"/>
          </a:xfrm>
          <a:custGeom>
            <a:avLst/>
            <a:gdLst>
              <a:gd name="connsiteX0" fmla="*/ 0 w 4708784"/>
              <a:gd name="connsiteY0" fmla="*/ 0 h 12690"/>
              <a:gd name="connsiteX1" fmla="*/ 4708785 w 4708784"/>
              <a:gd name="connsiteY1" fmla="*/ 0 h 12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708784" h="12690">
                <a:moveTo>
                  <a:pt x="0" y="0"/>
                </a:moveTo>
                <a:lnTo>
                  <a:pt x="4708785" y="0"/>
                </a:lnTo>
              </a:path>
            </a:pathLst>
          </a:custGeom>
          <a:noFill/>
          <a:ln w="1270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829" name="圆角矩形 828">
            <a:extLst>
              <a:ext uri="{FF2B5EF4-FFF2-40B4-BE49-F238E27FC236}">
                <a16:creationId xmlns:a16="http://schemas.microsoft.com/office/drawing/2014/main" id="{8A36AE44-E95C-2948-961D-362771FAD0AD}"/>
              </a:ext>
            </a:extLst>
          </p:cNvPr>
          <p:cNvSpPr>
            <a:spLocks/>
          </p:cNvSpPr>
          <p:nvPr/>
        </p:nvSpPr>
        <p:spPr>
          <a:xfrm>
            <a:off x="1233056" y="3813575"/>
            <a:ext cx="50800" cy="163146"/>
          </a:xfrm>
          <a:prstGeom prst="roundRect">
            <a:avLst/>
          </a:prstGeom>
          <a:solidFill>
            <a:schemeClr val="accent5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0" name="圆角矩形 829">
            <a:extLst>
              <a:ext uri="{FF2B5EF4-FFF2-40B4-BE49-F238E27FC236}">
                <a16:creationId xmlns:a16="http://schemas.microsoft.com/office/drawing/2014/main" id="{1653E1AB-0755-1448-BADC-86525958F23C}"/>
              </a:ext>
            </a:extLst>
          </p:cNvPr>
          <p:cNvSpPr>
            <a:spLocks/>
          </p:cNvSpPr>
          <p:nvPr/>
        </p:nvSpPr>
        <p:spPr>
          <a:xfrm>
            <a:off x="1297566" y="4192954"/>
            <a:ext cx="47437" cy="163146"/>
          </a:xfrm>
          <a:prstGeom prst="roundRect">
            <a:avLst/>
          </a:prstGeom>
          <a:solidFill>
            <a:schemeClr val="accent5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1" name="圆角矩形 830">
            <a:extLst>
              <a:ext uri="{FF2B5EF4-FFF2-40B4-BE49-F238E27FC236}">
                <a16:creationId xmlns:a16="http://schemas.microsoft.com/office/drawing/2014/main" id="{358D55DF-A07B-8241-B3FC-0CAA88383D50}"/>
              </a:ext>
            </a:extLst>
          </p:cNvPr>
          <p:cNvSpPr>
            <a:spLocks/>
          </p:cNvSpPr>
          <p:nvPr/>
        </p:nvSpPr>
        <p:spPr>
          <a:xfrm>
            <a:off x="1298141" y="3816349"/>
            <a:ext cx="688975" cy="691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2" name="圆角矩形 831">
            <a:extLst>
              <a:ext uri="{FF2B5EF4-FFF2-40B4-BE49-F238E27FC236}">
                <a16:creationId xmlns:a16="http://schemas.microsoft.com/office/drawing/2014/main" id="{0FB0B6F0-A33C-6444-8136-532713A49864}"/>
              </a:ext>
            </a:extLst>
          </p:cNvPr>
          <p:cNvSpPr>
            <a:spLocks/>
          </p:cNvSpPr>
          <p:nvPr/>
        </p:nvSpPr>
        <p:spPr>
          <a:xfrm>
            <a:off x="1297566" y="3911024"/>
            <a:ext cx="50800" cy="163146"/>
          </a:xfrm>
          <a:prstGeom prst="roundRect">
            <a:avLst/>
          </a:prstGeom>
          <a:solidFill>
            <a:schemeClr val="accent5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3" name="圆角矩形 832">
            <a:extLst>
              <a:ext uri="{FF2B5EF4-FFF2-40B4-BE49-F238E27FC236}">
                <a16:creationId xmlns:a16="http://schemas.microsoft.com/office/drawing/2014/main" id="{B7BE635D-5BB8-874F-A24F-4E09A5F67142}"/>
              </a:ext>
            </a:extLst>
          </p:cNvPr>
          <p:cNvSpPr>
            <a:spLocks/>
          </p:cNvSpPr>
          <p:nvPr/>
        </p:nvSpPr>
        <p:spPr>
          <a:xfrm>
            <a:off x="1361441" y="4194575"/>
            <a:ext cx="50800" cy="691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4" name="圆角矩形 833">
            <a:extLst>
              <a:ext uri="{FF2B5EF4-FFF2-40B4-BE49-F238E27FC236}">
                <a16:creationId xmlns:a16="http://schemas.microsoft.com/office/drawing/2014/main" id="{D4657EFB-031E-0A47-AE02-E3E7DC0B202E}"/>
              </a:ext>
            </a:extLst>
          </p:cNvPr>
          <p:cNvSpPr>
            <a:spLocks/>
          </p:cNvSpPr>
          <p:nvPr/>
        </p:nvSpPr>
        <p:spPr>
          <a:xfrm>
            <a:off x="1361441" y="4010426"/>
            <a:ext cx="50800" cy="163146"/>
          </a:xfrm>
          <a:prstGeom prst="roundRect">
            <a:avLst/>
          </a:prstGeom>
          <a:solidFill>
            <a:srgbClr val="FF0000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5" name="圆角矩形 834">
            <a:extLst>
              <a:ext uri="{FF2B5EF4-FFF2-40B4-BE49-F238E27FC236}">
                <a16:creationId xmlns:a16="http://schemas.microsoft.com/office/drawing/2014/main" id="{E229D9AC-8D2B-4A4B-A46A-ED50B4D01D02}"/>
              </a:ext>
            </a:extLst>
          </p:cNvPr>
          <p:cNvSpPr>
            <a:spLocks/>
          </p:cNvSpPr>
          <p:nvPr/>
        </p:nvSpPr>
        <p:spPr>
          <a:xfrm>
            <a:off x="1361441" y="4289824"/>
            <a:ext cx="50800" cy="6916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6" name="圆角矩形 835">
            <a:extLst>
              <a:ext uri="{FF2B5EF4-FFF2-40B4-BE49-F238E27FC236}">
                <a16:creationId xmlns:a16="http://schemas.microsoft.com/office/drawing/2014/main" id="{336A97E8-44FE-2E47-825F-549AD9515F29}"/>
              </a:ext>
            </a:extLst>
          </p:cNvPr>
          <p:cNvSpPr>
            <a:spLocks/>
          </p:cNvSpPr>
          <p:nvPr/>
        </p:nvSpPr>
        <p:spPr>
          <a:xfrm>
            <a:off x="1428087" y="4100008"/>
            <a:ext cx="175779" cy="691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7" name="圆角矩形 836">
            <a:extLst>
              <a:ext uri="{FF2B5EF4-FFF2-40B4-BE49-F238E27FC236}">
                <a16:creationId xmlns:a16="http://schemas.microsoft.com/office/drawing/2014/main" id="{157F2D17-601F-F247-BF9B-D3E2363883E4}"/>
              </a:ext>
            </a:extLst>
          </p:cNvPr>
          <p:cNvSpPr>
            <a:spLocks/>
          </p:cNvSpPr>
          <p:nvPr/>
        </p:nvSpPr>
        <p:spPr>
          <a:xfrm>
            <a:off x="1616941" y="4100008"/>
            <a:ext cx="50800" cy="259267"/>
          </a:xfrm>
          <a:prstGeom prst="roundRect">
            <a:avLst/>
          </a:prstGeom>
          <a:solidFill>
            <a:schemeClr val="accent5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8" name="圆角矩形 837">
            <a:extLst>
              <a:ext uri="{FF2B5EF4-FFF2-40B4-BE49-F238E27FC236}">
                <a16:creationId xmlns:a16="http://schemas.microsoft.com/office/drawing/2014/main" id="{CAECADD8-8D69-A042-9907-1C1295AF1253}"/>
              </a:ext>
            </a:extLst>
          </p:cNvPr>
          <p:cNvSpPr>
            <a:spLocks/>
          </p:cNvSpPr>
          <p:nvPr/>
        </p:nvSpPr>
        <p:spPr>
          <a:xfrm>
            <a:off x="1680816" y="4195846"/>
            <a:ext cx="50800" cy="163146"/>
          </a:xfrm>
          <a:prstGeom prst="roundRect">
            <a:avLst/>
          </a:prstGeom>
          <a:solidFill>
            <a:schemeClr val="accent5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9" name="圆角矩形 838">
            <a:extLst>
              <a:ext uri="{FF2B5EF4-FFF2-40B4-BE49-F238E27FC236}">
                <a16:creationId xmlns:a16="http://schemas.microsoft.com/office/drawing/2014/main" id="{A81232DA-AB25-9448-A0D2-C9152DEDA119}"/>
              </a:ext>
            </a:extLst>
          </p:cNvPr>
          <p:cNvSpPr>
            <a:spLocks/>
          </p:cNvSpPr>
          <p:nvPr/>
        </p:nvSpPr>
        <p:spPr>
          <a:xfrm>
            <a:off x="1872441" y="4100008"/>
            <a:ext cx="50800" cy="259267"/>
          </a:xfrm>
          <a:prstGeom prst="roundRect">
            <a:avLst/>
          </a:prstGeom>
          <a:solidFill>
            <a:schemeClr val="accent5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0" name="圆角矩形 839">
            <a:extLst>
              <a:ext uri="{FF2B5EF4-FFF2-40B4-BE49-F238E27FC236}">
                <a16:creationId xmlns:a16="http://schemas.microsoft.com/office/drawing/2014/main" id="{8D607C11-ADA6-6649-9F97-12562AF66D20}"/>
              </a:ext>
            </a:extLst>
          </p:cNvPr>
          <p:cNvSpPr>
            <a:spLocks/>
          </p:cNvSpPr>
          <p:nvPr/>
        </p:nvSpPr>
        <p:spPr>
          <a:xfrm>
            <a:off x="1936316" y="4100007"/>
            <a:ext cx="50800" cy="6916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1" name="圆角矩形 840">
            <a:extLst>
              <a:ext uri="{FF2B5EF4-FFF2-40B4-BE49-F238E27FC236}">
                <a16:creationId xmlns:a16="http://schemas.microsoft.com/office/drawing/2014/main" id="{49E73A1E-76A0-5346-95CB-CC5207980D04}"/>
              </a:ext>
            </a:extLst>
          </p:cNvPr>
          <p:cNvSpPr>
            <a:spLocks/>
          </p:cNvSpPr>
          <p:nvPr/>
        </p:nvSpPr>
        <p:spPr>
          <a:xfrm>
            <a:off x="2003319" y="3911600"/>
            <a:ext cx="50537" cy="257175"/>
          </a:xfrm>
          <a:prstGeom prst="roundRect">
            <a:avLst/>
          </a:prstGeom>
          <a:solidFill>
            <a:srgbClr val="FF0000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2" name="圆角矩形 841">
            <a:extLst>
              <a:ext uri="{FF2B5EF4-FFF2-40B4-BE49-F238E27FC236}">
                <a16:creationId xmlns:a16="http://schemas.microsoft.com/office/drawing/2014/main" id="{C193B458-D0E7-4D4F-82AF-87271287AA45}"/>
              </a:ext>
            </a:extLst>
          </p:cNvPr>
          <p:cNvSpPr>
            <a:spLocks/>
          </p:cNvSpPr>
          <p:nvPr/>
        </p:nvSpPr>
        <p:spPr>
          <a:xfrm>
            <a:off x="1936316" y="4194575"/>
            <a:ext cx="50800" cy="69168"/>
          </a:xfrm>
          <a:prstGeom prst="roundRect">
            <a:avLst/>
          </a:prstGeom>
          <a:solidFill>
            <a:srgbClr val="FF0000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3" name="圆角矩形 842">
            <a:extLst>
              <a:ext uri="{FF2B5EF4-FFF2-40B4-BE49-F238E27FC236}">
                <a16:creationId xmlns:a16="http://schemas.microsoft.com/office/drawing/2014/main" id="{4609BE53-0B27-2946-9E83-49E5D47AFE30}"/>
              </a:ext>
            </a:extLst>
          </p:cNvPr>
          <p:cNvSpPr>
            <a:spLocks/>
          </p:cNvSpPr>
          <p:nvPr/>
        </p:nvSpPr>
        <p:spPr>
          <a:xfrm>
            <a:off x="1936316" y="4289824"/>
            <a:ext cx="50800" cy="69168"/>
          </a:xfrm>
          <a:prstGeom prst="roundRect">
            <a:avLst/>
          </a:prstGeom>
          <a:solidFill>
            <a:srgbClr val="FF0000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4" name="圆角矩形 843">
            <a:extLst>
              <a:ext uri="{FF2B5EF4-FFF2-40B4-BE49-F238E27FC236}">
                <a16:creationId xmlns:a16="http://schemas.microsoft.com/office/drawing/2014/main" id="{5A9D611A-F1CD-1C46-BE11-296A6B4ADD37}"/>
              </a:ext>
            </a:extLst>
          </p:cNvPr>
          <p:cNvSpPr>
            <a:spLocks/>
          </p:cNvSpPr>
          <p:nvPr/>
        </p:nvSpPr>
        <p:spPr>
          <a:xfrm>
            <a:off x="2064066" y="3813575"/>
            <a:ext cx="50800" cy="163146"/>
          </a:xfrm>
          <a:prstGeom prst="roundRect">
            <a:avLst/>
          </a:prstGeom>
          <a:solidFill>
            <a:schemeClr val="accent5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5" name="圆角矩形 844">
            <a:extLst>
              <a:ext uri="{FF2B5EF4-FFF2-40B4-BE49-F238E27FC236}">
                <a16:creationId xmlns:a16="http://schemas.microsoft.com/office/drawing/2014/main" id="{04E0FDA6-61F2-0643-80E9-61D250770C07}"/>
              </a:ext>
            </a:extLst>
          </p:cNvPr>
          <p:cNvSpPr>
            <a:spLocks/>
          </p:cNvSpPr>
          <p:nvPr/>
        </p:nvSpPr>
        <p:spPr>
          <a:xfrm>
            <a:off x="2127941" y="3909469"/>
            <a:ext cx="50800" cy="6916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6" name="圆角矩形 845">
            <a:extLst>
              <a:ext uri="{FF2B5EF4-FFF2-40B4-BE49-F238E27FC236}">
                <a16:creationId xmlns:a16="http://schemas.microsoft.com/office/drawing/2014/main" id="{182271C6-1965-C141-8E06-B30272FA7D58}"/>
              </a:ext>
            </a:extLst>
          </p:cNvPr>
          <p:cNvSpPr>
            <a:spLocks/>
          </p:cNvSpPr>
          <p:nvPr/>
        </p:nvSpPr>
        <p:spPr>
          <a:xfrm>
            <a:off x="2127941" y="3813575"/>
            <a:ext cx="50800" cy="691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7" name="圆角矩形 846">
            <a:extLst>
              <a:ext uri="{FF2B5EF4-FFF2-40B4-BE49-F238E27FC236}">
                <a16:creationId xmlns:a16="http://schemas.microsoft.com/office/drawing/2014/main" id="{1EDD74A5-2D4C-1346-B4EA-4117C9205FE6}"/>
              </a:ext>
            </a:extLst>
          </p:cNvPr>
          <p:cNvSpPr>
            <a:spLocks/>
          </p:cNvSpPr>
          <p:nvPr/>
        </p:nvSpPr>
        <p:spPr>
          <a:xfrm>
            <a:off x="1364816" y="3909469"/>
            <a:ext cx="622300" cy="691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8" name="圆角矩形 847">
            <a:extLst>
              <a:ext uri="{FF2B5EF4-FFF2-40B4-BE49-F238E27FC236}">
                <a16:creationId xmlns:a16="http://schemas.microsoft.com/office/drawing/2014/main" id="{6128C10B-4FEB-9541-8A8A-8F0BEC099EE2}"/>
              </a:ext>
            </a:extLst>
          </p:cNvPr>
          <p:cNvSpPr>
            <a:spLocks/>
          </p:cNvSpPr>
          <p:nvPr/>
        </p:nvSpPr>
        <p:spPr>
          <a:xfrm>
            <a:off x="2191816" y="3813575"/>
            <a:ext cx="50800" cy="69168"/>
          </a:xfrm>
          <a:prstGeom prst="roundRect">
            <a:avLst/>
          </a:prstGeom>
          <a:solidFill>
            <a:srgbClr val="FF0000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9" name="圆角矩形 848">
            <a:extLst>
              <a:ext uri="{FF2B5EF4-FFF2-40B4-BE49-F238E27FC236}">
                <a16:creationId xmlns:a16="http://schemas.microsoft.com/office/drawing/2014/main" id="{4BCE97D5-FB14-4A42-B08C-B170626EF607}"/>
              </a:ext>
            </a:extLst>
          </p:cNvPr>
          <p:cNvSpPr>
            <a:spLocks/>
          </p:cNvSpPr>
          <p:nvPr/>
        </p:nvSpPr>
        <p:spPr>
          <a:xfrm>
            <a:off x="2191816" y="3909469"/>
            <a:ext cx="50800" cy="69168"/>
          </a:xfrm>
          <a:prstGeom prst="roundRect">
            <a:avLst/>
          </a:prstGeom>
          <a:solidFill>
            <a:srgbClr val="FF0000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0" name="圆角矩形 849">
            <a:extLst>
              <a:ext uri="{FF2B5EF4-FFF2-40B4-BE49-F238E27FC236}">
                <a16:creationId xmlns:a16="http://schemas.microsoft.com/office/drawing/2014/main" id="{A41F4312-D3B6-224D-9812-95C4A21AC94A}"/>
              </a:ext>
            </a:extLst>
          </p:cNvPr>
          <p:cNvSpPr>
            <a:spLocks/>
          </p:cNvSpPr>
          <p:nvPr/>
        </p:nvSpPr>
        <p:spPr>
          <a:xfrm>
            <a:off x="2003319" y="3813575"/>
            <a:ext cx="50800" cy="6916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1" name="圆角矩形 850">
            <a:extLst>
              <a:ext uri="{FF2B5EF4-FFF2-40B4-BE49-F238E27FC236}">
                <a16:creationId xmlns:a16="http://schemas.microsoft.com/office/drawing/2014/main" id="{D58FD856-F775-C148-8442-49D1194131E3}"/>
              </a:ext>
            </a:extLst>
          </p:cNvPr>
          <p:cNvSpPr>
            <a:spLocks/>
          </p:cNvSpPr>
          <p:nvPr/>
        </p:nvSpPr>
        <p:spPr>
          <a:xfrm>
            <a:off x="1233056" y="4099324"/>
            <a:ext cx="116319" cy="691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2" name="圆角矩形 851">
            <a:extLst>
              <a:ext uri="{FF2B5EF4-FFF2-40B4-BE49-F238E27FC236}">
                <a16:creationId xmlns:a16="http://schemas.microsoft.com/office/drawing/2014/main" id="{BC655C6D-D03A-DE41-8BDF-11E9276712A7}"/>
              </a:ext>
            </a:extLst>
          </p:cNvPr>
          <p:cNvSpPr>
            <a:spLocks/>
          </p:cNvSpPr>
          <p:nvPr/>
        </p:nvSpPr>
        <p:spPr>
          <a:xfrm>
            <a:off x="1233056" y="4001877"/>
            <a:ext cx="50800" cy="691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3" name="圆角矩形 852">
            <a:extLst>
              <a:ext uri="{FF2B5EF4-FFF2-40B4-BE49-F238E27FC236}">
                <a16:creationId xmlns:a16="http://schemas.microsoft.com/office/drawing/2014/main" id="{44346066-36AA-614C-A0C8-D902C96FC9EA}"/>
              </a:ext>
            </a:extLst>
          </p:cNvPr>
          <p:cNvSpPr>
            <a:spLocks/>
          </p:cNvSpPr>
          <p:nvPr/>
        </p:nvSpPr>
        <p:spPr>
          <a:xfrm>
            <a:off x="1236231" y="4194575"/>
            <a:ext cx="50800" cy="691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4" name="圆角矩形 853">
            <a:extLst>
              <a:ext uri="{FF2B5EF4-FFF2-40B4-BE49-F238E27FC236}">
                <a16:creationId xmlns:a16="http://schemas.microsoft.com/office/drawing/2014/main" id="{3356CDF2-01E0-B843-B4BC-F2A13D4D97AB}"/>
              </a:ext>
            </a:extLst>
          </p:cNvPr>
          <p:cNvSpPr>
            <a:spLocks/>
          </p:cNvSpPr>
          <p:nvPr/>
        </p:nvSpPr>
        <p:spPr>
          <a:xfrm>
            <a:off x="1236231" y="4289825"/>
            <a:ext cx="50800" cy="691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5" name="圆角矩形 854">
            <a:extLst>
              <a:ext uri="{FF2B5EF4-FFF2-40B4-BE49-F238E27FC236}">
                <a16:creationId xmlns:a16="http://schemas.microsoft.com/office/drawing/2014/main" id="{9A4F5597-3E45-2A47-90FC-41C78CEEFCF7}"/>
              </a:ext>
            </a:extLst>
          </p:cNvPr>
          <p:cNvSpPr>
            <a:spLocks/>
          </p:cNvSpPr>
          <p:nvPr/>
        </p:nvSpPr>
        <p:spPr>
          <a:xfrm>
            <a:off x="1425316" y="4195846"/>
            <a:ext cx="50800" cy="163146"/>
          </a:xfrm>
          <a:prstGeom prst="roundRect">
            <a:avLst/>
          </a:prstGeom>
          <a:solidFill>
            <a:schemeClr val="accent5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6" name="圆角矩形 855">
            <a:extLst>
              <a:ext uri="{FF2B5EF4-FFF2-40B4-BE49-F238E27FC236}">
                <a16:creationId xmlns:a16="http://schemas.microsoft.com/office/drawing/2014/main" id="{4C042E4D-324C-F944-8432-B39F6EBE3B53}"/>
              </a:ext>
            </a:extLst>
          </p:cNvPr>
          <p:cNvSpPr>
            <a:spLocks/>
          </p:cNvSpPr>
          <p:nvPr/>
        </p:nvSpPr>
        <p:spPr>
          <a:xfrm>
            <a:off x="1489191" y="4195846"/>
            <a:ext cx="50800" cy="163146"/>
          </a:xfrm>
          <a:prstGeom prst="roundRect">
            <a:avLst/>
          </a:prstGeom>
          <a:solidFill>
            <a:schemeClr val="accent5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7" name="圆角矩形 856">
            <a:extLst>
              <a:ext uri="{FF2B5EF4-FFF2-40B4-BE49-F238E27FC236}">
                <a16:creationId xmlns:a16="http://schemas.microsoft.com/office/drawing/2014/main" id="{BF4911AD-B89E-6C4C-B94F-9D4FC973A5D8}"/>
              </a:ext>
            </a:extLst>
          </p:cNvPr>
          <p:cNvSpPr>
            <a:spLocks/>
          </p:cNvSpPr>
          <p:nvPr/>
        </p:nvSpPr>
        <p:spPr>
          <a:xfrm>
            <a:off x="1553066" y="4195846"/>
            <a:ext cx="50800" cy="163146"/>
          </a:xfrm>
          <a:prstGeom prst="roundRect">
            <a:avLst/>
          </a:prstGeom>
          <a:solidFill>
            <a:schemeClr val="accent5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8" name="圆角矩形 857">
            <a:extLst>
              <a:ext uri="{FF2B5EF4-FFF2-40B4-BE49-F238E27FC236}">
                <a16:creationId xmlns:a16="http://schemas.microsoft.com/office/drawing/2014/main" id="{9E48849A-1A43-F343-8AB9-EE2FB21298E8}"/>
              </a:ext>
            </a:extLst>
          </p:cNvPr>
          <p:cNvSpPr>
            <a:spLocks/>
          </p:cNvSpPr>
          <p:nvPr/>
        </p:nvSpPr>
        <p:spPr>
          <a:xfrm>
            <a:off x="1744691" y="4195846"/>
            <a:ext cx="50800" cy="163146"/>
          </a:xfrm>
          <a:prstGeom prst="roundRect">
            <a:avLst/>
          </a:prstGeom>
          <a:solidFill>
            <a:schemeClr val="accent5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9" name="圆角矩形 858">
            <a:extLst>
              <a:ext uri="{FF2B5EF4-FFF2-40B4-BE49-F238E27FC236}">
                <a16:creationId xmlns:a16="http://schemas.microsoft.com/office/drawing/2014/main" id="{BC60E9B1-3E4F-E240-A612-BE0D4987E3CC}"/>
              </a:ext>
            </a:extLst>
          </p:cNvPr>
          <p:cNvSpPr>
            <a:spLocks/>
          </p:cNvSpPr>
          <p:nvPr/>
        </p:nvSpPr>
        <p:spPr>
          <a:xfrm>
            <a:off x="1808566" y="4195846"/>
            <a:ext cx="50800" cy="163146"/>
          </a:xfrm>
          <a:prstGeom prst="roundRect">
            <a:avLst/>
          </a:prstGeom>
          <a:solidFill>
            <a:schemeClr val="accent5"/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0" name="圆角矩形 859">
            <a:extLst>
              <a:ext uri="{FF2B5EF4-FFF2-40B4-BE49-F238E27FC236}">
                <a16:creationId xmlns:a16="http://schemas.microsoft.com/office/drawing/2014/main" id="{998B98D6-83C8-2049-A059-9D57EA19C644}"/>
              </a:ext>
            </a:extLst>
          </p:cNvPr>
          <p:cNvSpPr>
            <a:spLocks/>
          </p:cNvSpPr>
          <p:nvPr/>
        </p:nvSpPr>
        <p:spPr>
          <a:xfrm>
            <a:off x="1683121" y="4100008"/>
            <a:ext cx="175779" cy="691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1" name="椭圆 860">
            <a:extLst>
              <a:ext uri="{FF2B5EF4-FFF2-40B4-BE49-F238E27FC236}">
                <a16:creationId xmlns:a16="http://schemas.microsoft.com/office/drawing/2014/main" id="{1749D967-0901-CB44-A322-D11263CD3D23}"/>
              </a:ext>
            </a:extLst>
          </p:cNvPr>
          <p:cNvSpPr/>
          <p:nvPr/>
        </p:nvSpPr>
        <p:spPr>
          <a:xfrm>
            <a:off x="2112216" y="4011951"/>
            <a:ext cx="73174" cy="6627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</a:p>
        </p:txBody>
      </p:sp>
      <p:sp>
        <p:nvSpPr>
          <p:cNvPr id="862" name="文本框 861">
            <a:extLst>
              <a:ext uri="{FF2B5EF4-FFF2-40B4-BE49-F238E27FC236}">
                <a16:creationId xmlns:a16="http://schemas.microsoft.com/office/drawing/2014/main" id="{5ADF4FBD-533A-FB4D-9131-CAE43E38EE93}"/>
              </a:ext>
            </a:extLst>
          </p:cNvPr>
          <p:cNvSpPr txBox="1"/>
          <p:nvPr/>
        </p:nvSpPr>
        <p:spPr>
          <a:xfrm>
            <a:off x="1977911" y="4031846"/>
            <a:ext cx="4612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qubit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3" name="椭圆 862">
            <a:extLst>
              <a:ext uri="{FF2B5EF4-FFF2-40B4-BE49-F238E27FC236}">
                <a16:creationId xmlns:a16="http://schemas.microsoft.com/office/drawing/2014/main" id="{E9529E18-2C3C-F349-A652-67FFE0B20D83}"/>
              </a:ext>
            </a:extLst>
          </p:cNvPr>
          <p:cNvSpPr/>
          <p:nvPr/>
        </p:nvSpPr>
        <p:spPr>
          <a:xfrm>
            <a:off x="2110827" y="4183276"/>
            <a:ext cx="73174" cy="6627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1" lang="zh-CN" altLang="en-US" sz="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4" name="文本框 863">
            <a:extLst>
              <a:ext uri="{FF2B5EF4-FFF2-40B4-BE49-F238E27FC236}">
                <a16:creationId xmlns:a16="http://schemas.microsoft.com/office/drawing/2014/main" id="{E2FA9426-A816-0147-8A33-FE2E9FA21A79}"/>
              </a:ext>
            </a:extLst>
          </p:cNvPr>
          <p:cNvSpPr txBox="1"/>
          <p:nvPr/>
        </p:nvSpPr>
        <p:spPr>
          <a:xfrm>
            <a:off x="2014785" y="4222346"/>
            <a:ext cx="46120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epr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65" name="组合 864">
            <a:extLst>
              <a:ext uri="{FF2B5EF4-FFF2-40B4-BE49-F238E27FC236}">
                <a16:creationId xmlns:a16="http://schemas.microsoft.com/office/drawing/2014/main" id="{D0D23E88-C9FA-5449-8919-A898DC220661}"/>
              </a:ext>
            </a:extLst>
          </p:cNvPr>
          <p:cNvGrpSpPr/>
          <p:nvPr/>
        </p:nvGrpSpPr>
        <p:grpSpPr>
          <a:xfrm rot="10800000">
            <a:off x="3257533" y="3890801"/>
            <a:ext cx="39790" cy="125465"/>
            <a:chOff x="747494" y="1442600"/>
            <a:chExt cx="75952" cy="246538"/>
          </a:xfrm>
        </p:grpSpPr>
        <p:sp>
          <p:nvSpPr>
            <p:cNvPr id="866" name="任意形状 865">
              <a:extLst>
                <a:ext uri="{FF2B5EF4-FFF2-40B4-BE49-F238E27FC236}">
                  <a16:creationId xmlns:a16="http://schemas.microsoft.com/office/drawing/2014/main" id="{C77A3113-2B1A-9F48-944E-6870385436E4}"/>
                </a:ext>
              </a:extLst>
            </p:cNvPr>
            <p:cNvSpPr/>
            <p:nvPr/>
          </p:nvSpPr>
          <p:spPr>
            <a:xfrm>
              <a:off x="785470" y="1461564"/>
              <a:ext cx="12705" cy="189645"/>
            </a:xfrm>
            <a:custGeom>
              <a:avLst/>
              <a:gdLst>
                <a:gd name="connsiteX0" fmla="*/ 0 w 12705"/>
                <a:gd name="connsiteY0" fmla="*/ 0 h 189645"/>
                <a:gd name="connsiteX1" fmla="*/ 0 w 12705"/>
                <a:gd name="connsiteY1" fmla="*/ 189646 h 189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705" h="189645">
                  <a:moveTo>
                    <a:pt x="0" y="0"/>
                  </a:moveTo>
                  <a:lnTo>
                    <a:pt x="0" y="189646"/>
                  </a:lnTo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67" name="任意形状 866">
              <a:extLst>
                <a:ext uri="{FF2B5EF4-FFF2-40B4-BE49-F238E27FC236}">
                  <a16:creationId xmlns:a16="http://schemas.microsoft.com/office/drawing/2014/main" id="{9F323F92-A253-384C-8F1F-AC43D350EA64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solidFill>
              <a:srgbClr val="FFFFFF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68" name="任意形状 867">
              <a:extLst>
                <a:ext uri="{FF2B5EF4-FFF2-40B4-BE49-F238E27FC236}">
                  <a16:creationId xmlns:a16="http://schemas.microsoft.com/office/drawing/2014/main" id="{9AB87803-9D1D-D24E-B3BC-E425C60D3334}"/>
                </a:ext>
              </a:extLst>
            </p:cNvPr>
            <p:cNvSpPr/>
            <p:nvPr/>
          </p:nvSpPr>
          <p:spPr>
            <a:xfrm>
              <a:off x="747494" y="1613281"/>
              <a:ext cx="75952" cy="75857"/>
            </a:xfrm>
            <a:custGeom>
              <a:avLst/>
              <a:gdLst>
                <a:gd name="connsiteX0" fmla="*/ 75952 w 75952"/>
                <a:gd name="connsiteY0" fmla="*/ 37929 h 75857"/>
                <a:gd name="connsiteX1" fmla="*/ 37976 w 75952"/>
                <a:gd name="connsiteY1" fmla="*/ 0 h 75857"/>
                <a:gd name="connsiteX2" fmla="*/ 0 w 75952"/>
                <a:gd name="connsiteY2" fmla="*/ 37929 h 75857"/>
                <a:gd name="connsiteX3" fmla="*/ 37976 w 75952"/>
                <a:gd name="connsiteY3" fmla="*/ 75857 h 75857"/>
                <a:gd name="connsiteX4" fmla="*/ 75952 w 75952"/>
                <a:gd name="connsiteY4" fmla="*/ 37929 h 75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952" h="75857">
                  <a:moveTo>
                    <a:pt x="75952" y="37929"/>
                  </a:moveTo>
                  <a:cubicBezTo>
                    <a:pt x="75952" y="16981"/>
                    <a:pt x="58940" y="0"/>
                    <a:pt x="37976" y="0"/>
                  </a:cubicBezTo>
                  <a:cubicBezTo>
                    <a:pt x="17000" y="0"/>
                    <a:pt x="0" y="16981"/>
                    <a:pt x="0" y="37929"/>
                  </a:cubicBezTo>
                  <a:cubicBezTo>
                    <a:pt x="0" y="58877"/>
                    <a:pt x="17000" y="75857"/>
                    <a:pt x="37976" y="75857"/>
                  </a:cubicBezTo>
                  <a:cubicBezTo>
                    <a:pt x="58940" y="75857"/>
                    <a:pt x="75952" y="58877"/>
                    <a:pt x="75952" y="37929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grpSp>
          <p:nvGrpSpPr>
            <p:cNvPr id="869" name="图形 2">
              <a:extLst>
                <a:ext uri="{FF2B5EF4-FFF2-40B4-BE49-F238E27FC236}">
                  <a16:creationId xmlns:a16="http://schemas.microsoft.com/office/drawing/2014/main" id="{7F3E9932-8150-7E45-9024-46496CFE9C26}"/>
                </a:ext>
              </a:extLst>
            </p:cNvPr>
            <p:cNvGrpSpPr/>
            <p:nvPr/>
          </p:nvGrpSpPr>
          <p:grpSpPr>
            <a:xfrm>
              <a:off x="747494" y="1613281"/>
              <a:ext cx="75952" cy="75857"/>
              <a:chOff x="1905278" y="368158"/>
              <a:chExt cx="75952" cy="75857"/>
            </a:xfrm>
            <a:noFill/>
          </p:grpSpPr>
          <p:sp>
            <p:nvSpPr>
              <p:cNvPr id="872" name="任意形状 871">
                <a:extLst>
                  <a:ext uri="{FF2B5EF4-FFF2-40B4-BE49-F238E27FC236}">
                    <a16:creationId xmlns:a16="http://schemas.microsoft.com/office/drawing/2014/main" id="{CF93923F-77CB-844B-8572-4B22C245F2C7}"/>
                  </a:ext>
                </a:extLst>
              </p:cNvPr>
              <p:cNvSpPr/>
              <p:nvPr/>
            </p:nvSpPr>
            <p:spPr>
              <a:xfrm>
                <a:off x="1905278" y="406087"/>
                <a:ext cx="75952" cy="12690"/>
              </a:xfrm>
              <a:custGeom>
                <a:avLst/>
                <a:gdLst>
                  <a:gd name="connsiteX0" fmla="*/ 0 w 75952"/>
                  <a:gd name="connsiteY0" fmla="*/ 0 h 12690"/>
                  <a:gd name="connsiteX1" fmla="*/ 75952 w 75952"/>
                  <a:gd name="connsiteY1" fmla="*/ 0 h 12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75952" h="12690">
                    <a:moveTo>
                      <a:pt x="0" y="0"/>
                    </a:moveTo>
                    <a:lnTo>
                      <a:pt x="75952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  <p:sp>
            <p:nvSpPr>
              <p:cNvPr id="873" name="任意形状 872">
                <a:extLst>
                  <a:ext uri="{FF2B5EF4-FFF2-40B4-BE49-F238E27FC236}">
                    <a16:creationId xmlns:a16="http://schemas.microsoft.com/office/drawing/2014/main" id="{2E4E4626-1FDA-1D40-AE60-783EAFDC53AE}"/>
                  </a:ext>
                </a:extLst>
              </p:cNvPr>
              <p:cNvSpPr/>
              <p:nvPr/>
            </p:nvSpPr>
            <p:spPr>
              <a:xfrm>
                <a:off x="1943254" y="368158"/>
                <a:ext cx="12705" cy="75857"/>
              </a:xfrm>
              <a:custGeom>
                <a:avLst/>
                <a:gdLst>
                  <a:gd name="connsiteX0" fmla="*/ 0 w 12705"/>
                  <a:gd name="connsiteY0" fmla="*/ 75857 h 75857"/>
                  <a:gd name="connsiteX1" fmla="*/ 0 w 12705"/>
                  <a:gd name="connsiteY1" fmla="*/ 0 h 75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2705" h="75857">
                    <a:moveTo>
                      <a:pt x="0" y="75857"/>
                    </a:moveTo>
                    <a:lnTo>
                      <a:pt x="0" y="0"/>
                    </a:lnTo>
                  </a:path>
                </a:pathLst>
              </a:custGeom>
              <a:noFill/>
              <a:ln w="5059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870" name="任意形状 869">
              <a:extLst>
                <a:ext uri="{FF2B5EF4-FFF2-40B4-BE49-F238E27FC236}">
                  <a16:creationId xmlns:a16="http://schemas.microsoft.com/office/drawing/2014/main" id="{7ED0E1E6-6F38-5246-A3B5-187B2B2780DD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solidFill>
              <a:srgbClr val="000000"/>
            </a:solidFill>
            <a:ln w="12695" cap="rnd">
              <a:noFill/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  <p:sp>
          <p:nvSpPr>
            <p:cNvPr id="871" name="任意形状 870">
              <a:extLst>
                <a:ext uri="{FF2B5EF4-FFF2-40B4-BE49-F238E27FC236}">
                  <a16:creationId xmlns:a16="http://schemas.microsoft.com/office/drawing/2014/main" id="{A7DE83F7-FB60-7641-A57A-D3C0F88F1012}"/>
                </a:ext>
              </a:extLst>
            </p:cNvPr>
            <p:cNvSpPr/>
            <p:nvPr/>
          </p:nvSpPr>
          <p:spPr>
            <a:xfrm>
              <a:off x="766476" y="1442600"/>
              <a:ext cx="37976" cy="37929"/>
            </a:xfrm>
            <a:custGeom>
              <a:avLst/>
              <a:gdLst>
                <a:gd name="connsiteX0" fmla="*/ 37976 w 37976"/>
                <a:gd name="connsiteY0" fmla="*/ 18964 h 37929"/>
                <a:gd name="connsiteX1" fmla="*/ 18994 w 37976"/>
                <a:gd name="connsiteY1" fmla="*/ 0 h 37929"/>
                <a:gd name="connsiteX2" fmla="*/ 0 w 37976"/>
                <a:gd name="connsiteY2" fmla="*/ 18964 h 37929"/>
                <a:gd name="connsiteX3" fmla="*/ 18994 w 37976"/>
                <a:gd name="connsiteY3" fmla="*/ 37930 h 37929"/>
                <a:gd name="connsiteX4" fmla="*/ 37976 w 37976"/>
                <a:gd name="connsiteY4" fmla="*/ 18964 h 37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76" h="37929">
                  <a:moveTo>
                    <a:pt x="37976" y="18964"/>
                  </a:moveTo>
                  <a:cubicBezTo>
                    <a:pt x="37976" y="8491"/>
                    <a:pt x="29476" y="0"/>
                    <a:pt x="18994" y="0"/>
                  </a:cubicBezTo>
                  <a:cubicBezTo>
                    <a:pt x="8500" y="0"/>
                    <a:pt x="0" y="8491"/>
                    <a:pt x="0" y="18964"/>
                  </a:cubicBezTo>
                  <a:cubicBezTo>
                    <a:pt x="0" y="29439"/>
                    <a:pt x="8500" y="37930"/>
                    <a:pt x="18994" y="37930"/>
                  </a:cubicBezTo>
                  <a:cubicBezTo>
                    <a:pt x="29476" y="37930"/>
                    <a:pt x="37976" y="29439"/>
                    <a:pt x="37976" y="18964"/>
                  </a:cubicBezTo>
                  <a:close/>
                </a:path>
              </a:pathLst>
            </a:custGeom>
            <a:noFill/>
            <a:ln w="5059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/>
            </a:p>
          </p:txBody>
        </p:sp>
      </p:grpSp>
      <p:sp>
        <p:nvSpPr>
          <p:cNvPr id="874" name="文本框 873">
            <a:extLst>
              <a:ext uri="{FF2B5EF4-FFF2-40B4-BE49-F238E27FC236}">
                <a16:creationId xmlns:a16="http://schemas.microsoft.com/office/drawing/2014/main" id="{7A173407-0800-3740-9AA5-2A77EF56DBEB}"/>
              </a:ext>
            </a:extLst>
          </p:cNvPr>
          <p:cNvSpPr txBox="1"/>
          <p:nvPr/>
        </p:nvSpPr>
        <p:spPr>
          <a:xfrm>
            <a:off x="3321030" y="3719216"/>
            <a:ext cx="2615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CN" sz="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75" name="直线连接符 874">
            <a:extLst>
              <a:ext uri="{FF2B5EF4-FFF2-40B4-BE49-F238E27FC236}">
                <a16:creationId xmlns:a16="http://schemas.microsoft.com/office/drawing/2014/main" id="{84823C15-D878-DC47-97F1-481D930CE217}"/>
              </a:ext>
            </a:extLst>
          </p:cNvPr>
          <p:cNvCxnSpPr>
            <a:cxnSpLocks/>
          </p:cNvCxnSpPr>
          <p:nvPr/>
        </p:nvCxnSpPr>
        <p:spPr>
          <a:xfrm>
            <a:off x="3407084" y="3865977"/>
            <a:ext cx="0" cy="216770"/>
          </a:xfrm>
          <a:prstGeom prst="line">
            <a:avLst/>
          </a:prstGeom>
          <a:ln w="3810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76" name="组合 875">
            <a:extLst>
              <a:ext uri="{FF2B5EF4-FFF2-40B4-BE49-F238E27FC236}">
                <a16:creationId xmlns:a16="http://schemas.microsoft.com/office/drawing/2014/main" id="{543B6094-3BD8-EC4C-AD46-D981D25F69FB}"/>
              </a:ext>
            </a:extLst>
          </p:cNvPr>
          <p:cNvGrpSpPr/>
          <p:nvPr/>
        </p:nvGrpSpPr>
        <p:grpSpPr>
          <a:xfrm>
            <a:off x="4826643" y="5195783"/>
            <a:ext cx="2244563" cy="941832"/>
            <a:chOff x="5023315" y="5083071"/>
            <a:chExt cx="2244563" cy="941832"/>
          </a:xfrm>
        </p:grpSpPr>
        <p:grpSp>
          <p:nvGrpSpPr>
            <p:cNvPr id="877" name="组合 876">
              <a:extLst>
                <a:ext uri="{FF2B5EF4-FFF2-40B4-BE49-F238E27FC236}">
                  <a16:creationId xmlns:a16="http://schemas.microsoft.com/office/drawing/2014/main" id="{4D2EF2AC-6CCE-AC49-8FDC-C17992A0683C}"/>
                </a:ext>
              </a:extLst>
            </p:cNvPr>
            <p:cNvGrpSpPr/>
            <p:nvPr/>
          </p:nvGrpSpPr>
          <p:grpSpPr>
            <a:xfrm>
              <a:off x="5625498" y="5117277"/>
              <a:ext cx="1642380" cy="834608"/>
              <a:chOff x="4890232" y="5232409"/>
              <a:chExt cx="2331836" cy="1284497"/>
            </a:xfrm>
          </p:grpSpPr>
          <p:sp>
            <p:nvSpPr>
              <p:cNvPr id="929" name="任意形状 928">
                <a:extLst>
                  <a:ext uri="{FF2B5EF4-FFF2-40B4-BE49-F238E27FC236}">
                    <a16:creationId xmlns:a16="http://schemas.microsoft.com/office/drawing/2014/main" id="{A2D3D384-93F6-6B44-87AD-713C92AB421E}"/>
                  </a:ext>
                </a:extLst>
              </p:cNvPr>
              <p:cNvSpPr/>
              <p:nvPr/>
            </p:nvSpPr>
            <p:spPr>
              <a:xfrm>
                <a:off x="4991904" y="6270763"/>
                <a:ext cx="2130702" cy="239938"/>
              </a:xfrm>
              <a:custGeom>
                <a:avLst/>
                <a:gdLst>
                  <a:gd name="connsiteX0" fmla="*/ 1617419 w 6779094"/>
                  <a:gd name="connsiteY0" fmla="*/ 815114 h 815114"/>
                  <a:gd name="connsiteX1" fmla="*/ 1610387 w 6779094"/>
                  <a:gd name="connsiteY1" fmla="*/ 801061 h 815114"/>
                  <a:gd name="connsiteX2" fmla="*/ 1582258 w 6779094"/>
                  <a:gd name="connsiteY2" fmla="*/ 794034 h 815114"/>
                  <a:gd name="connsiteX3" fmla="*/ 1582258 w 6779094"/>
                  <a:gd name="connsiteY3" fmla="*/ 758900 h 815114"/>
                  <a:gd name="connsiteX4" fmla="*/ 1596322 w 6779094"/>
                  <a:gd name="connsiteY4" fmla="*/ 709712 h 815114"/>
                  <a:gd name="connsiteX5" fmla="*/ 1624451 w 6779094"/>
                  <a:gd name="connsiteY5" fmla="*/ 716739 h 815114"/>
                  <a:gd name="connsiteX6" fmla="*/ 1666645 w 6779094"/>
                  <a:gd name="connsiteY6" fmla="*/ 639443 h 815114"/>
                  <a:gd name="connsiteX7" fmla="*/ 1645548 w 6779094"/>
                  <a:gd name="connsiteY7" fmla="*/ 632416 h 815114"/>
                  <a:gd name="connsiteX8" fmla="*/ 1624451 w 6779094"/>
                  <a:gd name="connsiteY8" fmla="*/ 604309 h 815114"/>
                  <a:gd name="connsiteX9" fmla="*/ 1610387 w 6779094"/>
                  <a:gd name="connsiteY9" fmla="*/ 618363 h 815114"/>
                  <a:gd name="connsiteX10" fmla="*/ 1589290 w 6779094"/>
                  <a:gd name="connsiteY10" fmla="*/ 590255 h 815114"/>
                  <a:gd name="connsiteX11" fmla="*/ 1497871 w 6779094"/>
                  <a:gd name="connsiteY11" fmla="*/ 618363 h 815114"/>
                  <a:gd name="connsiteX12" fmla="*/ 1483806 w 6779094"/>
                  <a:gd name="connsiteY12" fmla="*/ 611336 h 815114"/>
                  <a:gd name="connsiteX13" fmla="*/ 1490838 w 6779094"/>
                  <a:gd name="connsiteY13" fmla="*/ 604309 h 815114"/>
                  <a:gd name="connsiteX14" fmla="*/ 1469742 w 6779094"/>
                  <a:gd name="connsiteY14" fmla="*/ 576202 h 815114"/>
                  <a:gd name="connsiteX15" fmla="*/ 1406451 w 6779094"/>
                  <a:gd name="connsiteY15" fmla="*/ 569175 h 815114"/>
                  <a:gd name="connsiteX16" fmla="*/ 1399419 w 6779094"/>
                  <a:gd name="connsiteY16" fmla="*/ 590255 h 815114"/>
                  <a:gd name="connsiteX17" fmla="*/ 1392387 w 6779094"/>
                  <a:gd name="connsiteY17" fmla="*/ 583228 h 815114"/>
                  <a:gd name="connsiteX18" fmla="*/ 1364258 w 6779094"/>
                  <a:gd name="connsiteY18" fmla="*/ 597282 h 815114"/>
                  <a:gd name="connsiteX19" fmla="*/ 1315032 w 6779094"/>
                  <a:gd name="connsiteY19" fmla="*/ 548094 h 815114"/>
                  <a:gd name="connsiteX20" fmla="*/ 1265806 w 6779094"/>
                  <a:gd name="connsiteY20" fmla="*/ 548094 h 815114"/>
                  <a:gd name="connsiteX21" fmla="*/ 1258774 w 6779094"/>
                  <a:gd name="connsiteY21" fmla="*/ 512960 h 815114"/>
                  <a:gd name="connsiteX22" fmla="*/ 1181419 w 6779094"/>
                  <a:gd name="connsiteY22" fmla="*/ 435665 h 815114"/>
                  <a:gd name="connsiteX23" fmla="*/ 1174387 w 6779094"/>
                  <a:gd name="connsiteY23" fmla="*/ 449718 h 815114"/>
                  <a:gd name="connsiteX24" fmla="*/ 1160322 w 6779094"/>
                  <a:gd name="connsiteY24" fmla="*/ 449718 h 815114"/>
                  <a:gd name="connsiteX25" fmla="*/ 1153290 w 6779094"/>
                  <a:gd name="connsiteY25" fmla="*/ 477826 h 815114"/>
                  <a:gd name="connsiteX26" fmla="*/ 1111096 w 6779094"/>
                  <a:gd name="connsiteY26" fmla="*/ 477826 h 815114"/>
                  <a:gd name="connsiteX27" fmla="*/ 1019677 w 6779094"/>
                  <a:gd name="connsiteY27" fmla="*/ 534040 h 815114"/>
                  <a:gd name="connsiteX28" fmla="*/ 1033742 w 6779094"/>
                  <a:gd name="connsiteY28" fmla="*/ 597282 h 815114"/>
                  <a:gd name="connsiteX29" fmla="*/ 998580 w 6779094"/>
                  <a:gd name="connsiteY29" fmla="*/ 632416 h 815114"/>
                  <a:gd name="connsiteX30" fmla="*/ 949355 w 6779094"/>
                  <a:gd name="connsiteY30" fmla="*/ 632416 h 815114"/>
                  <a:gd name="connsiteX31" fmla="*/ 949355 w 6779094"/>
                  <a:gd name="connsiteY31" fmla="*/ 618363 h 815114"/>
                  <a:gd name="connsiteX32" fmla="*/ 893097 w 6779094"/>
                  <a:gd name="connsiteY32" fmla="*/ 660524 h 815114"/>
                  <a:gd name="connsiteX33" fmla="*/ 893097 w 6779094"/>
                  <a:gd name="connsiteY33" fmla="*/ 674577 h 815114"/>
                  <a:gd name="connsiteX34" fmla="*/ 850903 w 6779094"/>
                  <a:gd name="connsiteY34" fmla="*/ 660524 h 815114"/>
                  <a:gd name="connsiteX35" fmla="*/ 836838 w 6779094"/>
                  <a:gd name="connsiteY35" fmla="*/ 625389 h 815114"/>
                  <a:gd name="connsiteX36" fmla="*/ 808709 w 6779094"/>
                  <a:gd name="connsiteY36" fmla="*/ 639443 h 815114"/>
                  <a:gd name="connsiteX37" fmla="*/ 801677 w 6779094"/>
                  <a:gd name="connsiteY37" fmla="*/ 632416 h 815114"/>
                  <a:gd name="connsiteX38" fmla="*/ 766516 w 6779094"/>
                  <a:gd name="connsiteY38" fmla="*/ 674577 h 815114"/>
                  <a:gd name="connsiteX39" fmla="*/ 766516 w 6779094"/>
                  <a:gd name="connsiteY39" fmla="*/ 730792 h 815114"/>
                  <a:gd name="connsiteX40" fmla="*/ 752451 w 6779094"/>
                  <a:gd name="connsiteY40" fmla="*/ 744846 h 815114"/>
                  <a:gd name="connsiteX41" fmla="*/ 646968 w 6779094"/>
                  <a:gd name="connsiteY41" fmla="*/ 639443 h 815114"/>
                  <a:gd name="connsiteX42" fmla="*/ 618839 w 6779094"/>
                  <a:gd name="connsiteY42" fmla="*/ 674577 h 815114"/>
                  <a:gd name="connsiteX43" fmla="*/ 625871 w 6779094"/>
                  <a:gd name="connsiteY43" fmla="*/ 695658 h 815114"/>
                  <a:gd name="connsiteX44" fmla="*/ 611806 w 6779094"/>
                  <a:gd name="connsiteY44" fmla="*/ 709712 h 815114"/>
                  <a:gd name="connsiteX45" fmla="*/ 590710 w 6779094"/>
                  <a:gd name="connsiteY45" fmla="*/ 695658 h 815114"/>
                  <a:gd name="connsiteX46" fmla="*/ 576645 w 6779094"/>
                  <a:gd name="connsiteY46" fmla="*/ 660524 h 815114"/>
                  <a:gd name="connsiteX47" fmla="*/ 583677 w 6779094"/>
                  <a:gd name="connsiteY47" fmla="*/ 653497 h 815114"/>
                  <a:gd name="connsiteX48" fmla="*/ 541484 w 6779094"/>
                  <a:gd name="connsiteY48" fmla="*/ 632416 h 815114"/>
                  <a:gd name="connsiteX49" fmla="*/ 534451 w 6779094"/>
                  <a:gd name="connsiteY49" fmla="*/ 674577 h 815114"/>
                  <a:gd name="connsiteX50" fmla="*/ 492258 w 6779094"/>
                  <a:gd name="connsiteY50" fmla="*/ 709712 h 815114"/>
                  <a:gd name="connsiteX51" fmla="*/ 499290 w 6779094"/>
                  <a:gd name="connsiteY51" fmla="*/ 723765 h 815114"/>
                  <a:gd name="connsiteX52" fmla="*/ 464129 w 6779094"/>
                  <a:gd name="connsiteY52" fmla="*/ 737819 h 815114"/>
                  <a:gd name="connsiteX53" fmla="*/ 464129 w 6779094"/>
                  <a:gd name="connsiteY53" fmla="*/ 751873 h 815114"/>
                  <a:gd name="connsiteX54" fmla="*/ 450064 w 6779094"/>
                  <a:gd name="connsiteY54" fmla="*/ 758900 h 815114"/>
                  <a:gd name="connsiteX55" fmla="*/ 414903 w 6779094"/>
                  <a:gd name="connsiteY55" fmla="*/ 751873 h 815114"/>
                  <a:gd name="connsiteX56" fmla="*/ 386774 w 6779094"/>
                  <a:gd name="connsiteY56" fmla="*/ 695658 h 815114"/>
                  <a:gd name="connsiteX57" fmla="*/ 372710 w 6779094"/>
                  <a:gd name="connsiteY57" fmla="*/ 702685 h 815114"/>
                  <a:gd name="connsiteX58" fmla="*/ 358645 w 6779094"/>
                  <a:gd name="connsiteY58" fmla="*/ 681604 h 815114"/>
                  <a:gd name="connsiteX59" fmla="*/ 316452 w 6779094"/>
                  <a:gd name="connsiteY59" fmla="*/ 660524 h 815114"/>
                  <a:gd name="connsiteX60" fmla="*/ 302387 w 6779094"/>
                  <a:gd name="connsiteY60" fmla="*/ 674577 h 815114"/>
                  <a:gd name="connsiteX61" fmla="*/ 281290 w 6779094"/>
                  <a:gd name="connsiteY61" fmla="*/ 646470 h 815114"/>
                  <a:gd name="connsiteX62" fmla="*/ 267226 w 6779094"/>
                  <a:gd name="connsiteY62" fmla="*/ 646470 h 815114"/>
                  <a:gd name="connsiteX63" fmla="*/ 253161 w 6779094"/>
                  <a:gd name="connsiteY63" fmla="*/ 681604 h 815114"/>
                  <a:gd name="connsiteX64" fmla="*/ 246129 w 6779094"/>
                  <a:gd name="connsiteY64" fmla="*/ 674577 h 815114"/>
                  <a:gd name="connsiteX65" fmla="*/ 253161 w 6779094"/>
                  <a:gd name="connsiteY65" fmla="*/ 695658 h 815114"/>
                  <a:gd name="connsiteX66" fmla="*/ 218000 w 6779094"/>
                  <a:gd name="connsiteY66" fmla="*/ 730792 h 815114"/>
                  <a:gd name="connsiteX67" fmla="*/ 203935 w 6779094"/>
                  <a:gd name="connsiteY67" fmla="*/ 772953 h 815114"/>
                  <a:gd name="connsiteX68" fmla="*/ 168774 w 6779094"/>
                  <a:gd name="connsiteY68" fmla="*/ 772953 h 815114"/>
                  <a:gd name="connsiteX69" fmla="*/ 140645 w 6779094"/>
                  <a:gd name="connsiteY69" fmla="*/ 758900 h 815114"/>
                  <a:gd name="connsiteX70" fmla="*/ 77355 w 6779094"/>
                  <a:gd name="connsiteY70" fmla="*/ 779980 h 815114"/>
                  <a:gd name="connsiteX71" fmla="*/ 42194 w 6779094"/>
                  <a:gd name="connsiteY71" fmla="*/ 737819 h 815114"/>
                  <a:gd name="connsiteX72" fmla="*/ 7032 w 6779094"/>
                  <a:gd name="connsiteY72" fmla="*/ 772953 h 815114"/>
                  <a:gd name="connsiteX73" fmla="*/ 14065 w 6779094"/>
                  <a:gd name="connsiteY73" fmla="*/ 787007 h 815114"/>
                  <a:gd name="connsiteX74" fmla="*/ 0 w 6779094"/>
                  <a:gd name="connsiteY74" fmla="*/ 815114 h 815114"/>
                  <a:gd name="connsiteX75" fmla="*/ 6687676 w 6779094"/>
                  <a:gd name="connsiteY75" fmla="*/ 407557 h 815114"/>
                  <a:gd name="connsiteX76" fmla="*/ 6779095 w 6779094"/>
                  <a:gd name="connsiteY76" fmla="*/ 0 h 815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</a:cxnLst>
                <a:rect l="l" t="t" r="r" b="b"/>
                <a:pathLst>
                  <a:path w="6779094" h="815114">
                    <a:moveTo>
                      <a:pt x="1617419" y="815114"/>
                    </a:moveTo>
                    <a:lnTo>
                      <a:pt x="1610387" y="801061"/>
                    </a:lnTo>
                    <a:lnTo>
                      <a:pt x="1582258" y="794034"/>
                    </a:lnTo>
                    <a:lnTo>
                      <a:pt x="1582258" y="758900"/>
                    </a:lnTo>
                    <a:lnTo>
                      <a:pt x="1596322" y="709712"/>
                    </a:lnTo>
                    <a:lnTo>
                      <a:pt x="1624451" y="716739"/>
                    </a:lnTo>
                    <a:lnTo>
                      <a:pt x="1666645" y="639443"/>
                    </a:lnTo>
                    <a:lnTo>
                      <a:pt x="1645548" y="632416"/>
                    </a:lnTo>
                    <a:lnTo>
                      <a:pt x="1624451" y="604309"/>
                    </a:lnTo>
                    <a:lnTo>
                      <a:pt x="1610387" y="618363"/>
                    </a:lnTo>
                    <a:lnTo>
                      <a:pt x="1589290" y="590255"/>
                    </a:lnTo>
                    <a:lnTo>
                      <a:pt x="1497871" y="618363"/>
                    </a:lnTo>
                    <a:lnTo>
                      <a:pt x="1483806" y="611336"/>
                    </a:lnTo>
                    <a:lnTo>
                      <a:pt x="1490838" y="604309"/>
                    </a:lnTo>
                    <a:lnTo>
                      <a:pt x="1469742" y="576202"/>
                    </a:lnTo>
                    <a:lnTo>
                      <a:pt x="1406451" y="569175"/>
                    </a:lnTo>
                    <a:lnTo>
                      <a:pt x="1399419" y="590255"/>
                    </a:lnTo>
                    <a:lnTo>
                      <a:pt x="1392387" y="583228"/>
                    </a:lnTo>
                    <a:lnTo>
                      <a:pt x="1364258" y="597282"/>
                    </a:lnTo>
                    <a:lnTo>
                      <a:pt x="1315032" y="548094"/>
                    </a:lnTo>
                    <a:lnTo>
                      <a:pt x="1265806" y="548094"/>
                    </a:lnTo>
                    <a:lnTo>
                      <a:pt x="1258774" y="512960"/>
                    </a:lnTo>
                    <a:lnTo>
                      <a:pt x="1181419" y="435665"/>
                    </a:lnTo>
                    <a:lnTo>
                      <a:pt x="1174387" y="449718"/>
                    </a:lnTo>
                    <a:lnTo>
                      <a:pt x="1160322" y="449718"/>
                    </a:lnTo>
                    <a:lnTo>
                      <a:pt x="1153290" y="477826"/>
                    </a:lnTo>
                    <a:lnTo>
                      <a:pt x="1111096" y="477826"/>
                    </a:lnTo>
                    <a:lnTo>
                      <a:pt x="1019677" y="534040"/>
                    </a:lnTo>
                    <a:lnTo>
                      <a:pt x="1033742" y="597282"/>
                    </a:lnTo>
                    <a:lnTo>
                      <a:pt x="998580" y="632416"/>
                    </a:lnTo>
                    <a:lnTo>
                      <a:pt x="949355" y="632416"/>
                    </a:lnTo>
                    <a:lnTo>
                      <a:pt x="949355" y="618363"/>
                    </a:lnTo>
                    <a:lnTo>
                      <a:pt x="893097" y="660524"/>
                    </a:lnTo>
                    <a:lnTo>
                      <a:pt x="893097" y="674577"/>
                    </a:lnTo>
                    <a:lnTo>
                      <a:pt x="850903" y="660524"/>
                    </a:lnTo>
                    <a:lnTo>
                      <a:pt x="836838" y="625389"/>
                    </a:lnTo>
                    <a:lnTo>
                      <a:pt x="808709" y="639443"/>
                    </a:lnTo>
                    <a:lnTo>
                      <a:pt x="801677" y="632416"/>
                    </a:lnTo>
                    <a:lnTo>
                      <a:pt x="766516" y="674577"/>
                    </a:lnTo>
                    <a:lnTo>
                      <a:pt x="766516" y="730792"/>
                    </a:lnTo>
                    <a:lnTo>
                      <a:pt x="752451" y="744846"/>
                    </a:lnTo>
                    <a:lnTo>
                      <a:pt x="646968" y="639443"/>
                    </a:lnTo>
                    <a:lnTo>
                      <a:pt x="618839" y="674577"/>
                    </a:lnTo>
                    <a:lnTo>
                      <a:pt x="625871" y="695658"/>
                    </a:lnTo>
                    <a:lnTo>
                      <a:pt x="611806" y="709712"/>
                    </a:lnTo>
                    <a:lnTo>
                      <a:pt x="590710" y="695658"/>
                    </a:lnTo>
                    <a:lnTo>
                      <a:pt x="576645" y="660524"/>
                    </a:lnTo>
                    <a:lnTo>
                      <a:pt x="583677" y="653497"/>
                    </a:lnTo>
                    <a:lnTo>
                      <a:pt x="541484" y="632416"/>
                    </a:lnTo>
                    <a:lnTo>
                      <a:pt x="534451" y="674577"/>
                    </a:lnTo>
                    <a:lnTo>
                      <a:pt x="492258" y="709712"/>
                    </a:lnTo>
                    <a:lnTo>
                      <a:pt x="499290" y="723765"/>
                    </a:lnTo>
                    <a:lnTo>
                      <a:pt x="464129" y="737819"/>
                    </a:lnTo>
                    <a:lnTo>
                      <a:pt x="464129" y="751873"/>
                    </a:lnTo>
                    <a:lnTo>
                      <a:pt x="450064" y="758900"/>
                    </a:lnTo>
                    <a:lnTo>
                      <a:pt x="414903" y="751873"/>
                    </a:lnTo>
                    <a:lnTo>
                      <a:pt x="386774" y="695658"/>
                    </a:lnTo>
                    <a:lnTo>
                      <a:pt x="372710" y="702685"/>
                    </a:lnTo>
                    <a:lnTo>
                      <a:pt x="358645" y="681604"/>
                    </a:lnTo>
                    <a:lnTo>
                      <a:pt x="316452" y="660524"/>
                    </a:lnTo>
                    <a:lnTo>
                      <a:pt x="302387" y="674577"/>
                    </a:lnTo>
                    <a:lnTo>
                      <a:pt x="281290" y="646470"/>
                    </a:lnTo>
                    <a:lnTo>
                      <a:pt x="267226" y="646470"/>
                    </a:lnTo>
                    <a:lnTo>
                      <a:pt x="253161" y="681604"/>
                    </a:lnTo>
                    <a:lnTo>
                      <a:pt x="246129" y="674577"/>
                    </a:lnTo>
                    <a:lnTo>
                      <a:pt x="253161" y="695658"/>
                    </a:lnTo>
                    <a:lnTo>
                      <a:pt x="218000" y="730792"/>
                    </a:lnTo>
                    <a:lnTo>
                      <a:pt x="203935" y="772953"/>
                    </a:lnTo>
                    <a:lnTo>
                      <a:pt x="168774" y="772953"/>
                    </a:lnTo>
                    <a:lnTo>
                      <a:pt x="140645" y="758900"/>
                    </a:lnTo>
                    <a:lnTo>
                      <a:pt x="77355" y="779980"/>
                    </a:lnTo>
                    <a:lnTo>
                      <a:pt x="42194" y="737819"/>
                    </a:lnTo>
                    <a:lnTo>
                      <a:pt x="7032" y="772953"/>
                    </a:lnTo>
                    <a:lnTo>
                      <a:pt x="14065" y="787007"/>
                    </a:lnTo>
                    <a:lnTo>
                      <a:pt x="0" y="815114"/>
                    </a:lnTo>
                    <a:moveTo>
                      <a:pt x="6687676" y="407557"/>
                    </a:moveTo>
                    <a:lnTo>
                      <a:pt x="6779095" y="0"/>
                    </a:lnTo>
                  </a:path>
                </a:pathLst>
              </a:custGeom>
              <a:noFill/>
              <a:ln w="6350" cap="rnd">
                <a:solidFill>
                  <a:srgbClr val="201920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0" name="任意形状 929">
                <a:extLst>
                  <a:ext uri="{FF2B5EF4-FFF2-40B4-BE49-F238E27FC236}">
                    <a16:creationId xmlns:a16="http://schemas.microsoft.com/office/drawing/2014/main" id="{C0D654FB-A51B-4844-87D6-0C26C4C19DB0}"/>
                  </a:ext>
                </a:extLst>
              </p:cNvPr>
              <p:cNvSpPr/>
              <p:nvPr/>
            </p:nvSpPr>
            <p:spPr>
              <a:xfrm>
                <a:off x="5089156" y="5337899"/>
                <a:ext cx="2210" cy="2068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7026"/>
                </a:pathLst>
              </a:custGeom>
              <a:noFill/>
              <a:ln w="14053" cap="flat">
                <a:solidFill>
                  <a:srgbClr val="201920"/>
                </a:solidFill>
                <a:custDash>
                  <a:ds d="300000" sp="300000"/>
                </a:custDash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1" name="任意形状 930">
                <a:extLst>
                  <a:ext uri="{FF2B5EF4-FFF2-40B4-BE49-F238E27FC236}">
                    <a16:creationId xmlns:a16="http://schemas.microsoft.com/office/drawing/2014/main" id="{FA8751C9-A7EC-764F-88E7-D39730A0A988}"/>
                  </a:ext>
                </a:extLst>
              </p:cNvPr>
              <p:cNvSpPr/>
              <p:nvPr/>
            </p:nvSpPr>
            <p:spPr>
              <a:xfrm>
                <a:off x="6223026" y="6481743"/>
                <a:ext cx="64098" cy="28958"/>
              </a:xfrm>
              <a:custGeom>
                <a:avLst/>
                <a:gdLst>
                  <a:gd name="connsiteX0" fmla="*/ 119548 w 203935"/>
                  <a:gd name="connsiteY0" fmla="*/ 14054 h 98375"/>
                  <a:gd name="connsiteX1" fmla="*/ 98452 w 203935"/>
                  <a:gd name="connsiteY1" fmla="*/ 7027 h 98375"/>
                  <a:gd name="connsiteX2" fmla="*/ 49226 w 203935"/>
                  <a:gd name="connsiteY2" fmla="*/ 28107 h 98375"/>
                  <a:gd name="connsiteX3" fmla="*/ 42194 w 203935"/>
                  <a:gd name="connsiteY3" fmla="*/ 21081 h 98375"/>
                  <a:gd name="connsiteX4" fmla="*/ 7032 w 203935"/>
                  <a:gd name="connsiteY4" fmla="*/ 49188 h 98375"/>
                  <a:gd name="connsiteX5" fmla="*/ 0 w 203935"/>
                  <a:gd name="connsiteY5" fmla="*/ 98376 h 98375"/>
                  <a:gd name="connsiteX6" fmla="*/ 203935 w 203935"/>
                  <a:gd name="connsiteY6" fmla="*/ 98376 h 98375"/>
                  <a:gd name="connsiteX7" fmla="*/ 189871 w 203935"/>
                  <a:gd name="connsiteY7" fmla="*/ 14054 h 98375"/>
                  <a:gd name="connsiteX8" fmla="*/ 154710 w 203935"/>
                  <a:gd name="connsiteY8" fmla="*/ 0 h 98375"/>
                  <a:gd name="connsiteX9" fmla="*/ 119548 w 203935"/>
                  <a:gd name="connsiteY9" fmla="*/ 14054 h 983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3935" h="98375">
                    <a:moveTo>
                      <a:pt x="119548" y="14054"/>
                    </a:moveTo>
                    <a:lnTo>
                      <a:pt x="98452" y="7027"/>
                    </a:lnTo>
                    <a:lnTo>
                      <a:pt x="49226" y="28107"/>
                    </a:lnTo>
                    <a:lnTo>
                      <a:pt x="42194" y="21081"/>
                    </a:lnTo>
                    <a:lnTo>
                      <a:pt x="7032" y="49188"/>
                    </a:lnTo>
                    <a:lnTo>
                      <a:pt x="0" y="98376"/>
                    </a:lnTo>
                    <a:moveTo>
                      <a:pt x="203935" y="98376"/>
                    </a:moveTo>
                    <a:lnTo>
                      <a:pt x="189871" y="14054"/>
                    </a:lnTo>
                    <a:lnTo>
                      <a:pt x="154710" y="0"/>
                    </a:lnTo>
                    <a:lnTo>
                      <a:pt x="119548" y="14054"/>
                    </a:lnTo>
                  </a:path>
                </a:pathLst>
              </a:custGeom>
              <a:noFill/>
              <a:ln w="7026" cap="rnd">
                <a:solidFill>
                  <a:srgbClr val="808080"/>
                </a:solidFill>
                <a:custDash>
                  <a:ds d="600000" sp="300000"/>
                  <a:ds d="300000" sp="300000"/>
                </a:custDash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2" name="任意形状 931">
                <a:extLst>
                  <a:ext uri="{FF2B5EF4-FFF2-40B4-BE49-F238E27FC236}">
                    <a16:creationId xmlns:a16="http://schemas.microsoft.com/office/drawing/2014/main" id="{B3B57038-B418-9C4E-812C-3EC510F11034}"/>
                  </a:ext>
                </a:extLst>
              </p:cNvPr>
              <p:cNvSpPr/>
              <p:nvPr/>
            </p:nvSpPr>
            <p:spPr>
              <a:xfrm>
                <a:off x="6194292" y="5232409"/>
                <a:ext cx="1027776" cy="1278292"/>
              </a:xfrm>
              <a:custGeom>
                <a:avLst/>
                <a:gdLst>
                  <a:gd name="connsiteX0" fmla="*/ 168774 w 3269998"/>
                  <a:gd name="connsiteY0" fmla="*/ 4321512 h 4342592"/>
                  <a:gd name="connsiteX1" fmla="*/ 105484 w 3269998"/>
                  <a:gd name="connsiteY1" fmla="*/ 4314485 h 4342592"/>
                  <a:gd name="connsiteX2" fmla="*/ 105484 w 3269998"/>
                  <a:gd name="connsiteY2" fmla="*/ 4300431 h 4342592"/>
                  <a:gd name="connsiteX3" fmla="*/ 147677 w 3269998"/>
                  <a:gd name="connsiteY3" fmla="*/ 4265297 h 4342592"/>
                  <a:gd name="connsiteX4" fmla="*/ 126581 w 3269998"/>
                  <a:gd name="connsiteY4" fmla="*/ 4265297 h 4342592"/>
                  <a:gd name="connsiteX5" fmla="*/ 119548 w 3269998"/>
                  <a:gd name="connsiteY5" fmla="*/ 4279351 h 4342592"/>
                  <a:gd name="connsiteX6" fmla="*/ 91419 w 3269998"/>
                  <a:gd name="connsiteY6" fmla="*/ 4286377 h 4342592"/>
                  <a:gd name="connsiteX7" fmla="*/ 84387 w 3269998"/>
                  <a:gd name="connsiteY7" fmla="*/ 4244216 h 4342592"/>
                  <a:gd name="connsiteX8" fmla="*/ 70323 w 3269998"/>
                  <a:gd name="connsiteY8" fmla="*/ 4237190 h 4342592"/>
                  <a:gd name="connsiteX9" fmla="*/ 56258 w 3269998"/>
                  <a:gd name="connsiteY9" fmla="*/ 4195028 h 4342592"/>
                  <a:gd name="connsiteX10" fmla="*/ 35161 w 3269998"/>
                  <a:gd name="connsiteY10" fmla="*/ 4188001 h 4342592"/>
                  <a:gd name="connsiteX11" fmla="*/ 56258 w 3269998"/>
                  <a:gd name="connsiteY11" fmla="*/ 4258270 h 4342592"/>
                  <a:gd name="connsiteX12" fmla="*/ 7032 w 3269998"/>
                  <a:gd name="connsiteY12" fmla="*/ 4286377 h 4342592"/>
                  <a:gd name="connsiteX13" fmla="*/ 0 w 3269998"/>
                  <a:gd name="connsiteY13" fmla="*/ 4300431 h 4342592"/>
                  <a:gd name="connsiteX14" fmla="*/ 21097 w 3269998"/>
                  <a:gd name="connsiteY14" fmla="*/ 4286377 h 4342592"/>
                  <a:gd name="connsiteX15" fmla="*/ 28129 w 3269998"/>
                  <a:gd name="connsiteY15" fmla="*/ 4293404 h 4342592"/>
                  <a:gd name="connsiteX16" fmla="*/ 7032 w 3269998"/>
                  <a:gd name="connsiteY16" fmla="*/ 4342592 h 4342592"/>
                  <a:gd name="connsiteX17" fmla="*/ 168774 w 3269998"/>
                  <a:gd name="connsiteY17" fmla="*/ 4321512 h 4342592"/>
                  <a:gd name="connsiteX18" fmla="*/ 175806 w 3269998"/>
                  <a:gd name="connsiteY18" fmla="*/ 4321512 h 4342592"/>
                  <a:gd name="connsiteX19" fmla="*/ 175806 w 3269998"/>
                  <a:gd name="connsiteY19" fmla="*/ 4321512 h 4342592"/>
                  <a:gd name="connsiteX20" fmla="*/ 168774 w 3269998"/>
                  <a:gd name="connsiteY20" fmla="*/ 4321512 h 4342592"/>
                  <a:gd name="connsiteX21" fmla="*/ 175806 w 3269998"/>
                  <a:gd name="connsiteY21" fmla="*/ 4321512 h 4342592"/>
                  <a:gd name="connsiteX22" fmla="*/ 168774 w 3269998"/>
                  <a:gd name="connsiteY22" fmla="*/ 4321512 h 4342592"/>
                  <a:gd name="connsiteX23" fmla="*/ 2025290 w 3269998"/>
                  <a:gd name="connsiteY23" fmla="*/ 2796686 h 4342592"/>
                  <a:gd name="connsiteX24" fmla="*/ 2018257 w 3269998"/>
                  <a:gd name="connsiteY24" fmla="*/ 2810739 h 4342592"/>
                  <a:gd name="connsiteX25" fmla="*/ 2004193 w 3269998"/>
                  <a:gd name="connsiteY25" fmla="*/ 2796686 h 4342592"/>
                  <a:gd name="connsiteX26" fmla="*/ 1961999 w 3269998"/>
                  <a:gd name="connsiteY26" fmla="*/ 2796686 h 4342592"/>
                  <a:gd name="connsiteX27" fmla="*/ 1947935 w 3269998"/>
                  <a:gd name="connsiteY27" fmla="*/ 2782632 h 4342592"/>
                  <a:gd name="connsiteX28" fmla="*/ 1926838 w 3269998"/>
                  <a:gd name="connsiteY28" fmla="*/ 2817766 h 4342592"/>
                  <a:gd name="connsiteX29" fmla="*/ 1933870 w 3269998"/>
                  <a:gd name="connsiteY29" fmla="*/ 2831820 h 4342592"/>
                  <a:gd name="connsiteX30" fmla="*/ 1954967 w 3269998"/>
                  <a:gd name="connsiteY30" fmla="*/ 2817766 h 4342592"/>
                  <a:gd name="connsiteX31" fmla="*/ 1990128 w 3269998"/>
                  <a:gd name="connsiteY31" fmla="*/ 2831820 h 4342592"/>
                  <a:gd name="connsiteX32" fmla="*/ 2011225 w 3269998"/>
                  <a:gd name="connsiteY32" fmla="*/ 2902088 h 4342592"/>
                  <a:gd name="connsiteX33" fmla="*/ 2025290 w 3269998"/>
                  <a:gd name="connsiteY33" fmla="*/ 2916142 h 4342592"/>
                  <a:gd name="connsiteX34" fmla="*/ 2039354 w 3269998"/>
                  <a:gd name="connsiteY34" fmla="*/ 2909115 h 4342592"/>
                  <a:gd name="connsiteX35" fmla="*/ 2025290 w 3269998"/>
                  <a:gd name="connsiteY35" fmla="*/ 2930196 h 4342592"/>
                  <a:gd name="connsiteX36" fmla="*/ 2004193 w 3269998"/>
                  <a:gd name="connsiteY36" fmla="*/ 2923169 h 4342592"/>
                  <a:gd name="connsiteX37" fmla="*/ 1990128 w 3269998"/>
                  <a:gd name="connsiteY37" fmla="*/ 2930196 h 4342592"/>
                  <a:gd name="connsiteX38" fmla="*/ 1990128 w 3269998"/>
                  <a:gd name="connsiteY38" fmla="*/ 2944249 h 4342592"/>
                  <a:gd name="connsiteX39" fmla="*/ 1983096 w 3269998"/>
                  <a:gd name="connsiteY39" fmla="*/ 2937223 h 4342592"/>
                  <a:gd name="connsiteX40" fmla="*/ 1947935 w 3269998"/>
                  <a:gd name="connsiteY40" fmla="*/ 2951276 h 4342592"/>
                  <a:gd name="connsiteX41" fmla="*/ 1954967 w 3269998"/>
                  <a:gd name="connsiteY41" fmla="*/ 2958303 h 4342592"/>
                  <a:gd name="connsiteX42" fmla="*/ 1926838 w 3269998"/>
                  <a:gd name="connsiteY42" fmla="*/ 2986410 h 4342592"/>
                  <a:gd name="connsiteX43" fmla="*/ 1947935 w 3269998"/>
                  <a:gd name="connsiteY43" fmla="*/ 3007491 h 4342592"/>
                  <a:gd name="connsiteX44" fmla="*/ 1947935 w 3269998"/>
                  <a:gd name="connsiteY44" fmla="*/ 3028572 h 4342592"/>
                  <a:gd name="connsiteX45" fmla="*/ 1969032 w 3269998"/>
                  <a:gd name="connsiteY45" fmla="*/ 3035598 h 4342592"/>
                  <a:gd name="connsiteX46" fmla="*/ 1954967 w 3269998"/>
                  <a:gd name="connsiteY46" fmla="*/ 3077760 h 4342592"/>
                  <a:gd name="connsiteX47" fmla="*/ 1933870 w 3269998"/>
                  <a:gd name="connsiteY47" fmla="*/ 3084786 h 4342592"/>
                  <a:gd name="connsiteX48" fmla="*/ 1940903 w 3269998"/>
                  <a:gd name="connsiteY48" fmla="*/ 3133974 h 4342592"/>
                  <a:gd name="connsiteX49" fmla="*/ 1926838 w 3269998"/>
                  <a:gd name="connsiteY49" fmla="*/ 3155055 h 4342592"/>
                  <a:gd name="connsiteX50" fmla="*/ 1884645 w 3269998"/>
                  <a:gd name="connsiteY50" fmla="*/ 3162082 h 4342592"/>
                  <a:gd name="connsiteX51" fmla="*/ 1884645 w 3269998"/>
                  <a:gd name="connsiteY51" fmla="*/ 3176135 h 4342592"/>
                  <a:gd name="connsiteX52" fmla="*/ 1919806 w 3269998"/>
                  <a:gd name="connsiteY52" fmla="*/ 3190189 h 4342592"/>
                  <a:gd name="connsiteX53" fmla="*/ 1926838 w 3269998"/>
                  <a:gd name="connsiteY53" fmla="*/ 3183162 h 4342592"/>
                  <a:gd name="connsiteX54" fmla="*/ 1933870 w 3269998"/>
                  <a:gd name="connsiteY54" fmla="*/ 3225323 h 4342592"/>
                  <a:gd name="connsiteX55" fmla="*/ 1969032 w 3269998"/>
                  <a:gd name="connsiteY55" fmla="*/ 3218296 h 4342592"/>
                  <a:gd name="connsiteX56" fmla="*/ 1954967 w 3269998"/>
                  <a:gd name="connsiteY56" fmla="*/ 3190189 h 4342592"/>
                  <a:gd name="connsiteX57" fmla="*/ 1983096 w 3269998"/>
                  <a:gd name="connsiteY57" fmla="*/ 3162082 h 4342592"/>
                  <a:gd name="connsiteX58" fmla="*/ 2011225 w 3269998"/>
                  <a:gd name="connsiteY58" fmla="*/ 3197216 h 4342592"/>
                  <a:gd name="connsiteX59" fmla="*/ 2011225 w 3269998"/>
                  <a:gd name="connsiteY59" fmla="*/ 3211270 h 4342592"/>
                  <a:gd name="connsiteX60" fmla="*/ 1997161 w 3269998"/>
                  <a:gd name="connsiteY60" fmla="*/ 3211270 h 4342592"/>
                  <a:gd name="connsiteX61" fmla="*/ 2011225 w 3269998"/>
                  <a:gd name="connsiteY61" fmla="*/ 3239377 h 4342592"/>
                  <a:gd name="connsiteX62" fmla="*/ 1990128 w 3269998"/>
                  <a:gd name="connsiteY62" fmla="*/ 3232350 h 4342592"/>
                  <a:gd name="connsiteX63" fmla="*/ 1983096 w 3269998"/>
                  <a:gd name="connsiteY63" fmla="*/ 3253431 h 4342592"/>
                  <a:gd name="connsiteX64" fmla="*/ 1940903 w 3269998"/>
                  <a:gd name="connsiteY64" fmla="*/ 3232350 h 4342592"/>
                  <a:gd name="connsiteX65" fmla="*/ 1940903 w 3269998"/>
                  <a:gd name="connsiteY65" fmla="*/ 3274511 h 4342592"/>
                  <a:gd name="connsiteX66" fmla="*/ 1919806 w 3269998"/>
                  <a:gd name="connsiteY66" fmla="*/ 3267484 h 4342592"/>
                  <a:gd name="connsiteX67" fmla="*/ 1919806 w 3269998"/>
                  <a:gd name="connsiteY67" fmla="*/ 3239377 h 4342592"/>
                  <a:gd name="connsiteX68" fmla="*/ 1905741 w 3269998"/>
                  <a:gd name="connsiteY68" fmla="*/ 3267484 h 4342592"/>
                  <a:gd name="connsiteX69" fmla="*/ 1884645 w 3269998"/>
                  <a:gd name="connsiteY69" fmla="*/ 3239377 h 4342592"/>
                  <a:gd name="connsiteX70" fmla="*/ 1870580 w 3269998"/>
                  <a:gd name="connsiteY70" fmla="*/ 3239377 h 4342592"/>
                  <a:gd name="connsiteX71" fmla="*/ 1877612 w 3269998"/>
                  <a:gd name="connsiteY71" fmla="*/ 3218296 h 4342592"/>
                  <a:gd name="connsiteX72" fmla="*/ 1870580 w 3269998"/>
                  <a:gd name="connsiteY72" fmla="*/ 3225323 h 4342592"/>
                  <a:gd name="connsiteX73" fmla="*/ 1849483 w 3269998"/>
                  <a:gd name="connsiteY73" fmla="*/ 3211270 h 4342592"/>
                  <a:gd name="connsiteX74" fmla="*/ 1849483 w 3269998"/>
                  <a:gd name="connsiteY74" fmla="*/ 3253431 h 4342592"/>
                  <a:gd name="connsiteX75" fmla="*/ 1828387 w 3269998"/>
                  <a:gd name="connsiteY75" fmla="*/ 3253431 h 4342592"/>
                  <a:gd name="connsiteX76" fmla="*/ 1821354 w 3269998"/>
                  <a:gd name="connsiteY76" fmla="*/ 3232350 h 4342592"/>
                  <a:gd name="connsiteX77" fmla="*/ 1807290 w 3269998"/>
                  <a:gd name="connsiteY77" fmla="*/ 3232350 h 4342592"/>
                  <a:gd name="connsiteX78" fmla="*/ 1814322 w 3269998"/>
                  <a:gd name="connsiteY78" fmla="*/ 3239377 h 4342592"/>
                  <a:gd name="connsiteX79" fmla="*/ 1800258 w 3269998"/>
                  <a:gd name="connsiteY79" fmla="*/ 3246404 h 4342592"/>
                  <a:gd name="connsiteX80" fmla="*/ 1786193 w 3269998"/>
                  <a:gd name="connsiteY80" fmla="*/ 3239377 h 4342592"/>
                  <a:gd name="connsiteX81" fmla="*/ 1779161 w 3269998"/>
                  <a:gd name="connsiteY81" fmla="*/ 3260458 h 4342592"/>
                  <a:gd name="connsiteX82" fmla="*/ 1856516 w 3269998"/>
                  <a:gd name="connsiteY82" fmla="*/ 3302619 h 4342592"/>
                  <a:gd name="connsiteX83" fmla="*/ 1842451 w 3269998"/>
                  <a:gd name="connsiteY83" fmla="*/ 3316672 h 4342592"/>
                  <a:gd name="connsiteX84" fmla="*/ 1835419 w 3269998"/>
                  <a:gd name="connsiteY84" fmla="*/ 3309645 h 4342592"/>
                  <a:gd name="connsiteX85" fmla="*/ 1835419 w 3269998"/>
                  <a:gd name="connsiteY85" fmla="*/ 3330726 h 4342592"/>
                  <a:gd name="connsiteX86" fmla="*/ 1821354 w 3269998"/>
                  <a:gd name="connsiteY86" fmla="*/ 3337753 h 4342592"/>
                  <a:gd name="connsiteX87" fmla="*/ 1779161 w 3269998"/>
                  <a:gd name="connsiteY87" fmla="*/ 3323699 h 4342592"/>
                  <a:gd name="connsiteX88" fmla="*/ 1779161 w 3269998"/>
                  <a:gd name="connsiteY88" fmla="*/ 3379914 h 4342592"/>
                  <a:gd name="connsiteX89" fmla="*/ 1765096 w 3269998"/>
                  <a:gd name="connsiteY89" fmla="*/ 3379914 h 4342592"/>
                  <a:gd name="connsiteX90" fmla="*/ 1779161 w 3269998"/>
                  <a:gd name="connsiteY90" fmla="*/ 3358833 h 4342592"/>
                  <a:gd name="connsiteX91" fmla="*/ 1744000 w 3269998"/>
                  <a:gd name="connsiteY91" fmla="*/ 3344780 h 4342592"/>
                  <a:gd name="connsiteX92" fmla="*/ 1758064 w 3269998"/>
                  <a:gd name="connsiteY92" fmla="*/ 3330726 h 4342592"/>
                  <a:gd name="connsiteX93" fmla="*/ 1751032 w 3269998"/>
                  <a:gd name="connsiteY93" fmla="*/ 3316672 h 4342592"/>
                  <a:gd name="connsiteX94" fmla="*/ 1729935 w 3269998"/>
                  <a:gd name="connsiteY94" fmla="*/ 3323699 h 4342592"/>
                  <a:gd name="connsiteX95" fmla="*/ 1729935 w 3269998"/>
                  <a:gd name="connsiteY95" fmla="*/ 3309645 h 4342592"/>
                  <a:gd name="connsiteX96" fmla="*/ 1744000 w 3269998"/>
                  <a:gd name="connsiteY96" fmla="*/ 3309645 h 4342592"/>
                  <a:gd name="connsiteX97" fmla="*/ 1729935 w 3269998"/>
                  <a:gd name="connsiteY97" fmla="*/ 3295592 h 4342592"/>
                  <a:gd name="connsiteX98" fmla="*/ 1715870 w 3269998"/>
                  <a:gd name="connsiteY98" fmla="*/ 3309645 h 4342592"/>
                  <a:gd name="connsiteX99" fmla="*/ 1708838 w 3269998"/>
                  <a:gd name="connsiteY99" fmla="*/ 3302619 h 4342592"/>
                  <a:gd name="connsiteX100" fmla="*/ 1708838 w 3269998"/>
                  <a:gd name="connsiteY100" fmla="*/ 3316672 h 4342592"/>
                  <a:gd name="connsiteX101" fmla="*/ 1729935 w 3269998"/>
                  <a:gd name="connsiteY101" fmla="*/ 3330726 h 4342592"/>
                  <a:gd name="connsiteX102" fmla="*/ 1729935 w 3269998"/>
                  <a:gd name="connsiteY102" fmla="*/ 3351807 h 4342592"/>
                  <a:gd name="connsiteX103" fmla="*/ 1708838 w 3269998"/>
                  <a:gd name="connsiteY103" fmla="*/ 3365860 h 4342592"/>
                  <a:gd name="connsiteX104" fmla="*/ 1722903 w 3269998"/>
                  <a:gd name="connsiteY104" fmla="*/ 3386941 h 4342592"/>
                  <a:gd name="connsiteX105" fmla="*/ 1744000 w 3269998"/>
                  <a:gd name="connsiteY105" fmla="*/ 3372887 h 4342592"/>
                  <a:gd name="connsiteX106" fmla="*/ 1729935 w 3269998"/>
                  <a:gd name="connsiteY106" fmla="*/ 3400995 h 4342592"/>
                  <a:gd name="connsiteX107" fmla="*/ 1744000 w 3269998"/>
                  <a:gd name="connsiteY107" fmla="*/ 3415048 h 4342592"/>
                  <a:gd name="connsiteX108" fmla="*/ 1708838 w 3269998"/>
                  <a:gd name="connsiteY108" fmla="*/ 3422075 h 4342592"/>
                  <a:gd name="connsiteX109" fmla="*/ 1722903 w 3269998"/>
                  <a:gd name="connsiteY109" fmla="*/ 3436129 h 4342592"/>
                  <a:gd name="connsiteX110" fmla="*/ 1729935 w 3269998"/>
                  <a:gd name="connsiteY110" fmla="*/ 3429102 h 4342592"/>
                  <a:gd name="connsiteX111" fmla="*/ 1722903 w 3269998"/>
                  <a:gd name="connsiteY111" fmla="*/ 3443156 h 4342592"/>
                  <a:gd name="connsiteX112" fmla="*/ 1701806 w 3269998"/>
                  <a:gd name="connsiteY112" fmla="*/ 3436129 h 4342592"/>
                  <a:gd name="connsiteX113" fmla="*/ 1666645 w 3269998"/>
                  <a:gd name="connsiteY113" fmla="*/ 3450182 h 4342592"/>
                  <a:gd name="connsiteX114" fmla="*/ 1624451 w 3269998"/>
                  <a:gd name="connsiteY114" fmla="*/ 3450182 h 4342592"/>
                  <a:gd name="connsiteX115" fmla="*/ 1631483 w 3269998"/>
                  <a:gd name="connsiteY115" fmla="*/ 3471263 h 4342592"/>
                  <a:gd name="connsiteX116" fmla="*/ 1645548 w 3269998"/>
                  <a:gd name="connsiteY116" fmla="*/ 3471263 h 4342592"/>
                  <a:gd name="connsiteX117" fmla="*/ 1652580 w 3269998"/>
                  <a:gd name="connsiteY117" fmla="*/ 3457209 h 4342592"/>
                  <a:gd name="connsiteX118" fmla="*/ 1652580 w 3269998"/>
                  <a:gd name="connsiteY118" fmla="*/ 3471263 h 4342592"/>
                  <a:gd name="connsiteX119" fmla="*/ 1666645 w 3269998"/>
                  <a:gd name="connsiteY119" fmla="*/ 3478290 h 4342592"/>
                  <a:gd name="connsiteX120" fmla="*/ 1638516 w 3269998"/>
                  <a:gd name="connsiteY120" fmla="*/ 3513424 h 4342592"/>
                  <a:gd name="connsiteX121" fmla="*/ 1624451 w 3269998"/>
                  <a:gd name="connsiteY121" fmla="*/ 3513424 h 4342592"/>
                  <a:gd name="connsiteX122" fmla="*/ 1624451 w 3269998"/>
                  <a:gd name="connsiteY122" fmla="*/ 3527478 h 4342592"/>
                  <a:gd name="connsiteX123" fmla="*/ 1638516 w 3269998"/>
                  <a:gd name="connsiteY123" fmla="*/ 3534505 h 4342592"/>
                  <a:gd name="connsiteX124" fmla="*/ 1603354 w 3269998"/>
                  <a:gd name="connsiteY124" fmla="*/ 3569639 h 4342592"/>
                  <a:gd name="connsiteX125" fmla="*/ 1582258 w 3269998"/>
                  <a:gd name="connsiteY125" fmla="*/ 3534505 h 4342592"/>
                  <a:gd name="connsiteX126" fmla="*/ 1554129 w 3269998"/>
                  <a:gd name="connsiteY126" fmla="*/ 3534505 h 4342592"/>
                  <a:gd name="connsiteX127" fmla="*/ 1533032 w 3269998"/>
                  <a:gd name="connsiteY127" fmla="*/ 3548558 h 4342592"/>
                  <a:gd name="connsiteX128" fmla="*/ 1533032 w 3269998"/>
                  <a:gd name="connsiteY128" fmla="*/ 3562612 h 4342592"/>
                  <a:gd name="connsiteX129" fmla="*/ 1490838 w 3269998"/>
                  <a:gd name="connsiteY129" fmla="*/ 3569639 h 4342592"/>
                  <a:gd name="connsiteX130" fmla="*/ 1462709 w 3269998"/>
                  <a:gd name="connsiteY130" fmla="*/ 3541531 h 4342592"/>
                  <a:gd name="connsiteX131" fmla="*/ 1441613 w 3269998"/>
                  <a:gd name="connsiteY131" fmla="*/ 3562612 h 4342592"/>
                  <a:gd name="connsiteX132" fmla="*/ 1434580 w 3269998"/>
                  <a:gd name="connsiteY132" fmla="*/ 3604773 h 4342592"/>
                  <a:gd name="connsiteX133" fmla="*/ 1469742 w 3269998"/>
                  <a:gd name="connsiteY133" fmla="*/ 3653961 h 4342592"/>
                  <a:gd name="connsiteX134" fmla="*/ 1413483 w 3269998"/>
                  <a:gd name="connsiteY134" fmla="*/ 3689095 h 4342592"/>
                  <a:gd name="connsiteX135" fmla="*/ 1385354 w 3269998"/>
                  <a:gd name="connsiteY135" fmla="*/ 3745310 h 4342592"/>
                  <a:gd name="connsiteX136" fmla="*/ 1371290 w 3269998"/>
                  <a:gd name="connsiteY136" fmla="*/ 3745310 h 4342592"/>
                  <a:gd name="connsiteX137" fmla="*/ 1343161 w 3269998"/>
                  <a:gd name="connsiteY137" fmla="*/ 3787471 h 4342592"/>
                  <a:gd name="connsiteX138" fmla="*/ 1308000 w 3269998"/>
                  <a:gd name="connsiteY138" fmla="*/ 3787471 h 4342592"/>
                  <a:gd name="connsiteX139" fmla="*/ 1293935 w 3269998"/>
                  <a:gd name="connsiteY139" fmla="*/ 3850713 h 4342592"/>
                  <a:gd name="connsiteX140" fmla="*/ 1272838 w 3269998"/>
                  <a:gd name="connsiteY140" fmla="*/ 3843686 h 4342592"/>
                  <a:gd name="connsiteX141" fmla="*/ 1251742 w 3269998"/>
                  <a:gd name="connsiteY141" fmla="*/ 3857740 h 4342592"/>
                  <a:gd name="connsiteX142" fmla="*/ 1258774 w 3269998"/>
                  <a:gd name="connsiteY142" fmla="*/ 3864766 h 4342592"/>
                  <a:gd name="connsiteX143" fmla="*/ 1237677 w 3269998"/>
                  <a:gd name="connsiteY143" fmla="*/ 3878820 h 4342592"/>
                  <a:gd name="connsiteX144" fmla="*/ 1244709 w 3269998"/>
                  <a:gd name="connsiteY144" fmla="*/ 3885847 h 4342592"/>
                  <a:gd name="connsiteX145" fmla="*/ 1216580 w 3269998"/>
                  <a:gd name="connsiteY145" fmla="*/ 3906928 h 4342592"/>
                  <a:gd name="connsiteX146" fmla="*/ 1160322 w 3269998"/>
                  <a:gd name="connsiteY146" fmla="*/ 3899901 h 4342592"/>
                  <a:gd name="connsiteX147" fmla="*/ 1111096 w 3269998"/>
                  <a:gd name="connsiteY147" fmla="*/ 3906928 h 4342592"/>
                  <a:gd name="connsiteX148" fmla="*/ 1104064 w 3269998"/>
                  <a:gd name="connsiteY148" fmla="*/ 3920981 h 4342592"/>
                  <a:gd name="connsiteX149" fmla="*/ 1068903 w 3269998"/>
                  <a:gd name="connsiteY149" fmla="*/ 3913954 h 4342592"/>
                  <a:gd name="connsiteX150" fmla="*/ 1054838 w 3269998"/>
                  <a:gd name="connsiteY150" fmla="*/ 3956115 h 4342592"/>
                  <a:gd name="connsiteX151" fmla="*/ 1026709 w 3269998"/>
                  <a:gd name="connsiteY151" fmla="*/ 3984223 h 4342592"/>
                  <a:gd name="connsiteX152" fmla="*/ 1040774 w 3269998"/>
                  <a:gd name="connsiteY152" fmla="*/ 4019357 h 4342592"/>
                  <a:gd name="connsiteX153" fmla="*/ 1012645 w 3269998"/>
                  <a:gd name="connsiteY153" fmla="*/ 4019357 h 4342592"/>
                  <a:gd name="connsiteX154" fmla="*/ 991548 w 3269998"/>
                  <a:gd name="connsiteY154" fmla="*/ 4040438 h 4342592"/>
                  <a:gd name="connsiteX155" fmla="*/ 949355 w 3269998"/>
                  <a:gd name="connsiteY155" fmla="*/ 4054491 h 4342592"/>
                  <a:gd name="connsiteX156" fmla="*/ 956387 w 3269998"/>
                  <a:gd name="connsiteY156" fmla="*/ 4096652 h 4342592"/>
                  <a:gd name="connsiteX157" fmla="*/ 942322 w 3269998"/>
                  <a:gd name="connsiteY157" fmla="*/ 4117733 h 4342592"/>
                  <a:gd name="connsiteX158" fmla="*/ 900129 w 3269998"/>
                  <a:gd name="connsiteY158" fmla="*/ 4124760 h 4342592"/>
                  <a:gd name="connsiteX159" fmla="*/ 872000 w 3269998"/>
                  <a:gd name="connsiteY159" fmla="*/ 4110706 h 4342592"/>
                  <a:gd name="connsiteX160" fmla="*/ 815742 w 3269998"/>
                  <a:gd name="connsiteY160" fmla="*/ 4159894 h 4342592"/>
                  <a:gd name="connsiteX161" fmla="*/ 787613 w 3269998"/>
                  <a:gd name="connsiteY161" fmla="*/ 4152867 h 4342592"/>
                  <a:gd name="connsiteX162" fmla="*/ 731355 w 3269998"/>
                  <a:gd name="connsiteY162" fmla="*/ 4173948 h 4342592"/>
                  <a:gd name="connsiteX163" fmla="*/ 724322 w 3269998"/>
                  <a:gd name="connsiteY163" fmla="*/ 4188001 h 4342592"/>
                  <a:gd name="connsiteX164" fmla="*/ 710258 w 3269998"/>
                  <a:gd name="connsiteY164" fmla="*/ 4188001 h 4342592"/>
                  <a:gd name="connsiteX165" fmla="*/ 710258 w 3269998"/>
                  <a:gd name="connsiteY165" fmla="*/ 4166921 h 4342592"/>
                  <a:gd name="connsiteX166" fmla="*/ 696193 w 3269998"/>
                  <a:gd name="connsiteY166" fmla="*/ 4152867 h 4342592"/>
                  <a:gd name="connsiteX167" fmla="*/ 661032 w 3269998"/>
                  <a:gd name="connsiteY167" fmla="*/ 4145840 h 4342592"/>
                  <a:gd name="connsiteX168" fmla="*/ 625871 w 3269998"/>
                  <a:gd name="connsiteY168" fmla="*/ 4180975 h 4342592"/>
                  <a:gd name="connsiteX169" fmla="*/ 646968 w 3269998"/>
                  <a:gd name="connsiteY169" fmla="*/ 4188001 h 4342592"/>
                  <a:gd name="connsiteX170" fmla="*/ 639935 w 3269998"/>
                  <a:gd name="connsiteY170" fmla="*/ 4216109 h 4342592"/>
                  <a:gd name="connsiteX171" fmla="*/ 604774 w 3269998"/>
                  <a:gd name="connsiteY171" fmla="*/ 4202055 h 4342592"/>
                  <a:gd name="connsiteX172" fmla="*/ 576645 w 3269998"/>
                  <a:gd name="connsiteY172" fmla="*/ 4209082 h 4342592"/>
                  <a:gd name="connsiteX173" fmla="*/ 562580 w 3269998"/>
                  <a:gd name="connsiteY173" fmla="*/ 4173948 h 4342592"/>
                  <a:gd name="connsiteX174" fmla="*/ 527419 w 3269998"/>
                  <a:gd name="connsiteY174" fmla="*/ 4173948 h 4342592"/>
                  <a:gd name="connsiteX175" fmla="*/ 541484 w 3269998"/>
                  <a:gd name="connsiteY175" fmla="*/ 4159894 h 4342592"/>
                  <a:gd name="connsiteX176" fmla="*/ 520387 w 3269998"/>
                  <a:gd name="connsiteY176" fmla="*/ 4159894 h 4342592"/>
                  <a:gd name="connsiteX177" fmla="*/ 520387 w 3269998"/>
                  <a:gd name="connsiteY177" fmla="*/ 4173948 h 4342592"/>
                  <a:gd name="connsiteX178" fmla="*/ 478193 w 3269998"/>
                  <a:gd name="connsiteY178" fmla="*/ 4166921 h 4342592"/>
                  <a:gd name="connsiteX179" fmla="*/ 464129 w 3269998"/>
                  <a:gd name="connsiteY179" fmla="*/ 4202055 h 4342592"/>
                  <a:gd name="connsiteX180" fmla="*/ 436000 w 3269998"/>
                  <a:gd name="connsiteY180" fmla="*/ 4223136 h 4342592"/>
                  <a:gd name="connsiteX181" fmla="*/ 436000 w 3269998"/>
                  <a:gd name="connsiteY181" fmla="*/ 4251243 h 4342592"/>
                  <a:gd name="connsiteX182" fmla="*/ 414903 w 3269998"/>
                  <a:gd name="connsiteY182" fmla="*/ 4251243 h 4342592"/>
                  <a:gd name="connsiteX183" fmla="*/ 414903 w 3269998"/>
                  <a:gd name="connsiteY183" fmla="*/ 4237190 h 4342592"/>
                  <a:gd name="connsiteX184" fmla="*/ 372710 w 3269998"/>
                  <a:gd name="connsiteY184" fmla="*/ 4237190 h 4342592"/>
                  <a:gd name="connsiteX185" fmla="*/ 365677 w 3269998"/>
                  <a:gd name="connsiteY185" fmla="*/ 4216109 h 4342592"/>
                  <a:gd name="connsiteX186" fmla="*/ 379742 w 3269998"/>
                  <a:gd name="connsiteY186" fmla="*/ 4180975 h 4342592"/>
                  <a:gd name="connsiteX187" fmla="*/ 365677 w 3269998"/>
                  <a:gd name="connsiteY187" fmla="*/ 4173948 h 4342592"/>
                  <a:gd name="connsiteX188" fmla="*/ 323484 w 3269998"/>
                  <a:gd name="connsiteY188" fmla="*/ 4188001 h 4342592"/>
                  <a:gd name="connsiteX189" fmla="*/ 330516 w 3269998"/>
                  <a:gd name="connsiteY189" fmla="*/ 4195028 h 4342592"/>
                  <a:gd name="connsiteX190" fmla="*/ 302387 w 3269998"/>
                  <a:gd name="connsiteY190" fmla="*/ 4216109 h 4342592"/>
                  <a:gd name="connsiteX191" fmla="*/ 330516 w 3269998"/>
                  <a:gd name="connsiteY191" fmla="*/ 4216109 h 4342592"/>
                  <a:gd name="connsiteX192" fmla="*/ 316452 w 3269998"/>
                  <a:gd name="connsiteY192" fmla="*/ 4251243 h 4342592"/>
                  <a:gd name="connsiteX193" fmla="*/ 337548 w 3269998"/>
                  <a:gd name="connsiteY193" fmla="*/ 4265297 h 4342592"/>
                  <a:gd name="connsiteX194" fmla="*/ 309419 w 3269998"/>
                  <a:gd name="connsiteY194" fmla="*/ 4286377 h 4342592"/>
                  <a:gd name="connsiteX195" fmla="*/ 288323 w 3269998"/>
                  <a:gd name="connsiteY195" fmla="*/ 4286377 h 4342592"/>
                  <a:gd name="connsiteX196" fmla="*/ 260193 w 3269998"/>
                  <a:gd name="connsiteY196" fmla="*/ 4230163 h 4342592"/>
                  <a:gd name="connsiteX197" fmla="*/ 210968 w 3269998"/>
                  <a:gd name="connsiteY197" fmla="*/ 4258270 h 4342592"/>
                  <a:gd name="connsiteX198" fmla="*/ 218000 w 3269998"/>
                  <a:gd name="connsiteY198" fmla="*/ 4251243 h 4342592"/>
                  <a:gd name="connsiteX199" fmla="*/ 246129 w 3269998"/>
                  <a:gd name="connsiteY199" fmla="*/ 4265297 h 4342592"/>
                  <a:gd name="connsiteX200" fmla="*/ 225032 w 3269998"/>
                  <a:gd name="connsiteY200" fmla="*/ 4286377 h 4342592"/>
                  <a:gd name="connsiteX201" fmla="*/ 210968 w 3269998"/>
                  <a:gd name="connsiteY201" fmla="*/ 4279351 h 4342592"/>
                  <a:gd name="connsiteX202" fmla="*/ 210968 w 3269998"/>
                  <a:gd name="connsiteY202" fmla="*/ 4293404 h 4342592"/>
                  <a:gd name="connsiteX203" fmla="*/ 239097 w 3269998"/>
                  <a:gd name="connsiteY203" fmla="*/ 4279351 h 4342592"/>
                  <a:gd name="connsiteX204" fmla="*/ 267226 w 3269998"/>
                  <a:gd name="connsiteY204" fmla="*/ 4300431 h 4342592"/>
                  <a:gd name="connsiteX205" fmla="*/ 253161 w 3269998"/>
                  <a:gd name="connsiteY205" fmla="*/ 4321512 h 4342592"/>
                  <a:gd name="connsiteX206" fmla="*/ 239097 w 3269998"/>
                  <a:gd name="connsiteY206" fmla="*/ 4321512 h 4342592"/>
                  <a:gd name="connsiteX207" fmla="*/ 239097 w 3269998"/>
                  <a:gd name="connsiteY207" fmla="*/ 4307458 h 4342592"/>
                  <a:gd name="connsiteX208" fmla="*/ 225032 w 3269998"/>
                  <a:gd name="connsiteY208" fmla="*/ 4314485 h 4342592"/>
                  <a:gd name="connsiteX209" fmla="*/ 239097 w 3269998"/>
                  <a:gd name="connsiteY209" fmla="*/ 4342592 h 4342592"/>
                  <a:gd name="connsiteX210" fmla="*/ 225032 w 3269998"/>
                  <a:gd name="connsiteY210" fmla="*/ 4342592 h 4342592"/>
                  <a:gd name="connsiteX211" fmla="*/ 189871 w 3269998"/>
                  <a:gd name="connsiteY211" fmla="*/ 4342592 h 4342592"/>
                  <a:gd name="connsiteX212" fmla="*/ 175806 w 3269998"/>
                  <a:gd name="connsiteY212" fmla="*/ 4321512 h 4342592"/>
                  <a:gd name="connsiteX213" fmla="*/ 2025290 w 3269998"/>
                  <a:gd name="connsiteY213" fmla="*/ 2796686 h 4342592"/>
                  <a:gd name="connsiteX214" fmla="*/ 2039354 w 3269998"/>
                  <a:gd name="connsiteY214" fmla="*/ 2796686 h 4342592"/>
                  <a:gd name="connsiteX215" fmla="*/ 2025290 w 3269998"/>
                  <a:gd name="connsiteY215" fmla="*/ 2796686 h 4342592"/>
                  <a:gd name="connsiteX216" fmla="*/ 2644128 w 3269998"/>
                  <a:gd name="connsiteY216" fmla="*/ 1925356 h 4342592"/>
                  <a:gd name="connsiteX217" fmla="*/ 2623032 w 3269998"/>
                  <a:gd name="connsiteY217" fmla="*/ 1918330 h 4342592"/>
                  <a:gd name="connsiteX218" fmla="*/ 2623032 w 3269998"/>
                  <a:gd name="connsiteY218" fmla="*/ 1897249 h 4342592"/>
                  <a:gd name="connsiteX219" fmla="*/ 2615999 w 3269998"/>
                  <a:gd name="connsiteY219" fmla="*/ 1911303 h 4342592"/>
                  <a:gd name="connsiteX220" fmla="*/ 2573806 w 3269998"/>
                  <a:gd name="connsiteY220" fmla="*/ 1897249 h 4342592"/>
                  <a:gd name="connsiteX221" fmla="*/ 2587870 w 3269998"/>
                  <a:gd name="connsiteY221" fmla="*/ 1918330 h 4342592"/>
                  <a:gd name="connsiteX222" fmla="*/ 2580838 w 3269998"/>
                  <a:gd name="connsiteY222" fmla="*/ 1932383 h 4342592"/>
                  <a:gd name="connsiteX223" fmla="*/ 2615999 w 3269998"/>
                  <a:gd name="connsiteY223" fmla="*/ 1974544 h 4342592"/>
                  <a:gd name="connsiteX224" fmla="*/ 2623032 w 3269998"/>
                  <a:gd name="connsiteY224" fmla="*/ 2002652 h 4342592"/>
                  <a:gd name="connsiteX225" fmla="*/ 2594903 w 3269998"/>
                  <a:gd name="connsiteY225" fmla="*/ 2009679 h 4342592"/>
                  <a:gd name="connsiteX226" fmla="*/ 2594903 w 3269998"/>
                  <a:gd name="connsiteY226" fmla="*/ 2072920 h 4342592"/>
                  <a:gd name="connsiteX227" fmla="*/ 2545677 w 3269998"/>
                  <a:gd name="connsiteY227" fmla="*/ 2086974 h 4342592"/>
                  <a:gd name="connsiteX228" fmla="*/ 2580838 w 3269998"/>
                  <a:gd name="connsiteY228" fmla="*/ 2122108 h 4342592"/>
                  <a:gd name="connsiteX229" fmla="*/ 2594903 w 3269998"/>
                  <a:gd name="connsiteY229" fmla="*/ 2171296 h 4342592"/>
                  <a:gd name="connsiteX230" fmla="*/ 2573806 w 3269998"/>
                  <a:gd name="connsiteY230" fmla="*/ 2234538 h 4342592"/>
                  <a:gd name="connsiteX231" fmla="*/ 2531612 w 3269998"/>
                  <a:gd name="connsiteY231" fmla="*/ 2213457 h 4342592"/>
                  <a:gd name="connsiteX232" fmla="*/ 2503483 w 3269998"/>
                  <a:gd name="connsiteY232" fmla="*/ 2269672 h 4342592"/>
                  <a:gd name="connsiteX233" fmla="*/ 2482386 w 3269998"/>
                  <a:gd name="connsiteY233" fmla="*/ 2276699 h 4342592"/>
                  <a:gd name="connsiteX234" fmla="*/ 2461290 w 3269998"/>
                  <a:gd name="connsiteY234" fmla="*/ 2311833 h 4342592"/>
                  <a:gd name="connsiteX235" fmla="*/ 2433161 w 3269998"/>
                  <a:gd name="connsiteY235" fmla="*/ 2318860 h 4342592"/>
                  <a:gd name="connsiteX236" fmla="*/ 2412064 w 3269998"/>
                  <a:gd name="connsiteY236" fmla="*/ 2276699 h 4342592"/>
                  <a:gd name="connsiteX237" fmla="*/ 2390967 w 3269998"/>
                  <a:gd name="connsiteY237" fmla="*/ 2290753 h 4342592"/>
                  <a:gd name="connsiteX238" fmla="*/ 2383935 w 3269998"/>
                  <a:gd name="connsiteY238" fmla="*/ 2325887 h 4342592"/>
                  <a:gd name="connsiteX239" fmla="*/ 2369870 w 3269998"/>
                  <a:gd name="connsiteY239" fmla="*/ 2339940 h 4342592"/>
                  <a:gd name="connsiteX240" fmla="*/ 2397999 w 3269998"/>
                  <a:gd name="connsiteY240" fmla="*/ 2361021 h 4342592"/>
                  <a:gd name="connsiteX241" fmla="*/ 2419096 w 3269998"/>
                  <a:gd name="connsiteY241" fmla="*/ 2353994 h 4342592"/>
                  <a:gd name="connsiteX242" fmla="*/ 2426128 w 3269998"/>
                  <a:gd name="connsiteY242" fmla="*/ 2368048 h 4342592"/>
                  <a:gd name="connsiteX243" fmla="*/ 2440193 w 3269998"/>
                  <a:gd name="connsiteY243" fmla="*/ 2368048 h 4342592"/>
                  <a:gd name="connsiteX244" fmla="*/ 2440193 w 3269998"/>
                  <a:gd name="connsiteY244" fmla="*/ 2389128 h 4342592"/>
                  <a:gd name="connsiteX245" fmla="*/ 2383935 w 3269998"/>
                  <a:gd name="connsiteY245" fmla="*/ 2382102 h 4342592"/>
                  <a:gd name="connsiteX246" fmla="*/ 2355806 w 3269998"/>
                  <a:gd name="connsiteY246" fmla="*/ 2361021 h 4342592"/>
                  <a:gd name="connsiteX247" fmla="*/ 2327677 w 3269998"/>
                  <a:gd name="connsiteY247" fmla="*/ 2410209 h 4342592"/>
                  <a:gd name="connsiteX248" fmla="*/ 2313612 w 3269998"/>
                  <a:gd name="connsiteY248" fmla="*/ 2403182 h 4342592"/>
                  <a:gd name="connsiteX249" fmla="*/ 2257354 w 3269998"/>
                  <a:gd name="connsiteY249" fmla="*/ 2480477 h 4342592"/>
                  <a:gd name="connsiteX250" fmla="*/ 2278451 w 3269998"/>
                  <a:gd name="connsiteY250" fmla="*/ 2508585 h 4342592"/>
                  <a:gd name="connsiteX251" fmla="*/ 2271419 w 3269998"/>
                  <a:gd name="connsiteY251" fmla="*/ 2557773 h 4342592"/>
                  <a:gd name="connsiteX252" fmla="*/ 2243290 w 3269998"/>
                  <a:gd name="connsiteY252" fmla="*/ 2571826 h 4342592"/>
                  <a:gd name="connsiteX253" fmla="*/ 2236257 w 3269998"/>
                  <a:gd name="connsiteY253" fmla="*/ 2621014 h 4342592"/>
                  <a:gd name="connsiteX254" fmla="*/ 2179999 w 3269998"/>
                  <a:gd name="connsiteY254" fmla="*/ 2656149 h 4342592"/>
                  <a:gd name="connsiteX255" fmla="*/ 2151870 w 3269998"/>
                  <a:gd name="connsiteY255" fmla="*/ 2649122 h 4342592"/>
                  <a:gd name="connsiteX256" fmla="*/ 2144838 w 3269998"/>
                  <a:gd name="connsiteY256" fmla="*/ 2691283 h 4342592"/>
                  <a:gd name="connsiteX257" fmla="*/ 2130774 w 3269998"/>
                  <a:gd name="connsiteY257" fmla="*/ 2705337 h 4342592"/>
                  <a:gd name="connsiteX258" fmla="*/ 2137806 w 3269998"/>
                  <a:gd name="connsiteY258" fmla="*/ 2712363 h 4342592"/>
                  <a:gd name="connsiteX259" fmla="*/ 2102645 w 3269998"/>
                  <a:gd name="connsiteY259" fmla="*/ 2712363 h 4342592"/>
                  <a:gd name="connsiteX260" fmla="*/ 2088580 w 3269998"/>
                  <a:gd name="connsiteY260" fmla="*/ 2733444 h 4342592"/>
                  <a:gd name="connsiteX261" fmla="*/ 2074516 w 3269998"/>
                  <a:gd name="connsiteY261" fmla="*/ 2733444 h 4342592"/>
                  <a:gd name="connsiteX262" fmla="*/ 2074516 w 3269998"/>
                  <a:gd name="connsiteY262" fmla="*/ 2747498 h 4342592"/>
                  <a:gd name="connsiteX263" fmla="*/ 2102645 w 3269998"/>
                  <a:gd name="connsiteY263" fmla="*/ 2761551 h 4342592"/>
                  <a:gd name="connsiteX264" fmla="*/ 2088580 w 3269998"/>
                  <a:gd name="connsiteY264" fmla="*/ 2775605 h 4342592"/>
                  <a:gd name="connsiteX265" fmla="*/ 2109677 w 3269998"/>
                  <a:gd name="connsiteY265" fmla="*/ 2782632 h 4342592"/>
                  <a:gd name="connsiteX266" fmla="*/ 2088580 w 3269998"/>
                  <a:gd name="connsiteY266" fmla="*/ 2796686 h 4342592"/>
                  <a:gd name="connsiteX267" fmla="*/ 2102645 w 3269998"/>
                  <a:gd name="connsiteY267" fmla="*/ 2810739 h 4342592"/>
                  <a:gd name="connsiteX268" fmla="*/ 2088580 w 3269998"/>
                  <a:gd name="connsiteY268" fmla="*/ 2824793 h 4342592"/>
                  <a:gd name="connsiteX269" fmla="*/ 2081548 w 3269998"/>
                  <a:gd name="connsiteY269" fmla="*/ 2817766 h 4342592"/>
                  <a:gd name="connsiteX270" fmla="*/ 2039354 w 3269998"/>
                  <a:gd name="connsiteY270" fmla="*/ 2831820 h 4342592"/>
                  <a:gd name="connsiteX271" fmla="*/ 2018257 w 3269998"/>
                  <a:gd name="connsiteY271" fmla="*/ 2859927 h 4342592"/>
                  <a:gd name="connsiteX272" fmla="*/ 2004193 w 3269998"/>
                  <a:gd name="connsiteY272" fmla="*/ 2859927 h 4342592"/>
                  <a:gd name="connsiteX273" fmla="*/ 2004193 w 3269998"/>
                  <a:gd name="connsiteY273" fmla="*/ 2831820 h 4342592"/>
                  <a:gd name="connsiteX274" fmla="*/ 2039354 w 3269998"/>
                  <a:gd name="connsiteY274" fmla="*/ 2817766 h 4342592"/>
                  <a:gd name="connsiteX275" fmla="*/ 2074516 w 3269998"/>
                  <a:gd name="connsiteY275" fmla="*/ 2768578 h 4342592"/>
                  <a:gd name="connsiteX276" fmla="*/ 2039354 w 3269998"/>
                  <a:gd name="connsiteY276" fmla="*/ 2761551 h 4342592"/>
                  <a:gd name="connsiteX277" fmla="*/ 2025290 w 3269998"/>
                  <a:gd name="connsiteY277" fmla="*/ 2796686 h 4342592"/>
                  <a:gd name="connsiteX278" fmla="*/ 2158903 w 3269998"/>
                  <a:gd name="connsiteY278" fmla="*/ 0 h 4342592"/>
                  <a:gd name="connsiteX279" fmla="*/ 2208128 w 3269998"/>
                  <a:gd name="connsiteY279" fmla="*/ 140537 h 4342592"/>
                  <a:gd name="connsiteX280" fmla="*/ 2264386 w 3269998"/>
                  <a:gd name="connsiteY280" fmla="*/ 245940 h 4342592"/>
                  <a:gd name="connsiteX281" fmla="*/ 2292516 w 3269998"/>
                  <a:gd name="connsiteY281" fmla="*/ 337289 h 4342592"/>
                  <a:gd name="connsiteX282" fmla="*/ 2299548 w 3269998"/>
                  <a:gd name="connsiteY282" fmla="*/ 351342 h 4342592"/>
                  <a:gd name="connsiteX283" fmla="*/ 2320645 w 3269998"/>
                  <a:gd name="connsiteY283" fmla="*/ 358369 h 4342592"/>
                  <a:gd name="connsiteX284" fmla="*/ 2334709 w 3269998"/>
                  <a:gd name="connsiteY284" fmla="*/ 449718 h 4342592"/>
                  <a:gd name="connsiteX285" fmla="*/ 2355806 w 3269998"/>
                  <a:gd name="connsiteY285" fmla="*/ 463772 h 4342592"/>
                  <a:gd name="connsiteX286" fmla="*/ 2369870 w 3269998"/>
                  <a:gd name="connsiteY286" fmla="*/ 555121 h 4342592"/>
                  <a:gd name="connsiteX287" fmla="*/ 2362838 w 3269998"/>
                  <a:gd name="connsiteY287" fmla="*/ 576202 h 4342592"/>
                  <a:gd name="connsiteX288" fmla="*/ 2348774 w 3269998"/>
                  <a:gd name="connsiteY288" fmla="*/ 576202 h 4342592"/>
                  <a:gd name="connsiteX289" fmla="*/ 2369870 w 3269998"/>
                  <a:gd name="connsiteY289" fmla="*/ 597282 h 4342592"/>
                  <a:gd name="connsiteX290" fmla="*/ 2362838 w 3269998"/>
                  <a:gd name="connsiteY290" fmla="*/ 618363 h 4342592"/>
                  <a:gd name="connsiteX291" fmla="*/ 2383935 w 3269998"/>
                  <a:gd name="connsiteY291" fmla="*/ 618363 h 4342592"/>
                  <a:gd name="connsiteX292" fmla="*/ 2510515 w 3269998"/>
                  <a:gd name="connsiteY292" fmla="*/ 681604 h 4342592"/>
                  <a:gd name="connsiteX293" fmla="*/ 2517548 w 3269998"/>
                  <a:gd name="connsiteY293" fmla="*/ 737819 h 4342592"/>
                  <a:gd name="connsiteX294" fmla="*/ 2538644 w 3269998"/>
                  <a:gd name="connsiteY294" fmla="*/ 765926 h 4342592"/>
                  <a:gd name="connsiteX295" fmla="*/ 2524580 w 3269998"/>
                  <a:gd name="connsiteY295" fmla="*/ 772953 h 4342592"/>
                  <a:gd name="connsiteX296" fmla="*/ 2552709 w 3269998"/>
                  <a:gd name="connsiteY296" fmla="*/ 801061 h 4342592"/>
                  <a:gd name="connsiteX297" fmla="*/ 2623032 w 3269998"/>
                  <a:gd name="connsiteY297" fmla="*/ 822141 h 4342592"/>
                  <a:gd name="connsiteX298" fmla="*/ 2623032 w 3269998"/>
                  <a:gd name="connsiteY298" fmla="*/ 836195 h 4342592"/>
                  <a:gd name="connsiteX299" fmla="*/ 2651161 w 3269998"/>
                  <a:gd name="connsiteY299" fmla="*/ 864302 h 4342592"/>
                  <a:gd name="connsiteX300" fmla="*/ 2686322 w 3269998"/>
                  <a:gd name="connsiteY300" fmla="*/ 955651 h 4342592"/>
                  <a:gd name="connsiteX301" fmla="*/ 2658193 w 3269998"/>
                  <a:gd name="connsiteY301" fmla="*/ 969705 h 4342592"/>
                  <a:gd name="connsiteX302" fmla="*/ 2580838 w 3269998"/>
                  <a:gd name="connsiteY302" fmla="*/ 948624 h 4342592"/>
                  <a:gd name="connsiteX303" fmla="*/ 2482386 w 3269998"/>
                  <a:gd name="connsiteY303" fmla="*/ 892410 h 4342592"/>
                  <a:gd name="connsiteX304" fmla="*/ 2461290 w 3269998"/>
                  <a:gd name="connsiteY304" fmla="*/ 892410 h 4342592"/>
                  <a:gd name="connsiteX305" fmla="*/ 2412064 w 3269998"/>
                  <a:gd name="connsiteY305" fmla="*/ 927544 h 4342592"/>
                  <a:gd name="connsiteX306" fmla="*/ 2369870 w 3269998"/>
                  <a:gd name="connsiteY306" fmla="*/ 934571 h 4342592"/>
                  <a:gd name="connsiteX307" fmla="*/ 2454257 w 3269998"/>
                  <a:gd name="connsiteY307" fmla="*/ 983759 h 4342592"/>
                  <a:gd name="connsiteX308" fmla="*/ 2482386 w 3269998"/>
                  <a:gd name="connsiteY308" fmla="*/ 1032947 h 4342592"/>
                  <a:gd name="connsiteX309" fmla="*/ 2489419 w 3269998"/>
                  <a:gd name="connsiteY309" fmla="*/ 1025920 h 4342592"/>
                  <a:gd name="connsiteX310" fmla="*/ 2545677 w 3269998"/>
                  <a:gd name="connsiteY310" fmla="*/ 1075108 h 4342592"/>
                  <a:gd name="connsiteX311" fmla="*/ 2608967 w 3269998"/>
                  <a:gd name="connsiteY311" fmla="*/ 1110242 h 4342592"/>
                  <a:gd name="connsiteX312" fmla="*/ 2686322 w 3269998"/>
                  <a:gd name="connsiteY312" fmla="*/ 1201591 h 4342592"/>
                  <a:gd name="connsiteX313" fmla="*/ 2693354 w 3269998"/>
                  <a:gd name="connsiteY313" fmla="*/ 1271860 h 4342592"/>
                  <a:gd name="connsiteX314" fmla="*/ 2679290 w 3269998"/>
                  <a:gd name="connsiteY314" fmla="*/ 1285913 h 4342592"/>
                  <a:gd name="connsiteX315" fmla="*/ 2693354 w 3269998"/>
                  <a:gd name="connsiteY315" fmla="*/ 1335101 h 4342592"/>
                  <a:gd name="connsiteX316" fmla="*/ 2721483 w 3269998"/>
                  <a:gd name="connsiteY316" fmla="*/ 1349155 h 4342592"/>
                  <a:gd name="connsiteX317" fmla="*/ 2735548 w 3269998"/>
                  <a:gd name="connsiteY317" fmla="*/ 1370235 h 4342592"/>
                  <a:gd name="connsiteX318" fmla="*/ 2686322 w 3269998"/>
                  <a:gd name="connsiteY318" fmla="*/ 1335101 h 4342592"/>
                  <a:gd name="connsiteX319" fmla="*/ 2672257 w 3269998"/>
                  <a:gd name="connsiteY319" fmla="*/ 1292940 h 4342592"/>
                  <a:gd name="connsiteX320" fmla="*/ 2566773 w 3269998"/>
                  <a:gd name="connsiteY320" fmla="*/ 1292940 h 4342592"/>
                  <a:gd name="connsiteX321" fmla="*/ 2489419 w 3269998"/>
                  <a:gd name="connsiteY321" fmla="*/ 1342128 h 4342592"/>
                  <a:gd name="connsiteX322" fmla="*/ 2461290 w 3269998"/>
                  <a:gd name="connsiteY322" fmla="*/ 1342128 h 4342592"/>
                  <a:gd name="connsiteX323" fmla="*/ 2390967 w 3269998"/>
                  <a:gd name="connsiteY323" fmla="*/ 1384289 h 4342592"/>
                  <a:gd name="connsiteX324" fmla="*/ 2433161 w 3269998"/>
                  <a:gd name="connsiteY324" fmla="*/ 1433477 h 4342592"/>
                  <a:gd name="connsiteX325" fmla="*/ 2496451 w 3269998"/>
                  <a:gd name="connsiteY325" fmla="*/ 1454558 h 4342592"/>
                  <a:gd name="connsiteX326" fmla="*/ 2608967 w 3269998"/>
                  <a:gd name="connsiteY326" fmla="*/ 1595095 h 4342592"/>
                  <a:gd name="connsiteX327" fmla="*/ 2665225 w 3269998"/>
                  <a:gd name="connsiteY327" fmla="*/ 1623202 h 4342592"/>
                  <a:gd name="connsiteX328" fmla="*/ 2686322 w 3269998"/>
                  <a:gd name="connsiteY328" fmla="*/ 1609148 h 4342592"/>
                  <a:gd name="connsiteX329" fmla="*/ 2700386 w 3269998"/>
                  <a:gd name="connsiteY329" fmla="*/ 1623202 h 4342592"/>
                  <a:gd name="connsiteX330" fmla="*/ 2742580 w 3269998"/>
                  <a:gd name="connsiteY330" fmla="*/ 1630229 h 4342592"/>
                  <a:gd name="connsiteX331" fmla="*/ 2700386 w 3269998"/>
                  <a:gd name="connsiteY331" fmla="*/ 1679417 h 4342592"/>
                  <a:gd name="connsiteX332" fmla="*/ 2679290 w 3269998"/>
                  <a:gd name="connsiteY332" fmla="*/ 1686444 h 4342592"/>
                  <a:gd name="connsiteX333" fmla="*/ 2644128 w 3269998"/>
                  <a:gd name="connsiteY333" fmla="*/ 1721578 h 4342592"/>
                  <a:gd name="connsiteX334" fmla="*/ 2679290 w 3269998"/>
                  <a:gd name="connsiteY334" fmla="*/ 1721578 h 4342592"/>
                  <a:gd name="connsiteX335" fmla="*/ 2693354 w 3269998"/>
                  <a:gd name="connsiteY335" fmla="*/ 1735631 h 4342592"/>
                  <a:gd name="connsiteX336" fmla="*/ 2693354 w 3269998"/>
                  <a:gd name="connsiteY336" fmla="*/ 1791846 h 4342592"/>
                  <a:gd name="connsiteX337" fmla="*/ 2679290 w 3269998"/>
                  <a:gd name="connsiteY337" fmla="*/ 1812927 h 4342592"/>
                  <a:gd name="connsiteX338" fmla="*/ 2679290 w 3269998"/>
                  <a:gd name="connsiteY338" fmla="*/ 1848061 h 4342592"/>
                  <a:gd name="connsiteX339" fmla="*/ 2693354 w 3269998"/>
                  <a:gd name="connsiteY339" fmla="*/ 1855088 h 4342592"/>
                  <a:gd name="connsiteX340" fmla="*/ 2679290 w 3269998"/>
                  <a:gd name="connsiteY340" fmla="*/ 1890222 h 4342592"/>
                  <a:gd name="connsiteX341" fmla="*/ 2644128 w 3269998"/>
                  <a:gd name="connsiteY341" fmla="*/ 1925356 h 4342592"/>
                  <a:gd name="connsiteX342" fmla="*/ 2644128 w 3269998"/>
                  <a:gd name="connsiteY342" fmla="*/ 1939410 h 4342592"/>
                  <a:gd name="connsiteX343" fmla="*/ 2630064 w 3269998"/>
                  <a:gd name="connsiteY343" fmla="*/ 1932383 h 4342592"/>
                  <a:gd name="connsiteX344" fmla="*/ 2644128 w 3269998"/>
                  <a:gd name="connsiteY344" fmla="*/ 1925356 h 4342592"/>
                  <a:gd name="connsiteX345" fmla="*/ 2644128 w 3269998"/>
                  <a:gd name="connsiteY345" fmla="*/ 1925356 h 4342592"/>
                  <a:gd name="connsiteX346" fmla="*/ 2644128 w 3269998"/>
                  <a:gd name="connsiteY346" fmla="*/ 1925356 h 4342592"/>
                  <a:gd name="connsiteX347" fmla="*/ 2644128 w 3269998"/>
                  <a:gd name="connsiteY347" fmla="*/ 1925356 h 4342592"/>
                  <a:gd name="connsiteX348" fmla="*/ 2644128 w 3269998"/>
                  <a:gd name="connsiteY348" fmla="*/ 1925356 h 4342592"/>
                  <a:gd name="connsiteX349" fmla="*/ 2679290 w 3269998"/>
                  <a:gd name="connsiteY349" fmla="*/ 1890222 h 4342592"/>
                  <a:gd name="connsiteX350" fmla="*/ 2693354 w 3269998"/>
                  <a:gd name="connsiteY350" fmla="*/ 1904276 h 4342592"/>
                  <a:gd name="connsiteX351" fmla="*/ 2686322 w 3269998"/>
                  <a:gd name="connsiteY351" fmla="*/ 1932383 h 4342592"/>
                  <a:gd name="connsiteX352" fmla="*/ 2679290 w 3269998"/>
                  <a:gd name="connsiteY352" fmla="*/ 1939410 h 4342592"/>
                  <a:gd name="connsiteX353" fmla="*/ 2658193 w 3269998"/>
                  <a:gd name="connsiteY353" fmla="*/ 1918330 h 4342592"/>
                  <a:gd name="connsiteX354" fmla="*/ 2644128 w 3269998"/>
                  <a:gd name="connsiteY354" fmla="*/ 1925356 h 4342592"/>
                  <a:gd name="connsiteX355" fmla="*/ 2679290 w 3269998"/>
                  <a:gd name="connsiteY355" fmla="*/ 1890222 h 4342592"/>
                  <a:gd name="connsiteX356" fmla="*/ 2686322 w 3269998"/>
                  <a:gd name="connsiteY356" fmla="*/ 1897249 h 4342592"/>
                  <a:gd name="connsiteX357" fmla="*/ 2679290 w 3269998"/>
                  <a:gd name="connsiteY357" fmla="*/ 1890222 h 4342592"/>
                  <a:gd name="connsiteX358" fmla="*/ 2742580 w 3269998"/>
                  <a:gd name="connsiteY358" fmla="*/ 1602121 h 4342592"/>
                  <a:gd name="connsiteX359" fmla="*/ 2742580 w 3269998"/>
                  <a:gd name="connsiteY359" fmla="*/ 1602121 h 4342592"/>
                  <a:gd name="connsiteX360" fmla="*/ 2742580 w 3269998"/>
                  <a:gd name="connsiteY360" fmla="*/ 1602121 h 4342592"/>
                  <a:gd name="connsiteX361" fmla="*/ 2749612 w 3269998"/>
                  <a:gd name="connsiteY361" fmla="*/ 1595095 h 4342592"/>
                  <a:gd name="connsiteX362" fmla="*/ 2749612 w 3269998"/>
                  <a:gd name="connsiteY362" fmla="*/ 1595095 h 4342592"/>
                  <a:gd name="connsiteX363" fmla="*/ 2756644 w 3269998"/>
                  <a:gd name="connsiteY363" fmla="*/ 1609148 h 4342592"/>
                  <a:gd name="connsiteX364" fmla="*/ 2742580 w 3269998"/>
                  <a:gd name="connsiteY364" fmla="*/ 1602121 h 4342592"/>
                  <a:gd name="connsiteX365" fmla="*/ 2791806 w 3269998"/>
                  <a:gd name="connsiteY365" fmla="*/ 1616175 h 4342592"/>
                  <a:gd name="connsiteX366" fmla="*/ 2749612 w 3269998"/>
                  <a:gd name="connsiteY366" fmla="*/ 1595095 h 4342592"/>
                  <a:gd name="connsiteX367" fmla="*/ 2749612 w 3269998"/>
                  <a:gd name="connsiteY367" fmla="*/ 1595095 h 4342592"/>
                  <a:gd name="connsiteX368" fmla="*/ 2700386 w 3269998"/>
                  <a:gd name="connsiteY368" fmla="*/ 1588068 h 4342592"/>
                  <a:gd name="connsiteX369" fmla="*/ 2672257 w 3269998"/>
                  <a:gd name="connsiteY369" fmla="*/ 1531853 h 4342592"/>
                  <a:gd name="connsiteX370" fmla="*/ 2728515 w 3269998"/>
                  <a:gd name="connsiteY370" fmla="*/ 1531853 h 4342592"/>
                  <a:gd name="connsiteX371" fmla="*/ 2749612 w 3269998"/>
                  <a:gd name="connsiteY371" fmla="*/ 1552933 h 4342592"/>
                  <a:gd name="connsiteX372" fmla="*/ 2784773 w 3269998"/>
                  <a:gd name="connsiteY372" fmla="*/ 1552933 h 4342592"/>
                  <a:gd name="connsiteX373" fmla="*/ 2791806 w 3269998"/>
                  <a:gd name="connsiteY373" fmla="*/ 1559960 h 4342592"/>
                  <a:gd name="connsiteX374" fmla="*/ 2777741 w 3269998"/>
                  <a:gd name="connsiteY374" fmla="*/ 1566987 h 4342592"/>
                  <a:gd name="connsiteX375" fmla="*/ 2791806 w 3269998"/>
                  <a:gd name="connsiteY375" fmla="*/ 1566987 h 4342592"/>
                  <a:gd name="connsiteX376" fmla="*/ 2805870 w 3269998"/>
                  <a:gd name="connsiteY376" fmla="*/ 1588068 h 4342592"/>
                  <a:gd name="connsiteX377" fmla="*/ 2791806 w 3269998"/>
                  <a:gd name="connsiteY377" fmla="*/ 1616175 h 4342592"/>
                  <a:gd name="connsiteX378" fmla="*/ 2791806 w 3269998"/>
                  <a:gd name="connsiteY378" fmla="*/ 1616175 h 4342592"/>
                  <a:gd name="connsiteX379" fmla="*/ 2791806 w 3269998"/>
                  <a:gd name="connsiteY379" fmla="*/ 1616175 h 4342592"/>
                  <a:gd name="connsiteX380" fmla="*/ 2798838 w 3269998"/>
                  <a:gd name="connsiteY380" fmla="*/ 1496719 h 4342592"/>
                  <a:gd name="connsiteX381" fmla="*/ 2826967 w 3269998"/>
                  <a:gd name="connsiteY381" fmla="*/ 1489692 h 4342592"/>
                  <a:gd name="connsiteX382" fmla="*/ 2826967 w 3269998"/>
                  <a:gd name="connsiteY382" fmla="*/ 1503746 h 4342592"/>
                  <a:gd name="connsiteX383" fmla="*/ 2819935 w 3269998"/>
                  <a:gd name="connsiteY383" fmla="*/ 1496719 h 4342592"/>
                  <a:gd name="connsiteX384" fmla="*/ 2791806 w 3269998"/>
                  <a:gd name="connsiteY384" fmla="*/ 1510772 h 4342592"/>
                  <a:gd name="connsiteX385" fmla="*/ 2784773 w 3269998"/>
                  <a:gd name="connsiteY385" fmla="*/ 1503746 h 4342592"/>
                  <a:gd name="connsiteX386" fmla="*/ 2798838 w 3269998"/>
                  <a:gd name="connsiteY386" fmla="*/ 1496719 h 4342592"/>
                  <a:gd name="connsiteX387" fmla="*/ 2798838 w 3269998"/>
                  <a:gd name="connsiteY387" fmla="*/ 1496719 h 4342592"/>
                  <a:gd name="connsiteX388" fmla="*/ 2777741 w 3269998"/>
                  <a:gd name="connsiteY388" fmla="*/ 1496719 h 4342592"/>
                  <a:gd name="connsiteX389" fmla="*/ 2798838 w 3269998"/>
                  <a:gd name="connsiteY389" fmla="*/ 1496719 h 4342592"/>
                  <a:gd name="connsiteX390" fmla="*/ 2841031 w 3269998"/>
                  <a:gd name="connsiteY390" fmla="*/ 1314021 h 4342592"/>
                  <a:gd name="connsiteX391" fmla="*/ 2841031 w 3269998"/>
                  <a:gd name="connsiteY391" fmla="*/ 1314021 h 4342592"/>
                  <a:gd name="connsiteX392" fmla="*/ 2841031 w 3269998"/>
                  <a:gd name="connsiteY392" fmla="*/ 1314021 h 4342592"/>
                  <a:gd name="connsiteX393" fmla="*/ 2848064 w 3269998"/>
                  <a:gd name="connsiteY393" fmla="*/ 1328074 h 4342592"/>
                  <a:gd name="connsiteX394" fmla="*/ 2862128 w 3269998"/>
                  <a:gd name="connsiteY394" fmla="*/ 1321047 h 4342592"/>
                  <a:gd name="connsiteX395" fmla="*/ 2869160 w 3269998"/>
                  <a:gd name="connsiteY395" fmla="*/ 1335101 h 4342592"/>
                  <a:gd name="connsiteX396" fmla="*/ 2841031 w 3269998"/>
                  <a:gd name="connsiteY396" fmla="*/ 1335101 h 4342592"/>
                  <a:gd name="connsiteX397" fmla="*/ 2841031 w 3269998"/>
                  <a:gd name="connsiteY397" fmla="*/ 1314021 h 4342592"/>
                  <a:gd name="connsiteX398" fmla="*/ 2904322 w 3269998"/>
                  <a:gd name="connsiteY398" fmla="*/ 1292940 h 4342592"/>
                  <a:gd name="connsiteX399" fmla="*/ 2897290 w 3269998"/>
                  <a:gd name="connsiteY399" fmla="*/ 1285913 h 4342592"/>
                  <a:gd name="connsiteX400" fmla="*/ 77355 w 3269998"/>
                  <a:gd name="connsiteY400" fmla="*/ 4307458 h 4342592"/>
                  <a:gd name="connsiteX401" fmla="*/ 77355 w 3269998"/>
                  <a:gd name="connsiteY401" fmla="*/ 4293404 h 4342592"/>
                  <a:gd name="connsiteX402" fmla="*/ 77355 w 3269998"/>
                  <a:gd name="connsiteY402" fmla="*/ 4307458 h 4342592"/>
                  <a:gd name="connsiteX403" fmla="*/ 105484 w 3269998"/>
                  <a:gd name="connsiteY403" fmla="*/ 4342592 h 4342592"/>
                  <a:gd name="connsiteX404" fmla="*/ 112516 w 3269998"/>
                  <a:gd name="connsiteY404" fmla="*/ 4328539 h 4342592"/>
                  <a:gd name="connsiteX405" fmla="*/ 133613 w 3269998"/>
                  <a:gd name="connsiteY405" fmla="*/ 4335565 h 4342592"/>
                  <a:gd name="connsiteX406" fmla="*/ 154710 w 3269998"/>
                  <a:gd name="connsiteY406" fmla="*/ 4321512 h 4342592"/>
                  <a:gd name="connsiteX407" fmla="*/ 147677 w 3269998"/>
                  <a:gd name="connsiteY407" fmla="*/ 4342592 h 4342592"/>
                  <a:gd name="connsiteX408" fmla="*/ 196903 w 3269998"/>
                  <a:gd name="connsiteY408" fmla="*/ 4342592 h 4342592"/>
                  <a:gd name="connsiteX409" fmla="*/ 210968 w 3269998"/>
                  <a:gd name="connsiteY409" fmla="*/ 4342592 h 4342592"/>
                  <a:gd name="connsiteX410" fmla="*/ 175806 w 3269998"/>
                  <a:gd name="connsiteY410" fmla="*/ 4342592 h 4342592"/>
                  <a:gd name="connsiteX411" fmla="*/ 196903 w 3269998"/>
                  <a:gd name="connsiteY411" fmla="*/ 4342592 h 4342592"/>
                  <a:gd name="connsiteX412" fmla="*/ 232064 w 3269998"/>
                  <a:gd name="connsiteY412" fmla="*/ 4258270 h 4342592"/>
                  <a:gd name="connsiteX413" fmla="*/ 232064 w 3269998"/>
                  <a:gd name="connsiteY413" fmla="*/ 4258270 h 4342592"/>
                  <a:gd name="connsiteX414" fmla="*/ 239097 w 3269998"/>
                  <a:gd name="connsiteY414" fmla="*/ 4328539 h 4342592"/>
                  <a:gd name="connsiteX415" fmla="*/ 239097 w 3269998"/>
                  <a:gd name="connsiteY415" fmla="*/ 4314485 h 4342592"/>
                  <a:gd name="connsiteX416" fmla="*/ 239097 w 3269998"/>
                  <a:gd name="connsiteY416" fmla="*/ 4328539 h 4342592"/>
                  <a:gd name="connsiteX417" fmla="*/ 337548 w 3269998"/>
                  <a:gd name="connsiteY417" fmla="*/ 4286377 h 4342592"/>
                  <a:gd name="connsiteX418" fmla="*/ 344581 w 3269998"/>
                  <a:gd name="connsiteY418" fmla="*/ 4279351 h 4342592"/>
                  <a:gd name="connsiteX419" fmla="*/ 337548 w 3269998"/>
                  <a:gd name="connsiteY419" fmla="*/ 4286377 h 4342592"/>
                  <a:gd name="connsiteX420" fmla="*/ 1139226 w 3269998"/>
                  <a:gd name="connsiteY420" fmla="*/ 3935035 h 4342592"/>
                  <a:gd name="connsiteX421" fmla="*/ 1132193 w 3269998"/>
                  <a:gd name="connsiteY421" fmla="*/ 3963142 h 4342592"/>
                  <a:gd name="connsiteX422" fmla="*/ 1075935 w 3269998"/>
                  <a:gd name="connsiteY422" fmla="*/ 3942062 h 4342592"/>
                  <a:gd name="connsiteX423" fmla="*/ 1104064 w 3269998"/>
                  <a:gd name="connsiteY423" fmla="*/ 3942062 h 4342592"/>
                  <a:gd name="connsiteX424" fmla="*/ 1118129 w 3269998"/>
                  <a:gd name="connsiteY424" fmla="*/ 3928008 h 4342592"/>
                  <a:gd name="connsiteX425" fmla="*/ 1139226 w 3269998"/>
                  <a:gd name="connsiteY425" fmla="*/ 3935035 h 4342592"/>
                  <a:gd name="connsiteX426" fmla="*/ 1441613 w 3269998"/>
                  <a:gd name="connsiteY426" fmla="*/ 3597746 h 4342592"/>
                  <a:gd name="connsiteX427" fmla="*/ 1434580 w 3269998"/>
                  <a:gd name="connsiteY427" fmla="*/ 3590719 h 4342592"/>
                  <a:gd name="connsiteX428" fmla="*/ 1441613 w 3269998"/>
                  <a:gd name="connsiteY428" fmla="*/ 3597746 h 4342592"/>
                  <a:gd name="connsiteX429" fmla="*/ 1455677 w 3269998"/>
                  <a:gd name="connsiteY429" fmla="*/ 3597746 h 4342592"/>
                  <a:gd name="connsiteX430" fmla="*/ 1441613 w 3269998"/>
                  <a:gd name="connsiteY430" fmla="*/ 3597746 h 4342592"/>
                  <a:gd name="connsiteX431" fmla="*/ 1441613 w 3269998"/>
                  <a:gd name="connsiteY431" fmla="*/ 3562612 h 4342592"/>
                  <a:gd name="connsiteX432" fmla="*/ 1462709 w 3269998"/>
                  <a:gd name="connsiteY432" fmla="*/ 3548558 h 4342592"/>
                  <a:gd name="connsiteX433" fmla="*/ 1483806 w 3269998"/>
                  <a:gd name="connsiteY433" fmla="*/ 3569639 h 4342592"/>
                  <a:gd name="connsiteX434" fmla="*/ 1455677 w 3269998"/>
                  <a:gd name="connsiteY434" fmla="*/ 3597746 h 4342592"/>
                  <a:gd name="connsiteX435" fmla="*/ 1490838 w 3269998"/>
                  <a:gd name="connsiteY435" fmla="*/ 3604773 h 4342592"/>
                  <a:gd name="connsiteX436" fmla="*/ 1483806 w 3269998"/>
                  <a:gd name="connsiteY436" fmla="*/ 3597746 h 4342592"/>
                  <a:gd name="connsiteX437" fmla="*/ 1504903 w 3269998"/>
                  <a:gd name="connsiteY437" fmla="*/ 3590719 h 4342592"/>
                  <a:gd name="connsiteX438" fmla="*/ 1490838 w 3269998"/>
                  <a:gd name="connsiteY438" fmla="*/ 3604773 h 4342592"/>
                  <a:gd name="connsiteX439" fmla="*/ 1547096 w 3269998"/>
                  <a:gd name="connsiteY439" fmla="*/ 3569639 h 4342592"/>
                  <a:gd name="connsiteX440" fmla="*/ 1554129 w 3269998"/>
                  <a:gd name="connsiteY440" fmla="*/ 3562612 h 4342592"/>
                  <a:gd name="connsiteX441" fmla="*/ 1568193 w 3269998"/>
                  <a:gd name="connsiteY441" fmla="*/ 3583693 h 4342592"/>
                  <a:gd name="connsiteX442" fmla="*/ 1561161 w 3269998"/>
                  <a:gd name="connsiteY442" fmla="*/ 3604773 h 4342592"/>
                  <a:gd name="connsiteX443" fmla="*/ 1533032 w 3269998"/>
                  <a:gd name="connsiteY443" fmla="*/ 3597746 h 4342592"/>
                  <a:gd name="connsiteX444" fmla="*/ 1518967 w 3269998"/>
                  <a:gd name="connsiteY444" fmla="*/ 3611800 h 4342592"/>
                  <a:gd name="connsiteX445" fmla="*/ 1511935 w 3269998"/>
                  <a:gd name="connsiteY445" fmla="*/ 3583693 h 4342592"/>
                  <a:gd name="connsiteX446" fmla="*/ 1533032 w 3269998"/>
                  <a:gd name="connsiteY446" fmla="*/ 3583693 h 4342592"/>
                  <a:gd name="connsiteX447" fmla="*/ 1547096 w 3269998"/>
                  <a:gd name="connsiteY447" fmla="*/ 3569639 h 4342592"/>
                  <a:gd name="connsiteX448" fmla="*/ 1870580 w 3269998"/>
                  <a:gd name="connsiteY448" fmla="*/ 4019357 h 4342592"/>
                  <a:gd name="connsiteX449" fmla="*/ 1877612 w 3269998"/>
                  <a:gd name="connsiteY449" fmla="*/ 4033411 h 4342592"/>
                  <a:gd name="connsiteX450" fmla="*/ 1870580 w 3269998"/>
                  <a:gd name="connsiteY450" fmla="*/ 4019357 h 4342592"/>
                  <a:gd name="connsiteX451" fmla="*/ 1884645 w 3269998"/>
                  <a:gd name="connsiteY451" fmla="*/ 3323699 h 4342592"/>
                  <a:gd name="connsiteX452" fmla="*/ 1884645 w 3269998"/>
                  <a:gd name="connsiteY452" fmla="*/ 3309645 h 4342592"/>
                  <a:gd name="connsiteX453" fmla="*/ 1898709 w 3269998"/>
                  <a:gd name="connsiteY453" fmla="*/ 3309645 h 4342592"/>
                  <a:gd name="connsiteX454" fmla="*/ 1898709 w 3269998"/>
                  <a:gd name="connsiteY454" fmla="*/ 3323699 h 4342592"/>
                  <a:gd name="connsiteX455" fmla="*/ 1919806 w 3269998"/>
                  <a:gd name="connsiteY455" fmla="*/ 3330726 h 4342592"/>
                  <a:gd name="connsiteX456" fmla="*/ 1912774 w 3269998"/>
                  <a:gd name="connsiteY456" fmla="*/ 3323699 h 4342592"/>
                  <a:gd name="connsiteX457" fmla="*/ 1912774 w 3269998"/>
                  <a:gd name="connsiteY457" fmla="*/ 3337753 h 4342592"/>
                  <a:gd name="connsiteX458" fmla="*/ 1884645 w 3269998"/>
                  <a:gd name="connsiteY458" fmla="*/ 3323699 h 4342592"/>
                  <a:gd name="connsiteX459" fmla="*/ 1898709 w 3269998"/>
                  <a:gd name="connsiteY459" fmla="*/ 3963142 h 4342592"/>
                  <a:gd name="connsiteX460" fmla="*/ 1898709 w 3269998"/>
                  <a:gd name="connsiteY460" fmla="*/ 3977196 h 4342592"/>
                  <a:gd name="connsiteX461" fmla="*/ 1898709 w 3269998"/>
                  <a:gd name="connsiteY461" fmla="*/ 3963142 h 4342592"/>
                  <a:gd name="connsiteX462" fmla="*/ 1898709 w 3269998"/>
                  <a:gd name="connsiteY462" fmla="*/ 3878820 h 4342592"/>
                  <a:gd name="connsiteX463" fmla="*/ 1912774 w 3269998"/>
                  <a:gd name="connsiteY463" fmla="*/ 3878820 h 4342592"/>
                  <a:gd name="connsiteX464" fmla="*/ 1898709 w 3269998"/>
                  <a:gd name="connsiteY464" fmla="*/ 3892874 h 4342592"/>
                  <a:gd name="connsiteX465" fmla="*/ 1905741 w 3269998"/>
                  <a:gd name="connsiteY465" fmla="*/ 3899901 h 4342592"/>
                  <a:gd name="connsiteX466" fmla="*/ 1898709 w 3269998"/>
                  <a:gd name="connsiteY466" fmla="*/ 3878820 h 4342592"/>
                  <a:gd name="connsiteX467" fmla="*/ 1912774 w 3269998"/>
                  <a:gd name="connsiteY467" fmla="*/ 3864766 h 4342592"/>
                  <a:gd name="connsiteX468" fmla="*/ 1933870 w 3269998"/>
                  <a:gd name="connsiteY468" fmla="*/ 3871793 h 4342592"/>
                  <a:gd name="connsiteX469" fmla="*/ 1926838 w 3269998"/>
                  <a:gd name="connsiteY469" fmla="*/ 3878820 h 4342592"/>
                  <a:gd name="connsiteX470" fmla="*/ 1912774 w 3269998"/>
                  <a:gd name="connsiteY470" fmla="*/ 3864766 h 4342592"/>
                  <a:gd name="connsiteX471" fmla="*/ 1919806 w 3269998"/>
                  <a:gd name="connsiteY471" fmla="*/ 3176135 h 4342592"/>
                  <a:gd name="connsiteX472" fmla="*/ 1912774 w 3269998"/>
                  <a:gd name="connsiteY472" fmla="*/ 3169109 h 4342592"/>
                  <a:gd name="connsiteX473" fmla="*/ 1926838 w 3269998"/>
                  <a:gd name="connsiteY473" fmla="*/ 3162082 h 4342592"/>
                  <a:gd name="connsiteX474" fmla="*/ 1919806 w 3269998"/>
                  <a:gd name="connsiteY474" fmla="*/ 3176135 h 4342592"/>
                  <a:gd name="connsiteX475" fmla="*/ 1940903 w 3269998"/>
                  <a:gd name="connsiteY475" fmla="*/ 2993437 h 4342592"/>
                  <a:gd name="connsiteX476" fmla="*/ 1926838 w 3269998"/>
                  <a:gd name="connsiteY476" fmla="*/ 2986410 h 4342592"/>
                  <a:gd name="connsiteX477" fmla="*/ 1933870 w 3269998"/>
                  <a:gd name="connsiteY477" fmla="*/ 2979384 h 4342592"/>
                  <a:gd name="connsiteX478" fmla="*/ 1940903 w 3269998"/>
                  <a:gd name="connsiteY478" fmla="*/ 2993437 h 4342592"/>
                  <a:gd name="connsiteX479" fmla="*/ 1940903 w 3269998"/>
                  <a:gd name="connsiteY479" fmla="*/ 3906928 h 4342592"/>
                  <a:gd name="connsiteX480" fmla="*/ 1919806 w 3269998"/>
                  <a:gd name="connsiteY480" fmla="*/ 3920981 h 4342592"/>
                  <a:gd name="connsiteX481" fmla="*/ 1905741 w 3269998"/>
                  <a:gd name="connsiteY481" fmla="*/ 3906928 h 4342592"/>
                  <a:gd name="connsiteX482" fmla="*/ 1926838 w 3269998"/>
                  <a:gd name="connsiteY482" fmla="*/ 3913954 h 4342592"/>
                  <a:gd name="connsiteX483" fmla="*/ 1926838 w 3269998"/>
                  <a:gd name="connsiteY483" fmla="*/ 3885847 h 4342592"/>
                  <a:gd name="connsiteX484" fmla="*/ 1954967 w 3269998"/>
                  <a:gd name="connsiteY484" fmla="*/ 3885847 h 4342592"/>
                  <a:gd name="connsiteX485" fmla="*/ 1961999 w 3269998"/>
                  <a:gd name="connsiteY485" fmla="*/ 3906928 h 4342592"/>
                  <a:gd name="connsiteX486" fmla="*/ 1940903 w 3269998"/>
                  <a:gd name="connsiteY486" fmla="*/ 3906928 h 4342592"/>
                  <a:gd name="connsiteX487" fmla="*/ 1940903 w 3269998"/>
                  <a:gd name="connsiteY487" fmla="*/ 3162082 h 4342592"/>
                  <a:gd name="connsiteX488" fmla="*/ 1947935 w 3269998"/>
                  <a:gd name="connsiteY488" fmla="*/ 3155055 h 4342592"/>
                  <a:gd name="connsiteX489" fmla="*/ 1940903 w 3269998"/>
                  <a:gd name="connsiteY489" fmla="*/ 3162082 h 4342592"/>
                  <a:gd name="connsiteX490" fmla="*/ 1947935 w 3269998"/>
                  <a:gd name="connsiteY490" fmla="*/ 3169109 h 4342592"/>
                  <a:gd name="connsiteX491" fmla="*/ 1969032 w 3269998"/>
                  <a:gd name="connsiteY491" fmla="*/ 3169109 h 4342592"/>
                  <a:gd name="connsiteX492" fmla="*/ 1947935 w 3269998"/>
                  <a:gd name="connsiteY492" fmla="*/ 3169109 h 4342592"/>
                  <a:gd name="connsiteX493" fmla="*/ 1947935 w 3269998"/>
                  <a:gd name="connsiteY493" fmla="*/ 2817766 h 4342592"/>
                  <a:gd name="connsiteX494" fmla="*/ 1954967 w 3269998"/>
                  <a:gd name="connsiteY494" fmla="*/ 2796686 h 4342592"/>
                  <a:gd name="connsiteX495" fmla="*/ 1983096 w 3269998"/>
                  <a:gd name="connsiteY495" fmla="*/ 2803712 h 4342592"/>
                  <a:gd name="connsiteX496" fmla="*/ 1969032 w 3269998"/>
                  <a:gd name="connsiteY496" fmla="*/ 2817766 h 4342592"/>
                  <a:gd name="connsiteX497" fmla="*/ 1947935 w 3269998"/>
                  <a:gd name="connsiteY497" fmla="*/ 2817766 h 4342592"/>
                  <a:gd name="connsiteX498" fmla="*/ 1961999 w 3269998"/>
                  <a:gd name="connsiteY498" fmla="*/ 3274511 h 4342592"/>
                  <a:gd name="connsiteX499" fmla="*/ 1954967 w 3269998"/>
                  <a:gd name="connsiteY499" fmla="*/ 3288565 h 4342592"/>
                  <a:gd name="connsiteX500" fmla="*/ 1961999 w 3269998"/>
                  <a:gd name="connsiteY500" fmla="*/ 3274511 h 4342592"/>
                  <a:gd name="connsiteX501" fmla="*/ 1961999 w 3269998"/>
                  <a:gd name="connsiteY501" fmla="*/ 3267484 h 4342592"/>
                  <a:gd name="connsiteX502" fmla="*/ 1961999 w 3269998"/>
                  <a:gd name="connsiteY502" fmla="*/ 3267484 h 4342592"/>
                  <a:gd name="connsiteX503" fmla="*/ 1983096 w 3269998"/>
                  <a:gd name="connsiteY503" fmla="*/ 2824793 h 4342592"/>
                  <a:gd name="connsiteX504" fmla="*/ 1976064 w 3269998"/>
                  <a:gd name="connsiteY504" fmla="*/ 2817766 h 4342592"/>
                  <a:gd name="connsiteX505" fmla="*/ 1997161 w 3269998"/>
                  <a:gd name="connsiteY505" fmla="*/ 2824793 h 4342592"/>
                  <a:gd name="connsiteX506" fmla="*/ 1983096 w 3269998"/>
                  <a:gd name="connsiteY506" fmla="*/ 2824793 h 4342592"/>
                  <a:gd name="connsiteX507" fmla="*/ 2025290 w 3269998"/>
                  <a:gd name="connsiteY507" fmla="*/ 3190189 h 4342592"/>
                  <a:gd name="connsiteX508" fmla="*/ 2018257 w 3269998"/>
                  <a:gd name="connsiteY508" fmla="*/ 3183162 h 4342592"/>
                  <a:gd name="connsiteX509" fmla="*/ 2025290 w 3269998"/>
                  <a:gd name="connsiteY509" fmla="*/ 3190189 h 4342592"/>
                  <a:gd name="connsiteX510" fmla="*/ 2032322 w 3269998"/>
                  <a:gd name="connsiteY510" fmla="*/ 2993437 h 4342592"/>
                  <a:gd name="connsiteX511" fmla="*/ 2032322 w 3269998"/>
                  <a:gd name="connsiteY511" fmla="*/ 2979384 h 4342592"/>
                  <a:gd name="connsiteX512" fmla="*/ 2032322 w 3269998"/>
                  <a:gd name="connsiteY512" fmla="*/ 2993437 h 4342592"/>
                  <a:gd name="connsiteX513" fmla="*/ 2032322 w 3269998"/>
                  <a:gd name="connsiteY513" fmla="*/ 3056679 h 4342592"/>
                  <a:gd name="connsiteX514" fmla="*/ 2039354 w 3269998"/>
                  <a:gd name="connsiteY514" fmla="*/ 3049652 h 4342592"/>
                  <a:gd name="connsiteX515" fmla="*/ 2032322 w 3269998"/>
                  <a:gd name="connsiteY515" fmla="*/ 3056679 h 4342592"/>
                  <a:gd name="connsiteX516" fmla="*/ 2060451 w 3269998"/>
                  <a:gd name="connsiteY516" fmla="*/ 3935035 h 4342592"/>
                  <a:gd name="connsiteX517" fmla="*/ 2074516 w 3269998"/>
                  <a:gd name="connsiteY517" fmla="*/ 3906928 h 4342592"/>
                  <a:gd name="connsiteX518" fmla="*/ 2060451 w 3269998"/>
                  <a:gd name="connsiteY518" fmla="*/ 3935035 h 4342592"/>
                  <a:gd name="connsiteX519" fmla="*/ 2060451 w 3269998"/>
                  <a:gd name="connsiteY519" fmla="*/ 2965330 h 4342592"/>
                  <a:gd name="connsiteX520" fmla="*/ 2046387 w 3269998"/>
                  <a:gd name="connsiteY520" fmla="*/ 2965330 h 4342592"/>
                  <a:gd name="connsiteX521" fmla="*/ 2060451 w 3269998"/>
                  <a:gd name="connsiteY521" fmla="*/ 2965330 h 4342592"/>
                  <a:gd name="connsiteX522" fmla="*/ 2067483 w 3269998"/>
                  <a:gd name="connsiteY522" fmla="*/ 2866954 h 4342592"/>
                  <a:gd name="connsiteX523" fmla="*/ 2081548 w 3269998"/>
                  <a:gd name="connsiteY523" fmla="*/ 2852900 h 4342592"/>
                  <a:gd name="connsiteX524" fmla="*/ 2067483 w 3269998"/>
                  <a:gd name="connsiteY524" fmla="*/ 2866954 h 4342592"/>
                  <a:gd name="connsiteX525" fmla="*/ 2095612 w 3269998"/>
                  <a:gd name="connsiteY525" fmla="*/ 2852900 h 4342592"/>
                  <a:gd name="connsiteX526" fmla="*/ 2102645 w 3269998"/>
                  <a:gd name="connsiteY526" fmla="*/ 2845874 h 4342592"/>
                  <a:gd name="connsiteX527" fmla="*/ 2095612 w 3269998"/>
                  <a:gd name="connsiteY527" fmla="*/ 2852900 h 4342592"/>
                  <a:gd name="connsiteX528" fmla="*/ 2102645 w 3269998"/>
                  <a:gd name="connsiteY528" fmla="*/ 2845874 h 4342592"/>
                  <a:gd name="connsiteX529" fmla="*/ 2095612 w 3269998"/>
                  <a:gd name="connsiteY529" fmla="*/ 2838847 h 4342592"/>
                  <a:gd name="connsiteX530" fmla="*/ 2109677 w 3269998"/>
                  <a:gd name="connsiteY530" fmla="*/ 2824793 h 4342592"/>
                  <a:gd name="connsiteX531" fmla="*/ 2102645 w 3269998"/>
                  <a:gd name="connsiteY531" fmla="*/ 2845874 h 4342592"/>
                  <a:gd name="connsiteX532" fmla="*/ 2102645 w 3269998"/>
                  <a:gd name="connsiteY532" fmla="*/ 2754525 h 4342592"/>
                  <a:gd name="connsiteX533" fmla="*/ 2109677 w 3269998"/>
                  <a:gd name="connsiteY533" fmla="*/ 2761551 h 4342592"/>
                  <a:gd name="connsiteX534" fmla="*/ 2102645 w 3269998"/>
                  <a:gd name="connsiteY534" fmla="*/ 2754525 h 4342592"/>
                  <a:gd name="connsiteX535" fmla="*/ 2158903 w 3269998"/>
                  <a:gd name="connsiteY535" fmla="*/ 2705337 h 4342592"/>
                  <a:gd name="connsiteX536" fmla="*/ 2144838 w 3269998"/>
                  <a:gd name="connsiteY536" fmla="*/ 2712363 h 4342592"/>
                  <a:gd name="connsiteX537" fmla="*/ 2158903 w 3269998"/>
                  <a:gd name="connsiteY537" fmla="*/ 2705337 h 4342592"/>
                  <a:gd name="connsiteX538" fmla="*/ 2165935 w 3269998"/>
                  <a:gd name="connsiteY538" fmla="*/ 4328539 h 4342592"/>
                  <a:gd name="connsiteX539" fmla="*/ 2172967 w 3269998"/>
                  <a:gd name="connsiteY539" fmla="*/ 4321512 h 4342592"/>
                  <a:gd name="connsiteX540" fmla="*/ 2165935 w 3269998"/>
                  <a:gd name="connsiteY540" fmla="*/ 4328539 h 4342592"/>
                  <a:gd name="connsiteX541" fmla="*/ 2172967 w 3269998"/>
                  <a:gd name="connsiteY541" fmla="*/ 2712363 h 4342592"/>
                  <a:gd name="connsiteX542" fmla="*/ 2158903 w 3269998"/>
                  <a:gd name="connsiteY542" fmla="*/ 2705337 h 4342592"/>
                  <a:gd name="connsiteX543" fmla="*/ 2179999 w 3269998"/>
                  <a:gd name="connsiteY543" fmla="*/ 2705337 h 4342592"/>
                  <a:gd name="connsiteX544" fmla="*/ 2172967 w 3269998"/>
                  <a:gd name="connsiteY544" fmla="*/ 2712363 h 4342592"/>
                  <a:gd name="connsiteX545" fmla="*/ 2215161 w 3269998"/>
                  <a:gd name="connsiteY545" fmla="*/ 2909115 h 4342592"/>
                  <a:gd name="connsiteX546" fmla="*/ 2208128 w 3269998"/>
                  <a:gd name="connsiteY546" fmla="*/ 2916142 h 4342592"/>
                  <a:gd name="connsiteX547" fmla="*/ 2215161 w 3269998"/>
                  <a:gd name="connsiteY547" fmla="*/ 2909115 h 4342592"/>
                  <a:gd name="connsiteX548" fmla="*/ 2257354 w 3269998"/>
                  <a:gd name="connsiteY548" fmla="*/ 4342592 h 4342592"/>
                  <a:gd name="connsiteX549" fmla="*/ 2222193 w 3269998"/>
                  <a:gd name="connsiteY549" fmla="*/ 4300431 h 4342592"/>
                  <a:gd name="connsiteX550" fmla="*/ 2144838 w 3269998"/>
                  <a:gd name="connsiteY550" fmla="*/ 4251243 h 4342592"/>
                  <a:gd name="connsiteX551" fmla="*/ 2116709 w 3269998"/>
                  <a:gd name="connsiteY551" fmla="*/ 4195028 h 4342592"/>
                  <a:gd name="connsiteX552" fmla="*/ 2095612 w 3269998"/>
                  <a:gd name="connsiteY552" fmla="*/ 4096652 h 4342592"/>
                  <a:gd name="connsiteX553" fmla="*/ 2060451 w 3269998"/>
                  <a:gd name="connsiteY553" fmla="*/ 4075572 h 4342592"/>
                  <a:gd name="connsiteX554" fmla="*/ 2095612 w 3269998"/>
                  <a:gd name="connsiteY554" fmla="*/ 3920981 h 4342592"/>
                  <a:gd name="connsiteX555" fmla="*/ 2088580 w 3269998"/>
                  <a:gd name="connsiteY555" fmla="*/ 3850713 h 4342592"/>
                  <a:gd name="connsiteX556" fmla="*/ 2109677 w 3269998"/>
                  <a:gd name="connsiteY556" fmla="*/ 3815579 h 4342592"/>
                  <a:gd name="connsiteX557" fmla="*/ 2137806 w 3269998"/>
                  <a:gd name="connsiteY557" fmla="*/ 3801525 h 4342592"/>
                  <a:gd name="connsiteX558" fmla="*/ 2179999 w 3269998"/>
                  <a:gd name="connsiteY558" fmla="*/ 3703149 h 4342592"/>
                  <a:gd name="connsiteX559" fmla="*/ 2264386 w 3269998"/>
                  <a:gd name="connsiteY559" fmla="*/ 3576666 h 4342592"/>
                  <a:gd name="connsiteX560" fmla="*/ 2278451 w 3269998"/>
                  <a:gd name="connsiteY560" fmla="*/ 3534505 h 4342592"/>
                  <a:gd name="connsiteX561" fmla="*/ 2341741 w 3269998"/>
                  <a:gd name="connsiteY561" fmla="*/ 3485317 h 4342592"/>
                  <a:gd name="connsiteX562" fmla="*/ 2341741 w 3269998"/>
                  <a:gd name="connsiteY562" fmla="*/ 3457209 h 4342592"/>
                  <a:gd name="connsiteX563" fmla="*/ 2362838 w 3269998"/>
                  <a:gd name="connsiteY563" fmla="*/ 3415048 h 4342592"/>
                  <a:gd name="connsiteX564" fmla="*/ 2376903 w 3269998"/>
                  <a:gd name="connsiteY564" fmla="*/ 3408021 h 4342592"/>
                  <a:gd name="connsiteX565" fmla="*/ 2383935 w 3269998"/>
                  <a:gd name="connsiteY565" fmla="*/ 3379914 h 4342592"/>
                  <a:gd name="connsiteX566" fmla="*/ 2440193 w 3269998"/>
                  <a:gd name="connsiteY566" fmla="*/ 3351807 h 4342592"/>
                  <a:gd name="connsiteX567" fmla="*/ 2489419 w 3269998"/>
                  <a:gd name="connsiteY567" fmla="*/ 3344780 h 4342592"/>
                  <a:gd name="connsiteX568" fmla="*/ 2524580 w 3269998"/>
                  <a:gd name="connsiteY568" fmla="*/ 3295592 h 4342592"/>
                  <a:gd name="connsiteX569" fmla="*/ 2566773 w 3269998"/>
                  <a:gd name="connsiteY569" fmla="*/ 3288565 h 4342592"/>
                  <a:gd name="connsiteX570" fmla="*/ 2601935 w 3269998"/>
                  <a:gd name="connsiteY570" fmla="*/ 3316672 h 4342592"/>
                  <a:gd name="connsiteX571" fmla="*/ 2601935 w 3269998"/>
                  <a:gd name="connsiteY571" fmla="*/ 3330726 h 4342592"/>
                  <a:gd name="connsiteX572" fmla="*/ 2644128 w 3269998"/>
                  <a:gd name="connsiteY572" fmla="*/ 3351807 h 4342592"/>
                  <a:gd name="connsiteX573" fmla="*/ 2672257 w 3269998"/>
                  <a:gd name="connsiteY573" fmla="*/ 3344780 h 4342592"/>
                  <a:gd name="connsiteX574" fmla="*/ 2679290 w 3269998"/>
                  <a:gd name="connsiteY574" fmla="*/ 3379914 h 4342592"/>
                  <a:gd name="connsiteX575" fmla="*/ 2700386 w 3269998"/>
                  <a:gd name="connsiteY575" fmla="*/ 3393968 h 4342592"/>
                  <a:gd name="connsiteX576" fmla="*/ 2644128 w 3269998"/>
                  <a:gd name="connsiteY576" fmla="*/ 3450182 h 4342592"/>
                  <a:gd name="connsiteX577" fmla="*/ 2658193 w 3269998"/>
                  <a:gd name="connsiteY577" fmla="*/ 3569639 h 4342592"/>
                  <a:gd name="connsiteX578" fmla="*/ 2637096 w 3269998"/>
                  <a:gd name="connsiteY578" fmla="*/ 3625854 h 4342592"/>
                  <a:gd name="connsiteX579" fmla="*/ 2580838 w 3269998"/>
                  <a:gd name="connsiteY579" fmla="*/ 3717203 h 4342592"/>
                  <a:gd name="connsiteX580" fmla="*/ 2587870 w 3269998"/>
                  <a:gd name="connsiteY580" fmla="*/ 3738283 h 4342592"/>
                  <a:gd name="connsiteX581" fmla="*/ 2545677 w 3269998"/>
                  <a:gd name="connsiteY581" fmla="*/ 3928008 h 4342592"/>
                  <a:gd name="connsiteX582" fmla="*/ 2510515 w 3269998"/>
                  <a:gd name="connsiteY582" fmla="*/ 4026384 h 4342592"/>
                  <a:gd name="connsiteX583" fmla="*/ 2517548 w 3269998"/>
                  <a:gd name="connsiteY583" fmla="*/ 4054491 h 4342592"/>
                  <a:gd name="connsiteX584" fmla="*/ 2489419 w 3269998"/>
                  <a:gd name="connsiteY584" fmla="*/ 4075572 h 4342592"/>
                  <a:gd name="connsiteX585" fmla="*/ 2482386 w 3269998"/>
                  <a:gd name="connsiteY585" fmla="*/ 4117733 h 4342592"/>
                  <a:gd name="connsiteX586" fmla="*/ 2433161 w 3269998"/>
                  <a:gd name="connsiteY586" fmla="*/ 4195028 h 4342592"/>
                  <a:gd name="connsiteX587" fmla="*/ 2383935 w 3269998"/>
                  <a:gd name="connsiteY587" fmla="*/ 4223136 h 4342592"/>
                  <a:gd name="connsiteX588" fmla="*/ 2348774 w 3269998"/>
                  <a:gd name="connsiteY588" fmla="*/ 4342592 h 4342592"/>
                  <a:gd name="connsiteX589" fmla="*/ 2390967 w 3269998"/>
                  <a:gd name="connsiteY589" fmla="*/ 2332914 h 4342592"/>
                  <a:gd name="connsiteX590" fmla="*/ 2397999 w 3269998"/>
                  <a:gd name="connsiteY590" fmla="*/ 2318860 h 4342592"/>
                  <a:gd name="connsiteX591" fmla="*/ 2405032 w 3269998"/>
                  <a:gd name="connsiteY591" fmla="*/ 2325887 h 4342592"/>
                  <a:gd name="connsiteX592" fmla="*/ 2390967 w 3269998"/>
                  <a:gd name="connsiteY592" fmla="*/ 2332914 h 4342592"/>
                  <a:gd name="connsiteX593" fmla="*/ 2397999 w 3269998"/>
                  <a:gd name="connsiteY593" fmla="*/ 2522639 h 4342592"/>
                  <a:gd name="connsiteX594" fmla="*/ 2390967 w 3269998"/>
                  <a:gd name="connsiteY594" fmla="*/ 2515612 h 4342592"/>
                  <a:gd name="connsiteX595" fmla="*/ 2405032 w 3269998"/>
                  <a:gd name="connsiteY595" fmla="*/ 2515612 h 4342592"/>
                  <a:gd name="connsiteX596" fmla="*/ 2397999 w 3269998"/>
                  <a:gd name="connsiteY596" fmla="*/ 2522639 h 4342592"/>
                  <a:gd name="connsiteX597" fmla="*/ 2405032 w 3269998"/>
                  <a:gd name="connsiteY597" fmla="*/ 2346967 h 4342592"/>
                  <a:gd name="connsiteX598" fmla="*/ 2390967 w 3269998"/>
                  <a:gd name="connsiteY598" fmla="*/ 2346967 h 4342592"/>
                  <a:gd name="connsiteX599" fmla="*/ 2397999 w 3269998"/>
                  <a:gd name="connsiteY599" fmla="*/ 2325887 h 4342592"/>
                  <a:gd name="connsiteX600" fmla="*/ 2426128 w 3269998"/>
                  <a:gd name="connsiteY600" fmla="*/ 2339940 h 4342592"/>
                  <a:gd name="connsiteX601" fmla="*/ 2405032 w 3269998"/>
                  <a:gd name="connsiteY601" fmla="*/ 2346967 h 4342592"/>
                  <a:gd name="connsiteX602" fmla="*/ 2433161 w 3269998"/>
                  <a:gd name="connsiteY602" fmla="*/ 2339940 h 4342592"/>
                  <a:gd name="connsiteX603" fmla="*/ 2433161 w 3269998"/>
                  <a:gd name="connsiteY603" fmla="*/ 2325887 h 4342592"/>
                  <a:gd name="connsiteX604" fmla="*/ 2454257 w 3269998"/>
                  <a:gd name="connsiteY604" fmla="*/ 2325887 h 4342592"/>
                  <a:gd name="connsiteX605" fmla="*/ 2433161 w 3269998"/>
                  <a:gd name="connsiteY605" fmla="*/ 2339940 h 4342592"/>
                  <a:gd name="connsiteX606" fmla="*/ 2503483 w 3269998"/>
                  <a:gd name="connsiteY606" fmla="*/ 913490 h 4342592"/>
                  <a:gd name="connsiteX607" fmla="*/ 2517548 w 3269998"/>
                  <a:gd name="connsiteY607" fmla="*/ 913490 h 4342592"/>
                  <a:gd name="connsiteX608" fmla="*/ 2594903 w 3269998"/>
                  <a:gd name="connsiteY608" fmla="*/ 969705 h 4342592"/>
                  <a:gd name="connsiteX609" fmla="*/ 2594903 w 3269998"/>
                  <a:gd name="connsiteY609" fmla="*/ 983759 h 4342592"/>
                  <a:gd name="connsiteX610" fmla="*/ 2658193 w 3269998"/>
                  <a:gd name="connsiteY610" fmla="*/ 990786 h 4342592"/>
                  <a:gd name="connsiteX611" fmla="*/ 2693354 w 3269998"/>
                  <a:gd name="connsiteY611" fmla="*/ 1025920 h 4342592"/>
                  <a:gd name="connsiteX612" fmla="*/ 2693354 w 3269998"/>
                  <a:gd name="connsiteY612" fmla="*/ 1039974 h 4342592"/>
                  <a:gd name="connsiteX613" fmla="*/ 2665225 w 3269998"/>
                  <a:gd name="connsiteY613" fmla="*/ 1061054 h 4342592"/>
                  <a:gd name="connsiteX614" fmla="*/ 2644128 w 3269998"/>
                  <a:gd name="connsiteY614" fmla="*/ 1061054 h 4342592"/>
                  <a:gd name="connsiteX615" fmla="*/ 2552709 w 3269998"/>
                  <a:gd name="connsiteY615" fmla="*/ 1025920 h 4342592"/>
                  <a:gd name="connsiteX616" fmla="*/ 2482386 w 3269998"/>
                  <a:gd name="connsiteY616" fmla="*/ 983759 h 4342592"/>
                  <a:gd name="connsiteX617" fmla="*/ 2426128 w 3269998"/>
                  <a:gd name="connsiteY617" fmla="*/ 927544 h 4342592"/>
                  <a:gd name="connsiteX618" fmla="*/ 2468322 w 3269998"/>
                  <a:gd name="connsiteY618" fmla="*/ 892410 h 4342592"/>
                  <a:gd name="connsiteX619" fmla="*/ 2503483 w 3269998"/>
                  <a:gd name="connsiteY619" fmla="*/ 913490 h 4342592"/>
                  <a:gd name="connsiteX620" fmla="*/ 2510515 w 3269998"/>
                  <a:gd name="connsiteY620" fmla="*/ 646470 h 4342592"/>
                  <a:gd name="connsiteX621" fmla="*/ 2517548 w 3269998"/>
                  <a:gd name="connsiteY621" fmla="*/ 653497 h 4342592"/>
                  <a:gd name="connsiteX622" fmla="*/ 2510515 w 3269998"/>
                  <a:gd name="connsiteY622" fmla="*/ 646470 h 4342592"/>
                  <a:gd name="connsiteX623" fmla="*/ 2524580 w 3269998"/>
                  <a:gd name="connsiteY623" fmla="*/ 4209082 h 4342592"/>
                  <a:gd name="connsiteX624" fmla="*/ 2538644 w 3269998"/>
                  <a:gd name="connsiteY624" fmla="*/ 4209082 h 4342592"/>
                  <a:gd name="connsiteX625" fmla="*/ 2538644 w 3269998"/>
                  <a:gd name="connsiteY625" fmla="*/ 4223136 h 4342592"/>
                  <a:gd name="connsiteX626" fmla="*/ 2524580 w 3269998"/>
                  <a:gd name="connsiteY626" fmla="*/ 4223136 h 4342592"/>
                  <a:gd name="connsiteX627" fmla="*/ 2524580 w 3269998"/>
                  <a:gd name="connsiteY627" fmla="*/ 4209082 h 4342592"/>
                  <a:gd name="connsiteX628" fmla="*/ 2573806 w 3269998"/>
                  <a:gd name="connsiteY628" fmla="*/ 1054027 h 4342592"/>
                  <a:gd name="connsiteX629" fmla="*/ 2566773 w 3269998"/>
                  <a:gd name="connsiteY629" fmla="*/ 1047000 h 4342592"/>
                  <a:gd name="connsiteX630" fmla="*/ 2580838 w 3269998"/>
                  <a:gd name="connsiteY630" fmla="*/ 1047000 h 4342592"/>
                  <a:gd name="connsiteX631" fmla="*/ 2573806 w 3269998"/>
                  <a:gd name="connsiteY631" fmla="*/ 1054027 h 4342592"/>
                  <a:gd name="connsiteX632" fmla="*/ 2594903 w 3269998"/>
                  <a:gd name="connsiteY632" fmla="*/ 1918330 h 4342592"/>
                  <a:gd name="connsiteX633" fmla="*/ 2601935 w 3269998"/>
                  <a:gd name="connsiteY633" fmla="*/ 1925356 h 4342592"/>
                  <a:gd name="connsiteX634" fmla="*/ 2594903 w 3269998"/>
                  <a:gd name="connsiteY634" fmla="*/ 1918330 h 4342592"/>
                  <a:gd name="connsiteX635" fmla="*/ 2615999 w 3269998"/>
                  <a:gd name="connsiteY635" fmla="*/ 2072920 h 4342592"/>
                  <a:gd name="connsiteX636" fmla="*/ 2630064 w 3269998"/>
                  <a:gd name="connsiteY636" fmla="*/ 2072920 h 4342592"/>
                  <a:gd name="connsiteX637" fmla="*/ 2615999 w 3269998"/>
                  <a:gd name="connsiteY637" fmla="*/ 2072920 h 4342592"/>
                  <a:gd name="connsiteX638" fmla="*/ 2623032 w 3269998"/>
                  <a:gd name="connsiteY638" fmla="*/ 1103215 h 4342592"/>
                  <a:gd name="connsiteX639" fmla="*/ 2615999 w 3269998"/>
                  <a:gd name="connsiteY639" fmla="*/ 1089161 h 4342592"/>
                  <a:gd name="connsiteX640" fmla="*/ 2538644 w 3269998"/>
                  <a:gd name="connsiteY640" fmla="*/ 1039974 h 4342592"/>
                  <a:gd name="connsiteX641" fmla="*/ 2545677 w 3269998"/>
                  <a:gd name="connsiteY641" fmla="*/ 1032947 h 4342592"/>
                  <a:gd name="connsiteX642" fmla="*/ 2566773 w 3269998"/>
                  <a:gd name="connsiteY642" fmla="*/ 1054027 h 4342592"/>
                  <a:gd name="connsiteX643" fmla="*/ 2623032 w 3269998"/>
                  <a:gd name="connsiteY643" fmla="*/ 1075108 h 4342592"/>
                  <a:gd name="connsiteX644" fmla="*/ 2623032 w 3269998"/>
                  <a:gd name="connsiteY644" fmla="*/ 1103215 h 4342592"/>
                  <a:gd name="connsiteX645" fmla="*/ 2630064 w 3269998"/>
                  <a:gd name="connsiteY645" fmla="*/ 1089161 h 4342592"/>
                  <a:gd name="connsiteX646" fmla="*/ 2637096 w 3269998"/>
                  <a:gd name="connsiteY646" fmla="*/ 1075108 h 4342592"/>
                  <a:gd name="connsiteX647" fmla="*/ 2679290 w 3269998"/>
                  <a:gd name="connsiteY647" fmla="*/ 1096188 h 4342592"/>
                  <a:gd name="connsiteX648" fmla="*/ 2735548 w 3269998"/>
                  <a:gd name="connsiteY648" fmla="*/ 1103215 h 4342592"/>
                  <a:gd name="connsiteX649" fmla="*/ 2728515 w 3269998"/>
                  <a:gd name="connsiteY649" fmla="*/ 1124296 h 4342592"/>
                  <a:gd name="connsiteX650" fmla="*/ 2672257 w 3269998"/>
                  <a:gd name="connsiteY650" fmla="*/ 1117269 h 4342592"/>
                  <a:gd name="connsiteX651" fmla="*/ 2630064 w 3269998"/>
                  <a:gd name="connsiteY651" fmla="*/ 1103215 h 4342592"/>
                  <a:gd name="connsiteX652" fmla="*/ 2630064 w 3269998"/>
                  <a:gd name="connsiteY652" fmla="*/ 1089161 h 4342592"/>
                  <a:gd name="connsiteX653" fmla="*/ 2644128 w 3269998"/>
                  <a:gd name="connsiteY653" fmla="*/ 1566987 h 4342592"/>
                  <a:gd name="connsiteX654" fmla="*/ 2644128 w 3269998"/>
                  <a:gd name="connsiteY654" fmla="*/ 1566987 h 4342592"/>
                  <a:gd name="connsiteX655" fmla="*/ 2644128 w 3269998"/>
                  <a:gd name="connsiteY655" fmla="*/ 2044813 h 4342592"/>
                  <a:gd name="connsiteX656" fmla="*/ 2651161 w 3269998"/>
                  <a:gd name="connsiteY656" fmla="*/ 2037786 h 4342592"/>
                  <a:gd name="connsiteX657" fmla="*/ 2644128 w 3269998"/>
                  <a:gd name="connsiteY657" fmla="*/ 2044813 h 4342592"/>
                  <a:gd name="connsiteX658" fmla="*/ 2651161 w 3269998"/>
                  <a:gd name="connsiteY658" fmla="*/ 2058866 h 4342592"/>
                  <a:gd name="connsiteX659" fmla="*/ 2658193 w 3269998"/>
                  <a:gd name="connsiteY659" fmla="*/ 2051840 h 4342592"/>
                  <a:gd name="connsiteX660" fmla="*/ 2651161 w 3269998"/>
                  <a:gd name="connsiteY660" fmla="*/ 2058866 h 4342592"/>
                  <a:gd name="connsiteX661" fmla="*/ 2651161 w 3269998"/>
                  <a:gd name="connsiteY661" fmla="*/ 2171296 h 4342592"/>
                  <a:gd name="connsiteX662" fmla="*/ 2665225 w 3269998"/>
                  <a:gd name="connsiteY662" fmla="*/ 2157242 h 4342592"/>
                  <a:gd name="connsiteX663" fmla="*/ 2651161 w 3269998"/>
                  <a:gd name="connsiteY663" fmla="*/ 2171296 h 4342592"/>
                  <a:gd name="connsiteX664" fmla="*/ 2658193 w 3269998"/>
                  <a:gd name="connsiteY664" fmla="*/ 1559960 h 4342592"/>
                  <a:gd name="connsiteX665" fmla="*/ 2672257 w 3269998"/>
                  <a:gd name="connsiteY665" fmla="*/ 1595095 h 4342592"/>
                  <a:gd name="connsiteX666" fmla="*/ 2658193 w 3269998"/>
                  <a:gd name="connsiteY666" fmla="*/ 1602121 h 4342592"/>
                  <a:gd name="connsiteX667" fmla="*/ 2644128 w 3269998"/>
                  <a:gd name="connsiteY667" fmla="*/ 1595095 h 4342592"/>
                  <a:gd name="connsiteX668" fmla="*/ 2644128 w 3269998"/>
                  <a:gd name="connsiteY668" fmla="*/ 1552933 h 4342592"/>
                  <a:gd name="connsiteX669" fmla="*/ 2658193 w 3269998"/>
                  <a:gd name="connsiteY669" fmla="*/ 1559960 h 4342592"/>
                  <a:gd name="connsiteX670" fmla="*/ 2658193 w 3269998"/>
                  <a:gd name="connsiteY670" fmla="*/ 1131323 h 4342592"/>
                  <a:gd name="connsiteX671" fmla="*/ 2672257 w 3269998"/>
                  <a:gd name="connsiteY671" fmla="*/ 1131323 h 4342592"/>
                  <a:gd name="connsiteX672" fmla="*/ 2672257 w 3269998"/>
                  <a:gd name="connsiteY672" fmla="*/ 1145376 h 4342592"/>
                  <a:gd name="connsiteX673" fmla="*/ 2658193 w 3269998"/>
                  <a:gd name="connsiteY673" fmla="*/ 1131323 h 4342592"/>
                  <a:gd name="connsiteX674" fmla="*/ 2658193 w 3269998"/>
                  <a:gd name="connsiteY674" fmla="*/ 2150216 h 4342592"/>
                  <a:gd name="connsiteX675" fmla="*/ 2658193 w 3269998"/>
                  <a:gd name="connsiteY675" fmla="*/ 2136162 h 4342592"/>
                  <a:gd name="connsiteX676" fmla="*/ 2658193 w 3269998"/>
                  <a:gd name="connsiteY676" fmla="*/ 2150216 h 4342592"/>
                  <a:gd name="connsiteX677" fmla="*/ 2672257 w 3269998"/>
                  <a:gd name="connsiteY677" fmla="*/ 3239377 h 4342592"/>
                  <a:gd name="connsiteX678" fmla="*/ 2679290 w 3269998"/>
                  <a:gd name="connsiteY678" fmla="*/ 3253431 h 4342592"/>
                  <a:gd name="connsiteX679" fmla="*/ 2672257 w 3269998"/>
                  <a:gd name="connsiteY679" fmla="*/ 3239377 h 4342592"/>
                  <a:gd name="connsiteX680" fmla="*/ 2679290 w 3269998"/>
                  <a:gd name="connsiteY680" fmla="*/ 3450182 h 4342592"/>
                  <a:gd name="connsiteX681" fmla="*/ 2679290 w 3269998"/>
                  <a:gd name="connsiteY681" fmla="*/ 3450182 h 4342592"/>
                  <a:gd name="connsiteX682" fmla="*/ 2679290 w 3269998"/>
                  <a:gd name="connsiteY682" fmla="*/ 1552933 h 4342592"/>
                  <a:gd name="connsiteX683" fmla="*/ 2679290 w 3269998"/>
                  <a:gd name="connsiteY683" fmla="*/ 1566987 h 4342592"/>
                  <a:gd name="connsiteX684" fmla="*/ 2679290 w 3269998"/>
                  <a:gd name="connsiteY684" fmla="*/ 1552933 h 4342592"/>
                  <a:gd name="connsiteX685" fmla="*/ 2679290 w 3269998"/>
                  <a:gd name="connsiteY685" fmla="*/ 1138349 h 4342592"/>
                  <a:gd name="connsiteX686" fmla="*/ 2700386 w 3269998"/>
                  <a:gd name="connsiteY686" fmla="*/ 1138349 h 4342592"/>
                  <a:gd name="connsiteX687" fmla="*/ 2686322 w 3269998"/>
                  <a:gd name="connsiteY687" fmla="*/ 1166457 h 4342592"/>
                  <a:gd name="connsiteX688" fmla="*/ 2679290 w 3269998"/>
                  <a:gd name="connsiteY688" fmla="*/ 1138349 h 4342592"/>
                  <a:gd name="connsiteX689" fmla="*/ 2679290 w 3269998"/>
                  <a:gd name="connsiteY689" fmla="*/ 1489692 h 4342592"/>
                  <a:gd name="connsiteX690" fmla="*/ 2672257 w 3269998"/>
                  <a:gd name="connsiteY690" fmla="*/ 1475638 h 4342592"/>
                  <a:gd name="connsiteX691" fmla="*/ 2693354 w 3269998"/>
                  <a:gd name="connsiteY691" fmla="*/ 1468611 h 4342592"/>
                  <a:gd name="connsiteX692" fmla="*/ 2693354 w 3269998"/>
                  <a:gd name="connsiteY692" fmla="*/ 1482665 h 4342592"/>
                  <a:gd name="connsiteX693" fmla="*/ 2679290 w 3269998"/>
                  <a:gd name="connsiteY693" fmla="*/ 1489692 h 4342592"/>
                  <a:gd name="connsiteX694" fmla="*/ 2700386 w 3269998"/>
                  <a:gd name="connsiteY694" fmla="*/ 1897249 h 4342592"/>
                  <a:gd name="connsiteX695" fmla="*/ 2721483 w 3269998"/>
                  <a:gd name="connsiteY695" fmla="*/ 1897249 h 4342592"/>
                  <a:gd name="connsiteX696" fmla="*/ 2700386 w 3269998"/>
                  <a:gd name="connsiteY696" fmla="*/ 1897249 h 4342592"/>
                  <a:gd name="connsiteX697" fmla="*/ 2707419 w 3269998"/>
                  <a:gd name="connsiteY697" fmla="*/ 1679417 h 4342592"/>
                  <a:gd name="connsiteX698" fmla="*/ 2707419 w 3269998"/>
                  <a:gd name="connsiteY698" fmla="*/ 1693470 h 4342592"/>
                  <a:gd name="connsiteX699" fmla="*/ 2707419 w 3269998"/>
                  <a:gd name="connsiteY699" fmla="*/ 1679417 h 4342592"/>
                  <a:gd name="connsiteX700" fmla="*/ 2714451 w 3269998"/>
                  <a:gd name="connsiteY700" fmla="*/ 1616175 h 4342592"/>
                  <a:gd name="connsiteX701" fmla="*/ 2707419 w 3269998"/>
                  <a:gd name="connsiteY701" fmla="*/ 1609148 h 4342592"/>
                  <a:gd name="connsiteX702" fmla="*/ 2714451 w 3269998"/>
                  <a:gd name="connsiteY702" fmla="*/ 1616175 h 4342592"/>
                  <a:gd name="connsiteX703" fmla="*/ 2714451 w 3269998"/>
                  <a:gd name="connsiteY703" fmla="*/ 1524826 h 4342592"/>
                  <a:gd name="connsiteX704" fmla="*/ 2700386 w 3269998"/>
                  <a:gd name="connsiteY704" fmla="*/ 1524826 h 4342592"/>
                  <a:gd name="connsiteX705" fmla="*/ 2714451 w 3269998"/>
                  <a:gd name="connsiteY705" fmla="*/ 1524826 h 4342592"/>
                  <a:gd name="connsiteX706" fmla="*/ 2721483 w 3269998"/>
                  <a:gd name="connsiteY706" fmla="*/ 1370235 h 4342592"/>
                  <a:gd name="connsiteX707" fmla="*/ 2721483 w 3269998"/>
                  <a:gd name="connsiteY707" fmla="*/ 1384289 h 4342592"/>
                  <a:gd name="connsiteX708" fmla="*/ 2721483 w 3269998"/>
                  <a:gd name="connsiteY708" fmla="*/ 1370235 h 4342592"/>
                  <a:gd name="connsiteX709" fmla="*/ 2721483 w 3269998"/>
                  <a:gd name="connsiteY709" fmla="*/ 1609148 h 4342592"/>
                  <a:gd name="connsiteX710" fmla="*/ 2728515 w 3269998"/>
                  <a:gd name="connsiteY710" fmla="*/ 1616175 h 4342592"/>
                  <a:gd name="connsiteX711" fmla="*/ 2721483 w 3269998"/>
                  <a:gd name="connsiteY711" fmla="*/ 1609148 h 4342592"/>
                  <a:gd name="connsiteX712" fmla="*/ 2728515 w 3269998"/>
                  <a:gd name="connsiteY712" fmla="*/ 1602121 h 4342592"/>
                  <a:gd name="connsiteX713" fmla="*/ 2721483 w 3269998"/>
                  <a:gd name="connsiteY713" fmla="*/ 1595095 h 4342592"/>
                  <a:gd name="connsiteX714" fmla="*/ 2728515 w 3269998"/>
                  <a:gd name="connsiteY714" fmla="*/ 1602121 h 4342592"/>
                  <a:gd name="connsiteX715" fmla="*/ 2728515 w 3269998"/>
                  <a:gd name="connsiteY715" fmla="*/ 1609148 h 4342592"/>
                  <a:gd name="connsiteX716" fmla="*/ 2735548 w 3269998"/>
                  <a:gd name="connsiteY716" fmla="*/ 1602121 h 4342592"/>
                  <a:gd name="connsiteX717" fmla="*/ 2728515 w 3269998"/>
                  <a:gd name="connsiteY717" fmla="*/ 1609148 h 4342592"/>
                  <a:gd name="connsiteX718" fmla="*/ 2742580 w 3269998"/>
                  <a:gd name="connsiteY718" fmla="*/ 1609148 h 4342592"/>
                  <a:gd name="connsiteX719" fmla="*/ 2749612 w 3269998"/>
                  <a:gd name="connsiteY719" fmla="*/ 1602121 h 4342592"/>
                  <a:gd name="connsiteX720" fmla="*/ 2742580 w 3269998"/>
                  <a:gd name="connsiteY720" fmla="*/ 1609148 h 4342592"/>
                  <a:gd name="connsiteX721" fmla="*/ 2742580 w 3269998"/>
                  <a:gd name="connsiteY721" fmla="*/ 1524826 h 4342592"/>
                  <a:gd name="connsiteX722" fmla="*/ 2756644 w 3269998"/>
                  <a:gd name="connsiteY722" fmla="*/ 1524826 h 4342592"/>
                  <a:gd name="connsiteX723" fmla="*/ 2749612 w 3269998"/>
                  <a:gd name="connsiteY723" fmla="*/ 1538880 h 4342592"/>
                  <a:gd name="connsiteX724" fmla="*/ 2742580 w 3269998"/>
                  <a:gd name="connsiteY724" fmla="*/ 1524826 h 4342592"/>
                  <a:gd name="connsiteX725" fmla="*/ 2749612 w 3269998"/>
                  <a:gd name="connsiteY725" fmla="*/ 1468611 h 4342592"/>
                  <a:gd name="connsiteX726" fmla="*/ 2763677 w 3269998"/>
                  <a:gd name="connsiteY726" fmla="*/ 1468611 h 4342592"/>
                  <a:gd name="connsiteX727" fmla="*/ 2770709 w 3269998"/>
                  <a:gd name="connsiteY727" fmla="*/ 1482665 h 4342592"/>
                  <a:gd name="connsiteX728" fmla="*/ 2763677 w 3269998"/>
                  <a:gd name="connsiteY728" fmla="*/ 1510772 h 4342592"/>
                  <a:gd name="connsiteX729" fmla="*/ 2714451 w 3269998"/>
                  <a:gd name="connsiteY729" fmla="*/ 1482665 h 4342592"/>
                  <a:gd name="connsiteX730" fmla="*/ 2749612 w 3269998"/>
                  <a:gd name="connsiteY730" fmla="*/ 1468611 h 4342592"/>
                  <a:gd name="connsiteX731" fmla="*/ 2756644 w 3269998"/>
                  <a:gd name="connsiteY731" fmla="*/ 1510772 h 4342592"/>
                  <a:gd name="connsiteX732" fmla="*/ 2756644 w 3269998"/>
                  <a:gd name="connsiteY732" fmla="*/ 1510772 h 4342592"/>
                  <a:gd name="connsiteX733" fmla="*/ 2756644 w 3269998"/>
                  <a:gd name="connsiteY733" fmla="*/ 1812927 h 4342592"/>
                  <a:gd name="connsiteX734" fmla="*/ 2763677 w 3269998"/>
                  <a:gd name="connsiteY734" fmla="*/ 1805900 h 4342592"/>
                  <a:gd name="connsiteX735" fmla="*/ 2756644 w 3269998"/>
                  <a:gd name="connsiteY735" fmla="*/ 1812927 h 4342592"/>
                  <a:gd name="connsiteX736" fmla="*/ 2756644 w 3269998"/>
                  <a:gd name="connsiteY736" fmla="*/ 1721578 h 4342592"/>
                  <a:gd name="connsiteX737" fmla="*/ 2707419 w 3269998"/>
                  <a:gd name="connsiteY737" fmla="*/ 1693470 h 4342592"/>
                  <a:gd name="connsiteX738" fmla="*/ 2721483 w 3269998"/>
                  <a:gd name="connsiteY738" fmla="*/ 1672390 h 4342592"/>
                  <a:gd name="connsiteX739" fmla="*/ 2735548 w 3269998"/>
                  <a:gd name="connsiteY739" fmla="*/ 1665363 h 4342592"/>
                  <a:gd name="connsiteX740" fmla="*/ 2756644 w 3269998"/>
                  <a:gd name="connsiteY740" fmla="*/ 1693470 h 4342592"/>
                  <a:gd name="connsiteX741" fmla="*/ 2756644 w 3269998"/>
                  <a:gd name="connsiteY741" fmla="*/ 1721578 h 4342592"/>
                  <a:gd name="connsiteX742" fmla="*/ 2763677 w 3269998"/>
                  <a:gd name="connsiteY742" fmla="*/ 1700497 h 4342592"/>
                  <a:gd name="connsiteX743" fmla="*/ 2770709 w 3269998"/>
                  <a:gd name="connsiteY743" fmla="*/ 1707524 h 4342592"/>
                  <a:gd name="connsiteX744" fmla="*/ 2763677 w 3269998"/>
                  <a:gd name="connsiteY744" fmla="*/ 1700497 h 4342592"/>
                  <a:gd name="connsiteX745" fmla="*/ 2763677 w 3269998"/>
                  <a:gd name="connsiteY745" fmla="*/ 1609148 h 4342592"/>
                  <a:gd name="connsiteX746" fmla="*/ 2756644 w 3269998"/>
                  <a:gd name="connsiteY746" fmla="*/ 1602121 h 4342592"/>
                  <a:gd name="connsiteX747" fmla="*/ 2784773 w 3269998"/>
                  <a:gd name="connsiteY747" fmla="*/ 1616175 h 4342592"/>
                  <a:gd name="connsiteX748" fmla="*/ 2763677 w 3269998"/>
                  <a:gd name="connsiteY748" fmla="*/ 1609148 h 4342592"/>
                  <a:gd name="connsiteX749" fmla="*/ 2777741 w 3269998"/>
                  <a:gd name="connsiteY749" fmla="*/ 1651309 h 4342592"/>
                  <a:gd name="connsiteX750" fmla="*/ 2798838 w 3269998"/>
                  <a:gd name="connsiteY750" fmla="*/ 1658336 h 4342592"/>
                  <a:gd name="connsiteX751" fmla="*/ 2791806 w 3269998"/>
                  <a:gd name="connsiteY751" fmla="*/ 1679417 h 4342592"/>
                  <a:gd name="connsiteX752" fmla="*/ 2763677 w 3269998"/>
                  <a:gd name="connsiteY752" fmla="*/ 1651309 h 4342592"/>
                  <a:gd name="connsiteX753" fmla="*/ 2777741 w 3269998"/>
                  <a:gd name="connsiteY753" fmla="*/ 1651309 h 4342592"/>
                  <a:gd name="connsiteX754" fmla="*/ 2784773 w 3269998"/>
                  <a:gd name="connsiteY754" fmla="*/ 1644282 h 4342592"/>
                  <a:gd name="connsiteX755" fmla="*/ 2805870 w 3269998"/>
                  <a:gd name="connsiteY755" fmla="*/ 1637256 h 4342592"/>
                  <a:gd name="connsiteX756" fmla="*/ 2784773 w 3269998"/>
                  <a:gd name="connsiteY756" fmla="*/ 1644282 h 4342592"/>
                  <a:gd name="connsiteX757" fmla="*/ 2784773 w 3269998"/>
                  <a:gd name="connsiteY757" fmla="*/ 1693470 h 4342592"/>
                  <a:gd name="connsiteX758" fmla="*/ 2763677 w 3269998"/>
                  <a:gd name="connsiteY758" fmla="*/ 1679417 h 4342592"/>
                  <a:gd name="connsiteX759" fmla="*/ 2770709 w 3269998"/>
                  <a:gd name="connsiteY759" fmla="*/ 1672390 h 4342592"/>
                  <a:gd name="connsiteX760" fmla="*/ 2798838 w 3269998"/>
                  <a:gd name="connsiteY760" fmla="*/ 1693470 h 4342592"/>
                  <a:gd name="connsiteX761" fmla="*/ 2784773 w 3269998"/>
                  <a:gd name="connsiteY761" fmla="*/ 1693470 h 4342592"/>
                  <a:gd name="connsiteX762" fmla="*/ 2798838 w 3269998"/>
                  <a:gd name="connsiteY762" fmla="*/ 1616175 h 4342592"/>
                  <a:gd name="connsiteX763" fmla="*/ 2805870 w 3269998"/>
                  <a:gd name="connsiteY763" fmla="*/ 1609148 h 4342592"/>
                  <a:gd name="connsiteX764" fmla="*/ 2833999 w 3269998"/>
                  <a:gd name="connsiteY764" fmla="*/ 1623202 h 4342592"/>
                  <a:gd name="connsiteX765" fmla="*/ 2826967 w 3269998"/>
                  <a:gd name="connsiteY765" fmla="*/ 1658336 h 4342592"/>
                  <a:gd name="connsiteX766" fmla="*/ 2798838 w 3269998"/>
                  <a:gd name="connsiteY766" fmla="*/ 1616175 h 4342592"/>
                  <a:gd name="connsiteX767" fmla="*/ 2819935 w 3269998"/>
                  <a:gd name="connsiteY767" fmla="*/ 1602121 h 4342592"/>
                  <a:gd name="connsiteX768" fmla="*/ 2812902 w 3269998"/>
                  <a:gd name="connsiteY768" fmla="*/ 1588068 h 4342592"/>
                  <a:gd name="connsiteX769" fmla="*/ 2826967 w 3269998"/>
                  <a:gd name="connsiteY769" fmla="*/ 1581041 h 4342592"/>
                  <a:gd name="connsiteX770" fmla="*/ 2819935 w 3269998"/>
                  <a:gd name="connsiteY770" fmla="*/ 1602121 h 4342592"/>
                  <a:gd name="connsiteX771" fmla="*/ 2833999 w 3269998"/>
                  <a:gd name="connsiteY771" fmla="*/ 1440504 h 4342592"/>
                  <a:gd name="connsiteX772" fmla="*/ 2784773 w 3269998"/>
                  <a:gd name="connsiteY772" fmla="*/ 1440504 h 4342592"/>
                  <a:gd name="connsiteX773" fmla="*/ 2784773 w 3269998"/>
                  <a:gd name="connsiteY773" fmla="*/ 1419423 h 4342592"/>
                  <a:gd name="connsiteX774" fmla="*/ 2826967 w 3269998"/>
                  <a:gd name="connsiteY774" fmla="*/ 1419423 h 4342592"/>
                  <a:gd name="connsiteX775" fmla="*/ 2833999 w 3269998"/>
                  <a:gd name="connsiteY775" fmla="*/ 1440504 h 4342592"/>
                  <a:gd name="connsiteX776" fmla="*/ 2848064 w 3269998"/>
                  <a:gd name="connsiteY776" fmla="*/ 1440504 h 4342592"/>
                  <a:gd name="connsiteX777" fmla="*/ 2841031 w 3269998"/>
                  <a:gd name="connsiteY777" fmla="*/ 1433477 h 4342592"/>
                  <a:gd name="connsiteX778" fmla="*/ 2855096 w 3269998"/>
                  <a:gd name="connsiteY778" fmla="*/ 1433477 h 4342592"/>
                  <a:gd name="connsiteX779" fmla="*/ 2848064 w 3269998"/>
                  <a:gd name="connsiteY779" fmla="*/ 1440504 h 4342592"/>
                  <a:gd name="connsiteX780" fmla="*/ 2876193 w 3269998"/>
                  <a:gd name="connsiteY780" fmla="*/ 1356182 h 4342592"/>
                  <a:gd name="connsiteX781" fmla="*/ 2869160 w 3269998"/>
                  <a:gd name="connsiteY781" fmla="*/ 1349155 h 4342592"/>
                  <a:gd name="connsiteX782" fmla="*/ 2883225 w 3269998"/>
                  <a:gd name="connsiteY782" fmla="*/ 1342128 h 4342592"/>
                  <a:gd name="connsiteX783" fmla="*/ 2876193 w 3269998"/>
                  <a:gd name="connsiteY783" fmla="*/ 1356182 h 4342592"/>
                  <a:gd name="connsiteX784" fmla="*/ 2939483 w 3269998"/>
                  <a:gd name="connsiteY784" fmla="*/ 1538880 h 4342592"/>
                  <a:gd name="connsiteX785" fmla="*/ 2946515 w 3269998"/>
                  <a:gd name="connsiteY785" fmla="*/ 1545907 h 4342592"/>
                  <a:gd name="connsiteX786" fmla="*/ 2939483 w 3269998"/>
                  <a:gd name="connsiteY786" fmla="*/ 1538880 h 4342592"/>
                  <a:gd name="connsiteX787" fmla="*/ 2946515 w 3269998"/>
                  <a:gd name="connsiteY787" fmla="*/ 1335101 h 4342592"/>
                  <a:gd name="connsiteX788" fmla="*/ 2946515 w 3269998"/>
                  <a:gd name="connsiteY788" fmla="*/ 1321047 h 4342592"/>
                  <a:gd name="connsiteX789" fmla="*/ 2946515 w 3269998"/>
                  <a:gd name="connsiteY789" fmla="*/ 1335101 h 4342592"/>
                  <a:gd name="connsiteX790" fmla="*/ 2960580 w 3269998"/>
                  <a:gd name="connsiteY790" fmla="*/ 1335101 h 4342592"/>
                  <a:gd name="connsiteX791" fmla="*/ 2960580 w 3269998"/>
                  <a:gd name="connsiteY791" fmla="*/ 1321047 h 4342592"/>
                  <a:gd name="connsiteX792" fmla="*/ 2960580 w 3269998"/>
                  <a:gd name="connsiteY792" fmla="*/ 1335101 h 4342592"/>
                  <a:gd name="connsiteX793" fmla="*/ 3122322 w 3269998"/>
                  <a:gd name="connsiteY793" fmla="*/ 3141001 h 4342592"/>
                  <a:gd name="connsiteX794" fmla="*/ 3129354 w 3269998"/>
                  <a:gd name="connsiteY794" fmla="*/ 3126947 h 4342592"/>
                  <a:gd name="connsiteX795" fmla="*/ 3164515 w 3269998"/>
                  <a:gd name="connsiteY795" fmla="*/ 3126947 h 4342592"/>
                  <a:gd name="connsiteX796" fmla="*/ 3199677 w 3269998"/>
                  <a:gd name="connsiteY796" fmla="*/ 3148028 h 4342592"/>
                  <a:gd name="connsiteX797" fmla="*/ 3192644 w 3269998"/>
                  <a:gd name="connsiteY797" fmla="*/ 3162082 h 4342592"/>
                  <a:gd name="connsiteX798" fmla="*/ 3115289 w 3269998"/>
                  <a:gd name="connsiteY798" fmla="*/ 3176135 h 4342592"/>
                  <a:gd name="connsiteX799" fmla="*/ 3101225 w 3269998"/>
                  <a:gd name="connsiteY799" fmla="*/ 3169109 h 4342592"/>
                  <a:gd name="connsiteX800" fmla="*/ 3122322 w 3269998"/>
                  <a:gd name="connsiteY800" fmla="*/ 3141001 h 4342592"/>
                  <a:gd name="connsiteX801" fmla="*/ 3206709 w 3269998"/>
                  <a:gd name="connsiteY801" fmla="*/ 3126947 h 4342592"/>
                  <a:gd name="connsiteX802" fmla="*/ 3199677 w 3269998"/>
                  <a:gd name="connsiteY802" fmla="*/ 3133974 h 4342592"/>
                  <a:gd name="connsiteX803" fmla="*/ 3199677 w 3269998"/>
                  <a:gd name="connsiteY803" fmla="*/ 3119921 h 4342592"/>
                  <a:gd name="connsiteX804" fmla="*/ 3206709 w 3269998"/>
                  <a:gd name="connsiteY804" fmla="*/ 3126947 h 4342592"/>
                  <a:gd name="connsiteX805" fmla="*/ 3206709 w 3269998"/>
                  <a:gd name="connsiteY805" fmla="*/ 3070733 h 4342592"/>
                  <a:gd name="connsiteX806" fmla="*/ 3234838 w 3269998"/>
                  <a:gd name="connsiteY806" fmla="*/ 3042625 h 4342592"/>
                  <a:gd name="connsiteX807" fmla="*/ 3269999 w 3269998"/>
                  <a:gd name="connsiteY807" fmla="*/ 3063706 h 4342592"/>
                  <a:gd name="connsiteX808" fmla="*/ 3262967 w 3269998"/>
                  <a:gd name="connsiteY808" fmla="*/ 3084786 h 4342592"/>
                  <a:gd name="connsiteX809" fmla="*/ 3220773 w 3269998"/>
                  <a:gd name="connsiteY809" fmla="*/ 3084786 h 4342592"/>
                  <a:gd name="connsiteX810" fmla="*/ 3206709 w 3269998"/>
                  <a:gd name="connsiteY810" fmla="*/ 3070733 h 4342592"/>
                  <a:gd name="connsiteX811" fmla="*/ 3206709 w 3269998"/>
                  <a:gd name="connsiteY811" fmla="*/ 3183162 h 4342592"/>
                  <a:gd name="connsiteX812" fmla="*/ 3213741 w 3269998"/>
                  <a:gd name="connsiteY812" fmla="*/ 3176135 h 4342592"/>
                  <a:gd name="connsiteX813" fmla="*/ 3206709 w 3269998"/>
                  <a:gd name="connsiteY813" fmla="*/ 3183162 h 4342592"/>
                  <a:gd name="connsiteX814" fmla="*/ 3213741 w 3269998"/>
                  <a:gd name="connsiteY814" fmla="*/ 3133974 h 4342592"/>
                  <a:gd name="connsiteX815" fmla="*/ 3213741 w 3269998"/>
                  <a:gd name="connsiteY815" fmla="*/ 3133974 h 4342592"/>
                  <a:gd name="connsiteX816" fmla="*/ 3220773 w 3269998"/>
                  <a:gd name="connsiteY816" fmla="*/ 3169109 h 4342592"/>
                  <a:gd name="connsiteX817" fmla="*/ 3220773 w 3269998"/>
                  <a:gd name="connsiteY817" fmla="*/ 3155055 h 4342592"/>
                  <a:gd name="connsiteX818" fmla="*/ 3220773 w 3269998"/>
                  <a:gd name="connsiteY818" fmla="*/ 3169109 h 434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</a:cxnLst>
                <a:rect l="l" t="t" r="r" b="b"/>
                <a:pathLst>
                  <a:path w="3269998" h="4342592">
                    <a:moveTo>
                      <a:pt x="168774" y="4321512"/>
                    </a:moveTo>
                    <a:lnTo>
                      <a:pt x="105484" y="4314485"/>
                    </a:lnTo>
                    <a:lnTo>
                      <a:pt x="105484" y="4300431"/>
                    </a:lnTo>
                    <a:lnTo>
                      <a:pt x="147677" y="4265297"/>
                    </a:lnTo>
                    <a:lnTo>
                      <a:pt x="126581" y="4265297"/>
                    </a:lnTo>
                    <a:lnTo>
                      <a:pt x="119548" y="4279351"/>
                    </a:lnTo>
                    <a:lnTo>
                      <a:pt x="91419" y="4286377"/>
                    </a:lnTo>
                    <a:lnTo>
                      <a:pt x="84387" y="4244216"/>
                    </a:lnTo>
                    <a:lnTo>
                      <a:pt x="70323" y="4237190"/>
                    </a:lnTo>
                    <a:lnTo>
                      <a:pt x="56258" y="4195028"/>
                    </a:lnTo>
                    <a:lnTo>
                      <a:pt x="35161" y="4188001"/>
                    </a:lnTo>
                    <a:lnTo>
                      <a:pt x="56258" y="4258270"/>
                    </a:lnTo>
                    <a:lnTo>
                      <a:pt x="7032" y="4286377"/>
                    </a:lnTo>
                    <a:lnTo>
                      <a:pt x="0" y="4300431"/>
                    </a:lnTo>
                    <a:lnTo>
                      <a:pt x="21097" y="4286377"/>
                    </a:lnTo>
                    <a:lnTo>
                      <a:pt x="28129" y="4293404"/>
                    </a:lnTo>
                    <a:lnTo>
                      <a:pt x="7032" y="4342592"/>
                    </a:lnTo>
                    <a:moveTo>
                      <a:pt x="168774" y="4321512"/>
                    </a:moveTo>
                    <a:lnTo>
                      <a:pt x="175806" y="4321512"/>
                    </a:lnTo>
                    <a:moveTo>
                      <a:pt x="175806" y="4321512"/>
                    </a:moveTo>
                    <a:lnTo>
                      <a:pt x="168774" y="4321512"/>
                    </a:lnTo>
                    <a:moveTo>
                      <a:pt x="175806" y="4321512"/>
                    </a:moveTo>
                    <a:lnTo>
                      <a:pt x="168774" y="4321512"/>
                    </a:lnTo>
                    <a:moveTo>
                      <a:pt x="2025290" y="2796686"/>
                    </a:moveTo>
                    <a:lnTo>
                      <a:pt x="2018257" y="2810739"/>
                    </a:lnTo>
                    <a:lnTo>
                      <a:pt x="2004193" y="2796686"/>
                    </a:lnTo>
                    <a:lnTo>
                      <a:pt x="1961999" y="2796686"/>
                    </a:lnTo>
                    <a:lnTo>
                      <a:pt x="1947935" y="2782632"/>
                    </a:lnTo>
                    <a:lnTo>
                      <a:pt x="1926838" y="2817766"/>
                    </a:lnTo>
                    <a:lnTo>
                      <a:pt x="1933870" y="2831820"/>
                    </a:lnTo>
                    <a:lnTo>
                      <a:pt x="1954967" y="2817766"/>
                    </a:lnTo>
                    <a:lnTo>
                      <a:pt x="1990128" y="2831820"/>
                    </a:lnTo>
                    <a:lnTo>
                      <a:pt x="2011225" y="2902088"/>
                    </a:lnTo>
                    <a:lnTo>
                      <a:pt x="2025290" y="2916142"/>
                    </a:lnTo>
                    <a:lnTo>
                      <a:pt x="2039354" y="2909115"/>
                    </a:lnTo>
                    <a:lnTo>
                      <a:pt x="2025290" y="2930196"/>
                    </a:lnTo>
                    <a:lnTo>
                      <a:pt x="2004193" y="2923169"/>
                    </a:lnTo>
                    <a:lnTo>
                      <a:pt x="1990128" y="2930196"/>
                    </a:lnTo>
                    <a:lnTo>
                      <a:pt x="1990128" y="2944249"/>
                    </a:lnTo>
                    <a:lnTo>
                      <a:pt x="1983096" y="2937223"/>
                    </a:lnTo>
                    <a:lnTo>
                      <a:pt x="1947935" y="2951276"/>
                    </a:lnTo>
                    <a:lnTo>
                      <a:pt x="1954967" y="2958303"/>
                    </a:lnTo>
                    <a:lnTo>
                      <a:pt x="1926838" y="2986410"/>
                    </a:lnTo>
                    <a:lnTo>
                      <a:pt x="1947935" y="3007491"/>
                    </a:lnTo>
                    <a:lnTo>
                      <a:pt x="1947935" y="3028572"/>
                    </a:lnTo>
                    <a:lnTo>
                      <a:pt x="1969032" y="3035598"/>
                    </a:lnTo>
                    <a:lnTo>
                      <a:pt x="1954967" y="3077760"/>
                    </a:lnTo>
                    <a:lnTo>
                      <a:pt x="1933870" y="3084786"/>
                    </a:lnTo>
                    <a:lnTo>
                      <a:pt x="1940903" y="3133974"/>
                    </a:lnTo>
                    <a:lnTo>
                      <a:pt x="1926838" y="3155055"/>
                    </a:lnTo>
                    <a:lnTo>
                      <a:pt x="1884645" y="3162082"/>
                    </a:lnTo>
                    <a:lnTo>
                      <a:pt x="1884645" y="3176135"/>
                    </a:lnTo>
                    <a:lnTo>
                      <a:pt x="1919806" y="3190189"/>
                    </a:lnTo>
                    <a:lnTo>
                      <a:pt x="1926838" y="3183162"/>
                    </a:lnTo>
                    <a:lnTo>
                      <a:pt x="1933870" y="3225323"/>
                    </a:lnTo>
                    <a:lnTo>
                      <a:pt x="1969032" y="3218296"/>
                    </a:lnTo>
                    <a:lnTo>
                      <a:pt x="1954967" y="3190189"/>
                    </a:lnTo>
                    <a:lnTo>
                      <a:pt x="1983096" y="3162082"/>
                    </a:lnTo>
                    <a:lnTo>
                      <a:pt x="2011225" y="3197216"/>
                    </a:lnTo>
                    <a:lnTo>
                      <a:pt x="2011225" y="3211270"/>
                    </a:lnTo>
                    <a:lnTo>
                      <a:pt x="1997161" y="3211270"/>
                    </a:lnTo>
                    <a:lnTo>
                      <a:pt x="2011225" y="3239377"/>
                    </a:lnTo>
                    <a:lnTo>
                      <a:pt x="1990128" y="3232350"/>
                    </a:lnTo>
                    <a:lnTo>
                      <a:pt x="1983096" y="3253431"/>
                    </a:lnTo>
                    <a:lnTo>
                      <a:pt x="1940903" y="3232350"/>
                    </a:lnTo>
                    <a:lnTo>
                      <a:pt x="1940903" y="3274511"/>
                    </a:lnTo>
                    <a:lnTo>
                      <a:pt x="1919806" y="3267484"/>
                    </a:lnTo>
                    <a:lnTo>
                      <a:pt x="1919806" y="3239377"/>
                    </a:lnTo>
                    <a:lnTo>
                      <a:pt x="1905741" y="3267484"/>
                    </a:lnTo>
                    <a:lnTo>
                      <a:pt x="1884645" y="3239377"/>
                    </a:lnTo>
                    <a:lnTo>
                      <a:pt x="1870580" y="3239377"/>
                    </a:lnTo>
                    <a:lnTo>
                      <a:pt x="1877612" y="3218296"/>
                    </a:lnTo>
                    <a:lnTo>
                      <a:pt x="1870580" y="3225323"/>
                    </a:lnTo>
                    <a:lnTo>
                      <a:pt x="1849483" y="3211270"/>
                    </a:lnTo>
                    <a:lnTo>
                      <a:pt x="1849483" y="3253431"/>
                    </a:lnTo>
                    <a:lnTo>
                      <a:pt x="1828387" y="3253431"/>
                    </a:lnTo>
                    <a:lnTo>
                      <a:pt x="1821354" y="3232350"/>
                    </a:lnTo>
                    <a:lnTo>
                      <a:pt x="1807290" y="3232350"/>
                    </a:lnTo>
                    <a:lnTo>
                      <a:pt x="1814322" y="3239377"/>
                    </a:lnTo>
                    <a:lnTo>
                      <a:pt x="1800258" y="3246404"/>
                    </a:lnTo>
                    <a:lnTo>
                      <a:pt x="1786193" y="3239377"/>
                    </a:lnTo>
                    <a:lnTo>
                      <a:pt x="1779161" y="3260458"/>
                    </a:lnTo>
                    <a:lnTo>
                      <a:pt x="1856516" y="3302619"/>
                    </a:lnTo>
                    <a:lnTo>
                      <a:pt x="1842451" y="3316672"/>
                    </a:lnTo>
                    <a:lnTo>
                      <a:pt x="1835419" y="3309645"/>
                    </a:lnTo>
                    <a:lnTo>
                      <a:pt x="1835419" y="3330726"/>
                    </a:lnTo>
                    <a:lnTo>
                      <a:pt x="1821354" y="3337753"/>
                    </a:lnTo>
                    <a:lnTo>
                      <a:pt x="1779161" y="3323699"/>
                    </a:lnTo>
                    <a:lnTo>
                      <a:pt x="1779161" y="3379914"/>
                    </a:lnTo>
                    <a:lnTo>
                      <a:pt x="1765096" y="3379914"/>
                    </a:lnTo>
                    <a:lnTo>
                      <a:pt x="1779161" y="3358833"/>
                    </a:lnTo>
                    <a:lnTo>
                      <a:pt x="1744000" y="3344780"/>
                    </a:lnTo>
                    <a:lnTo>
                      <a:pt x="1758064" y="3330726"/>
                    </a:lnTo>
                    <a:lnTo>
                      <a:pt x="1751032" y="3316672"/>
                    </a:lnTo>
                    <a:lnTo>
                      <a:pt x="1729935" y="3323699"/>
                    </a:lnTo>
                    <a:lnTo>
                      <a:pt x="1729935" y="3309645"/>
                    </a:lnTo>
                    <a:lnTo>
                      <a:pt x="1744000" y="3309645"/>
                    </a:lnTo>
                    <a:lnTo>
                      <a:pt x="1729935" y="3295592"/>
                    </a:lnTo>
                    <a:lnTo>
                      <a:pt x="1715870" y="3309645"/>
                    </a:lnTo>
                    <a:lnTo>
                      <a:pt x="1708838" y="3302619"/>
                    </a:lnTo>
                    <a:lnTo>
                      <a:pt x="1708838" y="3316672"/>
                    </a:lnTo>
                    <a:lnTo>
                      <a:pt x="1729935" y="3330726"/>
                    </a:lnTo>
                    <a:lnTo>
                      <a:pt x="1729935" y="3351807"/>
                    </a:lnTo>
                    <a:lnTo>
                      <a:pt x="1708838" y="3365860"/>
                    </a:lnTo>
                    <a:lnTo>
                      <a:pt x="1722903" y="3386941"/>
                    </a:lnTo>
                    <a:lnTo>
                      <a:pt x="1744000" y="3372887"/>
                    </a:lnTo>
                    <a:lnTo>
                      <a:pt x="1729935" y="3400995"/>
                    </a:lnTo>
                    <a:lnTo>
                      <a:pt x="1744000" y="3415048"/>
                    </a:lnTo>
                    <a:lnTo>
                      <a:pt x="1708838" y="3422075"/>
                    </a:lnTo>
                    <a:lnTo>
                      <a:pt x="1722903" y="3436129"/>
                    </a:lnTo>
                    <a:lnTo>
                      <a:pt x="1729935" y="3429102"/>
                    </a:lnTo>
                    <a:lnTo>
                      <a:pt x="1722903" y="3443156"/>
                    </a:lnTo>
                    <a:lnTo>
                      <a:pt x="1701806" y="3436129"/>
                    </a:lnTo>
                    <a:lnTo>
                      <a:pt x="1666645" y="3450182"/>
                    </a:lnTo>
                    <a:lnTo>
                      <a:pt x="1624451" y="3450182"/>
                    </a:lnTo>
                    <a:lnTo>
                      <a:pt x="1631483" y="3471263"/>
                    </a:lnTo>
                    <a:lnTo>
                      <a:pt x="1645548" y="3471263"/>
                    </a:lnTo>
                    <a:lnTo>
                      <a:pt x="1652580" y="3457209"/>
                    </a:lnTo>
                    <a:lnTo>
                      <a:pt x="1652580" y="3471263"/>
                    </a:lnTo>
                    <a:lnTo>
                      <a:pt x="1666645" y="3478290"/>
                    </a:lnTo>
                    <a:lnTo>
                      <a:pt x="1638516" y="3513424"/>
                    </a:lnTo>
                    <a:lnTo>
                      <a:pt x="1624451" y="3513424"/>
                    </a:lnTo>
                    <a:lnTo>
                      <a:pt x="1624451" y="3527478"/>
                    </a:lnTo>
                    <a:lnTo>
                      <a:pt x="1638516" y="3534505"/>
                    </a:lnTo>
                    <a:lnTo>
                      <a:pt x="1603354" y="3569639"/>
                    </a:lnTo>
                    <a:lnTo>
                      <a:pt x="1582258" y="3534505"/>
                    </a:lnTo>
                    <a:lnTo>
                      <a:pt x="1554129" y="3534505"/>
                    </a:lnTo>
                    <a:lnTo>
                      <a:pt x="1533032" y="3548558"/>
                    </a:lnTo>
                    <a:lnTo>
                      <a:pt x="1533032" y="3562612"/>
                    </a:lnTo>
                    <a:lnTo>
                      <a:pt x="1490838" y="3569639"/>
                    </a:lnTo>
                    <a:lnTo>
                      <a:pt x="1462709" y="3541531"/>
                    </a:lnTo>
                    <a:lnTo>
                      <a:pt x="1441613" y="3562612"/>
                    </a:lnTo>
                    <a:lnTo>
                      <a:pt x="1434580" y="3604773"/>
                    </a:lnTo>
                    <a:lnTo>
                      <a:pt x="1469742" y="3653961"/>
                    </a:lnTo>
                    <a:lnTo>
                      <a:pt x="1413483" y="3689095"/>
                    </a:lnTo>
                    <a:lnTo>
                      <a:pt x="1385354" y="3745310"/>
                    </a:lnTo>
                    <a:lnTo>
                      <a:pt x="1371290" y="3745310"/>
                    </a:lnTo>
                    <a:lnTo>
                      <a:pt x="1343161" y="3787471"/>
                    </a:lnTo>
                    <a:lnTo>
                      <a:pt x="1308000" y="3787471"/>
                    </a:lnTo>
                    <a:lnTo>
                      <a:pt x="1293935" y="3850713"/>
                    </a:lnTo>
                    <a:lnTo>
                      <a:pt x="1272838" y="3843686"/>
                    </a:lnTo>
                    <a:lnTo>
                      <a:pt x="1251742" y="3857740"/>
                    </a:lnTo>
                    <a:lnTo>
                      <a:pt x="1258774" y="3864766"/>
                    </a:lnTo>
                    <a:lnTo>
                      <a:pt x="1237677" y="3878820"/>
                    </a:lnTo>
                    <a:lnTo>
                      <a:pt x="1244709" y="3885847"/>
                    </a:lnTo>
                    <a:lnTo>
                      <a:pt x="1216580" y="3906928"/>
                    </a:lnTo>
                    <a:lnTo>
                      <a:pt x="1160322" y="3899901"/>
                    </a:lnTo>
                    <a:lnTo>
                      <a:pt x="1111096" y="3906928"/>
                    </a:lnTo>
                    <a:lnTo>
                      <a:pt x="1104064" y="3920981"/>
                    </a:lnTo>
                    <a:lnTo>
                      <a:pt x="1068903" y="3913954"/>
                    </a:lnTo>
                    <a:lnTo>
                      <a:pt x="1054838" y="3956115"/>
                    </a:lnTo>
                    <a:lnTo>
                      <a:pt x="1026709" y="3984223"/>
                    </a:lnTo>
                    <a:lnTo>
                      <a:pt x="1040774" y="4019357"/>
                    </a:lnTo>
                    <a:lnTo>
                      <a:pt x="1012645" y="4019357"/>
                    </a:lnTo>
                    <a:lnTo>
                      <a:pt x="991548" y="4040438"/>
                    </a:lnTo>
                    <a:lnTo>
                      <a:pt x="949355" y="4054491"/>
                    </a:lnTo>
                    <a:lnTo>
                      <a:pt x="956387" y="4096652"/>
                    </a:lnTo>
                    <a:lnTo>
                      <a:pt x="942322" y="4117733"/>
                    </a:lnTo>
                    <a:lnTo>
                      <a:pt x="900129" y="4124760"/>
                    </a:lnTo>
                    <a:lnTo>
                      <a:pt x="872000" y="4110706"/>
                    </a:lnTo>
                    <a:lnTo>
                      <a:pt x="815742" y="4159894"/>
                    </a:lnTo>
                    <a:lnTo>
                      <a:pt x="787613" y="4152867"/>
                    </a:lnTo>
                    <a:lnTo>
                      <a:pt x="731355" y="4173948"/>
                    </a:lnTo>
                    <a:lnTo>
                      <a:pt x="724322" y="4188001"/>
                    </a:lnTo>
                    <a:lnTo>
                      <a:pt x="710258" y="4188001"/>
                    </a:lnTo>
                    <a:lnTo>
                      <a:pt x="710258" y="4166921"/>
                    </a:lnTo>
                    <a:lnTo>
                      <a:pt x="696193" y="4152867"/>
                    </a:lnTo>
                    <a:lnTo>
                      <a:pt x="661032" y="4145840"/>
                    </a:lnTo>
                    <a:lnTo>
                      <a:pt x="625871" y="4180975"/>
                    </a:lnTo>
                    <a:lnTo>
                      <a:pt x="646968" y="4188001"/>
                    </a:lnTo>
                    <a:lnTo>
                      <a:pt x="639935" y="4216109"/>
                    </a:lnTo>
                    <a:lnTo>
                      <a:pt x="604774" y="4202055"/>
                    </a:lnTo>
                    <a:lnTo>
                      <a:pt x="576645" y="4209082"/>
                    </a:lnTo>
                    <a:lnTo>
                      <a:pt x="562580" y="4173948"/>
                    </a:lnTo>
                    <a:lnTo>
                      <a:pt x="527419" y="4173948"/>
                    </a:lnTo>
                    <a:lnTo>
                      <a:pt x="541484" y="4159894"/>
                    </a:lnTo>
                    <a:lnTo>
                      <a:pt x="520387" y="4159894"/>
                    </a:lnTo>
                    <a:lnTo>
                      <a:pt x="520387" y="4173948"/>
                    </a:lnTo>
                    <a:lnTo>
                      <a:pt x="478193" y="4166921"/>
                    </a:lnTo>
                    <a:lnTo>
                      <a:pt x="464129" y="4202055"/>
                    </a:lnTo>
                    <a:lnTo>
                      <a:pt x="436000" y="4223136"/>
                    </a:lnTo>
                    <a:lnTo>
                      <a:pt x="436000" y="4251243"/>
                    </a:lnTo>
                    <a:lnTo>
                      <a:pt x="414903" y="4251243"/>
                    </a:lnTo>
                    <a:lnTo>
                      <a:pt x="414903" y="4237190"/>
                    </a:lnTo>
                    <a:lnTo>
                      <a:pt x="372710" y="4237190"/>
                    </a:lnTo>
                    <a:lnTo>
                      <a:pt x="365677" y="4216109"/>
                    </a:lnTo>
                    <a:lnTo>
                      <a:pt x="379742" y="4180975"/>
                    </a:lnTo>
                    <a:lnTo>
                      <a:pt x="365677" y="4173948"/>
                    </a:lnTo>
                    <a:lnTo>
                      <a:pt x="323484" y="4188001"/>
                    </a:lnTo>
                    <a:lnTo>
                      <a:pt x="330516" y="4195028"/>
                    </a:lnTo>
                    <a:lnTo>
                      <a:pt x="302387" y="4216109"/>
                    </a:lnTo>
                    <a:lnTo>
                      <a:pt x="330516" y="4216109"/>
                    </a:lnTo>
                    <a:lnTo>
                      <a:pt x="316452" y="4251243"/>
                    </a:lnTo>
                    <a:lnTo>
                      <a:pt x="337548" y="4265297"/>
                    </a:lnTo>
                    <a:lnTo>
                      <a:pt x="309419" y="4286377"/>
                    </a:lnTo>
                    <a:lnTo>
                      <a:pt x="288323" y="4286377"/>
                    </a:lnTo>
                    <a:lnTo>
                      <a:pt x="260193" y="4230163"/>
                    </a:lnTo>
                    <a:lnTo>
                      <a:pt x="210968" y="4258270"/>
                    </a:lnTo>
                    <a:lnTo>
                      <a:pt x="218000" y="4251243"/>
                    </a:lnTo>
                    <a:lnTo>
                      <a:pt x="246129" y="4265297"/>
                    </a:lnTo>
                    <a:lnTo>
                      <a:pt x="225032" y="4286377"/>
                    </a:lnTo>
                    <a:lnTo>
                      <a:pt x="210968" y="4279351"/>
                    </a:lnTo>
                    <a:lnTo>
                      <a:pt x="210968" y="4293404"/>
                    </a:lnTo>
                    <a:lnTo>
                      <a:pt x="239097" y="4279351"/>
                    </a:lnTo>
                    <a:lnTo>
                      <a:pt x="267226" y="4300431"/>
                    </a:lnTo>
                    <a:lnTo>
                      <a:pt x="253161" y="4321512"/>
                    </a:lnTo>
                    <a:lnTo>
                      <a:pt x="239097" y="4321512"/>
                    </a:lnTo>
                    <a:lnTo>
                      <a:pt x="239097" y="4307458"/>
                    </a:lnTo>
                    <a:lnTo>
                      <a:pt x="225032" y="4314485"/>
                    </a:lnTo>
                    <a:lnTo>
                      <a:pt x="239097" y="4342592"/>
                    </a:lnTo>
                    <a:moveTo>
                      <a:pt x="225032" y="4342592"/>
                    </a:moveTo>
                    <a:lnTo>
                      <a:pt x="189871" y="4342592"/>
                    </a:lnTo>
                    <a:lnTo>
                      <a:pt x="175806" y="4321512"/>
                    </a:lnTo>
                    <a:moveTo>
                      <a:pt x="2025290" y="2796686"/>
                    </a:moveTo>
                    <a:lnTo>
                      <a:pt x="2039354" y="2796686"/>
                    </a:lnTo>
                    <a:lnTo>
                      <a:pt x="2025290" y="2796686"/>
                    </a:lnTo>
                    <a:moveTo>
                      <a:pt x="2644128" y="1925356"/>
                    </a:moveTo>
                    <a:lnTo>
                      <a:pt x="2623032" y="1918330"/>
                    </a:lnTo>
                    <a:lnTo>
                      <a:pt x="2623032" y="1897249"/>
                    </a:lnTo>
                    <a:lnTo>
                      <a:pt x="2615999" y="1911303"/>
                    </a:lnTo>
                    <a:lnTo>
                      <a:pt x="2573806" y="1897249"/>
                    </a:lnTo>
                    <a:lnTo>
                      <a:pt x="2587870" y="1918330"/>
                    </a:lnTo>
                    <a:lnTo>
                      <a:pt x="2580838" y="1932383"/>
                    </a:lnTo>
                    <a:lnTo>
                      <a:pt x="2615999" y="1974544"/>
                    </a:lnTo>
                    <a:lnTo>
                      <a:pt x="2623032" y="2002652"/>
                    </a:lnTo>
                    <a:lnTo>
                      <a:pt x="2594903" y="2009679"/>
                    </a:lnTo>
                    <a:lnTo>
                      <a:pt x="2594903" y="2072920"/>
                    </a:lnTo>
                    <a:lnTo>
                      <a:pt x="2545677" y="2086974"/>
                    </a:lnTo>
                    <a:lnTo>
                      <a:pt x="2580838" y="2122108"/>
                    </a:lnTo>
                    <a:lnTo>
                      <a:pt x="2594903" y="2171296"/>
                    </a:lnTo>
                    <a:lnTo>
                      <a:pt x="2573806" y="2234538"/>
                    </a:lnTo>
                    <a:lnTo>
                      <a:pt x="2531612" y="2213457"/>
                    </a:lnTo>
                    <a:lnTo>
                      <a:pt x="2503483" y="2269672"/>
                    </a:lnTo>
                    <a:lnTo>
                      <a:pt x="2482386" y="2276699"/>
                    </a:lnTo>
                    <a:lnTo>
                      <a:pt x="2461290" y="2311833"/>
                    </a:lnTo>
                    <a:lnTo>
                      <a:pt x="2433161" y="2318860"/>
                    </a:lnTo>
                    <a:lnTo>
                      <a:pt x="2412064" y="2276699"/>
                    </a:lnTo>
                    <a:lnTo>
                      <a:pt x="2390967" y="2290753"/>
                    </a:lnTo>
                    <a:lnTo>
                      <a:pt x="2383935" y="2325887"/>
                    </a:lnTo>
                    <a:lnTo>
                      <a:pt x="2369870" y="2339940"/>
                    </a:lnTo>
                    <a:lnTo>
                      <a:pt x="2397999" y="2361021"/>
                    </a:lnTo>
                    <a:lnTo>
                      <a:pt x="2419096" y="2353994"/>
                    </a:lnTo>
                    <a:lnTo>
                      <a:pt x="2426128" y="2368048"/>
                    </a:lnTo>
                    <a:lnTo>
                      <a:pt x="2440193" y="2368048"/>
                    </a:lnTo>
                    <a:lnTo>
                      <a:pt x="2440193" y="2389128"/>
                    </a:lnTo>
                    <a:lnTo>
                      <a:pt x="2383935" y="2382102"/>
                    </a:lnTo>
                    <a:lnTo>
                      <a:pt x="2355806" y="2361021"/>
                    </a:lnTo>
                    <a:lnTo>
                      <a:pt x="2327677" y="2410209"/>
                    </a:lnTo>
                    <a:lnTo>
                      <a:pt x="2313612" y="2403182"/>
                    </a:lnTo>
                    <a:lnTo>
                      <a:pt x="2257354" y="2480477"/>
                    </a:lnTo>
                    <a:lnTo>
                      <a:pt x="2278451" y="2508585"/>
                    </a:lnTo>
                    <a:lnTo>
                      <a:pt x="2271419" y="2557773"/>
                    </a:lnTo>
                    <a:lnTo>
                      <a:pt x="2243290" y="2571826"/>
                    </a:lnTo>
                    <a:lnTo>
                      <a:pt x="2236257" y="2621014"/>
                    </a:lnTo>
                    <a:lnTo>
                      <a:pt x="2179999" y="2656149"/>
                    </a:lnTo>
                    <a:lnTo>
                      <a:pt x="2151870" y="2649122"/>
                    </a:lnTo>
                    <a:lnTo>
                      <a:pt x="2144838" y="2691283"/>
                    </a:lnTo>
                    <a:lnTo>
                      <a:pt x="2130774" y="2705337"/>
                    </a:lnTo>
                    <a:lnTo>
                      <a:pt x="2137806" y="2712363"/>
                    </a:lnTo>
                    <a:lnTo>
                      <a:pt x="2102645" y="2712363"/>
                    </a:lnTo>
                    <a:lnTo>
                      <a:pt x="2088580" y="2733444"/>
                    </a:lnTo>
                    <a:lnTo>
                      <a:pt x="2074516" y="2733444"/>
                    </a:lnTo>
                    <a:lnTo>
                      <a:pt x="2074516" y="2747498"/>
                    </a:lnTo>
                    <a:lnTo>
                      <a:pt x="2102645" y="2761551"/>
                    </a:lnTo>
                    <a:lnTo>
                      <a:pt x="2088580" y="2775605"/>
                    </a:lnTo>
                    <a:lnTo>
                      <a:pt x="2109677" y="2782632"/>
                    </a:lnTo>
                    <a:lnTo>
                      <a:pt x="2088580" y="2796686"/>
                    </a:lnTo>
                    <a:lnTo>
                      <a:pt x="2102645" y="2810739"/>
                    </a:lnTo>
                    <a:lnTo>
                      <a:pt x="2088580" y="2824793"/>
                    </a:lnTo>
                    <a:lnTo>
                      <a:pt x="2081548" y="2817766"/>
                    </a:lnTo>
                    <a:lnTo>
                      <a:pt x="2039354" y="2831820"/>
                    </a:lnTo>
                    <a:lnTo>
                      <a:pt x="2018257" y="2859927"/>
                    </a:lnTo>
                    <a:lnTo>
                      <a:pt x="2004193" y="2859927"/>
                    </a:lnTo>
                    <a:lnTo>
                      <a:pt x="2004193" y="2831820"/>
                    </a:lnTo>
                    <a:lnTo>
                      <a:pt x="2039354" y="2817766"/>
                    </a:lnTo>
                    <a:lnTo>
                      <a:pt x="2074516" y="2768578"/>
                    </a:lnTo>
                    <a:lnTo>
                      <a:pt x="2039354" y="2761551"/>
                    </a:lnTo>
                    <a:lnTo>
                      <a:pt x="2025290" y="2796686"/>
                    </a:lnTo>
                    <a:moveTo>
                      <a:pt x="2158903" y="0"/>
                    </a:moveTo>
                    <a:lnTo>
                      <a:pt x="2208128" y="140537"/>
                    </a:lnTo>
                    <a:lnTo>
                      <a:pt x="2264386" y="245940"/>
                    </a:lnTo>
                    <a:lnTo>
                      <a:pt x="2292516" y="337289"/>
                    </a:lnTo>
                    <a:lnTo>
                      <a:pt x="2299548" y="351342"/>
                    </a:lnTo>
                    <a:lnTo>
                      <a:pt x="2320645" y="358369"/>
                    </a:lnTo>
                    <a:lnTo>
                      <a:pt x="2334709" y="449718"/>
                    </a:lnTo>
                    <a:lnTo>
                      <a:pt x="2355806" y="463772"/>
                    </a:lnTo>
                    <a:lnTo>
                      <a:pt x="2369870" y="555121"/>
                    </a:lnTo>
                    <a:lnTo>
                      <a:pt x="2362838" y="576202"/>
                    </a:lnTo>
                    <a:lnTo>
                      <a:pt x="2348774" y="576202"/>
                    </a:lnTo>
                    <a:lnTo>
                      <a:pt x="2369870" y="597282"/>
                    </a:lnTo>
                    <a:lnTo>
                      <a:pt x="2362838" y="618363"/>
                    </a:lnTo>
                    <a:lnTo>
                      <a:pt x="2383935" y="618363"/>
                    </a:lnTo>
                    <a:lnTo>
                      <a:pt x="2510515" y="681604"/>
                    </a:lnTo>
                    <a:lnTo>
                      <a:pt x="2517548" y="737819"/>
                    </a:lnTo>
                    <a:lnTo>
                      <a:pt x="2538644" y="765926"/>
                    </a:lnTo>
                    <a:lnTo>
                      <a:pt x="2524580" y="772953"/>
                    </a:lnTo>
                    <a:lnTo>
                      <a:pt x="2552709" y="801061"/>
                    </a:lnTo>
                    <a:lnTo>
                      <a:pt x="2623032" y="822141"/>
                    </a:lnTo>
                    <a:lnTo>
                      <a:pt x="2623032" y="836195"/>
                    </a:lnTo>
                    <a:lnTo>
                      <a:pt x="2651161" y="864302"/>
                    </a:lnTo>
                    <a:lnTo>
                      <a:pt x="2686322" y="955651"/>
                    </a:lnTo>
                    <a:lnTo>
                      <a:pt x="2658193" y="969705"/>
                    </a:lnTo>
                    <a:lnTo>
                      <a:pt x="2580838" y="948624"/>
                    </a:lnTo>
                    <a:lnTo>
                      <a:pt x="2482386" y="892410"/>
                    </a:lnTo>
                    <a:lnTo>
                      <a:pt x="2461290" y="892410"/>
                    </a:lnTo>
                    <a:lnTo>
                      <a:pt x="2412064" y="927544"/>
                    </a:lnTo>
                    <a:lnTo>
                      <a:pt x="2369870" y="934571"/>
                    </a:lnTo>
                    <a:lnTo>
                      <a:pt x="2454257" y="983759"/>
                    </a:lnTo>
                    <a:lnTo>
                      <a:pt x="2482386" y="1032947"/>
                    </a:lnTo>
                    <a:moveTo>
                      <a:pt x="2489419" y="1025920"/>
                    </a:moveTo>
                    <a:lnTo>
                      <a:pt x="2545677" y="1075108"/>
                    </a:lnTo>
                    <a:lnTo>
                      <a:pt x="2608967" y="1110242"/>
                    </a:lnTo>
                    <a:lnTo>
                      <a:pt x="2686322" y="1201591"/>
                    </a:lnTo>
                    <a:lnTo>
                      <a:pt x="2693354" y="1271860"/>
                    </a:lnTo>
                    <a:lnTo>
                      <a:pt x="2679290" y="1285913"/>
                    </a:lnTo>
                    <a:lnTo>
                      <a:pt x="2693354" y="1335101"/>
                    </a:lnTo>
                    <a:lnTo>
                      <a:pt x="2721483" y="1349155"/>
                    </a:lnTo>
                    <a:lnTo>
                      <a:pt x="2735548" y="1370235"/>
                    </a:lnTo>
                    <a:lnTo>
                      <a:pt x="2686322" y="1335101"/>
                    </a:lnTo>
                    <a:lnTo>
                      <a:pt x="2672257" y="1292940"/>
                    </a:lnTo>
                    <a:lnTo>
                      <a:pt x="2566773" y="1292940"/>
                    </a:lnTo>
                    <a:lnTo>
                      <a:pt x="2489419" y="1342128"/>
                    </a:lnTo>
                    <a:lnTo>
                      <a:pt x="2461290" y="1342128"/>
                    </a:lnTo>
                    <a:lnTo>
                      <a:pt x="2390967" y="1384289"/>
                    </a:lnTo>
                    <a:lnTo>
                      <a:pt x="2433161" y="1433477"/>
                    </a:lnTo>
                    <a:lnTo>
                      <a:pt x="2496451" y="1454558"/>
                    </a:lnTo>
                    <a:lnTo>
                      <a:pt x="2608967" y="1595095"/>
                    </a:lnTo>
                    <a:lnTo>
                      <a:pt x="2665225" y="1623202"/>
                    </a:lnTo>
                    <a:lnTo>
                      <a:pt x="2686322" y="1609148"/>
                    </a:lnTo>
                    <a:lnTo>
                      <a:pt x="2700386" y="1623202"/>
                    </a:lnTo>
                    <a:lnTo>
                      <a:pt x="2742580" y="1630229"/>
                    </a:lnTo>
                    <a:lnTo>
                      <a:pt x="2700386" y="1679417"/>
                    </a:lnTo>
                    <a:lnTo>
                      <a:pt x="2679290" y="1686444"/>
                    </a:lnTo>
                    <a:lnTo>
                      <a:pt x="2644128" y="1721578"/>
                    </a:lnTo>
                    <a:lnTo>
                      <a:pt x="2679290" y="1721578"/>
                    </a:lnTo>
                    <a:lnTo>
                      <a:pt x="2693354" y="1735631"/>
                    </a:lnTo>
                    <a:lnTo>
                      <a:pt x="2693354" y="1791846"/>
                    </a:lnTo>
                    <a:lnTo>
                      <a:pt x="2679290" y="1812927"/>
                    </a:lnTo>
                    <a:lnTo>
                      <a:pt x="2679290" y="1848061"/>
                    </a:lnTo>
                    <a:lnTo>
                      <a:pt x="2693354" y="1855088"/>
                    </a:lnTo>
                    <a:lnTo>
                      <a:pt x="2679290" y="1890222"/>
                    </a:lnTo>
                    <a:moveTo>
                      <a:pt x="2644128" y="1925356"/>
                    </a:moveTo>
                    <a:lnTo>
                      <a:pt x="2644128" y="1939410"/>
                    </a:lnTo>
                    <a:lnTo>
                      <a:pt x="2630064" y="1932383"/>
                    </a:lnTo>
                    <a:lnTo>
                      <a:pt x="2644128" y="1925356"/>
                    </a:lnTo>
                    <a:moveTo>
                      <a:pt x="2644128" y="1925356"/>
                    </a:moveTo>
                    <a:lnTo>
                      <a:pt x="2644128" y="1925356"/>
                    </a:lnTo>
                    <a:moveTo>
                      <a:pt x="2644128" y="1925356"/>
                    </a:moveTo>
                    <a:lnTo>
                      <a:pt x="2644128" y="1925356"/>
                    </a:lnTo>
                    <a:moveTo>
                      <a:pt x="2679290" y="1890222"/>
                    </a:moveTo>
                    <a:lnTo>
                      <a:pt x="2693354" y="1904276"/>
                    </a:lnTo>
                    <a:lnTo>
                      <a:pt x="2686322" y="1932383"/>
                    </a:lnTo>
                    <a:lnTo>
                      <a:pt x="2679290" y="1939410"/>
                    </a:lnTo>
                    <a:lnTo>
                      <a:pt x="2658193" y="1918330"/>
                    </a:lnTo>
                    <a:lnTo>
                      <a:pt x="2644128" y="1925356"/>
                    </a:lnTo>
                    <a:moveTo>
                      <a:pt x="2679290" y="1890222"/>
                    </a:moveTo>
                    <a:lnTo>
                      <a:pt x="2686322" y="1897249"/>
                    </a:lnTo>
                    <a:lnTo>
                      <a:pt x="2679290" y="1890222"/>
                    </a:lnTo>
                    <a:moveTo>
                      <a:pt x="2742580" y="1602121"/>
                    </a:moveTo>
                    <a:lnTo>
                      <a:pt x="2742580" y="1602121"/>
                    </a:lnTo>
                    <a:moveTo>
                      <a:pt x="2742580" y="1602121"/>
                    </a:moveTo>
                    <a:lnTo>
                      <a:pt x="2749612" y="1595095"/>
                    </a:lnTo>
                    <a:moveTo>
                      <a:pt x="2749612" y="1595095"/>
                    </a:moveTo>
                    <a:lnTo>
                      <a:pt x="2756644" y="1609148"/>
                    </a:lnTo>
                    <a:lnTo>
                      <a:pt x="2742580" y="1602121"/>
                    </a:lnTo>
                    <a:moveTo>
                      <a:pt x="2791806" y="1616175"/>
                    </a:moveTo>
                    <a:lnTo>
                      <a:pt x="2749612" y="1595095"/>
                    </a:lnTo>
                    <a:moveTo>
                      <a:pt x="2749612" y="1595095"/>
                    </a:moveTo>
                    <a:lnTo>
                      <a:pt x="2700386" y="1588068"/>
                    </a:lnTo>
                    <a:lnTo>
                      <a:pt x="2672257" y="1531853"/>
                    </a:lnTo>
                    <a:lnTo>
                      <a:pt x="2728515" y="1531853"/>
                    </a:lnTo>
                    <a:lnTo>
                      <a:pt x="2749612" y="1552933"/>
                    </a:lnTo>
                    <a:lnTo>
                      <a:pt x="2784773" y="1552933"/>
                    </a:lnTo>
                    <a:lnTo>
                      <a:pt x="2791806" y="1559960"/>
                    </a:lnTo>
                    <a:lnTo>
                      <a:pt x="2777741" y="1566987"/>
                    </a:lnTo>
                    <a:lnTo>
                      <a:pt x="2791806" y="1566987"/>
                    </a:lnTo>
                    <a:lnTo>
                      <a:pt x="2805870" y="1588068"/>
                    </a:lnTo>
                    <a:lnTo>
                      <a:pt x="2791806" y="1616175"/>
                    </a:lnTo>
                    <a:moveTo>
                      <a:pt x="2791806" y="1616175"/>
                    </a:moveTo>
                    <a:lnTo>
                      <a:pt x="2791806" y="1616175"/>
                    </a:lnTo>
                    <a:moveTo>
                      <a:pt x="2798838" y="1496719"/>
                    </a:moveTo>
                    <a:lnTo>
                      <a:pt x="2826967" y="1489692"/>
                    </a:lnTo>
                    <a:lnTo>
                      <a:pt x="2826967" y="1503746"/>
                    </a:lnTo>
                    <a:lnTo>
                      <a:pt x="2819935" y="1496719"/>
                    </a:lnTo>
                    <a:lnTo>
                      <a:pt x="2791806" y="1510772"/>
                    </a:lnTo>
                    <a:lnTo>
                      <a:pt x="2784773" y="1503746"/>
                    </a:lnTo>
                    <a:lnTo>
                      <a:pt x="2798838" y="1496719"/>
                    </a:lnTo>
                    <a:moveTo>
                      <a:pt x="2798838" y="1496719"/>
                    </a:moveTo>
                    <a:lnTo>
                      <a:pt x="2777741" y="1496719"/>
                    </a:lnTo>
                    <a:lnTo>
                      <a:pt x="2798838" y="1496719"/>
                    </a:lnTo>
                    <a:moveTo>
                      <a:pt x="2841031" y="1314021"/>
                    </a:moveTo>
                    <a:lnTo>
                      <a:pt x="2841031" y="1314021"/>
                    </a:lnTo>
                    <a:moveTo>
                      <a:pt x="2841031" y="1314021"/>
                    </a:moveTo>
                    <a:lnTo>
                      <a:pt x="2848064" y="1328074"/>
                    </a:lnTo>
                    <a:lnTo>
                      <a:pt x="2862128" y="1321047"/>
                    </a:lnTo>
                    <a:lnTo>
                      <a:pt x="2869160" y="1335101"/>
                    </a:lnTo>
                    <a:lnTo>
                      <a:pt x="2841031" y="1335101"/>
                    </a:lnTo>
                    <a:lnTo>
                      <a:pt x="2841031" y="1314021"/>
                    </a:lnTo>
                    <a:moveTo>
                      <a:pt x="2904322" y="1292940"/>
                    </a:moveTo>
                    <a:lnTo>
                      <a:pt x="2897290" y="1285913"/>
                    </a:lnTo>
                    <a:moveTo>
                      <a:pt x="77355" y="4307458"/>
                    </a:moveTo>
                    <a:lnTo>
                      <a:pt x="77355" y="4293404"/>
                    </a:lnTo>
                    <a:lnTo>
                      <a:pt x="77355" y="4307458"/>
                    </a:lnTo>
                    <a:moveTo>
                      <a:pt x="105484" y="4342592"/>
                    </a:moveTo>
                    <a:lnTo>
                      <a:pt x="112516" y="4328539"/>
                    </a:lnTo>
                    <a:lnTo>
                      <a:pt x="133613" y="4335565"/>
                    </a:lnTo>
                    <a:lnTo>
                      <a:pt x="154710" y="4321512"/>
                    </a:lnTo>
                    <a:lnTo>
                      <a:pt x="147677" y="4342592"/>
                    </a:lnTo>
                    <a:moveTo>
                      <a:pt x="196903" y="4342592"/>
                    </a:moveTo>
                    <a:lnTo>
                      <a:pt x="210968" y="4342592"/>
                    </a:lnTo>
                    <a:moveTo>
                      <a:pt x="175806" y="4342592"/>
                    </a:moveTo>
                    <a:lnTo>
                      <a:pt x="196903" y="4342592"/>
                    </a:lnTo>
                    <a:moveTo>
                      <a:pt x="232064" y="4258270"/>
                    </a:moveTo>
                    <a:lnTo>
                      <a:pt x="232064" y="4258270"/>
                    </a:lnTo>
                    <a:moveTo>
                      <a:pt x="239097" y="4328539"/>
                    </a:moveTo>
                    <a:lnTo>
                      <a:pt x="239097" y="4314485"/>
                    </a:lnTo>
                    <a:lnTo>
                      <a:pt x="239097" y="4328539"/>
                    </a:lnTo>
                    <a:moveTo>
                      <a:pt x="337548" y="4286377"/>
                    </a:moveTo>
                    <a:lnTo>
                      <a:pt x="344581" y="4279351"/>
                    </a:lnTo>
                    <a:lnTo>
                      <a:pt x="337548" y="4286377"/>
                    </a:lnTo>
                    <a:moveTo>
                      <a:pt x="1139226" y="3935035"/>
                    </a:moveTo>
                    <a:lnTo>
                      <a:pt x="1132193" y="3963142"/>
                    </a:lnTo>
                    <a:lnTo>
                      <a:pt x="1075935" y="3942062"/>
                    </a:lnTo>
                    <a:lnTo>
                      <a:pt x="1104064" y="3942062"/>
                    </a:lnTo>
                    <a:lnTo>
                      <a:pt x="1118129" y="3928008"/>
                    </a:lnTo>
                    <a:lnTo>
                      <a:pt x="1139226" y="3935035"/>
                    </a:lnTo>
                    <a:moveTo>
                      <a:pt x="1441613" y="3597746"/>
                    </a:moveTo>
                    <a:lnTo>
                      <a:pt x="1434580" y="3590719"/>
                    </a:lnTo>
                    <a:lnTo>
                      <a:pt x="1441613" y="3597746"/>
                    </a:lnTo>
                    <a:moveTo>
                      <a:pt x="1455677" y="3597746"/>
                    </a:moveTo>
                    <a:lnTo>
                      <a:pt x="1441613" y="3597746"/>
                    </a:lnTo>
                    <a:lnTo>
                      <a:pt x="1441613" y="3562612"/>
                    </a:lnTo>
                    <a:lnTo>
                      <a:pt x="1462709" y="3548558"/>
                    </a:lnTo>
                    <a:lnTo>
                      <a:pt x="1483806" y="3569639"/>
                    </a:lnTo>
                    <a:lnTo>
                      <a:pt x="1455677" y="3597746"/>
                    </a:lnTo>
                    <a:moveTo>
                      <a:pt x="1490838" y="3604773"/>
                    </a:moveTo>
                    <a:lnTo>
                      <a:pt x="1483806" y="3597746"/>
                    </a:lnTo>
                    <a:lnTo>
                      <a:pt x="1504903" y="3590719"/>
                    </a:lnTo>
                    <a:lnTo>
                      <a:pt x="1490838" y="3604773"/>
                    </a:lnTo>
                    <a:moveTo>
                      <a:pt x="1547096" y="3569639"/>
                    </a:moveTo>
                    <a:lnTo>
                      <a:pt x="1554129" y="3562612"/>
                    </a:lnTo>
                    <a:lnTo>
                      <a:pt x="1568193" y="3583693"/>
                    </a:lnTo>
                    <a:lnTo>
                      <a:pt x="1561161" y="3604773"/>
                    </a:lnTo>
                    <a:lnTo>
                      <a:pt x="1533032" y="3597746"/>
                    </a:lnTo>
                    <a:lnTo>
                      <a:pt x="1518967" y="3611800"/>
                    </a:lnTo>
                    <a:lnTo>
                      <a:pt x="1511935" y="3583693"/>
                    </a:lnTo>
                    <a:lnTo>
                      <a:pt x="1533032" y="3583693"/>
                    </a:lnTo>
                    <a:lnTo>
                      <a:pt x="1547096" y="3569639"/>
                    </a:lnTo>
                    <a:moveTo>
                      <a:pt x="1870580" y="4019357"/>
                    </a:moveTo>
                    <a:lnTo>
                      <a:pt x="1877612" y="4033411"/>
                    </a:lnTo>
                    <a:lnTo>
                      <a:pt x="1870580" y="4019357"/>
                    </a:lnTo>
                    <a:moveTo>
                      <a:pt x="1884645" y="3323699"/>
                    </a:moveTo>
                    <a:lnTo>
                      <a:pt x="1884645" y="3309645"/>
                    </a:lnTo>
                    <a:lnTo>
                      <a:pt x="1898709" y="3309645"/>
                    </a:lnTo>
                    <a:lnTo>
                      <a:pt x="1898709" y="3323699"/>
                    </a:lnTo>
                    <a:lnTo>
                      <a:pt x="1919806" y="3330726"/>
                    </a:lnTo>
                    <a:lnTo>
                      <a:pt x="1912774" y="3323699"/>
                    </a:lnTo>
                    <a:lnTo>
                      <a:pt x="1912774" y="3337753"/>
                    </a:lnTo>
                    <a:lnTo>
                      <a:pt x="1884645" y="3323699"/>
                    </a:lnTo>
                    <a:moveTo>
                      <a:pt x="1898709" y="3963142"/>
                    </a:moveTo>
                    <a:lnTo>
                      <a:pt x="1898709" y="3977196"/>
                    </a:lnTo>
                    <a:lnTo>
                      <a:pt x="1898709" y="3963142"/>
                    </a:lnTo>
                    <a:moveTo>
                      <a:pt x="1898709" y="3878820"/>
                    </a:moveTo>
                    <a:lnTo>
                      <a:pt x="1912774" y="3878820"/>
                    </a:lnTo>
                    <a:lnTo>
                      <a:pt x="1898709" y="3892874"/>
                    </a:lnTo>
                    <a:lnTo>
                      <a:pt x="1905741" y="3899901"/>
                    </a:lnTo>
                    <a:lnTo>
                      <a:pt x="1898709" y="3878820"/>
                    </a:lnTo>
                    <a:moveTo>
                      <a:pt x="1912774" y="3864766"/>
                    </a:moveTo>
                    <a:lnTo>
                      <a:pt x="1933870" y="3871793"/>
                    </a:lnTo>
                    <a:lnTo>
                      <a:pt x="1926838" y="3878820"/>
                    </a:lnTo>
                    <a:lnTo>
                      <a:pt x="1912774" y="3864766"/>
                    </a:lnTo>
                    <a:moveTo>
                      <a:pt x="1919806" y="3176135"/>
                    </a:moveTo>
                    <a:lnTo>
                      <a:pt x="1912774" y="3169109"/>
                    </a:lnTo>
                    <a:lnTo>
                      <a:pt x="1926838" y="3162082"/>
                    </a:lnTo>
                    <a:lnTo>
                      <a:pt x="1919806" y="3176135"/>
                    </a:lnTo>
                    <a:moveTo>
                      <a:pt x="1940903" y="2993437"/>
                    </a:moveTo>
                    <a:lnTo>
                      <a:pt x="1926838" y="2986410"/>
                    </a:lnTo>
                    <a:lnTo>
                      <a:pt x="1933870" y="2979384"/>
                    </a:lnTo>
                    <a:lnTo>
                      <a:pt x="1940903" y="2993437"/>
                    </a:lnTo>
                    <a:moveTo>
                      <a:pt x="1940903" y="3906928"/>
                    </a:moveTo>
                    <a:lnTo>
                      <a:pt x="1919806" y="3920981"/>
                    </a:lnTo>
                    <a:lnTo>
                      <a:pt x="1905741" y="3906928"/>
                    </a:lnTo>
                    <a:lnTo>
                      <a:pt x="1926838" y="3913954"/>
                    </a:lnTo>
                    <a:lnTo>
                      <a:pt x="1926838" y="3885847"/>
                    </a:lnTo>
                    <a:lnTo>
                      <a:pt x="1954967" y="3885847"/>
                    </a:lnTo>
                    <a:lnTo>
                      <a:pt x="1961999" y="3906928"/>
                    </a:lnTo>
                    <a:lnTo>
                      <a:pt x="1940903" y="3906928"/>
                    </a:lnTo>
                    <a:moveTo>
                      <a:pt x="1940903" y="3162082"/>
                    </a:moveTo>
                    <a:lnTo>
                      <a:pt x="1947935" y="3155055"/>
                    </a:lnTo>
                    <a:lnTo>
                      <a:pt x="1940903" y="3162082"/>
                    </a:lnTo>
                    <a:moveTo>
                      <a:pt x="1947935" y="3169109"/>
                    </a:moveTo>
                    <a:lnTo>
                      <a:pt x="1969032" y="3169109"/>
                    </a:lnTo>
                    <a:lnTo>
                      <a:pt x="1947935" y="3169109"/>
                    </a:lnTo>
                    <a:moveTo>
                      <a:pt x="1947935" y="2817766"/>
                    </a:moveTo>
                    <a:lnTo>
                      <a:pt x="1954967" y="2796686"/>
                    </a:lnTo>
                    <a:lnTo>
                      <a:pt x="1983096" y="2803712"/>
                    </a:lnTo>
                    <a:lnTo>
                      <a:pt x="1969032" y="2817766"/>
                    </a:lnTo>
                    <a:lnTo>
                      <a:pt x="1947935" y="2817766"/>
                    </a:lnTo>
                    <a:moveTo>
                      <a:pt x="1961999" y="3274511"/>
                    </a:moveTo>
                    <a:lnTo>
                      <a:pt x="1954967" y="3288565"/>
                    </a:lnTo>
                    <a:lnTo>
                      <a:pt x="1961999" y="3274511"/>
                    </a:lnTo>
                    <a:moveTo>
                      <a:pt x="1961999" y="3267484"/>
                    </a:moveTo>
                    <a:lnTo>
                      <a:pt x="1961999" y="3267484"/>
                    </a:lnTo>
                    <a:moveTo>
                      <a:pt x="1983096" y="2824793"/>
                    </a:moveTo>
                    <a:lnTo>
                      <a:pt x="1976064" y="2817766"/>
                    </a:lnTo>
                    <a:lnTo>
                      <a:pt x="1997161" y="2824793"/>
                    </a:lnTo>
                    <a:lnTo>
                      <a:pt x="1983096" y="2824793"/>
                    </a:lnTo>
                    <a:moveTo>
                      <a:pt x="2025290" y="3190189"/>
                    </a:moveTo>
                    <a:lnTo>
                      <a:pt x="2018257" y="3183162"/>
                    </a:lnTo>
                    <a:lnTo>
                      <a:pt x="2025290" y="3190189"/>
                    </a:lnTo>
                    <a:moveTo>
                      <a:pt x="2032322" y="2993437"/>
                    </a:moveTo>
                    <a:lnTo>
                      <a:pt x="2032322" y="2979384"/>
                    </a:lnTo>
                    <a:lnTo>
                      <a:pt x="2032322" y="2993437"/>
                    </a:lnTo>
                    <a:moveTo>
                      <a:pt x="2032322" y="3056679"/>
                    </a:moveTo>
                    <a:lnTo>
                      <a:pt x="2039354" y="3049652"/>
                    </a:lnTo>
                    <a:lnTo>
                      <a:pt x="2032322" y="3056679"/>
                    </a:lnTo>
                    <a:moveTo>
                      <a:pt x="2060451" y="3935035"/>
                    </a:moveTo>
                    <a:lnTo>
                      <a:pt x="2074516" y="3906928"/>
                    </a:lnTo>
                    <a:lnTo>
                      <a:pt x="2060451" y="3935035"/>
                    </a:lnTo>
                    <a:moveTo>
                      <a:pt x="2060451" y="2965330"/>
                    </a:moveTo>
                    <a:lnTo>
                      <a:pt x="2046387" y="2965330"/>
                    </a:lnTo>
                    <a:lnTo>
                      <a:pt x="2060451" y="2965330"/>
                    </a:lnTo>
                    <a:moveTo>
                      <a:pt x="2067483" y="2866954"/>
                    </a:moveTo>
                    <a:lnTo>
                      <a:pt x="2081548" y="2852900"/>
                    </a:lnTo>
                    <a:lnTo>
                      <a:pt x="2067483" y="2866954"/>
                    </a:lnTo>
                    <a:moveTo>
                      <a:pt x="2095612" y="2852900"/>
                    </a:moveTo>
                    <a:lnTo>
                      <a:pt x="2102645" y="2845874"/>
                    </a:lnTo>
                    <a:lnTo>
                      <a:pt x="2095612" y="2852900"/>
                    </a:lnTo>
                    <a:moveTo>
                      <a:pt x="2102645" y="2845874"/>
                    </a:moveTo>
                    <a:lnTo>
                      <a:pt x="2095612" y="2838847"/>
                    </a:lnTo>
                    <a:lnTo>
                      <a:pt x="2109677" y="2824793"/>
                    </a:lnTo>
                    <a:lnTo>
                      <a:pt x="2102645" y="2845874"/>
                    </a:lnTo>
                    <a:moveTo>
                      <a:pt x="2102645" y="2754525"/>
                    </a:moveTo>
                    <a:lnTo>
                      <a:pt x="2109677" y="2761551"/>
                    </a:lnTo>
                    <a:lnTo>
                      <a:pt x="2102645" y="2754525"/>
                    </a:lnTo>
                    <a:moveTo>
                      <a:pt x="2158903" y="2705337"/>
                    </a:moveTo>
                    <a:lnTo>
                      <a:pt x="2144838" y="2712363"/>
                    </a:lnTo>
                    <a:lnTo>
                      <a:pt x="2158903" y="2705337"/>
                    </a:lnTo>
                    <a:moveTo>
                      <a:pt x="2165935" y="4328539"/>
                    </a:moveTo>
                    <a:lnTo>
                      <a:pt x="2172967" y="4321512"/>
                    </a:lnTo>
                    <a:lnTo>
                      <a:pt x="2165935" y="4328539"/>
                    </a:lnTo>
                    <a:moveTo>
                      <a:pt x="2172967" y="2712363"/>
                    </a:moveTo>
                    <a:lnTo>
                      <a:pt x="2158903" y="2705337"/>
                    </a:lnTo>
                    <a:lnTo>
                      <a:pt x="2179999" y="2705337"/>
                    </a:lnTo>
                    <a:lnTo>
                      <a:pt x="2172967" y="2712363"/>
                    </a:lnTo>
                    <a:moveTo>
                      <a:pt x="2215161" y="2909115"/>
                    </a:moveTo>
                    <a:lnTo>
                      <a:pt x="2208128" y="2916142"/>
                    </a:lnTo>
                    <a:lnTo>
                      <a:pt x="2215161" y="2909115"/>
                    </a:lnTo>
                    <a:moveTo>
                      <a:pt x="2257354" y="4342592"/>
                    </a:moveTo>
                    <a:lnTo>
                      <a:pt x="2222193" y="4300431"/>
                    </a:lnTo>
                    <a:lnTo>
                      <a:pt x="2144838" y="4251243"/>
                    </a:lnTo>
                    <a:lnTo>
                      <a:pt x="2116709" y="4195028"/>
                    </a:lnTo>
                    <a:lnTo>
                      <a:pt x="2095612" y="4096652"/>
                    </a:lnTo>
                    <a:lnTo>
                      <a:pt x="2060451" y="4075572"/>
                    </a:lnTo>
                    <a:lnTo>
                      <a:pt x="2095612" y="3920981"/>
                    </a:lnTo>
                    <a:lnTo>
                      <a:pt x="2088580" y="3850713"/>
                    </a:lnTo>
                    <a:lnTo>
                      <a:pt x="2109677" y="3815579"/>
                    </a:lnTo>
                    <a:lnTo>
                      <a:pt x="2137806" y="3801525"/>
                    </a:lnTo>
                    <a:lnTo>
                      <a:pt x="2179999" y="3703149"/>
                    </a:lnTo>
                    <a:lnTo>
                      <a:pt x="2264386" y="3576666"/>
                    </a:lnTo>
                    <a:lnTo>
                      <a:pt x="2278451" y="3534505"/>
                    </a:lnTo>
                    <a:lnTo>
                      <a:pt x="2341741" y="3485317"/>
                    </a:lnTo>
                    <a:lnTo>
                      <a:pt x="2341741" y="3457209"/>
                    </a:lnTo>
                    <a:lnTo>
                      <a:pt x="2362838" y="3415048"/>
                    </a:lnTo>
                    <a:lnTo>
                      <a:pt x="2376903" y="3408021"/>
                    </a:lnTo>
                    <a:lnTo>
                      <a:pt x="2383935" y="3379914"/>
                    </a:lnTo>
                    <a:lnTo>
                      <a:pt x="2440193" y="3351807"/>
                    </a:lnTo>
                    <a:lnTo>
                      <a:pt x="2489419" y="3344780"/>
                    </a:lnTo>
                    <a:lnTo>
                      <a:pt x="2524580" y="3295592"/>
                    </a:lnTo>
                    <a:lnTo>
                      <a:pt x="2566773" y="3288565"/>
                    </a:lnTo>
                    <a:lnTo>
                      <a:pt x="2601935" y="3316672"/>
                    </a:lnTo>
                    <a:lnTo>
                      <a:pt x="2601935" y="3330726"/>
                    </a:lnTo>
                    <a:lnTo>
                      <a:pt x="2644128" y="3351807"/>
                    </a:lnTo>
                    <a:lnTo>
                      <a:pt x="2672257" y="3344780"/>
                    </a:lnTo>
                    <a:lnTo>
                      <a:pt x="2679290" y="3379914"/>
                    </a:lnTo>
                    <a:lnTo>
                      <a:pt x="2700386" y="3393968"/>
                    </a:lnTo>
                    <a:lnTo>
                      <a:pt x="2644128" y="3450182"/>
                    </a:lnTo>
                    <a:lnTo>
                      <a:pt x="2658193" y="3569639"/>
                    </a:lnTo>
                    <a:lnTo>
                      <a:pt x="2637096" y="3625854"/>
                    </a:lnTo>
                    <a:lnTo>
                      <a:pt x="2580838" y="3717203"/>
                    </a:lnTo>
                    <a:lnTo>
                      <a:pt x="2587870" y="3738283"/>
                    </a:lnTo>
                    <a:lnTo>
                      <a:pt x="2545677" y="3928008"/>
                    </a:lnTo>
                    <a:lnTo>
                      <a:pt x="2510515" y="4026384"/>
                    </a:lnTo>
                    <a:lnTo>
                      <a:pt x="2517548" y="4054491"/>
                    </a:lnTo>
                    <a:lnTo>
                      <a:pt x="2489419" y="4075572"/>
                    </a:lnTo>
                    <a:lnTo>
                      <a:pt x="2482386" y="4117733"/>
                    </a:lnTo>
                    <a:lnTo>
                      <a:pt x="2433161" y="4195028"/>
                    </a:lnTo>
                    <a:lnTo>
                      <a:pt x="2383935" y="4223136"/>
                    </a:lnTo>
                    <a:lnTo>
                      <a:pt x="2348774" y="4342592"/>
                    </a:lnTo>
                    <a:moveTo>
                      <a:pt x="2390967" y="2332914"/>
                    </a:moveTo>
                    <a:lnTo>
                      <a:pt x="2397999" y="2318860"/>
                    </a:lnTo>
                    <a:lnTo>
                      <a:pt x="2405032" y="2325887"/>
                    </a:lnTo>
                    <a:lnTo>
                      <a:pt x="2390967" y="2332914"/>
                    </a:lnTo>
                    <a:moveTo>
                      <a:pt x="2397999" y="2522639"/>
                    </a:moveTo>
                    <a:lnTo>
                      <a:pt x="2390967" y="2515612"/>
                    </a:lnTo>
                    <a:lnTo>
                      <a:pt x="2405032" y="2515612"/>
                    </a:lnTo>
                    <a:lnTo>
                      <a:pt x="2397999" y="2522639"/>
                    </a:lnTo>
                    <a:moveTo>
                      <a:pt x="2405032" y="2346967"/>
                    </a:moveTo>
                    <a:lnTo>
                      <a:pt x="2390967" y="2346967"/>
                    </a:lnTo>
                    <a:lnTo>
                      <a:pt x="2397999" y="2325887"/>
                    </a:lnTo>
                    <a:lnTo>
                      <a:pt x="2426128" y="2339940"/>
                    </a:lnTo>
                    <a:lnTo>
                      <a:pt x="2405032" y="2346967"/>
                    </a:lnTo>
                    <a:moveTo>
                      <a:pt x="2433161" y="2339940"/>
                    </a:moveTo>
                    <a:lnTo>
                      <a:pt x="2433161" y="2325887"/>
                    </a:lnTo>
                    <a:lnTo>
                      <a:pt x="2454257" y="2325887"/>
                    </a:lnTo>
                    <a:lnTo>
                      <a:pt x="2433161" y="2339940"/>
                    </a:lnTo>
                    <a:moveTo>
                      <a:pt x="2503483" y="913490"/>
                    </a:moveTo>
                    <a:lnTo>
                      <a:pt x="2517548" y="913490"/>
                    </a:lnTo>
                    <a:lnTo>
                      <a:pt x="2594903" y="969705"/>
                    </a:lnTo>
                    <a:lnTo>
                      <a:pt x="2594903" y="983759"/>
                    </a:lnTo>
                    <a:lnTo>
                      <a:pt x="2658193" y="990786"/>
                    </a:lnTo>
                    <a:lnTo>
                      <a:pt x="2693354" y="1025920"/>
                    </a:lnTo>
                    <a:lnTo>
                      <a:pt x="2693354" y="1039974"/>
                    </a:lnTo>
                    <a:lnTo>
                      <a:pt x="2665225" y="1061054"/>
                    </a:lnTo>
                    <a:lnTo>
                      <a:pt x="2644128" y="1061054"/>
                    </a:lnTo>
                    <a:lnTo>
                      <a:pt x="2552709" y="1025920"/>
                    </a:lnTo>
                    <a:lnTo>
                      <a:pt x="2482386" y="983759"/>
                    </a:lnTo>
                    <a:lnTo>
                      <a:pt x="2426128" y="927544"/>
                    </a:lnTo>
                    <a:lnTo>
                      <a:pt x="2468322" y="892410"/>
                    </a:lnTo>
                    <a:lnTo>
                      <a:pt x="2503483" y="913490"/>
                    </a:lnTo>
                    <a:moveTo>
                      <a:pt x="2510515" y="646470"/>
                    </a:moveTo>
                    <a:lnTo>
                      <a:pt x="2517548" y="653497"/>
                    </a:lnTo>
                    <a:lnTo>
                      <a:pt x="2510515" y="646470"/>
                    </a:lnTo>
                    <a:moveTo>
                      <a:pt x="2524580" y="4209082"/>
                    </a:moveTo>
                    <a:lnTo>
                      <a:pt x="2538644" y="4209082"/>
                    </a:lnTo>
                    <a:lnTo>
                      <a:pt x="2538644" y="4223136"/>
                    </a:lnTo>
                    <a:lnTo>
                      <a:pt x="2524580" y="4223136"/>
                    </a:lnTo>
                    <a:lnTo>
                      <a:pt x="2524580" y="4209082"/>
                    </a:lnTo>
                    <a:moveTo>
                      <a:pt x="2573806" y="1054027"/>
                    </a:moveTo>
                    <a:lnTo>
                      <a:pt x="2566773" y="1047000"/>
                    </a:lnTo>
                    <a:lnTo>
                      <a:pt x="2580838" y="1047000"/>
                    </a:lnTo>
                    <a:lnTo>
                      <a:pt x="2573806" y="1054027"/>
                    </a:lnTo>
                    <a:moveTo>
                      <a:pt x="2594903" y="1918330"/>
                    </a:moveTo>
                    <a:lnTo>
                      <a:pt x="2601935" y="1925356"/>
                    </a:lnTo>
                    <a:lnTo>
                      <a:pt x="2594903" y="1918330"/>
                    </a:lnTo>
                    <a:moveTo>
                      <a:pt x="2615999" y="2072920"/>
                    </a:moveTo>
                    <a:lnTo>
                      <a:pt x="2630064" y="2072920"/>
                    </a:lnTo>
                    <a:lnTo>
                      <a:pt x="2615999" y="2072920"/>
                    </a:lnTo>
                    <a:moveTo>
                      <a:pt x="2623032" y="1103215"/>
                    </a:moveTo>
                    <a:lnTo>
                      <a:pt x="2615999" y="1089161"/>
                    </a:lnTo>
                    <a:lnTo>
                      <a:pt x="2538644" y="1039974"/>
                    </a:lnTo>
                    <a:lnTo>
                      <a:pt x="2545677" y="1032947"/>
                    </a:lnTo>
                    <a:lnTo>
                      <a:pt x="2566773" y="1054027"/>
                    </a:lnTo>
                    <a:lnTo>
                      <a:pt x="2623032" y="1075108"/>
                    </a:lnTo>
                    <a:lnTo>
                      <a:pt x="2623032" y="1103215"/>
                    </a:lnTo>
                    <a:moveTo>
                      <a:pt x="2630064" y="1089161"/>
                    </a:moveTo>
                    <a:lnTo>
                      <a:pt x="2637096" y="1075108"/>
                    </a:lnTo>
                    <a:lnTo>
                      <a:pt x="2679290" y="1096188"/>
                    </a:lnTo>
                    <a:lnTo>
                      <a:pt x="2735548" y="1103215"/>
                    </a:lnTo>
                    <a:lnTo>
                      <a:pt x="2728515" y="1124296"/>
                    </a:lnTo>
                    <a:lnTo>
                      <a:pt x="2672257" y="1117269"/>
                    </a:lnTo>
                    <a:lnTo>
                      <a:pt x="2630064" y="1103215"/>
                    </a:lnTo>
                    <a:lnTo>
                      <a:pt x="2630064" y="1089161"/>
                    </a:lnTo>
                    <a:moveTo>
                      <a:pt x="2644128" y="1566987"/>
                    </a:moveTo>
                    <a:lnTo>
                      <a:pt x="2644128" y="1566987"/>
                    </a:lnTo>
                    <a:moveTo>
                      <a:pt x="2644128" y="2044813"/>
                    </a:moveTo>
                    <a:lnTo>
                      <a:pt x="2651161" y="2037786"/>
                    </a:lnTo>
                    <a:lnTo>
                      <a:pt x="2644128" y="2044813"/>
                    </a:lnTo>
                    <a:moveTo>
                      <a:pt x="2651161" y="2058866"/>
                    </a:moveTo>
                    <a:lnTo>
                      <a:pt x="2658193" y="2051840"/>
                    </a:lnTo>
                    <a:lnTo>
                      <a:pt x="2651161" y="2058866"/>
                    </a:lnTo>
                    <a:moveTo>
                      <a:pt x="2651161" y="2171296"/>
                    </a:moveTo>
                    <a:lnTo>
                      <a:pt x="2665225" y="2157242"/>
                    </a:lnTo>
                    <a:lnTo>
                      <a:pt x="2651161" y="2171296"/>
                    </a:lnTo>
                    <a:moveTo>
                      <a:pt x="2658193" y="1559960"/>
                    </a:moveTo>
                    <a:lnTo>
                      <a:pt x="2672257" y="1595095"/>
                    </a:lnTo>
                    <a:lnTo>
                      <a:pt x="2658193" y="1602121"/>
                    </a:lnTo>
                    <a:lnTo>
                      <a:pt x="2644128" y="1595095"/>
                    </a:lnTo>
                    <a:lnTo>
                      <a:pt x="2644128" y="1552933"/>
                    </a:lnTo>
                    <a:lnTo>
                      <a:pt x="2658193" y="1559960"/>
                    </a:lnTo>
                    <a:moveTo>
                      <a:pt x="2658193" y="1131323"/>
                    </a:moveTo>
                    <a:lnTo>
                      <a:pt x="2672257" y="1131323"/>
                    </a:lnTo>
                    <a:lnTo>
                      <a:pt x="2672257" y="1145376"/>
                    </a:lnTo>
                    <a:lnTo>
                      <a:pt x="2658193" y="1131323"/>
                    </a:lnTo>
                    <a:moveTo>
                      <a:pt x="2658193" y="2150216"/>
                    </a:moveTo>
                    <a:lnTo>
                      <a:pt x="2658193" y="2136162"/>
                    </a:lnTo>
                    <a:lnTo>
                      <a:pt x="2658193" y="2150216"/>
                    </a:lnTo>
                    <a:moveTo>
                      <a:pt x="2672257" y="3239377"/>
                    </a:moveTo>
                    <a:lnTo>
                      <a:pt x="2679290" y="3253431"/>
                    </a:lnTo>
                    <a:lnTo>
                      <a:pt x="2672257" y="3239377"/>
                    </a:lnTo>
                    <a:moveTo>
                      <a:pt x="2679290" y="3450182"/>
                    </a:moveTo>
                    <a:lnTo>
                      <a:pt x="2679290" y="3450182"/>
                    </a:lnTo>
                    <a:moveTo>
                      <a:pt x="2679290" y="1552933"/>
                    </a:moveTo>
                    <a:lnTo>
                      <a:pt x="2679290" y="1566987"/>
                    </a:lnTo>
                    <a:lnTo>
                      <a:pt x="2679290" y="1552933"/>
                    </a:lnTo>
                    <a:moveTo>
                      <a:pt x="2679290" y="1138349"/>
                    </a:moveTo>
                    <a:lnTo>
                      <a:pt x="2700386" y="1138349"/>
                    </a:lnTo>
                    <a:lnTo>
                      <a:pt x="2686322" y="1166457"/>
                    </a:lnTo>
                    <a:lnTo>
                      <a:pt x="2679290" y="1138349"/>
                    </a:lnTo>
                    <a:moveTo>
                      <a:pt x="2679290" y="1489692"/>
                    </a:moveTo>
                    <a:lnTo>
                      <a:pt x="2672257" y="1475638"/>
                    </a:lnTo>
                    <a:lnTo>
                      <a:pt x="2693354" y="1468611"/>
                    </a:lnTo>
                    <a:lnTo>
                      <a:pt x="2693354" y="1482665"/>
                    </a:lnTo>
                    <a:lnTo>
                      <a:pt x="2679290" y="1489692"/>
                    </a:lnTo>
                    <a:moveTo>
                      <a:pt x="2700386" y="1897249"/>
                    </a:moveTo>
                    <a:lnTo>
                      <a:pt x="2721483" y="1897249"/>
                    </a:lnTo>
                    <a:lnTo>
                      <a:pt x="2700386" y="1897249"/>
                    </a:lnTo>
                    <a:moveTo>
                      <a:pt x="2707419" y="1679417"/>
                    </a:moveTo>
                    <a:lnTo>
                      <a:pt x="2707419" y="1693470"/>
                    </a:lnTo>
                    <a:lnTo>
                      <a:pt x="2707419" y="1679417"/>
                    </a:lnTo>
                    <a:moveTo>
                      <a:pt x="2714451" y="1616175"/>
                    </a:moveTo>
                    <a:lnTo>
                      <a:pt x="2707419" y="1609148"/>
                    </a:lnTo>
                    <a:lnTo>
                      <a:pt x="2714451" y="1616175"/>
                    </a:lnTo>
                    <a:moveTo>
                      <a:pt x="2714451" y="1524826"/>
                    </a:moveTo>
                    <a:lnTo>
                      <a:pt x="2700386" y="1524826"/>
                    </a:lnTo>
                    <a:lnTo>
                      <a:pt x="2714451" y="1524826"/>
                    </a:lnTo>
                    <a:moveTo>
                      <a:pt x="2721483" y="1370235"/>
                    </a:moveTo>
                    <a:lnTo>
                      <a:pt x="2721483" y="1384289"/>
                    </a:lnTo>
                    <a:lnTo>
                      <a:pt x="2721483" y="1370235"/>
                    </a:lnTo>
                    <a:moveTo>
                      <a:pt x="2721483" y="1609148"/>
                    </a:moveTo>
                    <a:lnTo>
                      <a:pt x="2728515" y="1616175"/>
                    </a:lnTo>
                    <a:lnTo>
                      <a:pt x="2721483" y="1609148"/>
                    </a:lnTo>
                    <a:moveTo>
                      <a:pt x="2728515" y="1602121"/>
                    </a:moveTo>
                    <a:lnTo>
                      <a:pt x="2721483" y="1595095"/>
                    </a:lnTo>
                    <a:lnTo>
                      <a:pt x="2728515" y="1602121"/>
                    </a:lnTo>
                    <a:moveTo>
                      <a:pt x="2728515" y="1609148"/>
                    </a:moveTo>
                    <a:lnTo>
                      <a:pt x="2735548" y="1602121"/>
                    </a:lnTo>
                    <a:lnTo>
                      <a:pt x="2728515" y="1609148"/>
                    </a:lnTo>
                    <a:moveTo>
                      <a:pt x="2742580" y="1609148"/>
                    </a:moveTo>
                    <a:lnTo>
                      <a:pt x="2749612" y="1602121"/>
                    </a:lnTo>
                    <a:lnTo>
                      <a:pt x="2742580" y="1609148"/>
                    </a:lnTo>
                    <a:moveTo>
                      <a:pt x="2742580" y="1524826"/>
                    </a:moveTo>
                    <a:lnTo>
                      <a:pt x="2756644" y="1524826"/>
                    </a:lnTo>
                    <a:lnTo>
                      <a:pt x="2749612" y="1538880"/>
                    </a:lnTo>
                    <a:lnTo>
                      <a:pt x="2742580" y="1524826"/>
                    </a:lnTo>
                    <a:moveTo>
                      <a:pt x="2749612" y="1468611"/>
                    </a:moveTo>
                    <a:lnTo>
                      <a:pt x="2763677" y="1468611"/>
                    </a:lnTo>
                    <a:lnTo>
                      <a:pt x="2770709" y="1482665"/>
                    </a:lnTo>
                    <a:lnTo>
                      <a:pt x="2763677" y="1510772"/>
                    </a:lnTo>
                    <a:lnTo>
                      <a:pt x="2714451" y="1482665"/>
                    </a:lnTo>
                    <a:lnTo>
                      <a:pt x="2749612" y="1468611"/>
                    </a:lnTo>
                    <a:moveTo>
                      <a:pt x="2756644" y="1510772"/>
                    </a:moveTo>
                    <a:lnTo>
                      <a:pt x="2756644" y="1510772"/>
                    </a:lnTo>
                    <a:moveTo>
                      <a:pt x="2756644" y="1812927"/>
                    </a:moveTo>
                    <a:lnTo>
                      <a:pt x="2763677" y="1805900"/>
                    </a:lnTo>
                    <a:lnTo>
                      <a:pt x="2756644" y="1812927"/>
                    </a:lnTo>
                    <a:moveTo>
                      <a:pt x="2756644" y="1721578"/>
                    </a:moveTo>
                    <a:lnTo>
                      <a:pt x="2707419" y="1693470"/>
                    </a:lnTo>
                    <a:lnTo>
                      <a:pt x="2721483" y="1672390"/>
                    </a:lnTo>
                    <a:lnTo>
                      <a:pt x="2735548" y="1665363"/>
                    </a:lnTo>
                    <a:lnTo>
                      <a:pt x="2756644" y="1693470"/>
                    </a:lnTo>
                    <a:lnTo>
                      <a:pt x="2756644" y="1721578"/>
                    </a:lnTo>
                    <a:moveTo>
                      <a:pt x="2763677" y="1700497"/>
                    </a:moveTo>
                    <a:lnTo>
                      <a:pt x="2770709" y="1707524"/>
                    </a:lnTo>
                    <a:lnTo>
                      <a:pt x="2763677" y="1700497"/>
                    </a:lnTo>
                    <a:moveTo>
                      <a:pt x="2763677" y="1609148"/>
                    </a:moveTo>
                    <a:lnTo>
                      <a:pt x="2756644" y="1602121"/>
                    </a:lnTo>
                    <a:lnTo>
                      <a:pt x="2784773" y="1616175"/>
                    </a:lnTo>
                    <a:lnTo>
                      <a:pt x="2763677" y="1609148"/>
                    </a:lnTo>
                    <a:moveTo>
                      <a:pt x="2777741" y="1651309"/>
                    </a:moveTo>
                    <a:lnTo>
                      <a:pt x="2798838" y="1658336"/>
                    </a:lnTo>
                    <a:lnTo>
                      <a:pt x="2791806" y="1679417"/>
                    </a:lnTo>
                    <a:lnTo>
                      <a:pt x="2763677" y="1651309"/>
                    </a:lnTo>
                    <a:lnTo>
                      <a:pt x="2777741" y="1651309"/>
                    </a:lnTo>
                    <a:moveTo>
                      <a:pt x="2784773" y="1644282"/>
                    </a:moveTo>
                    <a:lnTo>
                      <a:pt x="2805870" y="1637256"/>
                    </a:lnTo>
                    <a:lnTo>
                      <a:pt x="2784773" y="1644282"/>
                    </a:lnTo>
                    <a:moveTo>
                      <a:pt x="2784773" y="1693470"/>
                    </a:moveTo>
                    <a:lnTo>
                      <a:pt x="2763677" y="1679417"/>
                    </a:lnTo>
                    <a:lnTo>
                      <a:pt x="2770709" y="1672390"/>
                    </a:lnTo>
                    <a:lnTo>
                      <a:pt x="2798838" y="1693470"/>
                    </a:lnTo>
                    <a:lnTo>
                      <a:pt x="2784773" y="1693470"/>
                    </a:lnTo>
                    <a:moveTo>
                      <a:pt x="2798838" y="1616175"/>
                    </a:moveTo>
                    <a:lnTo>
                      <a:pt x="2805870" y="1609148"/>
                    </a:lnTo>
                    <a:lnTo>
                      <a:pt x="2833999" y="1623202"/>
                    </a:lnTo>
                    <a:lnTo>
                      <a:pt x="2826967" y="1658336"/>
                    </a:lnTo>
                    <a:lnTo>
                      <a:pt x="2798838" y="1616175"/>
                    </a:lnTo>
                    <a:moveTo>
                      <a:pt x="2819935" y="1602121"/>
                    </a:moveTo>
                    <a:lnTo>
                      <a:pt x="2812902" y="1588068"/>
                    </a:lnTo>
                    <a:lnTo>
                      <a:pt x="2826967" y="1581041"/>
                    </a:lnTo>
                    <a:lnTo>
                      <a:pt x="2819935" y="1602121"/>
                    </a:lnTo>
                    <a:moveTo>
                      <a:pt x="2833999" y="1440504"/>
                    </a:moveTo>
                    <a:lnTo>
                      <a:pt x="2784773" y="1440504"/>
                    </a:lnTo>
                    <a:lnTo>
                      <a:pt x="2784773" y="1419423"/>
                    </a:lnTo>
                    <a:lnTo>
                      <a:pt x="2826967" y="1419423"/>
                    </a:lnTo>
                    <a:lnTo>
                      <a:pt x="2833999" y="1440504"/>
                    </a:lnTo>
                    <a:moveTo>
                      <a:pt x="2848064" y="1440504"/>
                    </a:moveTo>
                    <a:lnTo>
                      <a:pt x="2841031" y="1433477"/>
                    </a:lnTo>
                    <a:lnTo>
                      <a:pt x="2855096" y="1433477"/>
                    </a:lnTo>
                    <a:lnTo>
                      <a:pt x="2848064" y="1440504"/>
                    </a:lnTo>
                    <a:moveTo>
                      <a:pt x="2876193" y="1356182"/>
                    </a:moveTo>
                    <a:lnTo>
                      <a:pt x="2869160" y="1349155"/>
                    </a:lnTo>
                    <a:lnTo>
                      <a:pt x="2883225" y="1342128"/>
                    </a:lnTo>
                    <a:lnTo>
                      <a:pt x="2876193" y="1356182"/>
                    </a:lnTo>
                    <a:moveTo>
                      <a:pt x="2939483" y="1538880"/>
                    </a:moveTo>
                    <a:lnTo>
                      <a:pt x="2946515" y="1545907"/>
                    </a:lnTo>
                    <a:lnTo>
                      <a:pt x="2939483" y="1538880"/>
                    </a:lnTo>
                    <a:moveTo>
                      <a:pt x="2946515" y="1335101"/>
                    </a:moveTo>
                    <a:lnTo>
                      <a:pt x="2946515" y="1321047"/>
                    </a:lnTo>
                    <a:lnTo>
                      <a:pt x="2946515" y="1335101"/>
                    </a:lnTo>
                    <a:moveTo>
                      <a:pt x="2960580" y="1335101"/>
                    </a:moveTo>
                    <a:lnTo>
                      <a:pt x="2960580" y="1321047"/>
                    </a:lnTo>
                    <a:lnTo>
                      <a:pt x="2960580" y="1335101"/>
                    </a:lnTo>
                    <a:moveTo>
                      <a:pt x="3122322" y="3141001"/>
                    </a:moveTo>
                    <a:lnTo>
                      <a:pt x="3129354" y="3126947"/>
                    </a:lnTo>
                    <a:lnTo>
                      <a:pt x="3164515" y="3126947"/>
                    </a:lnTo>
                    <a:lnTo>
                      <a:pt x="3199677" y="3148028"/>
                    </a:lnTo>
                    <a:lnTo>
                      <a:pt x="3192644" y="3162082"/>
                    </a:lnTo>
                    <a:lnTo>
                      <a:pt x="3115289" y="3176135"/>
                    </a:lnTo>
                    <a:lnTo>
                      <a:pt x="3101225" y="3169109"/>
                    </a:lnTo>
                    <a:lnTo>
                      <a:pt x="3122322" y="3141001"/>
                    </a:lnTo>
                    <a:moveTo>
                      <a:pt x="3206709" y="3126947"/>
                    </a:moveTo>
                    <a:lnTo>
                      <a:pt x="3199677" y="3133974"/>
                    </a:lnTo>
                    <a:lnTo>
                      <a:pt x="3199677" y="3119921"/>
                    </a:lnTo>
                    <a:lnTo>
                      <a:pt x="3206709" y="3126947"/>
                    </a:lnTo>
                    <a:moveTo>
                      <a:pt x="3206709" y="3070733"/>
                    </a:moveTo>
                    <a:lnTo>
                      <a:pt x="3234838" y="3042625"/>
                    </a:lnTo>
                    <a:lnTo>
                      <a:pt x="3269999" y="3063706"/>
                    </a:lnTo>
                    <a:lnTo>
                      <a:pt x="3262967" y="3084786"/>
                    </a:lnTo>
                    <a:lnTo>
                      <a:pt x="3220773" y="3084786"/>
                    </a:lnTo>
                    <a:lnTo>
                      <a:pt x="3206709" y="3070733"/>
                    </a:lnTo>
                    <a:moveTo>
                      <a:pt x="3206709" y="3183162"/>
                    </a:moveTo>
                    <a:lnTo>
                      <a:pt x="3213741" y="3176135"/>
                    </a:lnTo>
                    <a:lnTo>
                      <a:pt x="3206709" y="3183162"/>
                    </a:lnTo>
                    <a:moveTo>
                      <a:pt x="3213741" y="3133974"/>
                    </a:moveTo>
                    <a:lnTo>
                      <a:pt x="3213741" y="3133974"/>
                    </a:lnTo>
                    <a:moveTo>
                      <a:pt x="3220773" y="3169109"/>
                    </a:moveTo>
                    <a:lnTo>
                      <a:pt x="3220773" y="3155055"/>
                    </a:lnTo>
                    <a:lnTo>
                      <a:pt x="3220773" y="3169109"/>
                    </a:lnTo>
                  </a:path>
                </a:pathLst>
              </a:custGeom>
              <a:noFill/>
              <a:ln w="3810" cap="rnd">
                <a:solidFill>
                  <a:srgbClr val="4190DA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933" name="任意形状 932">
                <a:extLst>
                  <a:ext uri="{FF2B5EF4-FFF2-40B4-BE49-F238E27FC236}">
                    <a16:creationId xmlns:a16="http://schemas.microsoft.com/office/drawing/2014/main" id="{DFFEE288-5CC1-1845-A374-F4C17B637E0F}"/>
                  </a:ext>
                </a:extLst>
              </p:cNvPr>
              <p:cNvSpPr/>
              <p:nvPr/>
            </p:nvSpPr>
            <p:spPr>
              <a:xfrm>
                <a:off x="4890232" y="5232409"/>
                <a:ext cx="2230164" cy="1278292"/>
              </a:xfrm>
              <a:custGeom>
                <a:avLst/>
                <a:gdLst>
                  <a:gd name="connsiteX0" fmla="*/ 372710 w 7095546"/>
                  <a:gd name="connsiteY0" fmla="*/ 259993 h 4342592"/>
                  <a:gd name="connsiteX1" fmla="*/ 358645 w 7095546"/>
                  <a:gd name="connsiteY1" fmla="*/ 274047 h 4342592"/>
                  <a:gd name="connsiteX2" fmla="*/ 323484 w 7095546"/>
                  <a:gd name="connsiteY2" fmla="*/ 281074 h 4342592"/>
                  <a:gd name="connsiteX3" fmla="*/ 323484 w 7095546"/>
                  <a:gd name="connsiteY3" fmla="*/ 238913 h 4342592"/>
                  <a:gd name="connsiteX4" fmla="*/ 302387 w 7095546"/>
                  <a:gd name="connsiteY4" fmla="*/ 203779 h 4342592"/>
                  <a:gd name="connsiteX5" fmla="*/ 260193 w 7095546"/>
                  <a:gd name="connsiteY5" fmla="*/ 203779 h 4342592"/>
                  <a:gd name="connsiteX6" fmla="*/ 260193 w 7095546"/>
                  <a:gd name="connsiteY6" fmla="*/ 217832 h 4342592"/>
                  <a:gd name="connsiteX7" fmla="*/ 203935 w 7095546"/>
                  <a:gd name="connsiteY7" fmla="*/ 203779 h 4342592"/>
                  <a:gd name="connsiteX8" fmla="*/ 175806 w 7095546"/>
                  <a:gd name="connsiteY8" fmla="*/ 217832 h 4342592"/>
                  <a:gd name="connsiteX9" fmla="*/ 175806 w 7095546"/>
                  <a:gd name="connsiteY9" fmla="*/ 140537 h 4342592"/>
                  <a:gd name="connsiteX10" fmla="*/ 147677 w 7095546"/>
                  <a:gd name="connsiteY10" fmla="*/ 140537 h 4342592"/>
                  <a:gd name="connsiteX11" fmla="*/ 112516 w 7095546"/>
                  <a:gd name="connsiteY11" fmla="*/ 112430 h 4342592"/>
                  <a:gd name="connsiteX12" fmla="*/ 49226 w 7095546"/>
                  <a:gd name="connsiteY12" fmla="*/ 14054 h 4342592"/>
                  <a:gd name="connsiteX13" fmla="*/ 56258 w 7095546"/>
                  <a:gd name="connsiteY13" fmla="*/ 0 h 4342592"/>
                  <a:gd name="connsiteX14" fmla="*/ 267226 w 7095546"/>
                  <a:gd name="connsiteY14" fmla="*/ 0 h 4342592"/>
                  <a:gd name="connsiteX15" fmla="*/ 323484 w 7095546"/>
                  <a:gd name="connsiteY15" fmla="*/ 14054 h 4342592"/>
                  <a:gd name="connsiteX16" fmla="*/ 337548 w 7095546"/>
                  <a:gd name="connsiteY16" fmla="*/ 42161 h 4342592"/>
                  <a:gd name="connsiteX17" fmla="*/ 351613 w 7095546"/>
                  <a:gd name="connsiteY17" fmla="*/ 35134 h 4342592"/>
                  <a:gd name="connsiteX18" fmla="*/ 351613 w 7095546"/>
                  <a:gd name="connsiteY18" fmla="*/ 49188 h 4342592"/>
                  <a:gd name="connsiteX19" fmla="*/ 365677 w 7095546"/>
                  <a:gd name="connsiteY19" fmla="*/ 49188 h 4342592"/>
                  <a:gd name="connsiteX20" fmla="*/ 365677 w 7095546"/>
                  <a:gd name="connsiteY20" fmla="*/ 35134 h 4342592"/>
                  <a:gd name="connsiteX21" fmla="*/ 400839 w 7095546"/>
                  <a:gd name="connsiteY21" fmla="*/ 28107 h 4342592"/>
                  <a:gd name="connsiteX22" fmla="*/ 428968 w 7095546"/>
                  <a:gd name="connsiteY22" fmla="*/ 42161 h 4342592"/>
                  <a:gd name="connsiteX23" fmla="*/ 450064 w 7095546"/>
                  <a:gd name="connsiteY23" fmla="*/ 0 h 4342592"/>
                  <a:gd name="connsiteX24" fmla="*/ 372710 w 7095546"/>
                  <a:gd name="connsiteY24" fmla="*/ 259993 h 4342592"/>
                  <a:gd name="connsiteX25" fmla="*/ 372710 w 7095546"/>
                  <a:gd name="connsiteY25" fmla="*/ 295128 h 4342592"/>
                  <a:gd name="connsiteX26" fmla="*/ 344581 w 7095546"/>
                  <a:gd name="connsiteY26" fmla="*/ 302154 h 4342592"/>
                  <a:gd name="connsiteX27" fmla="*/ 330516 w 7095546"/>
                  <a:gd name="connsiteY27" fmla="*/ 344316 h 4342592"/>
                  <a:gd name="connsiteX28" fmla="*/ 358645 w 7095546"/>
                  <a:gd name="connsiteY28" fmla="*/ 365396 h 4342592"/>
                  <a:gd name="connsiteX29" fmla="*/ 323484 w 7095546"/>
                  <a:gd name="connsiteY29" fmla="*/ 428638 h 4342592"/>
                  <a:gd name="connsiteX30" fmla="*/ 281290 w 7095546"/>
                  <a:gd name="connsiteY30" fmla="*/ 379450 h 4342592"/>
                  <a:gd name="connsiteX31" fmla="*/ 246129 w 7095546"/>
                  <a:gd name="connsiteY31" fmla="*/ 386477 h 4342592"/>
                  <a:gd name="connsiteX32" fmla="*/ 246129 w 7095546"/>
                  <a:gd name="connsiteY32" fmla="*/ 407557 h 4342592"/>
                  <a:gd name="connsiteX33" fmla="*/ 218000 w 7095546"/>
                  <a:gd name="connsiteY33" fmla="*/ 365396 h 4342592"/>
                  <a:gd name="connsiteX34" fmla="*/ 182839 w 7095546"/>
                  <a:gd name="connsiteY34" fmla="*/ 365396 h 4342592"/>
                  <a:gd name="connsiteX35" fmla="*/ 161742 w 7095546"/>
                  <a:gd name="connsiteY35" fmla="*/ 386477 h 4342592"/>
                  <a:gd name="connsiteX36" fmla="*/ 175806 w 7095546"/>
                  <a:gd name="connsiteY36" fmla="*/ 421611 h 4342592"/>
                  <a:gd name="connsiteX37" fmla="*/ 168774 w 7095546"/>
                  <a:gd name="connsiteY37" fmla="*/ 435665 h 4342592"/>
                  <a:gd name="connsiteX38" fmla="*/ 182839 w 7095546"/>
                  <a:gd name="connsiteY38" fmla="*/ 449718 h 4342592"/>
                  <a:gd name="connsiteX39" fmla="*/ 182839 w 7095546"/>
                  <a:gd name="connsiteY39" fmla="*/ 470799 h 4342592"/>
                  <a:gd name="connsiteX40" fmla="*/ 168774 w 7095546"/>
                  <a:gd name="connsiteY40" fmla="*/ 470799 h 4342592"/>
                  <a:gd name="connsiteX41" fmla="*/ 161742 w 7095546"/>
                  <a:gd name="connsiteY41" fmla="*/ 498906 h 4342592"/>
                  <a:gd name="connsiteX42" fmla="*/ 196903 w 7095546"/>
                  <a:gd name="connsiteY42" fmla="*/ 527014 h 4342592"/>
                  <a:gd name="connsiteX43" fmla="*/ 196903 w 7095546"/>
                  <a:gd name="connsiteY43" fmla="*/ 562148 h 4342592"/>
                  <a:gd name="connsiteX44" fmla="*/ 182839 w 7095546"/>
                  <a:gd name="connsiteY44" fmla="*/ 590255 h 4342592"/>
                  <a:gd name="connsiteX45" fmla="*/ 140645 w 7095546"/>
                  <a:gd name="connsiteY45" fmla="*/ 590255 h 4342592"/>
                  <a:gd name="connsiteX46" fmla="*/ 105484 w 7095546"/>
                  <a:gd name="connsiteY46" fmla="*/ 618363 h 4342592"/>
                  <a:gd name="connsiteX47" fmla="*/ 91419 w 7095546"/>
                  <a:gd name="connsiteY47" fmla="*/ 604309 h 4342592"/>
                  <a:gd name="connsiteX48" fmla="*/ 49226 w 7095546"/>
                  <a:gd name="connsiteY48" fmla="*/ 604309 h 4342592"/>
                  <a:gd name="connsiteX49" fmla="*/ 28129 w 7095546"/>
                  <a:gd name="connsiteY49" fmla="*/ 590255 h 4342592"/>
                  <a:gd name="connsiteX50" fmla="*/ 28129 w 7095546"/>
                  <a:gd name="connsiteY50" fmla="*/ 618363 h 4342592"/>
                  <a:gd name="connsiteX51" fmla="*/ 21097 w 7095546"/>
                  <a:gd name="connsiteY51" fmla="*/ 611336 h 4342592"/>
                  <a:gd name="connsiteX52" fmla="*/ 14065 w 7095546"/>
                  <a:gd name="connsiteY52" fmla="*/ 639443 h 4342592"/>
                  <a:gd name="connsiteX53" fmla="*/ 0 w 7095546"/>
                  <a:gd name="connsiteY53" fmla="*/ 639443 h 4342592"/>
                  <a:gd name="connsiteX54" fmla="*/ 1504903 w 7095546"/>
                  <a:gd name="connsiteY54" fmla="*/ 2431289 h 4342592"/>
                  <a:gd name="connsiteX55" fmla="*/ 1476774 w 7095546"/>
                  <a:gd name="connsiteY55" fmla="*/ 2361021 h 4342592"/>
                  <a:gd name="connsiteX56" fmla="*/ 1497871 w 7095546"/>
                  <a:gd name="connsiteY56" fmla="*/ 2346967 h 4342592"/>
                  <a:gd name="connsiteX57" fmla="*/ 1490838 w 7095546"/>
                  <a:gd name="connsiteY57" fmla="*/ 2332914 h 4342592"/>
                  <a:gd name="connsiteX58" fmla="*/ 1455677 w 7095546"/>
                  <a:gd name="connsiteY58" fmla="*/ 2318860 h 4342592"/>
                  <a:gd name="connsiteX59" fmla="*/ 1455677 w 7095546"/>
                  <a:gd name="connsiteY59" fmla="*/ 2297779 h 4342592"/>
                  <a:gd name="connsiteX60" fmla="*/ 1406451 w 7095546"/>
                  <a:gd name="connsiteY60" fmla="*/ 2297779 h 4342592"/>
                  <a:gd name="connsiteX61" fmla="*/ 1392387 w 7095546"/>
                  <a:gd name="connsiteY61" fmla="*/ 2311833 h 4342592"/>
                  <a:gd name="connsiteX62" fmla="*/ 1399419 w 7095546"/>
                  <a:gd name="connsiteY62" fmla="*/ 2318860 h 4342592"/>
                  <a:gd name="connsiteX63" fmla="*/ 1371290 w 7095546"/>
                  <a:gd name="connsiteY63" fmla="*/ 2339940 h 4342592"/>
                  <a:gd name="connsiteX64" fmla="*/ 1371290 w 7095546"/>
                  <a:gd name="connsiteY64" fmla="*/ 2353994 h 4342592"/>
                  <a:gd name="connsiteX65" fmla="*/ 1272838 w 7095546"/>
                  <a:gd name="connsiteY65" fmla="*/ 2382102 h 4342592"/>
                  <a:gd name="connsiteX66" fmla="*/ 1251742 w 7095546"/>
                  <a:gd name="connsiteY66" fmla="*/ 2361021 h 4342592"/>
                  <a:gd name="connsiteX67" fmla="*/ 1244709 w 7095546"/>
                  <a:gd name="connsiteY67" fmla="*/ 2368048 h 4342592"/>
                  <a:gd name="connsiteX68" fmla="*/ 1230645 w 7095546"/>
                  <a:gd name="connsiteY68" fmla="*/ 2346967 h 4342592"/>
                  <a:gd name="connsiteX69" fmla="*/ 1216580 w 7095546"/>
                  <a:gd name="connsiteY69" fmla="*/ 2346967 h 4342592"/>
                  <a:gd name="connsiteX70" fmla="*/ 1181419 w 7095546"/>
                  <a:gd name="connsiteY70" fmla="*/ 2304806 h 4342592"/>
                  <a:gd name="connsiteX71" fmla="*/ 1202516 w 7095546"/>
                  <a:gd name="connsiteY71" fmla="*/ 2304806 h 4342592"/>
                  <a:gd name="connsiteX72" fmla="*/ 1230645 w 7095546"/>
                  <a:gd name="connsiteY72" fmla="*/ 2276699 h 4342592"/>
                  <a:gd name="connsiteX73" fmla="*/ 1209548 w 7095546"/>
                  <a:gd name="connsiteY73" fmla="*/ 2255618 h 4342592"/>
                  <a:gd name="connsiteX74" fmla="*/ 1230645 w 7095546"/>
                  <a:gd name="connsiteY74" fmla="*/ 2241565 h 4342592"/>
                  <a:gd name="connsiteX75" fmla="*/ 1230645 w 7095546"/>
                  <a:gd name="connsiteY75" fmla="*/ 2227511 h 4342592"/>
                  <a:gd name="connsiteX76" fmla="*/ 1216580 w 7095546"/>
                  <a:gd name="connsiteY76" fmla="*/ 2227511 h 4342592"/>
                  <a:gd name="connsiteX77" fmla="*/ 1202516 w 7095546"/>
                  <a:gd name="connsiteY77" fmla="*/ 2199404 h 4342592"/>
                  <a:gd name="connsiteX78" fmla="*/ 1188451 w 7095546"/>
                  <a:gd name="connsiteY78" fmla="*/ 2213457 h 4342592"/>
                  <a:gd name="connsiteX79" fmla="*/ 1174387 w 7095546"/>
                  <a:gd name="connsiteY79" fmla="*/ 2206430 h 4342592"/>
                  <a:gd name="connsiteX80" fmla="*/ 1160322 w 7095546"/>
                  <a:gd name="connsiteY80" fmla="*/ 2136162 h 4342592"/>
                  <a:gd name="connsiteX81" fmla="*/ 1216580 w 7095546"/>
                  <a:gd name="connsiteY81" fmla="*/ 2108054 h 4342592"/>
                  <a:gd name="connsiteX82" fmla="*/ 1216580 w 7095546"/>
                  <a:gd name="connsiteY82" fmla="*/ 2094001 h 4342592"/>
                  <a:gd name="connsiteX83" fmla="*/ 1209548 w 7095546"/>
                  <a:gd name="connsiteY83" fmla="*/ 2086974 h 4342592"/>
                  <a:gd name="connsiteX84" fmla="*/ 1188451 w 7095546"/>
                  <a:gd name="connsiteY84" fmla="*/ 2101028 h 4342592"/>
                  <a:gd name="connsiteX85" fmla="*/ 1167355 w 7095546"/>
                  <a:gd name="connsiteY85" fmla="*/ 2094001 h 4342592"/>
                  <a:gd name="connsiteX86" fmla="*/ 1160322 w 7095546"/>
                  <a:gd name="connsiteY86" fmla="*/ 2079947 h 4342592"/>
                  <a:gd name="connsiteX87" fmla="*/ 1160322 w 7095546"/>
                  <a:gd name="connsiteY87" fmla="*/ 2094001 h 4342592"/>
                  <a:gd name="connsiteX88" fmla="*/ 1139226 w 7095546"/>
                  <a:gd name="connsiteY88" fmla="*/ 2086974 h 4342592"/>
                  <a:gd name="connsiteX89" fmla="*/ 1118129 w 7095546"/>
                  <a:gd name="connsiteY89" fmla="*/ 2094001 h 4342592"/>
                  <a:gd name="connsiteX90" fmla="*/ 1118129 w 7095546"/>
                  <a:gd name="connsiteY90" fmla="*/ 2108054 h 4342592"/>
                  <a:gd name="connsiteX91" fmla="*/ 1104064 w 7095546"/>
                  <a:gd name="connsiteY91" fmla="*/ 2094001 h 4342592"/>
                  <a:gd name="connsiteX92" fmla="*/ 1068903 w 7095546"/>
                  <a:gd name="connsiteY92" fmla="*/ 2108054 h 4342592"/>
                  <a:gd name="connsiteX93" fmla="*/ 1054838 w 7095546"/>
                  <a:gd name="connsiteY93" fmla="*/ 2094001 h 4342592"/>
                  <a:gd name="connsiteX94" fmla="*/ 1047806 w 7095546"/>
                  <a:gd name="connsiteY94" fmla="*/ 2101028 h 4342592"/>
                  <a:gd name="connsiteX95" fmla="*/ 1040774 w 7095546"/>
                  <a:gd name="connsiteY95" fmla="*/ 2079947 h 4342592"/>
                  <a:gd name="connsiteX96" fmla="*/ 1033742 w 7095546"/>
                  <a:gd name="connsiteY96" fmla="*/ 2115081 h 4342592"/>
                  <a:gd name="connsiteX97" fmla="*/ 1012645 w 7095546"/>
                  <a:gd name="connsiteY97" fmla="*/ 2136162 h 4342592"/>
                  <a:gd name="connsiteX98" fmla="*/ 1026709 w 7095546"/>
                  <a:gd name="connsiteY98" fmla="*/ 2143189 h 4342592"/>
                  <a:gd name="connsiteX99" fmla="*/ 1047806 w 7095546"/>
                  <a:gd name="connsiteY99" fmla="*/ 2206430 h 4342592"/>
                  <a:gd name="connsiteX100" fmla="*/ 991548 w 7095546"/>
                  <a:gd name="connsiteY100" fmla="*/ 2255618 h 4342592"/>
                  <a:gd name="connsiteX101" fmla="*/ 970451 w 7095546"/>
                  <a:gd name="connsiteY101" fmla="*/ 2227511 h 4342592"/>
                  <a:gd name="connsiteX102" fmla="*/ 907161 w 7095546"/>
                  <a:gd name="connsiteY102" fmla="*/ 2283726 h 4342592"/>
                  <a:gd name="connsiteX103" fmla="*/ 907161 w 7095546"/>
                  <a:gd name="connsiteY103" fmla="*/ 2318860 h 4342592"/>
                  <a:gd name="connsiteX104" fmla="*/ 914193 w 7095546"/>
                  <a:gd name="connsiteY104" fmla="*/ 2311833 h 4342592"/>
                  <a:gd name="connsiteX105" fmla="*/ 928258 w 7095546"/>
                  <a:gd name="connsiteY105" fmla="*/ 2332914 h 4342592"/>
                  <a:gd name="connsiteX106" fmla="*/ 942322 w 7095546"/>
                  <a:gd name="connsiteY106" fmla="*/ 2332914 h 4342592"/>
                  <a:gd name="connsiteX107" fmla="*/ 928258 w 7095546"/>
                  <a:gd name="connsiteY107" fmla="*/ 2346967 h 4342592"/>
                  <a:gd name="connsiteX108" fmla="*/ 921226 w 7095546"/>
                  <a:gd name="connsiteY108" fmla="*/ 2396155 h 4342592"/>
                  <a:gd name="connsiteX109" fmla="*/ 850903 w 7095546"/>
                  <a:gd name="connsiteY109" fmla="*/ 2459397 h 4342592"/>
                  <a:gd name="connsiteX110" fmla="*/ 857935 w 7095546"/>
                  <a:gd name="connsiteY110" fmla="*/ 2480477 h 4342592"/>
                  <a:gd name="connsiteX111" fmla="*/ 836838 w 7095546"/>
                  <a:gd name="connsiteY111" fmla="*/ 2480477 h 4342592"/>
                  <a:gd name="connsiteX112" fmla="*/ 808709 w 7095546"/>
                  <a:gd name="connsiteY112" fmla="*/ 2536692 h 4342592"/>
                  <a:gd name="connsiteX113" fmla="*/ 787613 w 7095546"/>
                  <a:gd name="connsiteY113" fmla="*/ 2536692 h 4342592"/>
                  <a:gd name="connsiteX114" fmla="*/ 773548 w 7095546"/>
                  <a:gd name="connsiteY114" fmla="*/ 2550746 h 4342592"/>
                  <a:gd name="connsiteX115" fmla="*/ 745419 w 7095546"/>
                  <a:gd name="connsiteY115" fmla="*/ 2536692 h 4342592"/>
                  <a:gd name="connsiteX116" fmla="*/ 724322 w 7095546"/>
                  <a:gd name="connsiteY116" fmla="*/ 2578853 h 4342592"/>
                  <a:gd name="connsiteX117" fmla="*/ 738387 w 7095546"/>
                  <a:gd name="connsiteY117" fmla="*/ 2635068 h 4342592"/>
                  <a:gd name="connsiteX118" fmla="*/ 724322 w 7095546"/>
                  <a:gd name="connsiteY118" fmla="*/ 2670202 h 4342592"/>
                  <a:gd name="connsiteX119" fmla="*/ 731355 w 7095546"/>
                  <a:gd name="connsiteY119" fmla="*/ 2719390 h 4342592"/>
                  <a:gd name="connsiteX120" fmla="*/ 759484 w 7095546"/>
                  <a:gd name="connsiteY120" fmla="*/ 2754525 h 4342592"/>
                  <a:gd name="connsiteX121" fmla="*/ 780580 w 7095546"/>
                  <a:gd name="connsiteY121" fmla="*/ 2859927 h 4342592"/>
                  <a:gd name="connsiteX122" fmla="*/ 759484 w 7095546"/>
                  <a:gd name="connsiteY122" fmla="*/ 2866954 h 4342592"/>
                  <a:gd name="connsiteX123" fmla="*/ 759484 w 7095546"/>
                  <a:gd name="connsiteY123" fmla="*/ 2916142 h 4342592"/>
                  <a:gd name="connsiteX124" fmla="*/ 731355 w 7095546"/>
                  <a:gd name="connsiteY124" fmla="*/ 2923169 h 4342592"/>
                  <a:gd name="connsiteX125" fmla="*/ 724322 w 7095546"/>
                  <a:gd name="connsiteY125" fmla="*/ 2909115 h 4342592"/>
                  <a:gd name="connsiteX126" fmla="*/ 724322 w 7095546"/>
                  <a:gd name="connsiteY126" fmla="*/ 2923169 h 4342592"/>
                  <a:gd name="connsiteX127" fmla="*/ 675097 w 7095546"/>
                  <a:gd name="connsiteY127" fmla="*/ 2951276 h 4342592"/>
                  <a:gd name="connsiteX128" fmla="*/ 675097 w 7095546"/>
                  <a:gd name="connsiteY128" fmla="*/ 2965330 h 4342592"/>
                  <a:gd name="connsiteX129" fmla="*/ 661032 w 7095546"/>
                  <a:gd name="connsiteY129" fmla="*/ 2972357 h 4342592"/>
                  <a:gd name="connsiteX130" fmla="*/ 639935 w 7095546"/>
                  <a:gd name="connsiteY130" fmla="*/ 2951276 h 4342592"/>
                  <a:gd name="connsiteX131" fmla="*/ 646968 w 7095546"/>
                  <a:gd name="connsiteY131" fmla="*/ 2916142 h 4342592"/>
                  <a:gd name="connsiteX132" fmla="*/ 618839 w 7095546"/>
                  <a:gd name="connsiteY132" fmla="*/ 2916142 h 4342592"/>
                  <a:gd name="connsiteX133" fmla="*/ 520387 w 7095546"/>
                  <a:gd name="connsiteY133" fmla="*/ 2965330 h 4342592"/>
                  <a:gd name="connsiteX134" fmla="*/ 471161 w 7095546"/>
                  <a:gd name="connsiteY134" fmla="*/ 3021545 h 4342592"/>
                  <a:gd name="connsiteX135" fmla="*/ 450064 w 7095546"/>
                  <a:gd name="connsiteY135" fmla="*/ 3007491 h 4342592"/>
                  <a:gd name="connsiteX136" fmla="*/ 428968 w 7095546"/>
                  <a:gd name="connsiteY136" fmla="*/ 3014518 h 4342592"/>
                  <a:gd name="connsiteX137" fmla="*/ 414903 w 7095546"/>
                  <a:gd name="connsiteY137" fmla="*/ 3000464 h 4342592"/>
                  <a:gd name="connsiteX138" fmla="*/ 393806 w 7095546"/>
                  <a:gd name="connsiteY138" fmla="*/ 3028572 h 4342592"/>
                  <a:gd name="connsiteX139" fmla="*/ 379742 w 7095546"/>
                  <a:gd name="connsiteY139" fmla="*/ 2986410 h 4342592"/>
                  <a:gd name="connsiteX140" fmla="*/ 358645 w 7095546"/>
                  <a:gd name="connsiteY140" fmla="*/ 2965330 h 4342592"/>
                  <a:gd name="connsiteX141" fmla="*/ 323484 w 7095546"/>
                  <a:gd name="connsiteY141" fmla="*/ 2965330 h 4342592"/>
                  <a:gd name="connsiteX142" fmla="*/ 309419 w 7095546"/>
                  <a:gd name="connsiteY142" fmla="*/ 2937223 h 4342592"/>
                  <a:gd name="connsiteX143" fmla="*/ 330516 w 7095546"/>
                  <a:gd name="connsiteY143" fmla="*/ 2930196 h 4342592"/>
                  <a:gd name="connsiteX144" fmla="*/ 330516 w 7095546"/>
                  <a:gd name="connsiteY144" fmla="*/ 2902088 h 4342592"/>
                  <a:gd name="connsiteX145" fmla="*/ 288323 w 7095546"/>
                  <a:gd name="connsiteY145" fmla="*/ 2859927 h 4342592"/>
                  <a:gd name="connsiteX146" fmla="*/ 267226 w 7095546"/>
                  <a:gd name="connsiteY146" fmla="*/ 2866954 h 4342592"/>
                  <a:gd name="connsiteX147" fmla="*/ 253161 w 7095546"/>
                  <a:gd name="connsiteY147" fmla="*/ 2838847 h 4342592"/>
                  <a:gd name="connsiteX148" fmla="*/ 253161 w 7095546"/>
                  <a:gd name="connsiteY148" fmla="*/ 2824793 h 4342592"/>
                  <a:gd name="connsiteX149" fmla="*/ 274258 w 7095546"/>
                  <a:gd name="connsiteY149" fmla="*/ 2817766 h 4342592"/>
                  <a:gd name="connsiteX150" fmla="*/ 267226 w 7095546"/>
                  <a:gd name="connsiteY150" fmla="*/ 2796686 h 4342592"/>
                  <a:gd name="connsiteX151" fmla="*/ 281290 w 7095546"/>
                  <a:gd name="connsiteY151" fmla="*/ 2768578 h 4342592"/>
                  <a:gd name="connsiteX152" fmla="*/ 274258 w 7095546"/>
                  <a:gd name="connsiteY152" fmla="*/ 2761551 h 4342592"/>
                  <a:gd name="connsiteX153" fmla="*/ 267226 w 7095546"/>
                  <a:gd name="connsiteY153" fmla="*/ 2782632 h 4342592"/>
                  <a:gd name="connsiteX154" fmla="*/ 246129 w 7095546"/>
                  <a:gd name="connsiteY154" fmla="*/ 2782632 h 4342592"/>
                  <a:gd name="connsiteX155" fmla="*/ 239097 w 7095546"/>
                  <a:gd name="connsiteY155" fmla="*/ 2768578 h 4342592"/>
                  <a:gd name="connsiteX156" fmla="*/ 253161 w 7095546"/>
                  <a:gd name="connsiteY156" fmla="*/ 2740471 h 4342592"/>
                  <a:gd name="connsiteX157" fmla="*/ 203935 w 7095546"/>
                  <a:gd name="connsiteY157" fmla="*/ 2712363 h 4342592"/>
                  <a:gd name="connsiteX158" fmla="*/ 210968 w 7095546"/>
                  <a:gd name="connsiteY158" fmla="*/ 2705337 h 4342592"/>
                  <a:gd name="connsiteX159" fmla="*/ 168774 w 7095546"/>
                  <a:gd name="connsiteY159" fmla="*/ 2677229 h 4342592"/>
                  <a:gd name="connsiteX160" fmla="*/ 175806 w 7095546"/>
                  <a:gd name="connsiteY160" fmla="*/ 2613988 h 4342592"/>
                  <a:gd name="connsiteX161" fmla="*/ 140645 w 7095546"/>
                  <a:gd name="connsiteY161" fmla="*/ 2613988 h 4342592"/>
                  <a:gd name="connsiteX162" fmla="*/ 126581 w 7095546"/>
                  <a:gd name="connsiteY162" fmla="*/ 2571826 h 4342592"/>
                  <a:gd name="connsiteX163" fmla="*/ 133613 w 7095546"/>
                  <a:gd name="connsiteY163" fmla="*/ 2564800 h 4342592"/>
                  <a:gd name="connsiteX164" fmla="*/ 119548 w 7095546"/>
                  <a:gd name="connsiteY164" fmla="*/ 2557773 h 4342592"/>
                  <a:gd name="connsiteX165" fmla="*/ 105484 w 7095546"/>
                  <a:gd name="connsiteY165" fmla="*/ 2515612 h 4342592"/>
                  <a:gd name="connsiteX166" fmla="*/ 91419 w 7095546"/>
                  <a:gd name="connsiteY166" fmla="*/ 2522639 h 4342592"/>
                  <a:gd name="connsiteX167" fmla="*/ 98452 w 7095546"/>
                  <a:gd name="connsiteY167" fmla="*/ 2494531 h 4342592"/>
                  <a:gd name="connsiteX168" fmla="*/ 77355 w 7095546"/>
                  <a:gd name="connsiteY168" fmla="*/ 2459397 h 4342592"/>
                  <a:gd name="connsiteX169" fmla="*/ 70323 w 7095546"/>
                  <a:gd name="connsiteY169" fmla="*/ 2466424 h 4342592"/>
                  <a:gd name="connsiteX170" fmla="*/ 77355 w 7095546"/>
                  <a:gd name="connsiteY170" fmla="*/ 2452370 h 4342592"/>
                  <a:gd name="connsiteX171" fmla="*/ 56258 w 7095546"/>
                  <a:gd name="connsiteY171" fmla="*/ 2438316 h 4342592"/>
                  <a:gd name="connsiteX172" fmla="*/ 56258 w 7095546"/>
                  <a:gd name="connsiteY172" fmla="*/ 2417236 h 4342592"/>
                  <a:gd name="connsiteX173" fmla="*/ 28129 w 7095546"/>
                  <a:gd name="connsiteY173" fmla="*/ 2396155 h 4342592"/>
                  <a:gd name="connsiteX174" fmla="*/ 28129 w 7095546"/>
                  <a:gd name="connsiteY174" fmla="*/ 2353994 h 4342592"/>
                  <a:gd name="connsiteX175" fmla="*/ 7032 w 7095546"/>
                  <a:gd name="connsiteY175" fmla="*/ 2353994 h 4342592"/>
                  <a:gd name="connsiteX176" fmla="*/ 0 w 7095546"/>
                  <a:gd name="connsiteY176" fmla="*/ 2375075 h 4342592"/>
                  <a:gd name="connsiteX177" fmla="*/ 1561161 w 7095546"/>
                  <a:gd name="connsiteY177" fmla="*/ 498906 h 4342592"/>
                  <a:gd name="connsiteX178" fmla="*/ 1533032 w 7095546"/>
                  <a:gd name="connsiteY178" fmla="*/ 498906 h 4342592"/>
                  <a:gd name="connsiteX179" fmla="*/ 1533032 w 7095546"/>
                  <a:gd name="connsiteY179" fmla="*/ 527014 h 4342592"/>
                  <a:gd name="connsiteX180" fmla="*/ 1554129 w 7095546"/>
                  <a:gd name="connsiteY180" fmla="*/ 562148 h 4342592"/>
                  <a:gd name="connsiteX181" fmla="*/ 1497871 w 7095546"/>
                  <a:gd name="connsiteY181" fmla="*/ 597282 h 4342592"/>
                  <a:gd name="connsiteX182" fmla="*/ 1483806 w 7095546"/>
                  <a:gd name="connsiteY182" fmla="*/ 590255 h 4342592"/>
                  <a:gd name="connsiteX183" fmla="*/ 1441613 w 7095546"/>
                  <a:gd name="connsiteY183" fmla="*/ 625389 h 4342592"/>
                  <a:gd name="connsiteX184" fmla="*/ 1413483 w 7095546"/>
                  <a:gd name="connsiteY184" fmla="*/ 597282 h 4342592"/>
                  <a:gd name="connsiteX185" fmla="*/ 1364258 w 7095546"/>
                  <a:gd name="connsiteY185" fmla="*/ 618363 h 4342592"/>
                  <a:gd name="connsiteX186" fmla="*/ 1350193 w 7095546"/>
                  <a:gd name="connsiteY186" fmla="*/ 597282 h 4342592"/>
                  <a:gd name="connsiteX187" fmla="*/ 1300967 w 7095546"/>
                  <a:gd name="connsiteY187" fmla="*/ 597282 h 4342592"/>
                  <a:gd name="connsiteX188" fmla="*/ 1279871 w 7095546"/>
                  <a:gd name="connsiteY188" fmla="*/ 590255 h 4342592"/>
                  <a:gd name="connsiteX189" fmla="*/ 1272838 w 7095546"/>
                  <a:gd name="connsiteY189" fmla="*/ 569175 h 4342592"/>
                  <a:gd name="connsiteX190" fmla="*/ 1230645 w 7095546"/>
                  <a:gd name="connsiteY190" fmla="*/ 562148 h 4342592"/>
                  <a:gd name="connsiteX191" fmla="*/ 1174387 w 7095546"/>
                  <a:gd name="connsiteY191" fmla="*/ 519987 h 4342592"/>
                  <a:gd name="connsiteX192" fmla="*/ 1174387 w 7095546"/>
                  <a:gd name="connsiteY192" fmla="*/ 491879 h 4342592"/>
                  <a:gd name="connsiteX193" fmla="*/ 1195484 w 7095546"/>
                  <a:gd name="connsiteY193" fmla="*/ 491879 h 4342592"/>
                  <a:gd name="connsiteX194" fmla="*/ 1216580 w 7095546"/>
                  <a:gd name="connsiteY194" fmla="*/ 463772 h 4342592"/>
                  <a:gd name="connsiteX195" fmla="*/ 1209548 w 7095546"/>
                  <a:gd name="connsiteY195" fmla="*/ 449718 h 4342592"/>
                  <a:gd name="connsiteX196" fmla="*/ 1188451 w 7095546"/>
                  <a:gd name="connsiteY196" fmla="*/ 449718 h 4342592"/>
                  <a:gd name="connsiteX197" fmla="*/ 1202516 w 7095546"/>
                  <a:gd name="connsiteY197" fmla="*/ 435665 h 4342592"/>
                  <a:gd name="connsiteX198" fmla="*/ 1181419 w 7095546"/>
                  <a:gd name="connsiteY198" fmla="*/ 351342 h 4342592"/>
                  <a:gd name="connsiteX199" fmla="*/ 1216580 w 7095546"/>
                  <a:gd name="connsiteY199" fmla="*/ 344316 h 4342592"/>
                  <a:gd name="connsiteX200" fmla="*/ 1181419 w 7095546"/>
                  <a:gd name="connsiteY200" fmla="*/ 344316 h 4342592"/>
                  <a:gd name="connsiteX201" fmla="*/ 1174387 w 7095546"/>
                  <a:gd name="connsiteY201" fmla="*/ 323235 h 4342592"/>
                  <a:gd name="connsiteX202" fmla="*/ 1160322 w 7095546"/>
                  <a:gd name="connsiteY202" fmla="*/ 309181 h 4342592"/>
                  <a:gd name="connsiteX203" fmla="*/ 1153290 w 7095546"/>
                  <a:gd name="connsiteY203" fmla="*/ 316208 h 4342592"/>
                  <a:gd name="connsiteX204" fmla="*/ 1132193 w 7095546"/>
                  <a:gd name="connsiteY204" fmla="*/ 259993 h 4342592"/>
                  <a:gd name="connsiteX205" fmla="*/ 1139226 w 7095546"/>
                  <a:gd name="connsiteY205" fmla="*/ 238913 h 4342592"/>
                  <a:gd name="connsiteX206" fmla="*/ 1118129 w 7095546"/>
                  <a:gd name="connsiteY206" fmla="*/ 210805 h 4342592"/>
                  <a:gd name="connsiteX207" fmla="*/ 1040774 w 7095546"/>
                  <a:gd name="connsiteY207" fmla="*/ 203779 h 4342592"/>
                  <a:gd name="connsiteX208" fmla="*/ 1012645 w 7095546"/>
                  <a:gd name="connsiteY208" fmla="*/ 217832 h 4342592"/>
                  <a:gd name="connsiteX209" fmla="*/ 977484 w 7095546"/>
                  <a:gd name="connsiteY209" fmla="*/ 203779 h 4342592"/>
                  <a:gd name="connsiteX210" fmla="*/ 977484 w 7095546"/>
                  <a:gd name="connsiteY210" fmla="*/ 189725 h 4342592"/>
                  <a:gd name="connsiteX211" fmla="*/ 956387 w 7095546"/>
                  <a:gd name="connsiteY211" fmla="*/ 189725 h 4342592"/>
                  <a:gd name="connsiteX212" fmla="*/ 942322 w 7095546"/>
                  <a:gd name="connsiteY212" fmla="*/ 210805 h 4342592"/>
                  <a:gd name="connsiteX213" fmla="*/ 928258 w 7095546"/>
                  <a:gd name="connsiteY213" fmla="*/ 210805 h 4342592"/>
                  <a:gd name="connsiteX214" fmla="*/ 942322 w 7095546"/>
                  <a:gd name="connsiteY214" fmla="*/ 182698 h 4342592"/>
                  <a:gd name="connsiteX215" fmla="*/ 928258 w 7095546"/>
                  <a:gd name="connsiteY215" fmla="*/ 154591 h 4342592"/>
                  <a:gd name="connsiteX216" fmla="*/ 900129 w 7095546"/>
                  <a:gd name="connsiteY216" fmla="*/ 182698 h 4342592"/>
                  <a:gd name="connsiteX217" fmla="*/ 864967 w 7095546"/>
                  <a:gd name="connsiteY217" fmla="*/ 182698 h 4342592"/>
                  <a:gd name="connsiteX218" fmla="*/ 850903 w 7095546"/>
                  <a:gd name="connsiteY218" fmla="*/ 154591 h 4342592"/>
                  <a:gd name="connsiteX219" fmla="*/ 815742 w 7095546"/>
                  <a:gd name="connsiteY219" fmla="*/ 154591 h 4342592"/>
                  <a:gd name="connsiteX220" fmla="*/ 822774 w 7095546"/>
                  <a:gd name="connsiteY220" fmla="*/ 126483 h 4342592"/>
                  <a:gd name="connsiteX221" fmla="*/ 801677 w 7095546"/>
                  <a:gd name="connsiteY221" fmla="*/ 105403 h 4342592"/>
                  <a:gd name="connsiteX222" fmla="*/ 815742 w 7095546"/>
                  <a:gd name="connsiteY222" fmla="*/ 84322 h 4342592"/>
                  <a:gd name="connsiteX223" fmla="*/ 808709 w 7095546"/>
                  <a:gd name="connsiteY223" fmla="*/ 56215 h 4342592"/>
                  <a:gd name="connsiteX224" fmla="*/ 822774 w 7095546"/>
                  <a:gd name="connsiteY224" fmla="*/ 49188 h 4342592"/>
                  <a:gd name="connsiteX225" fmla="*/ 801677 w 7095546"/>
                  <a:gd name="connsiteY225" fmla="*/ 35134 h 4342592"/>
                  <a:gd name="connsiteX226" fmla="*/ 794645 w 7095546"/>
                  <a:gd name="connsiteY226" fmla="*/ 14054 h 4342592"/>
                  <a:gd name="connsiteX227" fmla="*/ 773548 w 7095546"/>
                  <a:gd name="connsiteY227" fmla="*/ 14054 h 4342592"/>
                  <a:gd name="connsiteX228" fmla="*/ 759484 w 7095546"/>
                  <a:gd name="connsiteY228" fmla="*/ 0 h 4342592"/>
                  <a:gd name="connsiteX229" fmla="*/ 675097 w 7095546"/>
                  <a:gd name="connsiteY229" fmla="*/ 0 h 4342592"/>
                  <a:gd name="connsiteX230" fmla="*/ 632903 w 7095546"/>
                  <a:gd name="connsiteY230" fmla="*/ 28107 h 4342592"/>
                  <a:gd name="connsiteX231" fmla="*/ 654000 w 7095546"/>
                  <a:gd name="connsiteY231" fmla="*/ 42161 h 4342592"/>
                  <a:gd name="connsiteX232" fmla="*/ 597742 w 7095546"/>
                  <a:gd name="connsiteY232" fmla="*/ 56215 h 4342592"/>
                  <a:gd name="connsiteX233" fmla="*/ 583677 w 7095546"/>
                  <a:gd name="connsiteY233" fmla="*/ 49188 h 4342592"/>
                  <a:gd name="connsiteX234" fmla="*/ 569613 w 7095546"/>
                  <a:gd name="connsiteY234" fmla="*/ 91349 h 4342592"/>
                  <a:gd name="connsiteX235" fmla="*/ 534451 w 7095546"/>
                  <a:gd name="connsiteY235" fmla="*/ 84322 h 4342592"/>
                  <a:gd name="connsiteX236" fmla="*/ 513355 w 7095546"/>
                  <a:gd name="connsiteY236" fmla="*/ 98376 h 4342592"/>
                  <a:gd name="connsiteX237" fmla="*/ 485226 w 7095546"/>
                  <a:gd name="connsiteY237" fmla="*/ 98376 h 4342592"/>
                  <a:gd name="connsiteX238" fmla="*/ 527419 w 7095546"/>
                  <a:gd name="connsiteY238" fmla="*/ 140537 h 4342592"/>
                  <a:gd name="connsiteX239" fmla="*/ 520387 w 7095546"/>
                  <a:gd name="connsiteY239" fmla="*/ 161618 h 4342592"/>
                  <a:gd name="connsiteX240" fmla="*/ 548516 w 7095546"/>
                  <a:gd name="connsiteY240" fmla="*/ 175671 h 4342592"/>
                  <a:gd name="connsiteX241" fmla="*/ 534451 w 7095546"/>
                  <a:gd name="connsiteY241" fmla="*/ 182698 h 4342592"/>
                  <a:gd name="connsiteX242" fmla="*/ 541484 w 7095546"/>
                  <a:gd name="connsiteY242" fmla="*/ 196752 h 4342592"/>
                  <a:gd name="connsiteX243" fmla="*/ 548516 w 7095546"/>
                  <a:gd name="connsiteY243" fmla="*/ 182698 h 4342592"/>
                  <a:gd name="connsiteX244" fmla="*/ 555548 w 7095546"/>
                  <a:gd name="connsiteY244" fmla="*/ 189725 h 4342592"/>
                  <a:gd name="connsiteX245" fmla="*/ 541484 w 7095546"/>
                  <a:gd name="connsiteY245" fmla="*/ 210805 h 4342592"/>
                  <a:gd name="connsiteX246" fmla="*/ 555548 w 7095546"/>
                  <a:gd name="connsiteY246" fmla="*/ 231886 h 4342592"/>
                  <a:gd name="connsiteX247" fmla="*/ 597742 w 7095546"/>
                  <a:gd name="connsiteY247" fmla="*/ 259993 h 4342592"/>
                  <a:gd name="connsiteX248" fmla="*/ 583677 w 7095546"/>
                  <a:gd name="connsiteY248" fmla="*/ 267020 h 4342592"/>
                  <a:gd name="connsiteX249" fmla="*/ 590710 w 7095546"/>
                  <a:gd name="connsiteY249" fmla="*/ 288101 h 4342592"/>
                  <a:gd name="connsiteX250" fmla="*/ 569613 w 7095546"/>
                  <a:gd name="connsiteY250" fmla="*/ 316208 h 4342592"/>
                  <a:gd name="connsiteX251" fmla="*/ 534451 w 7095546"/>
                  <a:gd name="connsiteY251" fmla="*/ 309181 h 4342592"/>
                  <a:gd name="connsiteX252" fmla="*/ 506322 w 7095546"/>
                  <a:gd name="connsiteY252" fmla="*/ 337289 h 4342592"/>
                  <a:gd name="connsiteX253" fmla="*/ 506322 w 7095546"/>
                  <a:gd name="connsiteY253" fmla="*/ 379450 h 4342592"/>
                  <a:gd name="connsiteX254" fmla="*/ 478193 w 7095546"/>
                  <a:gd name="connsiteY254" fmla="*/ 358369 h 4342592"/>
                  <a:gd name="connsiteX255" fmla="*/ 464129 w 7095546"/>
                  <a:gd name="connsiteY255" fmla="*/ 393503 h 4342592"/>
                  <a:gd name="connsiteX256" fmla="*/ 421935 w 7095546"/>
                  <a:gd name="connsiteY256" fmla="*/ 393503 h 4342592"/>
                  <a:gd name="connsiteX257" fmla="*/ 421935 w 7095546"/>
                  <a:gd name="connsiteY257" fmla="*/ 407557 h 4342592"/>
                  <a:gd name="connsiteX258" fmla="*/ 400839 w 7095546"/>
                  <a:gd name="connsiteY258" fmla="*/ 428638 h 4342592"/>
                  <a:gd name="connsiteX259" fmla="*/ 386774 w 7095546"/>
                  <a:gd name="connsiteY259" fmla="*/ 421611 h 4342592"/>
                  <a:gd name="connsiteX260" fmla="*/ 393806 w 7095546"/>
                  <a:gd name="connsiteY260" fmla="*/ 393503 h 4342592"/>
                  <a:gd name="connsiteX261" fmla="*/ 372710 w 7095546"/>
                  <a:gd name="connsiteY261" fmla="*/ 379450 h 4342592"/>
                  <a:gd name="connsiteX262" fmla="*/ 372710 w 7095546"/>
                  <a:gd name="connsiteY262" fmla="*/ 365396 h 4342592"/>
                  <a:gd name="connsiteX263" fmla="*/ 393806 w 7095546"/>
                  <a:gd name="connsiteY263" fmla="*/ 358369 h 4342592"/>
                  <a:gd name="connsiteX264" fmla="*/ 414903 w 7095546"/>
                  <a:gd name="connsiteY264" fmla="*/ 302154 h 4342592"/>
                  <a:gd name="connsiteX265" fmla="*/ 428968 w 7095546"/>
                  <a:gd name="connsiteY265" fmla="*/ 295128 h 4342592"/>
                  <a:gd name="connsiteX266" fmla="*/ 400839 w 7095546"/>
                  <a:gd name="connsiteY266" fmla="*/ 238913 h 4342592"/>
                  <a:gd name="connsiteX267" fmla="*/ 386774 w 7095546"/>
                  <a:gd name="connsiteY267" fmla="*/ 245940 h 4342592"/>
                  <a:gd name="connsiteX268" fmla="*/ 393806 w 7095546"/>
                  <a:gd name="connsiteY268" fmla="*/ 252967 h 4342592"/>
                  <a:gd name="connsiteX269" fmla="*/ 372710 w 7095546"/>
                  <a:gd name="connsiteY269" fmla="*/ 259993 h 4342592"/>
                  <a:gd name="connsiteX270" fmla="*/ 1504903 w 7095546"/>
                  <a:gd name="connsiteY270" fmla="*/ 2431289 h 4342592"/>
                  <a:gd name="connsiteX271" fmla="*/ 1504903 w 7095546"/>
                  <a:gd name="connsiteY271" fmla="*/ 2466424 h 4342592"/>
                  <a:gd name="connsiteX272" fmla="*/ 1483806 w 7095546"/>
                  <a:gd name="connsiteY272" fmla="*/ 2487504 h 4342592"/>
                  <a:gd name="connsiteX273" fmla="*/ 1469742 w 7095546"/>
                  <a:gd name="connsiteY273" fmla="*/ 2543719 h 4342592"/>
                  <a:gd name="connsiteX274" fmla="*/ 1420516 w 7095546"/>
                  <a:gd name="connsiteY274" fmla="*/ 2536692 h 4342592"/>
                  <a:gd name="connsiteX275" fmla="*/ 1364258 w 7095546"/>
                  <a:gd name="connsiteY275" fmla="*/ 2578853 h 4342592"/>
                  <a:gd name="connsiteX276" fmla="*/ 1357225 w 7095546"/>
                  <a:gd name="connsiteY276" fmla="*/ 2557773 h 4342592"/>
                  <a:gd name="connsiteX277" fmla="*/ 1329096 w 7095546"/>
                  <a:gd name="connsiteY277" fmla="*/ 2571826 h 4342592"/>
                  <a:gd name="connsiteX278" fmla="*/ 1322064 w 7095546"/>
                  <a:gd name="connsiteY278" fmla="*/ 2557773 h 4342592"/>
                  <a:gd name="connsiteX279" fmla="*/ 1279871 w 7095546"/>
                  <a:gd name="connsiteY279" fmla="*/ 2571826 h 4342592"/>
                  <a:gd name="connsiteX280" fmla="*/ 1202516 w 7095546"/>
                  <a:gd name="connsiteY280" fmla="*/ 2515612 h 4342592"/>
                  <a:gd name="connsiteX281" fmla="*/ 1160322 w 7095546"/>
                  <a:gd name="connsiteY281" fmla="*/ 2564800 h 4342592"/>
                  <a:gd name="connsiteX282" fmla="*/ 1167355 w 7095546"/>
                  <a:gd name="connsiteY282" fmla="*/ 2571826 h 4342592"/>
                  <a:gd name="connsiteX283" fmla="*/ 1139226 w 7095546"/>
                  <a:gd name="connsiteY283" fmla="*/ 2592907 h 4342592"/>
                  <a:gd name="connsiteX284" fmla="*/ 1118129 w 7095546"/>
                  <a:gd name="connsiteY284" fmla="*/ 2564800 h 4342592"/>
                  <a:gd name="connsiteX285" fmla="*/ 1090000 w 7095546"/>
                  <a:gd name="connsiteY285" fmla="*/ 2550746 h 4342592"/>
                  <a:gd name="connsiteX286" fmla="*/ 1082967 w 7095546"/>
                  <a:gd name="connsiteY286" fmla="*/ 2529665 h 4342592"/>
                  <a:gd name="connsiteX287" fmla="*/ 1061871 w 7095546"/>
                  <a:gd name="connsiteY287" fmla="*/ 2522639 h 4342592"/>
                  <a:gd name="connsiteX288" fmla="*/ 1054838 w 7095546"/>
                  <a:gd name="connsiteY288" fmla="*/ 2557773 h 4342592"/>
                  <a:gd name="connsiteX289" fmla="*/ 977484 w 7095546"/>
                  <a:gd name="connsiteY289" fmla="*/ 2642095 h 4342592"/>
                  <a:gd name="connsiteX290" fmla="*/ 963419 w 7095546"/>
                  <a:gd name="connsiteY290" fmla="*/ 2642095 h 4342592"/>
                  <a:gd name="connsiteX291" fmla="*/ 977484 w 7095546"/>
                  <a:gd name="connsiteY291" fmla="*/ 2656149 h 4342592"/>
                  <a:gd name="connsiteX292" fmla="*/ 956387 w 7095546"/>
                  <a:gd name="connsiteY292" fmla="*/ 2663175 h 4342592"/>
                  <a:gd name="connsiteX293" fmla="*/ 963419 w 7095546"/>
                  <a:gd name="connsiteY293" fmla="*/ 2684256 h 4342592"/>
                  <a:gd name="connsiteX294" fmla="*/ 977484 w 7095546"/>
                  <a:gd name="connsiteY294" fmla="*/ 2663175 h 4342592"/>
                  <a:gd name="connsiteX295" fmla="*/ 991548 w 7095546"/>
                  <a:gd name="connsiteY295" fmla="*/ 2670202 h 4342592"/>
                  <a:gd name="connsiteX296" fmla="*/ 1012645 w 7095546"/>
                  <a:gd name="connsiteY296" fmla="*/ 2705337 h 4342592"/>
                  <a:gd name="connsiteX297" fmla="*/ 1012645 w 7095546"/>
                  <a:gd name="connsiteY297" fmla="*/ 2726417 h 4342592"/>
                  <a:gd name="connsiteX298" fmla="*/ 991548 w 7095546"/>
                  <a:gd name="connsiteY298" fmla="*/ 2740471 h 4342592"/>
                  <a:gd name="connsiteX299" fmla="*/ 991548 w 7095546"/>
                  <a:gd name="connsiteY299" fmla="*/ 2768578 h 4342592"/>
                  <a:gd name="connsiteX300" fmla="*/ 1012645 w 7095546"/>
                  <a:gd name="connsiteY300" fmla="*/ 2789659 h 4342592"/>
                  <a:gd name="connsiteX301" fmla="*/ 1005613 w 7095546"/>
                  <a:gd name="connsiteY301" fmla="*/ 2824793 h 4342592"/>
                  <a:gd name="connsiteX302" fmla="*/ 1026709 w 7095546"/>
                  <a:gd name="connsiteY302" fmla="*/ 2852900 h 4342592"/>
                  <a:gd name="connsiteX303" fmla="*/ 1104064 w 7095546"/>
                  <a:gd name="connsiteY303" fmla="*/ 2859927 h 4342592"/>
                  <a:gd name="connsiteX304" fmla="*/ 1125161 w 7095546"/>
                  <a:gd name="connsiteY304" fmla="*/ 2810739 h 4342592"/>
                  <a:gd name="connsiteX305" fmla="*/ 1181419 w 7095546"/>
                  <a:gd name="connsiteY305" fmla="*/ 2824793 h 4342592"/>
                  <a:gd name="connsiteX306" fmla="*/ 1202516 w 7095546"/>
                  <a:gd name="connsiteY306" fmla="*/ 2817766 h 4342592"/>
                  <a:gd name="connsiteX307" fmla="*/ 1216580 w 7095546"/>
                  <a:gd name="connsiteY307" fmla="*/ 2789659 h 4342592"/>
                  <a:gd name="connsiteX308" fmla="*/ 1237677 w 7095546"/>
                  <a:gd name="connsiteY308" fmla="*/ 2810739 h 4342592"/>
                  <a:gd name="connsiteX309" fmla="*/ 1237677 w 7095546"/>
                  <a:gd name="connsiteY309" fmla="*/ 2838847 h 4342592"/>
                  <a:gd name="connsiteX310" fmla="*/ 1272838 w 7095546"/>
                  <a:gd name="connsiteY310" fmla="*/ 2838847 h 4342592"/>
                  <a:gd name="connsiteX311" fmla="*/ 1265806 w 7095546"/>
                  <a:gd name="connsiteY311" fmla="*/ 2852900 h 4342592"/>
                  <a:gd name="connsiteX312" fmla="*/ 1300967 w 7095546"/>
                  <a:gd name="connsiteY312" fmla="*/ 2909115 h 4342592"/>
                  <a:gd name="connsiteX313" fmla="*/ 1258774 w 7095546"/>
                  <a:gd name="connsiteY313" fmla="*/ 2944249 h 4342592"/>
                  <a:gd name="connsiteX314" fmla="*/ 1251742 w 7095546"/>
                  <a:gd name="connsiteY314" fmla="*/ 3007491 h 4342592"/>
                  <a:gd name="connsiteX315" fmla="*/ 1230645 w 7095546"/>
                  <a:gd name="connsiteY315" fmla="*/ 3007491 h 4342592"/>
                  <a:gd name="connsiteX316" fmla="*/ 1237677 w 7095546"/>
                  <a:gd name="connsiteY316" fmla="*/ 3021545 h 4342592"/>
                  <a:gd name="connsiteX317" fmla="*/ 1216580 w 7095546"/>
                  <a:gd name="connsiteY317" fmla="*/ 3077760 h 4342592"/>
                  <a:gd name="connsiteX318" fmla="*/ 1223613 w 7095546"/>
                  <a:gd name="connsiteY318" fmla="*/ 3105867 h 4342592"/>
                  <a:gd name="connsiteX319" fmla="*/ 1202516 w 7095546"/>
                  <a:gd name="connsiteY319" fmla="*/ 3141001 h 4342592"/>
                  <a:gd name="connsiteX320" fmla="*/ 1188451 w 7095546"/>
                  <a:gd name="connsiteY320" fmla="*/ 3141001 h 4342592"/>
                  <a:gd name="connsiteX321" fmla="*/ 1181419 w 7095546"/>
                  <a:gd name="connsiteY321" fmla="*/ 3169109 h 4342592"/>
                  <a:gd name="connsiteX322" fmla="*/ 1223613 w 7095546"/>
                  <a:gd name="connsiteY322" fmla="*/ 3197216 h 4342592"/>
                  <a:gd name="connsiteX323" fmla="*/ 1223613 w 7095546"/>
                  <a:gd name="connsiteY323" fmla="*/ 3225323 h 4342592"/>
                  <a:gd name="connsiteX324" fmla="*/ 1265806 w 7095546"/>
                  <a:gd name="connsiteY324" fmla="*/ 3211270 h 4342592"/>
                  <a:gd name="connsiteX325" fmla="*/ 1258774 w 7095546"/>
                  <a:gd name="connsiteY325" fmla="*/ 3246404 h 4342592"/>
                  <a:gd name="connsiteX326" fmla="*/ 1293935 w 7095546"/>
                  <a:gd name="connsiteY326" fmla="*/ 3274511 h 4342592"/>
                  <a:gd name="connsiteX327" fmla="*/ 1293935 w 7095546"/>
                  <a:gd name="connsiteY327" fmla="*/ 3288565 h 4342592"/>
                  <a:gd name="connsiteX328" fmla="*/ 1350193 w 7095546"/>
                  <a:gd name="connsiteY328" fmla="*/ 3309645 h 4342592"/>
                  <a:gd name="connsiteX329" fmla="*/ 1350193 w 7095546"/>
                  <a:gd name="connsiteY329" fmla="*/ 3337753 h 4342592"/>
                  <a:gd name="connsiteX330" fmla="*/ 1329096 w 7095546"/>
                  <a:gd name="connsiteY330" fmla="*/ 3330726 h 4342592"/>
                  <a:gd name="connsiteX331" fmla="*/ 1322064 w 7095546"/>
                  <a:gd name="connsiteY331" fmla="*/ 3316672 h 4342592"/>
                  <a:gd name="connsiteX332" fmla="*/ 1322064 w 7095546"/>
                  <a:gd name="connsiteY332" fmla="*/ 3337753 h 4342592"/>
                  <a:gd name="connsiteX333" fmla="*/ 1300967 w 7095546"/>
                  <a:gd name="connsiteY333" fmla="*/ 3365860 h 4342592"/>
                  <a:gd name="connsiteX334" fmla="*/ 1279871 w 7095546"/>
                  <a:gd name="connsiteY334" fmla="*/ 3372887 h 4342592"/>
                  <a:gd name="connsiteX335" fmla="*/ 1300967 w 7095546"/>
                  <a:gd name="connsiteY335" fmla="*/ 3379914 h 4342592"/>
                  <a:gd name="connsiteX336" fmla="*/ 1315032 w 7095546"/>
                  <a:gd name="connsiteY336" fmla="*/ 3400995 h 4342592"/>
                  <a:gd name="connsiteX337" fmla="*/ 1300967 w 7095546"/>
                  <a:gd name="connsiteY337" fmla="*/ 3400995 h 4342592"/>
                  <a:gd name="connsiteX338" fmla="*/ 1258774 w 7095546"/>
                  <a:gd name="connsiteY338" fmla="*/ 3457209 h 4342592"/>
                  <a:gd name="connsiteX339" fmla="*/ 1251742 w 7095546"/>
                  <a:gd name="connsiteY339" fmla="*/ 3492344 h 4342592"/>
                  <a:gd name="connsiteX340" fmla="*/ 1251742 w 7095546"/>
                  <a:gd name="connsiteY340" fmla="*/ 3492344 h 4342592"/>
                  <a:gd name="connsiteX341" fmla="*/ 1244709 w 7095546"/>
                  <a:gd name="connsiteY341" fmla="*/ 3520451 h 4342592"/>
                  <a:gd name="connsiteX342" fmla="*/ 1230645 w 7095546"/>
                  <a:gd name="connsiteY342" fmla="*/ 3520451 h 4342592"/>
                  <a:gd name="connsiteX343" fmla="*/ 1244709 w 7095546"/>
                  <a:gd name="connsiteY343" fmla="*/ 3527478 h 4342592"/>
                  <a:gd name="connsiteX344" fmla="*/ 1251742 w 7095546"/>
                  <a:gd name="connsiteY344" fmla="*/ 3562612 h 4342592"/>
                  <a:gd name="connsiteX345" fmla="*/ 1272838 w 7095546"/>
                  <a:gd name="connsiteY345" fmla="*/ 3604773 h 4342592"/>
                  <a:gd name="connsiteX346" fmla="*/ 1279871 w 7095546"/>
                  <a:gd name="connsiteY346" fmla="*/ 3597746 h 4342592"/>
                  <a:gd name="connsiteX347" fmla="*/ 1286903 w 7095546"/>
                  <a:gd name="connsiteY347" fmla="*/ 3611800 h 4342592"/>
                  <a:gd name="connsiteX348" fmla="*/ 1279871 w 7095546"/>
                  <a:gd name="connsiteY348" fmla="*/ 3618827 h 4342592"/>
                  <a:gd name="connsiteX349" fmla="*/ 1308000 w 7095546"/>
                  <a:gd name="connsiteY349" fmla="*/ 3632880 h 4342592"/>
                  <a:gd name="connsiteX350" fmla="*/ 1308000 w 7095546"/>
                  <a:gd name="connsiteY350" fmla="*/ 3597746 h 4342592"/>
                  <a:gd name="connsiteX351" fmla="*/ 1322064 w 7095546"/>
                  <a:gd name="connsiteY351" fmla="*/ 3597746 h 4342592"/>
                  <a:gd name="connsiteX352" fmla="*/ 1322064 w 7095546"/>
                  <a:gd name="connsiteY352" fmla="*/ 3583693 h 4342592"/>
                  <a:gd name="connsiteX353" fmla="*/ 1385354 w 7095546"/>
                  <a:gd name="connsiteY353" fmla="*/ 3604773 h 4342592"/>
                  <a:gd name="connsiteX354" fmla="*/ 1420516 w 7095546"/>
                  <a:gd name="connsiteY354" fmla="*/ 3590719 h 4342592"/>
                  <a:gd name="connsiteX355" fmla="*/ 1441613 w 7095546"/>
                  <a:gd name="connsiteY355" fmla="*/ 3604773 h 4342592"/>
                  <a:gd name="connsiteX356" fmla="*/ 1441613 w 7095546"/>
                  <a:gd name="connsiteY356" fmla="*/ 3618827 h 4342592"/>
                  <a:gd name="connsiteX357" fmla="*/ 1469742 w 7095546"/>
                  <a:gd name="connsiteY357" fmla="*/ 3632880 h 4342592"/>
                  <a:gd name="connsiteX358" fmla="*/ 1455677 w 7095546"/>
                  <a:gd name="connsiteY358" fmla="*/ 3639907 h 4342592"/>
                  <a:gd name="connsiteX359" fmla="*/ 1483806 w 7095546"/>
                  <a:gd name="connsiteY359" fmla="*/ 3682068 h 4342592"/>
                  <a:gd name="connsiteX360" fmla="*/ 1462709 w 7095546"/>
                  <a:gd name="connsiteY360" fmla="*/ 3689095 h 4342592"/>
                  <a:gd name="connsiteX361" fmla="*/ 1462709 w 7095546"/>
                  <a:gd name="connsiteY361" fmla="*/ 3703149 h 4342592"/>
                  <a:gd name="connsiteX362" fmla="*/ 1483806 w 7095546"/>
                  <a:gd name="connsiteY362" fmla="*/ 3724230 h 4342592"/>
                  <a:gd name="connsiteX363" fmla="*/ 1497871 w 7095546"/>
                  <a:gd name="connsiteY363" fmla="*/ 3724230 h 4342592"/>
                  <a:gd name="connsiteX364" fmla="*/ 1490838 w 7095546"/>
                  <a:gd name="connsiteY364" fmla="*/ 3717203 h 4342592"/>
                  <a:gd name="connsiteX365" fmla="*/ 1504903 w 7095546"/>
                  <a:gd name="connsiteY365" fmla="*/ 3703149 h 4342592"/>
                  <a:gd name="connsiteX366" fmla="*/ 1540064 w 7095546"/>
                  <a:gd name="connsiteY366" fmla="*/ 3738283 h 4342592"/>
                  <a:gd name="connsiteX367" fmla="*/ 1568193 w 7095546"/>
                  <a:gd name="connsiteY367" fmla="*/ 3738283 h 4342592"/>
                  <a:gd name="connsiteX368" fmla="*/ 1568193 w 7095546"/>
                  <a:gd name="connsiteY368" fmla="*/ 3710176 h 4342592"/>
                  <a:gd name="connsiteX369" fmla="*/ 1596322 w 7095546"/>
                  <a:gd name="connsiteY369" fmla="*/ 3696122 h 4342592"/>
                  <a:gd name="connsiteX370" fmla="*/ 1610387 w 7095546"/>
                  <a:gd name="connsiteY370" fmla="*/ 3738283 h 4342592"/>
                  <a:gd name="connsiteX371" fmla="*/ 1631483 w 7095546"/>
                  <a:gd name="connsiteY371" fmla="*/ 3724230 h 4342592"/>
                  <a:gd name="connsiteX372" fmla="*/ 1673677 w 7095546"/>
                  <a:gd name="connsiteY372" fmla="*/ 3738283 h 4342592"/>
                  <a:gd name="connsiteX373" fmla="*/ 1680709 w 7095546"/>
                  <a:gd name="connsiteY373" fmla="*/ 3724230 h 4342592"/>
                  <a:gd name="connsiteX374" fmla="*/ 1694774 w 7095546"/>
                  <a:gd name="connsiteY374" fmla="*/ 3724230 h 4342592"/>
                  <a:gd name="connsiteX375" fmla="*/ 1701806 w 7095546"/>
                  <a:gd name="connsiteY375" fmla="*/ 3703149 h 4342592"/>
                  <a:gd name="connsiteX376" fmla="*/ 1729935 w 7095546"/>
                  <a:gd name="connsiteY376" fmla="*/ 3703149 h 4342592"/>
                  <a:gd name="connsiteX377" fmla="*/ 1786193 w 7095546"/>
                  <a:gd name="connsiteY377" fmla="*/ 3794498 h 4342592"/>
                  <a:gd name="connsiteX378" fmla="*/ 1786193 w 7095546"/>
                  <a:gd name="connsiteY378" fmla="*/ 3808552 h 4342592"/>
                  <a:gd name="connsiteX379" fmla="*/ 1765096 w 7095546"/>
                  <a:gd name="connsiteY379" fmla="*/ 3815579 h 4342592"/>
                  <a:gd name="connsiteX380" fmla="*/ 1772129 w 7095546"/>
                  <a:gd name="connsiteY380" fmla="*/ 3899901 h 4342592"/>
                  <a:gd name="connsiteX381" fmla="*/ 1722903 w 7095546"/>
                  <a:gd name="connsiteY381" fmla="*/ 3942062 h 4342592"/>
                  <a:gd name="connsiteX382" fmla="*/ 1722903 w 7095546"/>
                  <a:gd name="connsiteY382" fmla="*/ 3928008 h 4342592"/>
                  <a:gd name="connsiteX383" fmla="*/ 1666645 w 7095546"/>
                  <a:gd name="connsiteY383" fmla="*/ 3913954 h 4342592"/>
                  <a:gd name="connsiteX384" fmla="*/ 1666645 w 7095546"/>
                  <a:gd name="connsiteY384" fmla="*/ 3935035 h 4342592"/>
                  <a:gd name="connsiteX385" fmla="*/ 1617419 w 7095546"/>
                  <a:gd name="connsiteY385" fmla="*/ 3956115 h 4342592"/>
                  <a:gd name="connsiteX386" fmla="*/ 1631483 w 7095546"/>
                  <a:gd name="connsiteY386" fmla="*/ 3984223 h 4342592"/>
                  <a:gd name="connsiteX387" fmla="*/ 1610387 w 7095546"/>
                  <a:gd name="connsiteY387" fmla="*/ 3977196 h 4342592"/>
                  <a:gd name="connsiteX388" fmla="*/ 1582258 w 7095546"/>
                  <a:gd name="connsiteY388" fmla="*/ 3998277 h 4342592"/>
                  <a:gd name="connsiteX389" fmla="*/ 1575225 w 7095546"/>
                  <a:gd name="connsiteY389" fmla="*/ 4033411 h 4342592"/>
                  <a:gd name="connsiteX390" fmla="*/ 2841031 w 7095546"/>
                  <a:gd name="connsiteY390" fmla="*/ 3028572 h 4342592"/>
                  <a:gd name="connsiteX391" fmla="*/ 2812902 w 7095546"/>
                  <a:gd name="connsiteY391" fmla="*/ 3056679 h 4342592"/>
                  <a:gd name="connsiteX392" fmla="*/ 2819935 w 7095546"/>
                  <a:gd name="connsiteY392" fmla="*/ 3063706 h 4342592"/>
                  <a:gd name="connsiteX393" fmla="*/ 2791806 w 7095546"/>
                  <a:gd name="connsiteY393" fmla="*/ 3112894 h 4342592"/>
                  <a:gd name="connsiteX394" fmla="*/ 2791806 w 7095546"/>
                  <a:gd name="connsiteY394" fmla="*/ 3141001 h 4342592"/>
                  <a:gd name="connsiteX395" fmla="*/ 2763677 w 7095546"/>
                  <a:gd name="connsiteY395" fmla="*/ 3141001 h 4342592"/>
                  <a:gd name="connsiteX396" fmla="*/ 2742580 w 7095546"/>
                  <a:gd name="connsiteY396" fmla="*/ 3112894 h 4342592"/>
                  <a:gd name="connsiteX397" fmla="*/ 2735548 w 7095546"/>
                  <a:gd name="connsiteY397" fmla="*/ 3133974 h 4342592"/>
                  <a:gd name="connsiteX398" fmla="*/ 2728515 w 7095546"/>
                  <a:gd name="connsiteY398" fmla="*/ 3112894 h 4342592"/>
                  <a:gd name="connsiteX399" fmla="*/ 2700386 w 7095546"/>
                  <a:gd name="connsiteY399" fmla="*/ 3112894 h 4342592"/>
                  <a:gd name="connsiteX400" fmla="*/ 2651161 w 7095546"/>
                  <a:gd name="connsiteY400" fmla="*/ 3141001 h 4342592"/>
                  <a:gd name="connsiteX401" fmla="*/ 2651161 w 7095546"/>
                  <a:gd name="connsiteY401" fmla="*/ 3155055 h 4342592"/>
                  <a:gd name="connsiteX402" fmla="*/ 2679290 w 7095546"/>
                  <a:gd name="connsiteY402" fmla="*/ 3148028 h 4342592"/>
                  <a:gd name="connsiteX403" fmla="*/ 2686322 w 7095546"/>
                  <a:gd name="connsiteY403" fmla="*/ 3133974 h 4342592"/>
                  <a:gd name="connsiteX404" fmla="*/ 2707419 w 7095546"/>
                  <a:gd name="connsiteY404" fmla="*/ 3141001 h 4342592"/>
                  <a:gd name="connsiteX405" fmla="*/ 2693354 w 7095546"/>
                  <a:gd name="connsiteY405" fmla="*/ 3176135 h 4342592"/>
                  <a:gd name="connsiteX406" fmla="*/ 2714451 w 7095546"/>
                  <a:gd name="connsiteY406" fmla="*/ 3204243 h 4342592"/>
                  <a:gd name="connsiteX407" fmla="*/ 2693354 w 7095546"/>
                  <a:gd name="connsiteY407" fmla="*/ 3218296 h 4342592"/>
                  <a:gd name="connsiteX408" fmla="*/ 2665225 w 7095546"/>
                  <a:gd name="connsiteY408" fmla="*/ 3197216 h 4342592"/>
                  <a:gd name="connsiteX409" fmla="*/ 2623032 w 7095546"/>
                  <a:gd name="connsiteY409" fmla="*/ 3211270 h 4342592"/>
                  <a:gd name="connsiteX410" fmla="*/ 2608967 w 7095546"/>
                  <a:gd name="connsiteY410" fmla="*/ 3169109 h 4342592"/>
                  <a:gd name="connsiteX411" fmla="*/ 2580838 w 7095546"/>
                  <a:gd name="connsiteY411" fmla="*/ 3176135 h 4342592"/>
                  <a:gd name="connsiteX412" fmla="*/ 2580838 w 7095546"/>
                  <a:gd name="connsiteY412" fmla="*/ 3204243 h 4342592"/>
                  <a:gd name="connsiteX413" fmla="*/ 2552709 w 7095546"/>
                  <a:gd name="connsiteY413" fmla="*/ 3232350 h 4342592"/>
                  <a:gd name="connsiteX414" fmla="*/ 2566773 w 7095546"/>
                  <a:gd name="connsiteY414" fmla="*/ 3260458 h 4342592"/>
                  <a:gd name="connsiteX415" fmla="*/ 2559741 w 7095546"/>
                  <a:gd name="connsiteY415" fmla="*/ 3288565 h 4342592"/>
                  <a:gd name="connsiteX416" fmla="*/ 2545677 w 7095546"/>
                  <a:gd name="connsiteY416" fmla="*/ 3253431 h 4342592"/>
                  <a:gd name="connsiteX417" fmla="*/ 2461290 w 7095546"/>
                  <a:gd name="connsiteY417" fmla="*/ 3211270 h 4342592"/>
                  <a:gd name="connsiteX418" fmla="*/ 2440193 w 7095546"/>
                  <a:gd name="connsiteY418" fmla="*/ 3232350 h 4342592"/>
                  <a:gd name="connsiteX419" fmla="*/ 2447225 w 7095546"/>
                  <a:gd name="connsiteY419" fmla="*/ 3239377 h 4342592"/>
                  <a:gd name="connsiteX420" fmla="*/ 2412064 w 7095546"/>
                  <a:gd name="connsiteY420" fmla="*/ 3239377 h 4342592"/>
                  <a:gd name="connsiteX421" fmla="*/ 2426128 w 7095546"/>
                  <a:gd name="connsiteY421" fmla="*/ 3246404 h 4342592"/>
                  <a:gd name="connsiteX422" fmla="*/ 2426128 w 7095546"/>
                  <a:gd name="connsiteY422" fmla="*/ 3260458 h 4342592"/>
                  <a:gd name="connsiteX423" fmla="*/ 2412064 w 7095546"/>
                  <a:gd name="connsiteY423" fmla="*/ 3260458 h 4342592"/>
                  <a:gd name="connsiteX424" fmla="*/ 2405032 w 7095546"/>
                  <a:gd name="connsiteY424" fmla="*/ 3274511 h 4342592"/>
                  <a:gd name="connsiteX425" fmla="*/ 2405032 w 7095546"/>
                  <a:gd name="connsiteY425" fmla="*/ 3323699 h 4342592"/>
                  <a:gd name="connsiteX426" fmla="*/ 2362838 w 7095546"/>
                  <a:gd name="connsiteY426" fmla="*/ 3323699 h 4342592"/>
                  <a:gd name="connsiteX427" fmla="*/ 2341741 w 7095546"/>
                  <a:gd name="connsiteY427" fmla="*/ 3344780 h 4342592"/>
                  <a:gd name="connsiteX428" fmla="*/ 2334709 w 7095546"/>
                  <a:gd name="connsiteY428" fmla="*/ 3337753 h 4342592"/>
                  <a:gd name="connsiteX429" fmla="*/ 2299548 w 7095546"/>
                  <a:gd name="connsiteY429" fmla="*/ 3358833 h 4342592"/>
                  <a:gd name="connsiteX430" fmla="*/ 2299548 w 7095546"/>
                  <a:gd name="connsiteY430" fmla="*/ 3337753 h 4342592"/>
                  <a:gd name="connsiteX431" fmla="*/ 2285483 w 7095546"/>
                  <a:gd name="connsiteY431" fmla="*/ 3330726 h 4342592"/>
                  <a:gd name="connsiteX432" fmla="*/ 2278451 w 7095546"/>
                  <a:gd name="connsiteY432" fmla="*/ 3309645 h 4342592"/>
                  <a:gd name="connsiteX433" fmla="*/ 2271419 w 7095546"/>
                  <a:gd name="connsiteY433" fmla="*/ 3323699 h 4342592"/>
                  <a:gd name="connsiteX434" fmla="*/ 2257354 w 7095546"/>
                  <a:gd name="connsiteY434" fmla="*/ 3309645 h 4342592"/>
                  <a:gd name="connsiteX435" fmla="*/ 2257354 w 7095546"/>
                  <a:gd name="connsiteY435" fmla="*/ 3288565 h 4342592"/>
                  <a:gd name="connsiteX436" fmla="*/ 2208128 w 7095546"/>
                  <a:gd name="connsiteY436" fmla="*/ 3323699 h 4342592"/>
                  <a:gd name="connsiteX437" fmla="*/ 2194064 w 7095546"/>
                  <a:gd name="connsiteY437" fmla="*/ 3316672 h 4342592"/>
                  <a:gd name="connsiteX438" fmla="*/ 2201096 w 7095546"/>
                  <a:gd name="connsiteY438" fmla="*/ 3295592 h 4342592"/>
                  <a:gd name="connsiteX439" fmla="*/ 2179999 w 7095546"/>
                  <a:gd name="connsiteY439" fmla="*/ 3288565 h 4342592"/>
                  <a:gd name="connsiteX440" fmla="*/ 2179999 w 7095546"/>
                  <a:gd name="connsiteY440" fmla="*/ 3260458 h 4342592"/>
                  <a:gd name="connsiteX441" fmla="*/ 2144838 w 7095546"/>
                  <a:gd name="connsiteY441" fmla="*/ 3253431 h 4342592"/>
                  <a:gd name="connsiteX442" fmla="*/ 2151870 w 7095546"/>
                  <a:gd name="connsiteY442" fmla="*/ 3225323 h 4342592"/>
                  <a:gd name="connsiteX443" fmla="*/ 2116709 w 7095546"/>
                  <a:gd name="connsiteY443" fmla="*/ 3197216 h 4342592"/>
                  <a:gd name="connsiteX444" fmla="*/ 2116709 w 7095546"/>
                  <a:gd name="connsiteY444" fmla="*/ 3183162 h 4342592"/>
                  <a:gd name="connsiteX445" fmla="*/ 2102645 w 7095546"/>
                  <a:gd name="connsiteY445" fmla="*/ 3183162 h 4342592"/>
                  <a:gd name="connsiteX446" fmla="*/ 2095612 w 7095546"/>
                  <a:gd name="connsiteY446" fmla="*/ 3197216 h 4342592"/>
                  <a:gd name="connsiteX447" fmla="*/ 2067483 w 7095546"/>
                  <a:gd name="connsiteY447" fmla="*/ 3197216 h 4342592"/>
                  <a:gd name="connsiteX448" fmla="*/ 2067483 w 7095546"/>
                  <a:gd name="connsiteY448" fmla="*/ 3211270 h 4342592"/>
                  <a:gd name="connsiteX449" fmla="*/ 2046387 w 7095546"/>
                  <a:gd name="connsiteY449" fmla="*/ 3218296 h 4342592"/>
                  <a:gd name="connsiteX450" fmla="*/ 2046387 w 7095546"/>
                  <a:gd name="connsiteY450" fmla="*/ 3239377 h 4342592"/>
                  <a:gd name="connsiteX451" fmla="*/ 2032322 w 7095546"/>
                  <a:gd name="connsiteY451" fmla="*/ 3239377 h 4342592"/>
                  <a:gd name="connsiteX452" fmla="*/ 2046387 w 7095546"/>
                  <a:gd name="connsiteY452" fmla="*/ 3302619 h 4342592"/>
                  <a:gd name="connsiteX453" fmla="*/ 2011225 w 7095546"/>
                  <a:gd name="connsiteY453" fmla="*/ 3316672 h 4342592"/>
                  <a:gd name="connsiteX454" fmla="*/ 2011225 w 7095546"/>
                  <a:gd name="connsiteY454" fmla="*/ 3330726 h 4342592"/>
                  <a:gd name="connsiteX455" fmla="*/ 1947935 w 7095546"/>
                  <a:gd name="connsiteY455" fmla="*/ 3330726 h 4342592"/>
                  <a:gd name="connsiteX456" fmla="*/ 1912774 w 7095546"/>
                  <a:gd name="connsiteY456" fmla="*/ 3365860 h 4342592"/>
                  <a:gd name="connsiteX457" fmla="*/ 1856516 w 7095546"/>
                  <a:gd name="connsiteY457" fmla="*/ 3393968 h 4342592"/>
                  <a:gd name="connsiteX458" fmla="*/ 1821354 w 7095546"/>
                  <a:gd name="connsiteY458" fmla="*/ 3408021 h 4342592"/>
                  <a:gd name="connsiteX459" fmla="*/ 1793225 w 7095546"/>
                  <a:gd name="connsiteY459" fmla="*/ 3400995 h 4342592"/>
                  <a:gd name="connsiteX460" fmla="*/ 1786193 w 7095546"/>
                  <a:gd name="connsiteY460" fmla="*/ 3415048 h 4342592"/>
                  <a:gd name="connsiteX461" fmla="*/ 1779161 w 7095546"/>
                  <a:gd name="connsiteY461" fmla="*/ 3408021 h 4342592"/>
                  <a:gd name="connsiteX462" fmla="*/ 1779161 w 7095546"/>
                  <a:gd name="connsiteY462" fmla="*/ 3478290 h 4342592"/>
                  <a:gd name="connsiteX463" fmla="*/ 1758064 w 7095546"/>
                  <a:gd name="connsiteY463" fmla="*/ 3499370 h 4342592"/>
                  <a:gd name="connsiteX464" fmla="*/ 1744000 w 7095546"/>
                  <a:gd name="connsiteY464" fmla="*/ 3499370 h 4342592"/>
                  <a:gd name="connsiteX465" fmla="*/ 1729935 w 7095546"/>
                  <a:gd name="connsiteY465" fmla="*/ 3527478 h 4342592"/>
                  <a:gd name="connsiteX466" fmla="*/ 1701806 w 7095546"/>
                  <a:gd name="connsiteY466" fmla="*/ 3492344 h 4342592"/>
                  <a:gd name="connsiteX467" fmla="*/ 1666645 w 7095546"/>
                  <a:gd name="connsiteY467" fmla="*/ 3499370 h 4342592"/>
                  <a:gd name="connsiteX468" fmla="*/ 1624451 w 7095546"/>
                  <a:gd name="connsiteY468" fmla="*/ 3471263 h 4342592"/>
                  <a:gd name="connsiteX469" fmla="*/ 1610387 w 7095546"/>
                  <a:gd name="connsiteY469" fmla="*/ 3478290 h 4342592"/>
                  <a:gd name="connsiteX470" fmla="*/ 1596322 w 7095546"/>
                  <a:gd name="connsiteY470" fmla="*/ 3464236 h 4342592"/>
                  <a:gd name="connsiteX471" fmla="*/ 1561161 w 7095546"/>
                  <a:gd name="connsiteY471" fmla="*/ 3464236 h 4342592"/>
                  <a:gd name="connsiteX472" fmla="*/ 1540064 w 7095546"/>
                  <a:gd name="connsiteY472" fmla="*/ 3422075 h 4342592"/>
                  <a:gd name="connsiteX473" fmla="*/ 1490838 w 7095546"/>
                  <a:gd name="connsiteY473" fmla="*/ 3422075 h 4342592"/>
                  <a:gd name="connsiteX474" fmla="*/ 1490838 w 7095546"/>
                  <a:gd name="connsiteY474" fmla="*/ 3408021 h 4342592"/>
                  <a:gd name="connsiteX475" fmla="*/ 1469742 w 7095546"/>
                  <a:gd name="connsiteY475" fmla="*/ 3400995 h 4342592"/>
                  <a:gd name="connsiteX476" fmla="*/ 1413483 w 7095546"/>
                  <a:gd name="connsiteY476" fmla="*/ 3443156 h 4342592"/>
                  <a:gd name="connsiteX477" fmla="*/ 1413483 w 7095546"/>
                  <a:gd name="connsiteY477" fmla="*/ 3471263 h 4342592"/>
                  <a:gd name="connsiteX478" fmla="*/ 1364258 w 7095546"/>
                  <a:gd name="connsiteY478" fmla="*/ 3485317 h 4342592"/>
                  <a:gd name="connsiteX479" fmla="*/ 1322064 w 7095546"/>
                  <a:gd name="connsiteY479" fmla="*/ 3527478 h 4342592"/>
                  <a:gd name="connsiteX480" fmla="*/ 1251742 w 7095546"/>
                  <a:gd name="connsiteY480" fmla="*/ 3492344 h 4342592"/>
                  <a:gd name="connsiteX481" fmla="*/ 1842451 w 7095546"/>
                  <a:gd name="connsiteY481" fmla="*/ 2136162 h 4342592"/>
                  <a:gd name="connsiteX482" fmla="*/ 1842451 w 7095546"/>
                  <a:gd name="connsiteY482" fmla="*/ 2150216 h 4342592"/>
                  <a:gd name="connsiteX483" fmla="*/ 1828387 w 7095546"/>
                  <a:gd name="connsiteY483" fmla="*/ 2150216 h 4342592"/>
                  <a:gd name="connsiteX484" fmla="*/ 1751032 w 7095546"/>
                  <a:gd name="connsiteY484" fmla="*/ 2072920 h 4342592"/>
                  <a:gd name="connsiteX485" fmla="*/ 1736967 w 7095546"/>
                  <a:gd name="connsiteY485" fmla="*/ 2072920 h 4342592"/>
                  <a:gd name="connsiteX486" fmla="*/ 1729935 w 7095546"/>
                  <a:gd name="connsiteY486" fmla="*/ 2051840 h 4342592"/>
                  <a:gd name="connsiteX487" fmla="*/ 1715870 w 7095546"/>
                  <a:gd name="connsiteY487" fmla="*/ 2051840 h 4342592"/>
                  <a:gd name="connsiteX488" fmla="*/ 1701806 w 7095546"/>
                  <a:gd name="connsiteY488" fmla="*/ 2079947 h 4342592"/>
                  <a:gd name="connsiteX489" fmla="*/ 1687741 w 7095546"/>
                  <a:gd name="connsiteY489" fmla="*/ 2079947 h 4342592"/>
                  <a:gd name="connsiteX490" fmla="*/ 1680709 w 7095546"/>
                  <a:gd name="connsiteY490" fmla="*/ 2108054 h 4342592"/>
                  <a:gd name="connsiteX491" fmla="*/ 1638516 w 7095546"/>
                  <a:gd name="connsiteY491" fmla="*/ 2101028 h 4342592"/>
                  <a:gd name="connsiteX492" fmla="*/ 1596322 w 7095546"/>
                  <a:gd name="connsiteY492" fmla="*/ 2150216 h 4342592"/>
                  <a:gd name="connsiteX493" fmla="*/ 1624451 w 7095546"/>
                  <a:gd name="connsiteY493" fmla="*/ 2220484 h 4342592"/>
                  <a:gd name="connsiteX494" fmla="*/ 1638516 w 7095546"/>
                  <a:gd name="connsiteY494" fmla="*/ 2227511 h 4342592"/>
                  <a:gd name="connsiteX495" fmla="*/ 1638516 w 7095546"/>
                  <a:gd name="connsiteY495" fmla="*/ 2213457 h 4342592"/>
                  <a:gd name="connsiteX496" fmla="*/ 1659612 w 7095546"/>
                  <a:gd name="connsiteY496" fmla="*/ 2199404 h 4342592"/>
                  <a:gd name="connsiteX497" fmla="*/ 1659612 w 7095546"/>
                  <a:gd name="connsiteY497" fmla="*/ 2213457 h 4342592"/>
                  <a:gd name="connsiteX498" fmla="*/ 1687741 w 7095546"/>
                  <a:gd name="connsiteY498" fmla="*/ 2241565 h 4342592"/>
                  <a:gd name="connsiteX499" fmla="*/ 1687741 w 7095546"/>
                  <a:gd name="connsiteY499" fmla="*/ 2276699 h 4342592"/>
                  <a:gd name="connsiteX500" fmla="*/ 1708838 w 7095546"/>
                  <a:gd name="connsiteY500" fmla="*/ 2269672 h 4342592"/>
                  <a:gd name="connsiteX501" fmla="*/ 1736967 w 7095546"/>
                  <a:gd name="connsiteY501" fmla="*/ 2283726 h 4342592"/>
                  <a:gd name="connsiteX502" fmla="*/ 1729935 w 7095546"/>
                  <a:gd name="connsiteY502" fmla="*/ 2276699 h 4342592"/>
                  <a:gd name="connsiteX503" fmla="*/ 1765096 w 7095546"/>
                  <a:gd name="connsiteY503" fmla="*/ 2262645 h 4342592"/>
                  <a:gd name="connsiteX504" fmla="*/ 1807290 w 7095546"/>
                  <a:gd name="connsiteY504" fmla="*/ 2290753 h 4342592"/>
                  <a:gd name="connsiteX505" fmla="*/ 1800258 w 7095546"/>
                  <a:gd name="connsiteY505" fmla="*/ 2318860 h 4342592"/>
                  <a:gd name="connsiteX506" fmla="*/ 1828387 w 7095546"/>
                  <a:gd name="connsiteY506" fmla="*/ 2332914 h 4342592"/>
                  <a:gd name="connsiteX507" fmla="*/ 1821354 w 7095546"/>
                  <a:gd name="connsiteY507" fmla="*/ 2361021 h 4342592"/>
                  <a:gd name="connsiteX508" fmla="*/ 1835419 w 7095546"/>
                  <a:gd name="connsiteY508" fmla="*/ 2368048 h 4342592"/>
                  <a:gd name="connsiteX509" fmla="*/ 1835419 w 7095546"/>
                  <a:gd name="connsiteY509" fmla="*/ 2389128 h 4342592"/>
                  <a:gd name="connsiteX510" fmla="*/ 1800258 w 7095546"/>
                  <a:gd name="connsiteY510" fmla="*/ 2410209 h 4342592"/>
                  <a:gd name="connsiteX511" fmla="*/ 1744000 w 7095546"/>
                  <a:gd name="connsiteY511" fmla="*/ 2403182 h 4342592"/>
                  <a:gd name="connsiteX512" fmla="*/ 1729935 w 7095546"/>
                  <a:gd name="connsiteY512" fmla="*/ 2417236 h 4342592"/>
                  <a:gd name="connsiteX513" fmla="*/ 1680709 w 7095546"/>
                  <a:gd name="connsiteY513" fmla="*/ 2417236 h 4342592"/>
                  <a:gd name="connsiteX514" fmla="*/ 1673677 w 7095546"/>
                  <a:gd name="connsiteY514" fmla="*/ 2431289 h 4342592"/>
                  <a:gd name="connsiteX515" fmla="*/ 1652580 w 7095546"/>
                  <a:gd name="connsiteY515" fmla="*/ 2424263 h 4342592"/>
                  <a:gd name="connsiteX516" fmla="*/ 1610387 w 7095546"/>
                  <a:gd name="connsiteY516" fmla="*/ 2445343 h 4342592"/>
                  <a:gd name="connsiteX517" fmla="*/ 1575225 w 7095546"/>
                  <a:gd name="connsiteY517" fmla="*/ 2410209 h 4342592"/>
                  <a:gd name="connsiteX518" fmla="*/ 1554129 w 7095546"/>
                  <a:gd name="connsiteY518" fmla="*/ 2403182 h 4342592"/>
                  <a:gd name="connsiteX519" fmla="*/ 1504903 w 7095546"/>
                  <a:gd name="connsiteY519" fmla="*/ 2431289 h 4342592"/>
                  <a:gd name="connsiteX520" fmla="*/ 1905741 w 7095546"/>
                  <a:gd name="connsiteY520" fmla="*/ 0 h 4342592"/>
                  <a:gd name="connsiteX521" fmla="*/ 1912774 w 7095546"/>
                  <a:gd name="connsiteY521" fmla="*/ 28107 h 4342592"/>
                  <a:gd name="connsiteX522" fmla="*/ 1891677 w 7095546"/>
                  <a:gd name="connsiteY522" fmla="*/ 42161 h 4342592"/>
                  <a:gd name="connsiteX523" fmla="*/ 1856516 w 7095546"/>
                  <a:gd name="connsiteY523" fmla="*/ 119456 h 4342592"/>
                  <a:gd name="connsiteX524" fmla="*/ 1856516 w 7095546"/>
                  <a:gd name="connsiteY524" fmla="*/ 133510 h 4342592"/>
                  <a:gd name="connsiteX525" fmla="*/ 1884645 w 7095546"/>
                  <a:gd name="connsiteY525" fmla="*/ 140537 h 4342592"/>
                  <a:gd name="connsiteX526" fmla="*/ 1870580 w 7095546"/>
                  <a:gd name="connsiteY526" fmla="*/ 168644 h 4342592"/>
                  <a:gd name="connsiteX527" fmla="*/ 1877612 w 7095546"/>
                  <a:gd name="connsiteY527" fmla="*/ 189725 h 4342592"/>
                  <a:gd name="connsiteX528" fmla="*/ 1912774 w 7095546"/>
                  <a:gd name="connsiteY528" fmla="*/ 224859 h 4342592"/>
                  <a:gd name="connsiteX529" fmla="*/ 1905741 w 7095546"/>
                  <a:gd name="connsiteY529" fmla="*/ 267020 h 4342592"/>
                  <a:gd name="connsiteX530" fmla="*/ 1877612 w 7095546"/>
                  <a:gd name="connsiteY530" fmla="*/ 267020 h 4342592"/>
                  <a:gd name="connsiteX531" fmla="*/ 1870580 w 7095546"/>
                  <a:gd name="connsiteY531" fmla="*/ 231886 h 4342592"/>
                  <a:gd name="connsiteX532" fmla="*/ 1821354 w 7095546"/>
                  <a:gd name="connsiteY532" fmla="*/ 231886 h 4342592"/>
                  <a:gd name="connsiteX533" fmla="*/ 1786193 w 7095546"/>
                  <a:gd name="connsiteY533" fmla="*/ 259993 h 4342592"/>
                  <a:gd name="connsiteX534" fmla="*/ 1751032 w 7095546"/>
                  <a:gd name="connsiteY534" fmla="*/ 231886 h 4342592"/>
                  <a:gd name="connsiteX535" fmla="*/ 1715870 w 7095546"/>
                  <a:gd name="connsiteY535" fmla="*/ 231886 h 4342592"/>
                  <a:gd name="connsiteX536" fmla="*/ 1673677 w 7095546"/>
                  <a:gd name="connsiteY536" fmla="*/ 281074 h 4342592"/>
                  <a:gd name="connsiteX537" fmla="*/ 1673677 w 7095546"/>
                  <a:gd name="connsiteY537" fmla="*/ 316208 h 4342592"/>
                  <a:gd name="connsiteX538" fmla="*/ 1631483 w 7095546"/>
                  <a:gd name="connsiteY538" fmla="*/ 323235 h 4342592"/>
                  <a:gd name="connsiteX539" fmla="*/ 1645548 w 7095546"/>
                  <a:gd name="connsiteY539" fmla="*/ 358369 h 4342592"/>
                  <a:gd name="connsiteX540" fmla="*/ 1715870 w 7095546"/>
                  <a:gd name="connsiteY540" fmla="*/ 386477 h 4342592"/>
                  <a:gd name="connsiteX541" fmla="*/ 1708838 w 7095546"/>
                  <a:gd name="connsiteY541" fmla="*/ 414584 h 4342592"/>
                  <a:gd name="connsiteX542" fmla="*/ 1708838 w 7095546"/>
                  <a:gd name="connsiteY542" fmla="*/ 400530 h 4342592"/>
                  <a:gd name="connsiteX543" fmla="*/ 1687741 w 7095546"/>
                  <a:gd name="connsiteY543" fmla="*/ 407557 h 4342592"/>
                  <a:gd name="connsiteX544" fmla="*/ 1701806 w 7095546"/>
                  <a:gd name="connsiteY544" fmla="*/ 421611 h 4342592"/>
                  <a:gd name="connsiteX545" fmla="*/ 1701806 w 7095546"/>
                  <a:gd name="connsiteY545" fmla="*/ 470799 h 4342592"/>
                  <a:gd name="connsiteX546" fmla="*/ 1638516 w 7095546"/>
                  <a:gd name="connsiteY546" fmla="*/ 505933 h 4342592"/>
                  <a:gd name="connsiteX547" fmla="*/ 1596322 w 7095546"/>
                  <a:gd name="connsiteY547" fmla="*/ 512960 h 4342592"/>
                  <a:gd name="connsiteX548" fmla="*/ 1582258 w 7095546"/>
                  <a:gd name="connsiteY548" fmla="*/ 498906 h 4342592"/>
                  <a:gd name="connsiteX549" fmla="*/ 1561161 w 7095546"/>
                  <a:gd name="connsiteY549" fmla="*/ 498906 h 4342592"/>
                  <a:gd name="connsiteX550" fmla="*/ 2524580 w 7095546"/>
                  <a:gd name="connsiteY550" fmla="*/ 772953 h 4342592"/>
                  <a:gd name="connsiteX551" fmla="*/ 2531612 w 7095546"/>
                  <a:gd name="connsiteY551" fmla="*/ 765926 h 4342592"/>
                  <a:gd name="connsiteX552" fmla="*/ 2517548 w 7095546"/>
                  <a:gd name="connsiteY552" fmla="*/ 744846 h 4342592"/>
                  <a:gd name="connsiteX553" fmla="*/ 2468322 w 7095546"/>
                  <a:gd name="connsiteY553" fmla="*/ 758900 h 4342592"/>
                  <a:gd name="connsiteX554" fmla="*/ 2433161 w 7095546"/>
                  <a:gd name="connsiteY554" fmla="*/ 744846 h 4342592"/>
                  <a:gd name="connsiteX555" fmla="*/ 2405032 w 7095546"/>
                  <a:gd name="connsiteY555" fmla="*/ 765926 h 4342592"/>
                  <a:gd name="connsiteX556" fmla="*/ 2376903 w 7095546"/>
                  <a:gd name="connsiteY556" fmla="*/ 758900 h 4342592"/>
                  <a:gd name="connsiteX557" fmla="*/ 2355806 w 7095546"/>
                  <a:gd name="connsiteY557" fmla="*/ 794034 h 4342592"/>
                  <a:gd name="connsiteX558" fmla="*/ 2341741 w 7095546"/>
                  <a:gd name="connsiteY558" fmla="*/ 772953 h 4342592"/>
                  <a:gd name="connsiteX559" fmla="*/ 2320645 w 7095546"/>
                  <a:gd name="connsiteY559" fmla="*/ 772953 h 4342592"/>
                  <a:gd name="connsiteX560" fmla="*/ 2278451 w 7095546"/>
                  <a:gd name="connsiteY560" fmla="*/ 716739 h 4342592"/>
                  <a:gd name="connsiteX561" fmla="*/ 2271419 w 7095546"/>
                  <a:gd name="connsiteY561" fmla="*/ 723765 h 4342592"/>
                  <a:gd name="connsiteX562" fmla="*/ 2264386 w 7095546"/>
                  <a:gd name="connsiteY562" fmla="*/ 695658 h 4342592"/>
                  <a:gd name="connsiteX563" fmla="*/ 2201096 w 7095546"/>
                  <a:gd name="connsiteY563" fmla="*/ 695658 h 4342592"/>
                  <a:gd name="connsiteX564" fmla="*/ 2172967 w 7095546"/>
                  <a:gd name="connsiteY564" fmla="*/ 639443 h 4342592"/>
                  <a:gd name="connsiteX565" fmla="*/ 2137806 w 7095546"/>
                  <a:gd name="connsiteY565" fmla="*/ 667551 h 4342592"/>
                  <a:gd name="connsiteX566" fmla="*/ 2130774 w 7095546"/>
                  <a:gd name="connsiteY566" fmla="*/ 695658 h 4342592"/>
                  <a:gd name="connsiteX567" fmla="*/ 2116709 w 7095546"/>
                  <a:gd name="connsiteY567" fmla="*/ 688631 h 4342592"/>
                  <a:gd name="connsiteX568" fmla="*/ 2067483 w 7095546"/>
                  <a:gd name="connsiteY568" fmla="*/ 646470 h 4342592"/>
                  <a:gd name="connsiteX569" fmla="*/ 2081548 w 7095546"/>
                  <a:gd name="connsiteY569" fmla="*/ 618363 h 4342592"/>
                  <a:gd name="connsiteX570" fmla="*/ 2067483 w 7095546"/>
                  <a:gd name="connsiteY570" fmla="*/ 576202 h 4342592"/>
                  <a:gd name="connsiteX571" fmla="*/ 2046387 w 7095546"/>
                  <a:gd name="connsiteY571" fmla="*/ 569175 h 4342592"/>
                  <a:gd name="connsiteX572" fmla="*/ 2018257 w 7095546"/>
                  <a:gd name="connsiteY572" fmla="*/ 583228 h 4342592"/>
                  <a:gd name="connsiteX573" fmla="*/ 2004193 w 7095546"/>
                  <a:gd name="connsiteY573" fmla="*/ 569175 h 4342592"/>
                  <a:gd name="connsiteX574" fmla="*/ 1961999 w 7095546"/>
                  <a:gd name="connsiteY574" fmla="*/ 569175 h 4342592"/>
                  <a:gd name="connsiteX575" fmla="*/ 1940903 w 7095546"/>
                  <a:gd name="connsiteY575" fmla="*/ 583228 h 4342592"/>
                  <a:gd name="connsiteX576" fmla="*/ 1870580 w 7095546"/>
                  <a:gd name="connsiteY576" fmla="*/ 597282 h 4342592"/>
                  <a:gd name="connsiteX577" fmla="*/ 1856516 w 7095546"/>
                  <a:gd name="connsiteY577" fmla="*/ 611336 h 4342592"/>
                  <a:gd name="connsiteX578" fmla="*/ 1835419 w 7095546"/>
                  <a:gd name="connsiteY578" fmla="*/ 590255 h 4342592"/>
                  <a:gd name="connsiteX579" fmla="*/ 1758064 w 7095546"/>
                  <a:gd name="connsiteY579" fmla="*/ 576202 h 4342592"/>
                  <a:gd name="connsiteX580" fmla="*/ 1744000 w 7095546"/>
                  <a:gd name="connsiteY580" fmla="*/ 555121 h 4342592"/>
                  <a:gd name="connsiteX581" fmla="*/ 1758064 w 7095546"/>
                  <a:gd name="connsiteY581" fmla="*/ 534040 h 4342592"/>
                  <a:gd name="connsiteX582" fmla="*/ 1729935 w 7095546"/>
                  <a:gd name="connsiteY582" fmla="*/ 519987 h 4342592"/>
                  <a:gd name="connsiteX583" fmla="*/ 1729935 w 7095546"/>
                  <a:gd name="connsiteY583" fmla="*/ 534040 h 4342592"/>
                  <a:gd name="connsiteX584" fmla="*/ 1673677 w 7095546"/>
                  <a:gd name="connsiteY584" fmla="*/ 534040 h 4342592"/>
                  <a:gd name="connsiteX585" fmla="*/ 1659612 w 7095546"/>
                  <a:gd name="connsiteY585" fmla="*/ 562148 h 4342592"/>
                  <a:gd name="connsiteX586" fmla="*/ 1631483 w 7095546"/>
                  <a:gd name="connsiteY586" fmla="*/ 555121 h 4342592"/>
                  <a:gd name="connsiteX587" fmla="*/ 1603354 w 7095546"/>
                  <a:gd name="connsiteY587" fmla="*/ 583228 h 4342592"/>
                  <a:gd name="connsiteX588" fmla="*/ 1582258 w 7095546"/>
                  <a:gd name="connsiteY588" fmla="*/ 562148 h 4342592"/>
                  <a:gd name="connsiteX589" fmla="*/ 1561161 w 7095546"/>
                  <a:gd name="connsiteY589" fmla="*/ 498906 h 4342592"/>
                  <a:gd name="connsiteX590" fmla="*/ 2770709 w 7095546"/>
                  <a:gd name="connsiteY590" fmla="*/ 2143189 h 4342592"/>
                  <a:gd name="connsiteX591" fmla="*/ 2735548 w 7095546"/>
                  <a:gd name="connsiteY591" fmla="*/ 2164269 h 4342592"/>
                  <a:gd name="connsiteX592" fmla="*/ 2735548 w 7095546"/>
                  <a:gd name="connsiteY592" fmla="*/ 2199404 h 4342592"/>
                  <a:gd name="connsiteX593" fmla="*/ 2707419 w 7095546"/>
                  <a:gd name="connsiteY593" fmla="*/ 2234538 h 4342592"/>
                  <a:gd name="connsiteX594" fmla="*/ 2714451 w 7095546"/>
                  <a:gd name="connsiteY594" fmla="*/ 2255618 h 4342592"/>
                  <a:gd name="connsiteX595" fmla="*/ 2693354 w 7095546"/>
                  <a:gd name="connsiteY595" fmla="*/ 2241565 h 4342592"/>
                  <a:gd name="connsiteX596" fmla="*/ 2679290 w 7095546"/>
                  <a:gd name="connsiteY596" fmla="*/ 2262645 h 4342592"/>
                  <a:gd name="connsiteX597" fmla="*/ 2658193 w 7095546"/>
                  <a:gd name="connsiteY597" fmla="*/ 2255618 h 4342592"/>
                  <a:gd name="connsiteX598" fmla="*/ 2658193 w 7095546"/>
                  <a:gd name="connsiteY598" fmla="*/ 2241565 h 4342592"/>
                  <a:gd name="connsiteX599" fmla="*/ 2637096 w 7095546"/>
                  <a:gd name="connsiteY599" fmla="*/ 2248591 h 4342592"/>
                  <a:gd name="connsiteX600" fmla="*/ 2623032 w 7095546"/>
                  <a:gd name="connsiteY600" fmla="*/ 2234538 h 4342592"/>
                  <a:gd name="connsiteX601" fmla="*/ 2608967 w 7095546"/>
                  <a:gd name="connsiteY601" fmla="*/ 2241565 h 4342592"/>
                  <a:gd name="connsiteX602" fmla="*/ 2608967 w 7095546"/>
                  <a:gd name="connsiteY602" fmla="*/ 2255618 h 4342592"/>
                  <a:gd name="connsiteX603" fmla="*/ 2594903 w 7095546"/>
                  <a:gd name="connsiteY603" fmla="*/ 2227511 h 4342592"/>
                  <a:gd name="connsiteX604" fmla="*/ 2615999 w 7095546"/>
                  <a:gd name="connsiteY604" fmla="*/ 2199404 h 4342592"/>
                  <a:gd name="connsiteX605" fmla="*/ 2601935 w 7095546"/>
                  <a:gd name="connsiteY605" fmla="*/ 2157242 h 4342592"/>
                  <a:gd name="connsiteX606" fmla="*/ 2587870 w 7095546"/>
                  <a:gd name="connsiteY606" fmla="*/ 2143189 h 4342592"/>
                  <a:gd name="connsiteX607" fmla="*/ 2566773 w 7095546"/>
                  <a:gd name="connsiteY607" fmla="*/ 2157242 h 4342592"/>
                  <a:gd name="connsiteX608" fmla="*/ 2587870 w 7095546"/>
                  <a:gd name="connsiteY608" fmla="*/ 2171296 h 4342592"/>
                  <a:gd name="connsiteX609" fmla="*/ 2573806 w 7095546"/>
                  <a:gd name="connsiteY609" fmla="*/ 2192377 h 4342592"/>
                  <a:gd name="connsiteX610" fmla="*/ 2580838 w 7095546"/>
                  <a:gd name="connsiteY610" fmla="*/ 2199404 h 4342592"/>
                  <a:gd name="connsiteX611" fmla="*/ 2559741 w 7095546"/>
                  <a:gd name="connsiteY611" fmla="*/ 2206430 h 4342592"/>
                  <a:gd name="connsiteX612" fmla="*/ 2545677 w 7095546"/>
                  <a:gd name="connsiteY612" fmla="*/ 2185350 h 4342592"/>
                  <a:gd name="connsiteX613" fmla="*/ 2559741 w 7095546"/>
                  <a:gd name="connsiteY613" fmla="*/ 2164269 h 4342592"/>
                  <a:gd name="connsiteX614" fmla="*/ 2545677 w 7095546"/>
                  <a:gd name="connsiteY614" fmla="*/ 2129135 h 4342592"/>
                  <a:gd name="connsiteX615" fmla="*/ 2559741 w 7095546"/>
                  <a:gd name="connsiteY615" fmla="*/ 2129135 h 4342592"/>
                  <a:gd name="connsiteX616" fmla="*/ 2566773 w 7095546"/>
                  <a:gd name="connsiteY616" fmla="*/ 2086974 h 4342592"/>
                  <a:gd name="connsiteX617" fmla="*/ 2559741 w 7095546"/>
                  <a:gd name="connsiteY617" fmla="*/ 2094001 h 4342592"/>
                  <a:gd name="connsiteX618" fmla="*/ 2545677 w 7095546"/>
                  <a:gd name="connsiteY618" fmla="*/ 2079947 h 4342592"/>
                  <a:gd name="connsiteX619" fmla="*/ 2510515 w 7095546"/>
                  <a:gd name="connsiteY619" fmla="*/ 2094001 h 4342592"/>
                  <a:gd name="connsiteX620" fmla="*/ 2475354 w 7095546"/>
                  <a:gd name="connsiteY620" fmla="*/ 2079947 h 4342592"/>
                  <a:gd name="connsiteX621" fmla="*/ 2489419 w 7095546"/>
                  <a:gd name="connsiteY621" fmla="*/ 2037786 h 4342592"/>
                  <a:gd name="connsiteX622" fmla="*/ 2475354 w 7095546"/>
                  <a:gd name="connsiteY622" fmla="*/ 2023732 h 4342592"/>
                  <a:gd name="connsiteX623" fmla="*/ 2482386 w 7095546"/>
                  <a:gd name="connsiteY623" fmla="*/ 1995625 h 4342592"/>
                  <a:gd name="connsiteX624" fmla="*/ 2454257 w 7095546"/>
                  <a:gd name="connsiteY624" fmla="*/ 1925356 h 4342592"/>
                  <a:gd name="connsiteX625" fmla="*/ 2447225 w 7095546"/>
                  <a:gd name="connsiteY625" fmla="*/ 1946437 h 4342592"/>
                  <a:gd name="connsiteX626" fmla="*/ 2383935 w 7095546"/>
                  <a:gd name="connsiteY626" fmla="*/ 1925356 h 4342592"/>
                  <a:gd name="connsiteX627" fmla="*/ 2369870 w 7095546"/>
                  <a:gd name="connsiteY627" fmla="*/ 1946437 h 4342592"/>
                  <a:gd name="connsiteX628" fmla="*/ 2341741 w 7095546"/>
                  <a:gd name="connsiteY628" fmla="*/ 1946437 h 4342592"/>
                  <a:gd name="connsiteX629" fmla="*/ 2313612 w 7095546"/>
                  <a:gd name="connsiteY629" fmla="*/ 1974544 h 4342592"/>
                  <a:gd name="connsiteX630" fmla="*/ 2306580 w 7095546"/>
                  <a:gd name="connsiteY630" fmla="*/ 1946437 h 4342592"/>
                  <a:gd name="connsiteX631" fmla="*/ 2292516 w 7095546"/>
                  <a:gd name="connsiteY631" fmla="*/ 1939410 h 4342592"/>
                  <a:gd name="connsiteX632" fmla="*/ 2306580 w 7095546"/>
                  <a:gd name="connsiteY632" fmla="*/ 1911303 h 4342592"/>
                  <a:gd name="connsiteX633" fmla="*/ 2278451 w 7095546"/>
                  <a:gd name="connsiteY633" fmla="*/ 1890222 h 4342592"/>
                  <a:gd name="connsiteX634" fmla="*/ 2271419 w 7095546"/>
                  <a:gd name="connsiteY634" fmla="*/ 1904276 h 4342592"/>
                  <a:gd name="connsiteX635" fmla="*/ 2236257 w 7095546"/>
                  <a:gd name="connsiteY635" fmla="*/ 1904276 h 4342592"/>
                  <a:gd name="connsiteX636" fmla="*/ 2222193 w 7095546"/>
                  <a:gd name="connsiteY636" fmla="*/ 1876168 h 4342592"/>
                  <a:gd name="connsiteX637" fmla="*/ 2215161 w 7095546"/>
                  <a:gd name="connsiteY637" fmla="*/ 1890222 h 4342592"/>
                  <a:gd name="connsiteX638" fmla="*/ 2194064 w 7095546"/>
                  <a:gd name="connsiteY638" fmla="*/ 1897249 h 4342592"/>
                  <a:gd name="connsiteX639" fmla="*/ 2187032 w 7095546"/>
                  <a:gd name="connsiteY639" fmla="*/ 1883195 h 4342592"/>
                  <a:gd name="connsiteX640" fmla="*/ 2172967 w 7095546"/>
                  <a:gd name="connsiteY640" fmla="*/ 1897249 h 4342592"/>
                  <a:gd name="connsiteX641" fmla="*/ 2172967 w 7095546"/>
                  <a:gd name="connsiteY641" fmla="*/ 1939410 h 4342592"/>
                  <a:gd name="connsiteX642" fmla="*/ 2158903 w 7095546"/>
                  <a:gd name="connsiteY642" fmla="*/ 1960491 h 4342592"/>
                  <a:gd name="connsiteX643" fmla="*/ 2187032 w 7095546"/>
                  <a:gd name="connsiteY643" fmla="*/ 1974544 h 4342592"/>
                  <a:gd name="connsiteX644" fmla="*/ 2179999 w 7095546"/>
                  <a:gd name="connsiteY644" fmla="*/ 2002652 h 4342592"/>
                  <a:gd name="connsiteX645" fmla="*/ 2116709 w 7095546"/>
                  <a:gd name="connsiteY645" fmla="*/ 2044813 h 4342592"/>
                  <a:gd name="connsiteX646" fmla="*/ 2116709 w 7095546"/>
                  <a:gd name="connsiteY646" fmla="*/ 2016705 h 4342592"/>
                  <a:gd name="connsiteX647" fmla="*/ 2102645 w 7095546"/>
                  <a:gd name="connsiteY647" fmla="*/ 2002652 h 4342592"/>
                  <a:gd name="connsiteX648" fmla="*/ 2067483 w 7095546"/>
                  <a:gd name="connsiteY648" fmla="*/ 2009679 h 4342592"/>
                  <a:gd name="connsiteX649" fmla="*/ 2060451 w 7095546"/>
                  <a:gd name="connsiteY649" fmla="*/ 1995625 h 4342592"/>
                  <a:gd name="connsiteX650" fmla="*/ 2039354 w 7095546"/>
                  <a:gd name="connsiteY650" fmla="*/ 2016705 h 4342592"/>
                  <a:gd name="connsiteX651" fmla="*/ 2039354 w 7095546"/>
                  <a:gd name="connsiteY651" fmla="*/ 2044813 h 4342592"/>
                  <a:gd name="connsiteX652" fmla="*/ 2011225 w 7095546"/>
                  <a:gd name="connsiteY652" fmla="*/ 2030759 h 4342592"/>
                  <a:gd name="connsiteX653" fmla="*/ 1990128 w 7095546"/>
                  <a:gd name="connsiteY653" fmla="*/ 2051840 h 4342592"/>
                  <a:gd name="connsiteX654" fmla="*/ 2004193 w 7095546"/>
                  <a:gd name="connsiteY654" fmla="*/ 2101028 h 4342592"/>
                  <a:gd name="connsiteX655" fmla="*/ 1969032 w 7095546"/>
                  <a:gd name="connsiteY655" fmla="*/ 2101028 h 4342592"/>
                  <a:gd name="connsiteX656" fmla="*/ 1976064 w 7095546"/>
                  <a:gd name="connsiteY656" fmla="*/ 2122108 h 4342592"/>
                  <a:gd name="connsiteX657" fmla="*/ 1954967 w 7095546"/>
                  <a:gd name="connsiteY657" fmla="*/ 2129135 h 4342592"/>
                  <a:gd name="connsiteX658" fmla="*/ 1961999 w 7095546"/>
                  <a:gd name="connsiteY658" fmla="*/ 2157242 h 4342592"/>
                  <a:gd name="connsiteX659" fmla="*/ 1933870 w 7095546"/>
                  <a:gd name="connsiteY659" fmla="*/ 2143189 h 4342592"/>
                  <a:gd name="connsiteX660" fmla="*/ 1926838 w 7095546"/>
                  <a:gd name="connsiteY660" fmla="*/ 2150216 h 4342592"/>
                  <a:gd name="connsiteX661" fmla="*/ 1912774 w 7095546"/>
                  <a:gd name="connsiteY661" fmla="*/ 2136162 h 4342592"/>
                  <a:gd name="connsiteX662" fmla="*/ 1905741 w 7095546"/>
                  <a:gd name="connsiteY662" fmla="*/ 2150216 h 4342592"/>
                  <a:gd name="connsiteX663" fmla="*/ 1926838 w 7095546"/>
                  <a:gd name="connsiteY663" fmla="*/ 2101028 h 4342592"/>
                  <a:gd name="connsiteX664" fmla="*/ 1919806 w 7095546"/>
                  <a:gd name="connsiteY664" fmla="*/ 2086974 h 4342592"/>
                  <a:gd name="connsiteX665" fmla="*/ 1933870 w 7095546"/>
                  <a:gd name="connsiteY665" fmla="*/ 2086974 h 4342592"/>
                  <a:gd name="connsiteX666" fmla="*/ 1877612 w 7095546"/>
                  <a:gd name="connsiteY666" fmla="*/ 2023732 h 4342592"/>
                  <a:gd name="connsiteX667" fmla="*/ 1870580 w 7095546"/>
                  <a:gd name="connsiteY667" fmla="*/ 2037786 h 4342592"/>
                  <a:gd name="connsiteX668" fmla="*/ 1891677 w 7095546"/>
                  <a:gd name="connsiteY668" fmla="*/ 2065893 h 4342592"/>
                  <a:gd name="connsiteX669" fmla="*/ 1891677 w 7095546"/>
                  <a:gd name="connsiteY669" fmla="*/ 2115081 h 4342592"/>
                  <a:gd name="connsiteX670" fmla="*/ 1877612 w 7095546"/>
                  <a:gd name="connsiteY670" fmla="*/ 2108054 h 4342592"/>
                  <a:gd name="connsiteX671" fmla="*/ 1884645 w 7095546"/>
                  <a:gd name="connsiteY671" fmla="*/ 2129135 h 4342592"/>
                  <a:gd name="connsiteX672" fmla="*/ 1856516 w 7095546"/>
                  <a:gd name="connsiteY672" fmla="*/ 2115081 h 4342592"/>
                  <a:gd name="connsiteX673" fmla="*/ 1842451 w 7095546"/>
                  <a:gd name="connsiteY673" fmla="*/ 2136162 h 4342592"/>
                  <a:gd name="connsiteX674" fmla="*/ 1842451 w 7095546"/>
                  <a:gd name="connsiteY674" fmla="*/ 2136162 h 4342592"/>
                  <a:gd name="connsiteX675" fmla="*/ 1828387 w 7095546"/>
                  <a:gd name="connsiteY675" fmla="*/ 2122108 h 4342592"/>
                  <a:gd name="connsiteX676" fmla="*/ 1828387 w 7095546"/>
                  <a:gd name="connsiteY676" fmla="*/ 2079947 h 4342592"/>
                  <a:gd name="connsiteX677" fmla="*/ 1793225 w 7095546"/>
                  <a:gd name="connsiteY677" fmla="*/ 1995625 h 4342592"/>
                  <a:gd name="connsiteX678" fmla="*/ 1744000 w 7095546"/>
                  <a:gd name="connsiteY678" fmla="*/ 1995625 h 4342592"/>
                  <a:gd name="connsiteX679" fmla="*/ 1722903 w 7095546"/>
                  <a:gd name="connsiteY679" fmla="*/ 1967517 h 4342592"/>
                  <a:gd name="connsiteX680" fmla="*/ 1694774 w 7095546"/>
                  <a:gd name="connsiteY680" fmla="*/ 1995625 h 4342592"/>
                  <a:gd name="connsiteX681" fmla="*/ 1680709 w 7095546"/>
                  <a:gd name="connsiteY681" fmla="*/ 1981571 h 4342592"/>
                  <a:gd name="connsiteX682" fmla="*/ 1659612 w 7095546"/>
                  <a:gd name="connsiteY682" fmla="*/ 1981571 h 4342592"/>
                  <a:gd name="connsiteX683" fmla="*/ 1659612 w 7095546"/>
                  <a:gd name="connsiteY683" fmla="*/ 1967517 h 4342592"/>
                  <a:gd name="connsiteX684" fmla="*/ 1645548 w 7095546"/>
                  <a:gd name="connsiteY684" fmla="*/ 1960491 h 4342592"/>
                  <a:gd name="connsiteX685" fmla="*/ 1652580 w 7095546"/>
                  <a:gd name="connsiteY685" fmla="*/ 1953464 h 4342592"/>
                  <a:gd name="connsiteX686" fmla="*/ 1624451 w 7095546"/>
                  <a:gd name="connsiteY686" fmla="*/ 1855088 h 4342592"/>
                  <a:gd name="connsiteX687" fmla="*/ 1610387 w 7095546"/>
                  <a:gd name="connsiteY687" fmla="*/ 1869142 h 4342592"/>
                  <a:gd name="connsiteX688" fmla="*/ 1603354 w 7095546"/>
                  <a:gd name="connsiteY688" fmla="*/ 1855088 h 4342592"/>
                  <a:gd name="connsiteX689" fmla="*/ 1561161 w 7095546"/>
                  <a:gd name="connsiteY689" fmla="*/ 1862115 h 4342592"/>
                  <a:gd name="connsiteX690" fmla="*/ 1554129 w 7095546"/>
                  <a:gd name="connsiteY690" fmla="*/ 1841034 h 4342592"/>
                  <a:gd name="connsiteX691" fmla="*/ 1540064 w 7095546"/>
                  <a:gd name="connsiteY691" fmla="*/ 1848061 h 4342592"/>
                  <a:gd name="connsiteX692" fmla="*/ 1547096 w 7095546"/>
                  <a:gd name="connsiteY692" fmla="*/ 1812927 h 4342592"/>
                  <a:gd name="connsiteX693" fmla="*/ 1504903 w 7095546"/>
                  <a:gd name="connsiteY693" fmla="*/ 1784819 h 4342592"/>
                  <a:gd name="connsiteX694" fmla="*/ 1497871 w 7095546"/>
                  <a:gd name="connsiteY694" fmla="*/ 1749685 h 4342592"/>
                  <a:gd name="connsiteX695" fmla="*/ 1540064 w 7095546"/>
                  <a:gd name="connsiteY695" fmla="*/ 1707524 h 4342592"/>
                  <a:gd name="connsiteX696" fmla="*/ 1561161 w 7095546"/>
                  <a:gd name="connsiteY696" fmla="*/ 1707524 h 4342592"/>
                  <a:gd name="connsiteX697" fmla="*/ 1561161 w 7095546"/>
                  <a:gd name="connsiteY697" fmla="*/ 1693470 h 4342592"/>
                  <a:gd name="connsiteX698" fmla="*/ 1575225 w 7095546"/>
                  <a:gd name="connsiteY698" fmla="*/ 1700497 h 4342592"/>
                  <a:gd name="connsiteX699" fmla="*/ 1589290 w 7095546"/>
                  <a:gd name="connsiteY699" fmla="*/ 1686444 h 4342592"/>
                  <a:gd name="connsiteX700" fmla="*/ 1589290 w 7095546"/>
                  <a:gd name="connsiteY700" fmla="*/ 1658336 h 4342592"/>
                  <a:gd name="connsiteX701" fmla="*/ 1617419 w 7095546"/>
                  <a:gd name="connsiteY701" fmla="*/ 1644282 h 4342592"/>
                  <a:gd name="connsiteX702" fmla="*/ 1624451 w 7095546"/>
                  <a:gd name="connsiteY702" fmla="*/ 1651309 h 4342592"/>
                  <a:gd name="connsiteX703" fmla="*/ 1638516 w 7095546"/>
                  <a:gd name="connsiteY703" fmla="*/ 1630229 h 4342592"/>
                  <a:gd name="connsiteX704" fmla="*/ 1631483 w 7095546"/>
                  <a:gd name="connsiteY704" fmla="*/ 1623202 h 4342592"/>
                  <a:gd name="connsiteX705" fmla="*/ 1645548 w 7095546"/>
                  <a:gd name="connsiteY705" fmla="*/ 1588068 h 4342592"/>
                  <a:gd name="connsiteX706" fmla="*/ 1596322 w 7095546"/>
                  <a:gd name="connsiteY706" fmla="*/ 1552933 h 4342592"/>
                  <a:gd name="connsiteX707" fmla="*/ 1589290 w 7095546"/>
                  <a:gd name="connsiteY707" fmla="*/ 1531853 h 4342592"/>
                  <a:gd name="connsiteX708" fmla="*/ 1575225 w 7095546"/>
                  <a:gd name="connsiteY708" fmla="*/ 1531853 h 4342592"/>
                  <a:gd name="connsiteX709" fmla="*/ 1617419 w 7095546"/>
                  <a:gd name="connsiteY709" fmla="*/ 1517799 h 4342592"/>
                  <a:gd name="connsiteX710" fmla="*/ 1603354 w 7095546"/>
                  <a:gd name="connsiteY710" fmla="*/ 1489692 h 4342592"/>
                  <a:gd name="connsiteX711" fmla="*/ 1631483 w 7095546"/>
                  <a:gd name="connsiteY711" fmla="*/ 1496719 h 4342592"/>
                  <a:gd name="connsiteX712" fmla="*/ 1631483 w 7095546"/>
                  <a:gd name="connsiteY712" fmla="*/ 1475638 h 4342592"/>
                  <a:gd name="connsiteX713" fmla="*/ 1659612 w 7095546"/>
                  <a:gd name="connsiteY713" fmla="*/ 1433477 h 4342592"/>
                  <a:gd name="connsiteX714" fmla="*/ 1680709 w 7095546"/>
                  <a:gd name="connsiteY714" fmla="*/ 1447531 h 4342592"/>
                  <a:gd name="connsiteX715" fmla="*/ 1687741 w 7095546"/>
                  <a:gd name="connsiteY715" fmla="*/ 1440504 h 4342592"/>
                  <a:gd name="connsiteX716" fmla="*/ 1708838 w 7095546"/>
                  <a:gd name="connsiteY716" fmla="*/ 1454558 h 4342592"/>
                  <a:gd name="connsiteX717" fmla="*/ 1736967 w 7095546"/>
                  <a:gd name="connsiteY717" fmla="*/ 1454558 h 4342592"/>
                  <a:gd name="connsiteX718" fmla="*/ 1758064 w 7095546"/>
                  <a:gd name="connsiteY718" fmla="*/ 1475638 h 4342592"/>
                  <a:gd name="connsiteX719" fmla="*/ 1772129 w 7095546"/>
                  <a:gd name="connsiteY719" fmla="*/ 1475638 h 4342592"/>
                  <a:gd name="connsiteX720" fmla="*/ 1779161 w 7095546"/>
                  <a:gd name="connsiteY720" fmla="*/ 1503746 h 4342592"/>
                  <a:gd name="connsiteX721" fmla="*/ 1800258 w 7095546"/>
                  <a:gd name="connsiteY721" fmla="*/ 1524826 h 4342592"/>
                  <a:gd name="connsiteX722" fmla="*/ 1828387 w 7095546"/>
                  <a:gd name="connsiteY722" fmla="*/ 1503746 h 4342592"/>
                  <a:gd name="connsiteX723" fmla="*/ 1856516 w 7095546"/>
                  <a:gd name="connsiteY723" fmla="*/ 1503746 h 4342592"/>
                  <a:gd name="connsiteX724" fmla="*/ 1863548 w 7095546"/>
                  <a:gd name="connsiteY724" fmla="*/ 1482665 h 4342592"/>
                  <a:gd name="connsiteX725" fmla="*/ 1905741 w 7095546"/>
                  <a:gd name="connsiteY725" fmla="*/ 1475638 h 4342592"/>
                  <a:gd name="connsiteX726" fmla="*/ 1926838 w 7095546"/>
                  <a:gd name="connsiteY726" fmla="*/ 1496719 h 4342592"/>
                  <a:gd name="connsiteX727" fmla="*/ 1919806 w 7095546"/>
                  <a:gd name="connsiteY727" fmla="*/ 1517799 h 4342592"/>
                  <a:gd name="connsiteX728" fmla="*/ 1969032 w 7095546"/>
                  <a:gd name="connsiteY728" fmla="*/ 1588068 h 4342592"/>
                  <a:gd name="connsiteX729" fmla="*/ 1990128 w 7095546"/>
                  <a:gd name="connsiteY729" fmla="*/ 1574014 h 4342592"/>
                  <a:gd name="connsiteX730" fmla="*/ 2011225 w 7095546"/>
                  <a:gd name="connsiteY730" fmla="*/ 1581041 h 4342592"/>
                  <a:gd name="connsiteX731" fmla="*/ 2039354 w 7095546"/>
                  <a:gd name="connsiteY731" fmla="*/ 1559960 h 4342592"/>
                  <a:gd name="connsiteX732" fmla="*/ 2053419 w 7095546"/>
                  <a:gd name="connsiteY732" fmla="*/ 1581041 h 4342592"/>
                  <a:gd name="connsiteX733" fmla="*/ 2067483 w 7095546"/>
                  <a:gd name="connsiteY733" fmla="*/ 1574014 h 4342592"/>
                  <a:gd name="connsiteX734" fmla="*/ 2067483 w 7095546"/>
                  <a:gd name="connsiteY734" fmla="*/ 1559960 h 4342592"/>
                  <a:gd name="connsiteX735" fmla="*/ 2116709 w 7095546"/>
                  <a:gd name="connsiteY735" fmla="*/ 1517799 h 4342592"/>
                  <a:gd name="connsiteX736" fmla="*/ 2151870 w 7095546"/>
                  <a:gd name="connsiteY736" fmla="*/ 1433477 h 4342592"/>
                  <a:gd name="connsiteX737" fmla="*/ 2172967 w 7095546"/>
                  <a:gd name="connsiteY737" fmla="*/ 1398343 h 4342592"/>
                  <a:gd name="connsiteX738" fmla="*/ 2187032 w 7095546"/>
                  <a:gd name="connsiteY738" fmla="*/ 1398343 h 4342592"/>
                  <a:gd name="connsiteX739" fmla="*/ 2179999 w 7095546"/>
                  <a:gd name="connsiteY739" fmla="*/ 1391316 h 4342592"/>
                  <a:gd name="connsiteX740" fmla="*/ 2208128 w 7095546"/>
                  <a:gd name="connsiteY740" fmla="*/ 1356182 h 4342592"/>
                  <a:gd name="connsiteX741" fmla="*/ 2179999 w 7095546"/>
                  <a:gd name="connsiteY741" fmla="*/ 1314021 h 4342592"/>
                  <a:gd name="connsiteX742" fmla="*/ 2201096 w 7095546"/>
                  <a:gd name="connsiteY742" fmla="*/ 1292940 h 4342592"/>
                  <a:gd name="connsiteX743" fmla="*/ 2201096 w 7095546"/>
                  <a:gd name="connsiteY743" fmla="*/ 1278886 h 4342592"/>
                  <a:gd name="connsiteX744" fmla="*/ 2243290 w 7095546"/>
                  <a:gd name="connsiteY744" fmla="*/ 1278886 h 4342592"/>
                  <a:gd name="connsiteX745" fmla="*/ 2250322 w 7095546"/>
                  <a:gd name="connsiteY745" fmla="*/ 1292940 h 4342592"/>
                  <a:gd name="connsiteX746" fmla="*/ 2264386 w 7095546"/>
                  <a:gd name="connsiteY746" fmla="*/ 1264833 h 4342592"/>
                  <a:gd name="connsiteX747" fmla="*/ 2278451 w 7095546"/>
                  <a:gd name="connsiteY747" fmla="*/ 1264833 h 4342592"/>
                  <a:gd name="connsiteX748" fmla="*/ 2292516 w 7095546"/>
                  <a:gd name="connsiteY748" fmla="*/ 1292940 h 4342592"/>
                  <a:gd name="connsiteX749" fmla="*/ 2320645 w 7095546"/>
                  <a:gd name="connsiteY749" fmla="*/ 1299967 h 4342592"/>
                  <a:gd name="connsiteX750" fmla="*/ 2362838 w 7095546"/>
                  <a:gd name="connsiteY750" fmla="*/ 1250779 h 4342592"/>
                  <a:gd name="connsiteX751" fmla="*/ 2341741 w 7095546"/>
                  <a:gd name="connsiteY751" fmla="*/ 1243752 h 4342592"/>
                  <a:gd name="connsiteX752" fmla="*/ 2348774 w 7095546"/>
                  <a:gd name="connsiteY752" fmla="*/ 1229698 h 4342592"/>
                  <a:gd name="connsiteX753" fmla="*/ 2383935 w 7095546"/>
                  <a:gd name="connsiteY753" fmla="*/ 1201591 h 4342592"/>
                  <a:gd name="connsiteX754" fmla="*/ 2369870 w 7095546"/>
                  <a:gd name="connsiteY754" fmla="*/ 1187537 h 4342592"/>
                  <a:gd name="connsiteX755" fmla="*/ 2390967 w 7095546"/>
                  <a:gd name="connsiteY755" fmla="*/ 1131323 h 4342592"/>
                  <a:gd name="connsiteX756" fmla="*/ 2369870 w 7095546"/>
                  <a:gd name="connsiteY756" fmla="*/ 1131323 h 4342592"/>
                  <a:gd name="connsiteX757" fmla="*/ 2426128 w 7095546"/>
                  <a:gd name="connsiteY757" fmla="*/ 1096188 h 4342592"/>
                  <a:gd name="connsiteX758" fmla="*/ 2419096 w 7095546"/>
                  <a:gd name="connsiteY758" fmla="*/ 1089161 h 4342592"/>
                  <a:gd name="connsiteX759" fmla="*/ 2433161 w 7095546"/>
                  <a:gd name="connsiteY759" fmla="*/ 1068081 h 4342592"/>
                  <a:gd name="connsiteX760" fmla="*/ 2433161 w 7095546"/>
                  <a:gd name="connsiteY760" fmla="*/ 1032947 h 4342592"/>
                  <a:gd name="connsiteX761" fmla="*/ 2475354 w 7095546"/>
                  <a:gd name="connsiteY761" fmla="*/ 1032947 h 4342592"/>
                  <a:gd name="connsiteX762" fmla="*/ 2496451 w 7095546"/>
                  <a:gd name="connsiteY762" fmla="*/ 990786 h 4342592"/>
                  <a:gd name="connsiteX763" fmla="*/ 2510515 w 7095546"/>
                  <a:gd name="connsiteY763" fmla="*/ 990786 h 4342592"/>
                  <a:gd name="connsiteX764" fmla="*/ 2531612 w 7095546"/>
                  <a:gd name="connsiteY764" fmla="*/ 969705 h 4342592"/>
                  <a:gd name="connsiteX765" fmla="*/ 2531612 w 7095546"/>
                  <a:gd name="connsiteY765" fmla="*/ 934571 h 4342592"/>
                  <a:gd name="connsiteX766" fmla="*/ 2489419 w 7095546"/>
                  <a:gd name="connsiteY766" fmla="*/ 913490 h 4342592"/>
                  <a:gd name="connsiteX767" fmla="*/ 2454257 w 7095546"/>
                  <a:gd name="connsiteY767" fmla="*/ 878356 h 4342592"/>
                  <a:gd name="connsiteX768" fmla="*/ 2447225 w 7095546"/>
                  <a:gd name="connsiteY768" fmla="*/ 857275 h 4342592"/>
                  <a:gd name="connsiteX769" fmla="*/ 2475354 w 7095546"/>
                  <a:gd name="connsiteY769" fmla="*/ 857275 h 4342592"/>
                  <a:gd name="connsiteX770" fmla="*/ 2475354 w 7095546"/>
                  <a:gd name="connsiteY770" fmla="*/ 822141 h 4342592"/>
                  <a:gd name="connsiteX771" fmla="*/ 2510515 w 7095546"/>
                  <a:gd name="connsiteY771" fmla="*/ 815114 h 4342592"/>
                  <a:gd name="connsiteX772" fmla="*/ 2482386 w 7095546"/>
                  <a:gd name="connsiteY772" fmla="*/ 779980 h 4342592"/>
                  <a:gd name="connsiteX773" fmla="*/ 2524580 w 7095546"/>
                  <a:gd name="connsiteY773" fmla="*/ 772953 h 4342592"/>
                  <a:gd name="connsiteX774" fmla="*/ 2524580 w 7095546"/>
                  <a:gd name="connsiteY774" fmla="*/ 772953 h 4342592"/>
                  <a:gd name="connsiteX775" fmla="*/ 2552709 w 7095546"/>
                  <a:gd name="connsiteY775" fmla="*/ 779980 h 4342592"/>
                  <a:gd name="connsiteX776" fmla="*/ 2580838 w 7095546"/>
                  <a:gd name="connsiteY776" fmla="*/ 808088 h 4342592"/>
                  <a:gd name="connsiteX777" fmla="*/ 2601935 w 7095546"/>
                  <a:gd name="connsiteY777" fmla="*/ 808088 h 4342592"/>
                  <a:gd name="connsiteX778" fmla="*/ 2651161 w 7095546"/>
                  <a:gd name="connsiteY778" fmla="*/ 850249 h 4342592"/>
                  <a:gd name="connsiteX779" fmla="*/ 2700386 w 7095546"/>
                  <a:gd name="connsiteY779" fmla="*/ 864302 h 4342592"/>
                  <a:gd name="connsiteX780" fmla="*/ 2749612 w 7095546"/>
                  <a:gd name="connsiteY780" fmla="*/ 906463 h 4342592"/>
                  <a:gd name="connsiteX781" fmla="*/ 2742580 w 7095546"/>
                  <a:gd name="connsiteY781" fmla="*/ 913490 h 4342592"/>
                  <a:gd name="connsiteX782" fmla="*/ 2770709 w 7095546"/>
                  <a:gd name="connsiteY782" fmla="*/ 927544 h 4342592"/>
                  <a:gd name="connsiteX783" fmla="*/ 2770709 w 7095546"/>
                  <a:gd name="connsiteY783" fmla="*/ 955651 h 4342592"/>
                  <a:gd name="connsiteX784" fmla="*/ 2869160 w 7095546"/>
                  <a:gd name="connsiteY784" fmla="*/ 948624 h 4342592"/>
                  <a:gd name="connsiteX785" fmla="*/ 2869160 w 7095546"/>
                  <a:gd name="connsiteY785" fmla="*/ 948624 h 4342592"/>
                  <a:gd name="connsiteX786" fmla="*/ 2890257 w 7095546"/>
                  <a:gd name="connsiteY786" fmla="*/ 948624 h 4342592"/>
                  <a:gd name="connsiteX787" fmla="*/ 2918386 w 7095546"/>
                  <a:gd name="connsiteY787" fmla="*/ 969705 h 4342592"/>
                  <a:gd name="connsiteX788" fmla="*/ 2918386 w 7095546"/>
                  <a:gd name="connsiteY788" fmla="*/ 1018893 h 4342592"/>
                  <a:gd name="connsiteX789" fmla="*/ 2953548 w 7095546"/>
                  <a:gd name="connsiteY789" fmla="*/ 1011866 h 4342592"/>
                  <a:gd name="connsiteX790" fmla="*/ 2995741 w 7095546"/>
                  <a:gd name="connsiteY790" fmla="*/ 1032947 h 4342592"/>
                  <a:gd name="connsiteX791" fmla="*/ 2988709 w 7095546"/>
                  <a:gd name="connsiteY791" fmla="*/ 1039974 h 4342592"/>
                  <a:gd name="connsiteX792" fmla="*/ 3037935 w 7095546"/>
                  <a:gd name="connsiteY792" fmla="*/ 1068081 h 4342592"/>
                  <a:gd name="connsiteX793" fmla="*/ 3051999 w 7095546"/>
                  <a:gd name="connsiteY793" fmla="*/ 1089161 h 4342592"/>
                  <a:gd name="connsiteX794" fmla="*/ 3066064 w 7095546"/>
                  <a:gd name="connsiteY794" fmla="*/ 1173484 h 4342592"/>
                  <a:gd name="connsiteX795" fmla="*/ 3044967 w 7095546"/>
                  <a:gd name="connsiteY795" fmla="*/ 1187537 h 4342592"/>
                  <a:gd name="connsiteX796" fmla="*/ 3044967 w 7095546"/>
                  <a:gd name="connsiteY796" fmla="*/ 1229698 h 4342592"/>
                  <a:gd name="connsiteX797" fmla="*/ 3059031 w 7095546"/>
                  <a:gd name="connsiteY797" fmla="*/ 1222672 h 4342592"/>
                  <a:gd name="connsiteX798" fmla="*/ 3030902 w 7095546"/>
                  <a:gd name="connsiteY798" fmla="*/ 1292940 h 4342592"/>
                  <a:gd name="connsiteX799" fmla="*/ 3016838 w 7095546"/>
                  <a:gd name="connsiteY799" fmla="*/ 1292940 h 4342592"/>
                  <a:gd name="connsiteX800" fmla="*/ 3009806 w 7095546"/>
                  <a:gd name="connsiteY800" fmla="*/ 1271860 h 4342592"/>
                  <a:gd name="connsiteX801" fmla="*/ 2974644 w 7095546"/>
                  <a:gd name="connsiteY801" fmla="*/ 1257806 h 4342592"/>
                  <a:gd name="connsiteX802" fmla="*/ 2932451 w 7095546"/>
                  <a:gd name="connsiteY802" fmla="*/ 1278886 h 4342592"/>
                  <a:gd name="connsiteX803" fmla="*/ 2890257 w 7095546"/>
                  <a:gd name="connsiteY803" fmla="*/ 1328074 h 4342592"/>
                  <a:gd name="connsiteX804" fmla="*/ 2841031 w 7095546"/>
                  <a:gd name="connsiteY804" fmla="*/ 1356182 h 4342592"/>
                  <a:gd name="connsiteX805" fmla="*/ 2798838 w 7095546"/>
                  <a:gd name="connsiteY805" fmla="*/ 1412396 h 4342592"/>
                  <a:gd name="connsiteX806" fmla="*/ 2798838 w 7095546"/>
                  <a:gd name="connsiteY806" fmla="*/ 1384289 h 4342592"/>
                  <a:gd name="connsiteX807" fmla="*/ 2784773 w 7095546"/>
                  <a:gd name="connsiteY807" fmla="*/ 1370235 h 4342592"/>
                  <a:gd name="connsiteX808" fmla="*/ 2763677 w 7095546"/>
                  <a:gd name="connsiteY808" fmla="*/ 1370235 h 4342592"/>
                  <a:gd name="connsiteX809" fmla="*/ 2728515 w 7095546"/>
                  <a:gd name="connsiteY809" fmla="*/ 1398343 h 4342592"/>
                  <a:gd name="connsiteX810" fmla="*/ 2714451 w 7095546"/>
                  <a:gd name="connsiteY810" fmla="*/ 1377262 h 4342592"/>
                  <a:gd name="connsiteX811" fmla="*/ 2721483 w 7095546"/>
                  <a:gd name="connsiteY811" fmla="*/ 1349155 h 4342592"/>
                  <a:gd name="connsiteX812" fmla="*/ 2693354 w 7095546"/>
                  <a:gd name="connsiteY812" fmla="*/ 1349155 h 4342592"/>
                  <a:gd name="connsiteX813" fmla="*/ 2623032 w 7095546"/>
                  <a:gd name="connsiteY813" fmla="*/ 1412396 h 4342592"/>
                  <a:gd name="connsiteX814" fmla="*/ 2601935 w 7095546"/>
                  <a:gd name="connsiteY814" fmla="*/ 1412396 h 4342592"/>
                  <a:gd name="connsiteX815" fmla="*/ 2594903 w 7095546"/>
                  <a:gd name="connsiteY815" fmla="*/ 1391316 h 4342592"/>
                  <a:gd name="connsiteX816" fmla="*/ 2573806 w 7095546"/>
                  <a:gd name="connsiteY816" fmla="*/ 1377262 h 4342592"/>
                  <a:gd name="connsiteX817" fmla="*/ 2573806 w 7095546"/>
                  <a:gd name="connsiteY817" fmla="*/ 1391316 h 4342592"/>
                  <a:gd name="connsiteX818" fmla="*/ 2552709 w 7095546"/>
                  <a:gd name="connsiteY818" fmla="*/ 1412396 h 4342592"/>
                  <a:gd name="connsiteX819" fmla="*/ 2503483 w 7095546"/>
                  <a:gd name="connsiteY819" fmla="*/ 1412396 h 4342592"/>
                  <a:gd name="connsiteX820" fmla="*/ 2503483 w 7095546"/>
                  <a:gd name="connsiteY820" fmla="*/ 1440504 h 4342592"/>
                  <a:gd name="connsiteX821" fmla="*/ 2489419 w 7095546"/>
                  <a:gd name="connsiteY821" fmla="*/ 1447531 h 4342592"/>
                  <a:gd name="connsiteX822" fmla="*/ 2510515 w 7095546"/>
                  <a:gd name="connsiteY822" fmla="*/ 1468611 h 4342592"/>
                  <a:gd name="connsiteX823" fmla="*/ 2524580 w 7095546"/>
                  <a:gd name="connsiteY823" fmla="*/ 1468611 h 4342592"/>
                  <a:gd name="connsiteX824" fmla="*/ 2538644 w 7095546"/>
                  <a:gd name="connsiteY824" fmla="*/ 1496719 h 4342592"/>
                  <a:gd name="connsiteX825" fmla="*/ 2552709 w 7095546"/>
                  <a:gd name="connsiteY825" fmla="*/ 1496719 h 4342592"/>
                  <a:gd name="connsiteX826" fmla="*/ 2531612 w 7095546"/>
                  <a:gd name="connsiteY826" fmla="*/ 1566987 h 4342592"/>
                  <a:gd name="connsiteX827" fmla="*/ 2531612 w 7095546"/>
                  <a:gd name="connsiteY827" fmla="*/ 1644282 h 4342592"/>
                  <a:gd name="connsiteX828" fmla="*/ 2503483 w 7095546"/>
                  <a:gd name="connsiteY828" fmla="*/ 1637256 h 4342592"/>
                  <a:gd name="connsiteX829" fmla="*/ 2482386 w 7095546"/>
                  <a:gd name="connsiteY829" fmla="*/ 1651309 h 4342592"/>
                  <a:gd name="connsiteX830" fmla="*/ 2503483 w 7095546"/>
                  <a:gd name="connsiteY830" fmla="*/ 1658336 h 4342592"/>
                  <a:gd name="connsiteX831" fmla="*/ 2496451 w 7095546"/>
                  <a:gd name="connsiteY831" fmla="*/ 1672390 h 4342592"/>
                  <a:gd name="connsiteX832" fmla="*/ 2524580 w 7095546"/>
                  <a:gd name="connsiteY832" fmla="*/ 1700497 h 4342592"/>
                  <a:gd name="connsiteX833" fmla="*/ 2552709 w 7095546"/>
                  <a:gd name="connsiteY833" fmla="*/ 1644282 h 4342592"/>
                  <a:gd name="connsiteX834" fmla="*/ 2580838 w 7095546"/>
                  <a:gd name="connsiteY834" fmla="*/ 1651309 h 4342592"/>
                  <a:gd name="connsiteX835" fmla="*/ 2587870 w 7095546"/>
                  <a:gd name="connsiteY835" fmla="*/ 1714551 h 4342592"/>
                  <a:gd name="connsiteX836" fmla="*/ 2608967 w 7095546"/>
                  <a:gd name="connsiteY836" fmla="*/ 1721578 h 4342592"/>
                  <a:gd name="connsiteX837" fmla="*/ 2608967 w 7095546"/>
                  <a:gd name="connsiteY837" fmla="*/ 1707524 h 4342592"/>
                  <a:gd name="connsiteX838" fmla="*/ 2615999 w 7095546"/>
                  <a:gd name="connsiteY838" fmla="*/ 1728605 h 4342592"/>
                  <a:gd name="connsiteX839" fmla="*/ 2651161 w 7095546"/>
                  <a:gd name="connsiteY839" fmla="*/ 1728605 h 4342592"/>
                  <a:gd name="connsiteX840" fmla="*/ 2644128 w 7095546"/>
                  <a:gd name="connsiteY840" fmla="*/ 1742658 h 4342592"/>
                  <a:gd name="connsiteX841" fmla="*/ 2658193 w 7095546"/>
                  <a:gd name="connsiteY841" fmla="*/ 1749685 h 4342592"/>
                  <a:gd name="connsiteX842" fmla="*/ 2644128 w 7095546"/>
                  <a:gd name="connsiteY842" fmla="*/ 1763739 h 4342592"/>
                  <a:gd name="connsiteX843" fmla="*/ 2644128 w 7095546"/>
                  <a:gd name="connsiteY843" fmla="*/ 1798873 h 4342592"/>
                  <a:gd name="connsiteX844" fmla="*/ 2665225 w 7095546"/>
                  <a:gd name="connsiteY844" fmla="*/ 1798873 h 4342592"/>
                  <a:gd name="connsiteX845" fmla="*/ 2658193 w 7095546"/>
                  <a:gd name="connsiteY845" fmla="*/ 1834007 h 4342592"/>
                  <a:gd name="connsiteX846" fmla="*/ 2672257 w 7095546"/>
                  <a:gd name="connsiteY846" fmla="*/ 1841034 h 4342592"/>
                  <a:gd name="connsiteX847" fmla="*/ 2707419 w 7095546"/>
                  <a:gd name="connsiteY847" fmla="*/ 1812927 h 4342592"/>
                  <a:gd name="connsiteX848" fmla="*/ 2721483 w 7095546"/>
                  <a:gd name="connsiteY848" fmla="*/ 1826981 h 4342592"/>
                  <a:gd name="connsiteX849" fmla="*/ 2721483 w 7095546"/>
                  <a:gd name="connsiteY849" fmla="*/ 1883195 h 4342592"/>
                  <a:gd name="connsiteX850" fmla="*/ 2728515 w 7095546"/>
                  <a:gd name="connsiteY850" fmla="*/ 1897249 h 4342592"/>
                  <a:gd name="connsiteX851" fmla="*/ 2756644 w 7095546"/>
                  <a:gd name="connsiteY851" fmla="*/ 1904276 h 4342592"/>
                  <a:gd name="connsiteX852" fmla="*/ 2756644 w 7095546"/>
                  <a:gd name="connsiteY852" fmla="*/ 1918330 h 4342592"/>
                  <a:gd name="connsiteX853" fmla="*/ 2756644 w 7095546"/>
                  <a:gd name="connsiteY853" fmla="*/ 1918330 h 4342592"/>
                  <a:gd name="connsiteX854" fmla="*/ 2784773 w 7095546"/>
                  <a:gd name="connsiteY854" fmla="*/ 1939410 h 4342592"/>
                  <a:gd name="connsiteX855" fmla="*/ 2756644 w 7095546"/>
                  <a:gd name="connsiteY855" fmla="*/ 2002652 h 4342592"/>
                  <a:gd name="connsiteX856" fmla="*/ 2763677 w 7095546"/>
                  <a:gd name="connsiteY856" fmla="*/ 2037786 h 4342592"/>
                  <a:gd name="connsiteX857" fmla="*/ 2777741 w 7095546"/>
                  <a:gd name="connsiteY857" fmla="*/ 2051840 h 4342592"/>
                  <a:gd name="connsiteX858" fmla="*/ 2770709 w 7095546"/>
                  <a:gd name="connsiteY858" fmla="*/ 2072920 h 4342592"/>
                  <a:gd name="connsiteX859" fmla="*/ 2742580 w 7095546"/>
                  <a:gd name="connsiteY859" fmla="*/ 2094001 h 4342592"/>
                  <a:gd name="connsiteX860" fmla="*/ 2749612 w 7095546"/>
                  <a:gd name="connsiteY860" fmla="*/ 2108054 h 4342592"/>
                  <a:gd name="connsiteX861" fmla="*/ 2777741 w 7095546"/>
                  <a:gd name="connsiteY861" fmla="*/ 2094001 h 4342592"/>
                  <a:gd name="connsiteX862" fmla="*/ 2784773 w 7095546"/>
                  <a:gd name="connsiteY862" fmla="*/ 2101028 h 4342592"/>
                  <a:gd name="connsiteX863" fmla="*/ 2770709 w 7095546"/>
                  <a:gd name="connsiteY863" fmla="*/ 2143189 h 4342592"/>
                  <a:gd name="connsiteX864" fmla="*/ 4268580 w 7095546"/>
                  <a:gd name="connsiteY864" fmla="*/ 1939410 h 4342592"/>
                  <a:gd name="connsiteX865" fmla="*/ 4233418 w 7095546"/>
                  <a:gd name="connsiteY865" fmla="*/ 1939410 h 4342592"/>
                  <a:gd name="connsiteX866" fmla="*/ 4226386 w 7095546"/>
                  <a:gd name="connsiteY866" fmla="*/ 1918330 h 4342592"/>
                  <a:gd name="connsiteX867" fmla="*/ 4205289 w 7095546"/>
                  <a:gd name="connsiteY867" fmla="*/ 1939410 h 4342592"/>
                  <a:gd name="connsiteX868" fmla="*/ 4191225 w 7095546"/>
                  <a:gd name="connsiteY868" fmla="*/ 1925356 h 4342592"/>
                  <a:gd name="connsiteX869" fmla="*/ 4184192 w 7095546"/>
                  <a:gd name="connsiteY869" fmla="*/ 1932383 h 4342592"/>
                  <a:gd name="connsiteX870" fmla="*/ 4184192 w 7095546"/>
                  <a:gd name="connsiteY870" fmla="*/ 1876168 h 4342592"/>
                  <a:gd name="connsiteX871" fmla="*/ 4156063 w 7095546"/>
                  <a:gd name="connsiteY871" fmla="*/ 1869142 h 4342592"/>
                  <a:gd name="connsiteX872" fmla="*/ 4177160 w 7095546"/>
                  <a:gd name="connsiteY872" fmla="*/ 1826981 h 4342592"/>
                  <a:gd name="connsiteX873" fmla="*/ 4198257 w 7095546"/>
                  <a:gd name="connsiteY873" fmla="*/ 1819954 h 4342592"/>
                  <a:gd name="connsiteX874" fmla="*/ 4205289 w 7095546"/>
                  <a:gd name="connsiteY874" fmla="*/ 1805900 h 4342592"/>
                  <a:gd name="connsiteX875" fmla="*/ 4198257 w 7095546"/>
                  <a:gd name="connsiteY875" fmla="*/ 1784819 h 4342592"/>
                  <a:gd name="connsiteX876" fmla="*/ 4177160 w 7095546"/>
                  <a:gd name="connsiteY876" fmla="*/ 1770766 h 4342592"/>
                  <a:gd name="connsiteX877" fmla="*/ 4205289 w 7095546"/>
                  <a:gd name="connsiteY877" fmla="*/ 1742658 h 4342592"/>
                  <a:gd name="connsiteX878" fmla="*/ 4170128 w 7095546"/>
                  <a:gd name="connsiteY878" fmla="*/ 1707524 h 4342592"/>
                  <a:gd name="connsiteX879" fmla="*/ 4134967 w 7095546"/>
                  <a:gd name="connsiteY879" fmla="*/ 1707524 h 4342592"/>
                  <a:gd name="connsiteX880" fmla="*/ 4149031 w 7095546"/>
                  <a:gd name="connsiteY880" fmla="*/ 1651309 h 4342592"/>
                  <a:gd name="connsiteX881" fmla="*/ 4085741 w 7095546"/>
                  <a:gd name="connsiteY881" fmla="*/ 1700497 h 4342592"/>
                  <a:gd name="connsiteX882" fmla="*/ 4015418 w 7095546"/>
                  <a:gd name="connsiteY882" fmla="*/ 1791846 h 4342592"/>
                  <a:gd name="connsiteX883" fmla="*/ 3987289 w 7095546"/>
                  <a:gd name="connsiteY883" fmla="*/ 1798873 h 4342592"/>
                  <a:gd name="connsiteX884" fmla="*/ 3980257 w 7095546"/>
                  <a:gd name="connsiteY884" fmla="*/ 1763739 h 4342592"/>
                  <a:gd name="connsiteX885" fmla="*/ 3952128 w 7095546"/>
                  <a:gd name="connsiteY885" fmla="*/ 1784819 h 4342592"/>
                  <a:gd name="connsiteX886" fmla="*/ 3945096 w 7095546"/>
                  <a:gd name="connsiteY886" fmla="*/ 1777793 h 4342592"/>
                  <a:gd name="connsiteX887" fmla="*/ 3938063 w 7095546"/>
                  <a:gd name="connsiteY887" fmla="*/ 1735631 h 4342592"/>
                  <a:gd name="connsiteX888" fmla="*/ 3966192 w 7095546"/>
                  <a:gd name="connsiteY888" fmla="*/ 1707524 h 4342592"/>
                  <a:gd name="connsiteX889" fmla="*/ 3973225 w 7095546"/>
                  <a:gd name="connsiteY889" fmla="*/ 1679417 h 4342592"/>
                  <a:gd name="connsiteX890" fmla="*/ 3952128 w 7095546"/>
                  <a:gd name="connsiteY890" fmla="*/ 1707524 h 4342592"/>
                  <a:gd name="connsiteX891" fmla="*/ 3938063 w 7095546"/>
                  <a:gd name="connsiteY891" fmla="*/ 1707524 h 4342592"/>
                  <a:gd name="connsiteX892" fmla="*/ 3945096 w 7095546"/>
                  <a:gd name="connsiteY892" fmla="*/ 1686444 h 4342592"/>
                  <a:gd name="connsiteX893" fmla="*/ 3931031 w 7095546"/>
                  <a:gd name="connsiteY893" fmla="*/ 1672390 h 4342592"/>
                  <a:gd name="connsiteX894" fmla="*/ 3895870 w 7095546"/>
                  <a:gd name="connsiteY894" fmla="*/ 1686444 h 4342592"/>
                  <a:gd name="connsiteX895" fmla="*/ 3902902 w 7095546"/>
                  <a:gd name="connsiteY895" fmla="*/ 1693470 h 4342592"/>
                  <a:gd name="connsiteX896" fmla="*/ 3867741 w 7095546"/>
                  <a:gd name="connsiteY896" fmla="*/ 1742658 h 4342592"/>
                  <a:gd name="connsiteX897" fmla="*/ 3790386 w 7095546"/>
                  <a:gd name="connsiteY897" fmla="*/ 1728605 h 4342592"/>
                  <a:gd name="connsiteX898" fmla="*/ 3762257 w 7095546"/>
                  <a:gd name="connsiteY898" fmla="*/ 1763739 h 4342592"/>
                  <a:gd name="connsiteX899" fmla="*/ 3748192 w 7095546"/>
                  <a:gd name="connsiteY899" fmla="*/ 1756712 h 4342592"/>
                  <a:gd name="connsiteX900" fmla="*/ 3748192 w 7095546"/>
                  <a:gd name="connsiteY900" fmla="*/ 1770766 h 4342592"/>
                  <a:gd name="connsiteX901" fmla="*/ 3734128 w 7095546"/>
                  <a:gd name="connsiteY901" fmla="*/ 1777793 h 4342592"/>
                  <a:gd name="connsiteX902" fmla="*/ 3741160 w 7095546"/>
                  <a:gd name="connsiteY902" fmla="*/ 1742658 h 4342592"/>
                  <a:gd name="connsiteX903" fmla="*/ 3720063 w 7095546"/>
                  <a:gd name="connsiteY903" fmla="*/ 1735631 h 4342592"/>
                  <a:gd name="connsiteX904" fmla="*/ 3720063 w 7095546"/>
                  <a:gd name="connsiteY904" fmla="*/ 1721578 h 4342592"/>
                  <a:gd name="connsiteX905" fmla="*/ 3705999 w 7095546"/>
                  <a:gd name="connsiteY905" fmla="*/ 1735631 h 4342592"/>
                  <a:gd name="connsiteX906" fmla="*/ 3698967 w 7095546"/>
                  <a:gd name="connsiteY906" fmla="*/ 1721578 h 4342592"/>
                  <a:gd name="connsiteX907" fmla="*/ 3670838 w 7095546"/>
                  <a:gd name="connsiteY907" fmla="*/ 1707524 h 4342592"/>
                  <a:gd name="connsiteX908" fmla="*/ 3663805 w 7095546"/>
                  <a:gd name="connsiteY908" fmla="*/ 1714551 h 4342592"/>
                  <a:gd name="connsiteX909" fmla="*/ 3670838 w 7095546"/>
                  <a:gd name="connsiteY909" fmla="*/ 1693470 h 4342592"/>
                  <a:gd name="connsiteX910" fmla="*/ 3579418 w 7095546"/>
                  <a:gd name="connsiteY910" fmla="*/ 1623202 h 4342592"/>
                  <a:gd name="connsiteX911" fmla="*/ 3558322 w 7095546"/>
                  <a:gd name="connsiteY911" fmla="*/ 1623202 h 4342592"/>
                  <a:gd name="connsiteX912" fmla="*/ 3544257 w 7095546"/>
                  <a:gd name="connsiteY912" fmla="*/ 1637256 h 4342592"/>
                  <a:gd name="connsiteX913" fmla="*/ 3502064 w 7095546"/>
                  <a:gd name="connsiteY913" fmla="*/ 1630229 h 4342592"/>
                  <a:gd name="connsiteX914" fmla="*/ 3495031 w 7095546"/>
                  <a:gd name="connsiteY914" fmla="*/ 1616175 h 4342592"/>
                  <a:gd name="connsiteX915" fmla="*/ 3452838 w 7095546"/>
                  <a:gd name="connsiteY915" fmla="*/ 1623202 h 4342592"/>
                  <a:gd name="connsiteX916" fmla="*/ 3445805 w 7095546"/>
                  <a:gd name="connsiteY916" fmla="*/ 1609148 h 4342592"/>
                  <a:gd name="connsiteX917" fmla="*/ 3431741 w 7095546"/>
                  <a:gd name="connsiteY917" fmla="*/ 1616175 h 4342592"/>
                  <a:gd name="connsiteX918" fmla="*/ 3431741 w 7095546"/>
                  <a:gd name="connsiteY918" fmla="*/ 1602121 h 4342592"/>
                  <a:gd name="connsiteX919" fmla="*/ 3403612 w 7095546"/>
                  <a:gd name="connsiteY919" fmla="*/ 1581041 h 4342592"/>
                  <a:gd name="connsiteX920" fmla="*/ 3305160 w 7095546"/>
                  <a:gd name="connsiteY920" fmla="*/ 1566987 h 4342592"/>
                  <a:gd name="connsiteX921" fmla="*/ 3298128 w 7095546"/>
                  <a:gd name="connsiteY921" fmla="*/ 1552933 h 4342592"/>
                  <a:gd name="connsiteX922" fmla="*/ 3277031 w 7095546"/>
                  <a:gd name="connsiteY922" fmla="*/ 1545907 h 4342592"/>
                  <a:gd name="connsiteX923" fmla="*/ 3241870 w 7095546"/>
                  <a:gd name="connsiteY923" fmla="*/ 1552933 h 4342592"/>
                  <a:gd name="connsiteX924" fmla="*/ 3248902 w 7095546"/>
                  <a:gd name="connsiteY924" fmla="*/ 1574014 h 4342592"/>
                  <a:gd name="connsiteX925" fmla="*/ 3227806 w 7095546"/>
                  <a:gd name="connsiteY925" fmla="*/ 1581041 h 4342592"/>
                  <a:gd name="connsiteX926" fmla="*/ 3227806 w 7095546"/>
                  <a:gd name="connsiteY926" fmla="*/ 1566987 h 4342592"/>
                  <a:gd name="connsiteX927" fmla="*/ 3164515 w 7095546"/>
                  <a:gd name="connsiteY927" fmla="*/ 1574014 h 4342592"/>
                  <a:gd name="connsiteX928" fmla="*/ 3164515 w 7095546"/>
                  <a:gd name="connsiteY928" fmla="*/ 1588068 h 4342592"/>
                  <a:gd name="connsiteX929" fmla="*/ 3185612 w 7095546"/>
                  <a:gd name="connsiteY929" fmla="*/ 1595095 h 4342592"/>
                  <a:gd name="connsiteX930" fmla="*/ 3164515 w 7095546"/>
                  <a:gd name="connsiteY930" fmla="*/ 1616175 h 4342592"/>
                  <a:gd name="connsiteX931" fmla="*/ 3178580 w 7095546"/>
                  <a:gd name="connsiteY931" fmla="*/ 1644282 h 4342592"/>
                  <a:gd name="connsiteX932" fmla="*/ 3199677 w 7095546"/>
                  <a:gd name="connsiteY932" fmla="*/ 1651309 h 4342592"/>
                  <a:gd name="connsiteX933" fmla="*/ 3206709 w 7095546"/>
                  <a:gd name="connsiteY933" fmla="*/ 1679417 h 4342592"/>
                  <a:gd name="connsiteX934" fmla="*/ 3185612 w 7095546"/>
                  <a:gd name="connsiteY934" fmla="*/ 1700497 h 4342592"/>
                  <a:gd name="connsiteX935" fmla="*/ 3164515 w 7095546"/>
                  <a:gd name="connsiteY935" fmla="*/ 1700497 h 4342592"/>
                  <a:gd name="connsiteX936" fmla="*/ 3122322 w 7095546"/>
                  <a:gd name="connsiteY936" fmla="*/ 1728605 h 4342592"/>
                  <a:gd name="connsiteX937" fmla="*/ 3044967 w 7095546"/>
                  <a:gd name="connsiteY937" fmla="*/ 1672390 h 4342592"/>
                  <a:gd name="connsiteX938" fmla="*/ 2939483 w 7095546"/>
                  <a:gd name="connsiteY938" fmla="*/ 1679417 h 4342592"/>
                  <a:gd name="connsiteX939" fmla="*/ 2911354 w 7095546"/>
                  <a:gd name="connsiteY939" fmla="*/ 1735631 h 4342592"/>
                  <a:gd name="connsiteX940" fmla="*/ 2897290 w 7095546"/>
                  <a:gd name="connsiteY940" fmla="*/ 1742658 h 4342592"/>
                  <a:gd name="connsiteX941" fmla="*/ 2883225 w 7095546"/>
                  <a:gd name="connsiteY941" fmla="*/ 1728605 h 4342592"/>
                  <a:gd name="connsiteX942" fmla="*/ 2848064 w 7095546"/>
                  <a:gd name="connsiteY942" fmla="*/ 1728605 h 4342592"/>
                  <a:gd name="connsiteX943" fmla="*/ 2841031 w 7095546"/>
                  <a:gd name="connsiteY943" fmla="*/ 1756712 h 4342592"/>
                  <a:gd name="connsiteX944" fmla="*/ 2819935 w 7095546"/>
                  <a:gd name="connsiteY944" fmla="*/ 1763739 h 4342592"/>
                  <a:gd name="connsiteX945" fmla="*/ 2805870 w 7095546"/>
                  <a:gd name="connsiteY945" fmla="*/ 1805900 h 4342592"/>
                  <a:gd name="connsiteX946" fmla="*/ 2812902 w 7095546"/>
                  <a:gd name="connsiteY946" fmla="*/ 1819954 h 4342592"/>
                  <a:gd name="connsiteX947" fmla="*/ 2791806 w 7095546"/>
                  <a:gd name="connsiteY947" fmla="*/ 1826981 h 4342592"/>
                  <a:gd name="connsiteX948" fmla="*/ 2798838 w 7095546"/>
                  <a:gd name="connsiteY948" fmla="*/ 1855088 h 4342592"/>
                  <a:gd name="connsiteX949" fmla="*/ 2791806 w 7095546"/>
                  <a:gd name="connsiteY949" fmla="*/ 1869142 h 4342592"/>
                  <a:gd name="connsiteX950" fmla="*/ 2770709 w 7095546"/>
                  <a:gd name="connsiteY950" fmla="*/ 1876168 h 4342592"/>
                  <a:gd name="connsiteX951" fmla="*/ 2770709 w 7095546"/>
                  <a:gd name="connsiteY951" fmla="*/ 1911303 h 4342592"/>
                  <a:gd name="connsiteX952" fmla="*/ 2756644 w 7095546"/>
                  <a:gd name="connsiteY952" fmla="*/ 1918330 h 4342592"/>
                  <a:gd name="connsiteX953" fmla="*/ 2841031 w 7095546"/>
                  <a:gd name="connsiteY953" fmla="*/ 3028572 h 4342592"/>
                  <a:gd name="connsiteX954" fmla="*/ 2826967 w 7095546"/>
                  <a:gd name="connsiteY954" fmla="*/ 3021545 h 4342592"/>
                  <a:gd name="connsiteX955" fmla="*/ 2826967 w 7095546"/>
                  <a:gd name="connsiteY955" fmla="*/ 3007491 h 4342592"/>
                  <a:gd name="connsiteX956" fmla="*/ 2848064 w 7095546"/>
                  <a:gd name="connsiteY956" fmla="*/ 3007491 h 4342592"/>
                  <a:gd name="connsiteX957" fmla="*/ 2826967 w 7095546"/>
                  <a:gd name="connsiteY957" fmla="*/ 2965330 h 4342592"/>
                  <a:gd name="connsiteX958" fmla="*/ 2833999 w 7095546"/>
                  <a:gd name="connsiteY958" fmla="*/ 2930196 h 4342592"/>
                  <a:gd name="connsiteX959" fmla="*/ 2798838 w 7095546"/>
                  <a:gd name="connsiteY959" fmla="*/ 2944249 h 4342592"/>
                  <a:gd name="connsiteX960" fmla="*/ 2770709 w 7095546"/>
                  <a:gd name="connsiteY960" fmla="*/ 2923169 h 4342592"/>
                  <a:gd name="connsiteX961" fmla="*/ 2784773 w 7095546"/>
                  <a:gd name="connsiteY961" fmla="*/ 2888035 h 4342592"/>
                  <a:gd name="connsiteX962" fmla="*/ 2805870 w 7095546"/>
                  <a:gd name="connsiteY962" fmla="*/ 2873981 h 4342592"/>
                  <a:gd name="connsiteX963" fmla="*/ 2812902 w 7095546"/>
                  <a:gd name="connsiteY963" fmla="*/ 2845874 h 4342592"/>
                  <a:gd name="connsiteX964" fmla="*/ 2798838 w 7095546"/>
                  <a:gd name="connsiteY964" fmla="*/ 2803712 h 4342592"/>
                  <a:gd name="connsiteX965" fmla="*/ 2791806 w 7095546"/>
                  <a:gd name="connsiteY965" fmla="*/ 2810739 h 4342592"/>
                  <a:gd name="connsiteX966" fmla="*/ 2777741 w 7095546"/>
                  <a:gd name="connsiteY966" fmla="*/ 2789659 h 4342592"/>
                  <a:gd name="connsiteX967" fmla="*/ 2798838 w 7095546"/>
                  <a:gd name="connsiteY967" fmla="*/ 2796686 h 4342592"/>
                  <a:gd name="connsiteX968" fmla="*/ 2826967 w 7095546"/>
                  <a:gd name="connsiteY968" fmla="*/ 2768578 h 4342592"/>
                  <a:gd name="connsiteX969" fmla="*/ 2848064 w 7095546"/>
                  <a:gd name="connsiteY969" fmla="*/ 2775605 h 4342592"/>
                  <a:gd name="connsiteX970" fmla="*/ 2848064 w 7095546"/>
                  <a:gd name="connsiteY970" fmla="*/ 2726417 h 4342592"/>
                  <a:gd name="connsiteX971" fmla="*/ 2826967 w 7095546"/>
                  <a:gd name="connsiteY971" fmla="*/ 2719390 h 4342592"/>
                  <a:gd name="connsiteX972" fmla="*/ 2848064 w 7095546"/>
                  <a:gd name="connsiteY972" fmla="*/ 2705337 h 4342592"/>
                  <a:gd name="connsiteX973" fmla="*/ 2855096 w 7095546"/>
                  <a:gd name="connsiteY973" fmla="*/ 2712363 h 4342592"/>
                  <a:gd name="connsiteX974" fmla="*/ 2862128 w 7095546"/>
                  <a:gd name="connsiteY974" fmla="*/ 2691283 h 4342592"/>
                  <a:gd name="connsiteX975" fmla="*/ 2833999 w 7095546"/>
                  <a:gd name="connsiteY975" fmla="*/ 2635068 h 4342592"/>
                  <a:gd name="connsiteX976" fmla="*/ 2826967 w 7095546"/>
                  <a:gd name="connsiteY976" fmla="*/ 2642095 h 4342592"/>
                  <a:gd name="connsiteX977" fmla="*/ 2819935 w 7095546"/>
                  <a:gd name="connsiteY977" fmla="*/ 2628041 h 4342592"/>
                  <a:gd name="connsiteX978" fmla="*/ 2763677 w 7095546"/>
                  <a:gd name="connsiteY978" fmla="*/ 2628041 h 4342592"/>
                  <a:gd name="connsiteX979" fmla="*/ 2735548 w 7095546"/>
                  <a:gd name="connsiteY979" fmla="*/ 2663175 h 4342592"/>
                  <a:gd name="connsiteX980" fmla="*/ 2714451 w 7095546"/>
                  <a:gd name="connsiteY980" fmla="*/ 2656149 h 4342592"/>
                  <a:gd name="connsiteX981" fmla="*/ 2728515 w 7095546"/>
                  <a:gd name="connsiteY981" fmla="*/ 2642095 h 4342592"/>
                  <a:gd name="connsiteX982" fmla="*/ 2714451 w 7095546"/>
                  <a:gd name="connsiteY982" fmla="*/ 2642095 h 4342592"/>
                  <a:gd name="connsiteX983" fmla="*/ 2651161 w 7095546"/>
                  <a:gd name="connsiteY983" fmla="*/ 2684256 h 4342592"/>
                  <a:gd name="connsiteX984" fmla="*/ 2615999 w 7095546"/>
                  <a:gd name="connsiteY984" fmla="*/ 2656149 h 4342592"/>
                  <a:gd name="connsiteX985" fmla="*/ 2644128 w 7095546"/>
                  <a:gd name="connsiteY985" fmla="*/ 2642095 h 4342592"/>
                  <a:gd name="connsiteX986" fmla="*/ 2651161 w 7095546"/>
                  <a:gd name="connsiteY986" fmla="*/ 2649122 h 4342592"/>
                  <a:gd name="connsiteX987" fmla="*/ 2665225 w 7095546"/>
                  <a:gd name="connsiteY987" fmla="*/ 2599934 h 4342592"/>
                  <a:gd name="connsiteX988" fmla="*/ 2686322 w 7095546"/>
                  <a:gd name="connsiteY988" fmla="*/ 2592907 h 4342592"/>
                  <a:gd name="connsiteX989" fmla="*/ 2700386 w 7095546"/>
                  <a:gd name="connsiteY989" fmla="*/ 2564800 h 4342592"/>
                  <a:gd name="connsiteX990" fmla="*/ 2721483 w 7095546"/>
                  <a:gd name="connsiteY990" fmla="*/ 2557773 h 4342592"/>
                  <a:gd name="connsiteX991" fmla="*/ 2728515 w 7095546"/>
                  <a:gd name="connsiteY991" fmla="*/ 2522639 h 4342592"/>
                  <a:gd name="connsiteX992" fmla="*/ 2735548 w 7095546"/>
                  <a:gd name="connsiteY992" fmla="*/ 2536692 h 4342592"/>
                  <a:gd name="connsiteX993" fmla="*/ 2749612 w 7095546"/>
                  <a:gd name="connsiteY993" fmla="*/ 2522639 h 4342592"/>
                  <a:gd name="connsiteX994" fmla="*/ 2763677 w 7095546"/>
                  <a:gd name="connsiteY994" fmla="*/ 2536692 h 4342592"/>
                  <a:gd name="connsiteX995" fmla="*/ 2784773 w 7095546"/>
                  <a:gd name="connsiteY995" fmla="*/ 2529665 h 4342592"/>
                  <a:gd name="connsiteX996" fmla="*/ 2805870 w 7095546"/>
                  <a:gd name="connsiteY996" fmla="*/ 2487504 h 4342592"/>
                  <a:gd name="connsiteX997" fmla="*/ 2819935 w 7095546"/>
                  <a:gd name="connsiteY997" fmla="*/ 2487504 h 4342592"/>
                  <a:gd name="connsiteX998" fmla="*/ 2833999 w 7095546"/>
                  <a:gd name="connsiteY998" fmla="*/ 2466424 h 4342592"/>
                  <a:gd name="connsiteX999" fmla="*/ 2833999 w 7095546"/>
                  <a:gd name="connsiteY999" fmla="*/ 2438316 h 4342592"/>
                  <a:gd name="connsiteX1000" fmla="*/ 2798838 w 7095546"/>
                  <a:gd name="connsiteY1000" fmla="*/ 2424263 h 4342592"/>
                  <a:gd name="connsiteX1001" fmla="*/ 2805870 w 7095546"/>
                  <a:gd name="connsiteY1001" fmla="*/ 2417236 h 4342592"/>
                  <a:gd name="connsiteX1002" fmla="*/ 2791806 w 7095546"/>
                  <a:gd name="connsiteY1002" fmla="*/ 2403182 h 4342592"/>
                  <a:gd name="connsiteX1003" fmla="*/ 2784773 w 7095546"/>
                  <a:gd name="connsiteY1003" fmla="*/ 2368048 h 4342592"/>
                  <a:gd name="connsiteX1004" fmla="*/ 2784773 w 7095546"/>
                  <a:gd name="connsiteY1004" fmla="*/ 2325887 h 4342592"/>
                  <a:gd name="connsiteX1005" fmla="*/ 2805870 w 7095546"/>
                  <a:gd name="connsiteY1005" fmla="*/ 2311833 h 4342592"/>
                  <a:gd name="connsiteX1006" fmla="*/ 2791806 w 7095546"/>
                  <a:gd name="connsiteY1006" fmla="*/ 2297779 h 4342592"/>
                  <a:gd name="connsiteX1007" fmla="*/ 2791806 w 7095546"/>
                  <a:gd name="connsiteY1007" fmla="*/ 2311833 h 4342592"/>
                  <a:gd name="connsiteX1008" fmla="*/ 2777741 w 7095546"/>
                  <a:gd name="connsiteY1008" fmla="*/ 2311833 h 4342592"/>
                  <a:gd name="connsiteX1009" fmla="*/ 2791806 w 7095546"/>
                  <a:gd name="connsiteY1009" fmla="*/ 2248591 h 4342592"/>
                  <a:gd name="connsiteX1010" fmla="*/ 2805870 w 7095546"/>
                  <a:gd name="connsiteY1010" fmla="*/ 2234538 h 4342592"/>
                  <a:gd name="connsiteX1011" fmla="*/ 2798838 w 7095546"/>
                  <a:gd name="connsiteY1011" fmla="*/ 2220484 h 4342592"/>
                  <a:gd name="connsiteX1012" fmla="*/ 2770709 w 7095546"/>
                  <a:gd name="connsiteY1012" fmla="*/ 2213457 h 4342592"/>
                  <a:gd name="connsiteX1013" fmla="*/ 2770709 w 7095546"/>
                  <a:gd name="connsiteY1013" fmla="*/ 2143189 h 4342592"/>
                  <a:gd name="connsiteX1014" fmla="*/ 3649741 w 7095546"/>
                  <a:gd name="connsiteY1014" fmla="*/ 3485317 h 4342592"/>
                  <a:gd name="connsiteX1015" fmla="*/ 3551289 w 7095546"/>
                  <a:gd name="connsiteY1015" fmla="*/ 3471263 h 4342592"/>
                  <a:gd name="connsiteX1016" fmla="*/ 3530193 w 7095546"/>
                  <a:gd name="connsiteY1016" fmla="*/ 3485317 h 4342592"/>
                  <a:gd name="connsiteX1017" fmla="*/ 3523160 w 7095546"/>
                  <a:gd name="connsiteY1017" fmla="*/ 3506397 h 4342592"/>
                  <a:gd name="connsiteX1018" fmla="*/ 3509096 w 7095546"/>
                  <a:gd name="connsiteY1018" fmla="*/ 3506397 h 4342592"/>
                  <a:gd name="connsiteX1019" fmla="*/ 3509096 w 7095546"/>
                  <a:gd name="connsiteY1019" fmla="*/ 3520451 h 4342592"/>
                  <a:gd name="connsiteX1020" fmla="*/ 3495031 w 7095546"/>
                  <a:gd name="connsiteY1020" fmla="*/ 3527478 h 4342592"/>
                  <a:gd name="connsiteX1021" fmla="*/ 3487999 w 7095546"/>
                  <a:gd name="connsiteY1021" fmla="*/ 3513424 h 4342592"/>
                  <a:gd name="connsiteX1022" fmla="*/ 3473934 w 7095546"/>
                  <a:gd name="connsiteY1022" fmla="*/ 3513424 h 4342592"/>
                  <a:gd name="connsiteX1023" fmla="*/ 3466902 w 7095546"/>
                  <a:gd name="connsiteY1023" fmla="*/ 3506397 h 4342592"/>
                  <a:gd name="connsiteX1024" fmla="*/ 3480967 w 7095546"/>
                  <a:gd name="connsiteY1024" fmla="*/ 3471263 h 4342592"/>
                  <a:gd name="connsiteX1025" fmla="*/ 3459870 w 7095546"/>
                  <a:gd name="connsiteY1025" fmla="*/ 3408021 h 4342592"/>
                  <a:gd name="connsiteX1026" fmla="*/ 3473934 w 7095546"/>
                  <a:gd name="connsiteY1026" fmla="*/ 3393968 h 4342592"/>
                  <a:gd name="connsiteX1027" fmla="*/ 3459870 w 7095546"/>
                  <a:gd name="connsiteY1027" fmla="*/ 3386941 h 4342592"/>
                  <a:gd name="connsiteX1028" fmla="*/ 3452838 w 7095546"/>
                  <a:gd name="connsiteY1028" fmla="*/ 3351807 h 4342592"/>
                  <a:gd name="connsiteX1029" fmla="*/ 3424709 w 7095546"/>
                  <a:gd name="connsiteY1029" fmla="*/ 3358833 h 4342592"/>
                  <a:gd name="connsiteX1030" fmla="*/ 3410644 w 7095546"/>
                  <a:gd name="connsiteY1030" fmla="*/ 3344780 h 4342592"/>
                  <a:gd name="connsiteX1031" fmla="*/ 3354386 w 7095546"/>
                  <a:gd name="connsiteY1031" fmla="*/ 3386941 h 4342592"/>
                  <a:gd name="connsiteX1032" fmla="*/ 3354386 w 7095546"/>
                  <a:gd name="connsiteY1032" fmla="*/ 3415048 h 4342592"/>
                  <a:gd name="connsiteX1033" fmla="*/ 3340322 w 7095546"/>
                  <a:gd name="connsiteY1033" fmla="*/ 3422075 h 4342592"/>
                  <a:gd name="connsiteX1034" fmla="*/ 3312193 w 7095546"/>
                  <a:gd name="connsiteY1034" fmla="*/ 3408021 h 4342592"/>
                  <a:gd name="connsiteX1035" fmla="*/ 3319225 w 7095546"/>
                  <a:gd name="connsiteY1035" fmla="*/ 3400995 h 4342592"/>
                  <a:gd name="connsiteX1036" fmla="*/ 3305160 w 7095546"/>
                  <a:gd name="connsiteY1036" fmla="*/ 3379914 h 4342592"/>
                  <a:gd name="connsiteX1037" fmla="*/ 3333289 w 7095546"/>
                  <a:gd name="connsiteY1037" fmla="*/ 3330726 h 4342592"/>
                  <a:gd name="connsiteX1038" fmla="*/ 3361418 w 7095546"/>
                  <a:gd name="connsiteY1038" fmla="*/ 3316672 h 4342592"/>
                  <a:gd name="connsiteX1039" fmla="*/ 3354386 w 7095546"/>
                  <a:gd name="connsiteY1039" fmla="*/ 3295592 h 4342592"/>
                  <a:gd name="connsiteX1040" fmla="*/ 3424709 w 7095546"/>
                  <a:gd name="connsiteY1040" fmla="*/ 3239377 h 4342592"/>
                  <a:gd name="connsiteX1041" fmla="*/ 3424709 w 7095546"/>
                  <a:gd name="connsiteY1041" fmla="*/ 3141001 h 4342592"/>
                  <a:gd name="connsiteX1042" fmla="*/ 3452838 w 7095546"/>
                  <a:gd name="connsiteY1042" fmla="*/ 3133974 h 4342592"/>
                  <a:gd name="connsiteX1043" fmla="*/ 3466902 w 7095546"/>
                  <a:gd name="connsiteY1043" fmla="*/ 3119921 h 4342592"/>
                  <a:gd name="connsiteX1044" fmla="*/ 3459870 w 7095546"/>
                  <a:gd name="connsiteY1044" fmla="*/ 3098840 h 4342592"/>
                  <a:gd name="connsiteX1045" fmla="*/ 3480967 w 7095546"/>
                  <a:gd name="connsiteY1045" fmla="*/ 3091813 h 4342592"/>
                  <a:gd name="connsiteX1046" fmla="*/ 3438773 w 7095546"/>
                  <a:gd name="connsiteY1046" fmla="*/ 3077760 h 4342592"/>
                  <a:gd name="connsiteX1047" fmla="*/ 3403612 w 7095546"/>
                  <a:gd name="connsiteY1047" fmla="*/ 3091813 h 4342592"/>
                  <a:gd name="connsiteX1048" fmla="*/ 3389547 w 7095546"/>
                  <a:gd name="connsiteY1048" fmla="*/ 3049652 h 4342592"/>
                  <a:gd name="connsiteX1049" fmla="*/ 3410644 w 7095546"/>
                  <a:gd name="connsiteY1049" fmla="*/ 3021545 h 4342592"/>
                  <a:gd name="connsiteX1050" fmla="*/ 3403612 w 7095546"/>
                  <a:gd name="connsiteY1050" fmla="*/ 2986410 h 4342592"/>
                  <a:gd name="connsiteX1051" fmla="*/ 3417676 w 7095546"/>
                  <a:gd name="connsiteY1051" fmla="*/ 2958303 h 4342592"/>
                  <a:gd name="connsiteX1052" fmla="*/ 3410644 w 7095546"/>
                  <a:gd name="connsiteY1052" fmla="*/ 2944249 h 4342592"/>
                  <a:gd name="connsiteX1053" fmla="*/ 3396580 w 7095546"/>
                  <a:gd name="connsiteY1053" fmla="*/ 2951276 h 4342592"/>
                  <a:gd name="connsiteX1054" fmla="*/ 3389547 w 7095546"/>
                  <a:gd name="connsiteY1054" fmla="*/ 2930196 h 4342592"/>
                  <a:gd name="connsiteX1055" fmla="*/ 3347354 w 7095546"/>
                  <a:gd name="connsiteY1055" fmla="*/ 2930196 h 4342592"/>
                  <a:gd name="connsiteX1056" fmla="*/ 3312193 w 7095546"/>
                  <a:gd name="connsiteY1056" fmla="*/ 2902088 h 4342592"/>
                  <a:gd name="connsiteX1057" fmla="*/ 3298128 w 7095546"/>
                  <a:gd name="connsiteY1057" fmla="*/ 2930196 h 4342592"/>
                  <a:gd name="connsiteX1058" fmla="*/ 3305160 w 7095546"/>
                  <a:gd name="connsiteY1058" fmla="*/ 2951276 h 4342592"/>
                  <a:gd name="connsiteX1059" fmla="*/ 3255935 w 7095546"/>
                  <a:gd name="connsiteY1059" fmla="*/ 2951276 h 4342592"/>
                  <a:gd name="connsiteX1060" fmla="*/ 3234838 w 7095546"/>
                  <a:gd name="connsiteY1060" fmla="*/ 2944249 h 4342592"/>
                  <a:gd name="connsiteX1061" fmla="*/ 3234838 w 7095546"/>
                  <a:gd name="connsiteY1061" fmla="*/ 2930196 h 4342592"/>
                  <a:gd name="connsiteX1062" fmla="*/ 3199677 w 7095546"/>
                  <a:gd name="connsiteY1062" fmla="*/ 2923169 h 4342592"/>
                  <a:gd name="connsiteX1063" fmla="*/ 3178580 w 7095546"/>
                  <a:gd name="connsiteY1063" fmla="*/ 2937223 h 4342592"/>
                  <a:gd name="connsiteX1064" fmla="*/ 3164515 w 7095546"/>
                  <a:gd name="connsiteY1064" fmla="*/ 2979384 h 4342592"/>
                  <a:gd name="connsiteX1065" fmla="*/ 3150451 w 7095546"/>
                  <a:gd name="connsiteY1065" fmla="*/ 2979384 h 4342592"/>
                  <a:gd name="connsiteX1066" fmla="*/ 3115289 w 7095546"/>
                  <a:gd name="connsiteY1066" fmla="*/ 3021545 h 4342592"/>
                  <a:gd name="connsiteX1067" fmla="*/ 3122322 w 7095546"/>
                  <a:gd name="connsiteY1067" fmla="*/ 3028572 h 4342592"/>
                  <a:gd name="connsiteX1068" fmla="*/ 3101225 w 7095546"/>
                  <a:gd name="connsiteY1068" fmla="*/ 3056679 h 4342592"/>
                  <a:gd name="connsiteX1069" fmla="*/ 3087160 w 7095546"/>
                  <a:gd name="connsiteY1069" fmla="*/ 3056679 h 4342592"/>
                  <a:gd name="connsiteX1070" fmla="*/ 3066064 w 7095546"/>
                  <a:gd name="connsiteY1070" fmla="*/ 3014518 h 4342592"/>
                  <a:gd name="connsiteX1071" fmla="*/ 3059031 w 7095546"/>
                  <a:gd name="connsiteY1071" fmla="*/ 3035598 h 4342592"/>
                  <a:gd name="connsiteX1072" fmla="*/ 3037935 w 7095546"/>
                  <a:gd name="connsiteY1072" fmla="*/ 3035598 h 4342592"/>
                  <a:gd name="connsiteX1073" fmla="*/ 3023870 w 7095546"/>
                  <a:gd name="connsiteY1073" fmla="*/ 3021545 h 4342592"/>
                  <a:gd name="connsiteX1074" fmla="*/ 3037935 w 7095546"/>
                  <a:gd name="connsiteY1074" fmla="*/ 2979384 h 4342592"/>
                  <a:gd name="connsiteX1075" fmla="*/ 2995741 w 7095546"/>
                  <a:gd name="connsiteY1075" fmla="*/ 2979384 h 4342592"/>
                  <a:gd name="connsiteX1076" fmla="*/ 2981677 w 7095546"/>
                  <a:gd name="connsiteY1076" fmla="*/ 2986410 h 4342592"/>
                  <a:gd name="connsiteX1077" fmla="*/ 2960580 w 7095546"/>
                  <a:gd name="connsiteY1077" fmla="*/ 3028572 h 4342592"/>
                  <a:gd name="connsiteX1078" fmla="*/ 2932451 w 7095546"/>
                  <a:gd name="connsiteY1078" fmla="*/ 3042625 h 4342592"/>
                  <a:gd name="connsiteX1079" fmla="*/ 2946515 w 7095546"/>
                  <a:gd name="connsiteY1079" fmla="*/ 3070733 h 4342592"/>
                  <a:gd name="connsiteX1080" fmla="*/ 2939483 w 7095546"/>
                  <a:gd name="connsiteY1080" fmla="*/ 3091813 h 4342592"/>
                  <a:gd name="connsiteX1081" fmla="*/ 2925419 w 7095546"/>
                  <a:gd name="connsiteY1081" fmla="*/ 3084786 h 4342592"/>
                  <a:gd name="connsiteX1082" fmla="*/ 2932451 w 7095546"/>
                  <a:gd name="connsiteY1082" fmla="*/ 3077760 h 4342592"/>
                  <a:gd name="connsiteX1083" fmla="*/ 2904322 w 7095546"/>
                  <a:gd name="connsiteY1083" fmla="*/ 3077760 h 4342592"/>
                  <a:gd name="connsiteX1084" fmla="*/ 2918386 w 7095546"/>
                  <a:gd name="connsiteY1084" fmla="*/ 3049652 h 4342592"/>
                  <a:gd name="connsiteX1085" fmla="*/ 2911354 w 7095546"/>
                  <a:gd name="connsiteY1085" fmla="*/ 3035598 h 4342592"/>
                  <a:gd name="connsiteX1086" fmla="*/ 2890257 w 7095546"/>
                  <a:gd name="connsiteY1086" fmla="*/ 3028572 h 4342592"/>
                  <a:gd name="connsiteX1087" fmla="*/ 2855096 w 7095546"/>
                  <a:gd name="connsiteY1087" fmla="*/ 3042625 h 4342592"/>
                  <a:gd name="connsiteX1088" fmla="*/ 2841031 w 7095546"/>
                  <a:gd name="connsiteY1088" fmla="*/ 3028572 h 4342592"/>
                  <a:gd name="connsiteX1089" fmla="*/ 3319225 w 7095546"/>
                  <a:gd name="connsiteY1089" fmla="*/ 372423 h 4342592"/>
                  <a:gd name="connsiteX1090" fmla="*/ 3277031 w 7095546"/>
                  <a:gd name="connsiteY1090" fmla="*/ 386477 h 4342592"/>
                  <a:gd name="connsiteX1091" fmla="*/ 3227806 w 7095546"/>
                  <a:gd name="connsiteY1091" fmla="*/ 428638 h 4342592"/>
                  <a:gd name="connsiteX1092" fmla="*/ 3213741 w 7095546"/>
                  <a:gd name="connsiteY1092" fmla="*/ 407557 h 4342592"/>
                  <a:gd name="connsiteX1093" fmla="*/ 3206709 w 7095546"/>
                  <a:gd name="connsiteY1093" fmla="*/ 414584 h 4342592"/>
                  <a:gd name="connsiteX1094" fmla="*/ 3192644 w 7095546"/>
                  <a:gd name="connsiteY1094" fmla="*/ 400530 h 4342592"/>
                  <a:gd name="connsiteX1095" fmla="*/ 3192644 w 7095546"/>
                  <a:gd name="connsiteY1095" fmla="*/ 372423 h 4342592"/>
                  <a:gd name="connsiteX1096" fmla="*/ 3171547 w 7095546"/>
                  <a:gd name="connsiteY1096" fmla="*/ 372423 h 4342592"/>
                  <a:gd name="connsiteX1097" fmla="*/ 3150451 w 7095546"/>
                  <a:gd name="connsiteY1097" fmla="*/ 400530 h 4342592"/>
                  <a:gd name="connsiteX1098" fmla="*/ 3115289 w 7095546"/>
                  <a:gd name="connsiteY1098" fmla="*/ 407557 h 4342592"/>
                  <a:gd name="connsiteX1099" fmla="*/ 3080128 w 7095546"/>
                  <a:gd name="connsiteY1099" fmla="*/ 407557 h 4342592"/>
                  <a:gd name="connsiteX1100" fmla="*/ 3059031 w 7095546"/>
                  <a:gd name="connsiteY1100" fmla="*/ 386477 h 4342592"/>
                  <a:gd name="connsiteX1101" fmla="*/ 3009806 w 7095546"/>
                  <a:gd name="connsiteY1101" fmla="*/ 393503 h 4342592"/>
                  <a:gd name="connsiteX1102" fmla="*/ 2967612 w 7095546"/>
                  <a:gd name="connsiteY1102" fmla="*/ 372423 h 4342592"/>
                  <a:gd name="connsiteX1103" fmla="*/ 2848064 w 7095546"/>
                  <a:gd name="connsiteY1103" fmla="*/ 372423 h 4342592"/>
                  <a:gd name="connsiteX1104" fmla="*/ 2826967 w 7095546"/>
                  <a:gd name="connsiteY1104" fmla="*/ 407557 h 4342592"/>
                  <a:gd name="connsiteX1105" fmla="*/ 2869160 w 7095546"/>
                  <a:gd name="connsiteY1105" fmla="*/ 428638 h 4342592"/>
                  <a:gd name="connsiteX1106" fmla="*/ 2904322 w 7095546"/>
                  <a:gd name="connsiteY1106" fmla="*/ 421611 h 4342592"/>
                  <a:gd name="connsiteX1107" fmla="*/ 2939483 w 7095546"/>
                  <a:gd name="connsiteY1107" fmla="*/ 442691 h 4342592"/>
                  <a:gd name="connsiteX1108" fmla="*/ 2925419 w 7095546"/>
                  <a:gd name="connsiteY1108" fmla="*/ 498906 h 4342592"/>
                  <a:gd name="connsiteX1109" fmla="*/ 2939483 w 7095546"/>
                  <a:gd name="connsiteY1109" fmla="*/ 512960 h 4342592"/>
                  <a:gd name="connsiteX1110" fmla="*/ 2960580 w 7095546"/>
                  <a:gd name="connsiteY1110" fmla="*/ 498906 h 4342592"/>
                  <a:gd name="connsiteX1111" fmla="*/ 2981677 w 7095546"/>
                  <a:gd name="connsiteY1111" fmla="*/ 512960 h 4342592"/>
                  <a:gd name="connsiteX1112" fmla="*/ 3016838 w 7095546"/>
                  <a:gd name="connsiteY1112" fmla="*/ 512960 h 4342592"/>
                  <a:gd name="connsiteX1113" fmla="*/ 3016838 w 7095546"/>
                  <a:gd name="connsiteY1113" fmla="*/ 527014 h 4342592"/>
                  <a:gd name="connsiteX1114" fmla="*/ 3037935 w 7095546"/>
                  <a:gd name="connsiteY1114" fmla="*/ 527014 h 4342592"/>
                  <a:gd name="connsiteX1115" fmla="*/ 3044967 w 7095546"/>
                  <a:gd name="connsiteY1115" fmla="*/ 555121 h 4342592"/>
                  <a:gd name="connsiteX1116" fmla="*/ 3059031 w 7095546"/>
                  <a:gd name="connsiteY1116" fmla="*/ 562148 h 4342592"/>
                  <a:gd name="connsiteX1117" fmla="*/ 3051999 w 7095546"/>
                  <a:gd name="connsiteY1117" fmla="*/ 583228 h 4342592"/>
                  <a:gd name="connsiteX1118" fmla="*/ 3066064 w 7095546"/>
                  <a:gd name="connsiteY1118" fmla="*/ 604309 h 4342592"/>
                  <a:gd name="connsiteX1119" fmla="*/ 3059031 w 7095546"/>
                  <a:gd name="connsiteY1119" fmla="*/ 625389 h 4342592"/>
                  <a:gd name="connsiteX1120" fmla="*/ 3030902 w 7095546"/>
                  <a:gd name="connsiteY1120" fmla="*/ 611336 h 4342592"/>
                  <a:gd name="connsiteX1121" fmla="*/ 3016838 w 7095546"/>
                  <a:gd name="connsiteY1121" fmla="*/ 639443 h 4342592"/>
                  <a:gd name="connsiteX1122" fmla="*/ 3002773 w 7095546"/>
                  <a:gd name="connsiteY1122" fmla="*/ 639443 h 4342592"/>
                  <a:gd name="connsiteX1123" fmla="*/ 2995741 w 7095546"/>
                  <a:gd name="connsiteY1123" fmla="*/ 625389 h 4342592"/>
                  <a:gd name="connsiteX1124" fmla="*/ 2883225 w 7095546"/>
                  <a:gd name="connsiteY1124" fmla="*/ 618363 h 4342592"/>
                  <a:gd name="connsiteX1125" fmla="*/ 2890257 w 7095546"/>
                  <a:gd name="connsiteY1125" fmla="*/ 639443 h 4342592"/>
                  <a:gd name="connsiteX1126" fmla="*/ 2869160 w 7095546"/>
                  <a:gd name="connsiteY1126" fmla="*/ 653497 h 4342592"/>
                  <a:gd name="connsiteX1127" fmla="*/ 2855096 w 7095546"/>
                  <a:gd name="connsiteY1127" fmla="*/ 695658 h 4342592"/>
                  <a:gd name="connsiteX1128" fmla="*/ 2841031 w 7095546"/>
                  <a:gd name="connsiteY1128" fmla="*/ 702685 h 4342592"/>
                  <a:gd name="connsiteX1129" fmla="*/ 2841031 w 7095546"/>
                  <a:gd name="connsiteY1129" fmla="*/ 730792 h 4342592"/>
                  <a:gd name="connsiteX1130" fmla="*/ 2876193 w 7095546"/>
                  <a:gd name="connsiteY1130" fmla="*/ 765926 h 4342592"/>
                  <a:gd name="connsiteX1131" fmla="*/ 2876193 w 7095546"/>
                  <a:gd name="connsiteY1131" fmla="*/ 843222 h 4342592"/>
                  <a:gd name="connsiteX1132" fmla="*/ 2890257 w 7095546"/>
                  <a:gd name="connsiteY1132" fmla="*/ 857275 h 4342592"/>
                  <a:gd name="connsiteX1133" fmla="*/ 2869160 w 7095546"/>
                  <a:gd name="connsiteY1133" fmla="*/ 885383 h 4342592"/>
                  <a:gd name="connsiteX1134" fmla="*/ 2890257 w 7095546"/>
                  <a:gd name="connsiteY1134" fmla="*/ 920517 h 4342592"/>
                  <a:gd name="connsiteX1135" fmla="*/ 2876193 w 7095546"/>
                  <a:gd name="connsiteY1135" fmla="*/ 920517 h 4342592"/>
                  <a:gd name="connsiteX1136" fmla="*/ 2869160 w 7095546"/>
                  <a:gd name="connsiteY1136" fmla="*/ 948624 h 4342592"/>
                  <a:gd name="connsiteX1137" fmla="*/ 3234838 w 7095546"/>
                  <a:gd name="connsiteY1137" fmla="*/ 4342592 h 4342592"/>
                  <a:gd name="connsiteX1138" fmla="*/ 3241870 w 7095546"/>
                  <a:gd name="connsiteY1138" fmla="*/ 4342592 h 4342592"/>
                  <a:gd name="connsiteX1139" fmla="*/ 3255935 w 7095546"/>
                  <a:gd name="connsiteY1139" fmla="*/ 4342592 h 4342592"/>
                  <a:gd name="connsiteX1140" fmla="*/ 3234838 w 7095546"/>
                  <a:gd name="connsiteY1140" fmla="*/ 4314485 h 4342592"/>
                  <a:gd name="connsiteX1141" fmla="*/ 3234838 w 7095546"/>
                  <a:gd name="connsiteY1141" fmla="*/ 4286377 h 4342592"/>
                  <a:gd name="connsiteX1142" fmla="*/ 3220773 w 7095546"/>
                  <a:gd name="connsiteY1142" fmla="*/ 4279351 h 4342592"/>
                  <a:gd name="connsiteX1143" fmla="*/ 3241870 w 7095546"/>
                  <a:gd name="connsiteY1143" fmla="*/ 4279351 h 4342592"/>
                  <a:gd name="connsiteX1144" fmla="*/ 3248902 w 7095546"/>
                  <a:gd name="connsiteY1144" fmla="*/ 4244216 h 4342592"/>
                  <a:gd name="connsiteX1145" fmla="*/ 3277031 w 7095546"/>
                  <a:gd name="connsiteY1145" fmla="*/ 4244216 h 4342592"/>
                  <a:gd name="connsiteX1146" fmla="*/ 3326257 w 7095546"/>
                  <a:gd name="connsiteY1146" fmla="*/ 4223136 h 4342592"/>
                  <a:gd name="connsiteX1147" fmla="*/ 3354386 w 7095546"/>
                  <a:gd name="connsiteY1147" fmla="*/ 4202055 h 4342592"/>
                  <a:gd name="connsiteX1148" fmla="*/ 3340322 w 7095546"/>
                  <a:gd name="connsiteY1148" fmla="*/ 4188001 h 4342592"/>
                  <a:gd name="connsiteX1149" fmla="*/ 3382515 w 7095546"/>
                  <a:gd name="connsiteY1149" fmla="*/ 4188001 h 4342592"/>
                  <a:gd name="connsiteX1150" fmla="*/ 3431741 w 7095546"/>
                  <a:gd name="connsiteY1150" fmla="*/ 4145840 h 4342592"/>
                  <a:gd name="connsiteX1151" fmla="*/ 3459870 w 7095546"/>
                  <a:gd name="connsiteY1151" fmla="*/ 4089626 h 4342592"/>
                  <a:gd name="connsiteX1152" fmla="*/ 3459870 w 7095546"/>
                  <a:gd name="connsiteY1152" fmla="*/ 4075572 h 4342592"/>
                  <a:gd name="connsiteX1153" fmla="*/ 3445805 w 7095546"/>
                  <a:gd name="connsiteY1153" fmla="*/ 4068545 h 4342592"/>
                  <a:gd name="connsiteX1154" fmla="*/ 3452838 w 7095546"/>
                  <a:gd name="connsiteY1154" fmla="*/ 4040438 h 4342592"/>
                  <a:gd name="connsiteX1155" fmla="*/ 3438773 w 7095546"/>
                  <a:gd name="connsiteY1155" fmla="*/ 4012330 h 4342592"/>
                  <a:gd name="connsiteX1156" fmla="*/ 3452838 w 7095546"/>
                  <a:gd name="connsiteY1156" fmla="*/ 3935035 h 4342592"/>
                  <a:gd name="connsiteX1157" fmla="*/ 3480967 w 7095546"/>
                  <a:gd name="connsiteY1157" fmla="*/ 3906928 h 4342592"/>
                  <a:gd name="connsiteX1158" fmla="*/ 3480967 w 7095546"/>
                  <a:gd name="connsiteY1158" fmla="*/ 3885847 h 4342592"/>
                  <a:gd name="connsiteX1159" fmla="*/ 3537225 w 7095546"/>
                  <a:gd name="connsiteY1159" fmla="*/ 3850713 h 4342592"/>
                  <a:gd name="connsiteX1160" fmla="*/ 3523160 w 7095546"/>
                  <a:gd name="connsiteY1160" fmla="*/ 3843686 h 4342592"/>
                  <a:gd name="connsiteX1161" fmla="*/ 3523160 w 7095546"/>
                  <a:gd name="connsiteY1161" fmla="*/ 3822605 h 4342592"/>
                  <a:gd name="connsiteX1162" fmla="*/ 3537225 w 7095546"/>
                  <a:gd name="connsiteY1162" fmla="*/ 3808552 h 4342592"/>
                  <a:gd name="connsiteX1163" fmla="*/ 3544257 w 7095546"/>
                  <a:gd name="connsiteY1163" fmla="*/ 3815579 h 4342592"/>
                  <a:gd name="connsiteX1164" fmla="*/ 3551289 w 7095546"/>
                  <a:gd name="connsiteY1164" fmla="*/ 3801525 h 4342592"/>
                  <a:gd name="connsiteX1165" fmla="*/ 3579418 w 7095546"/>
                  <a:gd name="connsiteY1165" fmla="*/ 3815579 h 4342592"/>
                  <a:gd name="connsiteX1166" fmla="*/ 3586451 w 7095546"/>
                  <a:gd name="connsiteY1166" fmla="*/ 3780444 h 4342592"/>
                  <a:gd name="connsiteX1167" fmla="*/ 3621612 w 7095546"/>
                  <a:gd name="connsiteY1167" fmla="*/ 3766391 h 4342592"/>
                  <a:gd name="connsiteX1168" fmla="*/ 3628644 w 7095546"/>
                  <a:gd name="connsiteY1168" fmla="*/ 3752337 h 4342592"/>
                  <a:gd name="connsiteX1169" fmla="*/ 3607547 w 7095546"/>
                  <a:gd name="connsiteY1169" fmla="*/ 3717203 h 4342592"/>
                  <a:gd name="connsiteX1170" fmla="*/ 3607547 w 7095546"/>
                  <a:gd name="connsiteY1170" fmla="*/ 3668015 h 4342592"/>
                  <a:gd name="connsiteX1171" fmla="*/ 3642709 w 7095546"/>
                  <a:gd name="connsiteY1171" fmla="*/ 3653961 h 4342592"/>
                  <a:gd name="connsiteX1172" fmla="*/ 3663805 w 7095546"/>
                  <a:gd name="connsiteY1172" fmla="*/ 3625854 h 4342592"/>
                  <a:gd name="connsiteX1173" fmla="*/ 3642709 w 7095546"/>
                  <a:gd name="connsiteY1173" fmla="*/ 3583693 h 4342592"/>
                  <a:gd name="connsiteX1174" fmla="*/ 3649741 w 7095546"/>
                  <a:gd name="connsiteY1174" fmla="*/ 3562612 h 4342592"/>
                  <a:gd name="connsiteX1175" fmla="*/ 3621612 w 7095546"/>
                  <a:gd name="connsiteY1175" fmla="*/ 3534505 h 4342592"/>
                  <a:gd name="connsiteX1176" fmla="*/ 3635676 w 7095546"/>
                  <a:gd name="connsiteY1176" fmla="*/ 3492344 h 4342592"/>
                  <a:gd name="connsiteX1177" fmla="*/ 3649741 w 7095546"/>
                  <a:gd name="connsiteY1177" fmla="*/ 3485317 h 4342592"/>
                  <a:gd name="connsiteX1178" fmla="*/ 3164515 w 7095546"/>
                  <a:gd name="connsiteY1178" fmla="*/ 0 h 4342592"/>
                  <a:gd name="connsiteX1179" fmla="*/ 3206709 w 7095546"/>
                  <a:gd name="connsiteY1179" fmla="*/ 21081 h 4342592"/>
                  <a:gd name="connsiteX1180" fmla="*/ 3192644 w 7095546"/>
                  <a:gd name="connsiteY1180" fmla="*/ 70268 h 4342592"/>
                  <a:gd name="connsiteX1181" fmla="*/ 3206709 w 7095546"/>
                  <a:gd name="connsiteY1181" fmla="*/ 70268 h 4342592"/>
                  <a:gd name="connsiteX1182" fmla="*/ 3220773 w 7095546"/>
                  <a:gd name="connsiteY1182" fmla="*/ 98376 h 4342592"/>
                  <a:gd name="connsiteX1183" fmla="*/ 3192644 w 7095546"/>
                  <a:gd name="connsiteY1183" fmla="*/ 126483 h 4342592"/>
                  <a:gd name="connsiteX1184" fmla="*/ 3255935 w 7095546"/>
                  <a:gd name="connsiteY1184" fmla="*/ 161618 h 4342592"/>
                  <a:gd name="connsiteX1185" fmla="*/ 3284064 w 7095546"/>
                  <a:gd name="connsiteY1185" fmla="*/ 224859 h 4342592"/>
                  <a:gd name="connsiteX1186" fmla="*/ 3326257 w 7095546"/>
                  <a:gd name="connsiteY1186" fmla="*/ 245940 h 4342592"/>
                  <a:gd name="connsiteX1187" fmla="*/ 3333289 w 7095546"/>
                  <a:gd name="connsiteY1187" fmla="*/ 344316 h 4342592"/>
                  <a:gd name="connsiteX1188" fmla="*/ 3319225 w 7095546"/>
                  <a:gd name="connsiteY1188" fmla="*/ 372423 h 4342592"/>
                  <a:gd name="connsiteX1189" fmla="*/ 4725676 w 7095546"/>
                  <a:gd name="connsiteY1189" fmla="*/ 1068081 h 4342592"/>
                  <a:gd name="connsiteX1190" fmla="*/ 4690515 w 7095546"/>
                  <a:gd name="connsiteY1190" fmla="*/ 1075108 h 4342592"/>
                  <a:gd name="connsiteX1191" fmla="*/ 4669418 w 7095546"/>
                  <a:gd name="connsiteY1191" fmla="*/ 1054027 h 4342592"/>
                  <a:gd name="connsiteX1192" fmla="*/ 4683483 w 7095546"/>
                  <a:gd name="connsiteY1192" fmla="*/ 1011866 h 4342592"/>
                  <a:gd name="connsiteX1193" fmla="*/ 4655354 w 7095546"/>
                  <a:gd name="connsiteY1193" fmla="*/ 997812 h 4342592"/>
                  <a:gd name="connsiteX1194" fmla="*/ 4641289 w 7095546"/>
                  <a:gd name="connsiteY1194" fmla="*/ 997812 h 4342592"/>
                  <a:gd name="connsiteX1195" fmla="*/ 4641289 w 7095546"/>
                  <a:gd name="connsiteY1195" fmla="*/ 1025920 h 4342592"/>
                  <a:gd name="connsiteX1196" fmla="*/ 4613160 w 7095546"/>
                  <a:gd name="connsiteY1196" fmla="*/ 1025920 h 4342592"/>
                  <a:gd name="connsiteX1197" fmla="*/ 4606128 w 7095546"/>
                  <a:gd name="connsiteY1197" fmla="*/ 1047000 h 4342592"/>
                  <a:gd name="connsiteX1198" fmla="*/ 4592063 w 7095546"/>
                  <a:gd name="connsiteY1198" fmla="*/ 1032947 h 4342592"/>
                  <a:gd name="connsiteX1199" fmla="*/ 4549870 w 7095546"/>
                  <a:gd name="connsiteY1199" fmla="*/ 1047000 h 4342592"/>
                  <a:gd name="connsiteX1200" fmla="*/ 4486579 w 7095546"/>
                  <a:gd name="connsiteY1200" fmla="*/ 1004839 h 4342592"/>
                  <a:gd name="connsiteX1201" fmla="*/ 4465483 w 7095546"/>
                  <a:gd name="connsiteY1201" fmla="*/ 1011866 h 4342592"/>
                  <a:gd name="connsiteX1202" fmla="*/ 4458450 w 7095546"/>
                  <a:gd name="connsiteY1202" fmla="*/ 990786 h 4342592"/>
                  <a:gd name="connsiteX1203" fmla="*/ 4472515 w 7095546"/>
                  <a:gd name="connsiteY1203" fmla="*/ 934571 h 4342592"/>
                  <a:gd name="connsiteX1204" fmla="*/ 4444386 w 7095546"/>
                  <a:gd name="connsiteY1204" fmla="*/ 934571 h 4342592"/>
                  <a:gd name="connsiteX1205" fmla="*/ 4437354 w 7095546"/>
                  <a:gd name="connsiteY1205" fmla="*/ 948624 h 4342592"/>
                  <a:gd name="connsiteX1206" fmla="*/ 4395160 w 7095546"/>
                  <a:gd name="connsiteY1206" fmla="*/ 934571 h 4342592"/>
                  <a:gd name="connsiteX1207" fmla="*/ 4381096 w 7095546"/>
                  <a:gd name="connsiteY1207" fmla="*/ 941598 h 4342592"/>
                  <a:gd name="connsiteX1208" fmla="*/ 4345934 w 7095546"/>
                  <a:gd name="connsiteY1208" fmla="*/ 899437 h 4342592"/>
                  <a:gd name="connsiteX1209" fmla="*/ 4282644 w 7095546"/>
                  <a:gd name="connsiteY1209" fmla="*/ 941598 h 4342592"/>
                  <a:gd name="connsiteX1210" fmla="*/ 4268580 w 7095546"/>
                  <a:gd name="connsiteY1210" fmla="*/ 906463 h 4342592"/>
                  <a:gd name="connsiteX1211" fmla="*/ 4254515 w 7095546"/>
                  <a:gd name="connsiteY1211" fmla="*/ 892410 h 4342592"/>
                  <a:gd name="connsiteX1212" fmla="*/ 4254515 w 7095546"/>
                  <a:gd name="connsiteY1212" fmla="*/ 906463 h 4342592"/>
                  <a:gd name="connsiteX1213" fmla="*/ 4240451 w 7095546"/>
                  <a:gd name="connsiteY1213" fmla="*/ 906463 h 4342592"/>
                  <a:gd name="connsiteX1214" fmla="*/ 4233418 w 7095546"/>
                  <a:gd name="connsiteY1214" fmla="*/ 878356 h 4342592"/>
                  <a:gd name="connsiteX1215" fmla="*/ 4219354 w 7095546"/>
                  <a:gd name="connsiteY1215" fmla="*/ 871329 h 4342592"/>
                  <a:gd name="connsiteX1216" fmla="*/ 4226386 w 7095546"/>
                  <a:gd name="connsiteY1216" fmla="*/ 864302 h 4342592"/>
                  <a:gd name="connsiteX1217" fmla="*/ 4205289 w 7095546"/>
                  <a:gd name="connsiteY1217" fmla="*/ 850249 h 4342592"/>
                  <a:gd name="connsiteX1218" fmla="*/ 4219354 w 7095546"/>
                  <a:gd name="connsiteY1218" fmla="*/ 829168 h 4342592"/>
                  <a:gd name="connsiteX1219" fmla="*/ 4198257 w 7095546"/>
                  <a:gd name="connsiteY1219" fmla="*/ 815114 h 4342592"/>
                  <a:gd name="connsiteX1220" fmla="*/ 4198257 w 7095546"/>
                  <a:gd name="connsiteY1220" fmla="*/ 801061 h 4342592"/>
                  <a:gd name="connsiteX1221" fmla="*/ 4212321 w 7095546"/>
                  <a:gd name="connsiteY1221" fmla="*/ 794034 h 4342592"/>
                  <a:gd name="connsiteX1222" fmla="*/ 4212321 w 7095546"/>
                  <a:gd name="connsiteY1222" fmla="*/ 765926 h 4342592"/>
                  <a:gd name="connsiteX1223" fmla="*/ 4205289 w 7095546"/>
                  <a:gd name="connsiteY1223" fmla="*/ 772953 h 4342592"/>
                  <a:gd name="connsiteX1224" fmla="*/ 4198257 w 7095546"/>
                  <a:gd name="connsiteY1224" fmla="*/ 751873 h 4342592"/>
                  <a:gd name="connsiteX1225" fmla="*/ 4212321 w 7095546"/>
                  <a:gd name="connsiteY1225" fmla="*/ 709712 h 4342592"/>
                  <a:gd name="connsiteX1226" fmla="*/ 4191225 w 7095546"/>
                  <a:gd name="connsiteY1226" fmla="*/ 688631 h 4342592"/>
                  <a:gd name="connsiteX1227" fmla="*/ 4177160 w 7095546"/>
                  <a:gd name="connsiteY1227" fmla="*/ 688631 h 4342592"/>
                  <a:gd name="connsiteX1228" fmla="*/ 4156063 w 7095546"/>
                  <a:gd name="connsiteY1228" fmla="*/ 716739 h 4342592"/>
                  <a:gd name="connsiteX1229" fmla="*/ 4099805 w 7095546"/>
                  <a:gd name="connsiteY1229" fmla="*/ 744846 h 4342592"/>
                  <a:gd name="connsiteX1230" fmla="*/ 4057612 w 7095546"/>
                  <a:gd name="connsiteY1230" fmla="*/ 716739 h 4342592"/>
                  <a:gd name="connsiteX1231" fmla="*/ 4029483 w 7095546"/>
                  <a:gd name="connsiteY1231" fmla="*/ 681604 h 4342592"/>
                  <a:gd name="connsiteX1232" fmla="*/ 4015418 w 7095546"/>
                  <a:gd name="connsiteY1232" fmla="*/ 702685 h 4342592"/>
                  <a:gd name="connsiteX1233" fmla="*/ 3966192 w 7095546"/>
                  <a:gd name="connsiteY1233" fmla="*/ 688631 h 4342592"/>
                  <a:gd name="connsiteX1234" fmla="*/ 3952128 w 7095546"/>
                  <a:gd name="connsiteY1234" fmla="*/ 702685 h 4342592"/>
                  <a:gd name="connsiteX1235" fmla="*/ 3923999 w 7095546"/>
                  <a:gd name="connsiteY1235" fmla="*/ 695658 h 4342592"/>
                  <a:gd name="connsiteX1236" fmla="*/ 3874773 w 7095546"/>
                  <a:gd name="connsiteY1236" fmla="*/ 716739 h 4342592"/>
                  <a:gd name="connsiteX1237" fmla="*/ 3818515 w 7095546"/>
                  <a:gd name="connsiteY1237" fmla="*/ 695658 h 4342592"/>
                  <a:gd name="connsiteX1238" fmla="*/ 3790386 w 7095546"/>
                  <a:gd name="connsiteY1238" fmla="*/ 709712 h 4342592"/>
                  <a:gd name="connsiteX1239" fmla="*/ 3769289 w 7095546"/>
                  <a:gd name="connsiteY1239" fmla="*/ 702685 h 4342592"/>
                  <a:gd name="connsiteX1240" fmla="*/ 3748192 w 7095546"/>
                  <a:gd name="connsiteY1240" fmla="*/ 723765 h 4342592"/>
                  <a:gd name="connsiteX1241" fmla="*/ 3713031 w 7095546"/>
                  <a:gd name="connsiteY1241" fmla="*/ 695658 h 4342592"/>
                  <a:gd name="connsiteX1242" fmla="*/ 3677870 w 7095546"/>
                  <a:gd name="connsiteY1242" fmla="*/ 695658 h 4342592"/>
                  <a:gd name="connsiteX1243" fmla="*/ 3663805 w 7095546"/>
                  <a:gd name="connsiteY1243" fmla="*/ 667551 h 4342592"/>
                  <a:gd name="connsiteX1244" fmla="*/ 3656773 w 7095546"/>
                  <a:gd name="connsiteY1244" fmla="*/ 674577 h 4342592"/>
                  <a:gd name="connsiteX1245" fmla="*/ 3628644 w 7095546"/>
                  <a:gd name="connsiteY1245" fmla="*/ 653497 h 4342592"/>
                  <a:gd name="connsiteX1246" fmla="*/ 3586451 w 7095546"/>
                  <a:gd name="connsiteY1246" fmla="*/ 646470 h 4342592"/>
                  <a:gd name="connsiteX1247" fmla="*/ 3558322 w 7095546"/>
                  <a:gd name="connsiteY1247" fmla="*/ 618363 h 4342592"/>
                  <a:gd name="connsiteX1248" fmla="*/ 3530193 w 7095546"/>
                  <a:gd name="connsiteY1248" fmla="*/ 618363 h 4342592"/>
                  <a:gd name="connsiteX1249" fmla="*/ 3530193 w 7095546"/>
                  <a:gd name="connsiteY1249" fmla="*/ 604309 h 4342592"/>
                  <a:gd name="connsiteX1250" fmla="*/ 3502064 w 7095546"/>
                  <a:gd name="connsiteY1250" fmla="*/ 618363 h 4342592"/>
                  <a:gd name="connsiteX1251" fmla="*/ 3473934 w 7095546"/>
                  <a:gd name="connsiteY1251" fmla="*/ 562148 h 4342592"/>
                  <a:gd name="connsiteX1252" fmla="*/ 3459870 w 7095546"/>
                  <a:gd name="connsiteY1252" fmla="*/ 562148 h 4342592"/>
                  <a:gd name="connsiteX1253" fmla="*/ 3445805 w 7095546"/>
                  <a:gd name="connsiteY1253" fmla="*/ 534040 h 4342592"/>
                  <a:gd name="connsiteX1254" fmla="*/ 3417676 w 7095546"/>
                  <a:gd name="connsiteY1254" fmla="*/ 519987 h 4342592"/>
                  <a:gd name="connsiteX1255" fmla="*/ 3417676 w 7095546"/>
                  <a:gd name="connsiteY1255" fmla="*/ 505933 h 4342592"/>
                  <a:gd name="connsiteX1256" fmla="*/ 3403612 w 7095546"/>
                  <a:gd name="connsiteY1256" fmla="*/ 512960 h 4342592"/>
                  <a:gd name="connsiteX1257" fmla="*/ 3403612 w 7095546"/>
                  <a:gd name="connsiteY1257" fmla="*/ 449718 h 4342592"/>
                  <a:gd name="connsiteX1258" fmla="*/ 3382515 w 7095546"/>
                  <a:gd name="connsiteY1258" fmla="*/ 449718 h 4342592"/>
                  <a:gd name="connsiteX1259" fmla="*/ 3382515 w 7095546"/>
                  <a:gd name="connsiteY1259" fmla="*/ 421611 h 4342592"/>
                  <a:gd name="connsiteX1260" fmla="*/ 3340322 w 7095546"/>
                  <a:gd name="connsiteY1260" fmla="*/ 400530 h 4342592"/>
                  <a:gd name="connsiteX1261" fmla="*/ 3319225 w 7095546"/>
                  <a:gd name="connsiteY1261" fmla="*/ 372423 h 4342592"/>
                  <a:gd name="connsiteX1262" fmla="*/ 3333289 w 7095546"/>
                  <a:gd name="connsiteY1262" fmla="*/ 400530 h 4342592"/>
                  <a:gd name="connsiteX1263" fmla="*/ 3333289 w 7095546"/>
                  <a:gd name="connsiteY1263" fmla="*/ 393503 h 4342592"/>
                  <a:gd name="connsiteX1264" fmla="*/ 3649741 w 7095546"/>
                  <a:gd name="connsiteY1264" fmla="*/ 3485317 h 4342592"/>
                  <a:gd name="connsiteX1265" fmla="*/ 3663805 w 7095546"/>
                  <a:gd name="connsiteY1265" fmla="*/ 3464236 h 4342592"/>
                  <a:gd name="connsiteX1266" fmla="*/ 3698967 w 7095546"/>
                  <a:gd name="connsiteY1266" fmla="*/ 3450182 h 4342592"/>
                  <a:gd name="connsiteX1267" fmla="*/ 3698967 w 7095546"/>
                  <a:gd name="connsiteY1267" fmla="*/ 3422075 h 4342592"/>
                  <a:gd name="connsiteX1268" fmla="*/ 3684902 w 7095546"/>
                  <a:gd name="connsiteY1268" fmla="*/ 3408021 h 4342592"/>
                  <a:gd name="connsiteX1269" fmla="*/ 3705999 w 7095546"/>
                  <a:gd name="connsiteY1269" fmla="*/ 3330726 h 4342592"/>
                  <a:gd name="connsiteX1270" fmla="*/ 3755225 w 7095546"/>
                  <a:gd name="connsiteY1270" fmla="*/ 3330726 h 4342592"/>
                  <a:gd name="connsiteX1271" fmla="*/ 3769289 w 7095546"/>
                  <a:gd name="connsiteY1271" fmla="*/ 3344780 h 4342592"/>
                  <a:gd name="connsiteX1272" fmla="*/ 3790386 w 7095546"/>
                  <a:gd name="connsiteY1272" fmla="*/ 3330726 h 4342592"/>
                  <a:gd name="connsiteX1273" fmla="*/ 3790386 w 7095546"/>
                  <a:gd name="connsiteY1273" fmla="*/ 3344780 h 4342592"/>
                  <a:gd name="connsiteX1274" fmla="*/ 3811483 w 7095546"/>
                  <a:gd name="connsiteY1274" fmla="*/ 3351807 h 4342592"/>
                  <a:gd name="connsiteX1275" fmla="*/ 3846644 w 7095546"/>
                  <a:gd name="connsiteY1275" fmla="*/ 3344780 h 4342592"/>
                  <a:gd name="connsiteX1276" fmla="*/ 3874773 w 7095546"/>
                  <a:gd name="connsiteY1276" fmla="*/ 3365860 h 4342592"/>
                  <a:gd name="connsiteX1277" fmla="*/ 3874773 w 7095546"/>
                  <a:gd name="connsiteY1277" fmla="*/ 3393968 h 4342592"/>
                  <a:gd name="connsiteX1278" fmla="*/ 3895870 w 7095546"/>
                  <a:gd name="connsiteY1278" fmla="*/ 3415048 h 4342592"/>
                  <a:gd name="connsiteX1279" fmla="*/ 3895870 w 7095546"/>
                  <a:gd name="connsiteY1279" fmla="*/ 3436129 h 4342592"/>
                  <a:gd name="connsiteX1280" fmla="*/ 3923999 w 7095546"/>
                  <a:gd name="connsiteY1280" fmla="*/ 3436129 h 4342592"/>
                  <a:gd name="connsiteX1281" fmla="*/ 3931031 w 7095546"/>
                  <a:gd name="connsiteY1281" fmla="*/ 3422075 h 4342592"/>
                  <a:gd name="connsiteX1282" fmla="*/ 3966192 w 7095546"/>
                  <a:gd name="connsiteY1282" fmla="*/ 3422075 h 4342592"/>
                  <a:gd name="connsiteX1283" fmla="*/ 3959160 w 7095546"/>
                  <a:gd name="connsiteY1283" fmla="*/ 3393968 h 4342592"/>
                  <a:gd name="connsiteX1284" fmla="*/ 3973225 w 7095546"/>
                  <a:gd name="connsiteY1284" fmla="*/ 3365860 h 4342592"/>
                  <a:gd name="connsiteX1285" fmla="*/ 3952128 w 7095546"/>
                  <a:gd name="connsiteY1285" fmla="*/ 3351807 h 4342592"/>
                  <a:gd name="connsiteX1286" fmla="*/ 3973225 w 7095546"/>
                  <a:gd name="connsiteY1286" fmla="*/ 3323699 h 4342592"/>
                  <a:gd name="connsiteX1287" fmla="*/ 3966192 w 7095546"/>
                  <a:gd name="connsiteY1287" fmla="*/ 3309645 h 4342592"/>
                  <a:gd name="connsiteX1288" fmla="*/ 3923999 w 7095546"/>
                  <a:gd name="connsiteY1288" fmla="*/ 3309645 h 4342592"/>
                  <a:gd name="connsiteX1289" fmla="*/ 3916967 w 7095546"/>
                  <a:gd name="connsiteY1289" fmla="*/ 3295592 h 4342592"/>
                  <a:gd name="connsiteX1290" fmla="*/ 3931031 w 7095546"/>
                  <a:gd name="connsiteY1290" fmla="*/ 3274511 h 4342592"/>
                  <a:gd name="connsiteX1291" fmla="*/ 3931031 w 7095546"/>
                  <a:gd name="connsiteY1291" fmla="*/ 3288565 h 4342592"/>
                  <a:gd name="connsiteX1292" fmla="*/ 3959160 w 7095546"/>
                  <a:gd name="connsiteY1292" fmla="*/ 3267484 h 4342592"/>
                  <a:gd name="connsiteX1293" fmla="*/ 3973225 w 7095546"/>
                  <a:gd name="connsiteY1293" fmla="*/ 3274511 h 4342592"/>
                  <a:gd name="connsiteX1294" fmla="*/ 4008386 w 7095546"/>
                  <a:gd name="connsiteY1294" fmla="*/ 3246404 h 4342592"/>
                  <a:gd name="connsiteX1295" fmla="*/ 4001354 w 7095546"/>
                  <a:gd name="connsiteY1295" fmla="*/ 3239377 h 4342592"/>
                  <a:gd name="connsiteX1296" fmla="*/ 4015418 w 7095546"/>
                  <a:gd name="connsiteY1296" fmla="*/ 3218296 h 4342592"/>
                  <a:gd name="connsiteX1297" fmla="*/ 4022450 w 7095546"/>
                  <a:gd name="connsiteY1297" fmla="*/ 3232350 h 4342592"/>
                  <a:gd name="connsiteX1298" fmla="*/ 4043547 w 7095546"/>
                  <a:gd name="connsiteY1298" fmla="*/ 3211270 h 4342592"/>
                  <a:gd name="connsiteX1299" fmla="*/ 4064644 w 7095546"/>
                  <a:gd name="connsiteY1299" fmla="*/ 3218296 h 4342592"/>
                  <a:gd name="connsiteX1300" fmla="*/ 4064644 w 7095546"/>
                  <a:gd name="connsiteY1300" fmla="*/ 3232350 h 4342592"/>
                  <a:gd name="connsiteX1301" fmla="*/ 4085741 w 7095546"/>
                  <a:gd name="connsiteY1301" fmla="*/ 3253431 h 4342592"/>
                  <a:gd name="connsiteX1302" fmla="*/ 4099805 w 7095546"/>
                  <a:gd name="connsiteY1302" fmla="*/ 3253431 h 4342592"/>
                  <a:gd name="connsiteX1303" fmla="*/ 4099805 w 7095546"/>
                  <a:gd name="connsiteY1303" fmla="*/ 3267484 h 4342592"/>
                  <a:gd name="connsiteX1304" fmla="*/ 4120902 w 7095546"/>
                  <a:gd name="connsiteY1304" fmla="*/ 3260458 h 4342592"/>
                  <a:gd name="connsiteX1305" fmla="*/ 4149031 w 7095546"/>
                  <a:gd name="connsiteY1305" fmla="*/ 3288565 h 4342592"/>
                  <a:gd name="connsiteX1306" fmla="*/ 4184192 w 7095546"/>
                  <a:gd name="connsiteY1306" fmla="*/ 3267484 h 4342592"/>
                  <a:gd name="connsiteX1307" fmla="*/ 4226386 w 7095546"/>
                  <a:gd name="connsiteY1307" fmla="*/ 3281538 h 4342592"/>
                  <a:gd name="connsiteX1308" fmla="*/ 4247483 w 7095546"/>
                  <a:gd name="connsiteY1308" fmla="*/ 3260458 h 4342592"/>
                  <a:gd name="connsiteX1309" fmla="*/ 4247483 w 7095546"/>
                  <a:gd name="connsiteY1309" fmla="*/ 3239377 h 4342592"/>
                  <a:gd name="connsiteX1310" fmla="*/ 4268580 w 7095546"/>
                  <a:gd name="connsiteY1310" fmla="*/ 3239377 h 4342592"/>
                  <a:gd name="connsiteX1311" fmla="*/ 4971805 w 7095546"/>
                  <a:gd name="connsiteY1311" fmla="*/ 1658336 h 4342592"/>
                  <a:gd name="connsiteX1312" fmla="*/ 4901483 w 7095546"/>
                  <a:gd name="connsiteY1312" fmla="*/ 1693470 h 4342592"/>
                  <a:gd name="connsiteX1313" fmla="*/ 4873354 w 7095546"/>
                  <a:gd name="connsiteY1313" fmla="*/ 1686444 h 4342592"/>
                  <a:gd name="connsiteX1314" fmla="*/ 4817095 w 7095546"/>
                  <a:gd name="connsiteY1314" fmla="*/ 1644282 h 4342592"/>
                  <a:gd name="connsiteX1315" fmla="*/ 4767870 w 7095546"/>
                  <a:gd name="connsiteY1315" fmla="*/ 1651309 h 4342592"/>
                  <a:gd name="connsiteX1316" fmla="*/ 4732708 w 7095546"/>
                  <a:gd name="connsiteY1316" fmla="*/ 1714551 h 4342592"/>
                  <a:gd name="connsiteX1317" fmla="*/ 4697547 w 7095546"/>
                  <a:gd name="connsiteY1317" fmla="*/ 1735631 h 4342592"/>
                  <a:gd name="connsiteX1318" fmla="*/ 4690515 w 7095546"/>
                  <a:gd name="connsiteY1318" fmla="*/ 1714551 h 4342592"/>
                  <a:gd name="connsiteX1319" fmla="*/ 4662386 w 7095546"/>
                  <a:gd name="connsiteY1319" fmla="*/ 1721578 h 4342592"/>
                  <a:gd name="connsiteX1320" fmla="*/ 4641289 w 7095546"/>
                  <a:gd name="connsiteY1320" fmla="*/ 1707524 h 4342592"/>
                  <a:gd name="connsiteX1321" fmla="*/ 4655354 w 7095546"/>
                  <a:gd name="connsiteY1321" fmla="*/ 1763739 h 4342592"/>
                  <a:gd name="connsiteX1322" fmla="*/ 4641289 w 7095546"/>
                  <a:gd name="connsiteY1322" fmla="*/ 1770766 h 4342592"/>
                  <a:gd name="connsiteX1323" fmla="*/ 4606128 w 7095546"/>
                  <a:gd name="connsiteY1323" fmla="*/ 1749685 h 4342592"/>
                  <a:gd name="connsiteX1324" fmla="*/ 4585031 w 7095546"/>
                  <a:gd name="connsiteY1324" fmla="*/ 1763739 h 4342592"/>
                  <a:gd name="connsiteX1325" fmla="*/ 4585031 w 7095546"/>
                  <a:gd name="connsiteY1325" fmla="*/ 1777793 h 4342592"/>
                  <a:gd name="connsiteX1326" fmla="*/ 4577999 w 7095546"/>
                  <a:gd name="connsiteY1326" fmla="*/ 1770766 h 4342592"/>
                  <a:gd name="connsiteX1327" fmla="*/ 4563934 w 7095546"/>
                  <a:gd name="connsiteY1327" fmla="*/ 1784819 h 4342592"/>
                  <a:gd name="connsiteX1328" fmla="*/ 4563934 w 7095546"/>
                  <a:gd name="connsiteY1328" fmla="*/ 1798873 h 4342592"/>
                  <a:gd name="connsiteX1329" fmla="*/ 4577999 w 7095546"/>
                  <a:gd name="connsiteY1329" fmla="*/ 1791846 h 4342592"/>
                  <a:gd name="connsiteX1330" fmla="*/ 4570967 w 7095546"/>
                  <a:gd name="connsiteY1330" fmla="*/ 1784819 h 4342592"/>
                  <a:gd name="connsiteX1331" fmla="*/ 4585031 w 7095546"/>
                  <a:gd name="connsiteY1331" fmla="*/ 1784819 h 4342592"/>
                  <a:gd name="connsiteX1332" fmla="*/ 4585031 w 7095546"/>
                  <a:gd name="connsiteY1332" fmla="*/ 1798873 h 4342592"/>
                  <a:gd name="connsiteX1333" fmla="*/ 4563934 w 7095546"/>
                  <a:gd name="connsiteY1333" fmla="*/ 1819954 h 4342592"/>
                  <a:gd name="connsiteX1334" fmla="*/ 4549870 w 7095546"/>
                  <a:gd name="connsiteY1334" fmla="*/ 1812927 h 4342592"/>
                  <a:gd name="connsiteX1335" fmla="*/ 4521741 w 7095546"/>
                  <a:gd name="connsiteY1335" fmla="*/ 1826981 h 4342592"/>
                  <a:gd name="connsiteX1336" fmla="*/ 4521741 w 7095546"/>
                  <a:gd name="connsiteY1336" fmla="*/ 1812927 h 4342592"/>
                  <a:gd name="connsiteX1337" fmla="*/ 4500644 w 7095546"/>
                  <a:gd name="connsiteY1337" fmla="*/ 1812927 h 4342592"/>
                  <a:gd name="connsiteX1338" fmla="*/ 4451418 w 7095546"/>
                  <a:gd name="connsiteY1338" fmla="*/ 1841034 h 4342592"/>
                  <a:gd name="connsiteX1339" fmla="*/ 4402192 w 7095546"/>
                  <a:gd name="connsiteY1339" fmla="*/ 1841034 h 4342592"/>
                  <a:gd name="connsiteX1340" fmla="*/ 4374063 w 7095546"/>
                  <a:gd name="connsiteY1340" fmla="*/ 1826981 h 4342592"/>
                  <a:gd name="connsiteX1341" fmla="*/ 4359999 w 7095546"/>
                  <a:gd name="connsiteY1341" fmla="*/ 1862115 h 4342592"/>
                  <a:gd name="connsiteX1342" fmla="*/ 4367031 w 7095546"/>
                  <a:gd name="connsiteY1342" fmla="*/ 1869142 h 4342592"/>
                  <a:gd name="connsiteX1343" fmla="*/ 4338902 w 7095546"/>
                  <a:gd name="connsiteY1343" fmla="*/ 1883195 h 4342592"/>
                  <a:gd name="connsiteX1344" fmla="*/ 4303741 w 7095546"/>
                  <a:gd name="connsiteY1344" fmla="*/ 1883195 h 4342592"/>
                  <a:gd name="connsiteX1345" fmla="*/ 4268580 w 7095546"/>
                  <a:gd name="connsiteY1345" fmla="*/ 1925356 h 4342592"/>
                  <a:gd name="connsiteX1346" fmla="*/ 4268580 w 7095546"/>
                  <a:gd name="connsiteY1346" fmla="*/ 1939410 h 4342592"/>
                  <a:gd name="connsiteX1347" fmla="*/ 4268580 w 7095546"/>
                  <a:gd name="connsiteY1347" fmla="*/ 3239377 h 4342592"/>
                  <a:gd name="connsiteX1348" fmla="*/ 4261547 w 7095546"/>
                  <a:gd name="connsiteY1348" fmla="*/ 3232350 h 4342592"/>
                  <a:gd name="connsiteX1349" fmla="*/ 4282644 w 7095546"/>
                  <a:gd name="connsiteY1349" fmla="*/ 3204243 h 4342592"/>
                  <a:gd name="connsiteX1350" fmla="*/ 4282644 w 7095546"/>
                  <a:gd name="connsiteY1350" fmla="*/ 3183162 h 4342592"/>
                  <a:gd name="connsiteX1351" fmla="*/ 4268580 w 7095546"/>
                  <a:gd name="connsiteY1351" fmla="*/ 3176135 h 4342592"/>
                  <a:gd name="connsiteX1352" fmla="*/ 4254515 w 7095546"/>
                  <a:gd name="connsiteY1352" fmla="*/ 3133974 h 4342592"/>
                  <a:gd name="connsiteX1353" fmla="*/ 4275612 w 7095546"/>
                  <a:gd name="connsiteY1353" fmla="*/ 3119921 h 4342592"/>
                  <a:gd name="connsiteX1354" fmla="*/ 4296709 w 7095546"/>
                  <a:gd name="connsiteY1354" fmla="*/ 3077760 h 4342592"/>
                  <a:gd name="connsiteX1355" fmla="*/ 4296709 w 7095546"/>
                  <a:gd name="connsiteY1355" fmla="*/ 3014518 h 4342592"/>
                  <a:gd name="connsiteX1356" fmla="*/ 4324838 w 7095546"/>
                  <a:gd name="connsiteY1356" fmla="*/ 3014518 h 4342592"/>
                  <a:gd name="connsiteX1357" fmla="*/ 4317805 w 7095546"/>
                  <a:gd name="connsiteY1357" fmla="*/ 3007491 h 4342592"/>
                  <a:gd name="connsiteX1358" fmla="*/ 4359999 w 7095546"/>
                  <a:gd name="connsiteY1358" fmla="*/ 2986410 h 4342592"/>
                  <a:gd name="connsiteX1359" fmla="*/ 4338902 w 7095546"/>
                  <a:gd name="connsiteY1359" fmla="*/ 2965330 h 4342592"/>
                  <a:gd name="connsiteX1360" fmla="*/ 4310773 w 7095546"/>
                  <a:gd name="connsiteY1360" fmla="*/ 2979384 h 4342592"/>
                  <a:gd name="connsiteX1361" fmla="*/ 4268580 w 7095546"/>
                  <a:gd name="connsiteY1361" fmla="*/ 2979384 h 4342592"/>
                  <a:gd name="connsiteX1362" fmla="*/ 4275612 w 7095546"/>
                  <a:gd name="connsiteY1362" fmla="*/ 2958303 h 4342592"/>
                  <a:gd name="connsiteX1363" fmla="*/ 4296709 w 7095546"/>
                  <a:gd name="connsiteY1363" fmla="*/ 2944249 h 4342592"/>
                  <a:gd name="connsiteX1364" fmla="*/ 4289676 w 7095546"/>
                  <a:gd name="connsiteY1364" fmla="*/ 2937223 h 4342592"/>
                  <a:gd name="connsiteX1365" fmla="*/ 4317805 w 7095546"/>
                  <a:gd name="connsiteY1365" fmla="*/ 2866954 h 4342592"/>
                  <a:gd name="connsiteX1366" fmla="*/ 4303741 w 7095546"/>
                  <a:gd name="connsiteY1366" fmla="*/ 2866954 h 4342592"/>
                  <a:gd name="connsiteX1367" fmla="*/ 4317805 w 7095546"/>
                  <a:gd name="connsiteY1367" fmla="*/ 2845874 h 4342592"/>
                  <a:gd name="connsiteX1368" fmla="*/ 4240451 w 7095546"/>
                  <a:gd name="connsiteY1368" fmla="*/ 2810739 h 4342592"/>
                  <a:gd name="connsiteX1369" fmla="*/ 4233418 w 7095546"/>
                  <a:gd name="connsiteY1369" fmla="*/ 2754525 h 4342592"/>
                  <a:gd name="connsiteX1370" fmla="*/ 4261547 w 7095546"/>
                  <a:gd name="connsiteY1370" fmla="*/ 2705337 h 4342592"/>
                  <a:gd name="connsiteX1371" fmla="*/ 4226386 w 7095546"/>
                  <a:gd name="connsiteY1371" fmla="*/ 2663175 h 4342592"/>
                  <a:gd name="connsiteX1372" fmla="*/ 4226386 w 7095546"/>
                  <a:gd name="connsiteY1372" fmla="*/ 2649122 h 4342592"/>
                  <a:gd name="connsiteX1373" fmla="*/ 4212321 w 7095546"/>
                  <a:gd name="connsiteY1373" fmla="*/ 2656149 h 4342592"/>
                  <a:gd name="connsiteX1374" fmla="*/ 4212321 w 7095546"/>
                  <a:gd name="connsiteY1374" fmla="*/ 2635068 h 4342592"/>
                  <a:gd name="connsiteX1375" fmla="*/ 4240451 w 7095546"/>
                  <a:gd name="connsiteY1375" fmla="*/ 2599934 h 4342592"/>
                  <a:gd name="connsiteX1376" fmla="*/ 4247483 w 7095546"/>
                  <a:gd name="connsiteY1376" fmla="*/ 2543719 h 4342592"/>
                  <a:gd name="connsiteX1377" fmla="*/ 4177160 w 7095546"/>
                  <a:gd name="connsiteY1377" fmla="*/ 2564800 h 4342592"/>
                  <a:gd name="connsiteX1378" fmla="*/ 4156063 w 7095546"/>
                  <a:gd name="connsiteY1378" fmla="*/ 2550746 h 4342592"/>
                  <a:gd name="connsiteX1379" fmla="*/ 4163096 w 7095546"/>
                  <a:gd name="connsiteY1379" fmla="*/ 2508585 h 4342592"/>
                  <a:gd name="connsiteX1380" fmla="*/ 4149031 w 7095546"/>
                  <a:gd name="connsiteY1380" fmla="*/ 2494531 h 4342592"/>
                  <a:gd name="connsiteX1381" fmla="*/ 4156063 w 7095546"/>
                  <a:gd name="connsiteY1381" fmla="*/ 2459397 h 4342592"/>
                  <a:gd name="connsiteX1382" fmla="*/ 4212321 w 7095546"/>
                  <a:gd name="connsiteY1382" fmla="*/ 2389128 h 4342592"/>
                  <a:gd name="connsiteX1383" fmla="*/ 4198257 w 7095546"/>
                  <a:gd name="connsiteY1383" fmla="*/ 2368048 h 4342592"/>
                  <a:gd name="connsiteX1384" fmla="*/ 4212321 w 7095546"/>
                  <a:gd name="connsiteY1384" fmla="*/ 2339940 h 4342592"/>
                  <a:gd name="connsiteX1385" fmla="*/ 4296709 w 7095546"/>
                  <a:gd name="connsiteY1385" fmla="*/ 2311833 h 4342592"/>
                  <a:gd name="connsiteX1386" fmla="*/ 4282644 w 7095546"/>
                  <a:gd name="connsiteY1386" fmla="*/ 2262645 h 4342592"/>
                  <a:gd name="connsiteX1387" fmla="*/ 4310773 w 7095546"/>
                  <a:gd name="connsiteY1387" fmla="*/ 2255618 h 4342592"/>
                  <a:gd name="connsiteX1388" fmla="*/ 4367031 w 7095546"/>
                  <a:gd name="connsiteY1388" fmla="*/ 2206430 h 4342592"/>
                  <a:gd name="connsiteX1389" fmla="*/ 4367031 w 7095546"/>
                  <a:gd name="connsiteY1389" fmla="*/ 2178323 h 4342592"/>
                  <a:gd name="connsiteX1390" fmla="*/ 4352967 w 7095546"/>
                  <a:gd name="connsiteY1390" fmla="*/ 2178323 h 4342592"/>
                  <a:gd name="connsiteX1391" fmla="*/ 4345934 w 7095546"/>
                  <a:gd name="connsiteY1391" fmla="*/ 2164269 h 4342592"/>
                  <a:gd name="connsiteX1392" fmla="*/ 4352967 w 7095546"/>
                  <a:gd name="connsiteY1392" fmla="*/ 2150216 h 4342592"/>
                  <a:gd name="connsiteX1393" fmla="*/ 4310773 w 7095546"/>
                  <a:gd name="connsiteY1393" fmla="*/ 2122108 h 4342592"/>
                  <a:gd name="connsiteX1394" fmla="*/ 4324838 w 7095546"/>
                  <a:gd name="connsiteY1394" fmla="*/ 2108054 h 4342592"/>
                  <a:gd name="connsiteX1395" fmla="*/ 4331870 w 7095546"/>
                  <a:gd name="connsiteY1395" fmla="*/ 2030759 h 4342592"/>
                  <a:gd name="connsiteX1396" fmla="*/ 4324838 w 7095546"/>
                  <a:gd name="connsiteY1396" fmla="*/ 2016705 h 4342592"/>
                  <a:gd name="connsiteX1397" fmla="*/ 4317805 w 7095546"/>
                  <a:gd name="connsiteY1397" fmla="*/ 2023732 h 4342592"/>
                  <a:gd name="connsiteX1398" fmla="*/ 4303741 w 7095546"/>
                  <a:gd name="connsiteY1398" fmla="*/ 2009679 h 4342592"/>
                  <a:gd name="connsiteX1399" fmla="*/ 4303741 w 7095546"/>
                  <a:gd name="connsiteY1399" fmla="*/ 1995625 h 4342592"/>
                  <a:gd name="connsiteX1400" fmla="*/ 4282644 w 7095546"/>
                  <a:gd name="connsiteY1400" fmla="*/ 1974544 h 4342592"/>
                  <a:gd name="connsiteX1401" fmla="*/ 4275612 w 7095546"/>
                  <a:gd name="connsiteY1401" fmla="*/ 1981571 h 4342592"/>
                  <a:gd name="connsiteX1402" fmla="*/ 4268580 w 7095546"/>
                  <a:gd name="connsiteY1402" fmla="*/ 1939410 h 4342592"/>
                  <a:gd name="connsiteX1403" fmla="*/ 4268580 w 7095546"/>
                  <a:gd name="connsiteY1403" fmla="*/ 3239377 h 4342592"/>
                  <a:gd name="connsiteX1404" fmla="*/ 4275612 w 7095546"/>
                  <a:gd name="connsiteY1404" fmla="*/ 3232350 h 4342592"/>
                  <a:gd name="connsiteX1405" fmla="*/ 4303741 w 7095546"/>
                  <a:gd name="connsiteY1405" fmla="*/ 3274511 h 4342592"/>
                  <a:gd name="connsiteX1406" fmla="*/ 4289676 w 7095546"/>
                  <a:gd name="connsiteY1406" fmla="*/ 3295592 h 4342592"/>
                  <a:gd name="connsiteX1407" fmla="*/ 4296709 w 7095546"/>
                  <a:gd name="connsiteY1407" fmla="*/ 3302619 h 4342592"/>
                  <a:gd name="connsiteX1408" fmla="*/ 4345934 w 7095546"/>
                  <a:gd name="connsiteY1408" fmla="*/ 3281538 h 4342592"/>
                  <a:gd name="connsiteX1409" fmla="*/ 4367031 w 7095546"/>
                  <a:gd name="connsiteY1409" fmla="*/ 3295592 h 4342592"/>
                  <a:gd name="connsiteX1410" fmla="*/ 4381096 w 7095546"/>
                  <a:gd name="connsiteY1410" fmla="*/ 3274511 h 4342592"/>
                  <a:gd name="connsiteX1411" fmla="*/ 4423289 w 7095546"/>
                  <a:gd name="connsiteY1411" fmla="*/ 3274511 h 4342592"/>
                  <a:gd name="connsiteX1412" fmla="*/ 4423289 w 7095546"/>
                  <a:gd name="connsiteY1412" fmla="*/ 3260458 h 4342592"/>
                  <a:gd name="connsiteX1413" fmla="*/ 4437354 w 7095546"/>
                  <a:gd name="connsiteY1413" fmla="*/ 3267484 h 4342592"/>
                  <a:gd name="connsiteX1414" fmla="*/ 4458450 w 7095546"/>
                  <a:gd name="connsiteY1414" fmla="*/ 3246404 h 4342592"/>
                  <a:gd name="connsiteX1415" fmla="*/ 4479547 w 7095546"/>
                  <a:gd name="connsiteY1415" fmla="*/ 3260458 h 4342592"/>
                  <a:gd name="connsiteX1416" fmla="*/ 4486579 w 7095546"/>
                  <a:gd name="connsiteY1416" fmla="*/ 3281538 h 4342592"/>
                  <a:gd name="connsiteX1417" fmla="*/ 4507676 w 7095546"/>
                  <a:gd name="connsiteY1417" fmla="*/ 3281538 h 4342592"/>
                  <a:gd name="connsiteX1418" fmla="*/ 4521741 w 7095546"/>
                  <a:gd name="connsiteY1418" fmla="*/ 3295592 h 4342592"/>
                  <a:gd name="connsiteX1419" fmla="*/ 4507676 w 7095546"/>
                  <a:gd name="connsiteY1419" fmla="*/ 3330726 h 4342592"/>
                  <a:gd name="connsiteX1420" fmla="*/ 4521741 w 7095546"/>
                  <a:gd name="connsiteY1420" fmla="*/ 3344780 h 4342592"/>
                  <a:gd name="connsiteX1421" fmla="*/ 4514708 w 7095546"/>
                  <a:gd name="connsiteY1421" fmla="*/ 3358833 h 4342592"/>
                  <a:gd name="connsiteX1422" fmla="*/ 4486579 w 7095546"/>
                  <a:gd name="connsiteY1422" fmla="*/ 3372887 h 4342592"/>
                  <a:gd name="connsiteX1423" fmla="*/ 4465483 w 7095546"/>
                  <a:gd name="connsiteY1423" fmla="*/ 3365860 h 4342592"/>
                  <a:gd name="connsiteX1424" fmla="*/ 4409225 w 7095546"/>
                  <a:gd name="connsiteY1424" fmla="*/ 3415048 h 4342592"/>
                  <a:gd name="connsiteX1425" fmla="*/ 4416257 w 7095546"/>
                  <a:gd name="connsiteY1425" fmla="*/ 3436129 h 4342592"/>
                  <a:gd name="connsiteX1426" fmla="*/ 4388128 w 7095546"/>
                  <a:gd name="connsiteY1426" fmla="*/ 3471263 h 4342592"/>
                  <a:gd name="connsiteX1427" fmla="*/ 4395160 w 7095546"/>
                  <a:gd name="connsiteY1427" fmla="*/ 3478290 h 4342592"/>
                  <a:gd name="connsiteX1428" fmla="*/ 4374063 w 7095546"/>
                  <a:gd name="connsiteY1428" fmla="*/ 3499370 h 4342592"/>
                  <a:gd name="connsiteX1429" fmla="*/ 4345934 w 7095546"/>
                  <a:gd name="connsiteY1429" fmla="*/ 3506397 h 4342592"/>
                  <a:gd name="connsiteX1430" fmla="*/ 4345934 w 7095546"/>
                  <a:gd name="connsiteY1430" fmla="*/ 3520451 h 4342592"/>
                  <a:gd name="connsiteX1431" fmla="*/ 4381096 w 7095546"/>
                  <a:gd name="connsiteY1431" fmla="*/ 3527478 h 4342592"/>
                  <a:gd name="connsiteX1432" fmla="*/ 4381096 w 7095546"/>
                  <a:gd name="connsiteY1432" fmla="*/ 3541531 h 4342592"/>
                  <a:gd name="connsiteX1433" fmla="*/ 4402192 w 7095546"/>
                  <a:gd name="connsiteY1433" fmla="*/ 3541531 h 4342592"/>
                  <a:gd name="connsiteX1434" fmla="*/ 4416257 w 7095546"/>
                  <a:gd name="connsiteY1434" fmla="*/ 3576666 h 4342592"/>
                  <a:gd name="connsiteX1435" fmla="*/ 4458450 w 7095546"/>
                  <a:gd name="connsiteY1435" fmla="*/ 3548558 h 4342592"/>
                  <a:gd name="connsiteX1436" fmla="*/ 4472515 w 7095546"/>
                  <a:gd name="connsiteY1436" fmla="*/ 3562612 h 4342592"/>
                  <a:gd name="connsiteX1437" fmla="*/ 4486579 w 7095546"/>
                  <a:gd name="connsiteY1437" fmla="*/ 3541531 h 4342592"/>
                  <a:gd name="connsiteX1438" fmla="*/ 4514708 w 7095546"/>
                  <a:gd name="connsiteY1438" fmla="*/ 3562612 h 4342592"/>
                  <a:gd name="connsiteX1439" fmla="*/ 4514708 w 7095546"/>
                  <a:gd name="connsiteY1439" fmla="*/ 3534505 h 4342592"/>
                  <a:gd name="connsiteX1440" fmla="*/ 4528773 w 7095546"/>
                  <a:gd name="connsiteY1440" fmla="*/ 3527478 h 4342592"/>
                  <a:gd name="connsiteX1441" fmla="*/ 4549870 w 7095546"/>
                  <a:gd name="connsiteY1441" fmla="*/ 3541531 h 4342592"/>
                  <a:gd name="connsiteX1442" fmla="*/ 4556902 w 7095546"/>
                  <a:gd name="connsiteY1442" fmla="*/ 3534505 h 4342592"/>
                  <a:gd name="connsiteX1443" fmla="*/ 4563934 w 7095546"/>
                  <a:gd name="connsiteY1443" fmla="*/ 3548558 h 4342592"/>
                  <a:gd name="connsiteX1444" fmla="*/ 4577999 w 7095546"/>
                  <a:gd name="connsiteY1444" fmla="*/ 3513424 h 4342592"/>
                  <a:gd name="connsiteX1445" fmla="*/ 4585031 w 7095546"/>
                  <a:gd name="connsiteY1445" fmla="*/ 3520451 h 4342592"/>
                  <a:gd name="connsiteX1446" fmla="*/ 4634257 w 7095546"/>
                  <a:gd name="connsiteY1446" fmla="*/ 3499370 h 4342592"/>
                  <a:gd name="connsiteX1447" fmla="*/ 4641289 w 7095546"/>
                  <a:gd name="connsiteY1447" fmla="*/ 3513424 h 4342592"/>
                  <a:gd name="connsiteX1448" fmla="*/ 4669418 w 7095546"/>
                  <a:gd name="connsiteY1448" fmla="*/ 3506397 h 4342592"/>
                  <a:gd name="connsiteX1449" fmla="*/ 4662386 w 7095546"/>
                  <a:gd name="connsiteY1449" fmla="*/ 3499370 h 4342592"/>
                  <a:gd name="connsiteX1450" fmla="*/ 4704579 w 7095546"/>
                  <a:gd name="connsiteY1450" fmla="*/ 3478290 h 4342592"/>
                  <a:gd name="connsiteX1451" fmla="*/ 4718644 w 7095546"/>
                  <a:gd name="connsiteY1451" fmla="*/ 3492344 h 4342592"/>
                  <a:gd name="connsiteX1452" fmla="*/ 4732708 w 7095546"/>
                  <a:gd name="connsiteY1452" fmla="*/ 3471263 h 4342592"/>
                  <a:gd name="connsiteX1453" fmla="*/ 4760837 w 7095546"/>
                  <a:gd name="connsiteY1453" fmla="*/ 3478290 h 4342592"/>
                  <a:gd name="connsiteX1454" fmla="*/ 4781934 w 7095546"/>
                  <a:gd name="connsiteY1454" fmla="*/ 3520451 h 4342592"/>
                  <a:gd name="connsiteX1455" fmla="*/ 4824128 w 7095546"/>
                  <a:gd name="connsiteY1455" fmla="*/ 3541531 h 4342592"/>
                  <a:gd name="connsiteX1456" fmla="*/ 4824128 w 7095546"/>
                  <a:gd name="connsiteY1456" fmla="*/ 3555585 h 4342592"/>
                  <a:gd name="connsiteX1457" fmla="*/ 4866321 w 7095546"/>
                  <a:gd name="connsiteY1457" fmla="*/ 3548558 h 4342592"/>
                  <a:gd name="connsiteX1458" fmla="*/ 4873354 w 7095546"/>
                  <a:gd name="connsiteY1458" fmla="*/ 3541531 h 4342592"/>
                  <a:gd name="connsiteX1459" fmla="*/ 4852257 w 7095546"/>
                  <a:gd name="connsiteY1459" fmla="*/ 3506397 h 4342592"/>
                  <a:gd name="connsiteX1460" fmla="*/ 4866321 w 7095546"/>
                  <a:gd name="connsiteY1460" fmla="*/ 3506397 h 4342592"/>
                  <a:gd name="connsiteX1461" fmla="*/ 4845225 w 7095546"/>
                  <a:gd name="connsiteY1461" fmla="*/ 3492344 h 4342592"/>
                  <a:gd name="connsiteX1462" fmla="*/ 4866321 w 7095546"/>
                  <a:gd name="connsiteY1462" fmla="*/ 3443156 h 4342592"/>
                  <a:gd name="connsiteX1463" fmla="*/ 4859289 w 7095546"/>
                  <a:gd name="connsiteY1463" fmla="*/ 3436129 h 4342592"/>
                  <a:gd name="connsiteX1464" fmla="*/ 4866321 w 7095546"/>
                  <a:gd name="connsiteY1464" fmla="*/ 3429102 h 4342592"/>
                  <a:gd name="connsiteX1465" fmla="*/ 4894450 w 7095546"/>
                  <a:gd name="connsiteY1465" fmla="*/ 3443156 h 4342592"/>
                  <a:gd name="connsiteX1466" fmla="*/ 4887418 w 7095546"/>
                  <a:gd name="connsiteY1466" fmla="*/ 3415048 h 4342592"/>
                  <a:gd name="connsiteX1467" fmla="*/ 5098386 w 7095546"/>
                  <a:gd name="connsiteY1467" fmla="*/ 0 h 4342592"/>
                  <a:gd name="connsiteX1468" fmla="*/ 5105418 w 7095546"/>
                  <a:gd name="connsiteY1468" fmla="*/ 14054 h 4342592"/>
                  <a:gd name="connsiteX1469" fmla="*/ 5091353 w 7095546"/>
                  <a:gd name="connsiteY1469" fmla="*/ 35134 h 4342592"/>
                  <a:gd name="connsiteX1470" fmla="*/ 5133547 w 7095546"/>
                  <a:gd name="connsiteY1470" fmla="*/ 98376 h 4342592"/>
                  <a:gd name="connsiteX1471" fmla="*/ 5126515 w 7095546"/>
                  <a:gd name="connsiteY1471" fmla="*/ 126483 h 4342592"/>
                  <a:gd name="connsiteX1472" fmla="*/ 5112450 w 7095546"/>
                  <a:gd name="connsiteY1472" fmla="*/ 119456 h 4342592"/>
                  <a:gd name="connsiteX1473" fmla="*/ 5077289 w 7095546"/>
                  <a:gd name="connsiteY1473" fmla="*/ 133510 h 4342592"/>
                  <a:gd name="connsiteX1474" fmla="*/ 5063224 w 7095546"/>
                  <a:gd name="connsiteY1474" fmla="*/ 161618 h 4342592"/>
                  <a:gd name="connsiteX1475" fmla="*/ 5006966 w 7095546"/>
                  <a:gd name="connsiteY1475" fmla="*/ 189725 h 4342592"/>
                  <a:gd name="connsiteX1476" fmla="*/ 4978837 w 7095546"/>
                  <a:gd name="connsiteY1476" fmla="*/ 196752 h 4342592"/>
                  <a:gd name="connsiteX1477" fmla="*/ 4943676 w 7095546"/>
                  <a:gd name="connsiteY1477" fmla="*/ 161618 h 4342592"/>
                  <a:gd name="connsiteX1478" fmla="*/ 4915547 w 7095546"/>
                  <a:gd name="connsiteY1478" fmla="*/ 84322 h 4342592"/>
                  <a:gd name="connsiteX1479" fmla="*/ 4887418 w 7095546"/>
                  <a:gd name="connsiteY1479" fmla="*/ 70268 h 4342592"/>
                  <a:gd name="connsiteX1480" fmla="*/ 4887418 w 7095546"/>
                  <a:gd name="connsiteY1480" fmla="*/ 84322 h 4342592"/>
                  <a:gd name="connsiteX1481" fmla="*/ 4873354 w 7095546"/>
                  <a:gd name="connsiteY1481" fmla="*/ 84322 h 4342592"/>
                  <a:gd name="connsiteX1482" fmla="*/ 4859289 w 7095546"/>
                  <a:gd name="connsiteY1482" fmla="*/ 56215 h 4342592"/>
                  <a:gd name="connsiteX1483" fmla="*/ 4824128 w 7095546"/>
                  <a:gd name="connsiteY1483" fmla="*/ 56215 h 4342592"/>
                  <a:gd name="connsiteX1484" fmla="*/ 4795999 w 7095546"/>
                  <a:gd name="connsiteY1484" fmla="*/ 77295 h 4342592"/>
                  <a:gd name="connsiteX1485" fmla="*/ 4781934 w 7095546"/>
                  <a:gd name="connsiteY1485" fmla="*/ 133510 h 4342592"/>
                  <a:gd name="connsiteX1486" fmla="*/ 4810063 w 7095546"/>
                  <a:gd name="connsiteY1486" fmla="*/ 147564 h 4342592"/>
                  <a:gd name="connsiteX1487" fmla="*/ 4803031 w 7095546"/>
                  <a:gd name="connsiteY1487" fmla="*/ 168644 h 4342592"/>
                  <a:gd name="connsiteX1488" fmla="*/ 4781934 w 7095546"/>
                  <a:gd name="connsiteY1488" fmla="*/ 168644 h 4342592"/>
                  <a:gd name="connsiteX1489" fmla="*/ 4795999 w 7095546"/>
                  <a:gd name="connsiteY1489" fmla="*/ 182698 h 4342592"/>
                  <a:gd name="connsiteX1490" fmla="*/ 4795999 w 7095546"/>
                  <a:gd name="connsiteY1490" fmla="*/ 217832 h 4342592"/>
                  <a:gd name="connsiteX1491" fmla="*/ 4810063 w 7095546"/>
                  <a:gd name="connsiteY1491" fmla="*/ 245940 h 4342592"/>
                  <a:gd name="connsiteX1492" fmla="*/ 4739741 w 7095546"/>
                  <a:gd name="connsiteY1492" fmla="*/ 252967 h 4342592"/>
                  <a:gd name="connsiteX1493" fmla="*/ 4732708 w 7095546"/>
                  <a:gd name="connsiteY1493" fmla="*/ 274047 h 4342592"/>
                  <a:gd name="connsiteX1494" fmla="*/ 4718644 w 7095546"/>
                  <a:gd name="connsiteY1494" fmla="*/ 274047 h 4342592"/>
                  <a:gd name="connsiteX1495" fmla="*/ 4718644 w 7095546"/>
                  <a:gd name="connsiteY1495" fmla="*/ 295128 h 4342592"/>
                  <a:gd name="connsiteX1496" fmla="*/ 4704579 w 7095546"/>
                  <a:gd name="connsiteY1496" fmla="*/ 295128 h 4342592"/>
                  <a:gd name="connsiteX1497" fmla="*/ 4718644 w 7095546"/>
                  <a:gd name="connsiteY1497" fmla="*/ 351342 h 4342592"/>
                  <a:gd name="connsiteX1498" fmla="*/ 4697547 w 7095546"/>
                  <a:gd name="connsiteY1498" fmla="*/ 407557 h 4342592"/>
                  <a:gd name="connsiteX1499" fmla="*/ 4655354 w 7095546"/>
                  <a:gd name="connsiteY1499" fmla="*/ 435665 h 4342592"/>
                  <a:gd name="connsiteX1500" fmla="*/ 4613160 w 7095546"/>
                  <a:gd name="connsiteY1500" fmla="*/ 435665 h 4342592"/>
                  <a:gd name="connsiteX1501" fmla="*/ 4585031 w 7095546"/>
                  <a:gd name="connsiteY1501" fmla="*/ 407557 h 4342592"/>
                  <a:gd name="connsiteX1502" fmla="*/ 4570967 w 7095546"/>
                  <a:gd name="connsiteY1502" fmla="*/ 421611 h 4342592"/>
                  <a:gd name="connsiteX1503" fmla="*/ 4585031 w 7095546"/>
                  <a:gd name="connsiteY1503" fmla="*/ 456745 h 4342592"/>
                  <a:gd name="connsiteX1504" fmla="*/ 4570967 w 7095546"/>
                  <a:gd name="connsiteY1504" fmla="*/ 456745 h 4342592"/>
                  <a:gd name="connsiteX1505" fmla="*/ 4563934 w 7095546"/>
                  <a:gd name="connsiteY1505" fmla="*/ 470799 h 4342592"/>
                  <a:gd name="connsiteX1506" fmla="*/ 4592063 w 7095546"/>
                  <a:gd name="connsiteY1506" fmla="*/ 491879 h 4342592"/>
                  <a:gd name="connsiteX1507" fmla="*/ 4669418 w 7095546"/>
                  <a:gd name="connsiteY1507" fmla="*/ 519987 h 4342592"/>
                  <a:gd name="connsiteX1508" fmla="*/ 4669418 w 7095546"/>
                  <a:gd name="connsiteY1508" fmla="*/ 618363 h 4342592"/>
                  <a:gd name="connsiteX1509" fmla="*/ 4704579 w 7095546"/>
                  <a:gd name="connsiteY1509" fmla="*/ 625389 h 4342592"/>
                  <a:gd name="connsiteX1510" fmla="*/ 4704579 w 7095546"/>
                  <a:gd name="connsiteY1510" fmla="*/ 639443 h 4342592"/>
                  <a:gd name="connsiteX1511" fmla="*/ 4739741 w 7095546"/>
                  <a:gd name="connsiteY1511" fmla="*/ 625389 h 4342592"/>
                  <a:gd name="connsiteX1512" fmla="*/ 4767870 w 7095546"/>
                  <a:gd name="connsiteY1512" fmla="*/ 674577 h 4342592"/>
                  <a:gd name="connsiteX1513" fmla="*/ 4803031 w 7095546"/>
                  <a:gd name="connsiteY1513" fmla="*/ 695658 h 4342592"/>
                  <a:gd name="connsiteX1514" fmla="*/ 4824128 w 7095546"/>
                  <a:gd name="connsiteY1514" fmla="*/ 674577 h 4342592"/>
                  <a:gd name="connsiteX1515" fmla="*/ 4817095 w 7095546"/>
                  <a:gd name="connsiteY1515" fmla="*/ 667551 h 4342592"/>
                  <a:gd name="connsiteX1516" fmla="*/ 4852257 w 7095546"/>
                  <a:gd name="connsiteY1516" fmla="*/ 653497 h 4342592"/>
                  <a:gd name="connsiteX1517" fmla="*/ 4859289 w 7095546"/>
                  <a:gd name="connsiteY1517" fmla="*/ 660524 h 4342592"/>
                  <a:gd name="connsiteX1518" fmla="*/ 4894450 w 7095546"/>
                  <a:gd name="connsiteY1518" fmla="*/ 625389 h 4342592"/>
                  <a:gd name="connsiteX1519" fmla="*/ 4880386 w 7095546"/>
                  <a:gd name="connsiteY1519" fmla="*/ 653497 h 4342592"/>
                  <a:gd name="connsiteX1520" fmla="*/ 4908515 w 7095546"/>
                  <a:gd name="connsiteY1520" fmla="*/ 787007 h 4342592"/>
                  <a:gd name="connsiteX1521" fmla="*/ 4894450 w 7095546"/>
                  <a:gd name="connsiteY1521" fmla="*/ 864302 h 4342592"/>
                  <a:gd name="connsiteX1522" fmla="*/ 4901483 w 7095546"/>
                  <a:gd name="connsiteY1522" fmla="*/ 878356 h 4342592"/>
                  <a:gd name="connsiteX1523" fmla="*/ 4887418 w 7095546"/>
                  <a:gd name="connsiteY1523" fmla="*/ 906463 h 4342592"/>
                  <a:gd name="connsiteX1524" fmla="*/ 4894450 w 7095546"/>
                  <a:gd name="connsiteY1524" fmla="*/ 927544 h 4342592"/>
                  <a:gd name="connsiteX1525" fmla="*/ 4810063 w 7095546"/>
                  <a:gd name="connsiteY1525" fmla="*/ 934571 h 4342592"/>
                  <a:gd name="connsiteX1526" fmla="*/ 4760837 w 7095546"/>
                  <a:gd name="connsiteY1526" fmla="*/ 976732 h 4342592"/>
                  <a:gd name="connsiteX1527" fmla="*/ 4760837 w 7095546"/>
                  <a:gd name="connsiteY1527" fmla="*/ 990786 h 4342592"/>
                  <a:gd name="connsiteX1528" fmla="*/ 4725676 w 7095546"/>
                  <a:gd name="connsiteY1528" fmla="*/ 1032947 h 4342592"/>
                  <a:gd name="connsiteX1529" fmla="*/ 4725676 w 7095546"/>
                  <a:gd name="connsiteY1529" fmla="*/ 1068081 h 4342592"/>
                  <a:gd name="connsiteX1530" fmla="*/ 4971805 w 7095546"/>
                  <a:gd name="connsiteY1530" fmla="*/ 1658336 h 4342592"/>
                  <a:gd name="connsiteX1531" fmla="*/ 4950708 w 7095546"/>
                  <a:gd name="connsiteY1531" fmla="*/ 1602121 h 4342592"/>
                  <a:gd name="connsiteX1532" fmla="*/ 4943676 w 7095546"/>
                  <a:gd name="connsiteY1532" fmla="*/ 1517799 h 4342592"/>
                  <a:gd name="connsiteX1533" fmla="*/ 4922579 w 7095546"/>
                  <a:gd name="connsiteY1533" fmla="*/ 1496719 h 4342592"/>
                  <a:gd name="connsiteX1534" fmla="*/ 4922579 w 7095546"/>
                  <a:gd name="connsiteY1534" fmla="*/ 1482665 h 4342592"/>
                  <a:gd name="connsiteX1535" fmla="*/ 4894450 w 7095546"/>
                  <a:gd name="connsiteY1535" fmla="*/ 1475638 h 4342592"/>
                  <a:gd name="connsiteX1536" fmla="*/ 4894450 w 7095546"/>
                  <a:gd name="connsiteY1536" fmla="*/ 1398343 h 4342592"/>
                  <a:gd name="connsiteX1537" fmla="*/ 4852257 w 7095546"/>
                  <a:gd name="connsiteY1537" fmla="*/ 1342128 h 4342592"/>
                  <a:gd name="connsiteX1538" fmla="*/ 4852257 w 7095546"/>
                  <a:gd name="connsiteY1538" fmla="*/ 1314021 h 4342592"/>
                  <a:gd name="connsiteX1539" fmla="*/ 4880386 w 7095546"/>
                  <a:gd name="connsiteY1539" fmla="*/ 1306994 h 4342592"/>
                  <a:gd name="connsiteX1540" fmla="*/ 4880386 w 7095546"/>
                  <a:gd name="connsiteY1540" fmla="*/ 1271860 h 4342592"/>
                  <a:gd name="connsiteX1541" fmla="*/ 4950708 w 7095546"/>
                  <a:gd name="connsiteY1541" fmla="*/ 1236725 h 4342592"/>
                  <a:gd name="connsiteX1542" fmla="*/ 4936644 w 7095546"/>
                  <a:gd name="connsiteY1542" fmla="*/ 1215645 h 4342592"/>
                  <a:gd name="connsiteX1543" fmla="*/ 4915547 w 7095546"/>
                  <a:gd name="connsiteY1543" fmla="*/ 1201591 h 4342592"/>
                  <a:gd name="connsiteX1544" fmla="*/ 4908515 w 7095546"/>
                  <a:gd name="connsiteY1544" fmla="*/ 1208618 h 4342592"/>
                  <a:gd name="connsiteX1545" fmla="*/ 4908515 w 7095546"/>
                  <a:gd name="connsiteY1545" fmla="*/ 1194564 h 4342592"/>
                  <a:gd name="connsiteX1546" fmla="*/ 4880386 w 7095546"/>
                  <a:gd name="connsiteY1546" fmla="*/ 1166457 h 4342592"/>
                  <a:gd name="connsiteX1547" fmla="*/ 4852257 w 7095546"/>
                  <a:gd name="connsiteY1547" fmla="*/ 1180511 h 4342592"/>
                  <a:gd name="connsiteX1548" fmla="*/ 4824128 w 7095546"/>
                  <a:gd name="connsiteY1548" fmla="*/ 1145376 h 4342592"/>
                  <a:gd name="connsiteX1549" fmla="*/ 4810063 w 7095546"/>
                  <a:gd name="connsiteY1549" fmla="*/ 1145376 h 4342592"/>
                  <a:gd name="connsiteX1550" fmla="*/ 4788966 w 7095546"/>
                  <a:gd name="connsiteY1550" fmla="*/ 1166457 h 4342592"/>
                  <a:gd name="connsiteX1551" fmla="*/ 4774902 w 7095546"/>
                  <a:gd name="connsiteY1551" fmla="*/ 1152403 h 4342592"/>
                  <a:gd name="connsiteX1552" fmla="*/ 4767870 w 7095546"/>
                  <a:gd name="connsiteY1552" fmla="*/ 1117269 h 4342592"/>
                  <a:gd name="connsiteX1553" fmla="*/ 4753805 w 7095546"/>
                  <a:gd name="connsiteY1553" fmla="*/ 1124296 h 4342592"/>
                  <a:gd name="connsiteX1554" fmla="*/ 4746773 w 7095546"/>
                  <a:gd name="connsiteY1554" fmla="*/ 1089161 h 4342592"/>
                  <a:gd name="connsiteX1555" fmla="*/ 4725676 w 7095546"/>
                  <a:gd name="connsiteY1555" fmla="*/ 1089161 h 4342592"/>
                  <a:gd name="connsiteX1556" fmla="*/ 4725676 w 7095546"/>
                  <a:gd name="connsiteY1556" fmla="*/ 1068081 h 4342592"/>
                  <a:gd name="connsiteX1557" fmla="*/ 4887418 w 7095546"/>
                  <a:gd name="connsiteY1557" fmla="*/ 3415048 h 4342592"/>
                  <a:gd name="connsiteX1558" fmla="*/ 4880386 w 7095546"/>
                  <a:gd name="connsiteY1558" fmla="*/ 3408021 h 4342592"/>
                  <a:gd name="connsiteX1559" fmla="*/ 4894450 w 7095546"/>
                  <a:gd name="connsiteY1559" fmla="*/ 3408021 h 4342592"/>
                  <a:gd name="connsiteX1560" fmla="*/ 4880386 w 7095546"/>
                  <a:gd name="connsiteY1560" fmla="*/ 3386941 h 4342592"/>
                  <a:gd name="connsiteX1561" fmla="*/ 4901483 w 7095546"/>
                  <a:gd name="connsiteY1561" fmla="*/ 3372887 h 4342592"/>
                  <a:gd name="connsiteX1562" fmla="*/ 4880386 w 7095546"/>
                  <a:gd name="connsiteY1562" fmla="*/ 3351807 h 4342592"/>
                  <a:gd name="connsiteX1563" fmla="*/ 4880386 w 7095546"/>
                  <a:gd name="connsiteY1563" fmla="*/ 3323699 h 4342592"/>
                  <a:gd name="connsiteX1564" fmla="*/ 4901483 w 7095546"/>
                  <a:gd name="connsiteY1564" fmla="*/ 3316672 h 4342592"/>
                  <a:gd name="connsiteX1565" fmla="*/ 4908515 w 7095546"/>
                  <a:gd name="connsiteY1565" fmla="*/ 3288565 h 4342592"/>
                  <a:gd name="connsiteX1566" fmla="*/ 4922579 w 7095546"/>
                  <a:gd name="connsiteY1566" fmla="*/ 3288565 h 4342592"/>
                  <a:gd name="connsiteX1567" fmla="*/ 4922579 w 7095546"/>
                  <a:gd name="connsiteY1567" fmla="*/ 3225323 h 4342592"/>
                  <a:gd name="connsiteX1568" fmla="*/ 4943676 w 7095546"/>
                  <a:gd name="connsiteY1568" fmla="*/ 3204243 h 4342592"/>
                  <a:gd name="connsiteX1569" fmla="*/ 4943676 w 7095546"/>
                  <a:gd name="connsiteY1569" fmla="*/ 3155055 h 4342592"/>
                  <a:gd name="connsiteX1570" fmla="*/ 4964773 w 7095546"/>
                  <a:gd name="connsiteY1570" fmla="*/ 3126947 h 4342592"/>
                  <a:gd name="connsiteX1571" fmla="*/ 4978837 w 7095546"/>
                  <a:gd name="connsiteY1571" fmla="*/ 3126947 h 4342592"/>
                  <a:gd name="connsiteX1572" fmla="*/ 4964773 w 7095546"/>
                  <a:gd name="connsiteY1572" fmla="*/ 3091813 h 4342592"/>
                  <a:gd name="connsiteX1573" fmla="*/ 5042128 w 7095546"/>
                  <a:gd name="connsiteY1573" fmla="*/ 3056679 h 4342592"/>
                  <a:gd name="connsiteX1574" fmla="*/ 5049160 w 7095546"/>
                  <a:gd name="connsiteY1574" fmla="*/ 3028572 h 4342592"/>
                  <a:gd name="connsiteX1575" fmla="*/ 5084321 w 7095546"/>
                  <a:gd name="connsiteY1575" fmla="*/ 3000464 h 4342592"/>
                  <a:gd name="connsiteX1576" fmla="*/ 5077289 w 7095546"/>
                  <a:gd name="connsiteY1576" fmla="*/ 2979384 h 4342592"/>
                  <a:gd name="connsiteX1577" fmla="*/ 5049160 w 7095546"/>
                  <a:gd name="connsiteY1577" fmla="*/ 2979384 h 4342592"/>
                  <a:gd name="connsiteX1578" fmla="*/ 5049160 w 7095546"/>
                  <a:gd name="connsiteY1578" fmla="*/ 2944249 h 4342592"/>
                  <a:gd name="connsiteX1579" fmla="*/ 5084321 w 7095546"/>
                  <a:gd name="connsiteY1579" fmla="*/ 2916142 h 4342592"/>
                  <a:gd name="connsiteX1580" fmla="*/ 5091353 w 7095546"/>
                  <a:gd name="connsiteY1580" fmla="*/ 2895061 h 4342592"/>
                  <a:gd name="connsiteX1581" fmla="*/ 5112450 w 7095546"/>
                  <a:gd name="connsiteY1581" fmla="*/ 2909115 h 4342592"/>
                  <a:gd name="connsiteX1582" fmla="*/ 5126515 w 7095546"/>
                  <a:gd name="connsiteY1582" fmla="*/ 2881008 h 4342592"/>
                  <a:gd name="connsiteX1583" fmla="*/ 5098386 w 7095546"/>
                  <a:gd name="connsiteY1583" fmla="*/ 2838847 h 4342592"/>
                  <a:gd name="connsiteX1584" fmla="*/ 5098386 w 7095546"/>
                  <a:gd name="connsiteY1584" fmla="*/ 2740471 h 4342592"/>
                  <a:gd name="connsiteX1585" fmla="*/ 5154644 w 7095546"/>
                  <a:gd name="connsiteY1585" fmla="*/ 2684256 h 4342592"/>
                  <a:gd name="connsiteX1586" fmla="*/ 5168708 w 7095546"/>
                  <a:gd name="connsiteY1586" fmla="*/ 2691283 h 4342592"/>
                  <a:gd name="connsiteX1587" fmla="*/ 5175741 w 7095546"/>
                  <a:gd name="connsiteY1587" fmla="*/ 2677229 h 4342592"/>
                  <a:gd name="connsiteX1588" fmla="*/ 5224966 w 7095546"/>
                  <a:gd name="connsiteY1588" fmla="*/ 2670202 h 4342592"/>
                  <a:gd name="connsiteX1589" fmla="*/ 5260128 w 7095546"/>
                  <a:gd name="connsiteY1589" fmla="*/ 2649122 h 4342592"/>
                  <a:gd name="connsiteX1590" fmla="*/ 5274192 w 7095546"/>
                  <a:gd name="connsiteY1590" fmla="*/ 2606961 h 4342592"/>
                  <a:gd name="connsiteX1591" fmla="*/ 5295289 w 7095546"/>
                  <a:gd name="connsiteY1591" fmla="*/ 2599934 h 4342592"/>
                  <a:gd name="connsiteX1592" fmla="*/ 5302321 w 7095546"/>
                  <a:gd name="connsiteY1592" fmla="*/ 2578853 h 4342592"/>
                  <a:gd name="connsiteX1593" fmla="*/ 5274192 w 7095546"/>
                  <a:gd name="connsiteY1593" fmla="*/ 2564800 h 4342592"/>
                  <a:gd name="connsiteX1594" fmla="*/ 5288257 w 7095546"/>
                  <a:gd name="connsiteY1594" fmla="*/ 2536692 h 4342592"/>
                  <a:gd name="connsiteX1595" fmla="*/ 5281224 w 7095546"/>
                  <a:gd name="connsiteY1595" fmla="*/ 2487504 h 4342592"/>
                  <a:gd name="connsiteX1596" fmla="*/ 5253095 w 7095546"/>
                  <a:gd name="connsiteY1596" fmla="*/ 2480477 h 4342592"/>
                  <a:gd name="connsiteX1597" fmla="*/ 5253095 w 7095546"/>
                  <a:gd name="connsiteY1597" fmla="*/ 2445343 h 4342592"/>
                  <a:gd name="connsiteX1598" fmla="*/ 5274192 w 7095546"/>
                  <a:gd name="connsiteY1598" fmla="*/ 2459397 h 4342592"/>
                  <a:gd name="connsiteX1599" fmla="*/ 5281224 w 7095546"/>
                  <a:gd name="connsiteY1599" fmla="*/ 2431289 h 4342592"/>
                  <a:gd name="connsiteX1600" fmla="*/ 5302321 w 7095546"/>
                  <a:gd name="connsiteY1600" fmla="*/ 2438316 h 4342592"/>
                  <a:gd name="connsiteX1601" fmla="*/ 5344515 w 7095546"/>
                  <a:gd name="connsiteY1601" fmla="*/ 2403182 h 4342592"/>
                  <a:gd name="connsiteX1602" fmla="*/ 5344515 w 7095546"/>
                  <a:gd name="connsiteY1602" fmla="*/ 2382102 h 4342592"/>
                  <a:gd name="connsiteX1603" fmla="*/ 5330450 w 7095546"/>
                  <a:gd name="connsiteY1603" fmla="*/ 2375075 h 4342592"/>
                  <a:gd name="connsiteX1604" fmla="*/ 5351547 w 7095546"/>
                  <a:gd name="connsiteY1604" fmla="*/ 2361021 h 4342592"/>
                  <a:gd name="connsiteX1605" fmla="*/ 5351547 w 7095546"/>
                  <a:gd name="connsiteY1605" fmla="*/ 2375075 h 4342592"/>
                  <a:gd name="connsiteX1606" fmla="*/ 5414837 w 7095546"/>
                  <a:gd name="connsiteY1606" fmla="*/ 2332914 h 4342592"/>
                  <a:gd name="connsiteX1607" fmla="*/ 5435934 w 7095546"/>
                  <a:gd name="connsiteY1607" fmla="*/ 2375075 h 4342592"/>
                  <a:gd name="connsiteX1608" fmla="*/ 5464063 w 7095546"/>
                  <a:gd name="connsiteY1608" fmla="*/ 2389128 h 4342592"/>
                  <a:gd name="connsiteX1609" fmla="*/ 5471095 w 7095546"/>
                  <a:gd name="connsiteY1609" fmla="*/ 2382102 h 4342592"/>
                  <a:gd name="connsiteX1610" fmla="*/ 5478128 w 7095546"/>
                  <a:gd name="connsiteY1610" fmla="*/ 2396155 h 4342592"/>
                  <a:gd name="connsiteX1611" fmla="*/ 5513289 w 7095546"/>
                  <a:gd name="connsiteY1611" fmla="*/ 2346967 h 4342592"/>
                  <a:gd name="connsiteX1612" fmla="*/ 5541418 w 7095546"/>
                  <a:gd name="connsiteY1612" fmla="*/ 2332914 h 4342592"/>
                  <a:gd name="connsiteX1613" fmla="*/ 5555482 w 7095546"/>
                  <a:gd name="connsiteY1613" fmla="*/ 2339940 h 4342592"/>
                  <a:gd name="connsiteX1614" fmla="*/ 5569547 w 7095546"/>
                  <a:gd name="connsiteY1614" fmla="*/ 2325887 h 4342592"/>
                  <a:gd name="connsiteX1615" fmla="*/ 5590644 w 7095546"/>
                  <a:gd name="connsiteY1615" fmla="*/ 2332914 h 4342592"/>
                  <a:gd name="connsiteX1616" fmla="*/ 5611740 w 7095546"/>
                  <a:gd name="connsiteY1616" fmla="*/ 2297779 h 4342592"/>
                  <a:gd name="connsiteX1617" fmla="*/ 5639869 w 7095546"/>
                  <a:gd name="connsiteY1617" fmla="*/ 2304806 h 4342592"/>
                  <a:gd name="connsiteX1618" fmla="*/ 5653934 w 7095546"/>
                  <a:gd name="connsiteY1618" fmla="*/ 2290753 h 4342592"/>
                  <a:gd name="connsiteX1619" fmla="*/ 5675031 w 7095546"/>
                  <a:gd name="connsiteY1619" fmla="*/ 2290753 h 4342592"/>
                  <a:gd name="connsiteX1620" fmla="*/ 5689095 w 7095546"/>
                  <a:gd name="connsiteY1620" fmla="*/ 2262645 h 4342592"/>
                  <a:gd name="connsiteX1621" fmla="*/ 5667998 w 7095546"/>
                  <a:gd name="connsiteY1621" fmla="*/ 2241565 h 4342592"/>
                  <a:gd name="connsiteX1622" fmla="*/ 5689095 w 7095546"/>
                  <a:gd name="connsiteY1622" fmla="*/ 2220484 h 4342592"/>
                  <a:gd name="connsiteX1623" fmla="*/ 5703160 w 7095546"/>
                  <a:gd name="connsiteY1623" fmla="*/ 2220484 h 4342592"/>
                  <a:gd name="connsiteX1624" fmla="*/ 5309353 w 7095546"/>
                  <a:gd name="connsiteY1624" fmla="*/ 3899901 h 4342592"/>
                  <a:gd name="connsiteX1625" fmla="*/ 5309353 w 7095546"/>
                  <a:gd name="connsiteY1625" fmla="*/ 3871793 h 4342592"/>
                  <a:gd name="connsiteX1626" fmla="*/ 5281224 w 7095546"/>
                  <a:gd name="connsiteY1626" fmla="*/ 3871793 h 4342592"/>
                  <a:gd name="connsiteX1627" fmla="*/ 5260128 w 7095546"/>
                  <a:gd name="connsiteY1627" fmla="*/ 3843686 h 4342592"/>
                  <a:gd name="connsiteX1628" fmla="*/ 5246063 w 7095546"/>
                  <a:gd name="connsiteY1628" fmla="*/ 3794498 h 4342592"/>
                  <a:gd name="connsiteX1629" fmla="*/ 5231999 w 7095546"/>
                  <a:gd name="connsiteY1629" fmla="*/ 3794498 h 4342592"/>
                  <a:gd name="connsiteX1630" fmla="*/ 5239031 w 7095546"/>
                  <a:gd name="connsiteY1630" fmla="*/ 3745310 h 4342592"/>
                  <a:gd name="connsiteX1631" fmla="*/ 5231999 w 7095546"/>
                  <a:gd name="connsiteY1631" fmla="*/ 3724230 h 4342592"/>
                  <a:gd name="connsiteX1632" fmla="*/ 5224966 w 7095546"/>
                  <a:gd name="connsiteY1632" fmla="*/ 3731256 h 4342592"/>
                  <a:gd name="connsiteX1633" fmla="*/ 5224966 w 7095546"/>
                  <a:gd name="connsiteY1633" fmla="*/ 3710176 h 4342592"/>
                  <a:gd name="connsiteX1634" fmla="*/ 5246063 w 7095546"/>
                  <a:gd name="connsiteY1634" fmla="*/ 3689095 h 4342592"/>
                  <a:gd name="connsiteX1635" fmla="*/ 5224966 w 7095546"/>
                  <a:gd name="connsiteY1635" fmla="*/ 3668015 h 4342592"/>
                  <a:gd name="connsiteX1636" fmla="*/ 5217934 w 7095546"/>
                  <a:gd name="connsiteY1636" fmla="*/ 3625854 h 4342592"/>
                  <a:gd name="connsiteX1637" fmla="*/ 5196837 w 7095546"/>
                  <a:gd name="connsiteY1637" fmla="*/ 3597746 h 4342592"/>
                  <a:gd name="connsiteX1638" fmla="*/ 5203870 w 7095546"/>
                  <a:gd name="connsiteY1638" fmla="*/ 3583693 h 4342592"/>
                  <a:gd name="connsiteX1639" fmla="*/ 5182773 w 7095546"/>
                  <a:gd name="connsiteY1639" fmla="*/ 3576666 h 4342592"/>
                  <a:gd name="connsiteX1640" fmla="*/ 5168708 w 7095546"/>
                  <a:gd name="connsiteY1640" fmla="*/ 3555585 h 4342592"/>
                  <a:gd name="connsiteX1641" fmla="*/ 5182773 w 7095546"/>
                  <a:gd name="connsiteY1641" fmla="*/ 3506397 h 4342592"/>
                  <a:gd name="connsiteX1642" fmla="*/ 5168708 w 7095546"/>
                  <a:gd name="connsiteY1642" fmla="*/ 3520451 h 4342592"/>
                  <a:gd name="connsiteX1643" fmla="*/ 5147612 w 7095546"/>
                  <a:gd name="connsiteY1643" fmla="*/ 3513424 h 4342592"/>
                  <a:gd name="connsiteX1644" fmla="*/ 5091353 w 7095546"/>
                  <a:gd name="connsiteY1644" fmla="*/ 3534505 h 4342592"/>
                  <a:gd name="connsiteX1645" fmla="*/ 5084321 w 7095546"/>
                  <a:gd name="connsiteY1645" fmla="*/ 3499370 h 4342592"/>
                  <a:gd name="connsiteX1646" fmla="*/ 5070257 w 7095546"/>
                  <a:gd name="connsiteY1646" fmla="*/ 3499370 h 4342592"/>
                  <a:gd name="connsiteX1647" fmla="*/ 5042128 w 7095546"/>
                  <a:gd name="connsiteY1647" fmla="*/ 3464236 h 4342592"/>
                  <a:gd name="connsiteX1648" fmla="*/ 5056192 w 7095546"/>
                  <a:gd name="connsiteY1648" fmla="*/ 3450182 h 4342592"/>
                  <a:gd name="connsiteX1649" fmla="*/ 5049160 w 7095546"/>
                  <a:gd name="connsiteY1649" fmla="*/ 3443156 h 4342592"/>
                  <a:gd name="connsiteX1650" fmla="*/ 4999934 w 7095546"/>
                  <a:gd name="connsiteY1650" fmla="*/ 3471263 h 4342592"/>
                  <a:gd name="connsiteX1651" fmla="*/ 4985870 w 7095546"/>
                  <a:gd name="connsiteY1651" fmla="*/ 3443156 h 4342592"/>
                  <a:gd name="connsiteX1652" fmla="*/ 4957741 w 7095546"/>
                  <a:gd name="connsiteY1652" fmla="*/ 3450182 h 4342592"/>
                  <a:gd name="connsiteX1653" fmla="*/ 4887418 w 7095546"/>
                  <a:gd name="connsiteY1653" fmla="*/ 3415048 h 4342592"/>
                  <a:gd name="connsiteX1654" fmla="*/ 5625805 w 7095546"/>
                  <a:gd name="connsiteY1654" fmla="*/ 1812927 h 4342592"/>
                  <a:gd name="connsiteX1655" fmla="*/ 5611740 w 7095546"/>
                  <a:gd name="connsiteY1655" fmla="*/ 1805900 h 4342592"/>
                  <a:gd name="connsiteX1656" fmla="*/ 5611740 w 7095546"/>
                  <a:gd name="connsiteY1656" fmla="*/ 1777793 h 4342592"/>
                  <a:gd name="connsiteX1657" fmla="*/ 5576579 w 7095546"/>
                  <a:gd name="connsiteY1657" fmla="*/ 1749685 h 4342592"/>
                  <a:gd name="connsiteX1658" fmla="*/ 5478128 w 7095546"/>
                  <a:gd name="connsiteY1658" fmla="*/ 1756712 h 4342592"/>
                  <a:gd name="connsiteX1659" fmla="*/ 5457031 w 7095546"/>
                  <a:gd name="connsiteY1659" fmla="*/ 1735631 h 4342592"/>
                  <a:gd name="connsiteX1660" fmla="*/ 5421869 w 7095546"/>
                  <a:gd name="connsiteY1660" fmla="*/ 1742658 h 4342592"/>
                  <a:gd name="connsiteX1661" fmla="*/ 5414837 w 7095546"/>
                  <a:gd name="connsiteY1661" fmla="*/ 1721578 h 4342592"/>
                  <a:gd name="connsiteX1662" fmla="*/ 5386708 w 7095546"/>
                  <a:gd name="connsiteY1662" fmla="*/ 1707524 h 4342592"/>
                  <a:gd name="connsiteX1663" fmla="*/ 5393740 w 7095546"/>
                  <a:gd name="connsiteY1663" fmla="*/ 1693470 h 4342592"/>
                  <a:gd name="connsiteX1664" fmla="*/ 5372644 w 7095546"/>
                  <a:gd name="connsiteY1664" fmla="*/ 1665363 h 4342592"/>
                  <a:gd name="connsiteX1665" fmla="*/ 5379676 w 7095546"/>
                  <a:gd name="connsiteY1665" fmla="*/ 1651309 h 4342592"/>
                  <a:gd name="connsiteX1666" fmla="*/ 5358579 w 7095546"/>
                  <a:gd name="connsiteY1666" fmla="*/ 1658336 h 4342592"/>
                  <a:gd name="connsiteX1667" fmla="*/ 5351547 w 7095546"/>
                  <a:gd name="connsiteY1667" fmla="*/ 1644282 h 4342592"/>
                  <a:gd name="connsiteX1668" fmla="*/ 5337482 w 7095546"/>
                  <a:gd name="connsiteY1668" fmla="*/ 1658336 h 4342592"/>
                  <a:gd name="connsiteX1669" fmla="*/ 5323418 w 7095546"/>
                  <a:gd name="connsiteY1669" fmla="*/ 1651309 h 4342592"/>
                  <a:gd name="connsiteX1670" fmla="*/ 5330450 w 7095546"/>
                  <a:gd name="connsiteY1670" fmla="*/ 1637256 h 4342592"/>
                  <a:gd name="connsiteX1671" fmla="*/ 5309353 w 7095546"/>
                  <a:gd name="connsiteY1671" fmla="*/ 1616175 h 4342592"/>
                  <a:gd name="connsiteX1672" fmla="*/ 5267160 w 7095546"/>
                  <a:gd name="connsiteY1672" fmla="*/ 1658336 h 4342592"/>
                  <a:gd name="connsiteX1673" fmla="*/ 5288257 w 7095546"/>
                  <a:gd name="connsiteY1673" fmla="*/ 1665363 h 4342592"/>
                  <a:gd name="connsiteX1674" fmla="*/ 5274192 w 7095546"/>
                  <a:gd name="connsiteY1674" fmla="*/ 1707524 h 4342592"/>
                  <a:gd name="connsiteX1675" fmla="*/ 5239031 w 7095546"/>
                  <a:gd name="connsiteY1675" fmla="*/ 1714551 h 4342592"/>
                  <a:gd name="connsiteX1676" fmla="*/ 5182773 w 7095546"/>
                  <a:gd name="connsiteY1676" fmla="*/ 1756712 h 4342592"/>
                  <a:gd name="connsiteX1677" fmla="*/ 5168708 w 7095546"/>
                  <a:gd name="connsiteY1677" fmla="*/ 1742658 h 4342592"/>
                  <a:gd name="connsiteX1678" fmla="*/ 5154644 w 7095546"/>
                  <a:gd name="connsiteY1678" fmla="*/ 1756712 h 4342592"/>
                  <a:gd name="connsiteX1679" fmla="*/ 5154644 w 7095546"/>
                  <a:gd name="connsiteY1679" fmla="*/ 1742658 h 4342592"/>
                  <a:gd name="connsiteX1680" fmla="*/ 5133547 w 7095546"/>
                  <a:gd name="connsiteY1680" fmla="*/ 1728605 h 4342592"/>
                  <a:gd name="connsiteX1681" fmla="*/ 5133547 w 7095546"/>
                  <a:gd name="connsiteY1681" fmla="*/ 1707524 h 4342592"/>
                  <a:gd name="connsiteX1682" fmla="*/ 5168708 w 7095546"/>
                  <a:gd name="connsiteY1682" fmla="*/ 1665363 h 4342592"/>
                  <a:gd name="connsiteX1683" fmla="*/ 5182773 w 7095546"/>
                  <a:gd name="connsiteY1683" fmla="*/ 1665363 h 4342592"/>
                  <a:gd name="connsiteX1684" fmla="*/ 5203870 w 7095546"/>
                  <a:gd name="connsiteY1684" fmla="*/ 1644282 h 4342592"/>
                  <a:gd name="connsiteX1685" fmla="*/ 5210902 w 7095546"/>
                  <a:gd name="connsiteY1685" fmla="*/ 1609148 h 4342592"/>
                  <a:gd name="connsiteX1686" fmla="*/ 5147612 w 7095546"/>
                  <a:gd name="connsiteY1686" fmla="*/ 1566987 h 4342592"/>
                  <a:gd name="connsiteX1687" fmla="*/ 5105418 w 7095546"/>
                  <a:gd name="connsiteY1687" fmla="*/ 1581041 h 4342592"/>
                  <a:gd name="connsiteX1688" fmla="*/ 5098386 w 7095546"/>
                  <a:gd name="connsiteY1688" fmla="*/ 1630229 h 4342592"/>
                  <a:gd name="connsiteX1689" fmla="*/ 5077289 w 7095546"/>
                  <a:gd name="connsiteY1689" fmla="*/ 1630229 h 4342592"/>
                  <a:gd name="connsiteX1690" fmla="*/ 5013999 w 7095546"/>
                  <a:gd name="connsiteY1690" fmla="*/ 1672390 h 4342592"/>
                  <a:gd name="connsiteX1691" fmla="*/ 4999934 w 7095546"/>
                  <a:gd name="connsiteY1691" fmla="*/ 1658336 h 4342592"/>
                  <a:gd name="connsiteX1692" fmla="*/ 4971805 w 7095546"/>
                  <a:gd name="connsiteY1692" fmla="*/ 1658336 h 4342592"/>
                  <a:gd name="connsiteX1693" fmla="*/ 6082902 w 7095546"/>
                  <a:gd name="connsiteY1693" fmla="*/ 1173484 h 4342592"/>
                  <a:gd name="connsiteX1694" fmla="*/ 6075869 w 7095546"/>
                  <a:gd name="connsiteY1694" fmla="*/ 1180511 h 4342592"/>
                  <a:gd name="connsiteX1695" fmla="*/ 6054773 w 7095546"/>
                  <a:gd name="connsiteY1695" fmla="*/ 1159430 h 4342592"/>
                  <a:gd name="connsiteX1696" fmla="*/ 6033676 w 7095546"/>
                  <a:gd name="connsiteY1696" fmla="*/ 1166457 h 4342592"/>
                  <a:gd name="connsiteX1697" fmla="*/ 6026643 w 7095546"/>
                  <a:gd name="connsiteY1697" fmla="*/ 1152403 h 4342592"/>
                  <a:gd name="connsiteX1698" fmla="*/ 6005547 w 7095546"/>
                  <a:gd name="connsiteY1698" fmla="*/ 1152403 h 4342592"/>
                  <a:gd name="connsiteX1699" fmla="*/ 6005547 w 7095546"/>
                  <a:gd name="connsiteY1699" fmla="*/ 1110242 h 4342592"/>
                  <a:gd name="connsiteX1700" fmla="*/ 5991482 w 7095546"/>
                  <a:gd name="connsiteY1700" fmla="*/ 1124296 h 4342592"/>
                  <a:gd name="connsiteX1701" fmla="*/ 5949289 w 7095546"/>
                  <a:gd name="connsiteY1701" fmla="*/ 1124296 h 4342592"/>
                  <a:gd name="connsiteX1702" fmla="*/ 5949289 w 7095546"/>
                  <a:gd name="connsiteY1702" fmla="*/ 1110242 h 4342592"/>
                  <a:gd name="connsiteX1703" fmla="*/ 5935224 w 7095546"/>
                  <a:gd name="connsiteY1703" fmla="*/ 1110242 h 4342592"/>
                  <a:gd name="connsiteX1704" fmla="*/ 5921160 w 7095546"/>
                  <a:gd name="connsiteY1704" fmla="*/ 1131323 h 4342592"/>
                  <a:gd name="connsiteX1705" fmla="*/ 5878966 w 7095546"/>
                  <a:gd name="connsiteY1705" fmla="*/ 1138349 h 4342592"/>
                  <a:gd name="connsiteX1706" fmla="*/ 5822708 w 7095546"/>
                  <a:gd name="connsiteY1706" fmla="*/ 1138349 h 4342592"/>
                  <a:gd name="connsiteX1707" fmla="*/ 5808644 w 7095546"/>
                  <a:gd name="connsiteY1707" fmla="*/ 1117269 h 4342592"/>
                  <a:gd name="connsiteX1708" fmla="*/ 5794579 w 7095546"/>
                  <a:gd name="connsiteY1708" fmla="*/ 1117269 h 4342592"/>
                  <a:gd name="connsiteX1709" fmla="*/ 5808644 w 7095546"/>
                  <a:gd name="connsiteY1709" fmla="*/ 1075108 h 4342592"/>
                  <a:gd name="connsiteX1710" fmla="*/ 5808644 w 7095546"/>
                  <a:gd name="connsiteY1710" fmla="*/ 1089161 h 4342592"/>
                  <a:gd name="connsiteX1711" fmla="*/ 5843805 w 7095546"/>
                  <a:gd name="connsiteY1711" fmla="*/ 1061054 h 4342592"/>
                  <a:gd name="connsiteX1712" fmla="*/ 5843805 w 7095546"/>
                  <a:gd name="connsiteY1712" fmla="*/ 990786 h 4342592"/>
                  <a:gd name="connsiteX1713" fmla="*/ 5822708 w 7095546"/>
                  <a:gd name="connsiteY1713" fmla="*/ 990786 h 4342592"/>
                  <a:gd name="connsiteX1714" fmla="*/ 5815676 w 7095546"/>
                  <a:gd name="connsiteY1714" fmla="*/ 969705 h 4342592"/>
                  <a:gd name="connsiteX1715" fmla="*/ 5801611 w 7095546"/>
                  <a:gd name="connsiteY1715" fmla="*/ 969705 h 4342592"/>
                  <a:gd name="connsiteX1716" fmla="*/ 5801611 w 7095546"/>
                  <a:gd name="connsiteY1716" fmla="*/ 983759 h 4342592"/>
                  <a:gd name="connsiteX1717" fmla="*/ 5780515 w 7095546"/>
                  <a:gd name="connsiteY1717" fmla="*/ 983759 h 4342592"/>
                  <a:gd name="connsiteX1718" fmla="*/ 5773482 w 7095546"/>
                  <a:gd name="connsiteY1718" fmla="*/ 976732 h 4342592"/>
                  <a:gd name="connsiteX1719" fmla="*/ 5787547 w 7095546"/>
                  <a:gd name="connsiteY1719" fmla="*/ 955651 h 4342592"/>
                  <a:gd name="connsiteX1720" fmla="*/ 5759418 w 7095546"/>
                  <a:gd name="connsiteY1720" fmla="*/ 934571 h 4342592"/>
                  <a:gd name="connsiteX1721" fmla="*/ 5738321 w 7095546"/>
                  <a:gd name="connsiteY1721" fmla="*/ 948624 h 4342592"/>
                  <a:gd name="connsiteX1722" fmla="*/ 5738321 w 7095546"/>
                  <a:gd name="connsiteY1722" fmla="*/ 934571 h 4342592"/>
                  <a:gd name="connsiteX1723" fmla="*/ 5717224 w 7095546"/>
                  <a:gd name="connsiteY1723" fmla="*/ 927544 h 4342592"/>
                  <a:gd name="connsiteX1724" fmla="*/ 5724256 w 7095546"/>
                  <a:gd name="connsiteY1724" fmla="*/ 906463 h 4342592"/>
                  <a:gd name="connsiteX1725" fmla="*/ 5682063 w 7095546"/>
                  <a:gd name="connsiteY1725" fmla="*/ 871329 h 4342592"/>
                  <a:gd name="connsiteX1726" fmla="*/ 5689095 w 7095546"/>
                  <a:gd name="connsiteY1726" fmla="*/ 822141 h 4342592"/>
                  <a:gd name="connsiteX1727" fmla="*/ 5724256 w 7095546"/>
                  <a:gd name="connsiteY1727" fmla="*/ 801061 h 4342592"/>
                  <a:gd name="connsiteX1728" fmla="*/ 5724256 w 7095546"/>
                  <a:gd name="connsiteY1728" fmla="*/ 772953 h 4342592"/>
                  <a:gd name="connsiteX1729" fmla="*/ 5766450 w 7095546"/>
                  <a:gd name="connsiteY1729" fmla="*/ 772953 h 4342592"/>
                  <a:gd name="connsiteX1730" fmla="*/ 5780515 w 7095546"/>
                  <a:gd name="connsiteY1730" fmla="*/ 758900 h 4342592"/>
                  <a:gd name="connsiteX1731" fmla="*/ 5773482 w 7095546"/>
                  <a:gd name="connsiteY1731" fmla="*/ 730792 h 4342592"/>
                  <a:gd name="connsiteX1732" fmla="*/ 5787547 w 7095546"/>
                  <a:gd name="connsiteY1732" fmla="*/ 716739 h 4342592"/>
                  <a:gd name="connsiteX1733" fmla="*/ 5787547 w 7095546"/>
                  <a:gd name="connsiteY1733" fmla="*/ 667551 h 4342592"/>
                  <a:gd name="connsiteX1734" fmla="*/ 5752386 w 7095546"/>
                  <a:gd name="connsiteY1734" fmla="*/ 667551 h 4342592"/>
                  <a:gd name="connsiteX1735" fmla="*/ 5752386 w 7095546"/>
                  <a:gd name="connsiteY1735" fmla="*/ 618363 h 4342592"/>
                  <a:gd name="connsiteX1736" fmla="*/ 5822708 w 7095546"/>
                  <a:gd name="connsiteY1736" fmla="*/ 618363 h 4342592"/>
                  <a:gd name="connsiteX1737" fmla="*/ 5836773 w 7095546"/>
                  <a:gd name="connsiteY1737" fmla="*/ 632416 h 4342592"/>
                  <a:gd name="connsiteX1738" fmla="*/ 5850837 w 7095546"/>
                  <a:gd name="connsiteY1738" fmla="*/ 625389 h 4342592"/>
                  <a:gd name="connsiteX1739" fmla="*/ 5850837 w 7095546"/>
                  <a:gd name="connsiteY1739" fmla="*/ 639443 h 4342592"/>
                  <a:gd name="connsiteX1740" fmla="*/ 5864902 w 7095546"/>
                  <a:gd name="connsiteY1740" fmla="*/ 632416 h 4342592"/>
                  <a:gd name="connsiteX1741" fmla="*/ 5907095 w 7095546"/>
                  <a:gd name="connsiteY1741" fmla="*/ 674577 h 4342592"/>
                  <a:gd name="connsiteX1742" fmla="*/ 5956321 w 7095546"/>
                  <a:gd name="connsiteY1742" fmla="*/ 625389 h 4342592"/>
                  <a:gd name="connsiteX1743" fmla="*/ 5942256 w 7095546"/>
                  <a:gd name="connsiteY1743" fmla="*/ 534040 h 4342592"/>
                  <a:gd name="connsiteX1744" fmla="*/ 5907095 w 7095546"/>
                  <a:gd name="connsiteY1744" fmla="*/ 519987 h 4342592"/>
                  <a:gd name="connsiteX1745" fmla="*/ 5885998 w 7095546"/>
                  <a:gd name="connsiteY1745" fmla="*/ 484853 h 4342592"/>
                  <a:gd name="connsiteX1746" fmla="*/ 5836773 w 7095546"/>
                  <a:gd name="connsiteY1746" fmla="*/ 484853 h 4342592"/>
                  <a:gd name="connsiteX1747" fmla="*/ 5836773 w 7095546"/>
                  <a:gd name="connsiteY1747" fmla="*/ 498906 h 4342592"/>
                  <a:gd name="connsiteX1748" fmla="*/ 5822708 w 7095546"/>
                  <a:gd name="connsiteY1748" fmla="*/ 498906 h 4342592"/>
                  <a:gd name="connsiteX1749" fmla="*/ 5822708 w 7095546"/>
                  <a:gd name="connsiteY1749" fmla="*/ 519987 h 4342592"/>
                  <a:gd name="connsiteX1750" fmla="*/ 5801611 w 7095546"/>
                  <a:gd name="connsiteY1750" fmla="*/ 519987 h 4342592"/>
                  <a:gd name="connsiteX1751" fmla="*/ 5808644 w 7095546"/>
                  <a:gd name="connsiteY1751" fmla="*/ 562148 h 4342592"/>
                  <a:gd name="connsiteX1752" fmla="*/ 5794579 w 7095546"/>
                  <a:gd name="connsiteY1752" fmla="*/ 576202 h 4342592"/>
                  <a:gd name="connsiteX1753" fmla="*/ 5766450 w 7095546"/>
                  <a:gd name="connsiteY1753" fmla="*/ 562148 h 4342592"/>
                  <a:gd name="connsiteX1754" fmla="*/ 5745353 w 7095546"/>
                  <a:gd name="connsiteY1754" fmla="*/ 576202 h 4342592"/>
                  <a:gd name="connsiteX1755" fmla="*/ 5682063 w 7095546"/>
                  <a:gd name="connsiteY1755" fmla="*/ 576202 h 4342592"/>
                  <a:gd name="connsiteX1756" fmla="*/ 5682063 w 7095546"/>
                  <a:gd name="connsiteY1756" fmla="*/ 562148 h 4342592"/>
                  <a:gd name="connsiteX1757" fmla="*/ 5639869 w 7095546"/>
                  <a:gd name="connsiteY1757" fmla="*/ 512960 h 4342592"/>
                  <a:gd name="connsiteX1758" fmla="*/ 5639869 w 7095546"/>
                  <a:gd name="connsiteY1758" fmla="*/ 498906 h 4342592"/>
                  <a:gd name="connsiteX1759" fmla="*/ 5660966 w 7095546"/>
                  <a:gd name="connsiteY1759" fmla="*/ 491879 h 4342592"/>
                  <a:gd name="connsiteX1760" fmla="*/ 5667998 w 7095546"/>
                  <a:gd name="connsiteY1760" fmla="*/ 477826 h 4342592"/>
                  <a:gd name="connsiteX1761" fmla="*/ 5639869 w 7095546"/>
                  <a:gd name="connsiteY1761" fmla="*/ 463772 h 4342592"/>
                  <a:gd name="connsiteX1762" fmla="*/ 5639869 w 7095546"/>
                  <a:gd name="connsiteY1762" fmla="*/ 407557 h 4342592"/>
                  <a:gd name="connsiteX1763" fmla="*/ 5618773 w 7095546"/>
                  <a:gd name="connsiteY1763" fmla="*/ 386477 h 4342592"/>
                  <a:gd name="connsiteX1764" fmla="*/ 5618773 w 7095546"/>
                  <a:gd name="connsiteY1764" fmla="*/ 400530 h 4342592"/>
                  <a:gd name="connsiteX1765" fmla="*/ 5583611 w 7095546"/>
                  <a:gd name="connsiteY1765" fmla="*/ 414584 h 4342592"/>
                  <a:gd name="connsiteX1766" fmla="*/ 5541418 w 7095546"/>
                  <a:gd name="connsiteY1766" fmla="*/ 365396 h 4342592"/>
                  <a:gd name="connsiteX1767" fmla="*/ 5555482 w 7095546"/>
                  <a:gd name="connsiteY1767" fmla="*/ 365396 h 4342592"/>
                  <a:gd name="connsiteX1768" fmla="*/ 5555482 w 7095546"/>
                  <a:gd name="connsiteY1768" fmla="*/ 337289 h 4342592"/>
                  <a:gd name="connsiteX1769" fmla="*/ 5576579 w 7095546"/>
                  <a:gd name="connsiteY1769" fmla="*/ 323235 h 4342592"/>
                  <a:gd name="connsiteX1770" fmla="*/ 5576579 w 7095546"/>
                  <a:gd name="connsiteY1770" fmla="*/ 288101 h 4342592"/>
                  <a:gd name="connsiteX1771" fmla="*/ 5597676 w 7095546"/>
                  <a:gd name="connsiteY1771" fmla="*/ 288101 h 4342592"/>
                  <a:gd name="connsiteX1772" fmla="*/ 5597676 w 7095546"/>
                  <a:gd name="connsiteY1772" fmla="*/ 231886 h 4342592"/>
                  <a:gd name="connsiteX1773" fmla="*/ 5618773 w 7095546"/>
                  <a:gd name="connsiteY1773" fmla="*/ 210805 h 4342592"/>
                  <a:gd name="connsiteX1774" fmla="*/ 5618773 w 7095546"/>
                  <a:gd name="connsiteY1774" fmla="*/ 182698 h 4342592"/>
                  <a:gd name="connsiteX1775" fmla="*/ 5555482 w 7095546"/>
                  <a:gd name="connsiteY1775" fmla="*/ 175671 h 4342592"/>
                  <a:gd name="connsiteX1776" fmla="*/ 5541418 w 7095546"/>
                  <a:gd name="connsiteY1776" fmla="*/ 189725 h 4342592"/>
                  <a:gd name="connsiteX1777" fmla="*/ 5478128 w 7095546"/>
                  <a:gd name="connsiteY1777" fmla="*/ 189725 h 4342592"/>
                  <a:gd name="connsiteX1778" fmla="*/ 5485160 w 7095546"/>
                  <a:gd name="connsiteY1778" fmla="*/ 126483 h 4342592"/>
                  <a:gd name="connsiteX1779" fmla="*/ 5478128 w 7095546"/>
                  <a:gd name="connsiteY1779" fmla="*/ 133510 h 4342592"/>
                  <a:gd name="connsiteX1780" fmla="*/ 5457031 w 7095546"/>
                  <a:gd name="connsiteY1780" fmla="*/ 112430 h 4342592"/>
                  <a:gd name="connsiteX1781" fmla="*/ 5457031 w 7095546"/>
                  <a:gd name="connsiteY1781" fmla="*/ 84322 h 4342592"/>
                  <a:gd name="connsiteX1782" fmla="*/ 5442966 w 7095546"/>
                  <a:gd name="connsiteY1782" fmla="*/ 70268 h 4342592"/>
                  <a:gd name="connsiteX1783" fmla="*/ 5442966 w 7095546"/>
                  <a:gd name="connsiteY1783" fmla="*/ 84322 h 4342592"/>
                  <a:gd name="connsiteX1784" fmla="*/ 5428902 w 7095546"/>
                  <a:gd name="connsiteY1784" fmla="*/ 91349 h 4342592"/>
                  <a:gd name="connsiteX1785" fmla="*/ 5407805 w 7095546"/>
                  <a:gd name="connsiteY1785" fmla="*/ 56215 h 4342592"/>
                  <a:gd name="connsiteX1786" fmla="*/ 5379676 w 7095546"/>
                  <a:gd name="connsiteY1786" fmla="*/ 77295 h 4342592"/>
                  <a:gd name="connsiteX1787" fmla="*/ 5358579 w 7095546"/>
                  <a:gd name="connsiteY1787" fmla="*/ 49188 h 4342592"/>
                  <a:gd name="connsiteX1788" fmla="*/ 5309353 w 7095546"/>
                  <a:gd name="connsiteY1788" fmla="*/ 56215 h 4342592"/>
                  <a:gd name="connsiteX1789" fmla="*/ 5253095 w 7095546"/>
                  <a:gd name="connsiteY1789" fmla="*/ 21081 h 4342592"/>
                  <a:gd name="connsiteX1790" fmla="*/ 5260128 w 7095546"/>
                  <a:gd name="connsiteY1790" fmla="*/ 0 h 4342592"/>
                  <a:gd name="connsiteX1791" fmla="*/ 5309353 w 7095546"/>
                  <a:gd name="connsiteY1791" fmla="*/ 3899901 h 4342592"/>
                  <a:gd name="connsiteX1792" fmla="*/ 5330450 w 7095546"/>
                  <a:gd name="connsiteY1792" fmla="*/ 3935035 h 4342592"/>
                  <a:gd name="connsiteX1793" fmla="*/ 5365611 w 7095546"/>
                  <a:gd name="connsiteY1793" fmla="*/ 3970169 h 4342592"/>
                  <a:gd name="connsiteX1794" fmla="*/ 5379676 w 7095546"/>
                  <a:gd name="connsiteY1794" fmla="*/ 3984223 h 4342592"/>
                  <a:gd name="connsiteX1795" fmla="*/ 5625805 w 7095546"/>
                  <a:gd name="connsiteY1795" fmla="*/ 1812927 h 4342592"/>
                  <a:gd name="connsiteX1796" fmla="*/ 5646902 w 7095546"/>
                  <a:gd name="connsiteY1796" fmla="*/ 1798873 h 4342592"/>
                  <a:gd name="connsiteX1797" fmla="*/ 5667998 w 7095546"/>
                  <a:gd name="connsiteY1797" fmla="*/ 1805900 h 4342592"/>
                  <a:gd name="connsiteX1798" fmla="*/ 5667998 w 7095546"/>
                  <a:gd name="connsiteY1798" fmla="*/ 1777793 h 4342592"/>
                  <a:gd name="connsiteX1799" fmla="*/ 5717224 w 7095546"/>
                  <a:gd name="connsiteY1799" fmla="*/ 1777793 h 4342592"/>
                  <a:gd name="connsiteX1800" fmla="*/ 5724256 w 7095546"/>
                  <a:gd name="connsiteY1800" fmla="*/ 1749685 h 4342592"/>
                  <a:gd name="connsiteX1801" fmla="*/ 5752386 w 7095546"/>
                  <a:gd name="connsiteY1801" fmla="*/ 1721578 h 4342592"/>
                  <a:gd name="connsiteX1802" fmla="*/ 5780515 w 7095546"/>
                  <a:gd name="connsiteY1802" fmla="*/ 1714551 h 4342592"/>
                  <a:gd name="connsiteX1803" fmla="*/ 5801611 w 7095546"/>
                  <a:gd name="connsiteY1803" fmla="*/ 1686444 h 4342592"/>
                  <a:gd name="connsiteX1804" fmla="*/ 5801611 w 7095546"/>
                  <a:gd name="connsiteY1804" fmla="*/ 1658336 h 4342592"/>
                  <a:gd name="connsiteX1805" fmla="*/ 5836773 w 7095546"/>
                  <a:gd name="connsiteY1805" fmla="*/ 1630229 h 4342592"/>
                  <a:gd name="connsiteX1806" fmla="*/ 5843805 w 7095546"/>
                  <a:gd name="connsiteY1806" fmla="*/ 1609148 h 4342592"/>
                  <a:gd name="connsiteX1807" fmla="*/ 5850837 w 7095546"/>
                  <a:gd name="connsiteY1807" fmla="*/ 1616175 h 4342592"/>
                  <a:gd name="connsiteX1808" fmla="*/ 5850837 w 7095546"/>
                  <a:gd name="connsiteY1808" fmla="*/ 1538880 h 4342592"/>
                  <a:gd name="connsiteX1809" fmla="*/ 5836773 w 7095546"/>
                  <a:gd name="connsiteY1809" fmla="*/ 1538880 h 4342592"/>
                  <a:gd name="connsiteX1810" fmla="*/ 5864902 w 7095546"/>
                  <a:gd name="connsiteY1810" fmla="*/ 1517799 h 4342592"/>
                  <a:gd name="connsiteX1811" fmla="*/ 5843805 w 7095546"/>
                  <a:gd name="connsiteY1811" fmla="*/ 1475638 h 4342592"/>
                  <a:gd name="connsiteX1812" fmla="*/ 5878966 w 7095546"/>
                  <a:gd name="connsiteY1812" fmla="*/ 1461584 h 4342592"/>
                  <a:gd name="connsiteX1813" fmla="*/ 5907095 w 7095546"/>
                  <a:gd name="connsiteY1813" fmla="*/ 1482665 h 4342592"/>
                  <a:gd name="connsiteX1814" fmla="*/ 5949289 w 7095546"/>
                  <a:gd name="connsiteY1814" fmla="*/ 1482665 h 4342592"/>
                  <a:gd name="connsiteX1815" fmla="*/ 5984450 w 7095546"/>
                  <a:gd name="connsiteY1815" fmla="*/ 1454558 h 4342592"/>
                  <a:gd name="connsiteX1816" fmla="*/ 6012579 w 7095546"/>
                  <a:gd name="connsiteY1816" fmla="*/ 1454558 h 4342592"/>
                  <a:gd name="connsiteX1817" fmla="*/ 5991482 w 7095546"/>
                  <a:gd name="connsiteY1817" fmla="*/ 1426450 h 4342592"/>
                  <a:gd name="connsiteX1818" fmla="*/ 5991482 w 7095546"/>
                  <a:gd name="connsiteY1818" fmla="*/ 1391316 h 4342592"/>
                  <a:gd name="connsiteX1819" fmla="*/ 5977418 w 7095546"/>
                  <a:gd name="connsiteY1819" fmla="*/ 1405370 h 4342592"/>
                  <a:gd name="connsiteX1820" fmla="*/ 5963353 w 7095546"/>
                  <a:gd name="connsiteY1820" fmla="*/ 1391316 h 4342592"/>
                  <a:gd name="connsiteX1821" fmla="*/ 5963353 w 7095546"/>
                  <a:gd name="connsiteY1821" fmla="*/ 1370235 h 4342592"/>
                  <a:gd name="connsiteX1822" fmla="*/ 6012579 w 7095546"/>
                  <a:gd name="connsiteY1822" fmla="*/ 1335101 h 4342592"/>
                  <a:gd name="connsiteX1823" fmla="*/ 6012579 w 7095546"/>
                  <a:gd name="connsiteY1823" fmla="*/ 1356182 h 4342592"/>
                  <a:gd name="connsiteX1824" fmla="*/ 6033676 w 7095546"/>
                  <a:gd name="connsiteY1824" fmla="*/ 1342128 h 4342592"/>
                  <a:gd name="connsiteX1825" fmla="*/ 6040708 w 7095546"/>
                  <a:gd name="connsiteY1825" fmla="*/ 1306994 h 4342592"/>
                  <a:gd name="connsiteX1826" fmla="*/ 6054773 w 7095546"/>
                  <a:gd name="connsiteY1826" fmla="*/ 1306994 h 4342592"/>
                  <a:gd name="connsiteX1827" fmla="*/ 6068837 w 7095546"/>
                  <a:gd name="connsiteY1827" fmla="*/ 1271860 h 4342592"/>
                  <a:gd name="connsiteX1828" fmla="*/ 6068837 w 7095546"/>
                  <a:gd name="connsiteY1828" fmla="*/ 1229698 h 4342592"/>
                  <a:gd name="connsiteX1829" fmla="*/ 6089934 w 7095546"/>
                  <a:gd name="connsiteY1829" fmla="*/ 1215645 h 4342592"/>
                  <a:gd name="connsiteX1830" fmla="*/ 6082902 w 7095546"/>
                  <a:gd name="connsiteY1830" fmla="*/ 1173484 h 4342592"/>
                  <a:gd name="connsiteX1831" fmla="*/ 5625805 w 7095546"/>
                  <a:gd name="connsiteY1831" fmla="*/ 1812927 h 4342592"/>
                  <a:gd name="connsiteX1832" fmla="*/ 5632837 w 7095546"/>
                  <a:gd name="connsiteY1832" fmla="*/ 1834007 h 4342592"/>
                  <a:gd name="connsiteX1833" fmla="*/ 5590644 w 7095546"/>
                  <a:gd name="connsiteY1833" fmla="*/ 1862115 h 4342592"/>
                  <a:gd name="connsiteX1834" fmla="*/ 5576579 w 7095546"/>
                  <a:gd name="connsiteY1834" fmla="*/ 1925356 h 4342592"/>
                  <a:gd name="connsiteX1835" fmla="*/ 5590644 w 7095546"/>
                  <a:gd name="connsiteY1835" fmla="*/ 1932383 h 4342592"/>
                  <a:gd name="connsiteX1836" fmla="*/ 5583611 w 7095546"/>
                  <a:gd name="connsiteY1836" fmla="*/ 1939410 h 4342592"/>
                  <a:gd name="connsiteX1837" fmla="*/ 5597676 w 7095546"/>
                  <a:gd name="connsiteY1837" fmla="*/ 1960491 h 4342592"/>
                  <a:gd name="connsiteX1838" fmla="*/ 5604708 w 7095546"/>
                  <a:gd name="connsiteY1838" fmla="*/ 1953464 h 4342592"/>
                  <a:gd name="connsiteX1839" fmla="*/ 5639869 w 7095546"/>
                  <a:gd name="connsiteY1839" fmla="*/ 1981571 h 4342592"/>
                  <a:gd name="connsiteX1840" fmla="*/ 5625805 w 7095546"/>
                  <a:gd name="connsiteY1840" fmla="*/ 1995625 h 4342592"/>
                  <a:gd name="connsiteX1841" fmla="*/ 5646902 w 7095546"/>
                  <a:gd name="connsiteY1841" fmla="*/ 1988598 h 4342592"/>
                  <a:gd name="connsiteX1842" fmla="*/ 5660966 w 7095546"/>
                  <a:gd name="connsiteY1842" fmla="*/ 2016705 h 4342592"/>
                  <a:gd name="connsiteX1843" fmla="*/ 5682063 w 7095546"/>
                  <a:gd name="connsiteY1843" fmla="*/ 2023732 h 4342592"/>
                  <a:gd name="connsiteX1844" fmla="*/ 5689095 w 7095546"/>
                  <a:gd name="connsiteY1844" fmla="*/ 2037786 h 4342592"/>
                  <a:gd name="connsiteX1845" fmla="*/ 5703160 w 7095546"/>
                  <a:gd name="connsiteY1845" fmla="*/ 2079947 h 4342592"/>
                  <a:gd name="connsiteX1846" fmla="*/ 5696127 w 7095546"/>
                  <a:gd name="connsiteY1846" fmla="*/ 2122108 h 4342592"/>
                  <a:gd name="connsiteX1847" fmla="*/ 5717224 w 7095546"/>
                  <a:gd name="connsiteY1847" fmla="*/ 2164269 h 4342592"/>
                  <a:gd name="connsiteX1848" fmla="*/ 5703160 w 7095546"/>
                  <a:gd name="connsiteY1848" fmla="*/ 2178323 h 4342592"/>
                  <a:gd name="connsiteX1849" fmla="*/ 5717224 w 7095546"/>
                  <a:gd name="connsiteY1849" fmla="*/ 2206430 h 4342592"/>
                  <a:gd name="connsiteX1850" fmla="*/ 5703160 w 7095546"/>
                  <a:gd name="connsiteY1850" fmla="*/ 2220484 h 4342592"/>
                  <a:gd name="connsiteX1851" fmla="*/ 6357160 w 7095546"/>
                  <a:gd name="connsiteY1851" fmla="*/ 2642095 h 4342592"/>
                  <a:gd name="connsiteX1852" fmla="*/ 6314966 w 7095546"/>
                  <a:gd name="connsiteY1852" fmla="*/ 2543719 h 4342592"/>
                  <a:gd name="connsiteX1853" fmla="*/ 6265740 w 7095546"/>
                  <a:gd name="connsiteY1853" fmla="*/ 2529665 h 4342592"/>
                  <a:gd name="connsiteX1854" fmla="*/ 6223547 w 7095546"/>
                  <a:gd name="connsiteY1854" fmla="*/ 2557773 h 4342592"/>
                  <a:gd name="connsiteX1855" fmla="*/ 6188385 w 7095546"/>
                  <a:gd name="connsiteY1855" fmla="*/ 2550746 h 4342592"/>
                  <a:gd name="connsiteX1856" fmla="*/ 6188385 w 7095546"/>
                  <a:gd name="connsiteY1856" fmla="*/ 2571826 h 4342592"/>
                  <a:gd name="connsiteX1857" fmla="*/ 6139160 w 7095546"/>
                  <a:gd name="connsiteY1857" fmla="*/ 2571826 h 4342592"/>
                  <a:gd name="connsiteX1858" fmla="*/ 6103998 w 7095546"/>
                  <a:gd name="connsiteY1858" fmla="*/ 2529665 h 4342592"/>
                  <a:gd name="connsiteX1859" fmla="*/ 6111031 w 7095546"/>
                  <a:gd name="connsiteY1859" fmla="*/ 2501558 h 4342592"/>
                  <a:gd name="connsiteX1860" fmla="*/ 6096966 w 7095546"/>
                  <a:gd name="connsiteY1860" fmla="*/ 2487504 h 4342592"/>
                  <a:gd name="connsiteX1861" fmla="*/ 6103998 w 7095546"/>
                  <a:gd name="connsiteY1861" fmla="*/ 2480477 h 4342592"/>
                  <a:gd name="connsiteX1862" fmla="*/ 6082902 w 7095546"/>
                  <a:gd name="connsiteY1862" fmla="*/ 2466424 h 4342592"/>
                  <a:gd name="connsiteX1863" fmla="*/ 6082902 w 7095546"/>
                  <a:gd name="connsiteY1863" fmla="*/ 2438316 h 4342592"/>
                  <a:gd name="connsiteX1864" fmla="*/ 6054773 w 7095546"/>
                  <a:gd name="connsiteY1864" fmla="*/ 2438316 h 4342592"/>
                  <a:gd name="connsiteX1865" fmla="*/ 6033676 w 7095546"/>
                  <a:gd name="connsiteY1865" fmla="*/ 2494531 h 4342592"/>
                  <a:gd name="connsiteX1866" fmla="*/ 6026643 w 7095546"/>
                  <a:gd name="connsiteY1866" fmla="*/ 2501558 h 4342592"/>
                  <a:gd name="connsiteX1867" fmla="*/ 6012579 w 7095546"/>
                  <a:gd name="connsiteY1867" fmla="*/ 2487504 h 4342592"/>
                  <a:gd name="connsiteX1868" fmla="*/ 5970385 w 7095546"/>
                  <a:gd name="connsiteY1868" fmla="*/ 2536692 h 4342592"/>
                  <a:gd name="connsiteX1869" fmla="*/ 5928192 w 7095546"/>
                  <a:gd name="connsiteY1869" fmla="*/ 2529665 h 4342592"/>
                  <a:gd name="connsiteX1870" fmla="*/ 5921160 w 7095546"/>
                  <a:gd name="connsiteY1870" fmla="*/ 2508585 h 4342592"/>
                  <a:gd name="connsiteX1871" fmla="*/ 5893031 w 7095546"/>
                  <a:gd name="connsiteY1871" fmla="*/ 2508585 h 4342592"/>
                  <a:gd name="connsiteX1872" fmla="*/ 5871934 w 7095546"/>
                  <a:gd name="connsiteY1872" fmla="*/ 2522639 h 4342592"/>
                  <a:gd name="connsiteX1873" fmla="*/ 5850837 w 7095546"/>
                  <a:gd name="connsiteY1873" fmla="*/ 2515612 h 4342592"/>
                  <a:gd name="connsiteX1874" fmla="*/ 5843805 w 7095546"/>
                  <a:gd name="connsiteY1874" fmla="*/ 2487504 h 4342592"/>
                  <a:gd name="connsiteX1875" fmla="*/ 5857869 w 7095546"/>
                  <a:gd name="connsiteY1875" fmla="*/ 2459397 h 4342592"/>
                  <a:gd name="connsiteX1876" fmla="*/ 5829740 w 7095546"/>
                  <a:gd name="connsiteY1876" fmla="*/ 2403182 h 4342592"/>
                  <a:gd name="connsiteX1877" fmla="*/ 5829740 w 7095546"/>
                  <a:gd name="connsiteY1877" fmla="*/ 2361021 h 4342592"/>
                  <a:gd name="connsiteX1878" fmla="*/ 5794579 w 7095546"/>
                  <a:gd name="connsiteY1878" fmla="*/ 2332914 h 4342592"/>
                  <a:gd name="connsiteX1879" fmla="*/ 5794579 w 7095546"/>
                  <a:gd name="connsiteY1879" fmla="*/ 2304806 h 4342592"/>
                  <a:gd name="connsiteX1880" fmla="*/ 5815676 w 7095546"/>
                  <a:gd name="connsiteY1880" fmla="*/ 2283726 h 4342592"/>
                  <a:gd name="connsiteX1881" fmla="*/ 5822708 w 7095546"/>
                  <a:gd name="connsiteY1881" fmla="*/ 2262645 h 4342592"/>
                  <a:gd name="connsiteX1882" fmla="*/ 5808644 w 7095546"/>
                  <a:gd name="connsiteY1882" fmla="*/ 2262645 h 4342592"/>
                  <a:gd name="connsiteX1883" fmla="*/ 5822708 w 7095546"/>
                  <a:gd name="connsiteY1883" fmla="*/ 2234538 h 4342592"/>
                  <a:gd name="connsiteX1884" fmla="*/ 5808644 w 7095546"/>
                  <a:gd name="connsiteY1884" fmla="*/ 2234538 h 4342592"/>
                  <a:gd name="connsiteX1885" fmla="*/ 5794579 w 7095546"/>
                  <a:gd name="connsiteY1885" fmla="*/ 2206430 h 4342592"/>
                  <a:gd name="connsiteX1886" fmla="*/ 5766450 w 7095546"/>
                  <a:gd name="connsiteY1886" fmla="*/ 2234538 h 4342592"/>
                  <a:gd name="connsiteX1887" fmla="*/ 5752386 w 7095546"/>
                  <a:gd name="connsiteY1887" fmla="*/ 2234538 h 4342592"/>
                  <a:gd name="connsiteX1888" fmla="*/ 5752386 w 7095546"/>
                  <a:gd name="connsiteY1888" fmla="*/ 2220484 h 4342592"/>
                  <a:gd name="connsiteX1889" fmla="*/ 5724256 w 7095546"/>
                  <a:gd name="connsiteY1889" fmla="*/ 2220484 h 4342592"/>
                  <a:gd name="connsiteX1890" fmla="*/ 5724256 w 7095546"/>
                  <a:gd name="connsiteY1890" fmla="*/ 2234538 h 4342592"/>
                  <a:gd name="connsiteX1891" fmla="*/ 5710192 w 7095546"/>
                  <a:gd name="connsiteY1891" fmla="*/ 2234538 h 4342592"/>
                  <a:gd name="connsiteX1892" fmla="*/ 5703160 w 7095546"/>
                  <a:gd name="connsiteY1892" fmla="*/ 2220484 h 4342592"/>
                  <a:gd name="connsiteX1893" fmla="*/ 6490772 w 7095546"/>
                  <a:gd name="connsiteY1893" fmla="*/ 1215645 h 4342592"/>
                  <a:gd name="connsiteX1894" fmla="*/ 6469676 w 7095546"/>
                  <a:gd name="connsiteY1894" fmla="*/ 1215645 h 4342592"/>
                  <a:gd name="connsiteX1895" fmla="*/ 6441547 w 7095546"/>
                  <a:gd name="connsiteY1895" fmla="*/ 1236725 h 4342592"/>
                  <a:gd name="connsiteX1896" fmla="*/ 6427482 w 7095546"/>
                  <a:gd name="connsiteY1896" fmla="*/ 1229698 h 4342592"/>
                  <a:gd name="connsiteX1897" fmla="*/ 6420450 w 7095546"/>
                  <a:gd name="connsiteY1897" fmla="*/ 1236725 h 4342592"/>
                  <a:gd name="connsiteX1898" fmla="*/ 6434514 w 7095546"/>
                  <a:gd name="connsiteY1898" fmla="*/ 1243752 h 4342592"/>
                  <a:gd name="connsiteX1899" fmla="*/ 6434514 w 7095546"/>
                  <a:gd name="connsiteY1899" fmla="*/ 1264833 h 4342592"/>
                  <a:gd name="connsiteX1900" fmla="*/ 6420450 w 7095546"/>
                  <a:gd name="connsiteY1900" fmla="*/ 1264833 h 4342592"/>
                  <a:gd name="connsiteX1901" fmla="*/ 6413418 w 7095546"/>
                  <a:gd name="connsiteY1901" fmla="*/ 1278886 h 4342592"/>
                  <a:gd name="connsiteX1902" fmla="*/ 6392321 w 7095546"/>
                  <a:gd name="connsiteY1902" fmla="*/ 1271860 h 4342592"/>
                  <a:gd name="connsiteX1903" fmla="*/ 6364192 w 7095546"/>
                  <a:gd name="connsiteY1903" fmla="*/ 1314021 h 4342592"/>
                  <a:gd name="connsiteX1904" fmla="*/ 6336063 w 7095546"/>
                  <a:gd name="connsiteY1904" fmla="*/ 1250779 h 4342592"/>
                  <a:gd name="connsiteX1905" fmla="*/ 6343095 w 7095546"/>
                  <a:gd name="connsiteY1905" fmla="*/ 1257806 h 4342592"/>
                  <a:gd name="connsiteX1906" fmla="*/ 6329030 w 7095546"/>
                  <a:gd name="connsiteY1906" fmla="*/ 1264833 h 4342592"/>
                  <a:gd name="connsiteX1907" fmla="*/ 6321998 w 7095546"/>
                  <a:gd name="connsiteY1907" fmla="*/ 1243752 h 4342592"/>
                  <a:gd name="connsiteX1908" fmla="*/ 6244643 w 7095546"/>
                  <a:gd name="connsiteY1908" fmla="*/ 1243752 h 4342592"/>
                  <a:gd name="connsiteX1909" fmla="*/ 6223547 w 7095546"/>
                  <a:gd name="connsiteY1909" fmla="*/ 1215645 h 4342592"/>
                  <a:gd name="connsiteX1910" fmla="*/ 6202450 w 7095546"/>
                  <a:gd name="connsiteY1910" fmla="*/ 1208618 h 4342592"/>
                  <a:gd name="connsiteX1911" fmla="*/ 6181353 w 7095546"/>
                  <a:gd name="connsiteY1911" fmla="*/ 1159430 h 4342592"/>
                  <a:gd name="connsiteX1912" fmla="*/ 6146192 w 7095546"/>
                  <a:gd name="connsiteY1912" fmla="*/ 1166457 h 4342592"/>
                  <a:gd name="connsiteX1913" fmla="*/ 6132127 w 7095546"/>
                  <a:gd name="connsiteY1913" fmla="*/ 1152403 h 4342592"/>
                  <a:gd name="connsiteX1914" fmla="*/ 6082902 w 7095546"/>
                  <a:gd name="connsiteY1914" fmla="*/ 1173484 h 4342592"/>
                  <a:gd name="connsiteX1915" fmla="*/ 6427482 w 7095546"/>
                  <a:gd name="connsiteY1915" fmla="*/ 2670202 h 4342592"/>
                  <a:gd name="connsiteX1916" fmla="*/ 6448579 w 7095546"/>
                  <a:gd name="connsiteY1916" fmla="*/ 2677229 h 4342592"/>
                  <a:gd name="connsiteX1917" fmla="*/ 6835353 w 7095546"/>
                  <a:gd name="connsiteY1917" fmla="*/ 990786 h 4342592"/>
                  <a:gd name="connsiteX1918" fmla="*/ 6701740 w 7095546"/>
                  <a:gd name="connsiteY1918" fmla="*/ 955651 h 4342592"/>
                  <a:gd name="connsiteX1919" fmla="*/ 6624385 w 7095546"/>
                  <a:gd name="connsiteY1919" fmla="*/ 892410 h 4342592"/>
                  <a:gd name="connsiteX1920" fmla="*/ 6589224 w 7095546"/>
                  <a:gd name="connsiteY1920" fmla="*/ 906463 h 4342592"/>
                  <a:gd name="connsiteX1921" fmla="*/ 6561095 w 7095546"/>
                  <a:gd name="connsiteY1921" fmla="*/ 934571 h 4342592"/>
                  <a:gd name="connsiteX1922" fmla="*/ 6645482 w 7095546"/>
                  <a:gd name="connsiteY1922" fmla="*/ 1011866 h 4342592"/>
                  <a:gd name="connsiteX1923" fmla="*/ 6631417 w 7095546"/>
                  <a:gd name="connsiteY1923" fmla="*/ 1032947 h 4342592"/>
                  <a:gd name="connsiteX1924" fmla="*/ 6568127 w 7095546"/>
                  <a:gd name="connsiteY1924" fmla="*/ 1054027 h 4342592"/>
                  <a:gd name="connsiteX1925" fmla="*/ 6575159 w 7095546"/>
                  <a:gd name="connsiteY1925" fmla="*/ 1075108 h 4342592"/>
                  <a:gd name="connsiteX1926" fmla="*/ 6561095 w 7095546"/>
                  <a:gd name="connsiteY1926" fmla="*/ 1082135 h 4342592"/>
                  <a:gd name="connsiteX1927" fmla="*/ 6575159 w 7095546"/>
                  <a:gd name="connsiteY1927" fmla="*/ 1117269 h 4342592"/>
                  <a:gd name="connsiteX1928" fmla="*/ 6539998 w 7095546"/>
                  <a:gd name="connsiteY1928" fmla="*/ 1131323 h 4342592"/>
                  <a:gd name="connsiteX1929" fmla="*/ 6547030 w 7095546"/>
                  <a:gd name="connsiteY1929" fmla="*/ 1152403 h 4342592"/>
                  <a:gd name="connsiteX1930" fmla="*/ 6532966 w 7095546"/>
                  <a:gd name="connsiteY1930" fmla="*/ 1173484 h 4342592"/>
                  <a:gd name="connsiteX1931" fmla="*/ 6504837 w 7095546"/>
                  <a:gd name="connsiteY1931" fmla="*/ 1166457 h 4342592"/>
                  <a:gd name="connsiteX1932" fmla="*/ 6476708 w 7095546"/>
                  <a:gd name="connsiteY1932" fmla="*/ 1180511 h 4342592"/>
                  <a:gd name="connsiteX1933" fmla="*/ 6490772 w 7095546"/>
                  <a:gd name="connsiteY1933" fmla="*/ 1187537 h 4342592"/>
                  <a:gd name="connsiteX1934" fmla="*/ 6490772 w 7095546"/>
                  <a:gd name="connsiteY1934" fmla="*/ 1215645 h 4342592"/>
                  <a:gd name="connsiteX1935" fmla="*/ 6610321 w 7095546"/>
                  <a:gd name="connsiteY1935" fmla="*/ 1342128 h 4342592"/>
                  <a:gd name="connsiteX1936" fmla="*/ 6596256 w 7095546"/>
                  <a:gd name="connsiteY1936" fmla="*/ 1299967 h 4342592"/>
                  <a:gd name="connsiteX1937" fmla="*/ 6568127 w 7095546"/>
                  <a:gd name="connsiteY1937" fmla="*/ 1306994 h 4342592"/>
                  <a:gd name="connsiteX1938" fmla="*/ 6568127 w 7095546"/>
                  <a:gd name="connsiteY1938" fmla="*/ 1278886 h 4342592"/>
                  <a:gd name="connsiteX1939" fmla="*/ 6518901 w 7095546"/>
                  <a:gd name="connsiteY1939" fmla="*/ 1278886 h 4342592"/>
                  <a:gd name="connsiteX1940" fmla="*/ 6532966 w 7095546"/>
                  <a:gd name="connsiteY1940" fmla="*/ 1264833 h 4342592"/>
                  <a:gd name="connsiteX1941" fmla="*/ 6518901 w 7095546"/>
                  <a:gd name="connsiteY1941" fmla="*/ 1264833 h 4342592"/>
                  <a:gd name="connsiteX1942" fmla="*/ 6525934 w 7095546"/>
                  <a:gd name="connsiteY1942" fmla="*/ 1229698 h 4342592"/>
                  <a:gd name="connsiteX1943" fmla="*/ 6518901 w 7095546"/>
                  <a:gd name="connsiteY1943" fmla="*/ 1215645 h 4342592"/>
                  <a:gd name="connsiteX1944" fmla="*/ 6490772 w 7095546"/>
                  <a:gd name="connsiteY1944" fmla="*/ 1215645 h 4342592"/>
                  <a:gd name="connsiteX1945" fmla="*/ 6638450 w 7095546"/>
                  <a:gd name="connsiteY1945" fmla="*/ 1342128 h 4342592"/>
                  <a:gd name="connsiteX1946" fmla="*/ 6694708 w 7095546"/>
                  <a:gd name="connsiteY1946" fmla="*/ 1342128 h 4342592"/>
                  <a:gd name="connsiteX1947" fmla="*/ 6708772 w 7095546"/>
                  <a:gd name="connsiteY1947" fmla="*/ 1335101 h 4342592"/>
                  <a:gd name="connsiteX1948" fmla="*/ 6736901 w 7095546"/>
                  <a:gd name="connsiteY1948" fmla="*/ 1335101 h 4342592"/>
                  <a:gd name="connsiteX1949" fmla="*/ 6779095 w 7095546"/>
                  <a:gd name="connsiteY1949" fmla="*/ 1328074 h 4342592"/>
                  <a:gd name="connsiteX1950" fmla="*/ 6821288 w 7095546"/>
                  <a:gd name="connsiteY1950" fmla="*/ 1306994 h 4342592"/>
                  <a:gd name="connsiteX1951" fmla="*/ 6849417 w 7095546"/>
                  <a:gd name="connsiteY1951" fmla="*/ 1292940 h 4342592"/>
                  <a:gd name="connsiteX1952" fmla="*/ 6891611 w 7095546"/>
                  <a:gd name="connsiteY1952" fmla="*/ 1278886 h 4342592"/>
                  <a:gd name="connsiteX1953" fmla="*/ 6961934 w 7095546"/>
                  <a:gd name="connsiteY1953" fmla="*/ 1264833 h 4342592"/>
                  <a:gd name="connsiteX1954" fmla="*/ 7004127 w 7095546"/>
                  <a:gd name="connsiteY1954" fmla="*/ 1264833 h 4342592"/>
                  <a:gd name="connsiteX1955" fmla="*/ 7053353 w 7095546"/>
                  <a:gd name="connsiteY1955" fmla="*/ 1250779 h 4342592"/>
                  <a:gd name="connsiteX1956" fmla="*/ 7095546 w 7095546"/>
                  <a:gd name="connsiteY1956" fmla="*/ 1243752 h 4342592"/>
                  <a:gd name="connsiteX1957" fmla="*/ 2862128 w 7095546"/>
                  <a:gd name="connsiteY1957" fmla="*/ 2782632 h 4342592"/>
                  <a:gd name="connsiteX1958" fmla="*/ 2876193 w 7095546"/>
                  <a:gd name="connsiteY1958" fmla="*/ 2768578 h 4342592"/>
                  <a:gd name="connsiteX1959" fmla="*/ 2862128 w 7095546"/>
                  <a:gd name="connsiteY1959" fmla="*/ 2782632 h 4342592"/>
                  <a:gd name="connsiteX1960" fmla="*/ 3945096 w 7095546"/>
                  <a:gd name="connsiteY1960" fmla="*/ 1679417 h 4342592"/>
                  <a:gd name="connsiteX1961" fmla="*/ 3931031 w 7095546"/>
                  <a:gd name="connsiteY1961" fmla="*/ 1665363 h 4342592"/>
                  <a:gd name="connsiteX1962" fmla="*/ 3945096 w 7095546"/>
                  <a:gd name="connsiteY1962" fmla="*/ 1679417 h 434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  <a:cxn ang="0">
                    <a:pos x="connsiteX337" y="connsiteY337"/>
                  </a:cxn>
                  <a:cxn ang="0">
                    <a:pos x="connsiteX338" y="connsiteY338"/>
                  </a:cxn>
                  <a:cxn ang="0">
                    <a:pos x="connsiteX339" y="connsiteY339"/>
                  </a:cxn>
                  <a:cxn ang="0">
                    <a:pos x="connsiteX340" y="connsiteY340"/>
                  </a:cxn>
                  <a:cxn ang="0">
                    <a:pos x="connsiteX341" y="connsiteY341"/>
                  </a:cxn>
                  <a:cxn ang="0">
                    <a:pos x="connsiteX342" y="connsiteY342"/>
                  </a:cxn>
                  <a:cxn ang="0">
                    <a:pos x="connsiteX343" y="connsiteY343"/>
                  </a:cxn>
                  <a:cxn ang="0">
                    <a:pos x="connsiteX344" y="connsiteY344"/>
                  </a:cxn>
                  <a:cxn ang="0">
                    <a:pos x="connsiteX345" y="connsiteY345"/>
                  </a:cxn>
                  <a:cxn ang="0">
                    <a:pos x="connsiteX346" y="connsiteY346"/>
                  </a:cxn>
                  <a:cxn ang="0">
                    <a:pos x="connsiteX347" y="connsiteY347"/>
                  </a:cxn>
                  <a:cxn ang="0">
                    <a:pos x="connsiteX348" y="connsiteY348"/>
                  </a:cxn>
                  <a:cxn ang="0">
                    <a:pos x="connsiteX349" y="connsiteY349"/>
                  </a:cxn>
                  <a:cxn ang="0">
                    <a:pos x="connsiteX350" y="connsiteY350"/>
                  </a:cxn>
                  <a:cxn ang="0">
                    <a:pos x="connsiteX351" y="connsiteY351"/>
                  </a:cxn>
                  <a:cxn ang="0">
                    <a:pos x="connsiteX352" y="connsiteY352"/>
                  </a:cxn>
                  <a:cxn ang="0">
                    <a:pos x="connsiteX353" y="connsiteY353"/>
                  </a:cxn>
                  <a:cxn ang="0">
                    <a:pos x="connsiteX354" y="connsiteY354"/>
                  </a:cxn>
                  <a:cxn ang="0">
                    <a:pos x="connsiteX355" y="connsiteY355"/>
                  </a:cxn>
                  <a:cxn ang="0">
                    <a:pos x="connsiteX356" y="connsiteY356"/>
                  </a:cxn>
                  <a:cxn ang="0">
                    <a:pos x="connsiteX357" y="connsiteY357"/>
                  </a:cxn>
                  <a:cxn ang="0">
                    <a:pos x="connsiteX358" y="connsiteY358"/>
                  </a:cxn>
                  <a:cxn ang="0">
                    <a:pos x="connsiteX359" y="connsiteY359"/>
                  </a:cxn>
                  <a:cxn ang="0">
                    <a:pos x="connsiteX360" y="connsiteY360"/>
                  </a:cxn>
                  <a:cxn ang="0">
                    <a:pos x="connsiteX361" y="connsiteY361"/>
                  </a:cxn>
                  <a:cxn ang="0">
                    <a:pos x="connsiteX362" y="connsiteY362"/>
                  </a:cxn>
                  <a:cxn ang="0">
                    <a:pos x="connsiteX363" y="connsiteY363"/>
                  </a:cxn>
                  <a:cxn ang="0">
                    <a:pos x="connsiteX364" y="connsiteY364"/>
                  </a:cxn>
                  <a:cxn ang="0">
                    <a:pos x="connsiteX365" y="connsiteY365"/>
                  </a:cxn>
                  <a:cxn ang="0">
                    <a:pos x="connsiteX366" y="connsiteY366"/>
                  </a:cxn>
                  <a:cxn ang="0">
                    <a:pos x="connsiteX367" y="connsiteY367"/>
                  </a:cxn>
                  <a:cxn ang="0">
                    <a:pos x="connsiteX368" y="connsiteY368"/>
                  </a:cxn>
                  <a:cxn ang="0">
                    <a:pos x="connsiteX369" y="connsiteY369"/>
                  </a:cxn>
                  <a:cxn ang="0">
                    <a:pos x="connsiteX370" y="connsiteY370"/>
                  </a:cxn>
                  <a:cxn ang="0">
                    <a:pos x="connsiteX371" y="connsiteY371"/>
                  </a:cxn>
                  <a:cxn ang="0">
                    <a:pos x="connsiteX372" y="connsiteY372"/>
                  </a:cxn>
                  <a:cxn ang="0">
                    <a:pos x="connsiteX373" y="connsiteY373"/>
                  </a:cxn>
                  <a:cxn ang="0">
                    <a:pos x="connsiteX374" y="connsiteY374"/>
                  </a:cxn>
                  <a:cxn ang="0">
                    <a:pos x="connsiteX375" y="connsiteY375"/>
                  </a:cxn>
                  <a:cxn ang="0">
                    <a:pos x="connsiteX376" y="connsiteY376"/>
                  </a:cxn>
                  <a:cxn ang="0">
                    <a:pos x="connsiteX377" y="connsiteY377"/>
                  </a:cxn>
                  <a:cxn ang="0">
                    <a:pos x="connsiteX378" y="connsiteY378"/>
                  </a:cxn>
                  <a:cxn ang="0">
                    <a:pos x="connsiteX379" y="connsiteY379"/>
                  </a:cxn>
                  <a:cxn ang="0">
                    <a:pos x="connsiteX380" y="connsiteY380"/>
                  </a:cxn>
                  <a:cxn ang="0">
                    <a:pos x="connsiteX381" y="connsiteY381"/>
                  </a:cxn>
                  <a:cxn ang="0">
                    <a:pos x="connsiteX382" y="connsiteY382"/>
                  </a:cxn>
                  <a:cxn ang="0">
                    <a:pos x="connsiteX383" y="connsiteY383"/>
                  </a:cxn>
                  <a:cxn ang="0">
                    <a:pos x="connsiteX384" y="connsiteY384"/>
                  </a:cxn>
                  <a:cxn ang="0">
                    <a:pos x="connsiteX385" y="connsiteY385"/>
                  </a:cxn>
                  <a:cxn ang="0">
                    <a:pos x="connsiteX386" y="connsiteY386"/>
                  </a:cxn>
                  <a:cxn ang="0">
                    <a:pos x="connsiteX387" y="connsiteY387"/>
                  </a:cxn>
                  <a:cxn ang="0">
                    <a:pos x="connsiteX388" y="connsiteY388"/>
                  </a:cxn>
                  <a:cxn ang="0">
                    <a:pos x="connsiteX389" y="connsiteY389"/>
                  </a:cxn>
                  <a:cxn ang="0">
                    <a:pos x="connsiteX390" y="connsiteY390"/>
                  </a:cxn>
                  <a:cxn ang="0">
                    <a:pos x="connsiteX391" y="connsiteY391"/>
                  </a:cxn>
                  <a:cxn ang="0">
                    <a:pos x="connsiteX392" y="connsiteY392"/>
                  </a:cxn>
                  <a:cxn ang="0">
                    <a:pos x="connsiteX393" y="connsiteY393"/>
                  </a:cxn>
                  <a:cxn ang="0">
                    <a:pos x="connsiteX394" y="connsiteY394"/>
                  </a:cxn>
                  <a:cxn ang="0">
                    <a:pos x="connsiteX395" y="connsiteY395"/>
                  </a:cxn>
                  <a:cxn ang="0">
                    <a:pos x="connsiteX396" y="connsiteY396"/>
                  </a:cxn>
                  <a:cxn ang="0">
                    <a:pos x="connsiteX397" y="connsiteY397"/>
                  </a:cxn>
                  <a:cxn ang="0">
                    <a:pos x="connsiteX398" y="connsiteY398"/>
                  </a:cxn>
                  <a:cxn ang="0">
                    <a:pos x="connsiteX399" y="connsiteY399"/>
                  </a:cxn>
                  <a:cxn ang="0">
                    <a:pos x="connsiteX400" y="connsiteY400"/>
                  </a:cxn>
                  <a:cxn ang="0">
                    <a:pos x="connsiteX401" y="connsiteY401"/>
                  </a:cxn>
                  <a:cxn ang="0">
                    <a:pos x="connsiteX402" y="connsiteY402"/>
                  </a:cxn>
                  <a:cxn ang="0">
                    <a:pos x="connsiteX403" y="connsiteY403"/>
                  </a:cxn>
                  <a:cxn ang="0">
                    <a:pos x="connsiteX404" y="connsiteY404"/>
                  </a:cxn>
                  <a:cxn ang="0">
                    <a:pos x="connsiteX405" y="connsiteY405"/>
                  </a:cxn>
                  <a:cxn ang="0">
                    <a:pos x="connsiteX406" y="connsiteY406"/>
                  </a:cxn>
                  <a:cxn ang="0">
                    <a:pos x="connsiteX407" y="connsiteY407"/>
                  </a:cxn>
                  <a:cxn ang="0">
                    <a:pos x="connsiteX408" y="connsiteY408"/>
                  </a:cxn>
                  <a:cxn ang="0">
                    <a:pos x="connsiteX409" y="connsiteY409"/>
                  </a:cxn>
                  <a:cxn ang="0">
                    <a:pos x="connsiteX410" y="connsiteY410"/>
                  </a:cxn>
                  <a:cxn ang="0">
                    <a:pos x="connsiteX411" y="connsiteY411"/>
                  </a:cxn>
                  <a:cxn ang="0">
                    <a:pos x="connsiteX412" y="connsiteY412"/>
                  </a:cxn>
                  <a:cxn ang="0">
                    <a:pos x="connsiteX413" y="connsiteY413"/>
                  </a:cxn>
                  <a:cxn ang="0">
                    <a:pos x="connsiteX414" y="connsiteY414"/>
                  </a:cxn>
                  <a:cxn ang="0">
                    <a:pos x="connsiteX415" y="connsiteY415"/>
                  </a:cxn>
                  <a:cxn ang="0">
                    <a:pos x="connsiteX416" y="connsiteY416"/>
                  </a:cxn>
                  <a:cxn ang="0">
                    <a:pos x="connsiteX417" y="connsiteY417"/>
                  </a:cxn>
                  <a:cxn ang="0">
                    <a:pos x="connsiteX418" y="connsiteY418"/>
                  </a:cxn>
                  <a:cxn ang="0">
                    <a:pos x="connsiteX419" y="connsiteY419"/>
                  </a:cxn>
                  <a:cxn ang="0">
                    <a:pos x="connsiteX420" y="connsiteY420"/>
                  </a:cxn>
                  <a:cxn ang="0">
                    <a:pos x="connsiteX421" y="connsiteY421"/>
                  </a:cxn>
                  <a:cxn ang="0">
                    <a:pos x="connsiteX422" y="connsiteY422"/>
                  </a:cxn>
                  <a:cxn ang="0">
                    <a:pos x="connsiteX423" y="connsiteY423"/>
                  </a:cxn>
                  <a:cxn ang="0">
                    <a:pos x="connsiteX424" y="connsiteY424"/>
                  </a:cxn>
                  <a:cxn ang="0">
                    <a:pos x="connsiteX425" y="connsiteY425"/>
                  </a:cxn>
                  <a:cxn ang="0">
                    <a:pos x="connsiteX426" y="connsiteY426"/>
                  </a:cxn>
                  <a:cxn ang="0">
                    <a:pos x="connsiteX427" y="connsiteY427"/>
                  </a:cxn>
                  <a:cxn ang="0">
                    <a:pos x="connsiteX428" y="connsiteY428"/>
                  </a:cxn>
                  <a:cxn ang="0">
                    <a:pos x="connsiteX429" y="connsiteY429"/>
                  </a:cxn>
                  <a:cxn ang="0">
                    <a:pos x="connsiteX430" y="connsiteY430"/>
                  </a:cxn>
                  <a:cxn ang="0">
                    <a:pos x="connsiteX431" y="connsiteY431"/>
                  </a:cxn>
                  <a:cxn ang="0">
                    <a:pos x="connsiteX432" y="connsiteY432"/>
                  </a:cxn>
                  <a:cxn ang="0">
                    <a:pos x="connsiteX433" y="connsiteY433"/>
                  </a:cxn>
                  <a:cxn ang="0">
                    <a:pos x="connsiteX434" y="connsiteY434"/>
                  </a:cxn>
                  <a:cxn ang="0">
                    <a:pos x="connsiteX435" y="connsiteY435"/>
                  </a:cxn>
                  <a:cxn ang="0">
                    <a:pos x="connsiteX436" y="connsiteY436"/>
                  </a:cxn>
                  <a:cxn ang="0">
                    <a:pos x="connsiteX437" y="connsiteY437"/>
                  </a:cxn>
                  <a:cxn ang="0">
                    <a:pos x="connsiteX438" y="connsiteY438"/>
                  </a:cxn>
                  <a:cxn ang="0">
                    <a:pos x="connsiteX439" y="connsiteY439"/>
                  </a:cxn>
                  <a:cxn ang="0">
                    <a:pos x="connsiteX440" y="connsiteY440"/>
                  </a:cxn>
                  <a:cxn ang="0">
                    <a:pos x="connsiteX441" y="connsiteY441"/>
                  </a:cxn>
                  <a:cxn ang="0">
                    <a:pos x="connsiteX442" y="connsiteY442"/>
                  </a:cxn>
                  <a:cxn ang="0">
                    <a:pos x="connsiteX443" y="connsiteY443"/>
                  </a:cxn>
                  <a:cxn ang="0">
                    <a:pos x="connsiteX444" y="connsiteY444"/>
                  </a:cxn>
                  <a:cxn ang="0">
                    <a:pos x="connsiteX445" y="connsiteY445"/>
                  </a:cxn>
                  <a:cxn ang="0">
                    <a:pos x="connsiteX446" y="connsiteY446"/>
                  </a:cxn>
                  <a:cxn ang="0">
                    <a:pos x="connsiteX447" y="connsiteY447"/>
                  </a:cxn>
                  <a:cxn ang="0">
                    <a:pos x="connsiteX448" y="connsiteY448"/>
                  </a:cxn>
                  <a:cxn ang="0">
                    <a:pos x="connsiteX449" y="connsiteY449"/>
                  </a:cxn>
                  <a:cxn ang="0">
                    <a:pos x="connsiteX450" y="connsiteY450"/>
                  </a:cxn>
                  <a:cxn ang="0">
                    <a:pos x="connsiteX451" y="connsiteY451"/>
                  </a:cxn>
                  <a:cxn ang="0">
                    <a:pos x="connsiteX452" y="connsiteY452"/>
                  </a:cxn>
                  <a:cxn ang="0">
                    <a:pos x="connsiteX453" y="connsiteY453"/>
                  </a:cxn>
                  <a:cxn ang="0">
                    <a:pos x="connsiteX454" y="connsiteY454"/>
                  </a:cxn>
                  <a:cxn ang="0">
                    <a:pos x="connsiteX455" y="connsiteY455"/>
                  </a:cxn>
                  <a:cxn ang="0">
                    <a:pos x="connsiteX456" y="connsiteY456"/>
                  </a:cxn>
                  <a:cxn ang="0">
                    <a:pos x="connsiteX457" y="connsiteY457"/>
                  </a:cxn>
                  <a:cxn ang="0">
                    <a:pos x="connsiteX458" y="connsiteY458"/>
                  </a:cxn>
                  <a:cxn ang="0">
                    <a:pos x="connsiteX459" y="connsiteY459"/>
                  </a:cxn>
                  <a:cxn ang="0">
                    <a:pos x="connsiteX460" y="connsiteY460"/>
                  </a:cxn>
                  <a:cxn ang="0">
                    <a:pos x="connsiteX461" y="connsiteY461"/>
                  </a:cxn>
                  <a:cxn ang="0">
                    <a:pos x="connsiteX462" y="connsiteY462"/>
                  </a:cxn>
                  <a:cxn ang="0">
                    <a:pos x="connsiteX463" y="connsiteY463"/>
                  </a:cxn>
                  <a:cxn ang="0">
                    <a:pos x="connsiteX464" y="connsiteY464"/>
                  </a:cxn>
                  <a:cxn ang="0">
                    <a:pos x="connsiteX465" y="connsiteY465"/>
                  </a:cxn>
                  <a:cxn ang="0">
                    <a:pos x="connsiteX466" y="connsiteY466"/>
                  </a:cxn>
                  <a:cxn ang="0">
                    <a:pos x="connsiteX467" y="connsiteY467"/>
                  </a:cxn>
                  <a:cxn ang="0">
                    <a:pos x="connsiteX468" y="connsiteY468"/>
                  </a:cxn>
                  <a:cxn ang="0">
                    <a:pos x="connsiteX469" y="connsiteY469"/>
                  </a:cxn>
                  <a:cxn ang="0">
                    <a:pos x="connsiteX470" y="connsiteY470"/>
                  </a:cxn>
                  <a:cxn ang="0">
                    <a:pos x="connsiteX471" y="connsiteY471"/>
                  </a:cxn>
                  <a:cxn ang="0">
                    <a:pos x="connsiteX472" y="connsiteY472"/>
                  </a:cxn>
                  <a:cxn ang="0">
                    <a:pos x="connsiteX473" y="connsiteY473"/>
                  </a:cxn>
                  <a:cxn ang="0">
                    <a:pos x="connsiteX474" y="connsiteY474"/>
                  </a:cxn>
                  <a:cxn ang="0">
                    <a:pos x="connsiteX475" y="connsiteY475"/>
                  </a:cxn>
                  <a:cxn ang="0">
                    <a:pos x="connsiteX476" y="connsiteY476"/>
                  </a:cxn>
                  <a:cxn ang="0">
                    <a:pos x="connsiteX477" y="connsiteY477"/>
                  </a:cxn>
                  <a:cxn ang="0">
                    <a:pos x="connsiteX478" y="connsiteY478"/>
                  </a:cxn>
                  <a:cxn ang="0">
                    <a:pos x="connsiteX479" y="connsiteY479"/>
                  </a:cxn>
                  <a:cxn ang="0">
                    <a:pos x="connsiteX480" y="connsiteY480"/>
                  </a:cxn>
                  <a:cxn ang="0">
                    <a:pos x="connsiteX481" y="connsiteY481"/>
                  </a:cxn>
                  <a:cxn ang="0">
                    <a:pos x="connsiteX482" y="connsiteY482"/>
                  </a:cxn>
                  <a:cxn ang="0">
                    <a:pos x="connsiteX483" y="connsiteY483"/>
                  </a:cxn>
                  <a:cxn ang="0">
                    <a:pos x="connsiteX484" y="connsiteY484"/>
                  </a:cxn>
                  <a:cxn ang="0">
                    <a:pos x="connsiteX485" y="connsiteY485"/>
                  </a:cxn>
                  <a:cxn ang="0">
                    <a:pos x="connsiteX486" y="connsiteY486"/>
                  </a:cxn>
                  <a:cxn ang="0">
                    <a:pos x="connsiteX487" y="connsiteY487"/>
                  </a:cxn>
                  <a:cxn ang="0">
                    <a:pos x="connsiteX488" y="connsiteY488"/>
                  </a:cxn>
                  <a:cxn ang="0">
                    <a:pos x="connsiteX489" y="connsiteY489"/>
                  </a:cxn>
                  <a:cxn ang="0">
                    <a:pos x="connsiteX490" y="connsiteY490"/>
                  </a:cxn>
                  <a:cxn ang="0">
                    <a:pos x="connsiteX491" y="connsiteY491"/>
                  </a:cxn>
                  <a:cxn ang="0">
                    <a:pos x="connsiteX492" y="connsiteY492"/>
                  </a:cxn>
                  <a:cxn ang="0">
                    <a:pos x="connsiteX493" y="connsiteY493"/>
                  </a:cxn>
                  <a:cxn ang="0">
                    <a:pos x="connsiteX494" y="connsiteY494"/>
                  </a:cxn>
                  <a:cxn ang="0">
                    <a:pos x="connsiteX495" y="connsiteY495"/>
                  </a:cxn>
                  <a:cxn ang="0">
                    <a:pos x="connsiteX496" y="connsiteY496"/>
                  </a:cxn>
                  <a:cxn ang="0">
                    <a:pos x="connsiteX497" y="connsiteY497"/>
                  </a:cxn>
                  <a:cxn ang="0">
                    <a:pos x="connsiteX498" y="connsiteY498"/>
                  </a:cxn>
                  <a:cxn ang="0">
                    <a:pos x="connsiteX499" y="connsiteY499"/>
                  </a:cxn>
                  <a:cxn ang="0">
                    <a:pos x="connsiteX500" y="connsiteY500"/>
                  </a:cxn>
                  <a:cxn ang="0">
                    <a:pos x="connsiteX501" y="connsiteY501"/>
                  </a:cxn>
                  <a:cxn ang="0">
                    <a:pos x="connsiteX502" y="connsiteY502"/>
                  </a:cxn>
                  <a:cxn ang="0">
                    <a:pos x="connsiteX503" y="connsiteY503"/>
                  </a:cxn>
                  <a:cxn ang="0">
                    <a:pos x="connsiteX504" y="connsiteY504"/>
                  </a:cxn>
                  <a:cxn ang="0">
                    <a:pos x="connsiteX505" y="connsiteY505"/>
                  </a:cxn>
                  <a:cxn ang="0">
                    <a:pos x="connsiteX506" y="connsiteY506"/>
                  </a:cxn>
                  <a:cxn ang="0">
                    <a:pos x="connsiteX507" y="connsiteY507"/>
                  </a:cxn>
                  <a:cxn ang="0">
                    <a:pos x="connsiteX508" y="connsiteY508"/>
                  </a:cxn>
                  <a:cxn ang="0">
                    <a:pos x="connsiteX509" y="connsiteY509"/>
                  </a:cxn>
                  <a:cxn ang="0">
                    <a:pos x="connsiteX510" y="connsiteY510"/>
                  </a:cxn>
                  <a:cxn ang="0">
                    <a:pos x="connsiteX511" y="connsiteY511"/>
                  </a:cxn>
                  <a:cxn ang="0">
                    <a:pos x="connsiteX512" y="connsiteY512"/>
                  </a:cxn>
                  <a:cxn ang="0">
                    <a:pos x="connsiteX513" y="connsiteY513"/>
                  </a:cxn>
                  <a:cxn ang="0">
                    <a:pos x="connsiteX514" y="connsiteY514"/>
                  </a:cxn>
                  <a:cxn ang="0">
                    <a:pos x="connsiteX515" y="connsiteY515"/>
                  </a:cxn>
                  <a:cxn ang="0">
                    <a:pos x="connsiteX516" y="connsiteY516"/>
                  </a:cxn>
                  <a:cxn ang="0">
                    <a:pos x="connsiteX517" y="connsiteY517"/>
                  </a:cxn>
                  <a:cxn ang="0">
                    <a:pos x="connsiteX518" y="connsiteY518"/>
                  </a:cxn>
                  <a:cxn ang="0">
                    <a:pos x="connsiteX519" y="connsiteY519"/>
                  </a:cxn>
                  <a:cxn ang="0">
                    <a:pos x="connsiteX520" y="connsiteY520"/>
                  </a:cxn>
                  <a:cxn ang="0">
                    <a:pos x="connsiteX521" y="connsiteY521"/>
                  </a:cxn>
                  <a:cxn ang="0">
                    <a:pos x="connsiteX522" y="connsiteY522"/>
                  </a:cxn>
                  <a:cxn ang="0">
                    <a:pos x="connsiteX523" y="connsiteY523"/>
                  </a:cxn>
                  <a:cxn ang="0">
                    <a:pos x="connsiteX524" y="connsiteY524"/>
                  </a:cxn>
                  <a:cxn ang="0">
                    <a:pos x="connsiteX525" y="connsiteY525"/>
                  </a:cxn>
                  <a:cxn ang="0">
                    <a:pos x="connsiteX526" y="connsiteY526"/>
                  </a:cxn>
                  <a:cxn ang="0">
                    <a:pos x="connsiteX527" y="connsiteY527"/>
                  </a:cxn>
                  <a:cxn ang="0">
                    <a:pos x="connsiteX528" y="connsiteY528"/>
                  </a:cxn>
                  <a:cxn ang="0">
                    <a:pos x="connsiteX529" y="connsiteY529"/>
                  </a:cxn>
                  <a:cxn ang="0">
                    <a:pos x="connsiteX530" y="connsiteY530"/>
                  </a:cxn>
                  <a:cxn ang="0">
                    <a:pos x="connsiteX531" y="connsiteY531"/>
                  </a:cxn>
                  <a:cxn ang="0">
                    <a:pos x="connsiteX532" y="connsiteY532"/>
                  </a:cxn>
                  <a:cxn ang="0">
                    <a:pos x="connsiteX533" y="connsiteY533"/>
                  </a:cxn>
                  <a:cxn ang="0">
                    <a:pos x="connsiteX534" y="connsiteY534"/>
                  </a:cxn>
                  <a:cxn ang="0">
                    <a:pos x="connsiteX535" y="connsiteY535"/>
                  </a:cxn>
                  <a:cxn ang="0">
                    <a:pos x="connsiteX536" y="connsiteY536"/>
                  </a:cxn>
                  <a:cxn ang="0">
                    <a:pos x="connsiteX537" y="connsiteY537"/>
                  </a:cxn>
                  <a:cxn ang="0">
                    <a:pos x="connsiteX538" y="connsiteY538"/>
                  </a:cxn>
                  <a:cxn ang="0">
                    <a:pos x="connsiteX539" y="connsiteY539"/>
                  </a:cxn>
                  <a:cxn ang="0">
                    <a:pos x="connsiteX540" y="connsiteY540"/>
                  </a:cxn>
                  <a:cxn ang="0">
                    <a:pos x="connsiteX541" y="connsiteY541"/>
                  </a:cxn>
                  <a:cxn ang="0">
                    <a:pos x="connsiteX542" y="connsiteY542"/>
                  </a:cxn>
                  <a:cxn ang="0">
                    <a:pos x="connsiteX543" y="connsiteY543"/>
                  </a:cxn>
                  <a:cxn ang="0">
                    <a:pos x="connsiteX544" y="connsiteY544"/>
                  </a:cxn>
                  <a:cxn ang="0">
                    <a:pos x="connsiteX545" y="connsiteY545"/>
                  </a:cxn>
                  <a:cxn ang="0">
                    <a:pos x="connsiteX546" y="connsiteY546"/>
                  </a:cxn>
                  <a:cxn ang="0">
                    <a:pos x="connsiteX547" y="connsiteY547"/>
                  </a:cxn>
                  <a:cxn ang="0">
                    <a:pos x="connsiteX548" y="connsiteY548"/>
                  </a:cxn>
                  <a:cxn ang="0">
                    <a:pos x="connsiteX549" y="connsiteY549"/>
                  </a:cxn>
                  <a:cxn ang="0">
                    <a:pos x="connsiteX550" y="connsiteY550"/>
                  </a:cxn>
                  <a:cxn ang="0">
                    <a:pos x="connsiteX551" y="connsiteY551"/>
                  </a:cxn>
                  <a:cxn ang="0">
                    <a:pos x="connsiteX552" y="connsiteY552"/>
                  </a:cxn>
                  <a:cxn ang="0">
                    <a:pos x="connsiteX553" y="connsiteY553"/>
                  </a:cxn>
                  <a:cxn ang="0">
                    <a:pos x="connsiteX554" y="connsiteY554"/>
                  </a:cxn>
                  <a:cxn ang="0">
                    <a:pos x="connsiteX555" y="connsiteY555"/>
                  </a:cxn>
                  <a:cxn ang="0">
                    <a:pos x="connsiteX556" y="connsiteY556"/>
                  </a:cxn>
                  <a:cxn ang="0">
                    <a:pos x="connsiteX557" y="connsiteY557"/>
                  </a:cxn>
                  <a:cxn ang="0">
                    <a:pos x="connsiteX558" y="connsiteY558"/>
                  </a:cxn>
                  <a:cxn ang="0">
                    <a:pos x="connsiteX559" y="connsiteY559"/>
                  </a:cxn>
                  <a:cxn ang="0">
                    <a:pos x="connsiteX560" y="connsiteY560"/>
                  </a:cxn>
                  <a:cxn ang="0">
                    <a:pos x="connsiteX561" y="connsiteY561"/>
                  </a:cxn>
                  <a:cxn ang="0">
                    <a:pos x="connsiteX562" y="connsiteY562"/>
                  </a:cxn>
                  <a:cxn ang="0">
                    <a:pos x="connsiteX563" y="connsiteY563"/>
                  </a:cxn>
                  <a:cxn ang="0">
                    <a:pos x="connsiteX564" y="connsiteY564"/>
                  </a:cxn>
                  <a:cxn ang="0">
                    <a:pos x="connsiteX565" y="connsiteY565"/>
                  </a:cxn>
                  <a:cxn ang="0">
                    <a:pos x="connsiteX566" y="connsiteY566"/>
                  </a:cxn>
                  <a:cxn ang="0">
                    <a:pos x="connsiteX567" y="connsiteY567"/>
                  </a:cxn>
                  <a:cxn ang="0">
                    <a:pos x="connsiteX568" y="connsiteY568"/>
                  </a:cxn>
                  <a:cxn ang="0">
                    <a:pos x="connsiteX569" y="connsiteY569"/>
                  </a:cxn>
                  <a:cxn ang="0">
                    <a:pos x="connsiteX570" y="connsiteY570"/>
                  </a:cxn>
                  <a:cxn ang="0">
                    <a:pos x="connsiteX571" y="connsiteY571"/>
                  </a:cxn>
                  <a:cxn ang="0">
                    <a:pos x="connsiteX572" y="connsiteY572"/>
                  </a:cxn>
                  <a:cxn ang="0">
                    <a:pos x="connsiteX573" y="connsiteY573"/>
                  </a:cxn>
                  <a:cxn ang="0">
                    <a:pos x="connsiteX574" y="connsiteY574"/>
                  </a:cxn>
                  <a:cxn ang="0">
                    <a:pos x="connsiteX575" y="connsiteY575"/>
                  </a:cxn>
                  <a:cxn ang="0">
                    <a:pos x="connsiteX576" y="connsiteY576"/>
                  </a:cxn>
                  <a:cxn ang="0">
                    <a:pos x="connsiteX577" y="connsiteY577"/>
                  </a:cxn>
                  <a:cxn ang="0">
                    <a:pos x="connsiteX578" y="connsiteY578"/>
                  </a:cxn>
                  <a:cxn ang="0">
                    <a:pos x="connsiteX579" y="connsiteY579"/>
                  </a:cxn>
                  <a:cxn ang="0">
                    <a:pos x="connsiteX580" y="connsiteY580"/>
                  </a:cxn>
                  <a:cxn ang="0">
                    <a:pos x="connsiteX581" y="connsiteY581"/>
                  </a:cxn>
                  <a:cxn ang="0">
                    <a:pos x="connsiteX582" y="connsiteY582"/>
                  </a:cxn>
                  <a:cxn ang="0">
                    <a:pos x="connsiteX583" y="connsiteY583"/>
                  </a:cxn>
                  <a:cxn ang="0">
                    <a:pos x="connsiteX584" y="connsiteY584"/>
                  </a:cxn>
                  <a:cxn ang="0">
                    <a:pos x="connsiteX585" y="connsiteY585"/>
                  </a:cxn>
                  <a:cxn ang="0">
                    <a:pos x="connsiteX586" y="connsiteY586"/>
                  </a:cxn>
                  <a:cxn ang="0">
                    <a:pos x="connsiteX587" y="connsiteY587"/>
                  </a:cxn>
                  <a:cxn ang="0">
                    <a:pos x="connsiteX588" y="connsiteY588"/>
                  </a:cxn>
                  <a:cxn ang="0">
                    <a:pos x="connsiteX589" y="connsiteY589"/>
                  </a:cxn>
                  <a:cxn ang="0">
                    <a:pos x="connsiteX590" y="connsiteY590"/>
                  </a:cxn>
                  <a:cxn ang="0">
                    <a:pos x="connsiteX591" y="connsiteY591"/>
                  </a:cxn>
                  <a:cxn ang="0">
                    <a:pos x="connsiteX592" y="connsiteY592"/>
                  </a:cxn>
                  <a:cxn ang="0">
                    <a:pos x="connsiteX593" y="connsiteY593"/>
                  </a:cxn>
                  <a:cxn ang="0">
                    <a:pos x="connsiteX594" y="connsiteY594"/>
                  </a:cxn>
                  <a:cxn ang="0">
                    <a:pos x="connsiteX595" y="connsiteY595"/>
                  </a:cxn>
                  <a:cxn ang="0">
                    <a:pos x="connsiteX596" y="connsiteY596"/>
                  </a:cxn>
                  <a:cxn ang="0">
                    <a:pos x="connsiteX597" y="connsiteY597"/>
                  </a:cxn>
                  <a:cxn ang="0">
                    <a:pos x="connsiteX598" y="connsiteY598"/>
                  </a:cxn>
                  <a:cxn ang="0">
                    <a:pos x="connsiteX599" y="connsiteY599"/>
                  </a:cxn>
                  <a:cxn ang="0">
                    <a:pos x="connsiteX600" y="connsiteY600"/>
                  </a:cxn>
                  <a:cxn ang="0">
                    <a:pos x="connsiteX601" y="connsiteY601"/>
                  </a:cxn>
                  <a:cxn ang="0">
                    <a:pos x="connsiteX602" y="connsiteY602"/>
                  </a:cxn>
                  <a:cxn ang="0">
                    <a:pos x="connsiteX603" y="connsiteY603"/>
                  </a:cxn>
                  <a:cxn ang="0">
                    <a:pos x="connsiteX604" y="connsiteY604"/>
                  </a:cxn>
                  <a:cxn ang="0">
                    <a:pos x="connsiteX605" y="connsiteY605"/>
                  </a:cxn>
                  <a:cxn ang="0">
                    <a:pos x="connsiteX606" y="connsiteY606"/>
                  </a:cxn>
                  <a:cxn ang="0">
                    <a:pos x="connsiteX607" y="connsiteY607"/>
                  </a:cxn>
                  <a:cxn ang="0">
                    <a:pos x="connsiteX608" y="connsiteY608"/>
                  </a:cxn>
                  <a:cxn ang="0">
                    <a:pos x="connsiteX609" y="connsiteY609"/>
                  </a:cxn>
                  <a:cxn ang="0">
                    <a:pos x="connsiteX610" y="connsiteY610"/>
                  </a:cxn>
                  <a:cxn ang="0">
                    <a:pos x="connsiteX611" y="connsiteY611"/>
                  </a:cxn>
                  <a:cxn ang="0">
                    <a:pos x="connsiteX612" y="connsiteY612"/>
                  </a:cxn>
                  <a:cxn ang="0">
                    <a:pos x="connsiteX613" y="connsiteY613"/>
                  </a:cxn>
                  <a:cxn ang="0">
                    <a:pos x="connsiteX614" y="connsiteY614"/>
                  </a:cxn>
                  <a:cxn ang="0">
                    <a:pos x="connsiteX615" y="connsiteY615"/>
                  </a:cxn>
                  <a:cxn ang="0">
                    <a:pos x="connsiteX616" y="connsiteY616"/>
                  </a:cxn>
                  <a:cxn ang="0">
                    <a:pos x="connsiteX617" y="connsiteY617"/>
                  </a:cxn>
                  <a:cxn ang="0">
                    <a:pos x="connsiteX618" y="connsiteY618"/>
                  </a:cxn>
                  <a:cxn ang="0">
                    <a:pos x="connsiteX619" y="connsiteY619"/>
                  </a:cxn>
                  <a:cxn ang="0">
                    <a:pos x="connsiteX620" y="connsiteY620"/>
                  </a:cxn>
                  <a:cxn ang="0">
                    <a:pos x="connsiteX621" y="connsiteY621"/>
                  </a:cxn>
                  <a:cxn ang="0">
                    <a:pos x="connsiteX622" y="connsiteY622"/>
                  </a:cxn>
                  <a:cxn ang="0">
                    <a:pos x="connsiteX623" y="connsiteY623"/>
                  </a:cxn>
                  <a:cxn ang="0">
                    <a:pos x="connsiteX624" y="connsiteY624"/>
                  </a:cxn>
                  <a:cxn ang="0">
                    <a:pos x="connsiteX625" y="connsiteY625"/>
                  </a:cxn>
                  <a:cxn ang="0">
                    <a:pos x="connsiteX626" y="connsiteY626"/>
                  </a:cxn>
                  <a:cxn ang="0">
                    <a:pos x="connsiteX627" y="connsiteY627"/>
                  </a:cxn>
                  <a:cxn ang="0">
                    <a:pos x="connsiteX628" y="connsiteY628"/>
                  </a:cxn>
                  <a:cxn ang="0">
                    <a:pos x="connsiteX629" y="connsiteY629"/>
                  </a:cxn>
                  <a:cxn ang="0">
                    <a:pos x="connsiteX630" y="connsiteY630"/>
                  </a:cxn>
                  <a:cxn ang="0">
                    <a:pos x="connsiteX631" y="connsiteY631"/>
                  </a:cxn>
                  <a:cxn ang="0">
                    <a:pos x="connsiteX632" y="connsiteY632"/>
                  </a:cxn>
                  <a:cxn ang="0">
                    <a:pos x="connsiteX633" y="connsiteY633"/>
                  </a:cxn>
                  <a:cxn ang="0">
                    <a:pos x="connsiteX634" y="connsiteY634"/>
                  </a:cxn>
                  <a:cxn ang="0">
                    <a:pos x="connsiteX635" y="connsiteY635"/>
                  </a:cxn>
                  <a:cxn ang="0">
                    <a:pos x="connsiteX636" y="connsiteY636"/>
                  </a:cxn>
                  <a:cxn ang="0">
                    <a:pos x="connsiteX637" y="connsiteY637"/>
                  </a:cxn>
                  <a:cxn ang="0">
                    <a:pos x="connsiteX638" y="connsiteY638"/>
                  </a:cxn>
                  <a:cxn ang="0">
                    <a:pos x="connsiteX639" y="connsiteY639"/>
                  </a:cxn>
                  <a:cxn ang="0">
                    <a:pos x="connsiteX640" y="connsiteY640"/>
                  </a:cxn>
                  <a:cxn ang="0">
                    <a:pos x="connsiteX641" y="connsiteY641"/>
                  </a:cxn>
                  <a:cxn ang="0">
                    <a:pos x="connsiteX642" y="connsiteY642"/>
                  </a:cxn>
                  <a:cxn ang="0">
                    <a:pos x="connsiteX643" y="connsiteY643"/>
                  </a:cxn>
                  <a:cxn ang="0">
                    <a:pos x="connsiteX644" y="connsiteY644"/>
                  </a:cxn>
                  <a:cxn ang="0">
                    <a:pos x="connsiteX645" y="connsiteY645"/>
                  </a:cxn>
                  <a:cxn ang="0">
                    <a:pos x="connsiteX646" y="connsiteY646"/>
                  </a:cxn>
                  <a:cxn ang="0">
                    <a:pos x="connsiteX647" y="connsiteY647"/>
                  </a:cxn>
                  <a:cxn ang="0">
                    <a:pos x="connsiteX648" y="connsiteY648"/>
                  </a:cxn>
                  <a:cxn ang="0">
                    <a:pos x="connsiteX649" y="connsiteY649"/>
                  </a:cxn>
                  <a:cxn ang="0">
                    <a:pos x="connsiteX650" y="connsiteY650"/>
                  </a:cxn>
                  <a:cxn ang="0">
                    <a:pos x="connsiteX651" y="connsiteY651"/>
                  </a:cxn>
                  <a:cxn ang="0">
                    <a:pos x="connsiteX652" y="connsiteY652"/>
                  </a:cxn>
                  <a:cxn ang="0">
                    <a:pos x="connsiteX653" y="connsiteY653"/>
                  </a:cxn>
                  <a:cxn ang="0">
                    <a:pos x="connsiteX654" y="connsiteY654"/>
                  </a:cxn>
                  <a:cxn ang="0">
                    <a:pos x="connsiteX655" y="connsiteY655"/>
                  </a:cxn>
                  <a:cxn ang="0">
                    <a:pos x="connsiteX656" y="connsiteY656"/>
                  </a:cxn>
                  <a:cxn ang="0">
                    <a:pos x="connsiteX657" y="connsiteY657"/>
                  </a:cxn>
                  <a:cxn ang="0">
                    <a:pos x="connsiteX658" y="connsiteY658"/>
                  </a:cxn>
                  <a:cxn ang="0">
                    <a:pos x="connsiteX659" y="connsiteY659"/>
                  </a:cxn>
                  <a:cxn ang="0">
                    <a:pos x="connsiteX660" y="connsiteY660"/>
                  </a:cxn>
                  <a:cxn ang="0">
                    <a:pos x="connsiteX661" y="connsiteY661"/>
                  </a:cxn>
                  <a:cxn ang="0">
                    <a:pos x="connsiteX662" y="connsiteY662"/>
                  </a:cxn>
                  <a:cxn ang="0">
                    <a:pos x="connsiteX663" y="connsiteY663"/>
                  </a:cxn>
                  <a:cxn ang="0">
                    <a:pos x="connsiteX664" y="connsiteY664"/>
                  </a:cxn>
                  <a:cxn ang="0">
                    <a:pos x="connsiteX665" y="connsiteY665"/>
                  </a:cxn>
                  <a:cxn ang="0">
                    <a:pos x="connsiteX666" y="connsiteY666"/>
                  </a:cxn>
                  <a:cxn ang="0">
                    <a:pos x="connsiteX667" y="connsiteY667"/>
                  </a:cxn>
                  <a:cxn ang="0">
                    <a:pos x="connsiteX668" y="connsiteY668"/>
                  </a:cxn>
                  <a:cxn ang="0">
                    <a:pos x="connsiteX669" y="connsiteY669"/>
                  </a:cxn>
                  <a:cxn ang="0">
                    <a:pos x="connsiteX670" y="connsiteY670"/>
                  </a:cxn>
                  <a:cxn ang="0">
                    <a:pos x="connsiteX671" y="connsiteY671"/>
                  </a:cxn>
                  <a:cxn ang="0">
                    <a:pos x="connsiteX672" y="connsiteY672"/>
                  </a:cxn>
                  <a:cxn ang="0">
                    <a:pos x="connsiteX673" y="connsiteY673"/>
                  </a:cxn>
                  <a:cxn ang="0">
                    <a:pos x="connsiteX674" y="connsiteY674"/>
                  </a:cxn>
                  <a:cxn ang="0">
                    <a:pos x="connsiteX675" y="connsiteY675"/>
                  </a:cxn>
                  <a:cxn ang="0">
                    <a:pos x="connsiteX676" y="connsiteY676"/>
                  </a:cxn>
                  <a:cxn ang="0">
                    <a:pos x="connsiteX677" y="connsiteY677"/>
                  </a:cxn>
                  <a:cxn ang="0">
                    <a:pos x="connsiteX678" y="connsiteY678"/>
                  </a:cxn>
                  <a:cxn ang="0">
                    <a:pos x="connsiteX679" y="connsiteY679"/>
                  </a:cxn>
                  <a:cxn ang="0">
                    <a:pos x="connsiteX680" y="connsiteY680"/>
                  </a:cxn>
                  <a:cxn ang="0">
                    <a:pos x="connsiteX681" y="connsiteY681"/>
                  </a:cxn>
                  <a:cxn ang="0">
                    <a:pos x="connsiteX682" y="connsiteY682"/>
                  </a:cxn>
                  <a:cxn ang="0">
                    <a:pos x="connsiteX683" y="connsiteY683"/>
                  </a:cxn>
                  <a:cxn ang="0">
                    <a:pos x="connsiteX684" y="connsiteY684"/>
                  </a:cxn>
                  <a:cxn ang="0">
                    <a:pos x="connsiteX685" y="connsiteY685"/>
                  </a:cxn>
                  <a:cxn ang="0">
                    <a:pos x="connsiteX686" y="connsiteY686"/>
                  </a:cxn>
                  <a:cxn ang="0">
                    <a:pos x="connsiteX687" y="connsiteY687"/>
                  </a:cxn>
                  <a:cxn ang="0">
                    <a:pos x="connsiteX688" y="connsiteY688"/>
                  </a:cxn>
                  <a:cxn ang="0">
                    <a:pos x="connsiteX689" y="connsiteY689"/>
                  </a:cxn>
                  <a:cxn ang="0">
                    <a:pos x="connsiteX690" y="connsiteY690"/>
                  </a:cxn>
                  <a:cxn ang="0">
                    <a:pos x="connsiteX691" y="connsiteY691"/>
                  </a:cxn>
                  <a:cxn ang="0">
                    <a:pos x="connsiteX692" y="connsiteY692"/>
                  </a:cxn>
                  <a:cxn ang="0">
                    <a:pos x="connsiteX693" y="connsiteY693"/>
                  </a:cxn>
                  <a:cxn ang="0">
                    <a:pos x="connsiteX694" y="connsiteY694"/>
                  </a:cxn>
                  <a:cxn ang="0">
                    <a:pos x="connsiteX695" y="connsiteY695"/>
                  </a:cxn>
                  <a:cxn ang="0">
                    <a:pos x="connsiteX696" y="connsiteY696"/>
                  </a:cxn>
                  <a:cxn ang="0">
                    <a:pos x="connsiteX697" y="connsiteY697"/>
                  </a:cxn>
                  <a:cxn ang="0">
                    <a:pos x="connsiteX698" y="connsiteY698"/>
                  </a:cxn>
                  <a:cxn ang="0">
                    <a:pos x="connsiteX699" y="connsiteY699"/>
                  </a:cxn>
                  <a:cxn ang="0">
                    <a:pos x="connsiteX700" y="connsiteY700"/>
                  </a:cxn>
                  <a:cxn ang="0">
                    <a:pos x="connsiteX701" y="connsiteY701"/>
                  </a:cxn>
                  <a:cxn ang="0">
                    <a:pos x="connsiteX702" y="connsiteY702"/>
                  </a:cxn>
                  <a:cxn ang="0">
                    <a:pos x="connsiteX703" y="connsiteY703"/>
                  </a:cxn>
                  <a:cxn ang="0">
                    <a:pos x="connsiteX704" y="connsiteY704"/>
                  </a:cxn>
                  <a:cxn ang="0">
                    <a:pos x="connsiteX705" y="connsiteY705"/>
                  </a:cxn>
                  <a:cxn ang="0">
                    <a:pos x="connsiteX706" y="connsiteY706"/>
                  </a:cxn>
                  <a:cxn ang="0">
                    <a:pos x="connsiteX707" y="connsiteY707"/>
                  </a:cxn>
                  <a:cxn ang="0">
                    <a:pos x="connsiteX708" y="connsiteY708"/>
                  </a:cxn>
                  <a:cxn ang="0">
                    <a:pos x="connsiteX709" y="connsiteY709"/>
                  </a:cxn>
                  <a:cxn ang="0">
                    <a:pos x="connsiteX710" y="connsiteY710"/>
                  </a:cxn>
                  <a:cxn ang="0">
                    <a:pos x="connsiteX711" y="connsiteY711"/>
                  </a:cxn>
                  <a:cxn ang="0">
                    <a:pos x="connsiteX712" y="connsiteY712"/>
                  </a:cxn>
                  <a:cxn ang="0">
                    <a:pos x="connsiteX713" y="connsiteY713"/>
                  </a:cxn>
                  <a:cxn ang="0">
                    <a:pos x="connsiteX714" y="connsiteY714"/>
                  </a:cxn>
                  <a:cxn ang="0">
                    <a:pos x="connsiteX715" y="connsiteY715"/>
                  </a:cxn>
                  <a:cxn ang="0">
                    <a:pos x="connsiteX716" y="connsiteY716"/>
                  </a:cxn>
                  <a:cxn ang="0">
                    <a:pos x="connsiteX717" y="connsiteY717"/>
                  </a:cxn>
                  <a:cxn ang="0">
                    <a:pos x="connsiteX718" y="connsiteY718"/>
                  </a:cxn>
                  <a:cxn ang="0">
                    <a:pos x="connsiteX719" y="connsiteY719"/>
                  </a:cxn>
                  <a:cxn ang="0">
                    <a:pos x="connsiteX720" y="connsiteY720"/>
                  </a:cxn>
                  <a:cxn ang="0">
                    <a:pos x="connsiteX721" y="connsiteY721"/>
                  </a:cxn>
                  <a:cxn ang="0">
                    <a:pos x="connsiteX722" y="connsiteY722"/>
                  </a:cxn>
                  <a:cxn ang="0">
                    <a:pos x="connsiteX723" y="connsiteY723"/>
                  </a:cxn>
                  <a:cxn ang="0">
                    <a:pos x="connsiteX724" y="connsiteY724"/>
                  </a:cxn>
                  <a:cxn ang="0">
                    <a:pos x="connsiteX725" y="connsiteY725"/>
                  </a:cxn>
                  <a:cxn ang="0">
                    <a:pos x="connsiteX726" y="connsiteY726"/>
                  </a:cxn>
                  <a:cxn ang="0">
                    <a:pos x="connsiteX727" y="connsiteY727"/>
                  </a:cxn>
                  <a:cxn ang="0">
                    <a:pos x="connsiteX728" y="connsiteY728"/>
                  </a:cxn>
                  <a:cxn ang="0">
                    <a:pos x="connsiteX729" y="connsiteY729"/>
                  </a:cxn>
                  <a:cxn ang="0">
                    <a:pos x="connsiteX730" y="connsiteY730"/>
                  </a:cxn>
                  <a:cxn ang="0">
                    <a:pos x="connsiteX731" y="connsiteY731"/>
                  </a:cxn>
                  <a:cxn ang="0">
                    <a:pos x="connsiteX732" y="connsiteY732"/>
                  </a:cxn>
                  <a:cxn ang="0">
                    <a:pos x="connsiteX733" y="connsiteY733"/>
                  </a:cxn>
                  <a:cxn ang="0">
                    <a:pos x="connsiteX734" y="connsiteY734"/>
                  </a:cxn>
                  <a:cxn ang="0">
                    <a:pos x="connsiteX735" y="connsiteY735"/>
                  </a:cxn>
                  <a:cxn ang="0">
                    <a:pos x="connsiteX736" y="connsiteY736"/>
                  </a:cxn>
                  <a:cxn ang="0">
                    <a:pos x="connsiteX737" y="connsiteY737"/>
                  </a:cxn>
                  <a:cxn ang="0">
                    <a:pos x="connsiteX738" y="connsiteY738"/>
                  </a:cxn>
                  <a:cxn ang="0">
                    <a:pos x="connsiteX739" y="connsiteY739"/>
                  </a:cxn>
                  <a:cxn ang="0">
                    <a:pos x="connsiteX740" y="connsiteY740"/>
                  </a:cxn>
                  <a:cxn ang="0">
                    <a:pos x="connsiteX741" y="connsiteY741"/>
                  </a:cxn>
                  <a:cxn ang="0">
                    <a:pos x="connsiteX742" y="connsiteY742"/>
                  </a:cxn>
                  <a:cxn ang="0">
                    <a:pos x="connsiteX743" y="connsiteY743"/>
                  </a:cxn>
                  <a:cxn ang="0">
                    <a:pos x="connsiteX744" y="connsiteY744"/>
                  </a:cxn>
                  <a:cxn ang="0">
                    <a:pos x="connsiteX745" y="connsiteY745"/>
                  </a:cxn>
                  <a:cxn ang="0">
                    <a:pos x="connsiteX746" y="connsiteY746"/>
                  </a:cxn>
                  <a:cxn ang="0">
                    <a:pos x="connsiteX747" y="connsiteY747"/>
                  </a:cxn>
                  <a:cxn ang="0">
                    <a:pos x="connsiteX748" y="connsiteY748"/>
                  </a:cxn>
                  <a:cxn ang="0">
                    <a:pos x="connsiteX749" y="connsiteY749"/>
                  </a:cxn>
                  <a:cxn ang="0">
                    <a:pos x="connsiteX750" y="connsiteY750"/>
                  </a:cxn>
                  <a:cxn ang="0">
                    <a:pos x="connsiteX751" y="connsiteY751"/>
                  </a:cxn>
                  <a:cxn ang="0">
                    <a:pos x="connsiteX752" y="connsiteY752"/>
                  </a:cxn>
                  <a:cxn ang="0">
                    <a:pos x="connsiteX753" y="connsiteY753"/>
                  </a:cxn>
                  <a:cxn ang="0">
                    <a:pos x="connsiteX754" y="connsiteY754"/>
                  </a:cxn>
                  <a:cxn ang="0">
                    <a:pos x="connsiteX755" y="connsiteY755"/>
                  </a:cxn>
                  <a:cxn ang="0">
                    <a:pos x="connsiteX756" y="connsiteY756"/>
                  </a:cxn>
                  <a:cxn ang="0">
                    <a:pos x="connsiteX757" y="connsiteY757"/>
                  </a:cxn>
                  <a:cxn ang="0">
                    <a:pos x="connsiteX758" y="connsiteY758"/>
                  </a:cxn>
                  <a:cxn ang="0">
                    <a:pos x="connsiteX759" y="connsiteY759"/>
                  </a:cxn>
                  <a:cxn ang="0">
                    <a:pos x="connsiteX760" y="connsiteY760"/>
                  </a:cxn>
                  <a:cxn ang="0">
                    <a:pos x="connsiteX761" y="connsiteY761"/>
                  </a:cxn>
                  <a:cxn ang="0">
                    <a:pos x="connsiteX762" y="connsiteY762"/>
                  </a:cxn>
                  <a:cxn ang="0">
                    <a:pos x="connsiteX763" y="connsiteY763"/>
                  </a:cxn>
                  <a:cxn ang="0">
                    <a:pos x="connsiteX764" y="connsiteY764"/>
                  </a:cxn>
                  <a:cxn ang="0">
                    <a:pos x="connsiteX765" y="connsiteY765"/>
                  </a:cxn>
                  <a:cxn ang="0">
                    <a:pos x="connsiteX766" y="connsiteY766"/>
                  </a:cxn>
                  <a:cxn ang="0">
                    <a:pos x="connsiteX767" y="connsiteY767"/>
                  </a:cxn>
                  <a:cxn ang="0">
                    <a:pos x="connsiteX768" y="connsiteY768"/>
                  </a:cxn>
                  <a:cxn ang="0">
                    <a:pos x="connsiteX769" y="connsiteY769"/>
                  </a:cxn>
                  <a:cxn ang="0">
                    <a:pos x="connsiteX770" y="connsiteY770"/>
                  </a:cxn>
                  <a:cxn ang="0">
                    <a:pos x="connsiteX771" y="connsiteY771"/>
                  </a:cxn>
                  <a:cxn ang="0">
                    <a:pos x="connsiteX772" y="connsiteY772"/>
                  </a:cxn>
                  <a:cxn ang="0">
                    <a:pos x="connsiteX773" y="connsiteY773"/>
                  </a:cxn>
                  <a:cxn ang="0">
                    <a:pos x="connsiteX774" y="connsiteY774"/>
                  </a:cxn>
                  <a:cxn ang="0">
                    <a:pos x="connsiteX775" y="connsiteY775"/>
                  </a:cxn>
                  <a:cxn ang="0">
                    <a:pos x="connsiteX776" y="connsiteY776"/>
                  </a:cxn>
                  <a:cxn ang="0">
                    <a:pos x="connsiteX777" y="connsiteY777"/>
                  </a:cxn>
                  <a:cxn ang="0">
                    <a:pos x="connsiteX778" y="connsiteY778"/>
                  </a:cxn>
                  <a:cxn ang="0">
                    <a:pos x="connsiteX779" y="connsiteY779"/>
                  </a:cxn>
                  <a:cxn ang="0">
                    <a:pos x="connsiteX780" y="connsiteY780"/>
                  </a:cxn>
                  <a:cxn ang="0">
                    <a:pos x="connsiteX781" y="connsiteY781"/>
                  </a:cxn>
                  <a:cxn ang="0">
                    <a:pos x="connsiteX782" y="connsiteY782"/>
                  </a:cxn>
                  <a:cxn ang="0">
                    <a:pos x="connsiteX783" y="connsiteY783"/>
                  </a:cxn>
                  <a:cxn ang="0">
                    <a:pos x="connsiteX784" y="connsiteY784"/>
                  </a:cxn>
                  <a:cxn ang="0">
                    <a:pos x="connsiteX785" y="connsiteY785"/>
                  </a:cxn>
                  <a:cxn ang="0">
                    <a:pos x="connsiteX786" y="connsiteY786"/>
                  </a:cxn>
                  <a:cxn ang="0">
                    <a:pos x="connsiteX787" y="connsiteY787"/>
                  </a:cxn>
                  <a:cxn ang="0">
                    <a:pos x="connsiteX788" y="connsiteY788"/>
                  </a:cxn>
                  <a:cxn ang="0">
                    <a:pos x="connsiteX789" y="connsiteY789"/>
                  </a:cxn>
                  <a:cxn ang="0">
                    <a:pos x="connsiteX790" y="connsiteY790"/>
                  </a:cxn>
                  <a:cxn ang="0">
                    <a:pos x="connsiteX791" y="connsiteY791"/>
                  </a:cxn>
                  <a:cxn ang="0">
                    <a:pos x="connsiteX792" y="connsiteY792"/>
                  </a:cxn>
                  <a:cxn ang="0">
                    <a:pos x="connsiteX793" y="connsiteY793"/>
                  </a:cxn>
                  <a:cxn ang="0">
                    <a:pos x="connsiteX794" y="connsiteY794"/>
                  </a:cxn>
                  <a:cxn ang="0">
                    <a:pos x="connsiteX795" y="connsiteY795"/>
                  </a:cxn>
                  <a:cxn ang="0">
                    <a:pos x="connsiteX796" y="connsiteY796"/>
                  </a:cxn>
                  <a:cxn ang="0">
                    <a:pos x="connsiteX797" y="connsiteY797"/>
                  </a:cxn>
                  <a:cxn ang="0">
                    <a:pos x="connsiteX798" y="connsiteY798"/>
                  </a:cxn>
                  <a:cxn ang="0">
                    <a:pos x="connsiteX799" y="connsiteY799"/>
                  </a:cxn>
                  <a:cxn ang="0">
                    <a:pos x="connsiteX800" y="connsiteY800"/>
                  </a:cxn>
                  <a:cxn ang="0">
                    <a:pos x="connsiteX801" y="connsiteY801"/>
                  </a:cxn>
                  <a:cxn ang="0">
                    <a:pos x="connsiteX802" y="connsiteY802"/>
                  </a:cxn>
                  <a:cxn ang="0">
                    <a:pos x="connsiteX803" y="connsiteY803"/>
                  </a:cxn>
                  <a:cxn ang="0">
                    <a:pos x="connsiteX804" y="connsiteY804"/>
                  </a:cxn>
                  <a:cxn ang="0">
                    <a:pos x="connsiteX805" y="connsiteY805"/>
                  </a:cxn>
                  <a:cxn ang="0">
                    <a:pos x="connsiteX806" y="connsiteY806"/>
                  </a:cxn>
                  <a:cxn ang="0">
                    <a:pos x="connsiteX807" y="connsiteY807"/>
                  </a:cxn>
                  <a:cxn ang="0">
                    <a:pos x="connsiteX808" y="connsiteY808"/>
                  </a:cxn>
                  <a:cxn ang="0">
                    <a:pos x="connsiteX809" y="connsiteY809"/>
                  </a:cxn>
                  <a:cxn ang="0">
                    <a:pos x="connsiteX810" y="connsiteY810"/>
                  </a:cxn>
                  <a:cxn ang="0">
                    <a:pos x="connsiteX811" y="connsiteY811"/>
                  </a:cxn>
                  <a:cxn ang="0">
                    <a:pos x="connsiteX812" y="connsiteY812"/>
                  </a:cxn>
                  <a:cxn ang="0">
                    <a:pos x="connsiteX813" y="connsiteY813"/>
                  </a:cxn>
                  <a:cxn ang="0">
                    <a:pos x="connsiteX814" y="connsiteY814"/>
                  </a:cxn>
                  <a:cxn ang="0">
                    <a:pos x="connsiteX815" y="connsiteY815"/>
                  </a:cxn>
                  <a:cxn ang="0">
                    <a:pos x="connsiteX816" y="connsiteY816"/>
                  </a:cxn>
                  <a:cxn ang="0">
                    <a:pos x="connsiteX817" y="connsiteY817"/>
                  </a:cxn>
                  <a:cxn ang="0">
                    <a:pos x="connsiteX818" y="connsiteY818"/>
                  </a:cxn>
                  <a:cxn ang="0">
                    <a:pos x="connsiteX819" y="connsiteY819"/>
                  </a:cxn>
                  <a:cxn ang="0">
                    <a:pos x="connsiteX820" y="connsiteY820"/>
                  </a:cxn>
                  <a:cxn ang="0">
                    <a:pos x="connsiteX821" y="connsiteY821"/>
                  </a:cxn>
                  <a:cxn ang="0">
                    <a:pos x="connsiteX822" y="connsiteY822"/>
                  </a:cxn>
                  <a:cxn ang="0">
                    <a:pos x="connsiteX823" y="connsiteY823"/>
                  </a:cxn>
                  <a:cxn ang="0">
                    <a:pos x="connsiteX824" y="connsiteY824"/>
                  </a:cxn>
                  <a:cxn ang="0">
                    <a:pos x="connsiteX825" y="connsiteY825"/>
                  </a:cxn>
                  <a:cxn ang="0">
                    <a:pos x="connsiteX826" y="connsiteY826"/>
                  </a:cxn>
                  <a:cxn ang="0">
                    <a:pos x="connsiteX827" y="connsiteY827"/>
                  </a:cxn>
                  <a:cxn ang="0">
                    <a:pos x="connsiteX828" y="connsiteY828"/>
                  </a:cxn>
                  <a:cxn ang="0">
                    <a:pos x="connsiteX829" y="connsiteY829"/>
                  </a:cxn>
                  <a:cxn ang="0">
                    <a:pos x="connsiteX830" y="connsiteY830"/>
                  </a:cxn>
                  <a:cxn ang="0">
                    <a:pos x="connsiteX831" y="connsiteY831"/>
                  </a:cxn>
                  <a:cxn ang="0">
                    <a:pos x="connsiteX832" y="connsiteY832"/>
                  </a:cxn>
                  <a:cxn ang="0">
                    <a:pos x="connsiteX833" y="connsiteY833"/>
                  </a:cxn>
                  <a:cxn ang="0">
                    <a:pos x="connsiteX834" y="connsiteY834"/>
                  </a:cxn>
                  <a:cxn ang="0">
                    <a:pos x="connsiteX835" y="connsiteY835"/>
                  </a:cxn>
                  <a:cxn ang="0">
                    <a:pos x="connsiteX836" y="connsiteY836"/>
                  </a:cxn>
                  <a:cxn ang="0">
                    <a:pos x="connsiteX837" y="connsiteY837"/>
                  </a:cxn>
                  <a:cxn ang="0">
                    <a:pos x="connsiteX838" y="connsiteY838"/>
                  </a:cxn>
                  <a:cxn ang="0">
                    <a:pos x="connsiteX839" y="connsiteY839"/>
                  </a:cxn>
                  <a:cxn ang="0">
                    <a:pos x="connsiteX840" y="connsiteY840"/>
                  </a:cxn>
                  <a:cxn ang="0">
                    <a:pos x="connsiteX841" y="connsiteY841"/>
                  </a:cxn>
                  <a:cxn ang="0">
                    <a:pos x="connsiteX842" y="connsiteY842"/>
                  </a:cxn>
                  <a:cxn ang="0">
                    <a:pos x="connsiteX843" y="connsiteY843"/>
                  </a:cxn>
                  <a:cxn ang="0">
                    <a:pos x="connsiteX844" y="connsiteY844"/>
                  </a:cxn>
                  <a:cxn ang="0">
                    <a:pos x="connsiteX845" y="connsiteY845"/>
                  </a:cxn>
                  <a:cxn ang="0">
                    <a:pos x="connsiteX846" y="connsiteY846"/>
                  </a:cxn>
                  <a:cxn ang="0">
                    <a:pos x="connsiteX847" y="connsiteY847"/>
                  </a:cxn>
                  <a:cxn ang="0">
                    <a:pos x="connsiteX848" y="connsiteY848"/>
                  </a:cxn>
                  <a:cxn ang="0">
                    <a:pos x="connsiteX849" y="connsiteY849"/>
                  </a:cxn>
                  <a:cxn ang="0">
                    <a:pos x="connsiteX850" y="connsiteY850"/>
                  </a:cxn>
                  <a:cxn ang="0">
                    <a:pos x="connsiteX851" y="connsiteY851"/>
                  </a:cxn>
                  <a:cxn ang="0">
                    <a:pos x="connsiteX852" y="connsiteY852"/>
                  </a:cxn>
                  <a:cxn ang="0">
                    <a:pos x="connsiteX853" y="connsiteY853"/>
                  </a:cxn>
                  <a:cxn ang="0">
                    <a:pos x="connsiteX854" y="connsiteY854"/>
                  </a:cxn>
                  <a:cxn ang="0">
                    <a:pos x="connsiteX855" y="connsiteY855"/>
                  </a:cxn>
                  <a:cxn ang="0">
                    <a:pos x="connsiteX856" y="connsiteY856"/>
                  </a:cxn>
                  <a:cxn ang="0">
                    <a:pos x="connsiteX857" y="connsiteY857"/>
                  </a:cxn>
                  <a:cxn ang="0">
                    <a:pos x="connsiteX858" y="connsiteY858"/>
                  </a:cxn>
                  <a:cxn ang="0">
                    <a:pos x="connsiteX859" y="connsiteY859"/>
                  </a:cxn>
                  <a:cxn ang="0">
                    <a:pos x="connsiteX860" y="connsiteY860"/>
                  </a:cxn>
                  <a:cxn ang="0">
                    <a:pos x="connsiteX861" y="connsiteY861"/>
                  </a:cxn>
                  <a:cxn ang="0">
                    <a:pos x="connsiteX862" y="connsiteY862"/>
                  </a:cxn>
                  <a:cxn ang="0">
                    <a:pos x="connsiteX863" y="connsiteY863"/>
                  </a:cxn>
                  <a:cxn ang="0">
                    <a:pos x="connsiteX864" y="connsiteY864"/>
                  </a:cxn>
                  <a:cxn ang="0">
                    <a:pos x="connsiteX865" y="connsiteY865"/>
                  </a:cxn>
                  <a:cxn ang="0">
                    <a:pos x="connsiteX866" y="connsiteY866"/>
                  </a:cxn>
                  <a:cxn ang="0">
                    <a:pos x="connsiteX867" y="connsiteY867"/>
                  </a:cxn>
                  <a:cxn ang="0">
                    <a:pos x="connsiteX868" y="connsiteY868"/>
                  </a:cxn>
                  <a:cxn ang="0">
                    <a:pos x="connsiteX869" y="connsiteY869"/>
                  </a:cxn>
                  <a:cxn ang="0">
                    <a:pos x="connsiteX870" y="connsiteY870"/>
                  </a:cxn>
                  <a:cxn ang="0">
                    <a:pos x="connsiteX871" y="connsiteY871"/>
                  </a:cxn>
                  <a:cxn ang="0">
                    <a:pos x="connsiteX872" y="connsiteY872"/>
                  </a:cxn>
                  <a:cxn ang="0">
                    <a:pos x="connsiteX873" y="connsiteY873"/>
                  </a:cxn>
                  <a:cxn ang="0">
                    <a:pos x="connsiteX874" y="connsiteY874"/>
                  </a:cxn>
                  <a:cxn ang="0">
                    <a:pos x="connsiteX875" y="connsiteY875"/>
                  </a:cxn>
                  <a:cxn ang="0">
                    <a:pos x="connsiteX876" y="connsiteY876"/>
                  </a:cxn>
                  <a:cxn ang="0">
                    <a:pos x="connsiteX877" y="connsiteY877"/>
                  </a:cxn>
                  <a:cxn ang="0">
                    <a:pos x="connsiteX878" y="connsiteY878"/>
                  </a:cxn>
                  <a:cxn ang="0">
                    <a:pos x="connsiteX879" y="connsiteY879"/>
                  </a:cxn>
                  <a:cxn ang="0">
                    <a:pos x="connsiteX880" y="connsiteY880"/>
                  </a:cxn>
                  <a:cxn ang="0">
                    <a:pos x="connsiteX881" y="connsiteY881"/>
                  </a:cxn>
                  <a:cxn ang="0">
                    <a:pos x="connsiteX882" y="connsiteY882"/>
                  </a:cxn>
                  <a:cxn ang="0">
                    <a:pos x="connsiteX883" y="connsiteY883"/>
                  </a:cxn>
                  <a:cxn ang="0">
                    <a:pos x="connsiteX884" y="connsiteY884"/>
                  </a:cxn>
                  <a:cxn ang="0">
                    <a:pos x="connsiteX885" y="connsiteY885"/>
                  </a:cxn>
                  <a:cxn ang="0">
                    <a:pos x="connsiteX886" y="connsiteY886"/>
                  </a:cxn>
                  <a:cxn ang="0">
                    <a:pos x="connsiteX887" y="connsiteY887"/>
                  </a:cxn>
                  <a:cxn ang="0">
                    <a:pos x="connsiteX888" y="connsiteY888"/>
                  </a:cxn>
                  <a:cxn ang="0">
                    <a:pos x="connsiteX889" y="connsiteY889"/>
                  </a:cxn>
                  <a:cxn ang="0">
                    <a:pos x="connsiteX890" y="connsiteY890"/>
                  </a:cxn>
                  <a:cxn ang="0">
                    <a:pos x="connsiteX891" y="connsiteY891"/>
                  </a:cxn>
                  <a:cxn ang="0">
                    <a:pos x="connsiteX892" y="connsiteY892"/>
                  </a:cxn>
                  <a:cxn ang="0">
                    <a:pos x="connsiteX893" y="connsiteY893"/>
                  </a:cxn>
                  <a:cxn ang="0">
                    <a:pos x="connsiteX894" y="connsiteY894"/>
                  </a:cxn>
                  <a:cxn ang="0">
                    <a:pos x="connsiteX895" y="connsiteY895"/>
                  </a:cxn>
                  <a:cxn ang="0">
                    <a:pos x="connsiteX896" y="connsiteY896"/>
                  </a:cxn>
                  <a:cxn ang="0">
                    <a:pos x="connsiteX897" y="connsiteY897"/>
                  </a:cxn>
                  <a:cxn ang="0">
                    <a:pos x="connsiteX898" y="connsiteY898"/>
                  </a:cxn>
                  <a:cxn ang="0">
                    <a:pos x="connsiteX899" y="connsiteY899"/>
                  </a:cxn>
                  <a:cxn ang="0">
                    <a:pos x="connsiteX900" y="connsiteY900"/>
                  </a:cxn>
                  <a:cxn ang="0">
                    <a:pos x="connsiteX901" y="connsiteY901"/>
                  </a:cxn>
                  <a:cxn ang="0">
                    <a:pos x="connsiteX902" y="connsiteY902"/>
                  </a:cxn>
                  <a:cxn ang="0">
                    <a:pos x="connsiteX903" y="connsiteY903"/>
                  </a:cxn>
                  <a:cxn ang="0">
                    <a:pos x="connsiteX904" y="connsiteY904"/>
                  </a:cxn>
                  <a:cxn ang="0">
                    <a:pos x="connsiteX905" y="connsiteY905"/>
                  </a:cxn>
                  <a:cxn ang="0">
                    <a:pos x="connsiteX906" y="connsiteY906"/>
                  </a:cxn>
                  <a:cxn ang="0">
                    <a:pos x="connsiteX907" y="connsiteY907"/>
                  </a:cxn>
                  <a:cxn ang="0">
                    <a:pos x="connsiteX908" y="connsiteY908"/>
                  </a:cxn>
                  <a:cxn ang="0">
                    <a:pos x="connsiteX909" y="connsiteY909"/>
                  </a:cxn>
                  <a:cxn ang="0">
                    <a:pos x="connsiteX910" y="connsiteY910"/>
                  </a:cxn>
                  <a:cxn ang="0">
                    <a:pos x="connsiteX911" y="connsiteY911"/>
                  </a:cxn>
                  <a:cxn ang="0">
                    <a:pos x="connsiteX912" y="connsiteY912"/>
                  </a:cxn>
                  <a:cxn ang="0">
                    <a:pos x="connsiteX913" y="connsiteY913"/>
                  </a:cxn>
                  <a:cxn ang="0">
                    <a:pos x="connsiteX914" y="connsiteY914"/>
                  </a:cxn>
                  <a:cxn ang="0">
                    <a:pos x="connsiteX915" y="connsiteY915"/>
                  </a:cxn>
                  <a:cxn ang="0">
                    <a:pos x="connsiteX916" y="connsiteY916"/>
                  </a:cxn>
                  <a:cxn ang="0">
                    <a:pos x="connsiteX917" y="connsiteY917"/>
                  </a:cxn>
                  <a:cxn ang="0">
                    <a:pos x="connsiteX918" y="connsiteY918"/>
                  </a:cxn>
                  <a:cxn ang="0">
                    <a:pos x="connsiteX919" y="connsiteY919"/>
                  </a:cxn>
                  <a:cxn ang="0">
                    <a:pos x="connsiteX920" y="connsiteY920"/>
                  </a:cxn>
                  <a:cxn ang="0">
                    <a:pos x="connsiteX921" y="connsiteY921"/>
                  </a:cxn>
                  <a:cxn ang="0">
                    <a:pos x="connsiteX922" y="connsiteY922"/>
                  </a:cxn>
                  <a:cxn ang="0">
                    <a:pos x="connsiteX923" y="connsiteY923"/>
                  </a:cxn>
                  <a:cxn ang="0">
                    <a:pos x="connsiteX924" y="connsiteY924"/>
                  </a:cxn>
                  <a:cxn ang="0">
                    <a:pos x="connsiteX925" y="connsiteY925"/>
                  </a:cxn>
                  <a:cxn ang="0">
                    <a:pos x="connsiteX926" y="connsiteY926"/>
                  </a:cxn>
                  <a:cxn ang="0">
                    <a:pos x="connsiteX927" y="connsiteY927"/>
                  </a:cxn>
                  <a:cxn ang="0">
                    <a:pos x="connsiteX928" y="connsiteY928"/>
                  </a:cxn>
                  <a:cxn ang="0">
                    <a:pos x="connsiteX929" y="connsiteY929"/>
                  </a:cxn>
                  <a:cxn ang="0">
                    <a:pos x="connsiteX930" y="connsiteY930"/>
                  </a:cxn>
                  <a:cxn ang="0">
                    <a:pos x="connsiteX931" y="connsiteY931"/>
                  </a:cxn>
                  <a:cxn ang="0">
                    <a:pos x="connsiteX932" y="connsiteY932"/>
                  </a:cxn>
                  <a:cxn ang="0">
                    <a:pos x="connsiteX933" y="connsiteY933"/>
                  </a:cxn>
                  <a:cxn ang="0">
                    <a:pos x="connsiteX934" y="connsiteY934"/>
                  </a:cxn>
                  <a:cxn ang="0">
                    <a:pos x="connsiteX935" y="connsiteY935"/>
                  </a:cxn>
                  <a:cxn ang="0">
                    <a:pos x="connsiteX936" y="connsiteY936"/>
                  </a:cxn>
                  <a:cxn ang="0">
                    <a:pos x="connsiteX937" y="connsiteY937"/>
                  </a:cxn>
                  <a:cxn ang="0">
                    <a:pos x="connsiteX938" y="connsiteY938"/>
                  </a:cxn>
                  <a:cxn ang="0">
                    <a:pos x="connsiteX939" y="connsiteY939"/>
                  </a:cxn>
                  <a:cxn ang="0">
                    <a:pos x="connsiteX940" y="connsiteY940"/>
                  </a:cxn>
                  <a:cxn ang="0">
                    <a:pos x="connsiteX941" y="connsiteY941"/>
                  </a:cxn>
                  <a:cxn ang="0">
                    <a:pos x="connsiteX942" y="connsiteY942"/>
                  </a:cxn>
                  <a:cxn ang="0">
                    <a:pos x="connsiteX943" y="connsiteY943"/>
                  </a:cxn>
                  <a:cxn ang="0">
                    <a:pos x="connsiteX944" y="connsiteY944"/>
                  </a:cxn>
                  <a:cxn ang="0">
                    <a:pos x="connsiteX945" y="connsiteY945"/>
                  </a:cxn>
                  <a:cxn ang="0">
                    <a:pos x="connsiteX946" y="connsiteY946"/>
                  </a:cxn>
                  <a:cxn ang="0">
                    <a:pos x="connsiteX947" y="connsiteY947"/>
                  </a:cxn>
                  <a:cxn ang="0">
                    <a:pos x="connsiteX948" y="connsiteY948"/>
                  </a:cxn>
                  <a:cxn ang="0">
                    <a:pos x="connsiteX949" y="connsiteY949"/>
                  </a:cxn>
                  <a:cxn ang="0">
                    <a:pos x="connsiteX950" y="connsiteY950"/>
                  </a:cxn>
                  <a:cxn ang="0">
                    <a:pos x="connsiteX951" y="connsiteY951"/>
                  </a:cxn>
                  <a:cxn ang="0">
                    <a:pos x="connsiteX952" y="connsiteY952"/>
                  </a:cxn>
                  <a:cxn ang="0">
                    <a:pos x="connsiteX953" y="connsiteY953"/>
                  </a:cxn>
                  <a:cxn ang="0">
                    <a:pos x="connsiteX954" y="connsiteY954"/>
                  </a:cxn>
                  <a:cxn ang="0">
                    <a:pos x="connsiteX955" y="connsiteY955"/>
                  </a:cxn>
                  <a:cxn ang="0">
                    <a:pos x="connsiteX956" y="connsiteY956"/>
                  </a:cxn>
                  <a:cxn ang="0">
                    <a:pos x="connsiteX957" y="connsiteY957"/>
                  </a:cxn>
                  <a:cxn ang="0">
                    <a:pos x="connsiteX958" y="connsiteY958"/>
                  </a:cxn>
                  <a:cxn ang="0">
                    <a:pos x="connsiteX959" y="connsiteY959"/>
                  </a:cxn>
                  <a:cxn ang="0">
                    <a:pos x="connsiteX960" y="connsiteY960"/>
                  </a:cxn>
                  <a:cxn ang="0">
                    <a:pos x="connsiteX961" y="connsiteY961"/>
                  </a:cxn>
                  <a:cxn ang="0">
                    <a:pos x="connsiteX962" y="connsiteY962"/>
                  </a:cxn>
                  <a:cxn ang="0">
                    <a:pos x="connsiteX963" y="connsiteY963"/>
                  </a:cxn>
                  <a:cxn ang="0">
                    <a:pos x="connsiteX964" y="connsiteY964"/>
                  </a:cxn>
                  <a:cxn ang="0">
                    <a:pos x="connsiteX965" y="connsiteY965"/>
                  </a:cxn>
                  <a:cxn ang="0">
                    <a:pos x="connsiteX966" y="connsiteY966"/>
                  </a:cxn>
                  <a:cxn ang="0">
                    <a:pos x="connsiteX967" y="connsiteY967"/>
                  </a:cxn>
                  <a:cxn ang="0">
                    <a:pos x="connsiteX968" y="connsiteY968"/>
                  </a:cxn>
                  <a:cxn ang="0">
                    <a:pos x="connsiteX969" y="connsiteY969"/>
                  </a:cxn>
                  <a:cxn ang="0">
                    <a:pos x="connsiteX970" y="connsiteY970"/>
                  </a:cxn>
                  <a:cxn ang="0">
                    <a:pos x="connsiteX971" y="connsiteY971"/>
                  </a:cxn>
                  <a:cxn ang="0">
                    <a:pos x="connsiteX972" y="connsiteY972"/>
                  </a:cxn>
                  <a:cxn ang="0">
                    <a:pos x="connsiteX973" y="connsiteY973"/>
                  </a:cxn>
                  <a:cxn ang="0">
                    <a:pos x="connsiteX974" y="connsiteY974"/>
                  </a:cxn>
                  <a:cxn ang="0">
                    <a:pos x="connsiteX975" y="connsiteY975"/>
                  </a:cxn>
                  <a:cxn ang="0">
                    <a:pos x="connsiteX976" y="connsiteY976"/>
                  </a:cxn>
                  <a:cxn ang="0">
                    <a:pos x="connsiteX977" y="connsiteY977"/>
                  </a:cxn>
                  <a:cxn ang="0">
                    <a:pos x="connsiteX978" y="connsiteY978"/>
                  </a:cxn>
                  <a:cxn ang="0">
                    <a:pos x="connsiteX979" y="connsiteY979"/>
                  </a:cxn>
                  <a:cxn ang="0">
                    <a:pos x="connsiteX980" y="connsiteY980"/>
                  </a:cxn>
                  <a:cxn ang="0">
                    <a:pos x="connsiteX981" y="connsiteY981"/>
                  </a:cxn>
                  <a:cxn ang="0">
                    <a:pos x="connsiteX982" y="connsiteY982"/>
                  </a:cxn>
                  <a:cxn ang="0">
                    <a:pos x="connsiteX983" y="connsiteY983"/>
                  </a:cxn>
                  <a:cxn ang="0">
                    <a:pos x="connsiteX984" y="connsiteY984"/>
                  </a:cxn>
                  <a:cxn ang="0">
                    <a:pos x="connsiteX985" y="connsiteY985"/>
                  </a:cxn>
                  <a:cxn ang="0">
                    <a:pos x="connsiteX986" y="connsiteY986"/>
                  </a:cxn>
                  <a:cxn ang="0">
                    <a:pos x="connsiteX987" y="connsiteY987"/>
                  </a:cxn>
                  <a:cxn ang="0">
                    <a:pos x="connsiteX988" y="connsiteY988"/>
                  </a:cxn>
                  <a:cxn ang="0">
                    <a:pos x="connsiteX989" y="connsiteY989"/>
                  </a:cxn>
                  <a:cxn ang="0">
                    <a:pos x="connsiteX990" y="connsiteY990"/>
                  </a:cxn>
                  <a:cxn ang="0">
                    <a:pos x="connsiteX991" y="connsiteY991"/>
                  </a:cxn>
                  <a:cxn ang="0">
                    <a:pos x="connsiteX992" y="connsiteY992"/>
                  </a:cxn>
                  <a:cxn ang="0">
                    <a:pos x="connsiteX993" y="connsiteY993"/>
                  </a:cxn>
                  <a:cxn ang="0">
                    <a:pos x="connsiteX994" y="connsiteY994"/>
                  </a:cxn>
                  <a:cxn ang="0">
                    <a:pos x="connsiteX995" y="connsiteY995"/>
                  </a:cxn>
                  <a:cxn ang="0">
                    <a:pos x="connsiteX996" y="connsiteY996"/>
                  </a:cxn>
                  <a:cxn ang="0">
                    <a:pos x="connsiteX997" y="connsiteY997"/>
                  </a:cxn>
                  <a:cxn ang="0">
                    <a:pos x="connsiteX998" y="connsiteY998"/>
                  </a:cxn>
                  <a:cxn ang="0">
                    <a:pos x="connsiteX999" y="connsiteY999"/>
                  </a:cxn>
                  <a:cxn ang="0">
                    <a:pos x="connsiteX1000" y="connsiteY1000"/>
                  </a:cxn>
                  <a:cxn ang="0">
                    <a:pos x="connsiteX1001" y="connsiteY1001"/>
                  </a:cxn>
                  <a:cxn ang="0">
                    <a:pos x="connsiteX1002" y="connsiteY1002"/>
                  </a:cxn>
                  <a:cxn ang="0">
                    <a:pos x="connsiteX1003" y="connsiteY1003"/>
                  </a:cxn>
                  <a:cxn ang="0">
                    <a:pos x="connsiteX1004" y="connsiteY1004"/>
                  </a:cxn>
                  <a:cxn ang="0">
                    <a:pos x="connsiteX1005" y="connsiteY1005"/>
                  </a:cxn>
                  <a:cxn ang="0">
                    <a:pos x="connsiteX1006" y="connsiteY1006"/>
                  </a:cxn>
                  <a:cxn ang="0">
                    <a:pos x="connsiteX1007" y="connsiteY1007"/>
                  </a:cxn>
                  <a:cxn ang="0">
                    <a:pos x="connsiteX1008" y="connsiteY1008"/>
                  </a:cxn>
                  <a:cxn ang="0">
                    <a:pos x="connsiteX1009" y="connsiteY1009"/>
                  </a:cxn>
                  <a:cxn ang="0">
                    <a:pos x="connsiteX1010" y="connsiteY1010"/>
                  </a:cxn>
                  <a:cxn ang="0">
                    <a:pos x="connsiteX1011" y="connsiteY1011"/>
                  </a:cxn>
                  <a:cxn ang="0">
                    <a:pos x="connsiteX1012" y="connsiteY1012"/>
                  </a:cxn>
                  <a:cxn ang="0">
                    <a:pos x="connsiteX1013" y="connsiteY1013"/>
                  </a:cxn>
                  <a:cxn ang="0">
                    <a:pos x="connsiteX1014" y="connsiteY1014"/>
                  </a:cxn>
                  <a:cxn ang="0">
                    <a:pos x="connsiteX1015" y="connsiteY1015"/>
                  </a:cxn>
                  <a:cxn ang="0">
                    <a:pos x="connsiteX1016" y="connsiteY1016"/>
                  </a:cxn>
                  <a:cxn ang="0">
                    <a:pos x="connsiteX1017" y="connsiteY1017"/>
                  </a:cxn>
                  <a:cxn ang="0">
                    <a:pos x="connsiteX1018" y="connsiteY1018"/>
                  </a:cxn>
                  <a:cxn ang="0">
                    <a:pos x="connsiteX1019" y="connsiteY1019"/>
                  </a:cxn>
                  <a:cxn ang="0">
                    <a:pos x="connsiteX1020" y="connsiteY1020"/>
                  </a:cxn>
                  <a:cxn ang="0">
                    <a:pos x="connsiteX1021" y="connsiteY1021"/>
                  </a:cxn>
                  <a:cxn ang="0">
                    <a:pos x="connsiteX1022" y="connsiteY1022"/>
                  </a:cxn>
                  <a:cxn ang="0">
                    <a:pos x="connsiteX1023" y="connsiteY1023"/>
                  </a:cxn>
                  <a:cxn ang="0">
                    <a:pos x="connsiteX1024" y="connsiteY1024"/>
                  </a:cxn>
                  <a:cxn ang="0">
                    <a:pos x="connsiteX1025" y="connsiteY1025"/>
                  </a:cxn>
                  <a:cxn ang="0">
                    <a:pos x="connsiteX1026" y="connsiteY1026"/>
                  </a:cxn>
                  <a:cxn ang="0">
                    <a:pos x="connsiteX1027" y="connsiteY1027"/>
                  </a:cxn>
                  <a:cxn ang="0">
                    <a:pos x="connsiteX1028" y="connsiteY1028"/>
                  </a:cxn>
                  <a:cxn ang="0">
                    <a:pos x="connsiteX1029" y="connsiteY1029"/>
                  </a:cxn>
                  <a:cxn ang="0">
                    <a:pos x="connsiteX1030" y="connsiteY1030"/>
                  </a:cxn>
                  <a:cxn ang="0">
                    <a:pos x="connsiteX1031" y="connsiteY1031"/>
                  </a:cxn>
                  <a:cxn ang="0">
                    <a:pos x="connsiteX1032" y="connsiteY1032"/>
                  </a:cxn>
                  <a:cxn ang="0">
                    <a:pos x="connsiteX1033" y="connsiteY1033"/>
                  </a:cxn>
                  <a:cxn ang="0">
                    <a:pos x="connsiteX1034" y="connsiteY1034"/>
                  </a:cxn>
                  <a:cxn ang="0">
                    <a:pos x="connsiteX1035" y="connsiteY1035"/>
                  </a:cxn>
                  <a:cxn ang="0">
                    <a:pos x="connsiteX1036" y="connsiteY1036"/>
                  </a:cxn>
                  <a:cxn ang="0">
                    <a:pos x="connsiteX1037" y="connsiteY1037"/>
                  </a:cxn>
                  <a:cxn ang="0">
                    <a:pos x="connsiteX1038" y="connsiteY1038"/>
                  </a:cxn>
                  <a:cxn ang="0">
                    <a:pos x="connsiteX1039" y="connsiteY1039"/>
                  </a:cxn>
                  <a:cxn ang="0">
                    <a:pos x="connsiteX1040" y="connsiteY1040"/>
                  </a:cxn>
                  <a:cxn ang="0">
                    <a:pos x="connsiteX1041" y="connsiteY1041"/>
                  </a:cxn>
                  <a:cxn ang="0">
                    <a:pos x="connsiteX1042" y="connsiteY1042"/>
                  </a:cxn>
                  <a:cxn ang="0">
                    <a:pos x="connsiteX1043" y="connsiteY1043"/>
                  </a:cxn>
                  <a:cxn ang="0">
                    <a:pos x="connsiteX1044" y="connsiteY1044"/>
                  </a:cxn>
                  <a:cxn ang="0">
                    <a:pos x="connsiteX1045" y="connsiteY1045"/>
                  </a:cxn>
                  <a:cxn ang="0">
                    <a:pos x="connsiteX1046" y="connsiteY1046"/>
                  </a:cxn>
                  <a:cxn ang="0">
                    <a:pos x="connsiteX1047" y="connsiteY1047"/>
                  </a:cxn>
                  <a:cxn ang="0">
                    <a:pos x="connsiteX1048" y="connsiteY1048"/>
                  </a:cxn>
                  <a:cxn ang="0">
                    <a:pos x="connsiteX1049" y="connsiteY1049"/>
                  </a:cxn>
                  <a:cxn ang="0">
                    <a:pos x="connsiteX1050" y="connsiteY1050"/>
                  </a:cxn>
                  <a:cxn ang="0">
                    <a:pos x="connsiteX1051" y="connsiteY1051"/>
                  </a:cxn>
                  <a:cxn ang="0">
                    <a:pos x="connsiteX1052" y="connsiteY1052"/>
                  </a:cxn>
                  <a:cxn ang="0">
                    <a:pos x="connsiteX1053" y="connsiteY1053"/>
                  </a:cxn>
                  <a:cxn ang="0">
                    <a:pos x="connsiteX1054" y="connsiteY1054"/>
                  </a:cxn>
                  <a:cxn ang="0">
                    <a:pos x="connsiteX1055" y="connsiteY1055"/>
                  </a:cxn>
                  <a:cxn ang="0">
                    <a:pos x="connsiteX1056" y="connsiteY1056"/>
                  </a:cxn>
                  <a:cxn ang="0">
                    <a:pos x="connsiteX1057" y="connsiteY1057"/>
                  </a:cxn>
                  <a:cxn ang="0">
                    <a:pos x="connsiteX1058" y="connsiteY1058"/>
                  </a:cxn>
                  <a:cxn ang="0">
                    <a:pos x="connsiteX1059" y="connsiteY1059"/>
                  </a:cxn>
                  <a:cxn ang="0">
                    <a:pos x="connsiteX1060" y="connsiteY1060"/>
                  </a:cxn>
                  <a:cxn ang="0">
                    <a:pos x="connsiteX1061" y="connsiteY1061"/>
                  </a:cxn>
                  <a:cxn ang="0">
                    <a:pos x="connsiteX1062" y="connsiteY1062"/>
                  </a:cxn>
                  <a:cxn ang="0">
                    <a:pos x="connsiteX1063" y="connsiteY1063"/>
                  </a:cxn>
                  <a:cxn ang="0">
                    <a:pos x="connsiteX1064" y="connsiteY1064"/>
                  </a:cxn>
                  <a:cxn ang="0">
                    <a:pos x="connsiteX1065" y="connsiteY1065"/>
                  </a:cxn>
                  <a:cxn ang="0">
                    <a:pos x="connsiteX1066" y="connsiteY1066"/>
                  </a:cxn>
                  <a:cxn ang="0">
                    <a:pos x="connsiteX1067" y="connsiteY1067"/>
                  </a:cxn>
                  <a:cxn ang="0">
                    <a:pos x="connsiteX1068" y="connsiteY1068"/>
                  </a:cxn>
                  <a:cxn ang="0">
                    <a:pos x="connsiteX1069" y="connsiteY1069"/>
                  </a:cxn>
                  <a:cxn ang="0">
                    <a:pos x="connsiteX1070" y="connsiteY1070"/>
                  </a:cxn>
                  <a:cxn ang="0">
                    <a:pos x="connsiteX1071" y="connsiteY1071"/>
                  </a:cxn>
                  <a:cxn ang="0">
                    <a:pos x="connsiteX1072" y="connsiteY1072"/>
                  </a:cxn>
                  <a:cxn ang="0">
                    <a:pos x="connsiteX1073" y="connsiteY1073"/>
                  </a:cxn>
                  <a:cxn ang="0">
                    <a:pos x="connsiteX1074" y="connsiteY1074"/>
                  </a:cxn>
                  <a:cxn ang="0">
                    <a:pos x="connsiteX1075" y="connsiteY1075"/>
                  </a:cxn>
                  <a:cxn ang="0">
                    <a:pos x="connsiteX1076" y="connsiteY1076"/>
                  </a:cxn>
                  <a:cxn ang="0">
                    <a:pos x="connsiteX1077" y="connsiteY1077"/>
                  </a:cxn>
                  <a:cxn ang="0">
                    <a:pos x="connsiteX1078" y="connsiteY1078"/>
                  </a:cxn>
                  <a:cxn ang="0">
                    <a:pos x="connsiteX1079" y="connsiteY1079"/>
                  </a:cxn>
                  <a:cxn ang="0">
                    <a:pos x="connsiteX1080" y="connsiteY1080"/>
                  </a:cxn>
                  <a:cxn ang="0">
                    <a:pos x="connsiteX1081" y="connsiteY1081"/>
                  </a:cxn>
                  <a:cxn ang="0">
                    <a:pos x="connsiteX1082" y="connsiteY1082"/>
                  </a:cxn>
                  <a:cxn ang="0">
                    <a:pos x="connsiteX1083" y="connsiteY1083"/>
                  </a:cxn>
                  <a:cxn ang="0">
                    <a:pos x="connsiteX1084" y="connsiteY1084"/>
                  </a:cxn>
                  <a:cxn ang="0">
                    <a:pos x="connsiteX1085" y="connsiteY1085"/>
                  </a:cxn>
                  <a:cxn ang="0">
                    <a:pos x="connsiteX1086" y="connsiteY1086"/>
                  </a:cxn>
                  <a:cxn ang="0">
                    <a:pos x="connsiteX1087" y="connsiteY1087"/>
                  </a:cxn>
                  <a:cxn ang="0">
                    <a:pos x="connsiteX1088" y="connsiteY1088"/>
                  </a:cxn>
                  <a:cxn ang="0">
                    <a:pos x="connsiteX1089" y="connsiteY1089"/>
                  </a:cxn>
                  <a:cxn ang="0">
                    <a:pos x="connsiteX1090" y="connsiteY1090"/>
                  </a:cxn>
                  <a:cxn ang="0">
                    <a:pos x="connsiteX1091" y="connsiteY1091"/>
                  </a:cxn>
                  <a:cxn ang="0">
                    <a:pos x="connsiteX1092" y="connsiteY1092"/>
                  </a:cxn>
                  <a:cxn ang="0">
                    <a:pos x="connsiteX1093" y="connsiteY1093"/>
                  </a:cxn>
                  <a:cxn ang="0">
                    <a:pos x="connsiteX1094" y="connsiteY1094"/>
                  </a:cxn>
                  <a:cxn ang="0">
                    <a:pos x="connsiteX1095" y="connsiteY1095"/>
                  </a:cxn>
                  <a:cxn ang="0">
                    <a:pos x="connsiteX1096" y="connsiteY1096"/>
                  </a:cxn>
                  <a:cxn ang="0">
                    <a:pos x="connsiteX1097" y="connsiteY1097"/>
                  </a:cxn>
                  <a:cxn ang="0">
                    <a:pos x="connsiteX1098" y="connsiteY1098"/>
                  </a:cxn>
                  <a:cxn ang="0">
                    <a:pos x="connsiteX1099" y="connsiteY1099"/>
                  </a:cxn>
                  <a:cxn ang="0">
                    <a:pos x="connsiteX1100" y="connsiteY1100"/>
                  </a:cxn>
                  <a:cxn ang="0">
                    <a:pos x="connsiteX1101" y="connsiteY1101"/>
                  </a:cxn>
                  <a:cxn ang="0">
                    <a:pos x="connsiteX1102" y="connsiteY1102"/>
                  </a:cxn>
                  <a:cxn ang="0">
                    <a:pos x="connsiteX1103" y="connsiteY1103"/>
                  </a:cxn>
                  <a:cxn ang="0">
                    <a:pos x="connsiteX1104" y="connsiteY1104"/>
                  </a:cxn>
                  <a:cxn ang="0">
                    <a:pos x="connsiteX1105" y="connsiteY1105"/>
                  </a:cxn>
                  <a:cxn ang="0">
                    <a:pos x="connsiteX1106" y="connsiteY1106"/>
                  </a:cxn>
                  <a:cxn ang="0">
                    <a:pos x="connsiteX1107" y="connsiteY1107"/>
                  </a:cxn>
                  <a:cxn ang="0">
                    <a:pos x="connsiteX1108" y="connsiteY1108"/>
                  </a:cxn>
                  <a:cxn ang="0">
                    <a:pos x="connsiteX1109" y="connsiteY1109"/>
                  </a:cxn>
                  <a:cxn ang="0">
                    <a:pos x="connsiteX1110" y="connsiteY1110"/>
                  </a:cxn>
                  <a:cxn ang="0">
                    <a:pos x="connsiteX1111" y="connsiteY1111"/>
                  </a:cxn>
                  <a:cxn ang="0">
                    <a:pos x="connsiteX1112" y="connsiteY1112"/>
                  </a:cxn>
                  <a:cxn ang="0">
                    <a:pos x="connsiteX1113" y="connsiteY1113"/>
                  </a:cxn>
                  <a:cxn ang="0">
                    <a:pos x="connsiteX1114" y="connsiteY1114"/>
                  </a:cxn>
                  <a:cxn ang="0">
                    <a:pos x="connsiteX1115" y="connsiteY1115"/>
                  </a:cxn>
                  <a:cxn ang="0">
                    <a:pos x="connsiteX1116" y="connsiteY1116"/>
                  </a:cxn>
                  <a:cxn ang="0">
                    <a:pos x="connsiteX1117" y="connsiteY1117"/>
                  </a:cxn>
                  <a:cxn ang="0">
                    <a:pos x="connsiteX1118" y="connsiteY1118"/>
                  </a:cxn>
                  <a:cxn ang="0">
                    <a:pos x="connsiteX1119" y="connsiteY1119"/>
                  </a:cxn>
                  <a:cxn ang="0">
                    <a:pos x="connsiteX1120" y="connsiteY1120"/>
                  </a:cxn>
                  <a:cxn ang="0">
                    <a:pos x="connsiteX1121" y="connsiteY1121"/>
                  </a:cxn>
                  <a:cxn ang="0">
                    <a:pos x="connsiteX1122" y="connsiteY1122"/>
                  </a:cxn>
                  <a:cxn ang="0">
                    <a:pos x="connsiteX1123" y="connsiteY1123"/>
                  </a:cxn>
                  <a:cxn ang="0">
                    <a:pos x="connsiteX1124" y="connsiteY1124"/>
                  </a:cxn>
                  <a:cxn ang="0">
                    <a:pos x="connsiteX1125" y="connsiteY1125"/>
                  </a:cxn>
                  <a:cxn ang="0">
                    <a:pos x="connsiteX1126" y="connsiteY1126"/>
                  </a:cxn>
                  <a:cxn ang="0">
                    <a:pos x="connsiteX1127" y="connsiteY1127"/>
                  </a:cxn>
                  <a:cxn ang="0">
                    <a:pos x="connsiteX1128" y="connsiteY1128"/>
                  </a:cxn>
                  <a:cxn ang="0">
                    <a:pos x="connsiteX1129" y="connsiteY1129"/>
                  </a:cxn>
                  <a:cxn ang="0">
                    <a:pos x="connsiteX1130" y="connsiteY1130"/>
                  </a:cxn>
                  <a:cxn ang="0">
                    <a:pos x="connsiteX1131" y="connsiteY1131"/>
                  </a:cxn>
                  <a:cxn ang="0">
                    <a:pos x="connsiteX1132" y="connsiteY1132"/>
                  </a:cxn>
                  <a:cxn ang="0">
                    <a:pos x="connsiteX1133" y="connsiteY1133"/>
                  </a:cxn>
                  <a:cxn ang="0">
                    <a:pos x="connsiteX1134" y="connsiteY1134"/>
                  </a:cxn>
                  <a:cxn ang="0">
                    <a:pos x="connsiteX1135" y="connsiteY1135"/>
                  </a:cxn>
                  <a:cxn ang="0">
                    <a:pos x="connsiteX1136" y="connsiteY1136"/>
                  </a:cxn>
                  <a:cxn ang="0">
                    <a:pos x="connsiteX1137" y="connsiteY1137"/>
                  </a:cxn>
                  <a:cxn ang="0">
                    <a:pos x="connsiteX1138" y="connsiteY1138"/>
                  </a:cxn>
                  <a:cxn ang="0">
                    <a:pos x="connsiteX1139" y="connsiteY1139"/>
                  </a:cxn>
                  <a:cxn ang="0">
                    <a:pos x="connsiteX1140" y="connsiteY1140"/>
                  </a:cxn>
                  <a:cxn ang="0">
                    <a:pos x="connsiteX1141" y="connsiteY1141"/>
                  </a:cxn>
                  <a:cxn ang="0">
                    <a:pos x="connsiteX1142" y="connsiteY1142"/>
                  </a:cxn>
                  <a:cxn ang="0">
                    <a:pos x="connsiteX1143" y="connsiteY1143"/>
                  </a:cxn>
                  <a:cxn ang="0">
                    <a:pos x="connsiteX1144" y="connsiteY1144"/>
                  </a:cxn>
                  <a:cxn ang="0">
                    <a:pos x="connsiteX1145" y="connsiteY1145"/>
                  </a:cxn>
                  <a:cxn ang="0">
                    <a:pos x="connsiteX1146" y="connsiteY1146"/>
                  </a:cxn>
                  <a:cxn ang="0">
                    <a:pos x="connsiteX1147" y="connsiteY1147"/>
                  </a:cxn>
                  <a:cxn ang="0">
                    <a:pos x="connsiteX1148" y="connsiteY1148"/>
                  </a:cxn>
                  <a:cxn ang="0">
                    <a:pos x="connsiteX1149" y="connsiteY1149"/>
                  </a:cxn>
                  <a:cxn ang="0">
                    <a:pos x="connsiteX1150" y="connsiteY1150"/>
                  </a:cxn>
                  <a:cxn ang="0">
                    <a:pos x="connsiteX1151" y="connsiteY1151"/>
                  </a:cxn>
                  <a:cxn ang="0">
                    <a:pos x="connsiteX1152" y="connsiteY1152"/>
                  </a:cxn>
                  <a:cxn ang="0">
                    <a:pos x="connsiteX1153" y="connsiteY1153"/>
                  </a:cxn>
                  <a:cxn ang="0">
                    <a:pos x="connsiteX1154" y="connsiteY1154"/>
                  </a:cxn>
                  <a:cxn ang="0">
                    <a:pos x="connsiteX1155" y="connsiteY1155"/>
                  </a:cxn>
                  <a:cxn ang="0">
                    <a:pos x="connsiteX1156" y="connsiteY1156"/>
                  </a:cxn>
                  <a:cxn ang="0">
                    <a:pos x="connsiteX1157" y="connsiteY1157"/>
                  </a:cxn>
                  <a:cxn ang="0">
                    <a:pos x="connsiteX1158" y="connsiteY1158"/>
                  </a:cxn>
                  <a:cxn ang="0">
                    <a:pos x="connsiteX1159" y="connsiteY1159"/>
                  </a:cxn>
                  <a:cxn ang="0">
                    <a:pos x="connsiteX1160" y="connsiteY1160"/>
                  </a:cxn>
                  <a:cxn ang="0">
                    <a:pos x="connsiteX1161" y="connsiteY1161"/>
                  </a:cxn>
                  <a:cxn ang="0">
                    <a:pos x="connsiteX1162" y="connsiteY1162"/>
                  </a:cxn>
                  <a:cxn ang="0">
                    <a:pos x="connsiteX1163" y="connsiteY1163"/>
                  </a:cxn>
                  <a:cxn ang="0">
                    <a:pos x="connsiteX1164" y="connsiteY1164"/>
                  </a:cxn>
                  <a:cxn ang="0">
                    <a:pos x="connsiteX1165" y="connsiteY1165"/>
                  </a:cxn>
                  <a:cxn ang="0">
                    <a:pos x="connsiteX1166" y="connsiteY1166"/>
                  </a:cxn>
                  <a:cxn ang="0">
                    <a:pos x="connsiteX1167" y="connsiteY1167"/>
                  </a:cxn>
                  <a:cxn ang="0">
                    <a:pos x="connsiteX1168" y="connsiteY1168"/>
                  </a:cxn>
                  <a:cxn ang="0">
                    <a:pos x="connsiteX1169" y="connsiteY1169"/>
                  </a:cxn>
                  <a:cxn ang="0">
                    <a:pos x="connsiteX1170" y="connsiteY1170"/>
                  </a:cxn>
                  <a:cxn ang="0">
                    <a:pos x="connsiteX1171" y="connsiteY1171"/>
                  </a:cxn>
                  <a:cxn ang="0">
                    <a:pos x="connsiteX1172" y="connsiteY1172"/>
                  </a:cxn>
                  <a:cxn ang="0">
                    <a:pos x="connsiteX1173" y="connsiteY1173"/>
                  </a:cxn>
                  <a:cxn ang="0">
                    <a:pos x="connsiteX1174" y="connsiteY1174"/>
                  </a:cxn>
                  <a:cxn ang="0">
                    <a:pos x="connsiteX1175" y="connsiteY1175"/>
                  </a:cxn>
                  <a:cxn ang="0">
                    <a:pos x="connsiteX1176" y="connsiteY1176"/>
                  </a:cxn>
                  <a:cxn ang="0">
                    <a:pos x="connsiteX1177" y="connsiteY1177"/>
                  </a:cxn>
                  <a:cxn ang="0">
                    <a:pos x="connsiteX1178" y="connsiteY1178"/>
                  </a:cxn>
                  <a:cxn ang="0">
                    <a:pos x="connsiteX1179" y="connsiteY1179"/>
                  </a:cxn>
                  <a:cxn ang="0">
                    <a:pos x="connsiteX1180" y="connsiteY1180"/>
                  </a:cxn>
                  <a:cxn ang="0">
                    <a:pos x="connsiteX1181" y="connsiteY1181"/>
                  </a:cxn>
                  <a:cxn ang="0">
                    <a:pos x="connsiteX1182" y="connsiteY1182"/>
                  </a:cxn>
                  <a:cxn ang="0">
                    <a:pos x="connsiteX1183" y="connsiteY1183"/>
                  </a:cxn>
                  <a:cxn ang="0">
                    <a:pos x="connsiteX1184" y="connsiteY1184"/>
                  </a:cxn>
                  <a:cxn ang="0">
                    <a:pos x="connsiteX1185" y="connsiteY1185"/>
                  </a:cxn>
                  <a:cxn ang="0">
                    <a:pos x="connsiteX1186" y="connsiteY1186"/>
                  </a:cxn>
                  <a:cxn ang="0">
                    <a:pos x="connsiteX1187" y="connsiteY1187"/>
                  </a:cxn>
                  <a:cxn ang="0">
                    <a:pos x="connsiteX1188" y="connsiteY1188"/>
                  </a:cxn>
                  <a:cxn ang="0">
                    <a:pos x="connsiteX1189" y="connsiteY1189"/>
                  </a:cxn>
                  <a:cxn ang="0">
                    <a:pos x="connsiteX1190" y="connsiteY1190"/>
                  </a:cxn>
                  <a:cxn ang="0">
                    <a:pos x="connsiteX1191" y="connsiteY1191"/>
                  </a:cxn>
                  <a:cxn ang="0">
                    <a:pos x="connsiteX1192" y="connsiteY1192"/>
                  </a:cxn>
                  <a:cxn ang="0">
                    <a:pos x="connsiteX1193" y="connsiteY1193"/>
                  </a:cxn>
                  <a:cxn ang="0">
                    <a:pos x="connsiteX1194" y="connsiteY1194"/>
                  </a:cxn>
                  <a:cxn ang="0">
                    <a:pos x="connsiteX1195" y="connsiteY1195"/>
                  </a:cxn>
                  <a:cxn ang="0">
                    <a:pos x="connsiteX1196" y="connsiteY1196"/>
                  </a:cxn>
                  <a:cxn ang="0">
                    <a:pos x="connsiteX1197" y="connsiteY1197"/>
                  </a:cxn>
                  <a:cxn ang="0">
                    <a:pos x="connsiteX1198" y="connsiteY1198"/>
                  </a:cxn>
                  <a:cxn ang="0">
                    <a:pos x="connsiteX1199" y="connsiteY1199"/>
                  </a:cxn>
                  <a:cxn ang="0">
                    <a:pos x="connsiteX1200" y="connsiteY1200"/>
                  </a:cxn>
                  <a:cxn ang="0">
                    <a:pos x="connsiteX1201" y="connsiteY1201"/>
                  </a:cxn>
                  <a:cxn ang="0">
                    <a:pos x="connsiteX1202" y="connsiteY1202"/>
                  </a:cxn>
                  <a:cxn ang="0">
                    <a:pos x="connsiteX1203" y="connsiteY1203"/>
                  </a:cxn>
                  <a:cxn ang="0">
                    <a:pos x="connsiteX1204" y="connsiteY1204"/>
                  </a:cxn>
                  <a:cxn ang="0">
                    <a:pos x="connsiteX1205" y="connsiteY1205"/>
                  </a:cxn>
                  <a:cxn ang="0">
                    <a:pos x="connsiteX1206" y="connsiteY1206"/>
                  </a:cxn>
                  <a:cxn ang="0">
                    <a:pos x="connsiteX1207" y="connsiteY1207"/>
                  </a:cxn>
                  <a:cxn ang="0">
                    <a:pos x="connsiteX1208" y="connsiteY1208"/>
                  </a:cxn>
                  <a:cxn ang="0">
                    <a:pos x="connsiteX1209" y="connsiteY1209"/>
                  </a:cxn>
                  <a:cxn ang="0">
                    <a:pos x="connsiteX1210" y="connsiteY1210"/>
                  </a:cxn>
                  <a:cxn ang="0">
                    <a:pos x="connsiteX1211" y="connsiteY1211"/>
                  </a:cxn>
                  <a:cxn ang="0">
                    <a:pos x="connsiteX1212" y="connsiteY1212"/>
                  </a:cxn>
                  <a:cxn ang="0">
                    <a:pos x="connsiteX1213" y="connsiteY1213"/>
                  </a:cxn>
                  <a:cxn ang="0">
                    <a:pos x="connsiteX1214" y="connsiteY1214"/>
                  </a:cxn>
                  <a:cxn ang="0">
                    <a:pos x="connsiteX1215" y="connsiteY1215"/>
                  </a:cxn>
                  <a:cxn ang="0">
                    <a:pos x="connsiteX1216" y="connsiteY1216"/>
                  </a:cxn>
                  <a:cxn ang="0">
                    <a:pos x="connsiteX1217" y="connsiteY1217"/>
                  </a:cxn>
                  <a:cxn ang="0">
                    <a:pos x="connsiteX1218" y="connsiteY1218"/>
                  </a:cxn>
                  <a:cxn ang="0">
                    <a:pos x="connsiteX1219" y="connsiteY1219"/>
                  </a:cxn>
                  <a:cxn ang="0">
                    <a:pos x="connsiteX1220" y="connsiteY1220"/>
                  </a:cxn>
                  <a:cxn ang="0">
                    <a:pos x="connsiteX1221" y="connsiteY1221"/>
                  </a:cxn>
                  <a:cxn ang="0">
                    <a:pos x="connsiteX1222" y="connsiteY1222"/>
                  </a:cxn>
                  <a:cxn ang="0">
                    <a:pos x="connsiteX1223" y="connsiteY1223"/>
                  </a:cxn>
                  <a:cxn ang="0">
                    <a:pos x="connsiteX1224" y="connsiteY1224"/>
                  </a:cxn>
                  <a:cxn ang="0">
                    <a:pos x="connsiteX1225" y="connsiteY1225"/>
                  </a:cxn>
                  <a:cxn ang="0">
                    <a:pos x="connsiteX1226" y="connsiteY1226"/>
                  </a:cxn>
                  <a:cxn ang="0">
                    <a:pos x="connsiteX1227" y="connsiteY1227"/>
                  </a:cxn>
                  <a:cxn ang="0">
                    <a:pos x="connsiteX1228" y="connsiteY1228"/>
                  </a:cxn>
                  <a:cxn ang="0">
                    <a:pos x="connsiteX1229" y="connsiteY1229"/>
                  </a:cxn>
                  <a:cxn ang="0">
                    <a:pos x="connsiteX1230" y="connsiteY1230"/>
                  </a:cxn>
                  <a:cxn ang="0">
                    <a:pos x="connsiteX1231" y="connsiteY1231"/>
                  </a:cxn>
                  <a:cxn ang="0">
                    <a:pos x="connsiteX1232" y="connsiteY1232"/>
                  </a:cxn>
                  <a:cxn ang="0">
                    <a:pos x="connsiteX1233" y="connsiteY1233"/>
                  </a:cxn>
                  <a:cxn ang="0">
                    <a:pos x="connsiteX1234" y="connsiteY1234"/>
                  </a:cxn>
                  <a:cxn ang="0">
                    <a:pos x="connsiteX1235" y="connsiteY1235"/>
                  </a:cxn>
                  <a:cxn ang="0">
                    <a:pos x="connsiteX1236" y="connsiteY1236"/>
                  </a:cxn>
                  <a:cxn ang="0">
                    <a:pos x="connsiteX1237" y="connsiteY1237"/>
                  </a:cxn>
                  <a:cxn ang="0">
                    <a:pos x="connsiteX1238" y="connsiteY1238"/>
                  </a:cxn>
                  <a:cxn ang="0">
                    <a:pos x="connsiteX1239" y="connsiteY1239"/>
                  </a:cxn>
                  <a:cxn ang="0">
                    <a:pos x="connsiteX1240" y="connsiteY1240"/>
                  </a:cxn>
                  <a:cxn ang="0">
                    <a:pos x="connsiteX1241" y="connsiteY1241"/>
                  </a:cxn>
                  <a:cxn ang="0">
                    <a:pos x="connsiteX1242" y="connsiteY1242"/>
                  </a:cxn>
                  <a:cxn ang="0">
                    <a:pos x="connsiteX1243" y="connsiteY1243"/>
                  </a:cxn>
                  <a:cxn ang="0">
                    <a:pos x="connsiteX1244" y="connsiteY1244"/>
                  </a:cxn>
                  <a:cxn ang="0">
                    <a:pos x="connsiteX1245" y="connsiteY1245"/>
                  </a:cxn>
                  <a:cxn ang="0">
                    <a:pos x="connsiteX1246" y="connsiteY1246"/>
                  </a:cxn>
                  <a:cxn ang="0">
                    <a:pos x="connsiteX1247" y="connsiteY1247"/>
                  </a:cxn>
                  <a:cxn ang="0">
                    <a:pos x="connsiteX1248" y="connsiteY1248"/>
                  </a:cxn>
                  <a:cxn ang="0">
                    <a:pos x="connsiteX1249" y="connsiteY1249"/>
                  </a:cxn>
                  <a:cxn ang="0">
                    <a:pos x="connsiteX1250" y="connsiteY1250"/>
                  </a:cxn>
                  <a:cxn ang="0">
                    <a:pos x="connsiteX1251" y="connsiteY1251"/>
                  </a:cxn>
                  <a:cxn ang="0">
                    <a:pos x="connsiteX1252" y="connsiteY1252"/>
                  </a:cxn>
                  <a:cxn ang="0">
                    <a:pos x="connsiteX1253" y="connsiteY1253"/>
                  </a:cxn>
                  <a:cxn ang="0">
                    <a:pos x="connsiteX1254" y="connsiteY1254"/>
                  </a:cxn>
                  <a:cxn ang="0">
                    <a:pos x="connsiteX1255" y="connsiteY1255"/>
                  </a:cxn>
                  <a:cxn ang="0">
                    <a:pos x="connsiteX1256" y="connsiteY1256"/>
                  </a:cxn>
                  <a:cxn ang="0">
                    <a:pos x="connsiteX1257" y="connsiteY1257"/>
                  </a:cxn>
                  <a:cxn ang="0">
                    <a:pos x="connsiteX1258" y="connsiteY1258"/>
                  </a:cxn>
                  <a:cxn ang="0">
                    <a:pos x="connsiteX1259" y="connsiteY1259"/>
                  </a:cxn>
                  <a:cxn ang="0">
                    <a:pos x="connsiteX1260" y="connsiteY1260"/>
                  </a:cxn>
                  <a:cxn ang="0">
                    <a:pos x="connsiteX1261" y="connsiteY1261"/>
                  </a:cxn>
                  <a:cxn ang="0">
                    <a:pos x="connsiteX1262" y="connsiteY1262"/>
                  </a:cxn>
                  <a:cxn ang="0">
                    <a:pos x="connsiteX1263" y="connsiteY1263"/>
                  </a:cxn>
                  <a:cxn ang="0">
                    <a:pos x="connsiteX1264" y="connsiteY1264"/>
                  </a:cxn>
                  <a:cxn ang="0">
                    <a:pos x="connsiteX1265" y="connsiteY1265"/>
                  </a:cxn>
                  <a:cxn ang="0">
                    <a:pos x="connsiteX1266" y="connsiteY1266"/>
                  </a:cxn>
                  <a:cxn ang="0">
                    <a:pos x="connsiteX1267" y="connsiteY1267"/>
                  </a:cxn>
                  <a:cxn ang="0">
                    <a:pos x="connsiteX1268" y="connsiteY1268"/>
                  </a:cxn>
                  <a:cxn ang="0">
                    <a:pos x="connsiteX1269" y="connsiteY1269"/>
                  </a:cxn>
                  <a:cxn ang="0">
                    <a:pos x="connsiteX1270" y="connsiteY1270"/>
                  </a:cxn>
                  <a:cxn ang="0">
                    <a:pos x="connsiteX1271" y="connsiteY1271"/>
                  </a:cxn>
                  <a:cxn ang="0">
                    <a:pos x="connsiteX1272" y="connsiteY1272"/>
                  </a:cxn>
                  <a:cxn ang="0">
                    <a:pos x="connsiteX1273" y="connsiteY1273"/>
                  </a:cxn>
                  <a:cxn ang="0">
                    <a:pos x="connsiteX1274" y="connsiteY1274"/>
                  </a:cxn>
                  <a:cxn ang="0">
                    <a:pos x="connsiteX1275" y="connsiteY1275"/>
                  </a:cxn>
                  <a:cxn ang="0">
                    <a:pos x="connsiteX1276" y="connsiteY1276"/>
                  </a:cxn>
                  <a:cxn ang="0">
                    <a:pos x="connsiteX1277" y="connsiteY1277"/>
                  </a:cxn>
                  <a:cxn ang="0">
                    <a:pos x="connsiteX1278" y="connsiteY1278"/>
                  </a:cxn>
                  <a:cxn ang="0">
                    <a:pos x="connsiteX1279" y="connsiteY1279"/>
                  </a:cxn>
                  <a:cxn ang="0">
                    <a:pos x="connsiteX1280" y="connsiteY1280"/>
                  </a:cxn>
                  <a:cxn ang="0">
                    <a:pos x="connsiteX1281" y="connsiteY1281"/>
                  </a:cxn>
                  <a:cxn ang="0">
                    <a:pos x="connsiteX1282" y="connsiteY1282"/>
                  </a:cxn>
                  <a:cxn ang="0">
                    <a:pos x="connsiteX1283" y="connsiteY1283"/>
                  </a:cxn>
                  <a:cxn ang="0">
                    <a:pos x="connsiteX1284" y="connsiteY1284"/>
                  </a:cxn>
                  <a:cxn ang="0">
                    <a:pos x="connsiteX1285" y="connsiteY1285"/>
                  </a:cxn>
                  <a:cxn ang="0">
                    <a:pos x="connsiteX1286" y="connsiteY1286"/>
                  </a:cxn>
                  <a:cxn ang="0">
                    <a:pos x="connsiteX1287" y="connsiteY1287"/>
                  </a:cxn>
                  <a:cxn ang="0">
                    <a:pos x="connsiteX1288" y="connsiteY1288"/>
                  </a:cxn>
                  <a:cxn ang="0">
                    <a:pos x="connsiteX1289" y="connsiteY1289"/>
                  </a:cxn>
                  <a:cxn ang="0">
                    <a:pos x="connsiteX1290" y="connsiteY1290"/>
                  </a:cxn>
                  <a:cxn ang="0">
                    <a:pos x="connsiteX1291" y="connsiteY1291"/>
                  </a:cxn>
                  <a:cxn ang="0">
                    <a:pos x="connsiteX1292" y="connsiteY1292"/>
                  </a:cxn>
                  <a:cxn ang="0">
                    <a:pos x="connsiteX1293" y="connsiteY1293"/>
                  </a:cxn>
                  <a:cxn ang="0">
                    <a:pos x="connsiteX1294" y="connsiteY1294"/>
                  </a:cxn>
                  <a:cxn ang="0">
                    <a:pos x="connsiteX1295" y="connsiteY1295"/>
                  </a:cxn>
                  <a:cxn ang="0">
                    <a:pos x="connsiteX1296" y="connsiteY1296"/>
                  </a:cxn>
                  <a:cxn ang="0">
                    <a:pos x="connsiteX1297" y="connsiteY1297"/>
                  </a:cxn>
                  <a:cxn ang="0">
                    <a:pos x="connsiteX1298" y="connsiteY1298"/>
                  </a:cxn>
                  <a:cxn ang="0">
                    <a:pos x="connsiteX1299" y="connsiteY1299"/>
                  </a:cxn>
                  <a:cxn ang="0">
                    <a:pos x="connsiteX1300" y="connsiteY1300"/>
                  </a:cxn>
                  <a:cxn ang="0">
                    <a:pos x="connsiteX1301" y="connsiteY1301"/>
                  </a:cxn>
                  <a:cxn ang="0">
                    <a:pos x="connsiteX1302" y="connsiteY1302"/>
                  </a:cxn>
                  <a:cxn ang="0">
                    <a:pos x="connsiteX1303" y="connsiteY1303"/>
                  </a:cxn>
                  <a:cxn ang="0">
                    <a:pos x="connsiteX1304" y="connsiteY1304"/>
                  </a:cxn>
                  <a:cxn ang="0">
                    <a:pos x="connsiteX1305" y="connsiteY1305"/>
                  </a:cxn>
                  <a:cxn ang="0">
                    <a:pos x="connsiteX1306" y="connsiteY1306"/>
                  </a:cxn>
                  <a:cxn ang="0">
                    <a:pos x="connsiteX1307" y="connsiteY1307"/>
                  </a:cxn>
                  <a:cxn ang="0">
                    <a:pos x="connsiteX1308" y="connsiteY1308"/>
                  </a:cxn>
                  <a:cxn ang="0">
                    <a:pos x="connsiteX1309" y="connsiteY1309"/>
                  </a:cxn>
                  <a:cxn ang="0">
                    <a:pos x="connsiteX1310" y="connsiteY1310"/>
                  </a:cxn>
                  <a:cxn ang="0">
                    <a:pos x="connsiteX1311" y="connsiteY1311"/>
                  </a:cxn>
                  <a:cxn ang="0">
                    <a:pos x="connsiteX1312" y="connsiteY1312"/>
                  </a:cxn>
                  <a:cxn ang="0">
                    <a:pos x="connsiteX1313" y="connsiteY1313"/>
                  </a:cxn>
                  <a:cxn ang="0">
                    <a:pos x="connsiteX1314" y="connsiteY1314"/>
                  </a:cxn>
                  <a:cxn ang="0">
                    <a:pos x="connsiteX1315" y="connsiteY1315"/>
                  </a:cxn>
                  <a:cxn ang="0">
                    <a:pos x="connsiteX1316" y="connsiteY1316"/>
                  </a:cxn>
                  <a:cxn ang="0">
                    <a:pos x="connsiteX1317" y="connsiteY1317"/>
                  </a:cxn>
                  <a:cxn ang="0">
                    <a:pos x="connsiteX1318" y="connsiteY1318"/>
                  </a:cxn>
                  <a:cxn ang="0">
                    <a:pos x="connsiteX1319" y="connsiteY1319"/>
                  </a:cxn>
                  <a:cxn ang="0">
                    <a:pos x="connsiteX1320" y="connsiteY1320"/>
                  </a:cxn>
                  <a:cxn ang="0">
                    <a:pos x="connsiteX1321" y="connsiteY1321"/>
                  </a:cxn>
                  <a:cxn ang="0">
                    <a:pos x="connsiteX1322" y="connsiteY1322"/>
                  </a:cxn>
                  <a:cxn ang="0">
                    <a:pos x="connsiteX1323" y="connsiteY1323"/>
                  </a:cxn>
                  <a:cxn ang="0">
                    <a:pos x="connsiteX1324" y="connsiteY1324"/>
                  </a:cxn>
                  <a:cxn ang="0">
                    <a:pos x="connsiteX1325" y="connsiteY1325"/>
                  </a:cxn>
                  <a:cxn ang="0">
                    <a:pos x="connsiteX1326" y="connsiteY1326"/>
                  </a:cxn>
                  <a:cxn ang="0">
                    <a:pos x="connsiteX1327" y="connsiteY1327"/>
                  </a:cxn>
                  <a:cxn ang="0">
                    <a:pos x="connsiteX1328" y="connsiteY1328"/>
                  </a:cxn>
                  <a:cxn ang="0">
                    <a:pos x="connsiteX1329" y="connsiteY1329"/>
                  </a:cxn>
                  <a:cxn ang="0">
                    <a:pos x="connsiteX1330" y="connsiteY1330"/>
                  </a:cxn>
                  <a:cxn ang="0">
                    <a:pos x="connsiteX1331" y="connsiteY1331"/>
                  </a:cxn>
                  <a:cxn ang="0">
                    <a:pos x="connsiteX1332" y="connsiteY1332"/>
                  </a:cxn>
                  <a:cxn ang="0">
                    <a:pos x="connsiteX1333" y="connsiteY1333"/>
                  </a:cxn>
                  <a:cxn ang="0">
                    <a:pos x="connsiteX1334" y="connsiteY1334"/>
                  </a:cxn>
                  <a:cxn ang="0">
                    <a:pos x="connsiteX1335" y="connsiteY1335"/>
                  </a:cxn>
                  <a:cxn ang="0">
                    <a:pos x="connsiteX1336" y="connsiteY1336"/>
                  </a:cxn>
                  <a:cxn ang="0">
                    <a:pos x="connsiteX1337" y="connsiteY1337"/>
                  </a:cxn>
                  <a:cxn ang="0">
                    <a:pos x="connsiteX1338" y="connsiteY1338"/>
                  </a:cxn>
                  <a:cxn ang="0">
                    <a:pos x="connsiteX1339" y="connsiteY1339"/>
                  </a:cxn>
                  <a:cxn ang="0">
                    <a:pos x="connsiteX1340" y="connsiteY1340"/>
                  </a:cxn>
                  <a:cxn ang="0">
                    <a:pos x="connsiteX1341" y="connsiteY1341"/>
                  </a:cxn>
                  <a:cxn ang="0">
                    <a:pos x="connsiteX1342" y="connsiteY1342"/>
                  </a:cxn>
                  <a:cxn ang="0">
                    <a:pos x="connsiteX1343" y="connsiteY1343"/>
                  </a:cxn>
                  <a:cxn ang="0">
                    <a:pos x="connsiteX1344" y="connsiteY1344"/>
                  </a:cxn>
                  <a:cxn ang="0">
                    <a:pos x="connsiteX1345" y="connsiteY1345"/>
                  </a:cxn>
                  <a:cxn ang="0">
                    <a:pos x="connsiteX1346" y="connsiteY1346"/>
                  </a:cxn>
                  <a:cxn ang="0">
                    <a:pos x="connsiteX1347" y="connsiteY1347"/>
                  </a:cxn>
                  <a:cxn ang="0">
                    <a:pos x="connsiteX1348" y="connsiteY1348"/>
                  </a:cxn>
                  <a:cxn ang="0">
                    <a:pos x="connsiteX1349" y="connsiteY1349"/>
                  </a:cxn>
                  <a:cxn ang="0">
                    <a:pos x="connsiteX1350" y="connsiteY1350"/>
                  </a:cxn>
                  <a:cxn ang="0">
                    <a:pos x="connsiteX1351" y="connsiteY1351"/>
                  </a:cxn>
                  <a:cxn ang="0">
                    <a:pos x="connsiteX1352" y="connsiteY1352"/>
                  </a:cxn>
                  <a:cxn ang="0">
                    <a:pos x="connsiteX1353" y="connsiteY1353"/>
                  </a:cxn>
                  <a:cxn ang="0">
                    <a:pos x="connsiteX1354" y="connsiteY1354"/>
                  </a:cxn>
                  <a:cxn ang="0">
                    <a:pos x="connsiteX1355" y="connsiteY1355"/>
                  </a:cxn>
                  <a:cxn ang="0">
                    <a:pos x="connsiteX1356" y="connsiteY1356"/>
                  </a:cxn>
                  <a:cxn ang="0">
                    <a:pos x="connsiteX1357" y="connsiteY1357"/>
                  </a:cxn>
                  <a:cxn ang="0">
                    <a:pos x="connsiteX1358" y="connsiteY1358"/>
                  </a:cxn>
                  <a:cxn ang="0">
                    <a:pos x="connsiteX1359" y="connsiteY1359"/>
                  </a:cxn>
                  <a:cxn ang="0">
                    <a:pos x="connsiteX1360" y="connsiteY1360"/>
                  </a:cxn>
                  <a:cxn ang="0">
                    <a:pos x="connsiteX1361" y="connsiteY1361"/>
                  </a:cxn>
                  <a:cxn ang="0">
                    <a:pos x="connsiteX1362" y="connsiteY1362"/>
                  </a:cxn>
                  <a:cxn ang="0">
                    <a:pos x="connsiteX1363" y="connsiteY1363"/>
                  </a:cxn>
                  <a:cxn ang="0">
                    <a:pos x="connsiteX1364" y="connsiteY1364"/>
                  </a:cxn>
                  <a:cxn ang="0">
                    <a:pos x="connsiteX1365" y="connsiteY1365"/>
                  </a:cxn>
                  <a:cxn ang="0">
                    <a:pos x="connsiteX1366" y="connsiteY1366"/>
                  </a:cxn>
                  <a:cxn ang="0">
                    <a:pos x="connsiteX1367" y="connsiteY1367"/>
                  </a:cxn>
                  <a:cxn ang="0">
                    <a:pos x="connsiteX1368" y="connsiteY1368"/>
                  </a:cxn>
                  <a:cxn ang="0">
                    <a:pos x="connsiteX1369" y="connsiteY1369"/>
                  </a:cxn>
                  <a:cxn ang="0">
                    <a:pos x="connsiteX1370" y="connsiteY1370"/>
                  </a:cxn>
                  <a:cxn ang="0">
                    <a:pos x="connsiteX1371" y="connsiteY1371"/>
                  </a:cxn>
                  <a:cxn ang="0">
                    <a:pos x="connsiteX1372" y="connsiteY1372"/>
                  </a:cxn>
                  <a:cxn ang="0">
                    <a:pos x="connsiteX1373" y="connsiteY1373"/>
                  </a:cxn>
                  <a:cxn ang="0">
                    <a:pos x="connsiteX1374" y="connsiteY1374"/>
                  </a:cxn>
                  <a:cxn ang="0">
                    <a:pos x="connsiteX1375" y="connsiteY1375"/>
                  </a:cxn>
                  <a:cxn ang="0">
                    <a:pos x="connsiteX1376" y="connsiteY1376"/>
                  </a:cxn>
                  <a:cxn ang="0">
                    <a:pos x="connsiteX1377" y="connsiteY1377"/>
                  </a:cxn>
                  <a:cxn ang="0">
                    <a:pos x="connsiteX1378" y="connsiteY1378"/>
                  </a:cxn>
                  <a:cxn ang="0">
                    <a:pos x="connsiteX1379" y="connsiteY1379"/>
                  </a:cxn>
                  <a:cxn ang="0">
                    <a:pos x="connsiteX1380" y="connsiteY1380"/>
                  </a:cxn>
                  <a:cxn ang="0">
                    <a:pos x="connsiteX1381" y="connsiteY1381"/>
                  </a:cxn>
                  <a:cxn ang="0">
                    <a:pos x="connsiteX1382" y="connsiteY1382"/>
                  </a:cxn>
                  <a:cxn ang="0">
                    <a:pos x="connsiteX1383" y="connsiteY1383"/>
                  </a:cxn>
                  <a:cxn ang="0">
                    <a:pos x="connsiteX1384" y="connsiteY1384"/>
                  </a:cxn>
                  <a:cxn ang="0">
                    <a:pos x="connsiteX1385" y="connsiteY1385"/>
                  </a:cxn>
                  <a:cxn ang="0">
                    <a:pos x="connsiteX1386" y="connsiteY1386"/>
                  </a:cxn>
                  <a:cxn ang="0">
                    <a:pos x="connsiteX1387" y="connsiteY1387"/>
                  </a:cxn>
                  <a:cxn ang="0">
                    <a:pos x="connsiteX1388" y="connsiteY1388"/>
                  </a:cxn>
                  <a:cxn ang="0">
                    <a:pos x="connsiteX1389" y="connsiteY1389"/>
                  </a:cxn>
                  <a:cxn ang="0">
                    <a:pos x="connsiteX1390" y="connsiteY1390"/>
                  </a:cxn>
                  <a:cxn ang="0">
                    <a:pos x="connsiteX1391" y="connsiteY1391"/>
                  </a:cxn>
                  <a:cxn ang="0">
                    <a:pos x="connsiteX1392" y="connsiteY1392"/>
                  </a:cxn>
                  <a:cxn ang="0">
                    <a:pos x="connsiteX1393" y="connsiteY1393"/>
                  </a:cxn>
                  <a:cxn ang="0">
                    <a:pos x="connsiteX1394" y="connsiteY1394"/>
                  </a:cxn>
                  <a:cxn ang="0">
                    <a:pos x="connsiteX1395" y="connsiteY1395"/>
                  </a:cxn>
                  <a:cxn ang="0">
                    <a:pos x="connsiteX1396" y="connsiteY1396"/>
                  </a:cxn>
                  <a:cxn ang="0">
                    <a:pos x="connsiteX1397" y="connsiteY1397"/>
                  </a:cxn>
                  <a:cxn ang="0">
                    <a:pos x="connsiteX1398" y="connsiteY1398"/>
                  </a:cxn>
                  <a:cxn ang="0">
                    <a:pos x="connsiteX1399" y="connsiteY1399"/>
                  </a:cxn>
                  <a:cxn ang="0">
                    <a:pos x="connsiteX1400" y="connsiteY1400"/>
                  </a:cxn>
                  <a:cxn ang="0">
                    <a:pos x="connsiteX1401" y="connsiteY1401"/>
                  </a:cxn>
                  <a:cxn ang="0">
                    <a:pos x="connsiteX1402" y="connsiteY1402"/>
                  </a:cxn>
                  <a:cxn ang="0">
                    <a:pos x="connsiteX1403" y="connsiteY1403"/>
                  </a:cxn>
                  <a:cxn ang="0">
                    <a:pos x="connsiteX1404" y="connsiteY1404"/>
                  </a:cxn>
                  <a:cxn ang="0">
                    <a:pos x="connsiteX1405" y="connsiteY1405"/>
                  </a:cxn>
                  <a:cxn ang="0">
                    <a:pos x="connsiteX1406" y="connsiteY1406"/>
                  </a:cxn>
                  <a:cxn ang="0">
                    <a:pos x="connsiteX1407" y="connsiteY1407"/>
                  </a:cxn>
                  <a:cxn ang="0">
                    <a:pos x="connsiteX1408" y="connsiteY1408"/>
                  </a:cxn>
                  <a:cxn ang="0">
                    <a:pos x="connsiteX1409" y="connsiteY1409"/>
                  </a:cxn>
                  <a:cxn ang="0">
                    <a:pos x="connsiteX1410" y="connsiteY1410"/>
                  </a:cxn>
                  <a:cxn ang="0">
                    <a:pos x="connsiteX1411" y="connsiteY1411"/>
                  </a:cxn>
                  <a:cxn ang="0">
                    <a:pos x="connsiteX1412" y="connsiteY1412"/>
                  </a:cxn>
                  <a:cxn ang="0">
                    <a:pos x="connsiteX1413" y="connsiteY1413"/>
                  </a:cxn>
                  <a:cxn ang="0">
                    <a:pos x="connsiteX1414" y="connsiteY1414"/>
                  </a:cxn>
                  <a:cxn ang="0">
                    <a:pos x="connsiteX1415" y="connsiteY1415"/>
                  </a:cxn>
                  <a:cxn ang="0">
                    <a:pos x="connsiteX1416" y="connsiteY1416"/>
                  </a:cxn>
                  <a:cxn ang="0">
                    <a:pos x="connsiteX1417" y="connsiteY1417"/>
                  </a:cxn>
                  <a:cxn ang="0">
                    <a:pos x="connsiteX1418" y="connsiteY1418"/>
                  </a:cxn>
                  <a:cxn ang="0">
                    <a:pos x="connsiteX1419" y="connsiteY1419"/>
                  </a:cxn>
                  <a:cxn ang="0">
                    <a:pos x="connsiteX1420" y="connsiteY1420"/>
                  </a:cxn>
                  <a:cxn ang="0">
                    <a:pos x="connsiteX1421" y="connsiteY1421"/>
                  </a:cxn>
                  <a:cxn ang="0">
                    <a:pos x="connsiteX1422" y="connsiteY1422"/>
                  </a:cxn>
                  <a:cxn ang="0">
                    <a:pos x="connsiteX1423" y="connsiteY1423"/>
                  </a:cxn>
                  <a:cxn ang="0">
                    <a:pos x="connsiteX1424" y="connsiteY1424"/>
                  </a:cxn>
                  <a:cxn ang="0">
                    <a:pos x="connsiteX1425" y="connsiteY1425"/>
                  </a:cxn>
                  <a:cxn ang="0">
                    <a:pos x="connsiteX1426" y="connsiteY1426"/>
                  </a:cxn>
                  <a:cxn ang="0">
                    <a:pos x="connsiteX1427" y="connsiteY1427"/>
                  </a:cxn>
                  <a:cxn ang="0">
                    <a:pos x="connsiteX1428" y="connsiteY1428"/>
                  </a:cxn>
                  <a:cxn ang="0">
                    <a:pos x="connsiteX1429" y="connsiteY1429"/>
                  </a:cxn>
                  <a:cxn ang="0">
                    <a:pos x="connsiteX1430" y="connsiteY1430"/>
                  </a:cxn>
                  <a:cxn ang="0">
                    <a:pos x="connsiteX1431" y="connsiteY1431"/>
                  </a:cxn>
                  <a:cxn ang="0">
                    <a:pos x="connsiteX1432" y="connsiteY1432"/>
                  </a:cxn>
                  <a:cxn ang="0">
                    <a:pos x="connsiteX1433" y="connsiteY1433"/>
                  </a:cxn>
                  <a:cxn ang="0">
                    <a:pos x="connsiteX1434" y="connsiteY1434"/>
                  </a:cxn>
                  <a:cxn ang="0">
                    <a:pos x="connsiteX1435" y="connsiteY1435"/>
                  </a:cxn>
                  <a:cxn ang="0">
                    <a:pos x="connsiteX1436" y="connsiteY1436"/>
                  </a:cxn>
                  <a:cxn ang="0">
                    <a:pos x="connsiteX1437" y="connsiteY1437"/>
                  </a:cxn>
                  <a:cxn ang="0">
                    <a:pos x="connsiteX1438" y="connsiteY1438"/>
                  </a:cxn>
                  <a:cxn ang="0">
                    <a:pos x="connsiteX1439" y="connsiteY1439"/>
                  </a:cxn>
                  <a:cxn ang="0">
                    <a:pos x="connsiteX1440" y="connsiteY1440"/>
                  </a:cxn>
                  <a:cxn ang="0">
                    <a:pos x="connsiteX1441" y="connsiteY1441"/>
                  </a:cxn>
                  <a:cxn ang="0">
                    <a:pos x="connsiteX1442" y="connsiteY1442"/>
                  </a:cxn>
                  <a:cxn ang="0">
                    <a:pos x="connsiteX1443" y="connsiteY1443"/>
                  </a:cxn>
                  <a:cxn ang="0">
                    <a:pos x="connsiteX1444" y="connsiteY1444"/>
                  </a:cxn>
                  <a:cxn ang="0">
                    <a:pos x="connsiteX1445" y="connsiteY1445"/>
                  </a:cxn>
                  <a:cxn ang="0">
                    <a:pos x="connsiteX1446" y="connsiteY1446"/>
                  </a:cxn>
                  <a:cxn ang="0">
                    <a:pos x="connsiteX1447" y="connsiteY1447"/>
                  </a:cxn>
                  <a:cxn ang="0">
                    <a:pos x="connsiteX1448" y="connsiteY1448"/>
                  </a:cxn>
                  <a:cxn ang="0">
                    <a:pos x="connsiteX1449" y="connsiteY1449"/>
                  </a:cxn>
                  <a:cxn ang="0">
                    <a:pos x="connsiteX1450" y="connsiteY1450"/>
                  </a:cxn>
                  <a:cxn ang="0">
                    <a:pos x="connsiteX1451" y="connsiteY1451"/>
                  </a:cxn>
                  <a:cxn ang="0">
                    <a:pos x="connsiteX1452" y="connsiteY1452"/>
                  </a:cxn>
                  <a:cxn ang="0">
                    <a:pos x="connsiteX1453" y="connsiteY1453"/>
                  </a:cxn>
                  <a:cxn ang="0">
                    <a:pos x="connsiteX1454" y="connsiteY1454"/>
                  </a:cxn>
                  <a:cxn ang="0">
                    <a:pos x="connsiteX1455" y="connsiteY1455"/>
                  </a:cxn>
                  <a:cxn ang="0">
                    <a:pos x="connsiteX1456" y="connsiteY1456"/>
                  </a:cxn>
                  <a:cxn ang="0">
                    <a:pos x="connsiteX1457" y="connsiteY1457"/>
                  </a:cxn>
                  <a:cxn ang="0">
                    <a:pos x="connsiteX1458" y="connsiteY1458"/>
                  </a:cxn>
                  <a:cxn ang="0">
                    <a:pos x="connsiteX1459" y="connsiteY1459"/>
                  </a:cxn>
                  <a:cxn ang="0">
                    <a:pos x="connsiteX1460" y="connsiteY1460"/>
                  </a:cxn>
                  <a:cxn ang="0">
                    <a:pos x="connsiteX1461" y="connsiteY1461"/>
                  </a:cxn>
                  <a:cxn ang="0">
                    <a:pos x="connsiteX1462" y="connsiteY1462"/>
                  </a:cxn>
                  <a:cxn ang="0">
                    <a:pos x="connsiteX1463" y="connsiteY1463"/>
                  </a:cxn>
                  <a:cxn ang="0">
                    <a:pos x="connsiteX1464" y="connsiteY1464"/>
                  </a:cxn>
                  <a:cxn ang="0">
                    <a:pos x="connsiteX1465" y="connsiteY1465"/>
                  </a:cxn>
                  <a:cxn ang="0">
                    <a:pos x="connsiteX1466" y="connsiteY1466"/>
                  </a:cxn>
                  <a:cxn ang="0">
                    <a:pos x="connsiteX1467" y="connsiteY1467"/>
                  </a:cxn>
                  <a:cxn ang="0">
                    <a:pos x="connsiteX1468" y="connsiteY1468"/>
                  </a:cxn>
                  <a:cxn ang="0">
                    <a:pos x="connsiteX1469" y="connsiteY1469"/>
                  </a:cxn>
                  <a:cxn ang="0">
                    <a:pos x="connsiteX1470" y="connsiteY1470"/>
                  </a:cxn>
                  <a:cxn ang="0">
                    <a:pos x="connsiteX1471" y="connsiteY1471"/>
                  </a:cxn>
                  <a:cxn ang="0">
                    <a:pos x="connsiteX1472" y="connsiteY1472"/>
                  </a:cxn>
                  <a:cxn ang="0">
                    <a:pos x="connsiteX1473" y="connsiteY1473"/>
                  </a:cxn>
                  <a:cxn ang="0">
                    <a:pos x="connsiteX1474" y="connsiteY1474"/>
                  </a:cxn>
                  <a:cxn ang="0">
                    <a:pos x="connsiteX1475" y="connsiteY1475"/>
                  </a:cxn>
                  <a:cxn ang="0">
                    <a:pos x="connsiteX1476" y="connsiteY1476"/>
                  </a:cxn>
                  <a:cxn ang="0">
                    <a:pos x="connsiteX1477" y="connsiteY1477"/>
                  </a:cxn>
                  <a:cxn ang="0">
                    <a:pos x="connsiteX1478" y="connsiteY1478"/>
                  </a:cxn>
                  <a:cxn ang="0">
                    <a:pos x="connsiteX1479" y="connsiteY1479"/>
                  </a:cxn>
                  <a:cxn ang="0">
                    <a:pos x="connsiteX1480" y="connsiteY1480"/>
                  </a:cxn>
                  <a:cxn ang="0">
                    <a:pos x="connsiteX1481" y="connsiteY1481"/>
                  </a:cxn>
                  <a:cxn ang="0">
                    <a:pos x="connsiteX1482" y="connsiteY1482"/>
                  </a:cxn>
                  <a:cxn ang="0">
                    <a:pos x="connsiteX1483" y="connsiteY1483"/>
                  </a:cxn>
                  <a:cxn ang="0">
                    <a:pos x="connsiteX1484" y="connsiteY1484"/>
                  </a:cxn>
                  <a:cxn ang="0">
                    <a:pos x="connsiteX1485" y="connsiteY1485"/>
                  </a:cxn>
                  <a:cxn ang="0">
                    <a:pos x="connsiteX1486" y="connsiteY1486"/>
                  </a:cxn>
                  <a:cxn ang="0">
                    <a:pos x="connsiteX1487" y="connsiteY1487"/>
                  </a:cxn>
                  <a:cxn ang="0">
                    <a:pos x="connsiteX1488" y="connsiteY1488"/>
                  </a:cxn>
                  <a:cxn ang="0">
                    <a:pos x="connsiteX1489" y="connsiteY1489"/>
                  </a:cxn>
                  <a:cxn ang="0">
                    <a:pos x="connsiteX1490" y="connsiteY1490"/>
                  </a:cxn>
                  <a:cxn ang="0">
                    <a:pos x="connsiteX1491" y="connsiteY1491"/>
                  </a:cxn>
                  <a:cxn ang="0">
                    <a:pos x="connsiteX1492" y="connsiteY1492"/>
                  </a:cxn>
                  <a:cxn ang="0">
                    <a:pos x="connsiteX1493" y="connsiteY1493"/>
                  </a:cxn>
                  <a:cxn ang="0">
                    <a:pos x="connsiteX1494" y="connsiteY1494"/>
                  </a:cxn>
                  <a:cxn ang="0">
                    <a:pos x="connsiteX1495" y="connsiteY1495"/>
                  </a:cxn>
                  <a:cxn ang="0">
                    <a:pos x="connsiteX1496" y="connsiteY1496"/>
                  </a:cxn>
                  <a:cxn ang="0">
                    <a:pos x="connsiteX1497" y="connsiteY1497"/>
                  </a:cxn>
                  <a:cxn ang="0">
                    <a:pos x="connsiteX1498" y="connsiteY1498"/>
                  </a:cxn>
                  <a:cxn ang="0">
                    <a:pos x="connsiteX1499" y="connsiteY1499"/>
                  </a:cxn>
                  <a:cxn ang="0">
                    <a:pos x="connsiteX1500" y="connsiteY1500"/>
                  </a:cxn>
                  <a:cxn ang="0">
                    <a:pos x="connsiteX1501" y="connsiteY1501"/>
                  </a:cxn>
                  <a:cxn ang="0">
                    <a:pos x="connsiteX1502" y="connsiteY1502"/>
                  </a:cxn>
                  <a:cxn ang="0">
                    <a:pos x="connsiteX1503" y="connsiteY1503"/>
                  </a:cxn>
                  <a:cxn ang="0">
                    <a:pos x="connsiteX1504" y="connsiteY1504"/>
                  </a:cxn>
                  <a:cxn ang="0">
                    <a:pos x="connsiteX1505" y="connsiteY1505"/>
                  </a:cxn>
                  <a:cxn ang="0">
                    <a:pos x="connsiteX1506" y="connsiteY1506"/>
                  </a:cxn>
                  <a:cxn ang="0">
                    <a:pos x="connsiteX1507" y="connsiteY1507"/>
                  </a:cxn>
                  <a:cxn ang="0">
                    <a:pos x="connsiteX1508" y="connsiteY1508"/>
                  </a:cxn>
                  <a:cxn ang="0">
                    <a:pos x="connsiteX1509" y="connsiteY1509"/>
                  </a:cxn>
                  <a:cxn ang="0">
                    <a:pos x="connsiteX1510" y="connsiteY1510"/>
                  </a:cxn>
                  <a:cxn ang="0">
                    <a:pos x="connsiteX1511" y="connsiteY1511"/>
                  </a:cxn>
                  <a:cxn ang="0">
                    <a:pos x="connsiteX1512" y="connsiteY1512"/>
                  </a:cxn>
                  <a:cxn ang="0">
                    <a:pos x="connsiteX1513" y="connsiteY1513"/>
                  </a:cxn>
                  <a:cxn ang="0">
                    <a:pos x="connsiteX1514" y="connsiteY1514"/>
                  </a:cxn>
                  <a:cxn ang="0">
                    <a:pos x="connsiteX1515" y="connsiteY1515"/>
                  </a:cxn>
                  <a:cxn ang="0">
                    <a:pos x="connsiteX1516" y="connsiteY1516"/>
                  </a:cxn>
                  <a:cxn ang="0">
                    <a:pos x="connsiteX1517" y="connsiteY1517"/>
                  </a:cxn>
                  <a:cxn ang="0">
                    <a:pos x="connsiteX1518" y="connsiteY1518"/>
                  </a:cxn>
                  <a:cxn ang="0">
                    <a:pos x="connsiteX1519" y="connsiteY1519"/>
                  </a:cxn>
                  <a:cxn ang="0">
                    <a:pos x="connsiteX1520" y="connsiteY1520"/>
                  </a:cxn>
                  <a:cxn ang="0">
                    <a:pos x="connsiteX1521" y="connsiteY1521"/>
                  </a:cxn>
                  <a:cxn ang="0">
                    <a:pos x="connsiteX1522" y="connsiteY1522"/>
                  </a:cxn>
                  <a:cxn ang="0">
                    <a:pos x="connsiteX1523" y="connsiteY1523"/>
                  </a:cxn>
                  <a:cxn ang="0">
                    <a:pos x="connsiteX1524" y="connsiteY1524"/>
                  </a:cxn>
                  <a:cxn ang="0">
                    <a:pos x="connsiteX1525" y="connsiteY1525"/>
                  </a:cxn>
                  <a:cxn ang="0">
                    <a:pos x="connsiteX1526" y="connsiteY1526"/>
                  </a:cxn>
                  <a:cxn ang="0">
                    <a:pos x="connsiteX1527" y="connsiteY1527"/>
                  </a:cxn>
                  <a:cxn ang="0">
                    <a:pos x="connsiteX1528" y="connsiteY1528"/>
                  </a:cxn>
                  <a:cxn ang="0">
                    <a:pos x="connsiteX1529" y="connsiteY1529"/>
                  </a:cxn>
                  <a:cxn ang="0">
                    <a:pos x="connsiteX1530" y="connsiteY1530"/>
                  </a:cxn>
                  <a:cxn ang="0">
                    <a:pos x="connsiteX1531" y="connsiteY1531"/>
                  </a:cxn>
                  <a:cxn ang="0">
                    <a:pos x="connsiteX1532" y="connsiteY1532"/>
                  </a:cxn>
                  <a:cxn ang="0">
                    <a:pos x="connsiteX1533" y="connsiteY1533"/>
                  </a:cxn>
                  <a:cxn ang="0">
                    <a:pos x="connsiteX1534" y="connsiteY1534"/>
                  </a:cxn>
                  <a:cxn ang="0">
                    <a:pos x="connsiteX1535" y="connsiteY1535"/>
                  </a:cxn>
                  <a:cxn ang="0">
                    <a:pos x="connsiteX1536" y="connsiteY1536"/>
                  </a:cxn>
                  <a:cxn ang="0">
                    <a:pos x="connsiteX1537" y="connsiteY1537"/>
                  </a:cxn>
                  <a:cxn ang="0">
                    <a:pos x="connsiteX1538" y="connsiteY1538"/>
                  </a:cxn>
                  <a:cxn ang="0">
                    <a:pos x="connsiteX1539" y="connsiteY1539"/>
                  </a:cxn>
                  <a:cxn ang="0">
                    <a:pos x="connsiteX1540" y="connsiteY1540"/>
                  </a:cxn>
                  <a:cxn ang="0">
                    <a:pos x="connsiteX1541" y="connsiteY1541"/>
                  </a:cxn>
                  <a:cxn ang="0">
                    <a:pos x="connsiteX1542" y="connsiteY1542"/>
                  </a:cxn>
                  <a:cxn ang="0">
                    <a:pos x="connsiteX1543" y="connsiteY1543"/>
                  </a:cxn>
                  <a:cxn ang="0">
                    <a:pos x="connsiteX1544" y="connsiteY1544"/>
                  </a:cxn>
                  <a:cxn ang="0">
                    <a:pos x="connsiteX1545" y="connsiteY1545"/>
                  </a:cxn>
                  <a:cxn ang="0">
                    <a:pos x="connsiteX1546" y="connsiteY1546"/>
                  </a:cxn>
                  <a:cxn ang="0">
                    <a:pos x="connsiteX1547" y="connsiteY1547"/>
                  </a:cxn>
                  <a:cxn ang="0">
                    <a:pos x="connsiteX1548" y="connsiteY1548"/>
                  </a:cxn>
                  <a:cxn ang="0">
                    <a:pos x="connsiteX1549" y="connsiteY1549"/>
                  </a:cxn>
                  <a:cxn ang="0">
                    <a:pos x="connsiteX1550" y="connsiteY1550"/>
                  </a:cxn>
                  <a:cxn ang="0">
                    <a:pos x="connsiteX1551" y="connsiteY1551"/>
                  </a:cxn>
                  <a:cxn ang="0">
                    <a:pos x="connsiteX1552" y="connsiteY1552"/>
                  </a:cxn>
                  <a:cxn ang="0">
                    <a:pos x="connsiteX1553" y="connsiteY1553"/>
                  </a:cxn>
                  <a:cxn ang="0">
                    <a:pos x="connsiteX1554" y="connsiteY1554"/>
                  </a:cxn>
                  <a:cxn ang="0">
                    <a:pos x="connsiteX1555" y="connsiteY1555"/>
                  </a:cxn>
                  <a:cxn ang="0">
                    <a:pos x="connsiteX1556" y="connsiteY1556"/>
                  </a:cxn>
                  <a:cxn ang="0">
                    <a:pos x="connsiteX1557" y="connsiteY1557"/>
                  </a:cxn>
                  <a:cxn ang="0">
                    <a:pos x="connsiteX1558" y="connsiteY1558"/>
                  </a:cxn>
                  <a:cxn ang="0">
                    <a:pos x="connsiteX1559" y="connsiteY1559"/>
                  </a:cxn>
                  <a:cxn ang="0">
                    <a:pos x="connsiteX1560" y="connsiteY1560"/>
                  </a:cxn>
                  <a:cxn ang="0">
                    <a:pos x="connsiteX1561" y="connsiteY1561"/>
                  </a:cxn>
                  <a:cxn ang="0">
                    <a:pos x="connsiteX1562" y="connsiteY1562"/>
                  </a:cxn>
                  <a:cxn ang="0">
                    <a:pos x="connsiteX1563" y="connsiteY1563"/>
                  </a:cxn>
                  <a:cxn ang="0">
                    <a:pos x="connsiteX1564" y="connsiteY1564"/>
                  </a:cxn>
                  <a:cxn ang="0">
                    <a:pos x="connsiteX1565" y="connsiteY1565"/>
                  </a:cxn>
                  <a:cxn ang="0">
                    <a:pos x="connsiteX1566" y="connsiteY1566"/>
                  </a:cxn>
                  <a:cxn ang="0">
                    <a:pos x="connsiteX1567" y="connsiteY1567"/>
                  </a:cxn>
                  <a:cxn ang="0">
                    <a:pos x="connsiteX1568" y="connsiteY1568"/>
                  </a:cxn>
                  <a:cxn ang="0">
                    <a:pos x="connsiteX1569" y="connsiteY1569"/>
                  </a:cxn>
                  <a:cxn ang="0">
                    <a:pos x="connsiteX1570" y="connsiteY1570"/>
                  </a:cxn>
                  <a:cxn ang="0">
                    <a:pos x="connsiteX1571" y="connsiteY1571"/>
                  </a:cxn>
                  <a:cxn ang="0">
                    <a:pos x="connsiteX1572" y="connsiteY1572"/>
                  </a:cxn>
                  <a:cxn ang="0">
                    <a:pos x="connsiteX1573" y="connsiteY1573"/>
                  </a:cxn>
                  <a:cxn ang="0">
                    <a:pos x="connsiteX1574" y="connsiteY1574"/>
                  </a:cxn>
                  <a:cxn ang="0">
                    <a:pos x="connsiteX1575" y="connsiteY1575"/>
                  </a:cxn>
                  <a:cxn ang="0">
                    <a:pos x="connsiteX1576" y="connsiteY1576"/>
                  </a:cxn>
                  <a:cxn ang="0">
                    <a:pos x="connsiteX1577" y="connsiteY1577"/>
                  </a:cxn>
                  <a:cxn ang="0">
                    <a:pos x="connsiteX1578" y="connsiteY1578"/>
                  </a:cxn>
                  <a:cxn ang="0">
                    <a:pos x="connsiteX1579" y="connsiteY1579"/>
                  </a:cxn>
                  <a:cxn ang="0">
                    <a:pos x="connsiteX1580" y="connsiteY1580"/>
                  </a:cxn>
                  <a:cxn ang="0">
                    <a:pos x="connsiteX1581" y="connsiteY1581"/>
                  </a:cxn>
                  <a:cxn ang="0">
                    <a:pos x="connsiteX1582" y="connsiteY1582"/>
                  </a:cxn>
                  <a:cxn ang="0">
                    <a:pos x="connsiteX1583" y="connsiteY1583"/>
                  </a:cxn>
                  <a:cxn ang="0">
                    <a:pos x="connsiteX1584" y="connsiteY1584"/>
                  </a:cxn>
                  <a:cxn ang="0">
                    <a:pos x="connsiteX1585" y="connsiteY1585"/>
                  </a:cxn>
                  <a:cxn ang="0">
                    <a:pos x="connsiteX1586" y="connsiteY1586"/>
                  </a:cxn>
                  <a:cxn ang="0">
                    <a:pos x="connsiteX1587" y="connsiteY1587"/>
                  </a:cxn>
                  <a:cxn ang="0">
                    <a:pos x="connsiteX1588" y="connsiteY1588"/>
                  </a:cxn>
                  <a:cxn ang="0">
                    <a:pos x="connsiteX1589" y="connsiteY1589"/>
                  </a:cxn>
                  <a:cxn ang="0">
                    <a:pos x="connsiteX1590" y="connsiteY1590"/>
                  </a:cxn>
                  <a:cxn ang="0">
                    <a:pos x="connsiteX1591" y="connsiteY1591"/>
                  </a:cxn>
                  <a:cxn ang="0">
                    <a:pos x="connsiteX1592" y="connsiteY1592"/>
                  </a:cxn>
                  <a:cxn ang="0">
                    <a:pos x="connsiteX1593" y="connsiteY1593"/>
                  </a:cxn>
                  <a:cxn ang="0">
                    <a:pos x="connsiteX1594" y="connsiteY1594"/>
                  </a:cxn>
                  <a:cxn ang="0">
                    <a:pos x="connsiteX1595" y="connsiteY1595"/>
                  </a:cxn>
                  <a:cxn ang="0">
                    <a:pos x="connsiteX1596" y="connsiteY1596"/>
                  </a:cxn>
                  <a:cxn ang="0">
                    <a:pos x="connsiteX1597" y="connsiteY1597"/>
                  </a:cxn>
                  <a:cxn ang="0">
                    <a:pos x="connsiteX1598" y="connsiteY1598"/>
                  </a:cxn>
                  <a:cxn ang="0">
                    <a:pos x="connsiteX1599" y="connsiteY1599"/>
                  </a:cxn>
                  <a:cxn ang="0">
                    <a:pos x="connsiteX1600" y="connsiteY1600"/>
                  </a:cxn>
                  <a:cxn ang="0">
                    <a:pos x="connsiteX1601" y="connsiteY1601"/>
                  </a:cxn>
                  <a:cxn ang="0">
                    <a:pos x="connsiteX1602" y="connsiteY1602"/>
                  </a:cxn>
                  <a:cxn ang="0">
                    <a:pos x="connsiteX1603" y="connsiteY1603"/>
                  </a:cxn>
                  <a:cxn ang="0">
                    <a:pos x="connsiteX1604" y="connsiteY1604"/>
                  </a:cxn>
                  <a:cxn ang="0">
                    <a:pos x="connsiteX1605" y="connsiteY1605"/>
                  </a:cxn>
                  <a:cxn ang="0">
                    <a:pos x="connsiteX1606" y="connsiteY1606"/>
                  </a:cxn>
                  <a:cxn ang="0">
                    <a:pos x="connsiteX1607" y="connsiteY1607"/>
                  </a:cxn>
                  <a:cxn ang="0">
                    <a:pos x="connsiteX1608" y="connsiteY1608"/>
                  </a:cxn>
                  <a:cxn ang="0">
                    <a:pos x="connsiteX1609" y="connsiteY1609"/>
                  </a:cxn>
                  <a:cxn ang="0">
                    <a:pos x="connsiteX1610" y="connsiteY1610"/>
                  </a:cxn>
                  <a:cxn ang="0">
                    <a:pos x="connsiteX1611" y="connsiteY1611"/>
                  </a:cxn>
                  <a:cxn ang="0">
                    <a:pos x="connsiteX1612" y="connsiteY1612"/>
                  </a:cxn>
                  <a:cxn ang="0">
                    <a:pos x="connsiteX1613" y="connsiteY1613"/>
                  </a:cxn>
                  <a:cxn ang="0">
                    <a:pos x="connsiteX1614" y="connsiteY1614"/>
                  </a:cxn>
                  <a:cxn ang="0">
                    <a:pos x="connsiteX1615" y="connsiteY1615"/>
                  </a:cxn>
                  <a:cxn ang="0">
                    <a:pos x="connsiteX1616" y="connsiteY1616"/>
                  </a:cxn>
                  <a:cxn ang="0">
                    <a:pos x="connsiteX1617" y="connsiteY1617"/>
                  </a:cxn>
                  <a:cxn ang="0">
                    <a:pos x="connsiteX1618" y="connsiteY1618"/>
                  </a:cxn>
                  <a:cxn ang="0">
                    <a:pos x="connsiteX1619" y="connsiteY1619"/>
                  </a:cxn>
                  <a:cxn ang="0">
                    <a:pos x="connsiteX1620" y="connsiteY1620"/>
                  </a:cxn>
                  <a:cxn ang="0">
                    <a:pos x="connsiteX1621" y="connsiteY1621"/>
                  </a:cxn>
                  <a:cxn ang="0">
                    <a:pos x="connsiteX1622" y="connsiteY1622"/>
                  </a:cxn>
                  <a:cxn ang="0">
                    <a:pos x="connsiteX1623" y="connsiteY1623"/>
                  </a:cxn>
                  <a:cxn ang="0">
                    <a:pos x="connsiteX1624" y="connsiteY1624"/>
                  </a:cxn>
                  <a:cxn ang="0">
                    <a:pos x="connsiteX1625" y="connsiteY1625"/>
                  </a:cxn>
                  <a:cxn ang="0">
                    <a:pos x="connsiteX1626" y="connsiteY1626"/>
                  </a:cxn>
                  <a:cxn ang="0">
                    <a:pos x="connsiteX1627" y="connsiteY1627"/>
                  </a:cxn>
                  <a:cxn ang="0">
                    <a:pos x="connsiteX1628" y="connsiteY1628"/>
                  </a:cxn>
                  <a:cxn ang="0">
                    <a:pos x="connsiteX1629" y="connsiteY1629"/>
                  </a:cxn>
                  <a:cxn ang="0">
                    <a:pos x="connsiteX1630" y="connsiteY1630"/>
                  </a:cxn>
                  <a:cxn ang="0">
                    <a:pos x="connsiteX1631" y="connsiteY1631"/>
                  </a:cxn>
                  <a:cxn ang="0">
                    <a:pos x="connsiteX1632" y="connsiteY1632"/>
                  </a:cxn>
                  <a:cxn ang="0">
                    <a:pos x="connsiteX1633" y="connsiteY1633"/>
                  </a:cxn>
                  <a:cxn ang="0">
                    <a:pos x="connsiteX1634" y="connsiteY1634"/>
                  </a:cxn>
                  <a:cxn ang="0">
                    <a:pos x="connsiteX1635" y="connsiteY1635"/>
                  </a:cxn>
                  <a:cxn ang="0">
                    <a:pos x="connsiteX1636" y="connsiteY1636"/>
                  </a:cxn>
                  <a:cxn ang="0">
                    <a:pos x="connsiteX1637" y="connsiteY1637"/>
                  </a:cxn>
                  <a:cxn ang="0">
                    <a:pos x="connsiteX1638" y="connsiteY1638"/>
                  </a:cxn>
                  <a:cxn ang="0">
                    <a:pos x="connsiteX1639" y="connsiteY1639"/>
                  </a:cxn>
                  <a:cxn ang="0">
                    <a:pos x="connsiteX1640" y="connsiteY1640"/>
                  </a:cxn>
                  <a:cxn ang="0">
                    <a:pos x="connsiteX1641" y="connsiteY1641"/>
                  </a:cxn>
                  <a:cxn ang="0">
                    <a:pos x="connsiteX1642" y="connsiteY1642"/>
                  </a:cxn>
                  <a:cxn ang="0">
                    <a:pos x="connsiteX1643" y="connsiteY1643"/>
                  </a:cxn>
                  <a:cxn ang="0">
                    <a:pos x="connsiteX1644" y="connsiteY1644"/>
                  </a:cxn>
                  <a:cxn ang="0">
                    <a:pos x="connsiteX1645" y="connsiteY1645"/>
                  </a:cxn>
                  <a:cxn ang="0">
                    <a:pos x="connsiteX1646" y="connsiteY1646"/>
                  </a:cxn>
                  <a:cxn ang="0">
                    <a:pos x="connsiteX1647" y="connsiteY1647"/>
                  </a:cxn>
                  <a:cxn ang="0">
                    <a:pos x="connsiteX1648" y="connsiteY1648"/>
                  </a:cxn>
                  <a:cxn ang="0">
                    <a:pos x="connsiteX1649" y="connsiteY1649"/>
                  </a:cxn>
                  <a:cxn ang="0">
                    <a:pos x="connsiteX1650" y="connsiteY1650"/>
                  </a:cxn>
                  <a:cxn ang="0">
                    <a:pos x="connsiteX1651" y="connsiteY1651"/>
                  </a:cxn>
                  <a:cxn ang="0">
                    <a:pos x="connsiteX1652" y="connsiteY1652"/>
                  </a:cxn>
                  <a:cxn ang="0">
                    <a:pos x="connsiteX1653" y="connsiteY1653"/>
                  </a:cxn>
                  <a:cxn ang="0">
                    <a:pos x="connsiteX1654" y="connsiteY1654"/>
                  </a:cxn>
                  <a:cxn ang="0">
                    <a:pos x="connsiteX1655" y="connsiteY1655"/>
                  </a:cxn>
                  <a:cxn ang="0">
                    <a:pos x="connsiteX1656" y="connsiteY1656"/>
                  </a:cxn>
                  <a:cxn ang="0">
                    <a:pos x="connsiteX1657" y="connsiteY1657"/>
                  </a:cxn>
                  <a:cxn ang="0">
                    <a:pos x="connsiteX1658" y="connsiteY1658"/>
                  </a:cxn>
                  <a:cxn ang="0">
                    <a:pos x="connsiteX1659" y="connsiteY1659"/>
                  </a:cxn>
                  <a:cxn ang="0">
                    <a:pos x="connsiteX1660" y="connsiteY1660"/>
                  </a:cxn>
                  <a:cxn ang="0">
                    <a:pos x="connsiteX1661" y="connsiteY1661"/>
                  </a:cxn>
                  <a:cxn ang="0">
                    <a:pos x="connsiteX1662" y="connsiteY1662"/>
                  </a:cxn>
                  <a:cxn ang="0">
                    <a:pos x="connsiteX1663" y="connsiteY1663"/>
                  </a:cxn>
                  <a:cxn ang="0">
                    <a:pos x="connsiteX1664" y="connsiteY1664"/>
                  </a:cxn>
                  <a:cxn ang="0">
                    <a:pos x="connsiteX1665" y="connsiteY1665"/>
                  </a:cxn>
                  <a:cxn ang="0">
                    <a:pos x="connsiteX1666" y="connsiteY1666"/>
                  </a:cxn>
                  <a:cxn ang="0">
                    <a:pos x="connsiteX1667" y="connsiteY1667"/>
                  </a:cxn>
                  <a:cxn ang="0">
                    <a:pos x="connsiteX1668" y="connsiteY1668"/>
                  </a:cxn>
                  <a:cxn ang="0">
                    <a:pos x="connsiteX1669" y="connsiteY1669"/>
                  </a:cxn>
                  <a:cxn ang="0">
                    <a:pos x="connsiteX1670" y="connsiteY1670"/>
                  </a:cxn>
                  <a:cxn ang="0">
                    <a:pos x="connsiteX1671" y="connsiteY1671"/>
                  </a:cxn>
                  <a:cxn ang="0">
                    <a:pos x="connsiteX1672" y="connsiteY1672"/>
                  </a:cxn>
                  <a:cxn ang="0">
                    <a:pos x="connsiteX1673" y="connsiteY1673"/>
                  </a:cxn>
                  <a:cxn ang="0">
                    <a:pos x="connsiteX1674" y="connsiteY1674"/>
                  </a:cxn>
                  <a:cxn ang="0">
                    <a:pos x="connsiteX1675" y="connsiteY1675"/>
                  </a:cxn>
                  <a:cxn ang="0">
                    <a:pos x="connsiteX1676" y="connsiteY1676"/>
                  </a:cxn>
                  <a:cxn ang="0">
                    <a:pos x="connsiteX1677" y="connsiteY1677"/>
                  </a:cxn>
                  <a:cxn ang="0">
                    <a:pos x="connsiteX1678" y="connsiteY1678"/>
                  </a:cxn>
                  <a:cxn ang="0">
                    <a:pos x="connsiteX1679" y="connsiteY1679"/>
                  </a:cxn>
                  <a:cxn ang="0">
                    <a:pos x="connsiteX1680" y="connsiteY1680"/>
                  </a:cxn>
                  <a:cxn ang="0">
                    <a:pos x="connsiteX1681" y="connsiteY1681"/>
                  </a:cxn>
                  <a:cxn ang="0">
                    <a:pos x="connsiteX1682" y="connsiteY1682"/>
                  </a:cxn>
                  <a:cxn ang="0">
                    <a:pos x="connsiteX1683" y="connsiteY1683"/>
                  </a:cxn>
                  <a:cxn ang="0">
                    <a:pos x="connsiteX1684" y="connsiteY1684"/>
                  </a:cxn>
                  <a:cxn ang="0">
                    <a:pos x="connsiteX1685" y="connsiteY1685"/>
                  </a:cxn>
                  <a:cxn ang="0">
                    <a:pos x="connsiteX1686" y="connsiteY1686"/>
                  </a:cxn>
                  <a:cxn ang="0">
                    <a:pos x="connsiteX1687" y="connsiteY1687"/>
                  </a:cxn>
                  <a:cxn ang="0">
                    <a:pos x="connsiteX1688" y="connsiteY1688"/>
                  </a:cxn>
                  <a:cxn ang="0">
                    <a:pos x="connsiteX1689" y="connsiteY1689"/>
                  </a:cxn>
                  <a:cxn ang="0">
                    <a:pos x="connsiteX1690" y="connsiteY1690"/>
                  </a:cxn>
                  <a:cxn ang="0">
                    <a:pos x="connsiteX1691" y="connsiteY1691"/>
                  </a:cxn>
                  <a:cxn ang="0">
                    <a:pos x="connsiteX1692" y="connsiteY1692"/>
                  </a:cxn>
                  <a:cxn ang="0">
                    <a:pos x="connsiteX1693" y="connsiteY1693"/>
                  </a:cxn>
                  <a:cxn ang="0">
                    <a:pos x="connsiteX1694" y="connsiteY1694"/>
                  </a:cxn>
                  <a:cxn ang="0">
                    <a:pos x="connsiteX1695" y="connsiteY1695"/>
                  </a:cxn>
                  <a:cxn ang="0">
                    <a:pos x="connsiteX1696" y="connsiteY1696"/>
                  </a:cxn>
                  <a:cxn ang="0">
                    <a:pos x="connsiteX1697" y="connsiteY1697"/>
                  </a:cxn>
                  <a:cxn ang="0">
                    <a:pos x="connsiteX1698" y="connsiteY1698"/>
                  </a:cxn>
                  <a:cxn ang="0">
                    <a:pos x="connsiteX1699" y="connsiteY1699"/>
                  </a:cxn>
                  <a:cxn ang="0">
                    <a:pos x="connsiteX1700" y="connsiteY1700"/>
                  </a:cxn>
                  <a:cxn ang="0">
                    <a:pos x="connsiteX1701" y="connsiteY1701"/>
                  </a:cxn>
                  <a:cxn ang="0">
                    <a:pos x="connsiteX1702" y="connsiteY1702"/>
                  </a:cxn>
                  <a:cxn ang="0">
                    <a:pos x="connsiteX1703" y="connsiteY1703"/>
                  </a:cxn>
                  <a:cxn ang="0">
                    <a:pos x="connsiteX1704" y="connsiteY1704"/>
                  </a:cxn>
                  <a:cxn ang="0">
                    <a:pos x="connsiteX1705" y="connsiteY1705"/>
                  </a:cxn>
                  <a:cxn ang="0">
                    <a:pos x="connsiteX1706" y="connsiteY1706"/>
                  </a:cxn>
                  <a:cxn ang="0">
                    <a:pos x="connsiteX1707" y="connsiteY1707"/>
                  </a:cxn>
                  <a:cxn ang="0">
                    <a:pos x="connsiteX1708" y="connsiteY1708"/>
                  </a:cxn>
                  <a:cxn ang="0">
                    <a:pos x="connsiteX1709" y="connsiteY1709"/>
                  </a:cxn>
                  <a:cxn ang="0">
                    <a:pos x="connsiteX1710" y="connsiteY1710"/>
                  </a:cxn>
                  <a:cxn ang="0">
                    <a:pos x="connsiteX1711" y="connsiteY1711"/>
                  </a:cxn>
                  <a:cxn ang="0">
                    <a:pos x="connsiteX1712" y="connsiteY1712"/>
                  </a:cxn>
                  <a:cxn ang="0">
                    <a:pos x="connsiteX1713" y="connsiteY1713"/>
                  </a:cxn>
                  <a:cxn ang="0">
                    <a:pos x="connsiteX1714" y="connsiteY1714"/>
                  </a:cxn>
                  <a:cxn ang="0">
                    <a:pos x="connsiteX1715" y="connsiteY1715"/>
                  </a:cxn>
                  <a:cxn ang="0">
                    <a:pos x="connsiteX1716" y="connsiteY1716"/>
                  </a:cxn>
                  <a:cxn ang="0">
                    <a:pos x="connsiteX1717" y="connsiteY1717"/>
                  </a:cxn>
                  <a:cxn ang="0">
                    <a:pos x="connsiteX1718" y="connsiteY1718"/>
                  </a:cxn>
                  <a:cxn ang="0">
                    <a:pos x="connsiteX1719" y="connsiteY1719"/>
                  </a:cxn>
                  <a:cxn ang="0">
                    <a:pos x="connsiteX1720" y="connsiteY1720"/>
                  </a:cxn>
                  <a:cxn ang="0">
                    <a:pos x="connsiteX1721" y="connsiteY1721"/>
                  </a:cxn>
                  <a:cxn ang="0">
                    <a:pos x="connsiteX1722" y="connsiteY1722"/>
                  </a:cxn>
                  <a:cxn ang="0">
                    <a:pos x="connsiteX1723" y="connsiteY1723"/>
                  </a:cxn>
                  <a:cxn ang="0">
                    <a:pos x="connsiteX1724" y="connsiteY1724"/>
                  </a:cxn>
                  <a:cxn ang="0">
                    <a:pos x="connsiteX1725" y="connsiteY1725"/>
                  </a:cxn>
                  <a:cxn ang="0">
                    <a:pos x="connsiteX1726" y="connsiteY1726"/>
                  </a:cxn>
                  <a:cxn ang="0">
                    <a:pos x="connsiteX1727" y="connsiteY1727"/>
                  </a:cxn>
                  <a:cxn ang="0">
                    <a:pos x="connsiteX1728" y="connsiteY1728"/>
                  </a:cxn>
                  <a:cxn ang="0">
                    <a:pos x="connsiteX1729" y="connsiteY1729"/>
                  </a:cxn>
                  <a:cxn ang="0">
                    <a:pos x="connsiteX1730" y="connsiteY1730"/>
                  </a:cxn>
                  <a:cxn ang="0">
                    <a:pos x="connsiteX1731" y="connsiteY1731"/>
                  </a:cxn>
                  <a:cxn ang="0">
                    <a:pos x="connsiteX1732" y="connsiteY1732"/>
                  </a:cxn>
                  <a:cxn ang="0">
                    <a:pos x="connsiteX1733" y="connsiteY1733"/>
                  </a:cxn>
                  <a:cxn ang="0">
                    <a:pos x="connsiteX1734" y="connsiteY1734"/>
                  </a:cxn>
                  <a:cxn ang="0">
                    <a:pos x="connsiteX1735" y="connsiteY1735"/>
                  </a:cxn>
                  <a:cxn ang="0">
                    <a:pos x="connsiteX1736" y="connsiteY1736"/>
                  </a:cxn>
                  <a:cxn ang="0">
                    <a:pos x="connsiteX1737" y="connsiteY1737"/>
                  </a:cxn>
                  <a:cxn ang="0">
                    <a:pos x="connsiteX1738" y="connsiteY1738"/>
                  </a:cxn>
                  <a:cxn ang="0">
                    <a:pos x="connsiteX1739" y="connsiteY1739"/>
                  </a:cxn>
                  <a:cxn ang="0">
                    <a:pos x="connsiteX1740" y="connsiteY1740"/>
                  </a:cxn>
                  <a:cxn ang="0">
                    <a:pos x="connsiteX1741" y="connsiteY1741"/>
                  </a:cxn>
                  <a:cxn ang="0">
                    <a:pos x="connsiteX1742" y="connsiteY1742"/>
                  </a:cxn>
                  <a:cxn ang="0">
                    <a:pos x="connsiteX1743" y="connsiteY1743"/>
                  </a:cxn>
                  <a:cxn ang="0">
                    <a:pos x="connsiteX1744" y="connsiteY1744"/>
                  </a:cxn>
                  <a:cxn ang="0">
                    <a:pos x="connsiteX1745" y="connsiteY1745"/>
                  </a:cxn>
                  <a:cxn ang="0">
                    <a:pos x="connsiteX1746" y="connsiteY1746"/>
                  </a:cxn>
                  <a:cxn ang="0">
                    <a:pos x="connsiteX1747" y="connsiteY1747"/>
                  </a:cxn>
                  <a:cxn ang="0">
                    <a:pos x="connsiteX1748" y="connsiteY1748"/>
                  </a:cxn>
                  <a:cxn ang="0">
                    <a:pos x="connsiteX1749" y="connsiteY1749"/>
                  </a:cxn>
                  <a:cxn ang="0">
                    <a:pos x="connsiteX1750" y="connsiteY1750"/>
                  </a:cxn>
                  <a:cxn ang="0">
                    <a:pos x="connsiteX1751" y="connsiteY1751"/>
                  </a:cxn>
                  <a:cxn ang="0">
                    <a:pos x="connsiteX1752" y="connsiteY1752"/>
                  </a:cxn>
                  <a:cxn ang="0">
                    <a:pos x="connsiteX1753" y="connsiteY1753"/>
                  </a:cxn>
                  <a:cxn ang="0">
                    <a:pos x="connsiteX1754" y="connsiteY1754"/>
                  </a:cxn>
                  <a:cxn ang="0">
                    <a:pos x="connsiteX1755" y="connsiteY1755"/>
                  </a:cxn>
                  <a:cxn ang="0">
                    <a:pos x="connsiteX1756" y="connsiteY1756"/>
                  </a:cxn>
                  <a:cxn ang="0">
                    <a:pos x="connsiteX1757" y="connsiteY1757"/>
                  </a:cxn>
                  <a:cxn ang="0">
                    <a:pos x="connsiteX1758" y="connsiteY1758"/>
                  </a:cxn>
                  <a:cxn ang="0">
                    <a:pos x="connsiteX1759" y="connsiteY1759"/>
                  </a:cxn>
                  <a:cxn ang="0">
                    <a:pos x="connsiteX1760" y="connsiteY1760"/>
                  </a:cxn>
                  <a:cxn ang="0">
                    <a:pos x="connsiteX1761" y="connsiteY1761"/>
                  </a:cxn>
                  <a:cxn ang="0">
                    <a:pos x="connsiteX1762" y="connsiteY1762"/>
                  </a:cxn>
                  <a:cxn ang="0">
                    <a:pos x="connsiteX1763" y="connsiteY1763"/>
                  </a:cxn>
                  <a:cxn ang="0">
                    <a:pos x="connsiteX1764" y="connsiteY1764"/>
                  </a:cxn>
                  <a:cxn ang="0">
                    <a:pos x="connsiteX1765" y="connsiteY1765"/>
                  </a:cxn>
                  <a:cxn ang="0">
                    <a:pos x="connsiteX1766" y="connsiteY1766"/>
                  </a:cxn>
                  <a:cxn ang="0">
                    <a:pos x="connsiteX1767" y="connsiteY1767"/>
                  </a:cxn>
                  <a:cxn ang="0">
                    <a:pos x="connsiteX1768" y="connsiteY1768"/>
                  </a:cxn>
                  <a:cxn ang="0">
                    <a:pos x="connsiteX1769" y="connsiteY1769"/>
                  </a:cxn>
                  <a:cxn ang="0">
                    <a:pos x="connsiteX1770" y="connsiteY1770"/>
                  </a:cxn>
                  <a:cxn ang="0">
                    <a:pos x="connsiteX1771" y="connsiteY1771"/>
                  </a:cxn>
                  <a:cxn ang="0">
                    <a:pos x="connsiteX1772" y="connsiteY1772"/>
                  </a:cxn>
                  <a:cxn ang="0">
                    <a:pos x="connsiteX1773" y="connsiteY1773"/>
                  </a:cxn>
                  <a:cxn ang="0">
                    <a:pos x="connsiteX1774" y="connsiteY1774"/>
                  </a:cxn>
                  <a:cxn ang="0">
                    <a:pos x="connsiteX1775" y="connsiteY1775"/>
                  </a:cxn>
                  <a:cxn ang="0">
                    <a:pos x="connsiteX1776" y="connsiteY1776"/>
                  </a:cxn>
                  <a:cxn ang="0">
                    <a:pos x="connsiteX1777" y="connsiteY1777"/>
                  </a:cxn>
                  <a:cxn ang="0">
                    <a:pos x="connsiteX1778" y="connsiteY1778"/>
                  </a:cxn>
                  <a:cxn ang="0">
                    <a:pos x="connsiteX1779" y="connsiteY1779"/>
                  </a:cxn>
                  <a:cxn ang="0">
                    <a:pos x="connsiteX1780" y="connsiteY1780"/>
                  </a:cxn>
                  <a:cxn ang="0">
                    <a:pos x="connsiteX1781" y="connsiteY1781"/>
                  </a:cxn>
                  <a:cxn ang="0">
                    <a:pos x="connsiteX1782" y="connsiteY1782"/>
                  </a:cxn>
                  <a:cxn ang="0">
                    <a:pos x="connsiteX1783" y="connsiteY1783"/>
                  </a:cxn>
                  <a:cxn ang="0">
                    <a:pos x="connsiteX1784" y="connsiteY1784"/>
                  </a:cxn>
                  <a:cxn ang="0">
                    <a:pos x="connsiteX1785" y="connsiteY1785"/>
                  </a:cxn>
                  <a:cxn ang="0">
                    <a:pos x="connsiteX1786" y="connsiteY1786"/>
                  </a:cxn>
                  <a:cxn ang="0">
                    <a:pos x="connsiteX1787" y="connsiteY1787"/>
                  </a:cxn>
                  <a:cxn ang="0">
                    <a:pos x="connsiteX1788" y="connsiteY1788"/>
                  </a:cxn>
                  <a:cxn ang="0">
                    <a:pos x="connsiteX1789" y="connsiteY1789"/>
                  </a:cxn>
                  <a:cxn ang="0">
                    <a:pos x="connsiteX1790" y="connsiteY1790"/>
                  </a:cxn>
                  <a:cxn ang="0">
                    <a:pos x="connsiteX1791" y="connsiteY1791"/>
                  </a:cxn>
                  <a:cxn ang="0">
                    <a:pos x="connsiteX1792" y="connsiteY1792"/>
                  </a:cxn>
                  <a:cxn ang="0">
                    <a:pos x="connsiteX1793" y="connsiteY1793"/>
                  </a:cxn>
                  <a:cxn ang="0">
                    <a:pos x="connsiteX1794" y="connsiteY1794"/>
                  </a:cxn>
                  <a:cxn ang="0">
                    <a:pos x="connsiteX1795" y="connsiteY1795"/>
                  </a:cxn>
                  <a:cxn ang="0">
                    <a:pos x="connsiteX1796" y="connsiteY1796"/>
                  </a:cxn>
                  <a:cxn ang="0">
                    <a:pos x="connsiteX1797" y="connsiteY1797"/>
                  </a:cxn>
                  <a:cxn ang="0">
                    <a:pos x="connsiteX1798" y="connsiteY1798"/>
                  </a:cxn>
                  <a:cxn ang="0">
                    <a:pos x="connsiteX1799" y="connsiteY1799"/>
                  </a:cxn>
                  <a:cxn ang="0">
                    <a:pos x="connsiteX1800" y="connsiteY1800"/>
                  </a:cxn>
                  <a:cxn ang="0">
                    <a:pos x="connsiteX1801" y="connsiteY1801"/>
                  </a:cxn>
                  <a:cxn ang="0">
                    <a:pos x="connsiteX1802" y="connsiteY1802"/>
                  </a:cxn>
                  <a:cxn ang="0">
                    <a:pos x="connsiteX1803" y="connsiteY1803"/>
                  </a:cxn>
                  <a:cxn ang="0">
                    <a:pos x="connsiteX1804" y="connsiteY1804"/>
                  </a:cxn>
                  <a:cxn ang="0">
                    <a:pos x="connsiteX1805" y="connsiteY1805"/>
                  </a:cxn>
                  <a:cxn ang="0">
                    <a:pos x="connsiteX1806" y="connsiteY1806"/>
                  </a:cxn>
                  <a:cxn ang="0">
                    <a:pos x="connsiteX1807" y="connsiteY1807"/>
                  </a:cxn>
                  <a:cxn ang="0">
                    <a:pos x="connsiteX1808" y="connsiteY1808"/>
                  </a:cxn>
                  <a:cxn ang="0">
                    <a:pos x="connsiteX1809" y="connsiteY1809"/>
                  </a:cxn>
                  <a:cxn ang="0">
                    <a:pos x="connsiteX1810" y="connsiteY1810"/>
                  </a:cxn>
                  <a:cxn ang="0">
                    <a:pos x="connsiteX1811" y="connsiteY1811"/>
                  </a:cxn>
                  <a:cxn ang="0">
                    <a:pos x="connsiteX1812" y="connsiteY1812"/>
                  </a:cxn>
                  <a:cxn ang="0">
                    <a:pos x="connsiteX1813" y="connsiteY1813"/>
                  </a:cxn>
                  <a:cxn ang="0">
                    <a:pos x="connsiteX1814" y="connsiteY1814"/>
                  </a:cxn>
                  <a:cxn ang="0">
                    <a:pos x="connsiteX1815" y="connsiteY1815"/>
                  </a:cxn>
                  <a:cxn ang="0">
                    <a:pos x="connsiteX1816" y="connsiteY1816"/>
                  </a:cxn>
                  <a:cxn ang="0">
                    <a:pos x="connsiteX1817" y="connsiteY1817"/>
                  </a:cxn>
                  <a:cxn ang="0">
                    <a:pos x="connsiteX1818" y="connsiteY1818"/>
                  </a:cxn>
                  <a:cxn ang="0">
                    <a:pos x="connsiteX1819" y="connsiteY1819"/>
                  </a:cxn>
                  <a:cxn ang="0">
                    <a:pos x="connsiteX1820" y="connsiteY1820"/>
                  </a:cxn>
                  <a:cxn ang="0">
                    <a:pos x="connsiteX1821" y="connsiteY1821"/>
                  </a:cxn>
                  <a:cxn ang="0">
                    <a:pos x="connsiteX1822" y="connsiteY1822"/>
                  </a:cxn>
                  <a:cxn ang="0">
                    <a:pos x="connsiteX1823" y="connsiteY1823"/>
                  </a:cxn>
                  <a:cxn ang="0">
                    <a:pos x="connsiteX1824" y="connsiteY1824"/>
                  </a:cxn>
                  <a:cxn ang="0">
                    <a:pos x="connsiteX1825" y="connsiteY1825"/>
                  </a:cxn>
                  <a:cxn ang="0">
                    <a:pos x="connsiteX1826" y="connsiteY1826"/>
                  </a:cxn>
                  <a:cxn ang="0">
                    <a:pos x="connsiteX1827" y="connsiteY1827"/>
                  </a:cxn>
                  <a:cxn ang="0">
                    <a:pos x="connsiteX1828" y="connsiteY1828"/>
                  </a:cxn>
                  <a:cxn ang="0">
                    <a:pos x="connsiteX1829" y="connsiteY1829"/>
                  </a:cxn>
                  <a:cxn ang="0">
                    <a:pos x="connsiteX1830" y="connsiteY1830"/>
                  </a:cxn>
                  <a:cxn ang="0">
                    <a:pos x="connsiteX1831" y="connsiteY1831"/>
                  </a:cxn>
                  <a:cxn ang="0">
                    <a:pos x="connsiteX1832" y="connsiteY1832"/>
                  </a:cxn>
                  <a:cxn ang="0">
                    <a:pos x="connsiteX1833" y="connsiteY1833"/>
                  </a:cxn>
                  <a:cxn ang="0">
                    <a:pos x="connsiteX1834" y="connsiteY1834"/>
                  </a:cxn>
                  <a:cxn ang="0">
                    <a:pos x="connsiteX1835" y="connsiteY1835"/>
                  </a:cxn>
                  <a:cxn ang="0">
                    <a:pos x="connsiteX1836" y="connsiteY1836"/>
                  </a:cxn>
                  <a:cxn ang="0">
                    <a:pos x="connsiteX1837" y="connsiteY1837"/>
                  </a:cxn>
                  <a:cxn ang="0">
                    <a:pos x="connsiteX1838" y="connsiteY1838"/>
                  </a:cxn>
                  <a:cxn ang="0">
                    <a:pos x="connsiteX1839" y="connsiteY1839"/>
                  </a:cxn>
                  <a:cxn ang="0">
                    <a:pos x="connsiteX1840" y="connsiteY1840"/>
                  </a:cxn>
                  <a:cxn ang="0">
                    <a:pos x="connsiteX1841" y="connsiteY1841"/>
                  </a:cxn>
                  <a:cxn ang="0">
                    <a:pos x="connsiteX1842" y="connsiteY1842"/>
                  </a:cxn>
                  <a:cxn ang="0">
                    <a:pos x="connsiteX1843" y="connsiteY1843"/>
                  </a:cxn>
                  <a:cxn ang="0">
                    <a:pos x="connsiteX1844" y="connsiteY1844"/>
                  </a:cxn>
                  <a:cxn ang="0">
                    <a:pos x="connsiteX1845" y="connsiteY1845"/>
                  </a:cxn>
                  <a:cxn ang="0">
                    <a:pos x="connsiteX1846" y="connsiteY1846"/>
                  </a:cxn>
                  <a:cxn ang="0">
                    <a:pos x="connsiteX1847" y="connsiteY1847"/>
                  </a:cxn>
                  <a:cxn ang="0">
                    <a:pos x="connsiteX1848" y="connsiteY1848"/>
                  </a:cxn>
                  <a:cxn ang="0">
                    <a:pos x="connsiteX1849" y="connsiteY1849"/>
                  </a:cxn>
                  <a:cxn ang="0">
                    <a:pos x="connsiteX1850" y="connsiteY1850"/>
                  </a:cxn>
                  <a:cxn ang="0">
                    <a:pos x="connsiteX1851" y="connsiteY1851"/>
                  </a:cxn>
                  <a:cxn ang="0">
                    <a:pos x="connsiteX1852" y="connsiteY1852"/>
                  </a:cxn>
                  <a:cxn ang="0">
                    <a:pos x="connsiteX1853" y="connsiteY1853"/>
                  </a:cxn>
                  <a:cxn ang="0">
                    <a:pos x="connsiteX1854" y="connsiteY1854"/>
                  </a:cxn>
                  <a:cxn ang="0">
                    <a:pos x="connsiteX1855" y="connsiteY1855"/>
                  </a:cxn>
                  <a:cxn ang="0">
                    <a:pos x="connsiteX1856" y="connsiteY1856"/>
                  </a:cxn>
                  <a:cxn ang="0">
                    <a:pos x="connsiteX1857" y="connsiteY1857"/>
                  </a:cxn>
                  <a:cxn ang="0">
                    <a:pos x="connsiteX1858" y="connsiteY1858"/>
                  </a:cxn>
                  <a:cxn ang="0">
                    <a:pos x="connsiteX1859" y="connsiteY1859"/>
                  </a:cxn>
                  <a:cxn ang="0">
                    <a:pos x="connsiteX1860" y="connsiteY1860"/>
                  </a:cxn>
                  <a:cxn ang="0">
                    <a:pos x="connsiteX1861" y="connsiteY1861"/>
                  </a:cxn>
                  <a:cxn ang="0">
                    <a:pos x="connsiteX1862" y="connsiteY1862"/>
                  </a:cxn>
                  <a:cxn ang="0">
                    <a:pos x="connsiteX1863" y="connsiteY1863"/>
                  </a:cxn>
                  <a:cxn ang="0">
                    <a:pos x="connsiteX1864" y="connsiteY1864"/>
                  </a:cxn>
                  <a:cxn ang="0">
                    <a:pos x="connsiteX1865" y="connsiteY1865"/>
                  </a:cxn>
                  <a:cxn ang="0">
                    <a:pos x="connsiteX1866" y="connsiteY1866"/>
                  </a:cxn>
                  <a:cxn ang="0">
                    <a:pos x="connsiteX1867" y="connsiteY1867"/>
                  </a:cxn>
                  <a:cxn ang="0">
                    <a:pos x="connsiteX1868" y="connsiteY1868"/>
                  </a:cxn>
                  <a:cxn ang="0">
                    <a:pos x="connsiteX1869" y="connsiteY1869"/>
                  </a:cxn>
                  <a:cxn ang="0">
                    <a:pos x="connsiteX1870" y="connsiteY1870"/>
                  </a:cxn>
                  <a:cxn ang="0">
                    <a:pos x="connsiteX1871" y="connsiteY1871"/>
                  </a:cxn>
                  <a:cxn ang="0">
                    <a:pos x="connsiteX1872" y="connsiteY1872"/>
                  </a:cxn>
                  <a:cxn ang="0">
                    <a:pos x="connsiteX1873" y="connsiteY1873"/>
                  </a:cxn>
                  <a:cxn ang="0">
                    <a:pos x="connsiteX1874" y="connsiteY1874"/>
                  </a:cxn>
                  <a:cxn ang="0">
                    <a:pos x="connsiteX1875" y="connsiteY1875"/>
                  </a:cxn>
                  <a:cxn ang="0">
                    <a:pos x="connsiteX1876" y="connsiteY1876"/>
                  </a:cxn>
                  <a:cxn ang="0">
                    <a:pos x="connsiteX1877" y="connsiteY1877"/>
                  </a:cxn>
                  <a:cxn ang="0">
                    <a:pos x="connsiteX1878" y="connsiteY1878"/>
                  </a:cxn>
                  <a:cxn ang="0">
                    <a:pos x="connsiteX1879" y="connsiteY1879"/>
                  </a:cxn>
                  <a:cxn ang="0">
                    <a:pos x="connsiteX1880" y="connsiteY1880"/>
                  </a:cxn>
                  <a:cxn ang="0">
                    <a:pos x="connsiteX1881" y="connsiteY1881"/>
                  </a:cxn>
                  <a:cxn ang="0">
                    <a:pos x="connsiteX1882" y="connsiteY1882"/>
                  </a:cxn>
                  <a:cxn ang="0">
                    <a:pos x="connsiteX1883" y="connsiteY1883"/>
                  </a:cxn>
                  <a:cxn ang="0">
                    <a:pos x="connsiteX1884" y="connsiteY1884"/>
                  </a:cxn>
                  <a:cxn ang="0">
                    <a:pos x="connsiteX1885" y="connsiteY1885"/>
                  </a:cxn>
                  <a:cxn ang="0">
                    <a:pos x="connsiteX1886" y="connsiteY1886"/>
                  </a:cxn>
                  <a:cxn ang="0">
                    <a:pos x="connsiteX1887" y="connsiteY1887"/>
                  </a:cxn>
                  <a:cxn ang="0">
                    <a:pos x="connsiteX1888" y="connsiteY1888"/>
                  </a:cxn>
                  <a:cxn ang="0">
                    <a:pos x="connsiteX1889" y="connsiteY1889"/>
                  </a:cxn>
                  <a:cxn ang="0">
                    <a:pos x="connsiteX1890" y="connsiteY1890"/>
                  </a:cxn>
                  <a:cxn ang="0">
                    <a:pos x="connsiteX1891" y="connsiteY1891"/>
                  </a:cxn>
                  <a:cxn ang="0">
                    <a:pos x="connsiteX1892" y="connsiteY1892"/>
                  </a:cxn>
                  <a:cxn ang="0">
                    <a:pos x="connsiteX1893" y="connsiteY1893"/>
                  </a:cxn>
                  <a:cxn ang="0">
                    <a:pos x="connsiteX1894" y="connsiteY1894"/>
                  </a:cxn>
                  <a:cxn ang="0">
                    <a:pos x="connsiteX1895" y="connsiteY1895"/>
                  </a:cxn>
                  <a:cxn ang="0">
                    <a:pos x="connsiteX1896" y="connsiteY1896"/>
                  </a:cxn>
                  <a:cxn ang="0">
                    <a:pos x="connsiteX1897" y="connsiteY1897"/>
                  </a:cxn>
                  <a:cxn ang="0">
                    <a:pos x="connsiteX1898" y="connsiteY1898"/>
                  </a:cxn>
                  <a:cxn ang="0">
                    <a:pos x="connsiteX1899" y="connsiteY1899"/>
                  </a:cxn>
                  <a:cxn ang="0">
                    <a:pos x="connsiteX1900" y="connsiteY1900"/>
                  </a:cxn>
                  <a:cxn ang="0">
                    <a:pos x="connsiteX1901" y="connsiteY1901"/>
                  </a:cxn>
                  <a:cxn ang="0">
                    <a:pos x="connsiteX1902" y="connsiteY1902"/>
                  </a:cxn>
                  <a:cxn ang="0">
                    <a:pos x="connsiteX1903" y="connsiteY1903"/>
                  </a:cxn>
                  <a:cxn ang="0">
                    <a:pos x="connsiteX1904" y="connsiteY1904"/>
                  </a:cxn>
                  <a:cxn ang="0">
                    <a:pos x="connsiteX1905" y="connsiteY1905"/>
                  </a:cxn>
                  <a:cxn ang="0">
                    <a:pos x="connsiteX1906" y="connsiteY1906"/>
                  </a:cxn>
                  <a:cxn ang="0">
                    <a:pos x="connsiteX1907" y="connsiteY1907"/>
                  </a:cxn>
                  <a:cxn ang="0">
                    <a:pos x="connsiteX1908" y="connsiteY1908"/>
                  </a:cxn>
                  <a:cxn ang="0">
                    <a:pos x="connsiteX1909" y="connsiteY1909"/>
                  </a:cxn>
                  <a:cxn ang="0">
                    <a:pos x="connsiteX1910" y="connsiteY1910"/>
                  </a:cxn>
                  <a:cxn ang="0">
                    <a:pos x="connsiteX1911" y="connsiteY1911"/>
                  </a:cxn>
                  <a:cxn ang="0">
                    <a:pos x="connsiteX1912" y="connsiteY1912"/>
                  </a:cxn>
                  <a:cxn ang="0">
                    <a:pos x="connsiteX1913" y="connsiteY1913"/>
                  </a:cxn>
                  <a:cxn ang="0">
                    <a:pos x="connsiteX1914" y="connsiteY1914"/>
                  </a:cxn>
                  <a:cxn ang="0">
                    <a:pos x="connsiteX1915" y="connsiteY1915"/>
                  </a:cxn>
                  <a:cxn ang="0">
                    <a:pos x="connsiteX1916" y="connsiteY1916"/>
                  </a:cxn>
                  <a:cxn ang="0">
                    <a:pos x="connsiteX1917" y="connsiteY1917"/>
                  </a:cxn>
                  <a:cxn ang="0">
                    <a:pos x="connsiteX1918" y="connsiteY1918"/>
                  </a:cxn>
                  <a:cxn ang="0">
                    <a:pos x="connsiteX1919" y="connsiteY1919"/>
                  </a:cxn>
                  <a:cxn ang="0">
                    <a:pos x="connsiteX1920" y="connsiteY1920"/>
                  </a:cxn>
                  <a:cxn ang="0">
                    <a:pos x="connsiteX1921" y="connsiteY1921"/>
                  </a:cxn>
                  <a:cxn ang="0">
                    <a:pos x="connsiteX1922" y="connsiteY1922"/>
                  </a:cxn>
                  <a:cxn ang="0">
                    <a:pos x="connsiteX1923" y="connsiteY1923"/>
                  </a:cxn>
                  <a:cxn ang="0">
                    <a:pos x="connsiteX1924" y="connsiteY1924"/>
                  </a:cxn>
                  <a:cxn ang="0">
                    <a:pos x="connsiteX1925" y="connsiteY1925"/>
                  </a:cxn>
                  <a:cxn ang="0">
                    <a:pos x="connsiteX1926" y="connsiteY1926"/>
                  </a:cxn>
                  <a:cxn ang="0">
                    <a:pos x="connsiteX1927" y="connsiteY1927"/>
                  </a:cxn>
                  <a:cxn ang="0">
                    <a:pos x="connsiteX1928" y="connsiteY1928"/>
                  </a:cxn>
                  <a:cxn ang="0">
                    <a:pos x="connsiteX1929" y="connsiteY1929"/>
                  </a:cxn>
                  <a:cxn ang="0">
                    <a:pos x="connsiteX1930" y="connsiteY1930"/>
                  </a:cxn>
                  <a:cxn ang="0">
                    <a:pos x="connsiteX1931" y="connsiteY1931"/>
                  </a:cxn>
                  <a:cxn ang="0">
                    <a:pos x="connsiteX1932" y="connsiteY1932"/>
                  </a:cxn>
                  <a:cxn ang="0">
                    <a:pos x="connsiteX1933" y="connsiteY1933"/>
                  </a:cxn>
                  <a:cxn ang="0">
                    <a:pos x="connsiteX1934" y="connsiteY1934"/>
                  </a:cxn>
                  <a:cxn ang="0">
                    <a:pos x="connsiteX1935" y="connsiteY1935"/>
                  </a:cxn>
                  <a:cxn ang="0">
                    <a:pos x="connsiteX1936" y="connsiteY1936"/>
                  </a:cxn>
                  <a:cxn ang="0">
                    <a:pos x="connsiteX1937" y="connsiteY1937"/>
                  </a:cxn>
                  <a:cxn ang="0">
                    <a:pos x="connsiteX1938" y="connsiteY1938"/>
                  </a:cxn>
                  <a:cxn ang="0">
                    <a:pos x="connsiteX1939" y="connsiteY1939"/>
                  </a:cxn>
                  <a:cxn ang="0">
                    <a:pos x="connsiteX1940" y="connsiteY1940"/>
                  </a:cxn>
                  <a:cxn ang="0">
                    <a:pos x="connsiteX1941" y="connsiteY1941"/>
                  </a:cxn>
                  <a:cxn ang="0">
                    <a:pos x="connsiteX1942" y="connsiteY1942"/>
                  </a:cxn>
                  <a:cxn ang="0">
                    <a:pos x="connsiteX1943" y="connsiteY1943"/>
                  </a:cxn>
                  <a:cxn ang="0">
                    <a:pos x="connsiteX1944" y="connsiteY1944"/>
                  </a:cxn>
                  <a:cxn ang="0">
                    <a:pos x="connsiteX1945" y="connsiteY1945"/>
                  </a:cxn>
                  <a:cxn ang="0">
                    <a:pos x="connsiteX1946" y="connsiteY1946"/>
                  </a:cxn>
                  <a:cxn ang="0">
                    <a:pos x="connsiteX1947" y="connsiteY1947"/>
                  </a:cxn>
                  <a:cxn ang="0">
                    <a:pos x="connsiteX1948" y="connsiteY1948"/>
                  </a:cxn>
                  <a:cxn ang="0">
                    <a:pos x="connsiteX1949" y="connsiteY1949"/>
                  </a:cxn>
                  <a:cxn ang="0">
                    <a:pos x="connsiteX1950" y="connsiteY1950"/>
                  </a:cxn>
                  <a:cxn ang="0">
                    <a:pos x="connsiteX1951" y="connsiteY1951"/>
                  </a:cxn>
                  <a:cxn ang="0">
                    <a:pos x="connsiteX1952" y="connsiteY1952"/>
                  </a:cxn>
                  <a:cxn ang="0">
                    <a:pos x="connsiteX1953" y="connsiteY1953"/>
                  </a:cxn>
                  <a:cxn ang="0">
                    <a:pos x="connsiteX1954" y="connsiteY1954"/>
                  </a:cxn>
                  <a:cxn ang="0">
                    <a:pos x="connsiteX1955" y="connsiteY1955"/>
                  </a:cxn>
                  <a:cxn ang="0">
                    <a:pos x="connsiteX1956" y="connsiteY1956"/>
                  </a:cxn>
                  <a:cxn ang="0">
                    <a:pos x="connsiteX1957" y="connsiteY1957"/>
                  </a:cxn>
                  <a:cxn ang="0">
                    <a:pos x="connsiteX1958" y="connsiteY1958"/>
                  </a:cxn>
                  <a:cxn ang="0">
                    <a:pos x="connsiteX1959" y="connsiteY1959"/>
                  </a:cxn>
                  <a:cxn ang="0">
                    <a:pos x="connsiteX1960" y="connsiteY1960"/>
                  </a:cxn>
                  <a:cxn ang="0">
                    <a:pos x="connsiteX1961" y="connsiteY1961"/>
                  </a:cxn>
                  <a:cxn ang="0">
                    <a:pos x="connsiteX1962" y="connsiteY1962"/>
                  </a:cxn>
                </a:cxnLst>
                <a:rect l="l" t="t" r="r" b="b"/>
                <a:pathLst>
                  <a:path w="7095546" h="4342592">
                    <a:moveTo>
                      <a:pt x="372710" y="259993"/>
                    </a:moveTo>
                    <a:lnTo>
                      <a:pt x="358645" y="274047"/>
                    </a:lnTo>
                    <a:lnTo>
                      <a:pt x="323484" y="281074"/>
                    </a:lnTo>
                    <a:lnTo>
                      <a:pt x="323484" y="238913"/>
                    </a:lnTo>
                    <a:lnTo>
                      <a:pt x="302387" y="203779"/>
                    </a:lnTo>
                    <a:lnTo>
                      <a:pt x="260193" y="203779"/>
                    </a:lnTo>
                    <a:lnTo>
                      <a:pt x="260193" y="217832"/>
                    </a:lnTo>
                    <a:lnTo>
                      <a:pt x="203935" y="203779"/>
                    </a:lnTo>
                    <a:lnTo>
                      <a:pt x="175806" y="217832"/>
                    </a:lnTo>
                    <a:lnTo>
                      <a:pt x="175806" y="140537"/>
                    </a:lnTo>
                    <a:lnTo>
                      <a:pt x="147677" y="140537"/>
                    </a:lnTo>
                    <a:lnTo>
                      <a:pt x="112516" y="112430"/>
                    </a:lnTo>
                    <a:lnTo>
                      <a:pt x="49226" y="14054"/>
                    </a:lnTo>
                    <a:lnTo>
                      <a:pt x="56258" y="0"/>
                    </a:lnTo>
                    <a:moveTo>
                      <a:pt x="267226" y="0"/>
                    </a:moveTo>
                    <a:lnTo>
                      <a:pt x="323484" y="14054"/>
                    </a:lnTo>
                    <a:lnTo>
                      <a:pt x="337548" y="42161"/>
                    </a:lnTo>
                    <a:lnTo>
                      <a:pt x="351613" y="35134"/>
                    </a:lnTo>
                    <a:lnTo>
                      <a:pt x="351613" y="49188"/>
                    </a:lnTo>
                    <a:lnTo>
                      <a:pt x="365677" y="49188"/>
                    </a:lnTo>
                    <a:lnTo>
                      <a:pt x="365677" y="35134"/>
                    </a:lnTo>
                    <a:lnTo>
                      <a:pt x="400839" y="28107"/>
                    </a:lnTo>
                    <a:lnTo>
                      <a:pt x="428968" y="42161"/>
                    </a:lnTo>
                    <a:lnTo>
                      <a:pt x="450064" y="0"/>
                    </a:lnTo>
                    <a:moveTo>
                      <a:pt x="372710" y="259993"/>
                    </a:moveTo>
                    <a:lnTo>
                      <a:pt x="372710" y="295128"/>
                    </a:lnTo>
                    <a:lnTo>
                      <a:pt x="344581" y="302154"/>
                    </a:lnTo>
                    <a:lnTo>
                      <a:pt x="330516" y="344316"/>
                    </a:lnTo>
                    <a:lnTo>
                      <a:pt x="358645" y="365396"/>
                    </a:lnTo>
                    <a:lnTo>
                      <a:pt x="323484" y="428638"/>
                    </a:lnTo>
                    <a:lnTo>
                      <a:pt x="281290" y="379450"/>
                    </a:lnTo>
                    <a:lnTo>
                      <a:pt x="246129" y="386477"/>
                    </a:lnTo>
                    <a:lnTo>
                      <a:pt x="246129" y="407557"/>
                    </a:lnTo>
                    <a:lnTo>
                      <a:pt x="218000" y="365396"/>
                    </a:lnTo>
                    <a:lnTo>
                      <a:pt x="182839" y="365396"/>
                    </a:lnTo>
                    <a:lnTo>
                      <a:pt x="161742" y="386477"/>
                    </a:lnTo>
                    <a:lnTo>
                      <a:pt x="175806" y="421611"/>
                    </a:lnTo>
                    <a:lnTo>
                      <a:pt x="168774" y="435665"/>
                    </a:lnTo>
                    <a:lnTo>
                      <a:pt x="182839" y="449718"/>
                    </a:lnTo>
                    <a:lnTo>
                      <a:pt x="182839" y="470799"/>
                    </a:lnTo>
                    <a:lnTo>
                      <a:pt x="168774" y="470799"/>
                    </a:lnTo>
                    <a:lnTo>
                      <a:pt x="161742" y="498906"/>
                    </a:lnTo>
                    <a:lnTo>
                      <a:pt x="196903" y="527014"/>
                    </a:lnTo>
                    <a:lnTo>
                      <a:pt x="196903" y="562148"/>
                    </a:lnTo>
                    <a:lnTo>
                      <a:pt x="182839" y="590255"/>
                    </a:lnTo>
                    <a:lnTo>
                      <a:pt x="140645" y="590255"/>
                    </a:lnTo>
                    <a:lnTo>
                      <a:pt x="105484" y="618363"/>
                    </a:lnTo>
                    <a:lnTo>
                      <a:pt x="91419" y="604309"/>
                    </a:lnTo>
                    <a:lnTo>
                      <a:pt x="49226" y="604309"/>
                    </a:lnTo>
                    <a:lnTo>
                      <a:pt x="28129" y="590255"/>
                    </a:lnTo>
                    <a:lnTo>
                      <a:pt x="28129" y="618363"/>
                    </a:lnTo>
                    <a:lnTo>
                      <a:pt x="21097" y="611336"/>
                    </a:lnTo>
                    <a:lnTo>
                      <a:pt x="14065" y="639443"/>
                    </a:lnTo>
                    <a:lnTo>
                      <a:pt x="0" y="639443"/>
                    </a:lnTo>
                    <a:moveTo>
                      <a:pt x="1504903" y="2431289"/>
                    </a:moveTo>
                    <a:lnTo>
                      <a:pt x="1476774" y="2361021"/>
                    </a:lnTo>
                    <a:lnTo>
                      <a:pt x="1497871" y="2346967"/>
                    </a:lnTo>
                    <a:lnTo>
                      <a:pt x="1490838" y="2332914"/>
                    </a:lnTo>
                    <a:lnTo>
                      <a:pt x="1455677" y="2318860"/>
                    </a:lnTo>
                    <a:lnTo>
                      <a:pt x="1455677" y="2297779"/>
                    </a:lnTo>
                    <a:lnTo>
                      <a:pt x="1406451" y="2297779"/>
                    </a:lnTo>
                    <a:lnTo>
                      <a:pt x="1392387" y="2311833"/>
                    </a:lnTo>
                    <a:lnTo>
                      <a:pt x="1399419" y="2318860"/>
                    </a:lnTo>
                    <a:lnTo>
                      <a:pt x="1371290" y="2339940"/>
                    </a:lnTo>
                    <a:lnTo>
                      <a:pt x="1371290" y="2353994"/>
                    </a:lnTo>
                    <a:lnTo>
                      <a:pt x="1272838" y="2382102"/>
                    </a:lnTo>
                    <a:lnTo>
                      <a:pt x="1251742" y="2361021"/>
                    </a:lnTo>
                    <a:lnTo>
                      <a:pt x="1244709" y="2368048"/>
                    </a:lnTo>
                    <a:lnTo>
                      <a:pt x="1230645" y="2346967"/>
                    </a:lnTo>
                    <a:lnTo>
                      <a:pt x="1216580" y="2346967"/>
                    </a:lnTo>
                    <a:lnTo>
                      <a:pt x="1181419" y="2304806"/>
                    </a:lnTo>
                    <a:lnTo>
                      <a:pt x="1202516" y="2304806"/>
                    </a:lnTo>
                    <a:lnTo>
                      <a:pt x="1230645" y="2276699"/>
                    </a:lnTo>
                    <a:lnTo>
                      <a:pt x="1209548" y="2255618"/>
                    </a:lnTo>
                    <a:lnTo>
                      <a:pt x="1230645" y="2241565"/>
                    </a:lnTo>
                    <a:lnTo>
                      <a:pt x="1230645" y="2227511"/>
                    </a:lnTo>
                    <a:lnTo>
                      <a:pt x="1216580" y="2227511"/>
                    </a:lnTo>
                    <a:lnTo>
                      <a:pt x="1202516" y="2199404"/>
                    </a:lnTo>
                    <a:lnTo>
                      <a:pt x="1188451" y="2213457"/>
                    </a:lnTo>
                    <a:lnTo>
                      <a:pt x="1174387" y="2206430"/>
                    </a:lnTo>
                    <a:lnTo>
                      <a:pt x="1160322" y="2136162"/>
                    </a:lnTo>
                    <a:lnTo>
                      <a:pt x="1216580" y="2108054"/>
                    </a:lnTo>
                    <a:lnTo>
                      <a:pt x="1216580" y="2094001"/>
                    </a:lnTo>
                    <a:lnTo>
                      <a:pt x="1209548" y="2086974"/>
                    </a:lnTo>
                    <a:lnTo>
                      <a:pt x="1188451" y="2101028"/>
                    </a:lnTo>
                    <a:lnTo>
                      <a:pt x="1167355" y="2094001"/>
                    </a:lnTo>
                    <a:lnTo>
                      <a:pt x="1160322" y="2079947"/>
                    </a:lnTo>
                    <a:lnTo>
                      <a:pt x="1160322" y="2094001"/>
                    </a:lnTo>
                    <a:lnTo>
                      <a:pt x="1139226" y="2086974"/>
                    </a:lnTo>
                    <a:lnTo>
                      <a:pt x="1118129" y="2094001"/>
                    </a:lnTo>
                    <a:lnTo>
                      <a:pt x="1118129" y="2108054"/>
                    </a:lnTo>
                    <a:lnTo>
                      <a:pt x="1104064" y="2094001"/>
                    </a:lnTo>
                    <a:lnTo>
                      <a:pt x="1068903" y="2108054"/>
                    </a:lnTo>
                    <a:lnTo>
                      <a:pt x="1054838" y="2094001"/>
                    </a:lnTo>
                    <a:lnTo>
                      <a:pt x="1047806" y="2101028"/>
                    </a:lnTo>
                    <a:lnTo>
                      <a:pt x="1040774" y="2079947"/>
                    </a:lnTo>
                    <a:lnTo>
                      <a:pt x="1033742" y="2115081"/>
                    </a:lnTo>
                    <a:lnTo>
                      <a:pt x="1012645" y="2136162"/>
                    </a:lnTo>
                    <a:lnTo>
                      <a:pt x="1026709" y="2143189"/>
                    </a:lnTo>
                    <a:lnTo>
                      <a:pt x="1047806" y="2206430"/>
                    </a:lnTo>
                    <a:lnTo>
                      <a:pt x="991548" y="2255618"/>
                    </a:lnTo>
                    <a:lnTo>
                      <a:pt x="970451" y="2227511"/>
                    </a:lnTo>
                    <a:lnTo>
                      <a:pt x="907161" y="2283726"/>
                    </a:lnTo>
                    <a:lnTo>
                      <a:pt x="907161" y="2318860"/>
                    </a:lnTo>
                    <a:lnTo>
                      <a:pt x="914193" y="2311833"/>
                    </a:lnTo>
                    <a:lnTo>
                      <a:pt x="928258" y="2332914"/>
                    </a:lnTo>
                    <a:lnTo>
                      <a:pt x="942322" y="2332914"/>
                    </a:lnTo>
                    <a:lnTo>
                      <a:pt x="928258" y="2346967"/>
                    </a:lnTo>
                    <a:lnTo>
                      <a:pt x="921226" y="2396155"/>
                    </a:lnTo>
                    <a:lnTo>
                      <a:pt x="850903" y="2459397"/>
                    </a:lnTo>
                    <a:lnTo>
                      <a:pt x="857935" y="2480477"/>
                    </a:lnTo>
                    <a:lnTo>
                      <a:pt x="836838" y="2480477"/>
                    </a:lnTo>
                    <a:lnTo>
                      <a:pt x="808709" y="2536692"/>
                    </a:lnTo>
                    <a:lnTo>
                      <a:pt x="787613" y="2536692"/>
                    </a:lnTo>
                    <a:lnTo>
                      <a:pt x="773548" y="2550746"/>
                    </a:lnTo>
                    <a:lnTo>
                      <a:pt x="745419" y="2536692"/>
                    </a:lnTo>
                    <a:lnTo>
                      <a:pt x="724322" y="2578853"/>
                    </a:lnTo>
                    <a:lnTo>
                      <a:pt x="738387" y="2635068"/>
                    </a:lnTo>
                    <a:lnTo>
                      <a:pt x="724322" y="2670202"/>
                    </a:lnTo>
                    <a:lnTo>
                      <a:pt x="731355" y="2719390"/>
                    </a:lnTo>
                    <a:lnTo>
                      <a:pt x="759484" y="2754525"/>
                    </a:lnTo>
                    <a:lnTo>
                      <a:pt x="780580" y="2859927"/>
                    </a:lnTo>
                    <a:lnTo>
                      <a:pt x="759484" y="2866954"/>
                    </a:lnTo>
                    <a:lnTo>
                      <a:pt x="759484" y="2916142"/>
                    </a:lnTo>
                    <a:lnTo>
                      <a:pt x="731355" y="2923169"/>
                    </a:lnTo>
                    <a:lnTo>
                      <a:pt x="724322" y="2909115"/>
                    </a:lnTo>
                    <a:lnTo>
                      <a:pt x="724322" y="2923169"/>
                    </a:lnTo>
                    <a:lnTo>
                      <a:pt x="675097" y="2951276"/>
                    </a:lnTo>
                    <a:lnTo>
                      <a:pt x="675097" y="2965330"/>
                    </a:lnTo>
                    <a:lnTo>
                      <a:pt x="661032" y="2972357"/>
                    </a:lnTo>
                    <a:lnTo>
                      <a:pt x="639935" y="2951276"/>
                    </a:lnTo>
                    <a:lnTo>
                      <a:pt x="646968" y="2916142"/>
                    </a:lnTo>
                    <a:lnTo>
                      <a:pt x="618839" y="2916142"/>
                    </a:lnTo>
                    <a:lnTo>
                      <a:pt x="520387" y="2965330"/>
                    </a:lnTo>
                    <a:lnTo>
                      <a:pt x="471161" y="3021545"/>
                    </a:lnTo>
                    <a:lnTo>
                      <a:pt x="450064" y="3007491"/>
                    </a:lnTo>
                    <a:lnTo>
                      <a:pt x="428968" y="3014518"/>
                    </a:lnTo>
                    <a:lnTo>
                      <a:pt x="414903" y="3000464"/>
                    </a:lnTo>
                    <a:lnTo>
                      <a:pt x="393806" y="3028572"/>
                    </a:lnTo>
                    <a:lnTo>
                      <a:pt x="379742" y="2986410"/>
                    </a:lnTo>
                    <a:lnTo>
                      <a:pt x="358645" y="2965330"/>
                    </a:lnTo>
                    <a:lnTo>
                      <a:pt x="323484" y="2965330"/>
                    </a:lnTo>
                    <a:lnTo>
                      <a:pt x="309419" y="2937223"/>
                    </a:lnTo>
                    <a:lnTo>
                      <a:pt x="330516" y="2930196"/>
                    </a:lnTo>
                    <a:lnTo>
                      <a:pt x="330516" y="2902088"/>
                    </a:lnTo>
                    <a:lnTo>
                      <a:pt x="288323" y="2859927"/>
                    </a:lnTo>
                    <a:lnTo>
                      <a:pt x="267226" y="2866954"/>
                    </a:lnTo>
                    <a:lnTo>
                      <a:pt x="253161" y="2838847"/>
                    </a:lnTo>
                    <a:lnTo>
                      <a:pt x="253161" y="2824793"/>
                    </a:lnTo>
                    <a:lnTo>
                      <a:pt x="274258" y="2817766"/>
                    </a:lnTo>
                    <a:lnTo>
                      <a:pt x="267226" y="2796686"/>
                    </a:lnTo>
                    <a:lnTo>
                      <a:pt x="281290" y="2768578"/>
                    </a:lnTo>
                    <a:lnTo>
                      <a:pt x="274258" y="2761551"/>
                    </a:lnTo>
                    <a:lnTo>
                      <a:pt x="267226" y="2782632"/>
                    </a:lnTo>
                    <a:lnTo>
                      <a:pt x="246129" y="2782632"/>
                    </a:lnTo>
                    <a:lnTo>
                      <a:pt x="239097" y="2768578"/>
                    </a:lnTo>
                    <a:lnTo>
                      <a:pt x="253161" y="2740471"/>
                    </a:lnTo>
                    <a:lnTo>
                      <a:pt x="203935" y="2712363"/>
                    </a:lnTo>
                    <a:lnTo>
                      <a:pt x="210968" y="2705337"/>
                    </a:lnTo>
                    <a:lnTo>
                      <a:pt x="168774" y="2677229"/>
                    </a:lnTo>
                    <a:lnTo>
                      <a:pt x="175806" y="2613988"/>
                    </a:lnTo>
                    <a:lnTo>
                      <a:pt x="140645" y="2613988"/>
                    </a:lnTo>
                    <a:lnTo>
                      <a:pt x="126581" y="2571826"/>
                    </a:lnTo>
                    <a:lnTo>
                      <a:pt x="133613" y="2564800"/>
                    </a:lnTo>
                    <a:lnTo>
                      <a:pt x="119548" y="2557773"/>
                    </a:lnTo>
                    <a:lnTo>
                      <a:pt x="105484" y="2515612"/>
                    </a:lnTo>
                    <a:lnTo>
                      <a:pt x="91419" y="2522639"/>
                    </a:lnTo>
                    <a:lnTo>
                      <a:pt x="98452" y="2494531"/>
                    </a:lnTo>
                    <a:lnTo>
                      <a:pt x="77355" y="2459397"/>
                    </a:lnTo>
                    <a:lnTo>
                      <a:pt x="70323" y="2466424"/>
                    </a:lnTo>
                    <a:lnTo>
                      <a:pt x="77355" y="2452370"/>
                    </a:lnTo>
                    <a:lnTo>
                      <a:pt x="56258" y="2438316"/>
                    </a:lnTo>
                    <a:lnTo>
                      <a:pt x="56258" y="2417236"/>
                    </a:lnTo>
                    <a:lnTo>
                      <a:pt x="28129" y="2396155"/>
                    </a:lnTo>
                    <a:lnTo>
                      <a:pt x="28129" y="2353994"/>
                    </a:lnTo>
                    <a:lnTo>
                      <a:pt x="7032" y="2353994"/>
                    </a:lnTo>
                    <a:lnTo>
                      <a:pt x="0" y="2375075"/>
                    </a:lnTo>
                    <a:moveTo>
                      <a:pt x="1561161" y="498906"/>
                    </a:moveTo>
                    <a:lnTo>
                      <a:pt x="1533032" y="498906"/>
                    </a:lnTo>
                    <a:lnTo>
                      <a:pt x="1533032" y="527014"/>
                    </a:lnTo>
                    <a:lnTo>
                      <a:pt x="1554129" y="562148"/>
                    </a:lnTo>
                    <a:lnTo>
                      <a:pt x="1497871" y="597282"/>
                    </a:lnTo>
                    <a:lnTo>
                      <a:pt x="1483806" y="590255"/>
                    </a:lnTo>
                    <a:lnTo>
                      <a:pt x="1441613" y="625389"/>
                    </a:lnTo>
                    <a:lnTo>
                      <a:pt x="1413483" y="597282"/>
                    </a:lnTo>
                    <a:lnTo>
                      <a:pt x="1364258" y="618363"/>
                    </a:lnTo>
                    <a:lnTo>
                      <a:pt x="1350193" y="597282"/>
                    </a:lnTo>
                    <a:lnTo>
                      <a:pt x="1300967" y="597282"/>
                    </a:lnTo>
                    <a:lnTo>
                      <a:pt x="1279871" y="590255"/>
                    </a:lnTo>
                    <a:lnTo>
                      <a:pt x="1272838" y="569175"/>
                    </a:lnTo>
                    <a:lnTo>
                      <a:pt x="1230645" y="562148"/>
                    </a:lnTo>
                    <a:lnTo>
                      <a:pt x="1174387" y="519987"/>
                    </a:lnTo>
                    <a:lnTo>
                      <a:pt x="1174387" y="491879"/>
                    </a:lnTo>
                    <a:lnTo>
                      <a:pt x="1195484" y="491879"/>
                    </a:lnTo>
                    <a:lnTo>
                      <a:pt x="1216580" y="463772"/>
                    </a:lnTo>
                    <a:lnTo>
                      <a:pt x="1209548" y="449718"/>
                    </a:lnTo>
                    <a:lnTo>
                      <a:pt x="1188451" y="449718"/>
                    </a:lnTo>
                    <a:lnTo>
                      <a:pt x="1202516" y="435665"/>
                    </a:lnTo>
                    <a:lnTo>
                      <a:pt x="1181419" y="351342"/>
                    </a:lnTo>
                    <a:lnTo>
                      <a:pt x="1216580" y="344316"/>
                    </a:lnTo>
                    <a:lnTo>
                      <a:pt x="1181419" y="344316"/>
                    </a:lnTo>
                    <a:lnTo>
                      <a:pt x="1174387" y="323235"/>
                    </a:lnTo>
                    <a:lnTo>
                      <a:pt x="1160322" y="309181"/>
                    </a:lnTo>
                    <a:lnTo>
                      <a:pt x="1153290" y="316208"/>
                    </a:lnTo>
                    <a:lnTo>
                      <a:pt x="1132193" y="259993"/>
                    </a:lnTo>
                    <a:lnTo>
                      <a:pt x="1139226" y="238913"/>
                    </a:lnTo>
                    <a:lnTo>
                      <a:pt x="1118129" y="210805"/>
                    </a:lnTo>
                    <a:lnTo>
                      <a:pt x="1040774" y="203779"/>
                    </a:lnTo>
                    <a:lnTo>
                      <a:pt x="1012645" y="217832"/>
                    </a:lnTo>
                    <a:lnTo>
                      <a:pt x="977484" y="203779"/>
                    </a:lnTo>
                    <a:lnTo>
                      <a:pt x="977484" y="189725"/>
                    </a:lnTo>
                    <a:lnTo>
                      <a:pt x="956387" y="189725"/>
                    </a:lnTo>
                    <a:lnTo>
                      <a:pt x="942322" y="210805"/>
                    </a:lnTo>
                    <a:lnTo>
                      <a:pt x="928258" y="210805"/>
                    </a:lnTo>
                    <a:lnTo>
                      <a:pt x="942322" y="182698"/>
                    </a:lnTo>
                    <a:lnTo>
                      <a:pt x="928258" y="154591"/>
                    </a:lnTo>
                    <a:lnTo>
                      <a:pt x="900129" y="182698"/>
                    </a:lnTo>
                    <a:lnTo>
                      <a:pt x="864967" y="182698"/>
                    </a:lnTo>
                    <a:lnTo>
                      <a:pt x="850903" y="154591"/>
                    </a:lnTo>
                    <a:lnTo>
                      <a:pt x="815742" y="154591"/>
                    </a:lnTo>
                    <a:lnTo>
                      <a:pt x="822774" y="126483"/>
                    </a:lnTo>
                    <a:lnTo>
                      <a:pt x="801677" y="105403"/>
                    </a:lnTo>
                    <a:lnTo>
                      <a:pt x="815742" y="84322"/>
                    </a:lnTo>
                    <a:lnTo>
                      <a:pt x="808709" y="56215"/>
                    </a:lnTo>
                    <a:lnTo>
                      <a:pt x="822774" y="49188"/>
                    </a:lnTo>
                    <a:lnTo>
                      <a:pt x="801677" y="35134"/>
                    </a:lnTo>
                    <a:lnTo>
                      <a:pt x="794645" y="14054"/>
                    </a:lnTo>
                    <a:lnTo>
                      <a:pt x="773548" y="14054"/>
                    </a:lnTo>
                    <a:lnTo>
                      <a:pt x="759484" y="0"/>
                    </a:lnTo>
                    <a:moveTo>
                      <a:pt x="675097" y="0"/>
                    </a:moveTo>
                    <a:lnTo>
                      <a:pt x="632903" y="28107"/>
                    </a:lnTo>
                    <a:lnTo>
                      <a:pt x="654000" y="42161"/>
                    </a:lnTo>
                    <a:lnTo>
                      <a:pt x="597742" y="56215"/>
                    </a:lnTo>
                    <a:lnTo>
                      <a:pt x="583677" y="49188"/>
                    </a:lnTo>
                    <a:lnTo>
                      <a:pt x="569613" y="91349"/>
                    </a:lnTo>
                    <a:lnTo>
                      <a:pt x="534451" y="84322"/>
                    </a:lnTo>
                    <a:lnTo>
                      <a:pt x="513355" y="98376"/>
                    </a:lnTo>
                    <a:lnTo>
                      <a:pt x="485226" y="98376"/>
                    </a:lnTo>
                    <a:lnTo>
                      <a:pt x="527419" y="140537"/>
                    </a:lnTo>
                    <a:lnTo>
                      <a:pt x="520387" y="161618"/>
                    </a:lnTo>
                    <a:lnTo>
                      <a:pt x="548516" y="175671"/>
                    </a:lnTo>
                    <a:lnTo>
                      <a:pt x="534451" y="182698"/>
                    </a:lnTo>
                    <a:lnTo>
                      <a:pt x="541484" y="196752"/>
                    </a:lnTo>
                    <a:lnTo>
                      <a:pt x="548516" y="182698"/>
                    </a:lnTo>
                    <a:lnTo>
                      <a:pt x="555548" y="189725"/>
                    </a:lnTo>
                    <a:lnTo>
                      <a:pt x="541484" y="210805"/>
                    </a:lnTo>
                    <a:lnTo>
                      <a:pt x="555548" y="231886"/>
                    </a:lnTo>
                    <a:lnTo>
                      <a:pt x="597742" y="259993"/>
                    </a:lnTo>
                    <a:lnTo>
                      <a:pt x="583677" y="267020"/>
                    </a:lnTo>
                    <a:lnTo>
                      <a:pt x="590710" y="288101"/>
                    </a:lnTo>
                    <a:lnTo>
                      <a:pt x="569613" y="316208"/>
                    </a:lnTo>
                    <a:lnTo>
                      <a:pt x="534451" y="309181"/>
                    </a:lnTo>
                    <a:lnTo>
                      <a:pt x="506322" y="337289"/>
                    </a:lnTo>
                    <a:lnTo>
                      <a:pt x="506322" y="379450"/>
                    </a:lnTo>
                    <a:lnTo>
                      <a:pt x="478193" y="358369"/>
                    </a:lnTo>
                    <a:lnTo>
                      <a:pt x="464129" y="393503"/>
                    </a:lnTo>
                    <a:lnTo>
                      <a:pt x="421935" y="393503"/>
                    </a:lnTo>
                    <a:lnTo>
                      <a:pt x="421935" y="407557"/>
                    </a:lnTo>
                    <a:lnTo>
                      <a:pt x="400839" y="428638"/>
                    </a:lnTo>
                    <a:lnTo>
                      <a:pt x="386774" y="421611"/>
                    </a:lnTo>
                    <a:lnTo>
                      <a:pt x="393806" y="393503"/>
                    </a:lnTo>
                    <a:lnTo>
                      <a:pt x="372710" y="379450"/>
                    </a:lnTo>
                    <a:lnTo>
                      <a:pt x="372710" y="365396"/>
                    </a:lnTo>
                    <a:lnTo>
                      <a:pt x="393806" y="358369"/>
                    </a:lnTo>
                    <a:lnTo>
                      <a:pt x="414903" y="302154"/>
                    </a:lnTo>
                    <a:lnTo>
                      <a:pt x="428968" y="295128"/>
                    </a:lnTo>
                    <a:lnTo>
                      <a:pt x="400839" y="238913"/>
                    </a:lnTo>
                    <a:lnTo>
                      <a:pt x="386774" y="245940"/>
                    </a:lnTo>
                    <a:lnTo>
                      <a:pt x="393806" y="252967"/>
                    </a:lnTo>
                    <a:lnTo>
                      <a:pt x="372710" y="259993"/>
                    </a:lnTo>
                    <a:moveTo>
                      <a:pt x="1504903" y="2431289"/>
                    </a:moveTo>
                    <a:lnTo>
                      <a:pt x="1504903" y="2466424"/>
                    </a:lnTo>
                    <a:lnTo>
                      <a:pt x="1483806" y="2487504"/>
                    </a:lnTo>
                    <a:lnTo>
                      <a:pt x="1469742" y="2543719"/>
                    </a:lnTo>
                    <a:lnTo>
                      <a:pt x="1420516" y="2536692"/>
                    </a:lnTo>
                    <a:lnTo>
                      <a:pt x="1364258" y="2578853"/>
                    </a:lnTo>
                    <a:lnTo>
                      <a:pt x="1357225" y="2557773"/>
                    </a:lnTo>
                    <a:lnTo>
                      <a:pt x="1329096" y="2571826"/>
                    </a:lnTo>
                    <a:lnTo>
                      <a:pt x="1322064" y="2557773"/>
                    </a:lnTo>
                    <a:lnTo>
                      <a:pt x="1279871" y="2571826"/>
                    </a:lnTo>
                    <a:lnTo>
                      <a:pt x="1202516" y="2515612"/>
                    </a:lnTo>
                    <a:lnTo>
                      <a:pt x="1160322" y="2564800"/>
                    </a:lnTo>
                    <a:lnTo>
                      <a:pt x="1167355" y="2571826"/>
                    </a:lnTo>
                    <a:lnTo>
                      <a:pt x="1139226" y="2592907"/>
                    </a:lnTo>
                    <a:lnTo>
                      <a:pt x="1118129" y="2564800"/>
                    </a:lnTo>
                    <a:lnTo>
                      <a:pt x="1090000" y="2550746"/>
                    </a:lnTo>
                    <a:lnTo>
                      <a:pt x="1082967" y="2529665"/>
                    </a:lnTo>
                    <a:lnTo>
                      <a:pt x="1061871" y="2522639"/>
                    </a:lnTo>
                    <a:lnTo>
                      <a:pt x="1054838" y="2557773"/>
                    </a:lnTo>
                    <a:lnTo>
                      <a:pt x="977484" y="2642095"/>
                    </a:lnTo>
                    <a:lnTo>
                      <a:pt x="963419" y="2642095"/>
                    </a:lnTo>
                    <a:lnTo>
                      <a:pt x="977484" y="2656149"/>
                    </a:lnTo>
                    <a:lnTo>
                      <a:pt x="956387" y="2663175"/>
                    </a:lnTo>
                    <a:lnTo>
                      <a:pt x="963419" y="2684256"/>
                    </a:lnTo>
                    <a:lnTo>
                      <a:pt x="977484" y="2663175"/>
                    </a:lnTo>
                    <a:lnTo>
                      <a:pt x="991548" y="2670202"/>
                    </a:lnTo>
                    <a:lnTo>
                      <a:pt x="1012645" y="2705337"/>
                    </a:lnTo>
                    <a:lnTo>
                      <a:pt x="1012645" y="2726417"/>
                    </a:lnTo>
                    <a:lnTo>
                      <a:pt x="991548" y="2740471"/>
                    </a:lnTo>
                    <a:lnTo>
                      <a:pt x="991548" y="2768578"/>
                    </a:lnTo>
                    <a:lnTo>
                      <a:pt x="1012645" y="2789659"/>
                    </a:lnTo>
                    <a:lnTo>
                      <a:pt x="1005613" y="2824793"/>
                    </a:lnTo>
                    <a:lnTo>
                      <a:pt x="1026709" y="2852900"/>
                    </a:lnTo>
                    <a:lnTo>
                      <a:pt x="1104064" y="2859927"/>
                    </a:lnTo>
                    <a:lnTo>
                      <a:pt x="1125161" y="2810739"/>
                    </a:lnTo>
                    <a:lnTo>
                      <a:pt x="1181419" y="2824793"/>
                    </a:lnTo>
                    <a:lnTo>
                      <a:pt x="1202516" y="2817766"/>
                    </a:lnTo>
                    <a:lnTo>
                      <a:pt x="1216580" y="2789659"/>
                    </a:lnTo>
                    <a:lnTo>
                      <a:pt x="1237677" y="2810739"/>
                    </a:lnTo>
                    <a:lnTo>
                      <a:pt x="1237677" y="2838847"/>
                    </a:lnTo>
                    <a:lnTo>
                      <a:pt x="1272838" y="2838847"/>
                    </a:lnTo>
                    <a:lnTo>
                      <a:pt x="1265806" y="2852900"/>
                    </a:lnTo>
                    <a:lnTo>
                      <a:pt x="1300967" y="2909115"/>
                    </a:lnTo>
                    <a:lnTo>
                      <a:pt x="1258774" y="2944249"/>
                    </a:lnTo>
                    <a:lnTo>
                      <a:pt x="1251742" y="3007491"/>
                    </a:lnTo>
                    <a:lnTo>
                      <a:pt x="1230645" y="3007491"/>
                    </a:lnTo>
                    <a:lnTo>
                      <a:pt x="1237677" y="3021545"/>
                    </a:lnTo>
                    <a:lnTo>
                      <a:pt x="1216580" y="3077760"/>
                    </a:lnTo>
                    <a:lnTo>
                      <a:pt x="1223613" y="3105867"/>
                    </a:lnTo>
                    <a:lnTo>
                      <a:pt x="1202516" y="3141001"/>
                    </a:lnTo>
                    <a:lnTo>
                      <a:pt x="1188451" y="3141001"/>
                    </a:lnTo>
                    <a:lnTo>
                      <a:pt x="1181419" y="3169109"/>
                    </a:lnTo>
                    <a:lnTo>
                      <a:pt x="1223613" y="3197216"/>
                    </a:lnTo>
                    <a:lnTo>
                      <a:pt x="1223613" y="3225323"/>
                    </a:lnTo>
                    <a:lnTo>
                      <a:pt x="1265806" y="3211270"/>
                    </a:lnTo>
                    <a:lnTo>
                      <a:pt x="1258774" y="3246404"/>
                    </a:lnTo>
                    <a:lnTo>
                      <a:pt x="1293935" y="3274511"/>
                    </a:lnTo>
                    <a:lnTo>
                      <a:pt x="1293935" y="3288565"/>
                    </a:lnTo>
                    <a:lnTo>
                      <a:pt x="1350193" y="3309645"/>
                    </a:lnTo>
                    <a:lnTo>
                      <a:pt x="1350193" y="3337753"/>
                    </a:lnTo>
                    <a:lnTo>
                      <a:pt x="1329096" y="3330726"/>
                    </a:lnTo>
                    <a:lnTo>
                      <a:pt x="1322064" y="3316672"/>
                    </a:lnTo>
                    <a:lnTo>
                      <a:pt x="1322064" y="3337753"/>
                    </a:lnTo>
                    <a:lnTo>
                      <a:pt x="1300967" y="3365860"/>
                    </a:lnTo>
                    <a:lnTo>
                      <a:pt x="1279871" y="3372887"/>
                    </a:lnTo>
                    <a:lnTo>
                      <a:pt x="1300967" y="3379914"/>
                    </a:lnTo>
                    <a:lnTo>
                      <a:pt x="1315032" y="3400995"/>
                    </a:lnTo>
                    <a:lnTo>
                      <a:pt x="1300967" y="3400995"/>
                    </a:lnTo>
                    <a:lnTo>
                      <a:pt x="1258774" y="3457209"/>
                    </a:lnTo>
                    <a:lnTo>
                      <a:pt x="1251742" y="3492344"/>
                    </a:lnTo>
                    <a:moveTo>
                      <a:pt x="1251742" y="3492344"/>
                    </a:moveTo>
                    <a:lnTo>
                      <a:pt x="1244709" y="3520451"/>
                    </a:lnTo>
                    <a:lnTo>
                      <a:pt x="1230645" y="3520451"/>
                    </a:lnTo>
                    <a:lnTo>
                      <a:pt x="1244709" y="3527478"/>
                    </a:lnTo>
                    <a:lnTo>
                      <a:pt x="1251742" y="3562612"/>
                    </a:lnTo>
                    <a:lnTo>
                      <a:pt x="1272838" y="3604773"/>
                    </a:lnTo>
                    <a:lnTo>
                      <a:pt x="1279871" y="3597746"/>
                    </a:lnTo>
                    <a:lnTo>
                      <a:pt x="1286903" y="3611800"/>
                    </a:lnTo>
                    <a:lnTo>
                      <a:pt x="1279871" y="3618827"/>
                    </a:lnTo>
                    <a:lnTo>
                      <a:pt x="1308000" y="3632880"/>
                    </a:lnTo>
                    <a:lnTo>
                      <a:pt x="1308000" y="3597746"/>
                    </a:lnTo>
                    <a:lnTo>
                      <a:pt x="1322064" y="3597746"/>
                    </a:lnTo>
                    <a:lnTo>
                      <a:pt x="1322064" y="3583693"/>
                    </a:lnTo>
                    <a:lnTo>
                      <a:pt x="1385354" y="3604773"/>
                    </a:lnTo>
                    <a:lnTo>
                      <a:pt x="1420516" y="3590719"/>
                    </a:lnTo>
                    <a:lnTo>
                      <a:pt x="1441613" y="3604773"/>
                    </a:lnTo>
                    <a:lnTo>
                      <a:pt x="1441613" y="3618827"/>
                    </a:lnTo>
                    <a:lnTo>
                      <a:pt x="1469742" y="3632880"/>
                    </a:lnTo>
                    <a:lnTo>
                      <a:pt x="1455677" y="3639907"/>
                    </a:lnTo>
                    <a:lnTo>
                      <a:pt x="1483806" y="3682068"/>
                    </a:lnTo>
                    <a:lnTo>
                      <a:pt x="1462709" y="3689095"/>
                    </a:lnTo>
                    <a:lnTo>
                      <a:pt x="1462709" y="3703149"/>
                    </a:lnTo>
                    <a:lnTo>
                      <a:pt x="1483806" y="3724230"/>
                    </a:lnTo>
                    <a:lnTo>
                      <a:pt x="1497871" y="3724230"/>
                    </a:lnTo>
                    <a:lnTo>
                      <a:pt x="1490838" y="3717203"/>
                    </a:lnTo>
                    <a:lnTo>
                      <a:pt x="1504903" y="3703149"/>
                    </a:lnTo>
                    <a:lnTo>
                      <a:pt x="1540064" y="3738283"/>
                    </a:lnTo>
                    <a:lnTo>
                      <a:pt x="1568193" y="3738283"/>
                    </a:lnTo>
                    <a:lnTo>
                      <a:pt x="1568193" y="3710176"/>
                    </a:lnTo>
                    <a:lnTo>
                      <a:pt x="1596322" y="3696122"/>
                    </a:lnTo>
                    <a:lnTo>
                      <a:pt x="1610387" y="3738283"/>
                    </a:lnTo>
                    <a:lnTo>
                      <a:pt x="1631483" y="3724230"/>
                    </a:lnTo>
                    <a:lnTo>
                      <a:pt x="1673677" y="3738283"/>
                    </a:lnTo>
                    <a:lnTo>
                      <a:pt x="1680709" y="3724230"/>
                    </a:lnTo>
                    <a:lnTo>
                      <a:pt x="1694774" y="3724230"/>
                    </a:lnTo>
                    <a:lnTo>
                      <a:pt x="1701806" y="3703149"/>
                    </a:lnTo>
                    <a:lnTo>
                      <a:pt x="1729935" y="3703149"/>
                    </a:lnTo>
                    <a:lnTo>
                      <a:pt x="1786193" y="3794498"/>
                    </a:lnTo>
                    <a:lnTo>
                      <a:pt x="1786193" y="3808552"/>
                    </a:lnTo>
                    <a:lnTo>
                      <a:pt x="1765096" y="3815579"/>
                    </a:lnTo>
                    <a:lnTo>
                      <a:pt x="1772129" y="3899901"/>
                    </a:lnTo>
                    <a:lnTo>
                      <a:pt x="1722903" y="3942062"/>
                    </a:lnTo>
                    <a:lnTo>
                      <a:pt x="1722903" y="3928008"/>
                    </a:lnTo>
                    <a:lnTo>
                      <a:pt x="1666645" y="3913954"/>
                    </a:lnTo>
                    <a:lnTo>
                      <a:pt x="1666645" y="3935035"/>
                    </a:lnTo>
                    <a:lnTo>
                      <a:pt x="1617419" y="3956115"/>
                    </a:lnTo>
                    <a:lnTo>
                      <a:pt x="1631483" y="3984223"/>
                    </a:lnTo>
                    <a:lnTo>
                      <a:pt x="1610387" y="3977196"/>
                    </a:lnTo>
                    <a:lnTo>
                      <a:pt x="1582258" y="3998277"/>
                    </a:lnTo>
                    <a:lnTo>
                      <a:pt x="1575225" y="4033411"/>
                    </a:lnTo>
                    <a:moveTo>
                      <a:pt x="2841031" y="3028572"/>
                    </a:moveTo>
                    <a:lnTo>
                      <a:pt x="2812902" y="3056679"/>
                    </a:lnTo>
                    <a:lnTo>
                      <a:pt x="2819935" y="3063706"/>
                    </a:lnTo>
                    <a:lnTo>
                      <a:pt x="2791806" y="3112894"/>
                    </a:lnTo>
                    <a:lnTo>
                      <a:pt x="2791806" y="3141001"/>
                    </a:lnTo>
                    <a:lnTo>
                      <a:pt x="2763677" y="3141001"/>
                    </a:lnTo>
                    <a:lnTo>
                      <a:pt x="2742580" y="3112894"/>
                    </a:lnTo>
                    <a:lnTo>
                      <a:pt x="2735548" y="3133974"/>
                    </a:lnTo>
                    <a:lnTo>
                      <a:pt x="2728515" y="3112894"/>
                    </a:lnTo>
                    <a:lnTo>
                      <a:pt x="2700386" y="3112894"/>
                    </a:lnTo>
                    <a:lnTo>
                      <a:pt x="2651161" y="3141001"/>
                    </a:lnTo>
                    <a:lnTo>
                      <a:pt x="2651161" y="3155055"/>
                    </a:lnTo>
                    <a:lnTo>
                      <a:pt x="2679290" y="3148028"/>
                    </a:lnTo>
                    <a:lnTo>
                      <a:pt x="2686322" y="3133974"/>
                    </a:lnTo>
                    <a:lnTo>
                      <a:pt x="2707419" y="3141001"/>
                    </a:lnTo>
                    <a:lnTo>
                      <a:pt x="2693354" y="3176135"/>
                    </a:lnTo>
                    <a:lnTo>
                      <a:pt x="2714451" y="3204243"/>
                    </a:lnTo>
                    <a:lnTo>
                      <a:pt x="2693354" y="3218296"/>
                    </a:lnTo>
                    <a:lnTo>
                      <a:pt x="2665225" y="3197216"/>
                    </a:lnTo>
                    <a:lnTo>
                      <a:pt x="2623032" y="3211270"/>
                    </a:lnTo>
                    <a:lnTo>
                      <a:pt x="2608967" y="3169109"/>
                    </a:lnTo>
                    <a:lnTo>
                      <a:pt x="2580838" y="3176135"/>
                    </a:lnTo>
                    <a:lnTo>
                      <a:pt x="2580838" y="3204243"/>
                    </a:lnTo>
                    <a:lnTo>
                      <a:pt x="2552709" y="3232350"/>
                    </a:lnTo>
                    <a:lnTo>
                      <a:pt x="2566773" y="3260458"/>
                    </a:lnTo>
                    <a:lnTo>
                      <a:pt x="2559741" y="3288565"/>
                    </a:lnTo>
                    <a:lnTo>
                      <a:pt x="2545677" y="3253431"/>
                    </a:lnTo>
                    <a:lnTo>
                      <a:pt x="2461290" y="3211270"/>
                    </a:lnTo>
                    <a:lnTo>
                      <a:pt x="2440193" y="3232350"/>
                    </a:lnTo>
                    <a:lnTo>
                      <a:pt x="2447225" y="3239377"/>
                    </a:lnTo>
                    <a:lnTo>
                      <a:pt x="2412064" y="3239377"/>
                    </a:lnTo>
                    <a:lnTo>
                      <a:pt x="2426128" y="3246404"/>
                    </a:lnTo>
                    <a:lnTo>
                      <a:pt x="2426128" y="3260458"/>
                    </a:lnTo>
                    <a:lnTo>
                      <a:pt x="2412064" y="3260458"/>
                    </a:lnTo>
                    <a:lnTo>
                      <a:pt x="2405032" y="3274511"/>
                    </a:lnTo>
                    <a:lnTo>
                      <a:pt x="2405032" y="3323699"/>
                    </a:lnTo>
                    <a:lnTo>
                      <a:pt x="2362838" y="3323699"/>
                    </a:lnTo>
                    <a:lnTo>
                      <a:pt x="2341741" y="3344780"/>
                    </a:lnTo>
                    <a:lnTo>
                      <a:pt x="2334709" y="3337753"/>
                    </a:lnTo>
                    <a:lnTo>
                      <a:pt x="2299548" y="3358833"/>
                    </a:lnTo>
                    <a:lnTo>
                      <a:pt x="2299548" y="3337753"/>
                    </a:lnTo>
                    <a:lnTo>
                      <a:pt x="2285483" y="3330726"/>
                    </a:lnTo>
                    <a:lnTo>
                      <a:pt x="2278451" y="3309645"/>
                    </a:lnTo>
                    <a:lnTo>
                      <a:pt x="2271419" y="3323699"/>
                    </a:lnTo>
                    <a:lnTo>
                      <a:pt x="2257354" y="3309645"/>
                    </a:lnTo>
                    <a:lnTo>
                      <a:pt x="2257354" y="3288565"/>
                    </a:lnTo>
                    <a:lnTo>
                      <a:pt x="2208128" y="3323699"/>
                    </a:lnTo>
                    <a:lnTo>
                      <a:pt x="2194064" y="3316672"/>
                    </a:lnTo>
                    <a:lnTo>
                      <a:pt x="2201096" y="3295592"/>
                    </a:lnTo>
                    <a:lnTo>
                      <a:pt x="2179999" y="3288565"/>
                    </a:lnTo>
                    <a:lnTo>
                      <a:pt x="2179999" y="3260458"/>
                    </a:lnTo>
                    <a:lnTo>
                      <a:pt x="2144838" y="3253431"/>
                    </a:lnTo>
                    <a:lnTo>
                      <a:pt x="2151870" y="3225323"/>
                    </a:lnTo>
                    <a:lnTo>
                      <a:pt x="2116709" y="3197216"/>
                    </a:lnTo>
                    <a:lnTo>
                      <a:pt x="2116709" y="3183162"/>
                    </a:lnTo>
                    <a:lnTo>
                      <a:pt x="2102645" y="3183162"/>
                    </a:lnTo>
                    <a:lnTo>
                      <a:pt x="2095612" y="3197216"/>
                    </a:lnTo>
                    <a:lnTo>
                      <a:pt x="2067483" y="3197216"/>
                    </a:lnTo>
                    <a:lnTo>
                      <a:pt x="2067483" y="3211270"/>
                    </a:lnTo>
                    <a:lnTo>
                      <a:pt x="2046387" y="3218296"/>
                    </a:lnTo>
                    <a:lnTo>
                      <a:pt x="2046387" y="3239377"/>
                    </a:lnTo>
                    <a:lnTo>
                      <a:pt x="2032322" y="3239377"/>
                    </a:lnTo>
                    <a:lnTo>
                      <a:pt x="2046387" y="3302619"/>
                    </a:lnTo>
                    <a:lnTo>
                      <a:pt x="2011225" y="3316672"/>
                    </a:lnTo>
                    <a:lnTo>
                      <a:pt x="2011225" y="3330726"/>
                    </a:lnTo>
                    <a:lnTo>
                      <a:pt x="1947935" y="3330726"/>
                    </a:lnTo>
                    <a:lnTo>
                      <a:pt x="1912774" y="3365860"/>
                    </a:lnTo>
                    <a:lnTo>
                      <a:pt x="1856516" y="3393968"/>
                    </a:lnTo>
                    <a:lnTo>
                      <a:pt x="1821354" y="3408021"/>
                    </a:lnTo>
                    <a:lnTo>
                      <a:pt x="1793225" y="3400995"/>
                    </a:lnTo>
                    <a:lnTo>
                      <a:pt x="1786193" y="3415048"/>
                    </a:lnTo>
                    <a:lnTo>
                      <a:pt x="1779161" y="3408021"/>
                    </a:lnTo>
                    <a:lnTo>
                      <a:pt x="1779161" y="3478290"/>
                    </a:lnTo>
                    <a:lnTo>
                      <a:pt x="1758064" y="3499370"/>
                    </a:lnTo>
                    <a:lnTo>
                      <a:pt x="1744000" y="3499370"/>
                    </a:lnTo>
                    <a:lnTo>
                      <a:pt x="1729935" y="3527478"/>
                    </a:lnTo>
                    <a:lnTo>
                      <a:pt x="1701806" y="3492344"/>
                    </a:lnTo>
                    <a:lnTo>
                      <a:pt x="1666645" y="3499370"/>
                    </a:lnTo>
                    <a:lnTo>
                      <a:pt x="1624451" y="3471263"/>
                    </a:lnTo>
                    <a:lnTo>
                      <a:pt x="1610387" y="3478290"/>
                    </a:lnTo>
                    <a:lnTo>
                      <a:pt x="1596322" y="3464236"/>
                    </a:lnTo>
                    <a:lnTo>
                      <a:pt x="1561161" y="3464236"/>
                    </a:lnTo>
                    <a:lnTo>
                      <a:pt x="1540064" y="3422075"/>
                    </a:lnTo>
                    <a:lnTo>
                      <a:pt x="1490838" y="3422075"/>
                    </a:lnTo>
                    <a:lnTo>
                      <a:pt x="1490838" y="3408021"/>
                    </a:lnTo>
                    <a:lnTo>
                      <a:pt x="1469742" y="3400995"/>
                    </a:lnTo>
                    <a:lnTo>
                      <a:pt x="1413483" y="3443156"/>
                    </a:lnTo>
                    <a:lnTo>
                      <a:pt x="1413483" y="3471263"/>
                    </a:lnTo>
                    <a:lnTo>
                      <a:pt x="1364258" y="3485317"/>
                    </a:lnTo>
                    <a:lnTo>
                      <a:pt x="1322064" y="3527478"/>
                    </a:lnTo>
                    <a:lnTo>
                      <a:pt x="1251742" y="3492344"/>
                    </a:lnTo>
                    <a:moveTo>
                      <a:pt x="1842451" y="2136162"/>
                    </a:moveTo>
                    <a:lnTo>
                      <a:pt x="1842451" y="2150216"/>
                    </a:lnTo>
                    <a:lnTo>
                      <a:pt x="1828387" y="2150216"/>
                    </a:lnTo>
                    <a:lnTo>
                      <a:pt x="1751032" y="2072920"/>
                    </a:lnTo>
                    <a:lnTo>
                      <a:pt x="1736967" y="2072920"/>
                    </a:lnTo>
                    <a:lnTo>
                      <a:pt x="1729935" y="2051840"/>
                    </a:lnTo>
                    <a:lnTo>
                      <a:pt x="1715870" y="2051840"/>
                    </a:lnTo>
                    <a:lnTo>
                      <a:pt x="1701806" y="2079947"/>
                    </a:lnTo>
                    <a:lnTo>
                      <a:pt x="1687741" y="2079947"/>
                    </a:lnTo>
                    <a:lnTo>
                      <a:pt x="1680709" y="2108054"/>
                    </a:lnTo>
                    <a:lnTo>
                      <a:pt x="1638516" y="2101028"/>
                    </a:lnTo>
                    <a:lnTo>
                      <a:pt x="1596322" y="2150216"/>
                    </a:lnTo>
                    <a:lnTo>
                      <a:pt x="1624451" y="2220484"/>
                    </a:lnTo>
                    <a:lnTo>
                      <a:pt x="1638516" y="2227511"/>
                    </a:lnTo>
                    <a:lnTo>
                      <a:pt x="1638516" y="2213457"/>
                    </a:lnTo>
                    <a:lnTo>
                      <a:pt x="1659612" y="2199404"/>
                    </a:lnTo>
                    <a:lnTo>
                      <a:pt x="1659612" y="2213457"/>
                    </a:lnTo>
                    <a:lnTo>
                      <a:pt x="1687741" y="2241565"/>
                    </a:lnTo>
                    <a:lnTo>
                      <a:pt x="1687741" y="2276699"/>
                    </a:lnTo>
                    <a:lnTo>
                      <a:pt x="1708838" y="2269672"/>
                    </a:lnTo>
                    <a:lnTo>
                      <a:pt x="1736967" y="2283726"/>
                    </a:lnTo>
                    <a:lnTo>
                      <a:pt x="1729935" y="2276699"/>
                    </a:lnTo>
                    <a:lnTo>
                      <a:pt x="1765096" y="2262645"/>
                    </a:lnTo>
                    <a:lnTo>
                      <a:pt x="1807290" y="2290753"/>
                    </a:lnTo>
                    <a:lnTo>
                      <a:pt x="1800258" y="2318860"/>
                    </a:lnTo>
                    <a:lnTo>
                      <a:pt x="1828387" y="2332914"/>
                    </a:lnTo>
                    <a:lnTo>
                      <a:pt x="1821354" y="2361021"/>
                    </a:lnTo>
                    <a:lnTo>
                      <a:pt x="1835419" y="2368048"/>
                    </a:lnTo>
                    <a:lnTo>
                      <a:pt x="1835419" y="2389128"/>
                    </a:lnTo>
                    <a:lnTo>
                      <a:pt x="1800258" y="2410209"/>
                    </a:lnTo>
                    <a:lnTo>
                      <a:pt x="1744000" y="2403182"/>
                    </a:lnTo>
                    <a:lnTo>
                      <a:pt x="1729935" y="2417236"/>
                    </a:lnTo>
                    <a:lnTo>
                      <a:pt x="1680709" y="2417236"/>
                    </a:lnTo>
                    <a:lnTo>
                      <a:pt x="1673677" y="2431289"/>
                    </a:lnTo>
                    <a:lnTo>
                      <a:pt x="1652580" y="2424263"/>
                    </a:lnTo>
                    <a:lnTo>
                      <a:pt x="1610387" y="2445343"/>
                    </a:lnTo>
                    <a:lnTo>
                      <a:pt x="1575225" y="2410209"/>
                    </a:lnTo>
                    <a:lnTo>
                      <a:pt x="1554129" y="2403182"/>
                    </a:lnTo>
                    <a:lnTo>
                      <a:pt x="1504903" y="2431289"/>
                    </a:lnTo>
                    <a:moveTo>
                      <a:pt x="1905741" y="0"/>
                    </a:moveTo>
                    <a:lnTo>
                      <a:pt x="1912774" y="28107"/>
                    </a:lnTo>
                    <a:lnTo>
                      <a:pt x="1891677" y="42161"/>
                    </a:lnTo>
                    <a:lnTo>
                      <a:pt x="1856516" y="119456"/>
                    </a:lnTo>
                    <a:lnTo>
                      <a:pt x="1856516" y="133510"/>
                    </a:lnTo>
                    <a:lnTo>
                      <a:pt x="1884645" y="140537"/>
                    </a:lnTo>
                    <a:lnTo>
                      <a:pt x="1870580" y="168644"/>
                    </a:lnTo>
                    <a:lnTo>
                      <a:pt x="1877612" y="189725"/>
                    </a:lnTo>
                    <a:lnTo>
                      <a:pt x="1912774" y="224859"/>
                    </a:lnTo>
                    <a:lnTo>
                      <a:pt x="1905741" y="267020"/>
                    </a:lnTo>
                    <a:lnTo>
                      <a:pt x="1877612" y="267020"/>
                    </a:lnTo>
                    <a:lnTo>
                      <a:pt x="1870580" y="231886"/>
                    </a:lnTo>
                    <a:lnTo>
                      <a:pt x="1821354" y="231886"/>
                    </a:lnTo>
                    <a:lnTo>
                      <a:pt x="1786193" y="259993"/>
                    </a:lnTo>
                    <a:lnTo>
                      <a:pt x="1751032" y="231886"/>
                    </a:lnTo>
                    <a:lnTo>
                      <a:pt x="1715870" y="231886"/>
                    </a:lnTo>
                    <a:lnTo>
                      <a:pt x="1673677" y="281074"/>
                    </a:lnTo>
                    <a:lnTo>
                      <a:pt x="1673677" y="316208"/>
                    </a:lnTo>
                    <a:lnTo>
                      <a:pt x="1631483" y="323235"/>
                    </a:lnTo>
                    <a:lnTo>
                      <a:pt x="1645548" y="358369"/>
                    </a:lnTo>
                    <a:lnTo>
                      <a:pt x="1715870" y="386477"/>
                    </a:lnTo>
                    <a:lnTo>
                      <a:pt x="1708838" y="414584"/>
                    </a:lnTo>
                    <a:lnTo>
                      <a:pt x="1708838" y="400530"/>
                    </a:lnTo>
                    <a:lnTo>
                      <a:pt x="1687741" y="407557"/>
                    </a:lnTo>
                    <a:lnTo>
                      <a:pt x="1701806" y="421611"/>
                    </a:lnTo>
                    <a:lnTo>
                      <a:pt x="1701806" y="470799"/>
                    </a:lnTo>
                    <a:lnTo>
                      <a:pt x="1638516" y="505933"/>
                    </a:lnTo>
                    <a:lnTo>
                      <a:pt x="1596322" y="512960"/>
                    </a:lnTo>
                    <a:lnTo>
                      <a:pt x="1582258" y="498906"/>
                    </a:lnTo>
                    <a:lnTo>
                      <a:pt x="1561161" y="498906"/>
                    </a:lnTo>
                    <a:moveTo>
                      <a:pt x="2524580" y="772953"/>
                    </a:moveTo>
                    <a:lnTo>
                      <a:pt x="2531612" y="765926"/>
                    </a:lnTo>
                    <a:lnTo>
                      <a:pt x="2517548" y="744846"/>
                    </a:lnTo>
                    <a:lnTo>
                      <a:pt x="2468322" y="758900"/>
                    </a:lnTo>
                    <a:lnTo>
                      <a:pt x="2433161" y="744846"/>
                    </a:lnTo>
                    <a:lnTo>
                      <a:pt x="2405032" y="765926"/>
                    </a:lnTo>
                    <a:lnTo>
                      <a:pt x="2376903" y="758900"/>
                    </a:lnTo>
                    <a:lnTo>
                      <a:pt x="2355806" y="794034"/>
                    </a:lnTo>
                    <a:lnTo>
                      <a:pt x="2341741" y="772953"/>
                    </a:lnTo>
                    <a:lnTo>
                      <a:pt x="2320645" y="772953"/>
                    </a:lnTo>
                    <a:lnTo>
                      <a:pt x="2278451" y="716739"/>
                    </a:lnTo>
                    <a:lnTo>
                      <a:pt x="2271419" y="723765"/>
                    </a:lnTo>
                    <a:lnTo>
                      <a:pt x="2264386" y="695658"/>
                    </a:lnTo>
                    <a:lnTo>
                      <a:pt x="2201096" y="695658"/>
                    </a:lnTo>
                    <a:lnTo>
                      <a:pt x="2172967" y="639443"/>
                    </a:lnTo>
                    <a:lnTo>
                      <a:pt x="2137806" y="667551"/>
                    </a:lnTo>
                    <a:lnTo>
                      <a:pt x="2130774" y="695658"/>
                    </a:lnTo>
                    <a:lnTo>
                      <a:pt x="2116709" y="688631"/>
                    </a:lnTo>
                    <a:lnTo>
                      <a:pt x="2067483" y="646470"/>
                    </a:lnTo>
                    <a:lnTo>
                      <a:pt x="2081548" y="618363"/>
                    </a:lnTo>
                    <a:lnTo>
                      <a:pt x="2067483" y="576202"/>
                    </a:lnTo>
                    <a:lnTo>
                      <a:pt x="2046387" y="569175"/>
                    </a:lnTo>
                    <a:lnTo>
                      <a:pt x="2018257" y="583228"/>
                    </a:lnTo>
                    <a:lnTo>
                      <a:pt x="2004193" y="569175"/>
                    </a:lnTo>
                    <a:lnTo>
                      <a:pt x="1961999" y="569175"/>
                    </a:lnTo>
                    <a:lnTo>
                      <a:pt x="1940903" y="583228"/>
                    </a:lnTo>
                    <a:lnTo>
                      <a:pt x="1870580" y="597282"/>
                    </a:lnTo>
                    <a:lnTo>
                      <a:pt x="1856516" y="611336"/>
                    </a:lnTo>
                    <a:lnTo>
                      <a:pt x="1835419" y="590255"/>
                    </a:lnTo>
                    <a:lnTo>
                      <a:pt x="1758064" y="576202"/>
                    </a:lnTo>
                    <a:lnTo>
                      <a:pt x="1744000" y="555121"/>
                    </a:lnTo>
                    <a:lnTo>
                      <a:pt x="1758064" y="534040"/>
                    </a:lnTo>
                    <a:lnTo>
                      <a:pt x="1729935" y="519987"/>
                    </a:lnTo>
                    <a:lnTo>
                      <a:pt x="1729935" y="534040"/>
                    </a:lnTo>
                    <a:lnTo>
                      <a:pt x="1673677" y="534040"/>
                    </a:lnTo>
                    <a:lnTo>
                      <a:pt x="1659612" y="562148"/>
                    </a:lnTo>
                    <a:lnTo>
                      <a:pt x="1631483" y="555121"/>
                    </a:lnTo>
                    <a:lnTo>
                      <a:pt x="1603354" y="583228"/>
                    </a:lnTo>
                    <a:lnTo>
                      <a:pt x="1582258" y="562148"/>
                    </a:lnTo>
                    <a:lnTo>
                      <a:pt x="1561161" y="498906"/>
                    </a:lnTo>
                    <a:moveTo>
                      <a:pt x="2770709" y="2143189"/>
                    </a:moveTo>
                    <a:lnTo>
                      <a:pt x="2735548" y="2164269"/>
                    </a:lnTo>
                    <a:lnTo>
                      <a:pt x="2735548" y="2199404"/>
                    </a:lnTo>
                    <a:lnTo>
                      <a:pt x="2707419" y="2234538"/>
                    </a:lnTo>
                    <a:lnTo>
                      <a:pt x="2714451" y="2255618"/>
                    </a:lnTo>
                    <a:lnTo>
                      <a:pt x="2693354" y="2241565"/>
                    </a:lnTo>
                    <a:lnTo>
                      <a:pt x="2679290" y="2262645"/>
                    </a:lnTo>
                    <a:lnTo>
                      <a:pt x="2658193" y="2255618"/>
                    </a:lnTo>
                    <a:lnTo>
                      <a:pt x="2658193" y="2241565"/>
                    </a:lnTo>
                    <a:lnTo>
                      <a:pt x="2637096" y="2248591"/>
                    </a:lnTo>
                    <a:lnTo>
                      <a:pt x="2623032" y="2234538"/>
                    </a:lnTo>
                    <a:lnTo>
                      <a:pt x="2608967" y="2241565"/>
                    </a:lnTo>
                    <a:lnTo>
                      <a:pt x="2608967" y="2255618"/>
                    </a:lnTo>
                    <a:lnTo>
                      <a:pt x="2594903" y="2227511"/>
                    </a:lnTo>
                    <a:lnTo>
                      <a:pt x="2615999" y="2199404"/>
                    </a:lnTo>
                    <a:lnTo>
                      <a:pt x="2601935" y="2157242"/>
                    </a:lnTo>
                    <a:lnTo>
                      <a:pt x="2587870" y="2143189"/>
                    </a:lnTo>
                    <a:lnTo>
                      <a:pt x="2566773" y="2157242"/>
                    </a:lnTo>
                    <a:lnTo>
                      <a:pt x="2587870" y="2171296"/>
                    </a:lnTo>
                    <a:lnTo>
                      <a:pt x="2573806" y="2192377"/>
                    </a:lnTo>
                    <a:lnTo>
                      <a:pt x="2580838" y="2199404"/>
                    </a:lnTo>
                    <a:lnTo>
                      <a:pt x="2559741" y="2206430"/>
                    </a:lnTo>
                    <a:lnTo>
                      <a:pt x="2545677" y="2185350"/>
                    </a:lnTo>
                    <a:lnTo>
                      <a:pt x="2559741" y="2164269"/>
                    </a:lnTo>
                    <a:lnTo>
                      <a:pt x="2545677" y="2129135"/>
                    </a:lnTo>
                    <a:lnTo>
                      <a:pt x="2559741" y="2129135"/>
                    </a:lnTo>
                    <a:lnTo>
                      <a:pt x="2566773" y="2086974"/>
                    </a:lnTo>
                    <a:lnTo>
                      <a:pt x="2559741" y="2094001"/>
                    </a:lnTo>
                    <a:lnTo>
                      <a:pt x="2545677" y="2079947"/>
                    </a:lnTo>
                    <a:lnTo>
                      <a:pt x="2510515" y="2094001"/>
                    </a:lnTo>
                    <a:lnTo>
                      <a:pt x="2475354" y="2079947"/>
                    </a:lnTo>
                    <a:lnTo>
                      <a:pt x="2489419" y="2037786"/>
                    </a:lnTo>
                    <a:lnTo>
                      <a:pt x="2475354" y="2023732"/>
                    </a:lnTo>
                    <a:lnTo>
                      <a:pt x="2482386" y="1995625"/>
                    </a:lnTo>
                    <a:lnTo>
                      <a:pt x="2454257" y="1925356"/>
                    </a:lnTo>
                    <a:lnTo>
                      <a:pt x="2447225" y="1946437"/>
                    </a:lnTo>
                    <a:lnTo>
                      <a:pt x="2383935" y="1925356"/>
                    </a:lnTo>
                    <a:lnTo>
                      <a:pt x="2369870" y="1946437"/>
                    </a:lnTo>
                    <a:lnTo>
                      <a:pt x="2341741" y="1946437"/>
                    </a:lnTo>
                    <a:lnTo>
                      <a:pt x="2313612" y="1974544"/>
                    </a:lnTo>
                    <a:lnTo>
                      <a:pt x="2306580" y="1946437"/>
                    </a:lnTo>
                    <a:lnTo>
                      <a:pt x="2292516" y="1939410"/>
                    </a:lnTo>
                    <a:lnTo>
                      <a:pt x="2306580" y="1911303"/>
                    </a:lnTo>
                    <a:lnTo>
                      <a:pt x="2278451" y="1890222"/>
                    </a:lnTo>
                    <a:lnTo>
                      <a:pt x="2271419" y="1904276"/>
                    </a:lnTo>
                    <a:lnTo>
                      <a:pt x="2236257" y="1904276"/>
                    </a:lnTo>
                    <a:lnTo>
                      <a:pt x="2222193" y="1876168"/>
                    </a:lnTo>
                    <a:lnTo>
                      <a:pt x="2215161" y="1890222"/>
                    </a:lnTo>
                    <a:lnTo>
                      <a:pt x="2194064" y="1897249"/>
                    </a:lnTo>
                    <a:lnTo>
                      <a:pt x="2187032" y="1883195"/>
                    </a:lnTo>
                    <a:lnTo>
                      <a:pt x="2172967" y="1897249"/>
                    </a:lnTo>
                    <a:lnTo>
                      <a:pt x="2172967" y="1939410"/>
                    </a:lnTo>
                    <a:lnTo>
                      <a:pt x="2158903" y="1960491"/>
                    </a:lnTo>
                    <a:lnTo>
                      <a:pt x="2187032" y="1974544"/>
                    </a:lnTo>
                    <a:lnTo>
                      <a:pt x="2179999" y="2002652"/>
                    </a:lnTo>
                    <a:lnTo>
                      <a:pt x="2116709" y="2044813"/>
                    </a:lnTo>
                    <a:lnTo>
                      <a:pt x="2116709" y="2016705"/>
                    </a:lnTo>
                    <a:lnTo>
                      <a:pt x="2102645" y="2002652"/>
                    </a:lnTo>
                    <a:lnTo>
                      <a:pt x="2067483" y="2009679"/>
                    </a:lnTo>
                    <a:lnTo>
                      <a:pt x="2060451" y="1995625"/>
                    </a:lnTo>
                    <a:lnTo>
                      <a:pt x="2039354" y="2016705"/>
                    </a:lnTo>
                    <a:lnTo>
                      <a:pt x="2039354" y="2044813"/>
                    </a:lnTo>
                    <a:lnTo>
                      <a:pt x="2011225" y="2030759"/>
                    </a:lnTo>
                    <a:lnTo>
                      <a:pt x="1990128" y="2051840"/>
                    </a:lnTo>
                    <a:lnTo>
                      <a:pt x="2004193" y="2101028"/>
                    </a:lnTo>
                    <a:lnTo>
                      <a:pt x="1969032" y="2101028"/>
                    </a:lnTo>
                    <a:lnTo>
                      <a:pt x="1976064" y="2122108"/>
                    </a:lnTo>
                    <a:lnTo>
                      <a:pt x="1954967" y="2129135"/>
                    </a:lnTo>
                    <a:lnTo>
                      <a:pt x="1961999" y="2157242"/>
                    </a:lnTo>
                    <a:lnTo>
                      <a:pt x="1933870" y="2143189"/>
                    </a:lnTo>
                    <a:lnTo>
                      <a:pt x="1926838" y="2150216"/>
                    </a:lnTo>
                    <a:lnTo>
                      <a:pt x="1912774" y="2136162"/>
                    </a:lnTo>
                    <a:lnTo>
                      <a:pt x="1905741" y="2150216"/>
                    </a:lnTo>
                    <a:lnTo>
                      <a:pt x="1926838" y="2101028"/>
                    </a:lnTo>
                    <a:lnTo>
                      <a:pt x="1919806" y="2086974"/>
                    </a:lnTo>
                    <a:lnTo>
                      <a:pt x="1933870" y="2086974"/>
                    </a:lnTo>
                    <a:lnTo>
                      <a:pt x="1877612" y="2023732"/>
                    </a:lnTo>
                    <a:lnTo>
                      <a:pt x="1870580" y="2037786"/>
                    </a:lnTo>
                    <a:lnTo>
                      <a:pt x="1891677" y="2065893"/>
                    </a:lnTo>
                    <a:lnTo>
                      <a:pt x="1891677" y="2115081"/>
                    </a:lnTo>
                    <a:lnTo>
                      <a:pt x="1877612" y="2108054"/>
                    </a:lnTo>
                    <a:lnTo>
                      <a:pt x="1884645" y="2129135"/>
                    </a:lnTo>
                    <a:lnTo>
                      <a:pt x="1856516" y="2115081"/>
                    </a:lnTo>
                    <a:lnTo>
                      <a:pt x="1842451" y="2136162"/>
                    </a:lnTo>
                    <a:moveTo>
                      <a:pt x="1842451" y="2136162"/>
                    </a:moveTo>
                    <a:lnTo>
                      <a:pt x="1828387" y="2122108"/>
                    </a:lnTo>
                    <a:lnTo>
                      <a:pt x="1828387" y="2079947"/>
                    </a:lnTo>
                    <a:lnTo>
                      <a:pt x="1793225" y="1995625"/>
                    </a:lnTo>
                    <a:lnTo>
                      <a:pt x="1744000" y="1995625"/>
                    </a:lnTo>
                    <a:lnTo>
                      <a:pt x="1722903" y="1967517"/>
                    </a:lnTo>
                    <a:lnTo>
                      <a:pt x="1694774" y="1995625"/>
                    </a:lnTo>
                    <a:lnTo>
                      <a:pt x="1680709" y="1981571"/>
                    </a:lnTo>
                    <a:lnTo>
                      <a:pt x="1659612" y="1981571"/>
                    </a:lnTo>
                    <a:lnTo>
                      <a:pt x="1659612" y="1967517"/>
                    </a:lnTo>
                    <a:lnTo>
                      <a:pt x="1645548" y="1960491"/>
                    </a:lnTo>
                    <a:lnTo>
                      <a:pt x="1652580" y="1953464"/>
                    </a:lnTo>
                    <a:lnTo>
                      <a:pt x="1624451" y="1855088"/>
                    </a:lnTo>
                    <a:lnTo>
                      <a:pt x="1610387" y="1869142"/>
                    </a:lnTo>
                    <a:lnTo>
                      <a:pt x="1603354" y="1855088"/>
                    </a:lnTo>
                    <a:lnTo>
                      <a:pt x="1561161" y="1862115"/>
                    </a:lnTo>
                    <a:lnTo>
                      <a:pt x="1554129" y="1841034"/>
                    </a:lnTo>
                    <a:lnTo>
                      <a:pt x="1540064" y="1848061"/>
                    </a:lnTo>
                    <a:lnTo>
                      <a:pt x="1547096" y="1812927"/>
                    </a:lnTo>
                    <a:lnTo>
                      <a:pt x="1504903" y="1784819"/>
                    </a:lnTo>
                    <a:lnTo>
                      <a:pt x="1497871" y="1749685"/>
                    </a:lnTo>
                    <a:lnTo>
                      <a:pt x="1540064" y="1707524"/>
                    </a:lnTo>
                    <a:lnTo>
                      <a:pt x="1561161" y="1707524"/>
                    </a:lnTo>
                    <a:lnTo>
                      <a:pt x="1561161" y="1693470"/>
                    </a:lnTo>
                    <a:lnTo>
                      <a:pt x="1575225" y="1700497"/>
                    </a:lnTo>
                    <a:lnTo>
                      <a:pt x="1589290" y="1686444"/>
                    </a:lnTo>
                    <a:lnTo>
                      <a:pt x="1589290" y="1658336"/>
                    </a:lnTo>
                    <a:lnTo>
                      <a:pt x="1617419" y="1644282"/>
                    </a:lnTo>
                    <a:lnTo>
                      <a:pt x="1624451" y="1651309"/>
                    </a:lnTo>
                    <a:lnTo>
                      <a:pt x="1638516" y="1630229"/>
                    </a:lnTo>
                    <a:lnTo>
                      <a:pt x="1631483" y="1623202"/>
                    </a:lnTo>
                    <a:lnTo>
                      <a:pt x="1645548" y="1588068"/>
                    </a:lnTo>
                    <a:lnTo>
                      <a:pt x="1596322" y="1552933"/>
                    </a:lnTo>
                    <a:lnTo>
                      <a:pt x="1589290" y="1531853"/>
                    </a:lnTo>
                    <a:lnTo>
                      <a:pt x="1575225" y="1531853"/>
                    </a:lnTo>
                    <a:lnTo>
                      <a:pt x="1617419" y="1517799"/>
                    </a:lnTo>
                    <a:lnTo>
                      <a:pt x="1603354" y="1489692"/>
                    </a:lnTo>
                    <a:lnTo>
                      <a:pt x="1631483" y="1496719"/>
                    </a:lnTo>
                    <a:lnTo>
                      <a:pt x="1631483" y="1475638"/>
                    </a:lnTo>
                    <a:lnTo>
                      <a:pt x="1659612" y="1433477"/>
                    </a:lnTo>
                    <a:lnTo>
                      <a:pt x="1680709" y="1447531"/>
                    </a:lnTo>
                    <a:lnTo>
                      <a:pt x="1687741" y="1440504"/>
                    </a:lnTo>
                    <a:lnTo>
                      <a:pt x="1708838" y="1454558"/>
                    </a:lnTo>
                    <a:lnTo>
                      <a:pt x="1736967" y="1454558"/>
                    </a:lnTo>
                    <a:lnTo>
                      <a:pt x="1758064" y="1475638"/>
                    </a:lnTo>
                    <a:lnTo>
                      <a:pt x="1772129" y="1475638"/>
                    </a:lnTo>
                    <a:lnTo>
                      <a:pt x="1779161" y="1503746"/>
                    </a:lnTo>
                    <a:lnTo>
                      <a:pt x="1800258" y="1524826"/>
                    </a:lnTo>
                    <a:lnTo>
                      <a:pt x="1828387" y="1503746"/>
                    </a:lnTo>
                    <a:lnTo>
                      <a:pt x="1856516" y="1503746"/>
                    </a:lnTo>
                    <a:lnTo>
                      <a:pt x="1863548" y="1482665"/>
                    </a:lnTo>
                    <a:lnTo>
                      <a:pt x="1905741" y="1475638"/>
                    </a:lnTo>
                    <a:lnTo>
                      <a:pt x="1926838" y="1496719"/>
                    </a:lnTo>
                    <a:lnTo>
                      <a:pt x="1919806" y="1517799"/>
                    </a:lnTo>
                    <a:lnTo>
                      <a:pt x="1969032" y="1588068"/>
                    </a:lnTo>
                    <a:lnTo>
                      <a:pt x="1990128" y="1574014"/>
                    </a:lnTo>
                    <a:lnTo>
                      <a:pt x="2011225" y="1581041"/>
                    </a:lnTo>
                    <a:lnTo>
                      <a:pt x="2039354" y="1559960"/>
                    </a:lnTo>
                    <a:lnTo>
                      <a:pt x="2053419" y="1581041"/>
                    </a:lnTo>
                    <a:lnTo>
                      <a:pt x="2067483" y="1574014"/>
                    </a:lnTo>
                    <a:lnTo>
                      <a:pt x="2067483" y="1559960"/>
                    </a:lnTo>
                    <a:lnTo>
                      <a:pt x="2116709" y="1517799"/>
                    </a:lnTo>
                    <a:lnTo>
                      <a:pt x="2151870" y="1433477"/>
                    </a:lnTo>
                    <a:lnTo>
                      <a:pt x="2172967" y="1398343"/>
                    </a:lnTo>
                    <a:lnTo>
                      <a:pt x="2187032" y="1398343"/>
                    </a:lnTo>
                    <a:lnTo>
                      <a:pt x="2179999" y="1391316"/>
                    </a:lnTo>
                    <a:lnTo>
                      <a:pt x="2208128" y="1356182"/>
                    </a:lnTo>
                    <a:lnTo>
                      <a:pt x="2179999" y="1314021"/>
                    </a:lnTo>
                    <a:lnTo>
                      <a:pt x="2201096" y="1292940"/>
                    </a:lnTo>
                    <a:lnTo>
                      <a:pt x="2201096" y="1278886"/>
                    </a:lnTo>
                    <a:lnTo>
                      <a:pt x="2243290" y="1278886"/>
                    </a:lnTo>
                    <a:lnTo>
                      <a:pt x="2250322" y="1292940"/>
                    </a:lnTo>
                    <a:lnTo>
                      <a:pt x="2264386" y="1264833"/>
                    </a:lnTo>
                    <a:lnTo>
                      <a:pt x="2278451" y="1264833"/>
                    </a:lnTo>
                    <a:lnTo>
                      <a:pt x="2292516" y="1292940"/>
                    </a:lnTo>
                    <a:lnTo>
                      <a:pt x="2320645" y="1299967"/>
                    </a:lnTo>
                    <a:lnTo>
                      <a:pt x="2362838" y="1250779"/>
                    </a:lnTo>
                    <a:lnTo>
                      <a:pt x="2341741" y="1243752"/>
                    </a:lnTo>
                    <a:lnTo>
                      <a:pt x="2348774" y="1229698"/>
                    </a:lnTo>
                    <a:lnTo>
                      <a:pt x="2383935" y="1201591"/>
                    </a:lnTo>
                    <a:lnTo>
                      <a:pt x="2369870" y="1187537"/>
                    </a:lnTo>
                    <a:lnTo>
                      <a:pt x="2390967" y="1131323"/>
                    </a:lnTo>
                    <a:lnTo>
                      <a:pt x="2369870" y="1131323"/>
                    </a:lnTo>
                    <a:lnTo>
                      <a:pt x="2426128" y="1096188"/>
                    </a:lnTo>
                    <a:lnTo>
                      <a:pt x="2419096" y="1089161"/>
                    </a:lnTo>
                    <a:lnTo>
                      <a:pt x="2433161" y="1068081"/>
                    </a:lnTo>
                    <a:lnTo>
                      <a:pt x="2433161" y="1032947"/>
                    </a:lnTo>
                    <a:lnTo>
                      <a:pt x="2475354" y="1032947"/>
                    </a:lnTo>
                    <a:lnTo>
                      <a:pt x="2496451" y="990786"/>
                    </a:lnTo>
                    <a:lnTo>
                      <a:pt x="2510515" y="990786"/>
                    </a:lnTo>
                    <a:lnTo>
                      <a:pt x="2531612" y="969705"/>
                    </a:lnTo>
                    <a:lnTo>
                      <a:pt x="2531612" y="934571"/>
                    </a:lnTo>
                    <a:lnTo>
                      <a:pt x="2489419" y="913490"/>
                    </a:lnTo>
                    <a:lnTo>
                      <a:pt x="2454257" y="878356"/>
                    </a:lnTo>
                    <a:lnTo>
                      <a:pt x="2447225" y="857275"/>
                    </a:lnTo>
                    <a:lnTo>
                      <a:pt x="2475354" y="857275"/>
                    </a:lnTo>
                    <a:lnTo>
                      <a:pt x="2475354" y="822141"/>
                    </a:lnTo>
                    <a:lnTo>
                      <a:pt x="2510515" y="815114"/>
                    </a:lnTo>
                    <a:lnTo>
                      <a:pt x="2482386" y="779980"/>
                    </a:lnTo>
                    <a:lnTo>
                      <a:pt x="2524580" y="772953"/>
                    </a:lnTo>
                    <a:moveTo>
                      <a:pt x="2524580" y="772953"/>
                    </a:moveTo>
                    <a:lnTo>
                      <a:pt x="2552709" y="779980"/>
                    </a:lnTo>
                    <a:lnTo>
                      <a:pt x="2580838" y="808088"/>
                    </a:lnTo>
                    <a:lnTo>
                      <a:pt x="2601935" y="808088"/>
                    </a:lnTo>
                    <a:lnTo>
                      <a:pt x="2651161" y="850249"/>
                    </a:lnTo>
                    <a:lnTo>
                      <a:pt x="2700386" y="864302"/>
                    </a:lnTo>
                    <a:lnTo>
                      <a:pt x="2749612" y="906463"/>
                    </a:lnTo>
                    <a:lnTo>
                      <a:pt x="2742580" y="913490"/>
                    </a:lnTo>
                    <a:lnTo>
                      <a:pt x="2770709" y="927544"/>
                    </a:lnTo>
                    <a:lnTo>
                      <a:pt x="2770709" y="955651"/>
                    </a:lnTo>
                    <a:lnTo>
                      <a:pt x="2869160" y="948624"/>
                    </a:lnTo>
                    <a:moveTo>
                      <a:pt x="2869160" y="948624"/>
                    </a:moveTo>
                    <a:lnTo>
                      <a:pt x="2890257" y="948624"/>
                    </a:lnTo>
                    <a:lnTo>
                      <a:pt x="2918386" y="969705"/>
                    </a:lnTo>
                    <a:lnTo>
                      <a:pt x="2918386" y="1018893"/>
                    </a:lnTo>
                    <a:lnTo>
                      <a:pt x="2953548" y="1011866"/>
                    </a:lnTo>
                    <a:lnTo>
                      <a:pt x="2995741" y="1032947"/>
                    </a:lnTo>
                    <a:lnTo>
                      <a:pt x="2988709" y="1039974"/>
                    </a:lnTo>
                    <a:lnTo>
                      <a:pt x="3037935" y="1068081"/>
                    </a:lnTo>
                    <a:lnTo>
                      <a:pt x="3051999" y="1089161"/>
                    </a:lnTo>
                    <a:lnTo>
                      <a:pt x="3066064" y="1173484"/>
                    </a:lnTo>
                    <a:lnTo>
                      <a:pt x="3044967" y="1187537"/>
                    </a:lnTo>
                    <a:lnTo>
                      <a:pt x="3044967" y="1229698"/>
                    </a:lnTo>
                    <a:lnTo>
                      <a:pt x="3059031" y="1222672"/>
                    </a:lnTo>
                    <a:lnTo>
                      <a:pt x="3030902" y="1292940"/>
                    </a:lnTo>
                    <a:lnTo>
                      <a:pt x="3016838" y="1292940"/>
                    </a:lnTo>
                    <a:lnTo>
                      <a:pt x="3009806" y="1271860"/>
                    </a:lnTo>
                    <a:lnTo>
                      <a:pt x="2974644" y="1257806"/>
                    </a:lnTo>
                    <a:lnTo>
                      <a:pt x="2932451" y="1278886"/>
                    </a:lnTo>
                    <a:lnTo>
                      <a:pt x="2890257" y="1328074"/>
                    </a:lnTo>
                    <a:lnTo>
                      <a:pt x="2841031" y="1356182"/>
                    </a:lnTo>
                    <a:lnTo>
                      <a:pt x="2798838" y="1412396"/>
                    </a:lnTo>
                    <a:lnTo>
                      <a:pt x="2798838" y="1384289"/>
                    </a:lnTo>
                    <a:lnTo>
                      <a:pt x="2784773" y="1370235"/>
                    </a:lnTo>
                    <a:lnTo>
                      <a:pt x="2763677" y="1370235"/>
                    </a:lnTo>
                    <a:lnTo>
                      <a:pt x="2728515" y="1398343"/>
                    </a:lnTo>
                    <a:lnTo>
                      <a:pt x="2714451" y="1377262"/>
                    </a:lnTo>
                    <a:lnTo>
                      <a:pt x="2721483" y="1349155"/>
                    </a:lnTo>
                    <a:lnTo>
                      <a:pt x="2693354" y="1349155"/>
                    </a:lnTo>
                    <a:lnTo>
                      <a:pt x="2623032" y="1412396"/>
                    </a:lnTo>
                    <a:lnTo>
                      <a:pt x="2601935" y="1412396"/>
                    </a:lnTo>
                    <a:lnTo>
                      <a:pt x="2594903" y="1391316"/>
                    </a:lnTo>
                    <a:lnTo>
                      <a:pt x="2573806" y="1377262"/>
                    </a:lnTo>
                    <a:lnTo>
                      <a:pt x="2573806" y="1391316"/>
                    </a:lnTo>
                    <a:lnTo>
                      <a:pt x="2552709" y="1412396"/>
                    </a:lnTo>
                    <a:lnTo>
                      <a:pt x="2503483" y="1412396"/>
                    </a:lnTo>
                    <a:lnTo>
                      <a:pt x="2503483" y="1440504"/>
                    </a:lnTo>
                    <a:lnTo>
                      <a:pt x="2489419" y="1447531"/>
                    </a:lnTo>
                    <a:lnTo>
                      <a:pt x="2510515" y="1468611"/>
                    </a:lnTo>
                    <a:lnTo>
                      <a:pt x="2524580" y="1468611"/>
                    </a:lnTo>
                    <a:lnTo>
                      <a:pt x="2538644" y="1496719"/>
                    </a:lnTo>
                    <a:lnTo>
                      <a:pt x="2552709" y="1496719"/>
                    </a:lnTo>
                    <a:lnTo>
                      <a:pt x="2531612" y="1566987"/>
                    </a:lnTo>
                    <a:lnTo>
                      <a:pt x="2531612" y="1644282"/>
                    </a:lnTo>
                    <a:lnTo>
                      <a:pt x="2503483" y="1637256"/>
                    </a:lnTo>
                    <a:lnTo>
                      <a:pt x="2482386" y="1651309"/>
                    </a:lnTo>
                    <a:lnTo>
                      <a:pt x="2503483" y="1658336"/>
                    </a:lnTo>
                    <a:lnTo>
                      <a:pt x="2496451" y="1672390"/>
                    </a:lnTo>
                    <a:lnTo>
                      <a:pt x="2524580" y="1700497"/>
                    </a:lnTo>
                    <a:lnTo>
                      <a:pt x="2552709" y="1644282"/>
                    </a:lnTo>
                    <a:lnTo>
                      <a:pt x="2580838" y="1651309"/>
                    </a:lnTo>
                    <a:lnTo>
                      <a:pt x="2587870" y="1714551"/>
                    </a:lnTo>
                    <a:lnTo>
                      <a:pt x="2608967" y="1721578"/>
                    </a:lnTo>
                    <a:lnTo>
                      <a:pt x="2608967" y="1707524"/>
                    </a:lnTo>
                    <a:lnTo>
                      <a:pt x="2615999" y="1728605"/>
                    </a:lnTo>
                    <a:lnTo>
                      <a:pt x="2651161" y="1728605"/>
                    </a:lnTo>
                    <a:lnTo>
                      <a:pt x="2644128" y="1742658"/>
                    </a:lnTo>
                    <a:lnTo>
                      <a:pt x="2658193" y="1749685"/>
                    </a:lnTo>
                    <a:lnTo>
                      <a:pt x="2644128" y="1763739"/>
                    </a:lnTo>
                    <a:lnTo>
                      <a:pt x="2644128" y="1798873"/>
                    </a:lnTo>
                    <a:lnTo>
                      <a:pt x="2665225" y="1798873"/>
                    </a:lnTo>
                    <a:lnTo>
                      <a:pt x="2658193" y="1834007"/>
                    </a:lnTo>
                    <a:lnTo>
                      <a:pt x="2672257" y="1841034"/>
                    </a:lnTo>
                    <a:lnTo>
                      <a:pt x="2707419" y="1812927"/>
                    </a:lnTo>
                    <a:lnTo>
                      <a:pt x="2721483" y="1826981"/>
                    </a:lnTo>
                    <a:lnTo>
                      <a:pt x="2721483" y="1883195"/>
                    </a:lnTo>
                    <a:lnTo>
                      <a:pt x="2728515" y="1897249"/>
                    </a:lnTo>
                    <a:lnTo>
                      <a:pt x="2756644" y="1904276"/>
                    </a:lnTo>
                    <a:lnTo>
                      <a:pt x="2756644" y="1918330"/>
                    </a:lnTo>
                    <a:moveTo>
                      <a:pt x="2756644" y="1918330"/>
                    </a:moveTo>
                    <a:lnTo>
                      <a:pt x="2784773" y="1939410"/>
                    </a:lnTo>
                    <a:lnTo>
                      <a:pt x="2756644" y="2002652"/>
                    </a:lnTo>
                    <a:lnTo>
                      <a:pt x="2763677" y="2037786"/>
                    </a:lnTo>
                    <a:lnTo>
                      <a:pt x="2777741" y="2051840"/>
                    </a:lnTo>
                    <a:lnTo>
                      <a:pt x="2770709" y="2072920"/>
                    </a:lnTo>
                    <a:lnTo>
                      <a:pt x="2742580" y="2094001"/>
                    </a:lnTo>
                    <a:lnTo>
                      <a:pt x="2749612" y="2108054"/>
                    </a:lnTo>
                    <a:lnTo>
                      <a:pt x="2777741" y="2094001"/>
                    </a:lnTo>
                    <a:lnTo>
                      <a:pt x="2784773" y="2101028"/>
                    </a:lnTo>
                    <a:lnTo>
                      <a:pt x="2770709" y="2143189"/>
                    </a:lnTo>
                    <a:moveTo>
                      <a:pt x="4268580" y="1939410"/>
                    </a:moveTo>
                    <a:lnTo>
                      <a:pt x="4233418" y="1939410"/>
                    </a:lnTo>
                    <a:lnTo>
                      <a:pt x="4226386" y="1918330"/>
                    </a:lnTo>
                    <a:lnTo>
                      <a:pt x="4205289" y="1939410"/>
                    </a:lnTo>
                    <a:lnTo>
                      <a:pt x="4191225" y="1925356"/>
                    </a:lnTo>
                    <a:lnTo>
                      <a:pt x="4184192" y="1932383"/>
                    </a:lnTo>
                    <a:lnTo>
                      <a:pt x="4184192" y="1876168"/>
                    </a:lnTo>
                    <a:lnTo>
                      <a:pt x="4156063" y="1869142"/>
                    </a:lnTo>
                    <a:lnTo>
                      <a:pt x="4177160" y="1826981"/>
                    </a:lnTo>
                    <a:lnTo>
                      <a:pt x="4198257" y="1819954"/>
                    </a:lnTo>
                    <a:lnTo>
                      <a:pt x="4205289" y="1805900"/>
                    </a:lnTo>
                    <a:lnTo>
                      <a:pt x="4198257" y="1784819"/>
                    </a:lnTo>
                    <a:lnTo>
                      <a:pt x="4177160" y="1770766"/>
                    </a:lnTo>
                    <a:lnTo>
                      <a:pt x="4205289" y="1742658"/>
                    </a:lnTo>
                    <a:lnTo>
                      <a:pt x="4170128" y="1707524"/>
                    </a:lnTo>
                    <a:lnTo>
                      <a:pt x="4134967" y="1707524"/>
                    </a:lnTo>
                    <a:lnTo>
                      <a:pt x="4149031" y="1651309"/>
                    </a:lnTo>
                    <a:lnTo>
                      <a:pt x="4085741" y="1700497"/>
                    </a:lnTo>
                    <a:lnTo>
                      <a:pt x="4015418" y="1791846"/>
                    </a:lnTo>
                    <a:lnTo>
                      <a:pt x="3987289" y="1798873"/>
                    </a:lnTo>
                    <a:lnTo>
                      <a:pt x="3980257" y="1763739"/>
                    </a:lnTo>
                    <a:lnTo>
                      <a:pt x="3952128" y="1784819"/>
                    </a:lnTo>
                    <a:lnTo>
                      <a:pt x="3945096" y="1777793"/>
                    </a:lnTo>
                    <a:lnTo>
                      <a:pt x="3938063" y="1735631"/>
                    </a:lnTo>
                    <a:lnTo>
                      <a:pt x="3966192" y="1707524"/>
                    </a:lnTo>
                    <a:lnTo>
                      <a:pt x="3973225" y="1679417"/>
                    </a:lnTo>
                    <a:lnTo>
                      <a:pt x="3952128" y="1707524"/>
                    </a:lnTo>
                    <a:lnTo>
                      <a:pt x="3938063" y="1707524"/>
                    </a:lnTo>
                    <a:lnTo>
                      <a:pt x="3945096" y="1686444"/>
                    </a:lnTo>
                    <a:lnTo>
                      <a:pt x="3931031" y="1672390"/>
                    </a:lnTo>
                    <a:lnTo>
                      <a:pt x="3895870" y="1686444"/>
                    </a:lnTo>
                    <a:lnTo>
                      <a:pt x="3902902" y="1693470"/>
                    </a:lnTo>
                    <a:lnTo>
                      <a:pt x="3867741" y="1742658"/>
                    </a:lnTo>
                    <a:lnTo>
                      <a:pt x="3790386" y="1728605"/>
                    </a:lnTo>
                    <a:lnTo>
                      <a:pt x="3762257" y="1763739"/>
                    </a:lnTo>
                    <a:lnTo>
                      <a:pt x="3748192" y="1756712"/>
                    </a:lnTo>
                    <a:lnTo>
                      <a:pt x="3748192" y="1770766"/>
                    </a:lnTo>
                    <a:lnTo>
                      <a:pt x="3734128" y="1777793"/>
                    </a:lnTo>
                    <a:lnTo>
                      <a:pt x="3741160" y="1742658"/>
                    </a:lnTo>
                    <a:lnTo>
                      <a:pt x="3720063" y="1735631"/>
                    </a:lnTo>
                    <a:lnTo>
                      <a:pt x="3720063" y="1721578"/>
                    </a:lnTo>
                    <a:lnTo>
                      <a:pt x="3705999" y="1735631"/>
                    </a:lnTo>
                    <a:lnTo>
                      <a:pt x="3698967" y="1721578"/>
                    </a:lnTo>
                    <a:lnTo>
                      <a:pt x="3670838" y="1707524"/>
                    </a:lnTo>
                    <a:lnTo>
                      <a:pt x="3663805" y="1714551"/>
                    </a:lnTo>
                    <a:lnTo>
                      <a:pt x="3670838" y="1693470"/>
                    </a:lnTo>
                    <a:lnTo>
                      <a:pt x="3579418" y="1623202"/>
                    </a:lnTo>
                    <a:lnTo>
                      <a:pt x="3558322" y="1623202"/>
                    </a:lnTo>
                    <a:lnTo>
                      <a:pt x="3544257" y="1637256"/>
                    </a:lnTo>
                    <a:lnTo>
                      <a:pt x="3502064" y="1630229"/>
                    </a:lnTo>
                    <a:lnTo>
                      <a:pt x="3495031" y="1616175"/>
                    </a:lnTo>
                    <a:lnTo>
                      <a:pt x="3452838" y="1623202"/>
                    </a:lnTo>
                    <a:lnTo>
                      <a:pt x="3445805" y="1609148"/>
                    </a:lnTo>
                    <a:lnTo>
                      <a:pt x="3431741" y="1616175"/>
                    </a:lnTo>
                    <a:lnTo>
                      <a:pt x="3431741" y="1602121"/>
                    </a:lnTo>
                    <a:lnTo>
                      <a:pt x="3403612" y="1581041"/>
                    </a:lnTo>
                    <a:lnTo>
                      <a:pt x="3305160" y="1566987"/>
                    </a:lnTo>
                    <a:lnTo>
                      <a:pt x="3298128" y="1552933"/>
                    </a:lnTo>
                    <a:lnTo>
                      <a:pt x="3277031" y="1545907"/>
                    </a:lnTo>
                    <a:lnTo>
                      <a:pt x="3241870" y="1552933"/>
                    </a:lnTo>
                    <a:lnTo>
                      <a:pt x="3248902" y="1574014"/>
                    </a:lnTo>
                    <a:lnTo>
                      <a:pt x="3227806" y="1581041"/>
                    </a:lnTo>
                    <a:lnTo>
                      <a:pt x="3227806" y="1566987"/>
                    </a:lnTo>
                    <a:lnTo>
                      <a:pt x="3164515" y="1574014"/>
                    </a:lnTo>
                    <a:lnTo>
                      <a:pt x="3164515" y="1588068"/>
                    </a:lnTo>
                    <a:lnTo>
                      <a:pt x="3185612" y="1595095"/>
                    </a:lnTo>
                    <a:lnTo>
                      <a:pt x="3164515" y="1616175"/>
                    </a:lnTo>
                    <a:lnTo>
                      <a:pt x="3178580" y="1644282"/>
                    </a:lnTo>
                    <a:lnTo>
                      <a:pt x="3199677" y="1651309"/>
                    </a:lnTo>
                    <a:lnTo>
                      <a:pt x="3206709" y="1679417"/>
                    </a:lnTo>
                    <a:lnTo>
                      <a:pt x="3185612" y="1700497"/>
                    </a:lnTo>
                    <a:lnTo>
                      <a:pt x="3164515" y="1700497"/>
                    </a:lnTo>
                    <a:lnTo>
                      <a:pt x="3122322" y="1728605"/>
                    </a:lnTo>
                    <a:lnTo>
                      <a:pt x="3044967" y="1672390"/>
                    </a:lnTo>
                    <a:lnTo>
                      <a:pt x="2939483" y="1679417"/>
                    </a:lnTo>
                    <a:lnTo>
                      <a:pt x="2911354" y="1735631"/>
                    </a:lnTo>
                    <a:lnTo>
                      <a:pt x="2897290" y="1742658"/>
                    </a:lnTo>
                    <a:lnTo>
                      <a:pt x="2883225" y="1728605"/>
                    </a:lnTo>
                    <a:lnTo>
                      <a:pt x="2848064" y="1728605"/>
                    </a:lnTo>
                    <a:lnTo>
                      <a:pt x="2841031" y="1756712"/>
                    </a:lnTo>
                    <a:lnTo>
                      <a:pt x="2819935" y="1763739"/>
                    </a:lnTo>
                    <a:lnTo>
                      <a:pt x="2805870" y="1805900"/>
                    </a:lnTo>
                    <a:lnTo>
                      <a:pt x="2812902" y="1819954"/>
                    </a:lnTo>
                    <a:lnTo>
                      <a:pt x="2791806" y="1826981"/>
                    </a:lnTo>
                    <a:lnTo>
                      <a:pt x="2798838" y="1855088"/>
                    </a:lnTo>
                    <a:lnTo>
                      <a:pt x="2791806" y="1869142"/>
                    </a:lnTo>
                    <a:lnTo>
                      <a:pt x="2770709" y="1876168"/>
                    </a:lnTo>
                    <a:lnTo>
                      <a:pt x="2770709" y="1911303"/>
                    </a:lnTo>
                    <a:lnTo>
                      <a:pt x="2756644" y="1918330"/>
                    </a:lnTo>
                    <a:moveTo>
                      <a:pt x="2841031" y="3028572"/>
                    </a:moveTo>
                    <a:lnTo>
                      <a:pt x="2826967" y="3021545"/>
                    </a:lnTo>
                    <a:lnTo>
                      <a:pt x="2826967" y="3007491"/>
                    </a:lnTo>
                    <a:lnTo>
                      <a:pt x="2848064" y="3007491"/>
                    </a:lnTo>
                    <a:lnTo>
                      <a:pt x="2826967" y="2965330"/>
                    </a:lnTo>
                    <a:lnTo>
                      <a:pt x="2833999" y="2930196"/>
                    </a:lnTo>
                    <a:lnTo>
                      <a:pt x="2798838" y="2944249"/>
                    </a:lnTo>
                    <a:lnTo>
                      <a:pt x="2770709" y="2923169"/>
                    </a:lnTo>
                    <a:lnTo>
                      <a:pt x="2784773" y="2888035"/>
                    </a:lnTo>
                    <a:lnTo>
                      <a:pt x="2805870" y="2873981"/>
                    </a:lnTo>
                    <a:lnTo>
                      <a:pt x="2812902" y="2845874"/>
                    </a:lnTo>
                    <a:lnTo>
                      <a:pt x="2798838" y="2803712"/>
                    </a:lnTo>
                    <a:lnTo>
                      <a:pt x="2791806" y="2810739"/>
                    </a:lnTo>
                    <a:lnTo>
                      <a:pt x="2777741" y="2789659"/>
                    </a:lnTo>
                    <a:lnTo>
                      <a:pt x="2798838" y="2796686"/>
                    </a:lnTo>
                    <a:lnTo>
                      <a:pt x="2826967" y="2768578"/>
                    </a:lnTo>
                    <a:lnTo>
                      <a:pt x="2848064" y="2775605"/>
                    </a:lnTo>
                    <a:lnTo>
                      <a:pt x="2848064" y="2726417"/>
                    </a:lnTo>
                    <a:lnTo>
                      <a:pt x="2826967" y="2719390"/>
                    </a:lnTo>
                    <a:lnTo>
                      <a:pt x="2848064" y="2705337"/>
                    </a:lnTo>
                    <a:lnTo>
                      <a:pt x="2855096" y="2712363"/>
                    </a:lnTo>
                    <a:lnTo>
                      <a:pt x="2862128" y="2691283"/>
                    </a:lnTo>
                    <a:lnTo>
                      <a:pt x="2833999" y="2635068"/>
                    </a:lnTo>
                    <a:lnTo>
                      <a:pt x="2826967" y="2642095"/>
                    </a:lnTo>
                    <a:lnTo>
                      <a:pt x="2819935" y="2628041"/>
                    </a:lnTo>
                    <a:lnTo>
                      <a:pt x="2763677" y="2628041"/>
                    </a:lnTo>
                    <a:lnTo>
                      <a:pt x="2735548" y="2663175"/>
                    </a:lnTo>
                    <a:lnTo>
                      <a:pt x="2714451" y="2656149"/>
                    </a:lnTo>
                    <a:lnTo>
                      <a:pt x="2728515" y="2642095"/>
                    </a:lnTo>
                    <a:lnTo>
                      <a:pt x="2714451" y="2642095"/>
                    </a:lnTo>
                    <a:lnTo>
                      <a:pt x="2651161" y="2684256"/>
                    </a:lnTo>
                    <a:lnTo>
                      <a:pt x="2615999" y="2656149"/>
                    </a:lnTo>
                    <a:lnTo>
                      <a:pt x="2644128" y="2642095"/>
                    </a:lnTo>
                    <a:lnTo>
                      <a:pt x="2651161" y="2649122"/>
                    </a:lnTo>
                    <a:lnTo>
                      <a:pt x="2665225" y="2599934"/>
                    </a:lnTo>
                    <a:lnTo>
                      <a:pt x="2686322" y="2592907"/>
                    </a:lnTo>
                    <a:lnTo>
                      <a:pt x="2700386" y="2564800"/>
                    </a:lnTo>
                    <a:lnTo>
                      <a:pt x="2721483" y="2557773"/>
                    </a:lnTo>
                    <a:lnTo>
                      <a:pt x="2728515" y="2522639"/>
                    </a:lnTo>
                    <a:lnTo>
                      <a:pt x="2735548" y="2536692"/>
                    </a:lnTo>
                    <a:lnTo>
                      <a:pt x="2749612" y="2522639"/>
                    </a:lnTo>
                    <a:lnTo>
                      <a:pt x="2763677" y="2536692"/>
                    </a:lnTo>
                    <a:lnTo>
                      <a:pt x="2784773" y="2529665"/>
                    </a:lnTo>
                    <a:lnTo>
                      <a:pt x="2805870" y="2487504"/>
                    </a:lnTo>
                    <a:lnTo>
                      <a:pt x="2819935" y="2487504"/>
                    </a:lnTo>
                    <a:lnTo>
                      <a:pt x="2833999" y="2466424"/>
                    </a:lnTo>
                    <a:lnTo>
                      <a:pt x="2833999" y="2438316"/>
                    </a:lnTo>
                    <a:lnTo>
                      <a:pt x="2798838" y="2424263"/>
                    </a:lnTo>
                    <a:lnTo>
                      <a:pt x="2805870" y="2417236"/>
                    </a:lnTo>
                    <a:lnTo>
                      <a:pt x="2791806" y="2403182"/>
                    </a:lnTo>
                    <a:lnTo>
                      <a:pt x="2784773" y="2368048"/>
                    </a:lnTo>
                    <a:lnTo>
                      <a:pt x="2784773" y="2325887"/>
                    </a:lnTo>
                    <a:lnTo>
                      <a:pt x="2805870" y="2311833"/>
                    </a:lnTo>
                    <a:lnTo>
                      <a:pt x="2791806" y="2297779"/>
                    </a:lnTo>
                    <a:lnTo>
                      <a:pt x="2791806" y="2311833"/>
                    </a:lnTo>
                    <a:lnTo>
                      <a:pt x="2777741" y="2311833"/>
                    </a:lnTo>
                    <a:lnTo>
                      <a:pt x="2791806" y="2248591"/>
                    </a:lnTo>
                    <a:lnTo>
                      <a:pt x="2805870" y="2234538"/>
                    </a:lnTo>
                    <a:lnTo>
                      <a:pt x="2798838" y="2220484"/>
                    </a:lnTo>
                    <a:lnTo>
                      <a:pt x="2770709" y="2213457"/>
                    </a:lnTo>
                    <a:lnTo>
                      <a:pt x="2770709" y="2143189"/>
                    </a:lnTo>
                    <a:moveTo>
                      <a:pt x="3649741" y="3485317"/>
                    </a:moveTo>
                    <a:lnTo>
                      <a:pt x="3551289" y="3471263"/>
                    </a:lnTo>
                    <a:lnTo>
                      <a:pt x="3530193" y="3485317"/>
                    </a:lnTo>
                    <a:lnTo>
                      <a:pt x="3523160" y="3506397"/>
                    </a:lnTo>
                    <a:lnTo>
                      <a:pt x="3509096" y="3506397"/>
                    </a:lnTo>
                    <a:lnTo>
                      <a:pt x="3509096" y="3520451"/>
                    </a:lnTo>
                    <a:lnTo>
                      <a:pt x="3495031" y="3527478"/>
                    </a:lnTo>
                    <a:lnTo>
                      <a:pt x="3487999" y="3513424"/>
                    </a:lnTo>
                    <a:lnTo>
                      <a:pt x="3473934" y="3513424"/>
                    </a:lnTo>
                    <a:lnTo>
                      <a:pt x="3466902" y="3506397"/>
                    </a:lnTo>
                    <a:lnTo>
                      <a:pt x="3480967" y="3471263"/>
                    </a:lnTo>
                    <a:lnTo>
                      <a:pt x="3459870" y="3408021"/>
                    </a:lnTo>
                    <a:lnTo>
                      <a:pt x="3473934" y="3393968"/>
                    </a:lnTo>
                    <a:lnTo>
                      <a:pt x="3459870" y="3386941"/>
                    </a:lnTo>
                    <a:lnTo>
                      <a:pt x="3452838" y="3351807"/>
                    </a:lnTo>
                    <a:lnTo>
                      <a:pt x="3424709" y="3358833"/>
                    </a:lnTo>
                    <a:lnTo>
                      <a:pt x="3410644" y="3344780"/>
                    </a:lnTo>
                    <a:lnTo>
                      <a:pt x="3354386" y="3386941"/>
                    </a:lnTo>
                    <a:lnTo>
                      <a:pt x="3354386" y="3415048"/>
                    </a:lnTo>
                    <a:lnTo>
                      <a:pt x="3340322" y="3422075"/>
                    </a:lnTo>
                    <a:lnTo>
                      <a:pt x="3312193" y="3408021"/>
                    </a:lnTo>
                    <a:lnTo>
                      <a:pt x="3319225" y="3400995"/>
                    </a:lnTo>
                    <a:lnTo>
                      <a:pt x="3305160" y="3379914"/>
                    </a:lnTo>
                    <a:lnTo>
                      <a:pt x="3333289" y="3330726"/>
                    </a:lnTo>
                    <a:lnTo>
                      <a:pt x="3361418" y="3316672"/>
                    </a:lnTo>
                    <a:lnTo>
                      <a:pt x="3354386" y="3295592"/>
                    </a:lnTo>
                    <a:lnTo>
                      <a:pt x="3424709" y="3239377"/>
                    </a:lnTo>
                    <a:lnTo>
                      <a:pt x="3424709" y="3141001"/>
                    </a:lnTo>
                    <a:lnTo>
                      <a:pt x="3452838" y="3133974"/>
                    </a:lnTo>
                    <a:lnTo>
                      <a:pt x="3466902" y="3119921"/>
                    </a:lnTo>
                    <a:lnTo>
                      <a:pt x="3459870" y="3098840"/>
                    </a:lnTo>
                    <a:lnTo>
                      <a:pt x="3480967" y="3091813"/>
                    </a:lnTo>
                    <a:lnTo>
                      <a:pt x="3438773" y="3077760"/>
                    </a:lnTo>
                    <a:lnTo>
                      <a:pt x="3403612" y="3091813"/>
                    </a:lnTo>
                    <a:lnTo>
                      <a:pt x="3389547" y="3049652"/>
                    </a:lnTo>
                    <a:lnTo>
                      <a:pt x="3410644" y="3021545"/>
                    </a:lnTo>
                    <a:lnTo>
                      <a:pt x="3403612" y="2986410"/>
                    </a:lnTo>
                    <a:lnTo>
                      <a:pt x="3417676" y="2958303"/>
                    </a:lnTo>
                    <a:lnTo>
                      <a:pt x="3410644" y="2944249"/>
                    </a:lnTo>
                    <a:lnTo>
                      <a:pt x="3396580" y="2951276"/>
                    </a:lnTo>
                    <a:lnTo>
                      <a:pt x="3389547" y="2930196"/>
                    </a:lnTo>
                    <a:lnTo>
                      <a:pt x="3347354" y="2930196"/>
                    </a:lnTo>
                    <a:lnTo>
                      <a:pt x="3312193" y="2902088"/>
                    </a:lnTo>
                    <a:lnTo>
                      <a:pt x="3298128" y="2930196"/>
                    </a:lnTo>
                    <a:lnTo>
                      <a:pt x="3305160" y="2951276"/>
                    </a:lnTo>
                    <a:lnTo>
                      <a:pt x="3255935" y="2951276"/>
                    </a:lnTo>
                    <a:lnTo>
                      <a:pt x="3234838" y="2944249"/>
                    </a:lnTo>
                    <a:lnTo>
                      <a:pt x="3234838" y="2930196"/>
                    </a:lnTo>
                    <a:lnTo>
                      <a:pt x="3199677" y="2923169"/>
                    </a:lnTo>
                    <a:lnTo>
                      <a:pt x="3178580" y="2937223"/>
                    </a:lnTo>
                    <a:lnTo>
                      <a:pt x="3164515" y="2979384"/>
                    </a:lnTo>
                    <a:lnTo>
                      <a:pt x="3150451" y="2979384"/>
                    </a:lnTo>
                    <a:lnTo>
                      <a:pt x="3115289" y="3021545"/>
                    </a:lnTo>
                    <a:lnTo>
                      <a:pt x="3122322" y="3028572"/>
                    </a:lnTo>
                    <a:lnTo>
                      <a:pt x="3101225" y="3056679"/>
                    </a:lnTo>
                    <a:lnTo>
                      <a:pt x="3087160" y="3056679"/>
                    </a:lnTo>
                    <a:lnTo>
                      <a:pt x="3066064" y="3014518"/>
                    </a:lnTo>
                    <a:lnTo>
                      <a:pt x="3059031" y="3035598"/>
                    </a:lnTo>
                    <a:lnTo>
                      <a:pt x="3037935" y="3035598"/>
                    </a:lnTo>
                    <a:lnTo>
                      <a:pt x="3023870" y="3021545"/>
                    </a:lnTo>
                    <a:lnTo>
                      <a:pt x="3037935" y="2979384"/>
                    </a:lnTo>
                    <a:lnTo>
                      <a:pt x="2995741" y="2979384"/>
                    </a:lnTo>
                    <a:lnTo>
                      <a:pt x="2981677" y="2986410"/>
                    </a:lnTo>
                    <a:lnTo>
                      <a:pt x="2960580" y="3028572"/>
                    </a:lnTo>
                    <a:lnTo>
                      <a:pt x="2932451" y="3042625"/>
                    </a:lnTo>
                    <a:lnTo>
                      <a:pt x="2946515" y="3070733"/>
                    </a:lnTo>
                    <a:lnTo>
                      <a:pt x="2939483" y="3091813"/>
                    </a:lnTo>
                    <a:lnTo>
                      <a:pt x="2925419" y="3084786"/>
                    </a:lnTo>
                    <a:lnTo>
                      <a:pt x="2932451" y="3077760"/>
                    </a:lnTo>
                    <a:lnTo>
                      <a:pt x="2904322" y="3077760"/>
                    </a:lnTo>
                    <a:lnTo>
                      <a:pt x="2918386" y="3049652"/>
                    </a:lnTo>
                    <a:lnTo>
                      <a:pt x="2911354" y="3035598"/>
                    </a:lnTo>
                    <a:lnTo>
                      <a:pt x="2890257" y="3028572"/>
                    </a:lnTo>
                    <a:lnTo>
                      <a:pt x="2855096" y="3042625"/>
                    </a:lnTo>
                    <a:lnTo>
                      <a:pt x="2841031" y="3028572"/>
                    </a:lnTo>
                    <a:moveTo>
                      <a:pt x="3319225" y="372423"/>
                    </a:moveTo>
                    <a:lnTo>
                      <a:pt x="3277031" y="386477"/>
                    </a:lnTo>
                    <a:lnTo>
                      <a:pt x="3227806" y="428638"/>
                    </a:lnTo>
                    <a:lnTo>
                      <a:pt x="3213741" y="407557"/>
                    </a:lnTo>
                    <a:lnTo>
                      <a:pt x="3206709" y="414584"/>
                    </a:lnTo>
                    <a:lnTo>
                      <a:pt x="3192644" y="400530"/>
                    </a:lnTo>
                    <a:lnTo>
                      <a:pt x="3192644" y="372423"/>
                    </a:lnTo>
                    <a:lnTo>
                      <a:pt x="3171547" y="372423"/>
                    </a:lnTo>
                    <a:lnTo>
                      <a:pt x="3150451" y="400530"/>
                    </a:lnTo>
                    <a:lnTo>
                      <a:pt x="3115289" y="407557"/>
                    </a:lnTo>
                    <a:lnTo>
                      <a:pt x="3080128" y="407557"/>
                    </a:lnTo>
                    <a:lnTo>
                      <a:pt x="3059031" y="386477"/>
                    </a:lnTo>
                    <a:lnTo>
                      <a:pt x="3009806" y="393503"/>
                    </a:lnTo>
                    <a:lnTo>
                      <a:pt x="2967612" y="372423"/>
                    </a:lnTo>
                    <a:lnTo>
                      <a:pt x="2848064" y="372423"/>
                    </a:lnTo>
                    <a:lnTo>
                      <a:pt x="2826967" y="407557"/>
                    </a:lnTo>
                    <a:lnTo>
                      <a:pt x="2869160" y="428638"/>
                    </a:lnTo>
                    <a:lnTo>
                      <a:pt x="2904322" y="421611"/>
                    </a:lnTo>
                    <a:lnTo>
                      <a:pt x="2939483" y="442691"/>
                    </a:lnTo>
                    <a:lnTo>
                      <a:pt x="2925419" y="498906"/>
                    </a:lnTo>
                    <a:lnTo>
                      <a:pt x="2939483" y="512960"/>
                    </a:lnTo>
                    <a:lnTo>
                      <a:pt x="2960580" y="498906"/>
                    </a:lnTo>
                    <a:lnTo>
                      <a:pt x="2981677" y="512960"/>
                    </a:lnTo>
                    <a:lnTo>
                      <a:pt x="3016838" y="512960"/>
                    </a:lnTo>
                    <a:lnTo>
                      <a:pt x="3016838" y="527014"/>
                    </a:lnTo>
                    <a:lnTo>
                      <a:pt x="3037935" y="527014"/>
                    </a:lnTo>
                    <a:lnTo>
                      <a:pt x="3044967" y="555121"/>
                    </a:lnTo>
                    <a:lnTo>
                      <a:pt x="3059031" y="562148"/>
                    </a:lnTo>
                    <a:lnTo>
                      <a:pt x="3051999" y="583228"/>
                    </a:lnTo>
                    <a:lnTo>
                      <a:pt x="3066064" y="604309"/>
                    </a:lnTo>
                    <a:lnTo>
                      <a:pt x="3059031" y="625389"/>
                    </a:lnTo>
                    <a:lnTo>
                      <a:pt x="3030902" y="611336"/>
                    </a:lnTo>
                    <a:lnTo>
                      <a:pt x="3016838" y="639443"/>
                    </a:lnTo>
                    <a:lnTo>
                      <a:pt x="3002773" y="639443"/>
                    </a:lnTo>
                    <a:lnTo>
                      <a:pt x="2995741" y="625389"/>
                    </a:lnTo>
                    <a:lnTo>
                      <a:pt x="2883225" y="618363"/>
                    </a:lnTo>
                    <a:lnTo>
                      <a:pt x="2890257" y="639443"/>
                    </a:lnTo>
                    <a:lnTo>
                      <a:pt x="2869160" y="653497"/>
                    </a:lnTo>
                    <a:lnTo>
                      <a:pt x="2855096" y="695658"/>
                    </a:lnTo>
                    <a:lnTo>
                      <a:pt x="2841031" y="702685"/>
                    </a:lnTo>
                    <a:lnTo>
                      <a:pt x="2841031" y="730792"/>
                    </a:lnTo>
                    <a:lnTo>
                      <a:pt x="2876193" y="765926"/>
                    </a:lnTo>
                    <a:lnTo>
                      <a:pt x="2876193" y="843222"/>
                    </a:lnTo>
                    <a:lnTo>
                      <a:pt x="2890257" y="857275"/>
                    </a:lnTo>
                    <a:lnTo>
                      <a:pt x="2869160" y="885383"/>
                    </a:lnTo>
                    <a:lnTo>
                      <a:pt x="2890257" y="920517"/>
                    </a:lnTo>
                    <a:lnTo>
                      <a:pt x="2876193" y="920517"/>
                    </a:lnTo>
                    <a:lnTo>
                      <a:pt x="2869160" y="948624"/>
                    </a:lnTo>
                    <a:moveTo>
                      <a:pt x="3234838" y="4342592"/>
                    </a:moveTo>
                    <a:lnTo>
                      <a:pt x="3241870" y="4342592"/>
                    </a:lnTo>
                    <a:moveTo>
                      <a:pt x="3255935" y="4342592"/>
                    </a:moveTo>
                    <a:lnTo>
                      <a:pt x="3234838" y="4314485"/>
                    </a:lnTo>
                    <a:lnTo>
                      <a:pt x="3234838" y="4286377"/>
                    </a:lnTo>
                    <a:lnTo>
                      <a:pt x="3220773" y="4279351"/>
                    </a:lnTo>
                    <a:lnTo>
                      <a:pt x="3241870" y="4279351"/>
                    </a:lnTo>
                    <a:lnTo>
                      <a:pt x="3248902" y="4244216"/>
                    </a:lnTo>
                    <a:lnTo>
                      <a:pt x="3277031" y="4244216"/>
                    </a:lnTo>
                    <a:lnTo>
                      <a:pt x="3326257" y="4223136"/>
                    </a:lnTo>
                    <a:lnTo>
                      <a:pt x="3354386" y="4202055"/>
                    </a:lnTo>
                    <a:lnTo>
                      <a:pt x="3340322" y="4188001"/>
                    </a:lnTo>
                    <a:lnTo>
                      <a:pt x="3382515" y="4188001"/>
                    </a:lnTo>
                    <a:lnTo>
                      <a:pt x="3431741" y="4145840"/>
                    </a:lnTo>
                    <a:lnTo>
                      <a:pt x="3459870" y="4089626"/>
                    </a:lnTo>
                    <a:lnTo>
                      <a:pt x="3459870" y="4075572"/>
                    </a:lnTo>
                    <a:lnTo>
                      <a:pt x="3445805" y="4068545"/>
                    </a:lnTo>
                    <a:lnTo>
                      <a:pt x="3452838" y="4040438"/>
                    </a:lnTo>
                    <a:lnTo>
                      <a:pt x="3438773" y="4012330"/>
                    </a:lnTo>
                    <a:lnTo>
                      <a:pt x="3452838" y="3935035"/>
                    </a:lnTo>
                    <a:lnTo>
                      <a:pt x="3480967" y="3906928"/>
                    </a:lnTo>
                    <a:lnTo>
                      <a:pt x="3480967" y="3885847"/>
                    </a:lnTo>
                    <a:lnTo>
                      <a:pt x="3537225" y="3850713"/>
                    </a:lnTo>
                    <a:lnTo>
                      <a:pt x="3523160" y="3843686"/>
                    </a:lnTo>
                    <a:lnTo>
                      <a:pt x="3523160" y="3822605"/>
                    </a:lnTo>
                    <a:lnTo>
                      <a:pt x="3537225" y="3808552"/>
                    </a:lnTo>
                    <a:lnTo>
                      <a:pt x="3544257" y="3815579"/>
                    </a:lnTo>
                    <a:lnTo>
                      <a:pt x="3551289" y="3801525"/>
                    </a:lnTo>
                    <a:lnTo>
                      <a:pt x="3579418" y="3815579"/>
                    </a:lnTo>
                    <a:lnTo>
                      <a:pt x="3586451" y="3780444"/>
                    </a:lnTo>
                    <a:lnTo>
                      <a:pt x="3621612" y="3766391"/>
                    </a:lnTo>
                    <a:lnTo>
                      <a:pt x="3628644" y="3752337"/>
                    </a:lnTo>
                    <a:lnTo>
                      <a:pt x="3607547" y="3717203"/>
                    </a:lnTo>
                    <a:lnTo>
                      <a:pt x="3607547" y="3668015"/>
                    </a:lnTo>
                    <a:lnTo>
                      <a:pt x="3642709" y="3653961"/>
                    </a:lnTo>
                    <a:lnTo>
                      <a:pt x="3663805" y="3625854"/>
                    </a:lnTo>
                    <a:lnTo>
                      <a:pt x="3642709" y="3583693"/>
                    </a:lnTo>
                    <a:lnTo>
                      <a:pt x="3649741" y="3562612"/>
                    </a:lnTo>
                    <a:lnTo>
                      <a:pt x="3621612" y="3534505"/>
                    </a:lnTo>
                    <a:lnTo>
                      <a:pt x="3635676" y="3492344"/>
                    </a:lnTo>
                    <a:lnTo>
                      <a:pt x="3649741" y="3485317"/>
                    </a:lnTo>
                    <a:moveTo>
                      <a:pt x="3164515" y="0"/>
                    </a:moveTo>
                    <a:lnTo>
                      <a:pt x="3206709" y="21081"/>
                    </a:lnTo>
                    <a:lnTo>
                      <a:pt x="3192644" y="70268"/>
                    </a:lnTo>
                    <a:lnTo>
                      <a:pt x="3206709" y="70268"/>
                    </a:lnTo>
                    <a:lnTo>
                      <a:pt x="3220773" y="98376"/>
                    </a:lnTo>
                    <a:lnTo>
                      <a:pt x="3192644" y="126483"/>
                    </a:lnTo>
                    <a:lnTo>
                      <a:pt x="3255935" y="161618"/>
                    </a:lnTo>
                    <a:lnTo>
                      <a:pt x="3284064" y="224859"/>
                    </a:lnTo>
                    <a:lnTo>
                      <a:pt x="3326257" y="245940"/>
                    </a:lnTo>
                    <a:lnTo>
                      <a:pt x="3333289" y="344316"/>
                    </a:lnTo>
                    <a:lnTo>
                      <a:pt x="3319225" y="372423"/>
                    </a:lnTo>
                    <a:moveTo>
                      <a:pt x="4725676" y="1068081"/>
                    </a:moveTo>
                    <a:lnTo>
                      <a:pt x="4690515" y="1075108"/>
                    </a:lnTo>
                    <a:lnTo>
                      <a:pt x="4669418" y="1054027"/>
                    </a:lnTo>
                    <a:lnTo>
                      <a:pt x="4683483" y="1011866"/>
                    </a:lnTo>
                    <a:lnTo>
                      <a:pt x="4655354" y="997812"/>
                    </a:lnTo>
                    <a:lnTo>
                      <a:pt x="4641289" y="997812"/>
                    </a:lnTo>
                    <a:lnTo>
                      <a:pt x="4641289" y="1025920"/>
                    </a:lnTo>
                    <a:lnTo>
                      <a:pt x="4613160" y="1025920"/>
                    </a:lnTo>
                    <a:lnTo>
                      <a:pt x="4606128" y="1047000"/>
                    </a:lnTo>
                    <a:lnTo>
                      <a:pt x="4592063" y="1032947"/>
                    </a:lnTo>
                    <a:lnTo>
                      <a:pt x="4549870" y="1047000"/>
                    </a:lnTo>
                    <a:lnTo>
                      <a:pt x="4486579" y="1004839"/>
                    </a:lnTo>
                    <a:lnTo>
                      <a:pt x="4465483" y="1011866"/>
                    </a:lnTo>
                    <a:lnTo>
                      <a:pt x="4458450" y="990786"/>
                    </a:lnTo>
                    <a:lnTo>
                      <a:pt x="4472515" y="934571"/>
                    </a:lnTo>
                    <a:lnTo>
                      <a:pt x="4444386" y="934571"/>
                    </a:lnTo>
                    <a:lnTo>
                      <a:pt x="4437354" y="948624"/>
                    </a:lnTo>
                    <a:lnTo>
                      <a:pt x="4395160" y="934571"/>
                    </a:lnTo>
                    <a:lnTo>
                      <a:pt x="4381096" y="941598"/>
                    </a:lnTo>
                    <a:lnTo>
                      <a:pt x="4345934" y="899437"/>
                    </a:lnTo>
                    <a:lnTo>
                      <a:pt x="4282644" y="941598"/>
                    </a:lnTo>
                    <a:lnTo>
                      <a:pt x="4268580" y="906463"/>
                    </a:lnTo>
                    <a:lnTo>
                      <a:pt x="4254515" y="892410"/>
                    </a:lnTo>
                    <a:lnTo>
                      <a:pt x="4254515" y="906463"/>
                    </a:lnTo>
                    <a:lnTo>
                      <a:pt x="4240451" y="906463"/>
                    </a:lnTo>
                    <a:lnTo>
                      <a:pt x="4233418" y="878356"/>
                    </a:lnTo>
                    <a:lnTo>
                      <a:pt x="4219354" y="871329"/>
                    </a:lnTo>
                    <a:lnTo>
                      <a:pt x="4226386" y="864302"/>
                    </a:lnTo>
                    <a:lnTo>
                      <a:pt x="4205289" y="850249"/>
                    </a:lnTo>
                    <a:lnTo>
                      <a:pt x="4219354" y="829168"/>
                    </a:lnTo>
                    <a:lnTo>
                      <a:pt x="4198257" y="815114"/>
                    </a:lnTo>
                    <a:lnTo>
                      <a:pt x="4198257" y="801061"/>
                    </a:lnTo>
                    <a:lnTo>
                      <a:pt x="4212321" y="794034"/>
                    </a:lnTo>
                    <a:lnTo>
                      <a:pt x="4212321" y="765926"/>
                    </a:lnTo>
                    <a:lnTo>
                      <a:pt x="4205289" y="772953"/>
                    </a:lnTo>
                    <a:lnTo>
                      <a:pt x="4198257" y="751873"/>
                    </a:lnTo>
                    <a:lnTo>
                      <a:pt x="4212321" y="709712"/>
                    </a:lnTo>
                    <a:lnTo>
                      <a:pt x="4191225" y="688631"/>
                    </a:lnTo>
                    <a:lnTo>
                      <a:pt x="4177160" y="688631"/>
                    </a:lnTo>
                    <a:lnTo>
                      <a:pt x="4156063" y="716739"/>
                    </a:lnTo>
                    <a:lnTo>
                      <a:pt x="4099805" y="744846"/>
                    </a:lnTo>
                    <a:lnTo>
                      <a:pt x="4057612" y="716739"/>
                    </a:lnTo>
                    <a:lnTo>
                      <a:pt x="4029483" y="681604"/>
                    </a:lnTo>
                    <a:lnTo>
                      <a:pt x="4015418" y="702685"/>
                    </a:lnTo>
                    <a:lnTo>
                      <a:pt x="3966192" y="688631"/>
                    </a:lnTo>
                    <a:lnTo>
                      <a:pt x="3952128" y="702685"/>
                    </a:lnTo>
                    <a:lnTo>
                      <a:pt x="3923999" y="695658"/>
                    </a:lnTo>
                    <a:lnTo>
                      <a:pt x="3874773" y="716739"/>
                    </a:lnTo>
                    <a:lnTo>
                      <a:pt x="3818515" y="695658"/>
                    </a:lnTo>
                    <a:lnTo>
                      <a:pt x="3790386" y="709712"/>
                    </a:lnTo>
                    <a:lnTo>
                      <a:pt x="3769289" y="702685"/>
                    </a:lnTo>
                    <a:lnTo>
                      <a:pt x="3748192" y="723765"/>
                    </a:lnTo>
                    <a:lnTo>
                      <a:pt x="3713031" y="695658"/>
                    </a:lnTo>
                    <a:lnTo>
                      <a:pt x="3677870" y="695658"/>
                    </a:lnTo>
                    <a:lnTo>
                      <a:pt x="3663805" y="667551"/>
                    </a:lnTo>
                    <a:lnTo>
                      <a:pt x="3656773" y="674577"/>
                    </a:lnTo>
                    <a:lnTo>
                      <a:pt x="3628644" y="653497"/>
                    </a:lnTo>
                    <a:lnTo>
                      <a:pt x="3586451" y="646470"/>
                    </a:lnTo>
                    <a:lnTo>
                      <a:pt x="3558322" y="618363"/>
                    </a:lnTo>
                    <a:lnTo>
                      <a:pt x="3530193" y="618363"/>
                    </a:lnTo>
                    <a:lnTo>
                      <a:pt x="3530193" y="604309"/>
                    </a:lnTo>
                    <a:lnTo>
                      <a:pt x="3502064" y="618363"/>
                    </a:lnTo>
                    <a:lnTo>
                      <a:pt x="3473934" y="562148"/>
                    </a:lnTo>
                    <a:lnTo>
                      <a:pt x="3459870" y="562148"/>
                    </a:lnTo>
                    <a:lnTo>
                      <a:pt x="3445805" y="534040"/>
                    </a:lnTo>
                    <a:lnTo>
                      <a:pt x="3417676" y="519987"/>
                    </a:lnTo>
                    <a:lnTo>
                      <a:pt x="3417676" y="505933"/>
                    </a:lnTo>
                    <a:lnTo>
                      <a:pt x="3403612" y="512960"/>
                    </a:lnTo>
                    <a:lnTo>
                      <a:pt x="3403612" y="449718"/>
                    </a:lnTo>
                    <a:lnTo>
                      <a:pt x="3382515" y="449718"/>
                    </a:lnTo>
                    <a:lnTo>
                      <a:pt x="3382515" y="421611"/>
                    </a:lnTo>
                    <a:lnTo>
                      <a:pt x="3340322" y="400530"/>
                    </a:lnTo>
                    <a:lnTo>
                      <a:pt x="3319225" y="372423"/>
                    </a:lnTo>
                    <a:moveTo>
                      <a:pt x="3333289" y="400530"/>
                    </a:moveTo>
                    <a:lnTo>
                      <a:pt x="3333289" y="393503"/>
                    </a:lnTo>
                    <a:moveTo>
                      <a:pt x="3649741" y="3485317"/>
                    </a:moveTo>
                    <a:lnTo>
                      <a:pt x="3663805" y="3464236"/>
                    </a:lnTo>
                    <a:lnTo>
                      <a:pt x="3698967" y="3450182"/>
                    </a:lnTo>
                    <a:lnTo>
                      <a:pt x="3698967" y="3422075"/>
                    </a:lnTo>
                    <a:lnTo>
                      <a:pt x="3684902" y="3408021"/>
                    </a:lnTo>
                    <a:lnTo>
                      <a:pt x="3705999" y="3330726"/>
                    </a:lnTo>
                    <a:lnTo>
                      <a:pt x="3755225" y="3330726"/>
                    </a:lnTo>
                    <a:lnTo>
                      <a:pt x="3769289" y="3344780"/>
                    </a:lnTo>
                    <a:lnTo>
                      <a:pt x="3790386" y="3330726"/>
                    </a:lnTo>
                    <a:lnTo>
                      <a:pt x="3790386" y="3344780"/>
                    </a:lnTo>
                    <a:lnTo>
                      <a:pt x="3811483" y="3351807"/>
                    </a:lnTo>
                    <a:lnTo>
                      <a:pt x="3846644" y="3344780"/>
                    </a:lnTo>
                    <a:lnTo>
                      <a:pt x="3874773" y="3365860"/>
                    </a:lnTo>
                    <a:lnTo>
                      <a:pt x="3874773" y="3393968"/>
                    </a:lnTo>
                    <a:lnTo>
                      <a:pt x="3895870" y="3415048"/>
                    </a:lnTo>
                    <a:lnTo>
                      <a:pt x="3895870" y="3436129"/>
                    </a:lnTo>
                    <a:lnTo>
                      <a:pt x="3923999" y="3436129"/>
                    </a:lnTo>
                    <a:lnTo>
                      <a:pt x="3931031" y="3422075"/>
                    </a:lnTo>
                    <a:lnTo>
                      <a:pt x="3966192" y="3422075"/>
                    </a:lnTo>
                    <a:lnTo>
                      <a:pt x="3959160" y="3393968"/>
                    </a:lnTo>
                    <a:lnTo>
                      <a:pt x="3973225" y="3365860"/>
                    </a:lnTo>
                    <a:lnTo>
                      <a:pt x="3952128" y="3351807"/>
                    </a:lnTo>
                    <a:lnTo>
                      <a:pt x="3973225" y="3323699"/>
                    </a:lnTo>
                    <a:lnTo>
                      <a:pt x="3966192" y="3309645"/>
                    </a:lnTo>
                    <a:lnTo>
                      <a:pt x="3923999" y="3309645"/>
                    </a:lnTo>
                    <a:lnTo>
                      <a:pt x="3916967" y="3295592"/>
                    </a:lnTo>
                    <a:lnTo>
                      <a:pt x="3931031" y="3274511"/>
                    </a:lnTo>
                    <a:lnTo>
                      <a:pt x="3931031" y="3288565"/>
                    </a:lnTo>
                    <a:lnTo>
                      <a:pt x="3959160" y="3267484"/>
                    </a:lnTo>
                    <a:lnTo>
                      <a:pt x="3973225" y="3274511"/>
                    </a:lnTo>
                    <a:lnTo>
                      <a:pt x="4008386" y="3246404"/>
                    </a:lnTo>
                    <a:lnTo>
                      <a:pt x="4001354" y="3239377"/>
                    </a:lnTo>
                    <a:lnTo>
                      <a:pt x="4015418" y="3218296"/>
                    </a:lnTo>
                    <a:lnTo>
                      <a:pt x="4022450" y="3232350"/>
                    </a:lnTo>
                    <a:lnTo>
                      <a:pt x="4043547" y="3211270"/>
                    </a:lnTo>
                    <a:lnTo>
                      <a:pt x="4064644" y="3218296"/>
                    </a:lnTo>
                    <a:lnTo>
                      <a:pt x="4064644" y="3232350"/>
                    </a:lnTo>
                    <a:lnTo>
                      <a:pt x="4085741" y="3253431"/>
                    </a:lnTo>
                    <a:lnTo>
                      <a:pt x="4099805" y="3253431"/>
                    </a:lnTo>
                    <a:lnTo>
                      <a:pt x="4099805" y="3267484"/>
                    </a:lnTo>
                    <a:lnTo>
                      <a:pt x="4120902" y="3260458"/>
                    </a:lnTo>
                    <a:lnTo>
                      <a:pt x="4149031" y="3288565"/>
                    </a:lnTo>
                    <a:lnTo>
                      <a:pt x="4184192" y="3267484"/>
                    </a:lnTo>
                    <a:lnTo>
                      <a:pt x="4226386" y="3281538"/>
                    </a:lnTo>
                    <a:lnTo>
                      <a:pt x="4247483" y="3260458"/>
                    </a:lnTo>
                    <a:lnTo>
                      <a:pt x="4247483" y="3239377"/>
                    </a:lnTo>
                    <a:lnTo>
                      <a:pt x="4268580" y="3239377"/>
                    </a:lnTo>
                    <a:moveTo>
                      <a:pt x="4971805" y="1658336"/>
                    </a:moveTo>
                    <a:lnTo>
                      <a:pt x="4901483" y="1693470"/>
                    </a:lnTo>
                    <a:lnTo>
                      <a:pt x="4873354" y="1686444"/>
                    </a:lnTo>
                    <a:lnTo>
                      <a:pt x="4817095" y="1644282"/>
                    </a:lnTo>
                    <a:lnTo>
                      <a:pt x="4767870" y="1651309"/>
                    </a:lnTo>
                    <a:lnTo>
                      <a:pt x="4732708" y="1714551"/>
                    </a:lnTo>
                    <a:lnTo>
                      <a:pt x="4697547" y="1735631"/>
                    </a:lnTo>
                    <a:lnTo>
                      <a:pt x="4690515" y="1714551"/>
                    </a:lnTo>
                    <a:lnTo>
                      <a:pt x="4662386" y="1721578"/>
                    </a:lnTo>
                    <a:lnTo>
                      <a:pt x="4641289" y="1707524"/>
                    </a:lnTo>
                    <a:lnTo>
                      <a:pt x="4655354" y="1763739"/>
                    </a:lnTo>
                    <a:lnTo>
                      <a:pt x="4641289" y="1770766"/>
                    </a:lnTo>
                    <a:lnTo>
                      <a:pt x="4606128" y="1749685"/>
                    </a:lnTo>
                    <a:lnTo>
                      <a:pt x="4585031" y="1763739"/>
                    </a:lnTo>
                    <a:lnTo>
                      <a:pt x="4585031" y="1777793"/>
                    </a:lnTo>
                    <a:lnTo>
                      <a:pt x="4577999" y="1770766"/>
                    </a:lnTo>
                    <a:lnTo>
                      <a:pt x="4563934" y="1784819"/>
                    </a:lnTo>
                    <a:lnTo>
                      <a:pt x="4563934" y="1798873"/>
                    </a:lnTo>
                    <a:lnTo>
                      <a:pt x="4577999" y="1791846"/>
                    </a:lnTo>
                    <a:lnTo>
                      <a:pt x="4570967" y="1784819"/>
                    </a:lnTo>
                    <a:lnTo>
                      <a:pt x="4585031" y="1784819"/>
                    </a:lnTo>
                    <a:lnTo>
                      <a:pt x="4585031" y="1798873"/>
                    </a:lnTo>
                    <a:lnTo>
                      <a:pt x="4563934" y="1819954"/>
                    </a:lnTo>
                    <a:lnTo>
                      <a:pt x="4549870" y="1812927"/>
                    </a:lnTo>
                    <a:lnTo>
                      <a:pt x="4521741" y="1826981"/>
                    </a:lnTo>
                    <a:lnTo>
                      <a:pt x="4521741" y="1812927"/>
                    </a:lnTo>
                    <a:lnTo>
                      <a:pt x="4500644" y="1812927"/>
                    </a:lnTo>
                    <a:lnTo>
                      <a:pt x="4451418" y="1841034"/>
                    </a:lnTo>
                    <a:lnTo>
                      <a:pt x="4402192" y="1841034"/>
                    </a:lnTo>
                    <a:lnTo>
                      <a:pt x="4374063" y="1826981"/>
                    </a:lnTo>
                    <a:lnTo>
                      <a:pt x="4359999" y="1862115"/>
                    </a:lnTo>
                    <a:lnTo>
                      <a:pt x="4367031" y="1869142"/>
                    </a:lnTo>
                    <a:lnTo>
                      <a:pt x="4338902" y="1883195"/>
                    </a:lnTo>
                    <a:lnTo>
                      <a:pt x="4303741" y="1883195"/>
                    </a:lnTo>
                    <a:lnTo>
                      <a:pt x="4268580" y="1925356"/>
                    </a:lnTo>
                    <a:lnTo>
                      <a:pt x="4268580" y="1939410"/>
                    </a:lnTo>
                    <a:moveTo>
                      <a:pt x="4268580" y="3239377"/>
                    </a:moveTo>
                    <a:lnTo>
                      <a:pt x="4261547" y="3232350"/>
                    </a:lnTo>
                    <a:lnTo>
                      <a:pt x="4282644" y="3204243"/>
                    </a:lnTo>
                    <a:lnTo>
                      <a:pt x="4282644" y="3183162"/>
                    </a:lnTo>
                    <a:lnTo>
                      <a:pt x="4268580" y="3176135"/>
                    </a:lnTo>
                    <a:lnTo>
                      <a:pt x="4254515" y="3133974"/>
                    </a:lnTo>
                    <a:lnTo>
                      <a:pt x="4275612" y="3119921"/>
                    </a:lnTo>
                    <a:lnTo>
                      <a:pt x="4296709" y="3077760"/>
                    </a:lnTo>
                    <a:lnTo>
                      <a:pt x="4296709" y="3014518"/>
                    </a:lnTo>
                    <a:lnTo>
                      <a:pt x="4324838" y="3014518"/>
                    </a:lnTo>
                    <a:lnTo>
                      <a:pt x="4317805" y="3007491"/>
                    </a:lnTo>
                    <a:lnTo>
                      <a:pt x="4359999" y="2986410"/>
                    </a:lnTo>
                    <a:lnTo>
                      <a:pt x="4338902" y="2965330"/>
                    </a:lnTo>
                    <a:lnTo>
                      <a:pt x="4310773" y="2979384"/>
                    </a:lnTo>
                    <a:lnTo>
                      <a:pt x="4268580" y="2979384"/>
                    </a:lnTo>
                    <a:lnTo>
                      <a:pt x="4275612" y="2958303"/>
                    </a:lnTo>
                    <a:lnTo>
                      <a:pt x="4296709" y="2944249"/>
                    </a:lnTo>
                    <a:lnTo>
                      <a:pt x="4289676" y="2937223"/>
                    </a:lnTo>
                    <a:lnTo>
                      <a:pt x="4317805" y="2866954"/>
                    </a:lnTo>
                    <a:lnTo>
                      <a:pt x="4303741" y="2866954"/>
                    </a:lnTo>
                    <a:lnTo>
                      <a:pt x="4317805" y="2845874"/>
                    </a:lnTo>
                    <a:lnTo>
                      <a:pt x="4240451" y="2810739"/>
                    </a:lnTo>
                    <a:lnTo>
                      <a:pt x="4233418" y="2754525"/>
                    </a:lnTo>
                    <a:lnTo>
                      <a:pt x="4261547" y="2705337"/>
                    </a:lnTo>
                    <a:lnTo>
                      <a:pt x="4226386" y="2663175"/>
                    </a:lnTo>
                    <a:lnTo>
                      <a:pt x="4226386" y="2649122"/>
                    </a:lnTo>
                    <a:lnTo>
                      <a:pt x="4212321" y="2656149"/>
                    </a:lnTo>
                    <a:lnTo>
                      <a:pt x="4212321" y="2635068"/>
                    </a:lnTo>
                    <a:lnTo>
                      <a:pt x="4240451" y="2599934"/>
                    </a:lnTo>
                    <a:lnTo>
                      <a:pt x="4247483" y="2543719"/>
                    </a:lnTo>
                    <a:lnTo>
                      <a:pt x="4177160" y="2564800"/>
                    </a:lnTo>
                    <a:lnTo>
                      <a:pt x="4156063" y="2550746"/>
                    </a:lnTo>
                    <a:lnTo>
                      <a:pt x="4163096" y="2508585"/>
                    </a:lnTo>
                    <a:lnTo>
                      <a:pt x="4149031" y="2494531"/>
                    </a:lnTo>
                    <a:lnTo>
                      <a:pt x="4156063" y="2459397"/>
                    </a:lnTo>
                    <a:lnTo>
                      <a:pt x="4212321" y="2389128"/>
                    </a:lnTo>
                    <a:lnTo>
                      <a:pt x="4198257" y="2368048"/>
                    </a:lnTo>
                    <a:lnTo>
                      <a:pt x="4212321" y="2339940"/>
                    </a:lnTo>
                    <a:lnTo>
                      <a:pt x="4296709" y="2311833"/>
                    </a:lnTo>
                    <a:lnTo>
                      <a:pt x="4282644" y="2262645"/>
                    </a:lnTo>
                    <a:lnTo>
                      <a:pt x="4310773" y="2255618"/>
                    </a:lnTo>
                    <a:lnTo>
                      <a:pt x="4367031" y="2206430"/>
                    </a:lnTo>
                    <a:lnTo>
                      <a:pt x="4367031" y="2178323"/>
                    </a:lnTo>
                    <a:lnTo>
                      <a:pt x="4352967" y="2178323"/>
                    </a:lnTo>
                    <a:lnTo>
                      <a:pt x="4345934" y="2164269"/>
                    </a:lnTo>
                    <a:lnTo>
                      <a:pt x="4352967" y="2150216"/>
                    </a:lnTo>
                    <a:lnTo>
                      <a:pt x="4310773" y="2122108"/>
                    </a:lnTo>
                    <a:lnTo>
                      <a:pt x="4324838" y="2108054"/>
                    </a:lnTo>
                    <a:lnTo>
                      <a:pt x="4331870" y="2030759"/>
                    </a:lnTo>
                    <a:lnTo>
                      <a:pt x="4324838" y="2016705"/>
                    </a:lnTo>
                    <a:lnTo>
                      <a:pt x="4317805" y="2023732"/>
                    </a:lnTo>
                    <a:lnTo>
                      <a:pt x="4303741" y="2009679"/>
                    </a:lnTo>
                    <a:lnTo>
                      <a:pt x="4303741" y="1995625"/>
                    </a:lnTo>
                    <a:lnTo>
                      <a:pt x="4282644" y="1974544"/>
                    </a:lnTo>
                    <a:lnTo>
                      <a:pt x="4275612" y="1981571"/>
                    </a:lnTo>
                    <a:lnTo>
                      <a:pt x="4268580" y="1939410"/>
                    </a:lnTo>
                    <a:moveTo>
                      <a:pt x="4268580" y="3239377"/>
                    </a:moveTo>
                    <a:lnTo>
                      <a:pt x="4275612" y="3232350"/>
                    </a:lnTo>
                    <a:lnTo>
                      <a:pt x="4303741" y="3274511"/>
                    </a:lnTo>
                    <a:lnTo>
                      <a:pt x="4289676" y="3295592"/>
                    </a:lnTo>
                    <a:lnTo>
                      <a:pt x="4296709" y="3302619"/>
                    </a:lnTo>
                    <a:lnTo>
                      <a:pt x="4345934" y="3281538"/>
                    </a:lnTo>
                    <a:lnTo>
                      <a:pt x="4367031" y="3295592"/>
                    </a:lnTo>
                    <a:lnTo>
                      <a:pt x="4381096" y="3274511"/>
                    </a:lnTo>
                    <a:lnTo>
                      <a:pt x="4423289" y="3274511"/>
                    </a:lnTo>
                    <a:lnTo>
                      <a:pt x="4423289" y="3260458"/>
                    </a:lnTo>
                    <a:lnTo>
                      <a:pt x="4437354" y="3267484"/>
                    </a:lnTo>
                    <a:lnTo>
                      <a:pt x="4458450" y="3246404"/>
                    </a:lnTo>
                    <a:lnTo>
                      <a:pt x="4479547" y="3260458"/>
                    </a:lnTo>
                    <a:lnTo>
                      <a:pt x="4486579" y="3281538"/>
                    </a:lnTo>
                    <a:lnTo>
                      <a:pt x="4507676" y="3281538"/>
                    </a:lnTo>
                    <a:lnTo>
                      <a:pt x="4521741" y="3295592"/>
                    </a:lnTo>
                    <a:lnTo>
                      <a:pt x="4507676" y="3330726"/>
                    </a:lnTo>
                    <a:lnTo>
                      <a:pt x="4521741" y="3344780"/>
                    </a:lnTo>
                    <a:lnTo>
                      <a:pt x="4514708" y="3358833"/>
                    </a:lnTo>
                    <a:lnTo>
                      <a:pt x="4486579" y="3372887"/>
                    </a:lnTo>
                    <a:lnTo>
                      <a:pt x="4465483" y="3365860"/>
                    </a:lnTo>
                    <a:lnTo>
                      <a:pt x="4409225" y="3415048"/>
                    </a:lnTo>
                    <a:lnTo>
                      <a:pt x="4416257" y="3436129"/>
                    </a:lnTo>
                    <a:lnTo>
                      <a:pt x="4388128" y="3471263"/>
                    </a:lnTo>
                    <a:lnTo>
                      <a:pt x="4395160" y="3478290"/>
                    </a:lnTo>
                    <a:lnTo>
                      <a:pt x="4374063" y="3499370"/>
                    </a:lnTo>
                    <a:lnTo>
                      <a:pt x="4345934" y="3506397"/>
                    </a:lnTo>
                    <a:lnTo>
                      <a:pt x="4345934" y="3520451"/>
                    </a:lnTo>
                    <a:lnTo>
                      <a:pt x="4381096" y="3527478"/>
                    </a:lnTo>
                    <a:lnTo>
                      <a:pt x="4381096" y="3541531"/>
                    </a:lnTo>
                    <a:lnTo>
                      <a:pt x="4402192" y="3541531"/>
                    </a:lnTo>
                    <a:lnTo>
                      <a:pt x="4416257" y="3576666"/>
                    </a:lnTo>
                    <a:lnTo>
                      <a:pt x="4458450" y="3548558"/>
                    </a:lnTo>
                    <a:lnTo>
                      <a:pt x="4472515" y="3562612"/>
                    </a:lnTo>
                    <a:lnTo>
                      <a:pt x="4486579" y="3541531"/>
                    </a:lnTo>
                    <a:lnTo>
                      <a:pt x="4514708" y="3562612"/>
                    </a:lnTo>
                    <a:lnTo>
                      <a:pt x="4514708" y="3534505"/>
                    </a:lnTo>
                    <a:lnTo>
                      <a:pt x="4528773" y="3527478"/>
                    </a:lnTo>
                    <a:lnTo>
                      <a:pt x="4549870" y="3541531"/>
                    </a:lnTo>
                    <a:lnTo>
                      <a:pt x="4556902" y="3534505"/>
                    </a:lnTo>
                    <a:lnTo>
                      <a:pt x="4563934" y="3548558"/>
                    </a:lnTo>
                    <a:lnTo>
                      <a:pt x="4577999" y="3513424"/>
                    </a:lnTo>
                    <a:lnTo>
                      <a:pt x="4585031" y="3520451"/>
                    </a:lnTo>
                    <a:lnTo>
                      <a:pt x="4634257" y="3499370"/>
                    </a:lnTo>
                    <a:lnTo>
                      <a:pt x="4641289" y="3513424"/>
                    </a:lnTo>
                    <a:lnTo>
                      <a:pt x="4669418" y="3506397"/>
                    </a:lnTo>
                    <a:lnTo>
                      <a:pt x="4662386" y="3499370"/>
                    </a:lnTo>
                    <a:lnTo>
                      <a:pt x="4704579" y="3478290"/>
                    </a:lnTo>
                    <a:lnTo>
                      <a:pt x="4718644" y="3492344"/>
                    </a:lnTo>
                    <a:lnTo>
                      <a:pt x="4732708" y="3471263"/>
                    </a:lnTo>
                    <a:lnTo>
                      <a:pt x="4760837" y="3478290"/>
                    </a:lnTo>
                    <a:lnTo>
                      <a:pt x="4781934" y="3520451"/>
                    </a:lnTo>
                    <a:lnTo>
                      <a:pt x="4824128" y="3541531"/>
                    </a:lnTo>
                    <a:lnTo>
                      <a:pt x="4824128" y="3555585"/>
                    </a:lnTo>
                    <a:lnTo>
                      <a:pt x="4866321" y="3548558"/>
                    </a:lnTo>
                    <a:lnTo>
                      <a:pt x="4873354" y="3541531"/>
                    </a:lnTo>
                    <a:lnTo>
                      <a:pt x="4852257" y="3506397"/>
                    </a:lnTo>
                    <a:lnTo>
                      <a:pt x="4866321" y="3506397"/>
                    </a:lnTo>
                    <a:lnTo>
                      <a:pt x="4845225" y="3492344"/>
                    </a:lnTo>
                    <a:lnTo>
                      <a:pt x="4866321" y="3443156"/>
                    </a:lnTo>
                    <a:lnTo>
                      <a:pt x="4859289" y="3436129"/>
                    </a:lnTo>
                    <a:lnTo>
                      <a:pt x="4866321" y="3429102"/>
                    </a:lnTo>
                    <a:lnTo>
                      <a:pt x="4894450" y="3443156"/>
                    </a:lnTo>
                    <a:lnTo>
                      <a:pt x="4887418" y="3415048"/>
                    </a:lnTo>
                    <a:moveTo>
                      <a:pt x="5098386" y="0"/>
                    </a:moveTo>
                    <a:lnTo>
                      <a:pt x="5105418" y="14054"/>
                    </a:lnTo>
                    <a:lnTo>
                      <a:pt x="5091353" y="35134"/>
                    </a:lnTo>
                    <a:lnTo>
                      <a:pt x="5133547" y="98376"/>
                    </a:lnTo>
                    <a:lnTo>
                      <a:pt x="5126515" y="126483"/>
                    </a:lnTo>
                    <a:lnTo>
                      <a:pt x="5112450" y="119456"/>
                    </a:lnTo>
                    <a:lnTo>
                      <a:pt x="5077289" y="133510"/>
                    </a:lnTo>
                    <a:lnTo>
                      <a:pt x="5063224" y="161618"/>
                    </a:lnTo>
                    <a:lnTo>
                      <a:pt x="5006966" y="189725"/>
                    </a:lnTo>
                    <a:lnTo>
                      <a:pt x="4978837" y="196752"/>
                    </a:lnTo>
                    <a:lnTo>
                      <a:pt x="4943676" y="161618"/>
                    </a:lnTo>
                    <a:lnTo>
                      <a:pt x="4915547" y="84322"/>
                    </a:lnTo>
                    <a:lnTo>
                      <a:pt x="4887418" y="70268"/>
                    </a:lnTo>
                    <a:lnTo>
                      <a:pt x="4887418" y="84322"/>
                    </a:lnTo>
                    <a:lnTo>
                      <a:pt x="4873354" y="84322"/>
                    </a:lnTo>
                    <a:lnTo>
                      <a:pt x="4859289" y="56215"/>
                    </a:lnTo>
                    <a:lnTo>
                      <a:pt x="4824128" y="56215"/>
                    </a:lnTo>
                    <a:lnTo>
                      <a:pt x="4795999" y="77295"/>
                    </a:lnTo>
                    <a:lnTo>
                      <a:pt x="4781934" y="133510"/>
                    </a:lnTo>
                    <a:lnTo>
                      <a:pt x="4810063" y="147564"/>
                    </a:lnTo>
                    <a:lnTo>
                      <a:pt x="4803031" y="168644"/>
                    </a:lnTo>
                    <a:lnTo>
                      <a:pt x="4781934" y="168644"/>
                    </a:lnTo>
                    <a:lnTo>
                      <a:pt x="4795999" y="182698"/>
                    </a:lnTo>
                    <a:lnTo>
                      <a:pt x="4795999" y="217832"/>
                    </a:lnTo>
                    <a:lnTo>
                      <a:pt x="4810063" y="245940"/>
                    </a:lnTo>
                    <a:lnTo>
                      <a:pt x="4739741" y="252967"/>
                    </a:lnTo>
                    <a:lnTo>
                      <a:pt x="4732708" y="274047"/>
                    </a:lnTo>
                    <a:lnTo>
                      <a:pt x="4718644" y="274047"/>
                    </a:lnTo>
                    <a:lnTo>
                      <a:pt x="4718644" y="295128"/>
                    </a:lnTo>
                    <a:lnTo>
                      <a:pt x="4704579" y="295128"/>
                    </a:lnTo>
                    <a:lnTo>
                      <a:pt x="4718644" y="351342"/>
                    </a:lnTo>
                    <a:lnTo>
                      <a:pt x="4697547" y="407557"/>
                    </a:lnTo>
                    <a:lnTo>
                      <a:pt x="4655354" y="435665"/>
                    </a:lnTo>
                    <a:lnTo>
                      <a:pt x="4613160" y="435665"/>
                    </a:lnTo>
                    <a:lnTo>
                      <a:pt x="4585031" y="407557"/>
                    </a:lnTo>
                    <a:lnTo>
                      <a:pt x="4570967" y="421611"/>
                    </a:lnTo>
                    <a:lnTo>
                      <a:pt x="4585031" y="456745"/>
                    </a:lnTo>
                    <a:lnTo>
                      <a:pt x="4570967" y="456745"/>
                    </a:lnTo>
                    <a:lnTo>
                      <a:pt x="4563934" y="470799"/>
                    </a:lnTo>
                    <a:lnTo>
                      <a:pt x="4592063" y="491879"/>
                    </a:lnTo>
                    <a:lnTo>
                      <a:pt x="4669418" y="519987"/>
                    </a:lnTo>
                    <a:lnTo>
                      <a:pt x="4669418" y="618363"/>
                    </a:lnTo>
                    <a:lnTo>
                      <a:pt x="4704579" y="625389"/>
                    </a:lnTo>
                    <a:lnTo>
                      <a:pt x="4704579" y="639443"/>
                    </a:lnTo>
                    <a:lnTo>
                      <a:pt x="4739741" y="625389"/>
                    </a:lnTo>
                    <a:lnTo>
                      <a:pt x="4767870" y="674577"/>
                    </a:lnTo>
                    <a:lnTo>
                      <a:pt x="4803031" y="695658"/>
                    </a:lnTo>
                    <a:lnTo>
                      <a:pt x="4824128" y="674577"/>
                    </a:lnTo>
                    <a:lnTo>
                      <a:pt x="4817095" y="667551"/>
                    </a:lnTo>
                    <a:lnTo>
                      <a:pt x="4852257" y="653497"/>
                    </a:lnTo>
                    <a:lnTo>
                      <a:pt x="4859289" y="660524"/>
                    </a:lnTo>
                    <a:lnTo>
                      <a:pt x="4894450" y="625389"/>
                    </a:lnTo>
                    <a:lnTo>
                      <a:pt x="4880386" y="653497"/>
                    </a:lnTo>
                    <a:lnTo>
                      <a:pt x="4908515" y="787007"/>
                    </a:lnTo>
                    <a:lnTo>
                      <a:pt x="4894450" y="864302"/>
                    </a:lnTo>
                    <a:lnTo>
                      <a:pt x="4901483" y="878356"/>
                    </a:lnTo>
                    <a:lnTo>
                      <a:pt x="4887418" y="906463"/>
                    </a:lnTo>
                    <a:lnTo>
                      <a:pt x="4894450" y="927544"/>
                    </a:lnTo>
                    <a:lnTo>
                      <a:pt x="4810063" y="934571"/>
                    </a:lnTo>
                    <a:lnTo>
                      <a:pt x="4760837" y="976732"/>
                    </a:lnTo>
                    <a:lnTo>
                      <a:pt x="4760837" y="990786"/>
                    </a:lnTo>
                    <a:lnTo>
                      <a:pt x="4725676" y="1032947"/>
                    </a:lnTo>
                    <a:lnTo>
                      <a:pt x="4725676" y="1068081"/>
                    </a:lnTo>
                    <a:moveTo>
                      <a:pt x="4971805" y="1658336"/>
                    </a:moveTo>
                    <a:lnTo>
                      <a:pt x="4950708" y="1602121"/>
                    </a:lnTo>
                    <a:lnTo>
                      <a:pt x="4943676" y="1517799"/>
                    </a:lnTo>
                    <a:lnTo>
                      <a:pt x="4922579" y="1496719"/>
                    </a:lnTo>
                    <a:lnTo>
                      <a:pt x="4922579" y="1482665"/>
                    </a:lnTo>
                    <a:lnTo>
                      <a:pt x="4894450" y="1475638"/>
                    </a:lnTo>
                    <a:lnTo>
                      <a:pt x="4894450" y="1398343"/>
                    </a:lnTo>
                    <a:lnTo>
                      <a:pt x="4852257" y="1342128"/>
                    </a:lnTo>
                    <a:lnTo>
                      <a:pt x="4852257" y="1314021"/>
                    </a:lnTo>
                    <a:lnTo>
                      <a:pt x="4880386" y="1306994"/>
                    </a:lnTo>
                    <a:lnTo>
                      <a:pt x="4880386" y="1271860"/>
                    </a:lnTo>
                    <a:lnTo>
                      <a:pt x="4950708" y="1236725"/>
                    </a:lnTo>
                    <a:lnTo>
                      <a:pt x="4936644" y="1215645"/>
                    </a:lnTo>
                    <a:lnTo>
                      <a:pt x="4915547" y="1201591"/>
                    </a:lnTo>
                    <a:lnTo>
                      <a:pt x="4908515" y="1208618"/>
                    </a:lnTo>
                    <a:lnTo>
                      <a:pt x="4908515" y="1194564"/>
                    </a:lnTo>
                    <a:lnTo>
                      <a:pt x="4880386" y="1166457"/>
                    </a:lnTo>
                    <a:lnTo>
                      <a:pt x="4852257" y="1180511"/>
                    </a:lnTo>
                    <a:lnTo>
                      <a:pt x="4824128" y="1145376"/>
                    </a:lnTo>
                    <a:lnTo>
                      <a:pt x="4810063" y="1145376"/>
                    </a:lnTo>
                    <a:lnTo>
                      <a:pt x="4788966" y="1166457"/>
                    </a:lnTo>
                    <a:lnTo>
                      <a:pt x="4774902" y="1152403"/>
                    </a:lnTo>
                    <a:lnTo>
                      <a:pt x="4767870" y="1117269"/>
                    </a:lnTo>
                    <a:lnTo>
                      <a:pt x="4753805" y="1124296"/>
                    </a:lnTo>
                    <a:lnTo>
                      <a:pt x="4746773" y="1089161"/>
                    </a:lnTo>
                    <a:lnTo>
                      <a:pt x="4725676" y="1089161"/>
                    </a:lnTo>
                    <a:lnTo>
                      <a:pt x="4725676" y="1068081"/>
                    </a:lnTo>
                    <a:moveTo>
                      <a:pt x="4887418" y="3415048"/>
                    </a:moveTo>
                    <a:lnTo>
                      <a:pt x="4880386" y="3408021"/>
                    </a:lnTo>
                    <a:lnTo>
                      <a:pt x="4894450" y="3408021"/>
                    </a:lnTo>
                    <a:lnTo>
                      <a:pt x="4880386" y="3386941"/>
                    </a:lnTo>
                    <a:lnTo>
                      <a:pt x="4901483" y="3372887"/>
                    </a:lnTo>
                    <a:lnTo>
                      <a:pt x="4880386" y="3351807"/>
                    </a:lnTo>
                    <a:lnTo>
                      <a:pt x="4880386" y="3323699"/>
                    </a:lnTo>
                    <a:lnTo>
                      <a:pt x="4901483" y="3316672"/>
                    </a:lnTo>
                    <a:lnTo>
                      <a:pt x="4908515" y="3288565"/>
                    </a:lnTo>
                    <a:lnTo>
                      <a:pt x="4922579" y="3288565"/>
                    </a:lnTo>
                    <a:lnTo>
                      <a:pt x="4922579" y="3225323"/>
                    </a:lnTo>
                    <a:lnTo>
                      <a:pt x="4943676" y="3204243"/>
                    </a:lnTo>
                    <a:lnTo>
                      <a:pt x="4943676" y="3155055"/>
                    </a:lnTo>
                    <a:lnTo>
                      <a:pt x="4964773" y="3126947"/>
                    </a:lnTo>
                    <a:lnTo>
                      <a:pt x="4978837" y="3126947"/>
                    </a:lnTo>
                    <a:lnTo>
                      <a:pt x="4964773" y="3091813"/>
                    </a:lnTo>
                    <a:lnTo>
                      <a:pt x="5042128" y="3056679"/>
                    </a:lnTo>
                    <a:lnTo>
                      <a:pt x="5049160" y="3028572"/>
                    </a:lnTo>
                    <a:lnTo>
                      <a:pt x="5084321" y="3000464"/>
                    </a:lnTo>
                    <a:lnTo>
                      <a:pt x="5077289" y="2979384"/>
                    </a:lnTo>
                    <a:lnTo>
                      <a:pt x="5049160" y="2979384"/>
                    </a:lnTo>
                    <a:lnTo>
                      <a:pt x="5049160" y="2944249"/>
                    </a:lnTo>
                    <a:lnTo>
                      <a:pt x="5084321" y="2916142"/>
                    </a:lnTo>
                    <a:lnTo>
                      <a:pt x="5091353" y="2895061"/>
                    </a:lnTo>
                    <a:lnTo>
                      <a:pt x="5112450" y="2909115"/>
                    </a:lnTo>
                    <a:lnTo>
                      <a:pt x="5126515" y="2881008"/>
                    </a:lnTo>
                    <a:lnTo>
                      <a:pt x="5098386" y="2838847"/>
                    </a:lnTo>
                    <a:lnTo>
                      <a:pt x="5098386" y="2740471"/>
                    </a:lnTo>
                    <a:lnTo>
                      <a:pt x="5154644" y="2684256"/>
                    </a:lnTo>
                    <a:lnTo>
                      <a:pt x="5168708" y="2691283"/>
                    </a:lnTo>
                    <a:lnTo>
                      <a:pt x="5175741" y="2677229"/>
                    </a:lnTo>
                    <a:lnTo>
                      <a:pt x="5224966" y="2670202"/>
                    </a:lnTo>
                    <a:lnTo>
                      <a:pt x="5260128" y="2649122"/>
                    </a:lnTo>
                    <a:lnTo>
                      <a:pt x="5274192" y="2606961"/>
                    </a:lnTo>
                    <a:lnTo>
                      <a:pt x="5295289" y="2599934"/>
                    </a:lnTo>
                    <a:lnTo>
                      <a:pt x="5302321" y="2578853"/>
                    </a:lnTo>
                    <a:lnTo>
                      <a:pt x="5274192" y="2564800"/>
                    </a:lnTo>
                    <a:lnTo>
                      <a:pt x="5288257" y="2536692"/>
                    </a:lnTo>
                    <a:lnTo>
                      <a:pt x="5281224" y="2487504"/>
                    </a:lnTo>
                    <a:lnTo>
                      <a:pt x="5253095" y="2480477"/>
                    </a:lnTo>
                    <a:lnTo>
                      <a:pt x="5253095" y="2445343"/>
                    </a:lnTo>
                    <a:lnTo>
                      <a:pt x="5274192" y="2459397"/>
                    </a:lnTo>
                    <a:lnTo>
                      <a:pt x="5281224" y="2431289"/>
                    </a:lnTo>
                    <a:lnTo>
                      <a:pt x="5302321" y="2438316"/>
                    </a:lnTo>
                    <a:lnTo>
                      <a:pt x="5344515" y="2403182"/>
                    </a:lnTo>
                    <a:lnTo>
                      <a:pt x="5344515" y="2382102"/>
                    </a:lnTo>
                    <a:lnTo>
                      <a:pt x="5330450" y="2375075"/>
                    </a:lnTo>
                    <a:lnTo>
                      <a:pt x="5351547" y="2361021"/>
                    </a:lnTo>
                    <a:lnTo>
                      <a:pt x="5351547" y="2375075"/>
                    </a:lnTo>
                    <a:lnTo>
                      <a:pt x="5414837" y="2332914"/>
                    </a:lnTo>
                    <a:lnTo>
                      <a:pt x="5435934" y="2375075"/>
                    </a:lnTo>
                    <a:lnTo>
                      <a:pt x="5464063" y="2389128"/>
                    </a:lnTo>
                    <a:lnTo>
                      <a:pt x="5471095" y="2382102"/>
                    </a:lnTo>
                    <a:lnTo>
                      <a:pt x="5478128" y="2396155"/>
                    </a:lnTo>
                    <a:lnTo>
                      <a:pt x="5513289" y="2346967"/>
                    </a:lnTo>
                    <a:lnTo>
                      <a:pt x="5541418" y="2332914"/>
                    </a:lnTo>
                    <a:lnTo>
                      <a:pt x="5555482" y="2339940"/>
                    </a:lnTo>
                    <a:lnTo>
                      <a:pt x="5569547" y="2325887"/>
                    </a:lnTo>
                    <a:lnTo>
                      <a:pt x="5590644" y="2332914"/>
                    </a:lnTo>
                    <a:lnTo>
                      <a:pt x="5611740" y="2297779"/>
                    </a:lnTo>
                    <a:lnTo>
                      <a:pt x="5639869" y="2304806"/>
                    </a:lnTo>
                    <a:lnTo>
                      <a:pt x="5653934" y="2290753"/>
                    </a:lnTo>
                    <a:lnTo>
                      <a:pt x="5675031" y="2290753"/>
                    </a:lnTo>
                    <a:lnTo>
                      <a:pt x="5689095" y="2262645"/>
                    </a:lnTo>
                    <a:lnTo>
                      <a:pt x="5667998" y="2241565"/>
                    </a:lnTo>
                    <a:lnTo>
                      <a:pt x="5689095" y="2220484"/>
                    </a:lnTo>
                    <a:lnTo>
                      <a:pt x="5703160" y="2220484"/>
                    </a:lnTo>
                    <a:moveTo>
                      <a:pt x="5309353" y="3899901"/>
                    </a:moveTo>
                    <a:lnTo>
                      <a:pt x="5309353" y="3871793"/>
                    </a:lnTo>
                    <a:lnTo>
                      <a:pt x="5281224" y="3871793"/>
                    </a:lnTo>
                    <a:lnTo>
                      <a:pt x="5260128" y="3843686"/>
                    </a:lnTo>
                    <a:lnTo>
                      <a:pt x="5246063" y="3794498"/>
                    </a:lnTo>
                    <a:lnTo>
                      <a:pt x="5231999" y="3794498"/>
                    </a:lnTo>
                    <a:lnTo>
                      <a:pt x="5239031" y="3745310"/>
                    </a:lnTo>
                    <a:lnTo>
                      <a:pt x="5231999" y="3724230"/>
                    </a:lnTo>
                    <a:lnTo>
                      <a:pt x="5224966" y="3731256"/>
                    </a:lnTo>
                    <a:lnTo>
                      <a:pt x="5224966" y="3710176"/>
                    </a:lnTo>
                    <a:lnTo>
                      <a:pt x="5246063" y="3689095"/>
                    </a:lnTo>
                    <a:lnTo>
                      <a:pt x="5224966" y="3668015"/>
                    </a:lnTo>
                    <a:lnTo>
                      <a:pt x="5217934" y="3625854"/>
                    </a:lnTo>
                    <a:lnTo>
                      <a:pt x="5196837" y="3597746"/>
                    </a:lnTo>
                    <a:lnTo>
                      <a:pt x="5203870" y="3583693"/>
                    </a:lnTo>
                    <a:lnTo>
                      <a:pt x="5182773" y="3576666"/>
                    </a:lnTo>
                    <a:lnTo>
                      <a:pt x="5168708" y="3555585"/>
                    </a:lnTo>
                    <a:lnTo>
                      <a:pt x="5182773" y="3506397"/>
                    </a:lnTo>
                    <a:lnTo>
                      <a:pt x="5168708" y="3520451"/>
                    </a:lnTo>
                    <a:lnTo>
                      <a:pt x="5147612" y="3513424"/>
                    </a:lnTo>
                    <a:lnTo>
                      <a:pt x="5091353" y="3534505"/>
                    </a:lnTo>
                    <a:lnTo>
                      <a:pt x="5084321" y="3499370"/>
                    </a:lnTo>
                    <a:lnTo>
                      <a:pt x="5070257" y="3499370"/>
                    </a:lnTo>
                    <a:lnTo>
                      <a:pt x="5042128" y="3464236"/>
                    </a:lnTo>
                    <a:lnTo>
                      <a:pt x="5056192" y="3450182"/>
                    </a:lnTo>
                    <a:lnTo>
                      <a:pt x="5049160" y="3443156"/>
                    </a:lnTo>
                    <a:lnTo>
                      <a:pt x="4999934" y="3471263"/>
                    </a:lnTo>
                    <a:lnTo>
                      <a:pt x="4985870" y="3443156"/>
                    </a:lnTo>
                    <a:lnTo>
                      <a:pt x="4957741" y="3450182"/>
                    </a:lnTo>
                    <a:lnTo>
                      <a:pt x="4887418" y="3415048"/>
                    </a:lnTo>
                    <a:moveTo>
                      <a:pt x="5625805" y="1812927"/>
                    </a:moveTo>
                    <a:lnTo>
                      <a:pt x="5611740" y="1805900"/>
                    </a:lnTo>
                    <a:lnTo>
                      <a:pt x="5611740" y="1777793"/>
                    </a:lnTo>
                    <a:lnTo>
                      <a:pt x="5576579" y="1749685"/>
                    </a:lnTo>
                    <a:lnTo>
                      <a:pt x="5478128" y="1756712"/>
                    </a:lnTo>
                    <a:lnTo>
                      <a:pt x="5457031" y="1735631"/>
                    </a:lnTo>
                    <a:lnTo>
                      <a:pt x="5421869" y="1742658"/>
                    </a:lnTo>
                    <a:lnTo>
                      <a:pt x="5414837" y="1721578"/>
                    </a:lnTo>
                    <a:lnTo>
                      <a:pt x="5386708" y="1707524"/>
                    </a:lnTo>
                    <a:lnTo>
                      <a:pt x="5393740" y="1693470"/>
                    </a:lnTo>
                    <a:lnTo>
                      <a:pt x="5372644" y="1665363"/>
                    </a:lnTo>
                    <a:lnTo>
                      <a:pt x="5379676" y="1651309"/>
                    </a:lnTo>
                    <a:lnTo>
                      <a:pt x="5358579" y="1658336"/>
                    </a:lnTo>
                    <a:lnTo>
                      <a:pt x="5351547" y="1644282"/>
                    </a:lnTo>
                    <a:lnTo>
                      <a:pt x="5337482" y="1658336"/>
                    </a:lnTo>
                    <a:lnTo>
                      <a:pt x="5323418" y="1651309"/>
                    </a:lnTo>
                    <a:lnTo>
                      <a:pt x="5330450" y="1637256"/>
                    </a:lnTo>
                    <a:lnTo>
                      <a:pt x="5309353" y="1616175"/>
                    </a:lnTo>
                    <a:lnTo>
                      <a:pt x="5267160" y="1658336"/>
                    </a:lnTo>
                    <a:lnTo>
                      <a:pt x="5288257" y="1665363"/>
                    </a:lnTo>
                    <a:lnTo>
                      <a:pt x="5274192" y="1707524"/>
                    </a:lnTo>
                    <a:lnTo>
                      <a:pt x="5239031" y="1714551"/>
                    </a:lnTo>
                    <a:lnTo>
                      <a:pt x="5182773" y="1756712"/>
                    </a:lnTo>
                    <a:lnTo>
                      <a:pt x="5168708" y="1742658"/>
                    </a:lnTo>
                    <a:lnTo>
                      <a:pt x="5154644" y="1756712"/>
                    </a:lnTo>
                    <a:lnTo>
                      <a:pt x="5154644" y="1742658"/>
                    </a:lnTo>
                    <a:lnTo>
                      <a:pt x="5133547" y="1728605"/>
                    </a:lnTo>
                    <a:lnTo>
                      <a:pt x="5133547" y="1707524"/>
                    </a:lnTo>
                    <a:lnTo>
                      <a:pt x="5168708" y="1665363"/>
                    </a:lnTo>
                    <a:lnTo>
                      <a:pt x="5182773" y="1665363"/>
                    </a:lnTo>
                    <a:lnTo>
                      <a:pt x="5203870" y="1644282"/>
                    </a:lnTo>
                    <a:lnTo>
                      <a:pt x="5210902" y="1609148"/>
                    </a:lnTo>
                    <a:lnTo>
                      <a:pt x="5147612" y="1566987"/>
                    </a:lnTo>
                    <a:lnTo>
                      <a:pt x="5105418" y="1581041"/>
                    </a:lnTo>
                    <a:lnTo>
                      <a:pt x="5098386" y="1630229"/>
                    </a:lnTo>
                    <a:lnTo>
                      <a:pt x="5077289" y="1630229"/>
                    </a:lnTo>
                    <a:lnTo>
                      <a:pt x="5013999" y="1672390"/>
                    </a:lnTo>
                    <a:lnTo>
                      <a:pt x="4999934" y="1658336"/>
                    </a:lnTo>
                    <a:lnTo>
                      <a:pt x="4971805" y="1658336"/>
                    </a:lnTo>
                    <a:moveTo>
                      <a:pt x="6082902" y="1173484"/>
                    </a:moveTo>
                    <a:lnTo>
                      <a:pt x="6075869" y="1180511"/>
                    </a:lnTo>
                    <a:lnTo>
                      <a:pt x="6054773" y="1159430"/>
                    </a:lnTo>
                    <a:lnTo>
                      <a:pt x="6033676" y="1166457"/>
                    </a:lnTo>
                    <a:lnTo>
                      <a:pt x="6026643" y="1152403"/>
                    </a:lnTo>
                    <a:lnTo>
                      <a:pt x="6005547" y="1152403"/>
                    </a:lnTo>
                    <a:lnTo>
                      <a:pt x="6005547" y="1110242"/>
                    </a:lnTo>
                    <a:lnTo>
                      <a:pt x="5991482" y="1124296"/>
                    </a:lnTo>
                    <a:lnTo>
                      <a:pt x="5949289" y="1124296"/>
                    </a:lnTo>
                    <a:lnTo>
                      <a:pt x="5949289" y="1110242"/>
                    </a:lnTo>
                    <a:lnTo>
                      <a:pt x="5935224" y="1110242"/>
                    </a:lnTo>
                    <a:lnTo>
                      <a:pt x="5921160" y="1131323"/>
                    </a:lnTo>
                    <a:lnTo>
                      <a:pt x="5878966" y="1138349"/>
                    </a:lnTo>
                    <a:lnTo>
                      <a:pt x="5822708" y="1138349"/>
                    </a:lnTo>
                    <a:lnTo>
                      <a:pt x="5808644" y="1117269"/>
                    </a:lnTo>
                    <a:lnTo>
                      <a:pt x="5794579" y="1117269"/>
                    </a:lnTo>
                    <a:lnTo>
                      <a:pt x="5808644" y="1075108"/>
                    </a:lnTo>
                    <a:lnTo>
                      <a:pt x="5808644" y="1089161"/>
                    </a:lnTo>
                    <a:lnTo>
                      <a:pt x="5843805" y="1061054"/>
                    </a:lnTo>
                    <a:lnTo>
                      <a:pt x="5843805" y="990786"/>
                    </a:lnTo>
                    <a:lnTo>
                      <a:pt x="5822708" y="990786"/>
                    </a:lnTo>
                    <a:lnTo>
                      <a:pt x="5815676" y="969705"/>
                    </a:lnTo>
                    <a:lnTo>
                      <a:pt x="5801611" y="969705"/>
                    </a:lnTo>
                    <a:lnTo>
                      <a:pt x="5801611" y="983759"/>
                    </a:lnTo>
                    <a:lnTo>
                      <a:pt x="5780515" y="983759"/>
                    </a:lnTo>
                    <a:lnTo>
                      <a:pt x="5773482" y="976732"/>
                    </a:lnTo>
                    <a:lnTo>
                      <a:pt x="5787547" y="955651"/>
                    </a:lnTo>
                    <a:lnTo>
                      <a:pt x="5759418" y="934571"/>
                    </a:lnTo>
                    <a:lnTo>
                      <a:pt x="5738321" y="948624"/>
                    </a:lnTo>
                    <a:lnTo>
                      <a:pt x="5738321" y="934571"/>
                    </a:lnTo>
                    <a:lnTo>
                      <a:pt x="5717224" y="927544"/>
                    </a:lnTo>
                    <a:lnTo>
                      <a:pt x="5724256" y="906463"/>
                    </a:lnTo>
                    <a:lnTo>
                      <a:pt x="5682063" y="871329"/>
                    </a:lnTo>
                    <a:lnTo>
                      <a:pt x="5689095" y="822141"/>
                    </a:lnTo>
                    <a:lnTo>
                      <a:pt x="5724256" y="801061"/>
                    </a:lnTo>
                    <a:lnTo>
                      <a:pt x="5724256" y="772953"/>
                    </a:lnTo>
                    <a:lnTo>
                      <a:pt x="5766450" y="772953"/>
                    </a:lnTo>
                    <a:lnTo>
                      <a:pt x="5780515" y="758900"/>
                    </a:lnTo>
                    <a:lnTo>
                      <a:pt x="5773482" y="730792"/>
                    </a:lnTo>
                    <a:lnTo>
                      <a:pt x="5787547" y="716739"/>
                    </a:lnTo>
                    <a:lnTo>
                      <a:pt x="5787547" y="667551"/>
                    </a:lnTo>
                    <a:lnTo>
                      <a:pt x="5752386" y="667551"/>
                    </a:lnTo>
                    <a:lnTo>
                      <a:pt x="5752386" y="618363"/>
                    </a:lnTo>
                    <a:lnTo>
                      <a:pt x="5822708" y="618363"/>
                    </a:lnTo>
                    <a:lnTo>
                      <a:pt x="5836773" y="632416"/>
                    </a:lnTo>
                    <a:lnTo>
                      <a:pt x="5850837" y="625389"/>
                    </a:lnTo>
                    <a:lnTo>
                      <a:pt x="5850837" y="639443"/>
                    </a:lnTo>
                    <a:lnTo>
                      <a:pt x="5864902" y="632416"/>
                    </a:lnTo>
                    <a:lnTo>
                      <a:pt x="5907095" y="674577"/>
                    </a:lnTo>
                    <a:lnTo>
                      <a:pt x="5956321" y="625389"/>
                    </a:lnTo>
                    <a:lnTo>
                      <a:pt x="5942256" y="534040"/>
                    </a:lnTo>
                    <a:lnTo>
                      <a:pt x="5907095" y="519987"/>
                    </a:lnTo>
                    <a:lnTo>
                      <a:pt x="5885998" y="484853"/>
                    </a:lnTo>
                    <a:lnTo>
                      <a:pt x="5836773" y="484853"/>
                    </a:lnTo>
                    <a:lnTo>
                      <a:pt x="5836773" y="498906"/>
                    </a:lnTo>
                    <a:lnTo>
                      <a:pt x="5822708" y="498906"/>
                    </a:lnTo>
                    <a:lnTo>
                      <a:pt x="5822708" y="519987"/>
                    </a:lnTo>
                    <a:lnTo>
                      <a:pt x="5801611" y="519987"/>
                    </a:lnTo>
                    <a:lnTo>
                      <a:pt x="5808644" y="562148"/>
                    </a:lnTo>
                    <a:lnTo>
                      <a:pt x="5794579" y="576202"/>
                    </a:lnTo>
                    <a:lnTo>
                      <a:pt x="5766450" y="562148"/>
                    </a:lnTo>
                    <a:lnTo>
                      <a:pt x="5745353" y="576202"/>
                    </a:lnTo>
                    <a:lnTo>
                      <a:pt x="5682063" y="576202"/>
                    </a:lnTo>
                    <a:lnTo>
                      <a:pt x="5682063" y="562148"/>
                    </a:lnTo>
                    <a:lnTo>
                      <a:pt x="5639869" y="512960"/>
                    </a:lnTo>
                    <a:lnTo>
                      <a:pt x="5639869" y="498906"/>
                    </a:lnTo>
                    <a:lnTo>
                      <a:pt x="5660966" y="491879"/>
                    </a:lnTo>
                    <a:lnTo>
                      <a:pt x="5667998" y="477826"/>
                    </a:lnTo>
                    <a:lnTo>
                      <a:pt x="5639869" y="463772"/>
                    </a:lnTo>
                    <a:lnTo>
                      <a:pt x="5639869" y="407557"/>
                    </a:lnTo>
                    <a:lnTo>
                      <a:pt x="5618773" y="386477"/>
                    </a:lnTo>
                    <a:lnTo>
                      <a:pt x="5618773" y="400530"/>
                    </a:lnTo>
                    <a:lnTo>
                      <a:pt x="5583611" y="414584"/>
                    </a:lnTo>
                    <a:lnTo>
                      <a:pt x="5541418" y="365396"/>
                    </a:lnTo>
                    <a:lnTo>
                      <a:pt x="5555482" y="365396"/>
                    </a:lnTo>
                    <a:lnTo>
                      <a:pt x="5555482" y="337289"/>
                    </a:lnTo>
                    <a:lnTo>
                      <a:pt x="5576579" y="323235"/>
                    </a:lnTo>
                    <a:lnTo>
                      <a:pt x="5576579" y="288101"/>
                    </a:lnTo>
                    <a:lnTo>
                      <a:pt x="5597676" y="288101"/>
                    </a:lnTo>
                    <a:lnTo>
                      <a:pt x="5597676" y="231886"/>
                    </a:lnTo>
                    <a:lnTo>
                      <a:pt x="5618773" y="210805"/>
                    </a:lnTo>
                    <a:lnTo>
                      <a:pt x="5618773" y="182698"/>
                    </a:lnTo>
                    <a:lnTo>
                      <a:pt x="5555482" y="175671"/>
                    </a:lnTo>
                    <a:lnTo>
                      <a:pt x="5541418" y="189725"/>
                    </a:lnTo>
                    <a:lnTo>
                      <a:pt x="5478128" y="189725"/>
                    </a:lnTo>
                    <a:lnTo>
                      <a:pt x="5485160" y="126483"/>
                    </a:lnTo>
                    <a:lnTo>
                      <a:pt x="5478128" y="133510"/>
                    </a:lnTo>
                    <a:lnTo>
                      <a:pt x="5457031" y="112430"/>
                    </a:lnTo>
                    <a:lnTo>
                      <a:pt x="5457031" y="84322"/>
                    </a:lnTo>
                    <a:lnTo>
                      <a:pt x="5442966" y="70268"/>
                    </a:lnTo>
                    <a:lnTo>
                      <a:pt x="5442966" y="84322"/>
                    </a:lnTo>
                    <a:lnTo>
                      <a:pt x="5428902" y="91349"/>
                    </a:lnTo>
                    <a:lnTo>
                      <a:pt x="5407805" y="56215"/>
                    </a:lnTo>
                    <a:lnTo>
                      <a:pt x="5379676" y="77295"/>
                    </a:lnTo>
                    <a:lnTo>
                      <a:pt x="5358579" y="49188"/>
                    </a:lnTo>
                    <a:lnTo>
                      <a:pt x="5309353" y="56215"/>
                    </a:lnTo>
                    <a:lnTo>
                      <a:pt x="5253095" y="21081"/>
                    </a:lnTo>
                    <a:lnTo>
                      <a:pt x="5260128" y="0"/>
                    </a:lnTo>
                    <a:moveTo>
                      <a:pt x="5309353" y="3899901"/>
                    </a:moveTo>
                    <a:lnTo>
                      <a:pt x="5330450" y="3935035"/>
                    </a:lnTo>
                    <a:moveTo>
                      <a:pt x="5365611" y="3970169"/>
                    </a:moveTo>
                    <a:lnTo>
                      <a:pt x="5379676" y="3984223"/>
                    </a:lnTo>
                    <a:moveTo>
                      <a:pt x="5625805" y="1812927"/>
                    </a:moveTo>
                    <a:lnTo>
                      <a:pt x="5646902" y="1798873"/>
                    </a:lnTo>
                    <a:lnTo>
                      <a:pt x="5667998" y="1805900"/>
                    </a:lnTo>
                    <a:lnTo>
                      <a:pt x="5667998" y="1777793"/>
                    </a:lnTo>
                    <a:lnTo>
                      <a:pt x="5717224" y="1777793"/>
                    </a:lnTo>
                    <a:lnTo>
                      <a:pt x="5724256" y="1749685"/>
                    </a:lnTo>
                    <a:lnTo>
                      <a:pt x="5752386" y="1721578"/>
                    </a:lnTo>
                    <a:lnTo>
                      <a:pt x="5780515" y="1714551"/>
                    </a:lnTo>
                    <a:lnTo>
                      <a:pt x="5801611" y="1686444"/>
                    </a:lnTo>
                    <a:lnTo>
                      <a:pt x="5801611" y="1658336"/>
                    </a:lnTo>
                    <a:lnTo>
                      <a:pt x="5836773" y="1630229"/>
                    </a:lnTo>
                    <a:lnTo>
                      <a:pt x="5843805" y="1609148"/>
                    </a:lnTo>
                    <a:lnTo>
                      <a:pt x="5850837" y="1616175"/>
                    </a:lnTo>
                    <a:lnTo>
                      <a:pt x="5850837" y="1538880"/>
                    </a:lnTo>
                    <a:lnTo>
                      <a:pt x="5836773" y="1538880"/>
                    </a:lnTo>
                    <a:lnTo>
                      <a:pt x="5864902" y="1517799"/>
                    </a:lnTo>
                    <a:lnTo>
                      <a:pt x="5843805" y="1475638"/>
                    </a:lnTo>
                    <a:lnTo>
                      <a:pt x="5878966" y="1461584"/>
                    </a:lnTo>
                    <a:lnTo>
                      <a:pt x="5907095" y="1482665"/>
                    </a:lnTo>
                    <a:lnTo>
                      <a:pt x="5949289" y="1482665"/>
                    </a:lnTo>
                    <a:lnTo>
                      <a:pt x="5984450" y="1454558"/>
                    </a:lnTo>
                    <a:lnTo>
                      <a:pt x="6012579" y="1454558"/>
                    </a:lnTo>
                    <a:lnTo>
                      <a:pt x="5991482" y="1426450"/>
                    </a:lnTo>
                    <a:lnTo>
                      <a:pt x="5991482" y="1391316"/>
                    </a:lnTo>
                    <a:lnTo>
                      <a:pt x="5977418" y="1405370"/>
                    </a:lnTo>
                    <a:lnTo>
                      <a:pt x="5963353" y="1391316"/>
                    </a:lnTo>
                    <a:lnTo>
                      <a:pt x="5963353" y="1370235"/>
                    </a:lnTo>
                    <a:lnTo>
                      <a:pt x="6012579" y="1335101"/>
                    </a:lnTo>
                    <a:lnTo>
                      <a:pt x="6012579" y="1356182"/>
                    </a:lnTo>
                    <a:lnTo>
                      <a:pt x="6033676" y="1342128"/>
                    </a:lnTo>
                    <a:lnTo>
                      <a:pt x="6040708" y="1306994"/>
                    </a:lnTo>
                    <a:lnTo>
                      <a:pt x="6054773" y="1306994"/>
                    </a:lnTo>
                    <a:lnTo>
                      <a:pt x="6068837" y="1271860"/>
                    </a:lnTo>
                    <a:lnTo>
                      <a:pt x="6068837" y="1229698"/>
                    </a:lnTo>
                    <a:lnTo>
                      <a:pt x="6089934" y="1215645"/>
                    </a:lnTo>
                    <a:lnTo>
                      <a:pt x="6082902" y="1173484"/>
                    </a:lnTo>
                    <a:moveTo>
                      <a:pt x="5625805" y="1812927"/>
                    </a:moveTo>
                    <a:lnTo>
                      <a:pt x="5632837" y="1834007"/>
                    </a:lnTo>
                    <a:lnTo>
                      <a:pt x="5590644" y="1862115"/>
                    </a:lnTo>
                    <a:lnTo>
                      <a:pt x="5576579" y="1925356"/>
                    </a:lnTo>
                    <a:lnTo>
                      <a:pt x="5590644" y="1932383"/>
                    </a:lnTo>
                    <a:lnTo>
                      <a:pt x="5583611" y="1939410"/>
                    </a:lnTo>
                    <a:lnTo>
                      <a:pt x="5597676" y="1960491"/>
                    </a:lnTo>
                    <a:lnTo>
                      <a:pt x="5604708" y="1953464"/>
                    </a:lnTo>
                    <a:lnTo>
                      <a:pt x="5639869" y="1981571"/>
                    </a:lnTo>
                    <a:lnTo>
                      <a:pt x="5625805" y="1995625"/>
                    </a:lnTo>
                    <a:lnTo>
                      <a:pt x="5646902" y="1988598"/>
                    </a:lnTo>
                    <a:lnTo>
                      <a:pt x="5660966" y="2016705"/>
                    </a:lnTo>
                    <a:lnTo>
                      <a:pt x="5682063" y="2023732"/>
                    </a:lnTo>
                    <a:lnTo>
                      <a:pt x="5689095" y="2037786"/>
                    </a:lnTo>
                    <a:lnTo>
                      <a:pt x="5703160" y="2079947"/>
                    </a:lnTo>
                    <a:lnTo>
                      <a:pt x="5696127" y="2122108"/>
                    </a:lnTo>
                    <a:lnTo>
                      <a:pt x="5717224" y="2164269"/>
                    </a:lnTo>
                    <a:lnTo>
                      <a:pt x="5703160" y="2178323"/>
                    </a:lnTo>
                    <a:lnTo>
                      <a:pt x="5717224" y="2206430"/>
                    </a:lnTo>
                    <a:lnTo>
                      <a:pt x="5703160" y="2220484"/>
                    </a:lnTo>
                    <a:moveTo>
                      <a:pt x="6357160" y="2642095"/>
                    </a:moveTo>
                    <a:lnTo>
                      <a:pt x="6314966" y="2543719"/>
                    </a:lnTo>
                    <a:lnTo>
                      <a:pt x="6265740" y="2529665"/>
                    </a:lnTo>
                    <a:lnTo>
                      <a:pt x="6223547" y="2557773"/>
                    </a:lnTo>
                    <a:lnTo>
                      <a:pt x="6188385" y="2550746"/>
                    </a:lnTo>
                    <a:lnTo>
                      <a:pt x="6188385" y="2571826"/>
                    </a:lnTo>
                    <a:lnTo>
                      <a:pt x="6139160" y="2571826"/>
                    </a:lnTo>
                    <a:lnTo>
                      <a:pt x="6103998" y="2529665"/>
                    </a:lnTo>
                    <a:lnTo>
                      <a:pt x="6111031" y="2501558"/>
                    </a:lnTo>
                    <a:lnTo>
                      <a:pt x="6096966" y="2487504"/>
                    </a:lnTo>
                    <a:lnTo>
                      <a:pt x="6103998" y="2480477"/>
                    </a:lnTo>
                    <a:lnTo>
                      <a:pt x="6082902" y="2466424"/>
                    </a:lnTo>
                    <a:lnTo>
                      <a:pt x="6082902" y="2438316"/>
                    </a:lnTo>
                    <a:lnTo>
                      <a:pt x="6054773" y="2438316"/>
                    </a:lnTo>
                    <a:lnTo>
                      <a:pt x="6033676" y="2494531"/>
                    </a:lnTo>
                    <a:lnTo>
                      <a:pt x="6026643" y="2501558"/>
                    </a:lnTo>
                    <a:lnTo>
                      <a:pt x="6012579" y="2487504"/>
                    </a:lnTo>
                    <a:lnTo>
                      <a:pt x="5970385" y="2536692"/>
                    </a:lnTo>
                    <a:lnTo>
                      <a:pt x="5928192" y="2529665"/>
                    </a:lnTo>
                    <a:lnTo>
                      <a:pt x="5921160" y="2508585"/>
                    </a:lnTo>
                    <a:lnTo>
                      <a:pt x="5893031" y="2508585"/>
                    </a:lnTo>
                    <a:lnTo>
                      <a:pt x="5871934" y="2522639"/>
                    </a:lnTo>
                    <a:lnTo>
                      <a:pt x="5850837" y="2515612"/>
                    </a:lnTo>
                    <a:lnTo>
                      <a:pt x="5843805" y="2487504"/>
                    </a:lnTo>
                    <a:lnTo>
                      <a:pt x="5857869" y="2459397"/>
                    </a:lnTo>
                    <a:lnTo>
                      <a:pt x="5829740" y="2403182"/>
                    </a:lnTo>
                    <a:lnTo>
                      <a:pt x="5829740" y="2361021"/>
                    </a:lnTo>
                    <a:lnTo>
                      <a:pt x="5794579" y="2332914"/>
                    </a:lnTo>
                    <a:lnTo>
                      <a:pt x="5794579" y="2304806"/>
                    </a:lnTo>
                    <a:lnTo>
                      <a:pt x="5815676" y="2283726"/>
                    </a:lnTo>
                    <a:lnTo>
                      <a:pt x="5822708" y="2262645"/>
                    </a:lnTo>
                    <a:lnTo>
                      <a:pt x="5808644" y="2262645"/>
                    </a:lnTo>
                    <a:lnTo>
                      <a:pt x="5822708" y="2234538"/>
                    </a:lnTo>
                    <a:lnTo>
                      <a:pt x="5808644" y="2234538"/>
                    </a:lnTo>
                    <a:lnTo>
                      <a:pt x="5794579" y="2206430"/>
                    </a:lnTo>
                    <a:lnTo>
                      <a:pt x="5766450" y="2234538"/>
                    </a:lnTo>
                    <a:lnTo>
                      <a:pt x="5752386" y="2234538"/>
                    </a:lnTo>
                    <a:lnTo>
                      <a:pt x="5752386" y="2220484"/>
                    </a:lnTo>
                    <a:lnTo>
                      <a:pt x="5724256" y="2220484"/>
                    </a:lnTo>
                    <a:lnTo>
                      <a:pt x="5724256" y="2234538"/>
                    </a:lnTo>
                    <a:lnTo>
                      <a:pt x="5710192" y="2234538"/>
                    </a:lnTo>
                    <a:lnTo>
                      <a:pt x="5703160" y="2220484"/>
                    </a:lnTo>
                    <a:moveTo>
                      <a:pt x="6490772" y="1215645"/>
                    </a:moveTo>
                    <a:lnTo>
                      <a:pt x="6469676" y="1215645"/>
                    </a:lnTo>
                    <a:lnTo>
                      <a:pt x="6441547" y="1236725"/>
                    </a:lnTo>
                    <a:lnTo>
                      <a:pt x="6427482" y="1229698"/>
                    </a:lnTo>
                    <a:lnTo>
                      <a:pt x="6420450" y="1236725"/>
                    </a:lnTo>
                    <a:lnTo>
                      <a:pt x="6434514" y="1243752"/>
                    </a:lnTo>
                    <a:lnTo>
                      <a:pt x="6434514" y="1264833"/>
                    </a:lnTo>
                    <a:lnTo>
                      <a:pt x="6420450" y="1264833"/>
                    </a:lnTo>
                    <a:lnTo>
                      <a:pt x="6413418" y="1278886"/>
                    </a:lnTo>
                    <a:lnTo>
                      <a:pt x="6392321" y="1271860"/>
                    </a:lnTo>
                    <a:lnTo>
                      <a:pt x="6364192" y="1314021"/>
                    </a:lnTo>
                    <a:lnTo>
                      <a:pt x="6336063" y="1250779"/>
                    </a:lnTo>
                    <a:lnTo>
                      <a:pt x="6343095" y="1257806"/>
                    </a:lnTo>
                    <a:lnTo>
                      <a:pt x="6329030" y="1264833"/>
                    </a:lnTo>
                    <a:lnTo>
                      <a:pt x="6321998" y="1243752"/>
                    </a:lnTo>
                    <a:lnTo>
                      <a:pt x="6244643" y="1243752"/>
                    </a:lnTo>
                    <a:lnTo>
                      <a:pt x="6223547" y="1215645"/>
                    </a:lnTo>
                    <a:lnTo>
                      <a:pt x="6202450" y="1208618"/>
                    </a:lnTo>
                    <a:lnTo>
                      <a:pt x="6181353" y="1159430"/>
                    </a:lnTo>
                    <a:lnTo>
                      <a:pt x="6146192" y="1166457"/>
                    </a:lnTo>
                    <a:lnTo>
                      <a:pt x="6132127" y="1152403"/>
                    </a:lnTo>
                    <a:lnTo>
                      <a:pt x="6082902" y="1173484"/>
                    </a:lnTo>
                    <a:moveTo>
                      <a:pt x="6427482" y="2670202"/>
                    </a:moveTo>
                    <a:lnTo>
                      <a:pt x="6448579" y="2677229"/>
                    </a:lnTo>
                    <a:moveTo>
                      <a:pt x="6835353" y="990786"/>
                    </a:moveTo>
                    <a:lnTo>
                      <a:pt x="6701740" y="955651"/>
                    </a:lnTo>
                    <a:lnTo>
                      <a:pt x="6624385" y="892410"/>
                    </a:lnTo>
                    <a:lnTo>
                      <a:pt x="6589224" y="906463"/>
                    </a:lnTo>
                    <a:lnTo>
                      <a:pt x="6561095" y="934571"/>
                    </a:lnTo>
                    <a:lnTo>
                      <a:pt x="6645482" y="1011866"/>
                    </a:lnTo>
                    <a:lnTo>
                      <a:pt x="6631417" y="1032947"/>
                    </a:lnTo>
                    <a:lnTo>
                      <a:pt x="6568127" y="1054027"/>
                    </a:lnTo>
                    <a:lnTo>
                      <a:pt x="6575159" y="1075108"/>
                    </a:lnTo>
                    <a:lnTo>
                      <a:pt x="6561095" y="1082135"/>
                    </a:lnTo>
                    <a:lnTo>
                      <a:pt x="6575159" y="1117269"/>
                    </a:lnTo>
                    <a:lnTo>
                      <a:pt x="6539998" y="1131323"/>
                    </a:lnTo>
                    <a:lnTo>
                      <a:pt x="6547030" y="1152403"/>
                    </a:lnTo>
                    <a:lnTo>
                      <a:pt x="6532966" y="1173484"/>
                    </a:lnTo>
                    <a:lnTo>
                      <a:pt x="6504837" y="1166457"/>
                    </a:lnTo>
                    <a:lnTo>
                      <a:pt x="6476708" y="1180511"/>
                    </a:lnTo>
                    <a:lnTo>
                      <a:pt x="6490772" y="1187537"/>
                    </a:lnTo>
                    <a:lnTo>
                      <a:pt x="6490772" y="1215645"/>
                    </a:lnTo>
                    <a:moveTo>
                      <a:pt x="6610321" y="1342128"/>
                    </a:moveTo>
                    <a:lnTo>
                      <a:pt x="6596256" y="1299967"/>
                    </a:lnTo>
                    <a:lnTo>
                      <a:pt x="6568127" y="1306994"/>
                    </a:lnTo>
                    <a:lnTo>
                      <a:pt x="6568127" y="1278886"/>
                    </a:lnTo>
                    <a:lnTo>
                      <a:pt x="6518901" y="1278886"/>
                    </a:lnTo>
                    <a:lnTo>
                      <a:pt x="6532966" y="1264833"/>
                    </a:lnTo>
                    <a:lnTo>
                      <a:pt x="6518901" y="1264833"/>
                    </a:lnTo>
                    <a:lnTo>
                      <a:pt x="6525934" y="1229698"/>
                    </a:lnTo>
                    <a:lnTo>
                      <a:pt x="6518901" y="1215645"/>
                    </a:lnTo>
                    <a:lnTo>
                      <a:pt x="6490772" y="1215645"/>
                    </a:lnTo>
                    <a:moveTo>
                      <a:pt x="6638450" y="1342128"/>
                    </a:moveTo>
                    <a:lnTo>
                      <a:pt x="6694708" y="1342128"/>
                    </a:lnTo>
                    <a:moveTo>
                      <a:pt x="6708772" y="1335101"/>
                    </a:moveTo>
                    <a:lnTo>
                      <a:pt x="6736901" y="1335101"/>
                    </a:lnTo>
                    <a:moveTo>
                      <a:pt x="6779095" y="1328074"/>
                    </a:moveTo>
                    <a:lnTo>
                      <a:pt x="6821288" y="1306994"/>
                    </a:lnTo>
                    <a:moveTo>
                      <a:pt x="6849417" y="1292940"/>
                    </a:moveTo>
                    <a:lnTo>
                      <a:pt x="6891611" y="1278886"/>
                    </a:lnTo>
                    <a:moveTo>
                      <a:pt x="6961934" y="1264833"/>
                    </a:moveTo>
                    <a:lnTo>
                      <a:pt x="7004127" y="1264833"/>
                    </a:lnTo>
                    <a:moveTo>
                      <a:pt x="7053353" y="1250779"/>
                    </a:moveTo>
                    <a:lnTo>
                      <a:pt x="7095546" y="1243752"/>
                    </a:lnTo>
                    <a:moveTo>
                      <a:pt x="2862128" y="2782632"/>
                    </a:moveTo>
                    <a:lnTo>
                      <a:pt x="2876193" y="2768578"/>
                    </a:lnTo>
                    <a:lnTo>
                      <a:pt x="2862128" y="2782632"/>
                    </a:lnTo>
                    <a:moveTo>
                      <a:pt x="3945096" y="1679417"/>
                    </a:moveTo>
                    <a:lnTo>
                      <a:pt x="3931031" y="1665363"/>
                    </a:lnTo>
                    <a:lnTo>
                      <a:pt x="3945096" y="1679417"/>
                    </a:lnTo>
                  </a:path>
                </a:pathLst>
              </a:custGeom>
              <a:noFill/>
              <a:ln w="3810" cap="rnd">
                <a:solidFill>
                  <a:srgbClr val="747569">
                    <a:alpha val="6000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4" name="任意形状 933">
                <a:extLst>
                  <a:ext uri="{FF2B5EF4-FFF2-40B4-BE49-F238E27FC236}">
                    <a16:creationId xmlns:a16="http://schemas.microsoft.com/office/drawing/2014/main" id="{8D0FE2C1-7A0E-0842-A0AF-AE93A575E4C7}"/>
                  </a:ext>
                </a:extLst>
              </p:cNvPr>
              <p:cNvSpPr/>
              <p:nvPr/>
            </p:nvSpPr>
            <p:spPr>
              <a:xfrm>
                <a:off x="5089156" y="5337899"/>
                <a:ext cx="2210" cy="2068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7026"/>
                </a:pathLst>
              </a:custGeom>
              <a:solidFill>
                <a:srgbClr val="EEEEEE">
                  <a:alpha val="50000"/>
                </a:srgbClr>
              </a:solidFill>
              <a:ln w="21079" cap="rnd">
                <a:solidFill>
                  <a:srgbClr val="3388FF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5" name="任意形状 934">
                <a:extLst>
                  <a:ext uri="{FF2B5EF4-FFF2-40B4-BE49-F238E27FC236}">
                    <a16:creationId xmlns:a16="http://schemas.microsoft.com/office/drawing/2014/main" id="{ED053A50-968A-1542-A1FB-60EC7D0534C5}"/>
                  </a:ext>
                </a:extLst>
              </p:cNvPr>
              <p:cNvSpPr/>
              <p:nvPr/>
            </p:nvSpPr>
            <p:spPr>
              <a:xfrm>
                <a:off x="5089156" y="5337899"/>
                <a:ext cx="2210" cy="2068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7026"/>
                </a:pathLst>
              </a:custGeom>
              <a:solidFill>
                <a:srgbClr val="EEEEEE">
                  <a:alpha val="50000"/>
                </a:srgbClr>
              </a:solidFill>
              <a:ln w="21079" cap="rnd">
                <a:solidFill>
                  <a:srgbClr val="3388FF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6" name="任意形状 935">
                <a:extLst>
                  <a:ext uri="{FF2B5EF4-FFF2-40B4-BE49-F238E27FC236}">
                    <a16:creationId xmlns:a16="http://schemas.microsoft.com/office/drawing/2014/main" id="{D025A2DF-6C81-044D-924B-CCDB7CD29F5E}"/>
                  </a:ext>
                </a:extLst>
              </p:cNvPr>
              <p:cNvSpPr/>
              <p:nvPr/>
            </p:nvSpPr>
            <p:spPr>
              <a:xfrm>
                <a:off x="5089156" y="5337899"/>
                <a:ext cx="2210" cy="2068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7026"/>
                </a:pathLst>
              </a:custGeom>
              <a:solidFill>
                <a:srgbClr val="EEEEEE">
                  <a:alpha val="50000"/>
                </a:srgbClr>
              </a:solidFill>
              <a:ln w="21079" cap="rnd">
                <a:solidFill>
                  <a:srgbClr val="3388FF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7" name="任意形状 936">
                <a:extLst>
                  <a:ext uri="{FF2B5EF4-FFF2-40B4-BE49-F238E27FC236}">
                    <a16:creationId xmlns:a16="http://schemas.microsoft.com/office/drawing/2014/main" id="{610E9F9A-5F4E-1E40-A2C8-4D1C826325E8}"/>
                  </a:ext>
                </a:extLst>
              </p:cNvPr>
              <p:cNvSpPr/>
              <p:nvPr/>
            </p:nvSpPr>
            <p:spPr>
              <a:xfrm>
                <a:off x="5089156" y="5337899"/>
                <a:ext cx="2210" cy="2068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7026"/>
                </a:pathLst>
              </a:custGeom>
              <a:solidFill>
                <a:srgbClr val="EEEEEE">
                  <a:alpha val="50000"/>
                </a:srgbClr>
              </a:solidFill>
              <a:ln w="21079" cap="rnd">
                <a:solidFill>
                  <a:srgbClr val="3388FF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8" name="任意形状 937">
                <a:extLst>
                  <a:ext uri="{FF2B5EF4-FFF2-40B4-BE49-F238E27FC236}">
                    <a16:creationId xmlns:a16="http://schemas.microsoft.com/office/drawing/2014/main" id="{2001B63A-2F8D-2B45-BE6A-8E371687BCBD}"/>
                  </a:ext>
                </a:extLst>
              </p:cNvPr>
              <p:cNvSpPr/>
              <p:nvPr/>
            </p:nvSpPr>
            <p:spPr>
              <a:xfrm>
                <a:off x="5089156" y="5337899"/>
                <a:ext cx="2210" cy="2068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7026"/>
                </a:pathLst>
              </a:custGeom>
              <a:solidFill>
                <a:srgbClr val="EEEEEE">
                  <a:alpha val="50000"/>
                </a:srgbClr>
              </a:solidFill>
              <a:ln w="21079" cap="rnd">
                <a:solidFill>
                  <a:srgbClr val="3388FF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9" name="任意形状 938">
                <a:extLst>
                  <a:ext uri="{FF2B5EF4-FFF2-40B4-BE49-F238E27FC236}">
                    <a16:creationId xmlns:a16="http://schemas.microsoft.com/office/drawing/2014/main" id="{646D8399-4987-364C-A693-F3DB60761AD7}"/>
                  </a:ext>
                </a:extLst>
              </p:cNvPr>
              <p:cNvSpPr/>
              <p:nvPr/>
            </p:nvSpPr>
            <p:spPr>
              <a:xfrm>
                <a:off x="5089156" y="5337899"/>
                <a:ext cx="2210" cy="2068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7026"/>
                </a:pathLst>
              </a:custGeom>
              <a:solidFill>
                <a:srgbClr val="EEEEEE">
                  <a:alpha val="50000"/>
                </a:srgbClr>
              </a:solidFill>
              <a:ln w="21079" cap="rnd">
                <a:solidFill>
                  <a:srgbClr val="3388FF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0" name="任意形状 939">
                <a:extLst>
                  <a:ext uri="{FF2B5EF4-FFF2-40B4-BE49-F238E27FC236}">
                    <a16:creationId xmlns:a16="http://schemas.microsoft.com/office/drawing/2014/main" id="{0BC78FD4-83FF-1F4D-B1CF-846ED833FDA9}"/>
                  </a:ext>
                </a:extLst>
              </p:cNvPr>
              <p:cNvSpPr/>
              <p:nvPr/>
            </p:nvSpPr>
            <p:spPr>
              <a:xfrm>
                <a:off x="5089156" y="5337899"/>
                <a:ext cx="2210" cy="2068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7026"/>
                </a:pathLst>
              </a:custGeom>
              <a:solidFill>
                <a:srgbClr val="EEEEEE">
                  <a:alpha val="50000"/>
                </a:srgbClr>
              </a:solidFill>
              <a:ln w="21079" cap="rnd">
                <a:solidFill>
                  <a:srgbClr val="3388FF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1" name="任意形状 940">
                <a:extLst>
                  <a:ext uri="{FF2B5EF4-FFF2-40B4-BE49-F238E27FC236}">
                    <a16:creationId xmlns:a16="http://schemas.microsoft.com/office/drawing/2014/main" id="{C434F143-7AB0-1C4E-AD74-01E55517EC5A}"/>
                  </a:ext>
                </a:extLst>
              </p:cNvPr>
              <p:cNvSpPr/>
              <p:nvPr/>
            </p:nvSpPr>
            <p:spPr>
              <a:xfrm>
                <a:off x="5089156" y="5337899"/>
                <a:ext cx="2210" cy="2068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7026"/>
                </a:pathLst>
              </a:custGeom>
              <a:solidFill>
                <a:srgbClr val="EEEEEE">
                  <a:alpha val="50000"/>
                </a:srgbClr>
              </a:solidFill>
              <a:ln w="21079" cap="rnd">
                <a:solidFill>
                  <a:srgbClr val="3388FF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2" name="任意形状 941">
                <a:extLst>
                  <a:ext uri="{FF2B5EF4-FFF2-40B4-BE49-F238E27FC236}">
                    <a16:creationId xmlns:a16="http://schemas.microsoft.com/office/drawing/2014/main" id="{929E186F-DC78-BB4A-AF57-569B4A46A126}"/>
                  </a:ext>
                </a:extLst>
              </p:cNvPr>
              <p:cNvSpPr/>
              <p:nvPr/>
            </p:nvSpPr>
            <p:spPr>
              <a:xfrm>
                <a:off x="5089156" y="5337899"/>
                <a:ext cx="2210" cy="2068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7026"/>
                </a:pathLst>
              </a:custGeom>
              <a:solidFill>
                <a:srgbClr val="EEEEEE">
                  <a:alpha val="50000"/>
                </a:srgbClr>
              </a:solidFill>
              <a:ln w="21079" cap="rnd">
                <a:solidFill>
                  <a:srgbClr val="3388FF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3" name="任意形状 942">
                <a:extLst>
                  <a:ext uri="{FF2B5EF4-FFF2-40B4-BE49-F238E27FC236}">
                    <a16:creationId xmlns:a16="http://schemas.microsoft.com/office/drawing/2014/main" id="{B6F394B4-A563-854A-BE0E-BF0DD11294A0}"/>
                  </a:ext>
                </a:extLst>
              </p:cNvPr>
              <p:cNvSpPr/>
              <p:nvPr/>
            </p:nvSpPr>
            <p:spPr>
              <a:xfrm>
                <a:off x="5089156" y="5337899"/>
                <a:ext cx="2210" cy="2068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7026"/>
                </a:pathLst>
              </a:custGeom>
              <a:solidFill>
                <a:srgbClr val="EEEEEE">
                  <a:alpha val="50000"/>
                </a:srgbClr>
              </a:solidFill>
              <a:ln w="21079" cap="rnd">
                <a:solidFill>
                  <a:srgbClr val="3388FF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4" name="任意形状 943">
                <a:extLst>
                  <a:ext uri="{FF2B5EF4-FFF2-40B4-BE49-F238E27FC236}">
                    <a16:creationId xmlns:a16="http://schemas.microsoft.com/office/drawing/2014/main" id="{97EA6810-FC0E-CB45-86F4-0FE590B9FC86}"/>
                  </a:ext>
                </a:extLst>
              </p:cNvPr>
              <p:cNvSpPr/>
              <p:nvPr/>
            </p:nvSpPr>
            <p:spPr>
              <a:xfrm>
                <a:off x="5089156" y="5337899"/>
                <a:ext cx="2210" cy="2068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7026"/>
                </a:pathLst>
              </a:custGeom>
              <a:solidFill>
                <a:srgbClr val="EEEEEE">
                  <a:alpha val="50000"/>
                </a:srgbClr>
              </a:solidFill>
              <a:ln w="21079" cap="rnd">
                <a:solidFill>
                  <a:srgbClr val="3388FF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5" name="任意形状 944">
                <a:extLst>
                  <a:ext uri="{FF2B5EF4-FFF2-40B4-BE49-F238E27FC236}">
                    <a16:creationId xmlns:a16="http://schemas.microsoft.com/office/drawing/2014/main" id="{B08CDEAD-7CB0-4A40-9698-2F007B1F3C21}"/>
                  </a:ext>
                </a:extLst>
              </p:cNvPr>
              <p:cNvSpPr/>
              <p:nvPr/>
            </p:nvSpPr>
            <p:spPr>
              <a:xfrm>
                <a:off x="5089156" y="5337899"/>
                <a:ext cx="2210" cy="2068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7026"/>
                </a:pathLst>
              </a:custGeom>
              <a:solidFill>
                <a:srgbClr val="EEEEEE">
                  <a:alpha val="50000"/>
                </a:srgbClr>
              </a:solidFill>
              <a:ln w="21079" cap="rnd">
                <a:solidFill>
                  <a:srgbClr val="3388FF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6" name="任意形状 945">
                <a:extLst>
                  <a:ext uri="{FF2B5EF4-FFF2-40B4-BE49-F238E27FC236}">
                    <a16:creationId xmlns:a16="http://schemas.microsoft.com/office/drawing/2014/main" id="{769A61E5-C3EC-724E-917E-C6D68FC9ED6E}"/>
                  </a:ext>
                </a:extLst>
              </p:cNvPr>
              <p:cNvSpPr/>
              <p:nvPr/>
            </p:nvSpPr>
            <p:spPr>
              <a:xfrm>
                <a:off x="5089156" y="5337899"/>
                <a:ext cx="2210" cy="2068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7026"/>
                </a:pathLst>
              </a:custGeom>
              <a:solidFill>
                <a:srgbClr val="EEEEEE">
                  <a:alpha val="50000"/>
                </a:srgbClr>
              </a:solidFill>
              <a:ln w="21079" cap="rnd">
                <a:solidFill>
                  <a:srgbClr val="3388FF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7" name="任意形状 946">
                <a:extLst>
                  <a:ext uri="{FF2B5EF4-FFF2-40B4-BE49-F238E27FC236}">
                    <a16:creationId xmlns:a16="http://schemas.microsoft.com/office/drawing/2014/main" id="{4EAD88E6-11D2-4344-8CFC-2DA56CBEE78B}"/>
                  </a:ext>
                </a:extLst>
              </p:cNvPr>
              <p:cNvSpPr/>
              <p:nvPr/>
            </p:nvSpPr>
            <p:spPr>
              <a:xfrm>
                <a:off x="6220815" y="6483811"/>
                <a:ext cx="57467" cy="33095"/>
              </a:xfrm>
              <a:custGeom>
                <a:avLst/>
                <a:gdLst>
                  <a:gd name="connsiteX0" fmla="*/ 63290 w 182838"/>
                  <a:gd name="connsiteY0" fmla="*/ 14054 h 112429"/>
                  <a:gd name="connsiteX1" fmla="*/ 28129 w 182838"/>
                  <a:gd name="connsiteY1" fmla="*/ 49188 h 112429"/>
                  <a:gd name="connsiteX2" fmla="*/ 35161 w 182838"/>
                  <a:gd name="connsiteY2" fmla="*/ 70268 h 112429"/>
                  <a:gd name="connsiteX3" fmla="*/ 56258 w 182838"/>
                  <a:gd name="connsiteY3" fmla="*/ 70268 h 112429"/>
                  <a:gd name="connsiteX4" fmla="*/ 35161 w 182838"/>
                  <a:gd name="connsiteY4" fmla="*/ 91349 h 112429"/>
                  <a:gd name="connsiteX5" fmla="*/ 42194 w 182838"/>
                  <a:gd name="connsiteY5" fmla="*/ 77295 h 112429"/>
                  <a:gd name="connsiteX6" fmla="*/ 21097 w 182838"/>
                  <a:gd name="connsiteY6" fmla="*/ 84322 h 112429"/>
                  <a:gd name="connsiteX7" fmla="*/ 0 w 182838"/>
                  <a:gd name="connsiteY7" fmla="*/ 112430 h 112429"/>
                  <a:gd name="connsiteX8" fmla="*/ 56258 w 182838"/>
                  <a:gd name="connsiteY8" fmla="*/ 112430 h 112429"/>
                  <a:gd name="connsiteX9" fmla="*/ 49226 w 182838"/>
                  <a:gd name="connsiteY9" fmla="*/ 105403 h 112429"/>
                  <a:gd name="connsiteX10" fmla="*/ 70323 w 182838"/>
                  <a:gd name="connsiteY10" fmla="*/ 77295 h 112429"/>
                  <a:gd name="connsiteX11" fmla="*/ 91419 w 182838"/>
                  <a:gd name="connsiteY11" fmla="*/ 77295 h 112429"/>
                  <a:gd name="connsiteX12" fmla="*/ 91419 w 182838"/>
                  <a:gd name="connsiteY12" fmla="*/ 98376 h 112429"/>
                  <a:gd name="connsiteX13" fmla="*/ 105484 w 182838"/>
                  <a:gd name="connsiteY13" fmla="*/ 112430 h 112429"/>
                  <a:gd name="connsiteX14" fmla="*/ 133613 w 182838"/>
                  <a:gd name="connsiteY14" fmla="*/ 112430 h 112429"/>
                  <a:gd name="connsiteX15" fmla="*/ 133613 w 182838"/>
                  <a:gd name="connsiteY15" fmla="*/ 98376 h 112429"/>
                  <a:gd name="connsiteX16" fmla="*/ 154710 w 182838"/>
                  <a:gd name="connsiteY16" fmla="*/ 98376 h 112429"/>
                  <a:gd name="connsiteX17" fmla="*/ 140645 w 182838"/>
                  <a:gd name="connsiteY17" fmla="*/ 56215 h 112429"/>
                  <a:gd name="connsiteX18" fmla="*/ 168774 w 182838"/>
                  <a:gd name="connsiteY18" fmla="*/ 70268 h 112429"/>
                  <a:gd name="connsiteX19" fmla="*/ 182839 w 182838"/>
                  <a:gd name="connsiteY19" fmla="*/ 42161 h 112429"/>
                  <a:gd name="connsiteX20" fmla="*/ 154710 w 182838"/>
                  <a:gd name="connsiteY20" fmla="*/ 28107 h 112429"/>
                  <a:gd name="connsiteX21" fmla="*/ 140645 w 182838"/>
                  <a:gd name="connsiteY21" fmla="*/ 42161 h 112429"/>
                  <a:gd name="connsiteX22" fmla="*/ 119548 w 182838"/>
                  <a:gd name="connsiteY22" fmla="*/ 42161 h 112429"/>
                  <a:gd name="connsiteX23" fmla="*/ 126581 w 182838"/>
                  <a:gd name="connsiteY23" fmla="*/ 28107 h 112429"/>
                  <a:gd name="connsiteX24" fmla="*/ 133613 w 182838"/>
                  <a:gd name="connsiteY24" fmla="*/ 35134 h 112429"/>
                  <a:gd name="connsiteX25" fmla="*/ 161742 w 182838"/>
                  <a:gd name="connsiteY25" fmla="*/ 14054 h 112429"/>
                  <a:gd name="connsiteX26" fmla="*/ 147677 w 182838"/>
                  <a:gd name="connsiteY26" fmla="*/ 21081 h 112429"/>
                  <a:gd name="connsiteX27" fmla="*/ 133613 w 182838"/>
                  <a:gd name="connsiteY27" fmla="*/ 0 h 112429"/>
                  <a:gd name="connsiteX28" fmla="*/ 77355 w 182838"/>
                  <a:gd name="connsiteY28" fmla="*/ 14054 h 112429"/>
                  <a:gd name="connsiteX29" fmla="*/ 98452 w 182838"/>
                  <a:gd name="connsiteY29" fmla="*/ 112430 h 112429"/>
                  <a:gd name="connsiteX30" fmla="*/ 91419 w 182838"/>
                  <a:gd name="connsiteY30" fmla="*/ 112430 h 112429"/>
                  <a:gd name="connsiteX31" fmla="*/ 147677 w 182838"/>
                  <a:gd name="connsiteY31" fmla="*/ 63242 h 112429"/>
                  <a:gd name="connsiteX32" fmla="*/ 154710 w 182838"/>
                  <a:gd name="connsiteY32" fmla="*/ 70268 h 112429"/>
                  <a:gd name="connsiteX33" fmla="*/ 147677 w 182838"/>
                  <a:gd name="connsiteY33" fmla="*/ 63242 h 112429"/>
                  <a:gd name="connsiteX34" fmla="*/ 154710 w 182838"/>
                  <a:gd name="connsiteY34" fmla="*/ 56215 h 112429"/>
                  <a:gd name="connsiteX35" fmla="*/ 154710 w 182838"/>
                  <a:gd name="connsiteY35" fmla="*/ 56215 h 112429"/>
                  <a:gd name="connsiteX36" fmla="*/ 147677 w 182838"/>
                  <a:gd name="connsiteY36" fmla="*/ 63242 h 112429"/>
                  <a:gd name="connsiteX37" fmla="*/ 147677 w 182838"/>
                  <a:gd name="connsiteY37" fmla="*/ 63242 h 112429"/>
                  <a:gd name="connsiteX38" fmla="*/ 154710 w 182838"/>
                  <a:gd name="connsiteY38" fmla="*/ 91349 h 112429"/>
                  <a:gd name="connsiteX39" fmla="*/ 154710 w 182838"/>
                  <a:gd name="connsiteY39" fmla="*/ 84322 h 112429"/>
                  <a:gd name="connsiteX40" fmla="*/ 154710 w 182838"/>
                  <a:gd name="connsiteY40" fmla="*/ 56215 h 112429"/>
                  <a:gd name="connsiteX41" fmla="*/ 154710 w 182838"/>
                  <a:gd name="connsiteY41" fmla="*/ 56215 h 112429"/>
                  <a:gd name="connsiteX42" fmla="*/ 168774 w 182838"/>
                  <a:gd name="connsiteY42" fmla="*/ 77295 h 112429"/>
                  <a:gd name="connsiteX43" fmla="*/ 168774 w 182838"/>
                  <a:gd name="connsiteY43" fmla="*/ 77295 h 112429"/>
                  <a:gd name="connsiteX44" fmla="*/ 154710 w 182838"/>
                  <a:gd name="connsiteY44" fmla="*/ 91349 h 112429"/>
                  <a:gd name="connsiteX45" fmla="*/ 154710 w 182838"/>
                  <a:gd name="connsiteY45" fmla="*/ 91349 h 1124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182838" h="112429">
                    <a:moveTo>
                      <a:pt x="63290" y="14054"/>
                    </a:moveTo>
                    <a:lnTo>
                      <a:pt x="28129" y="49188"/>
                    </a:lnTo>
                    <a:lnTo>
                      <a:pt x="35161" y="70268"/>
                    </a:lnTo>
                    <a:lnTo>
                      <a:pt x="56258" y="70268"/>
                    </a:lnTo>
                    <a:lnTo>
                      <a:pt x="35161" y="91349"/>
                    </a:lnTo>
                    <a:lnTo>
                      <a:pt x="42194" y="77295"/>
                    </a:lnTo>
                    <a:lnTo>
                      <a:pt x="21097" y="84322"/>
                    </a:lnTo>
                    <a:lnTo>
                      <a:pt x="0" y="112430"/>
                    </a:lnTo>
                    <a:lnTo>
                      <a:pt x="56258" y="112430"/>
                    </a:lnTo>
                    <a:lnTo>
                      <a:pt x="49226" y="105403"/>
                    </a:lnTo>
                    <a:lnTo>
                      <a:pt x="70323" y="77295"/>
                    </a:lnTo>
                    <a:lnTo>
                      <a:pt x="91419" y="77295"/>
                    </a:lnTo>
                    <a:lnTo>
                      <a:pt x="91419" y="98376"/>
                    </a:lnTo>
                    <a:lnTo>
                      <a:pt x="105484" y="112430"/>
                    </a:lnTo>
                    <a:lnTo>
                      <a:pt x="133613" y="112430"/>
                    </a:lnTo>
                    <a:lnTo>
                      <a:pt x="133613" y="98376"/>
                    </a:lnTo>
                    <a:lnTo>
                      <a:pt x="154710" y="98376"/>
                    </a:lnTo>
                    <a:lnTo>
                      <a:pt x="140645" y="56215"/>
                    </a:lnTo>
                    <a:lnTo>
                      <a:pt x="168774" y="70268"/>
                    </a:lnTo>
                    <a:lnTo>
                      <a:pt x="182839" y="42161"/>
                    </a:lnTo>
                    <a:lnTo>
                      <a:pt x="154710" y="28107"/>
                    </a:lnTo>
                    <a:lnTo>
                      <a:pt x="140645" y="42161"/>
                    </a:lnTo>
                    <a:lnTo>
                      <a:pt x="119548" y="42161"/>
                    </a:lnTo>
                    <a:lnTo>
                      <a:pt x="126581" y="28107"/>
                    </a:lnTo>
                    <a:lnTo>
                      <a:pt x="133613" y="35134"/>
                    </a:lnTo>
                    <a:lnTo>
                      <a:pt x="161742" y="14054"/>
                    </a:lnTo>
                    <a:lnTo>
                      <a:pt x="147677" y="21081"/>
                    </a:lnTo>
                    <a:lnTo>
                      <a:pt x="133613" y="0"/>
                    </a:lnTo>
                    <a:lnTo>
                      <a:pt x="77355" y="14054"/>
                    </a:lnTo>
                    <a:close/>
                    <a:moveTo>
                      <a:pt x="98452" y="112430"/>
                    </a:moveTo>
                    <a:lnTo>
                      <a:pt x="91419" y="112430"/>
                    </a:lnTo>
                    <a:close/>
                    <a:moveTo>
                      <a:pt x="147677" y="63242"/>
                    </a:moveTo>
                    <a:lnTo>
                      <a:pt x="154710" y="70268"/>
                    </a:lnTo>
                    <a:lnTo>
                      <a:pt x="147677" y="63242"/>
                    </a:lnTo>
                    <a:close/>
                    <a:moveTo>
                      <a:pt x="154710" y="56215"/>
                    </a:moveTo>
                    <a:lnTo>
                      <a:pt x="154710" y="56215"/>
                    </a:lnTo>
                    <a:close/>
                    <a:moveTo>
                      <a:pt x="147677" y="63242"/>
                    </a:moveTo>
                    <a:lnTo>
                      <a:pt x="147677" y="63242"/>
                    </a:lnTo>
                    <a:close/>
                    <a:moveTo>
                      <a:pt x="154710" y="91349"/>
                    </a:moveTo>
                    <a:lnTo>
                      <a:pt x="154710" y="84322"/>
                    </a:lnTo>
                    <a:close/>
                    <a:moveTo>
                      <a:pt x="154710" y="56215"/>
                    </a:moveTo>
                    <a:lnTo>
                      <a:pt x="154710" y="56215"/>
                    </a:lnTo>
                    <a:close/>
                    <a:moveTo>
                      <a:pt x="168774" y="77295"/>
                    </a:moveTo>
                    <a:lnTo>
                      <a:pt x="168774" y="77295"/>
                    </a:lnTo>
                    <a:close/>
                    <a:moveTo>
                      <a:pt x="154710" y="91349"/>
                    </a:moveTo>
                    <a:lnTo>
                      <a:pt x="154710" y="91349"/>
                    </a:lnTo>
                    <a:close/>
                  </a:path>
                </a:pathLst>
              </a:custGeom>
              <a:solidFill>
                <a:srgbClr val="EEEEEE">
                  <a:alpha val="50000"/>
                </a:srgbClr>
              </a:solidFill>
              <a:ln w="21079" cap="rnd">
                <a:solidFill>
                  <a:srgbClr val="3388FF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8" name="任意形状 947">
                <a:extLst>
                  <a:ext uri="{FF2B5EF4-FFF2-40B4-BE49-F238E27FC236}">
                    <a16:creationId xmlns:a16="http://schemas.microsoft.com/office/drawing/2014/main" id="{BF14F284-D5AB-0F43-81AF-FAB0BAE6E2A2}"/>
                  </a:ext>
                </a:extLst>
              </p:cNvPr>
              <p:cNvSpPr/>
              <p:nvPr/>
            </p:nvSpPr>
            <p:spPr>
              <a:xfrm>
                <a:off x="5089156" y="5337899"/>
                <a:ext cx="2210" cy="2068"/>
              </a:xfrm>
              <a:custGeom>
                <a:avLst/>
                <a:gdLst/>
                <a:ahLst/>
                <a:cxnLst/>
                <a:rect l="l" t="t" r="r" b="b"/>
                <a:pathLst>
                  <a:path w="7032" h="7026"/>
                </a:pathLst>
              </a:custGeom>
              <a:solidFill>
                <a:srgbClr val="EEEEEE">
                  <a:alpha val="50000"/>
                </a:srgbClr>
              </a:solidFill>
              <a:ln w="21079" cap="rnd">
                <a:solidFill>
                  <a:srgbClr val="3388FF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9" name="任意形状 948">
                <a:extLst>
                  <a:ext uri="{FF2B5EF4-FFF2-40B4-BE49-F238E27FC236}">
                    <a16:creationId xmlns:a16="http://schemas.microsoft.com/office/drawing/2014/main" id="{7798C035-3170-394A-B87F-15B31EF3C1AF}"/>
                  </a:ext>
                </a:extLst>
              </p:cNvPr>
              <p:cNvSpPr/>
              <p:nvPr/>
            </p:nvSpPr>
            <p:spPr>
              <a:xfrm>
                <a:off x="7093873" y="6274900"/>
                <a:ext cx="28733" cy="115832"/>
              </a:xfrm>
              <a:custGeom>
                <a:avLst/>
                <a:gdLst>
                  <a:gd name="connsiteX0" fmla="*/ 0 w 91419"/>
                  <a:gd name="connsiteY0" fmla="*/ 393503 h 393503"/>
                  <a:gd name="connsiteX1" fmla="*/ 91419 w 91419"/>
                  <a:gd name="connsiteY1" fmla="*/ 7027 h 393503"/>
                  <a:gd name="connsiteX2" fmla="*/ 84387 w 91419"/>
                  <a:gd name="connsiteY2" fmla="*/ 0 h 393503"/>
                  <a:gd name="connsiteX3" fmla="*/ 0 w 91419"/>
                  <a:gd name="connsiteY3" fmla="*/ 393503 h 393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1419" h="393503">
                    <a:moveTo>
                      <a:pt x="0" y="393503"/>
                    </a:moveTo>
                    <a:lnTo>
                      <a:pt x="91419" y="7027"/>
                    </a:lnTo>
                    <a:lnTo>
                      <a:pt x="84387" y="0"/>
                    </a:lnTo>
                    <a:lnTo>
                      <a:pt x="0" y="393503"/>
                    </a:lnTo>
                    <a:close/>
                  </a:path>
                </a:pathLst>
              </a:custGeom>
              <a:solidFill>
                <a:srgbClr val="EEEEEE">
                  <a:alpha val="50000"/>
                </a:srgbClr>
              </a:solidFill>
              <a:ln w="21079" cap="rnd">
                <a:solidFill>
                  <a:srgbClr val="3388FF">
                    <a:alpha val="0"/>
                  </a:srgb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878" name="椭圆 877">
              <a:extLst>
                <a:ext uri="{FF2B5EF4-FFF2-40B4-BE49-F238E27FC236}">
                  <a16:creationId xmlns:a16="http://schemas.microsoft.com/office/drawing/2014/main" id="{8EBC8801-B4C8-724C-834E-1E9A545DFA4A}"/>
                </a:ext>
              </a:extLst>
            </p:cNvPr>
            <p:cNvSpPr/>
            <p:nvPr/>
          </p:nvSpPr>
          <p:spPr>
            <a:xfrm>
              <a:off x="5752068" y="5212722"/>
              <a:ext cx="144000" cy="144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79" name="椭圆 878">
              <a:extLst>
                <a:ext uri="{FF2B5EF4-FFF2-40B4-BE49-F238E27FC236}">
                  <a16:creationId xmlns:a16="http://schemas.microsoft.com/office/drawing/2014/main" id="{35D5872E-1E9B-5D43-928D-A14B5F523F33}"/>
                </a:ext>
              </a:extLst>
            </p:cNvPr>
            <p:cNvSpPr/>
            <p:nvPr/>
          </p:nvSpPr>
          <p:spPr>
            <a:xfrm>
              <a:off x="5752068" y="5590503"/>
              <a:ext cx="144000" cy="144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80" name="椭圆 879">
              <a:extLst>
                <a:ext uri="{FF2B5EF4-FFF2-40B4-BE49-F238E27FC236}">
                  <a16:creationId xmlns:a16="http://schemas.microsoft.com/office/drawing/2014/main" id="{07ADC716-170C-454B-A350-5BEF3E659F8B}"/>
                </a:ext>
              </a:extLst>
            </p:cNvPr>
            <p:cNvSpPr/>
            <p:nvPr/>
          </p:nvSpPr>
          <p:spPr>
            <a:xfrm>
              <a:off x="6167321" y="5208431"/>
              <a:ext cx="144000" cy="144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81" name="椭圆 880">
              <a:extLst>
                <a:ext uri="{FF2B5EF4-FFF2-40B4-BE49-F238E27FC236}">
                  <a16:creationId xmlns:a16="http://schemas.microsoft.com/office/drawing/2014/main" id="{8B30A809-96BB-B041-B429-5A3FAF30241B}"/>
                </a:ext>
              </a:extLst>
            </p:cNvPr>
            <p:cNvSpPr/>
            <p:nvPr/>
          </p:nvSpPr>
          <p:spPr>
            <a:xfrm rot="21424558">
              <a:off x="6167321" y="5695683"/>
              <a:ext cx="144000" cy="144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82" name="椭圆 881">
              <a:extLst>
                <a:ext uri="{FF2B5EF4-FFF2-40B4-BE49-F238E27FC236}">
                  <a16:creationId xmlns:a16="http://schemas.microsoft.com/office/drawing/2014/main" id="{11E7A008-E369-1D41-A1C0-755636EFA5A2}"/>
                </a:ext>
              </a:extLst>
            </p:cNvPr>
            <p:cNvSpPr/>
            <p:nvPr/>
          </p:nvSpPr>
          <p:spPr>
            <a:xfrm>
              <a:off x="6521701" y="5699977"/>
              <a:ext cx="144000" cy="144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83" name="椭圆 882">
              <a:extLst>
                <a:ext uri="{FF2B5EF4-FFF2-40B4-BE49-F238E27FC236}">
                  <a16:creationId xmlns:a16="http://schemas.microsoft.com/office/drawing/2014/main" id="{55965BA7-3055-CC4E-B671-6BF151CD84AB}"/>
                </a:ext>
              </a:extLst>
            </p:cNvPr>
            <p:cNvSpPr/>
            <p:nvPr/>
          </p:nvSpPr>
          <p:spPr>
            <a:xfrm>
              <a:off x="6818520" y="5411347"/>
              <a:ext cx="144000" cy="144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84" name="椭圆 883">
              <a:extLst>
                <a:ext uri="{FF2B5EF4-FFF2-40B4-BE49-F238E27FC236}">
                  <a16:creationId xmlns:a16="http://schemas.microsoft.com/office/drawing/2014/main" id="{08A0CA20-5866-4E4F-803F-DC95186DF3E7}"/>
                </a:ext>
              </a:extLst>
            </p:cNvPr>
            <p:cNvSpPr/>
            <p:nvPr/>
          </p:nvSpPr>
          <p:spPr>
            <a:xfrm rot="2345246">
              <a:off x="6610271" y="5199991"/>
              <a:ext cx="144000" cy="144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85" name="椭圆 884">
              <a:extLst>
                <a:ext uri="{FF2B5EF4-FFF2-40B4-BE49-F238E27FC236}">
                  <a16:creationId xmlns:a16="http://schemas.microsoft.com/office/drawing/2014/main" id="{DDA4BDC9-8F3E-3C49-AA6F-F767DE854D67}"/>
                </a:ext>
              </a:extLst>
            </p:cNvPr>
            <p:cNvSpPr/>
            <p:nvPr/>
          </p:nvSpPr>
          <p:spPr>
            <a:xfrm>
              <a:off x="6389521" y="5462581"/>
              <a:ext cx="144000" cy="144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86" name="椭圆 885">
              <a:extLst>
                <a:ext uri="{FF2B5EF4-FFF2-40B4-BE49-F238E27FC236}">
                  <a16:creationId xmlns:a16="http://schemas.microsoft.com/office/drawing/2014/main" id="{97923D31-6B23-804F-ACEC-8755D7E69F61}"/>
                </a:ext>
              </a:extLst>
            </p:cNvPr>
            <p:cNvSpPr/>
            <p:nvPr/>
          </p:nvSpPr>
          <p:spPr>
            <a:xfrm>
              <a:off x="7001880" y="5751636"/>
              <a:ext cx="144000" cy="144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87" name="椭圆 886">
              <a:extLst>
                <a:ext uri="{FF2B5EF4-FFF2-40B4-BE49-F238E27FC236}">
                  <a16:creationId xmlns:a16="http://schemas.microsoft.com/office/drawing/2014/main" id="{FEE9675D-E993-C348-B1E3-FC32833B3B0F}"/>
                </a:ext>
              </a:extLst>
            </p:cNvPr>
            <p:cNvSpPr/>
            <p:nvPr/>
          </p:nvSpPr>
          <p:spPr>
            <a:xfrm>
              <a:off x="6962520" y="5112047"/>
              <a:ext cx="144000" cy="144000"/>
            </a:xfrm>
            <a:prstGeom prst="ellipse">
              <a:avLst/>
            </a:prstGeom>
            <a:solidFill>
              <a:schemeClr val="accent1"/>
            </a:solidFill>
            <a:ln w="2540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cxnSp>
          <p:nvCxnSpPr>
            <p:cNvPr id="888" name="直线连接符 887">
              <a:extLst>
                <a:ext uri="{FF2B5EF4-FFF2-40B4-BE49-F238E27FC236}">
                  <a16:creationId xmlns:a16="http://schemas.microsoft.com/office/drawing/2014/main" id="{CB552A15-313F-0141-91CC-C29EDA495925}"/>
                </a:ext>
              </a:extLst>
            </p:cNvPr>
            <p:cNvCxnSpPr>
              <a:cxnSpLocks/>
              <a:stCxn id="878" idx="4"/>
              <a:endCxn id="879" idx="0"/>
            </p:cNvCxnSpPr>
            <p:nvPr/>
          </p:nvCxnSpPr>
          <p:spPr>
            <a:xfrm>
              <a:off x="5824068" y="5356722"/>
              <a:ext cx="0" cy="233781"/>
            </a:xfrm>
            <a:prstGeom prst="line">
              <a:avLst/>
            </a:prstGeom>
            <a:ln w="25400" cmpd="tri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直线连接符 888">
              <a:extLst>
                <a:ext uri="{FF2B5EF4-FFF2-40B4-BE49-F238E27FC236}">
                  <a16:creationId xmlns:a16="http://schemas.microsoft.com/office/drawing/2014/main" id="{6F4EA1D8-5566-8E42-B1E9-5C1773012A24}"/>
                </a:ext>
              </a:extLst>
            </p:cNvPr>
            <p:cNvCxnSpPr>
              <a:cxnSpLocks/>
              <a:stCxn id="881" idx="2"/>
              <a:endCxn id="879" idx="6"/>
            </p:cNvCxnSpPr>
            <p:nvPr/>
          </p:nvCxnSpPr>
          <p:spPr>
            <a:xfrm flipH="1" flipV="1">
              <a:off x="5896068" y="5662503"/>
              <a:ext cx="271347" cy="108853"/>
            </a:xfrm>
            <a:prstGeom prst="line">
              <a:avLst/>
            </a:prstGeom>
            <a:ln w="25400" cmpd="tri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0" name="直线连接符 889">
              <a:extLst>
                <a:ext uri="{FF2B5EF4-FFF2-40B4-BE49-F238E27FC236}">
                  <a16:creationId xmlns:a16="http://schemas.microsoft.com/office/drawing/2014/main" id="{FA9F9A10-E2DB-5F47-8C59-A22BA3B5E3EF}"/>
                </a:ext>
              </a:extLst>
            </p:cNvPr>
            <p:cNvCxnSpPr>
              <a:cxnSpLocks/>
              <a:stCxn id="881" idx="7"/>
              <a:endCxn id="885" idx="3"/>
            </p:cNvCxnSpPr>
            <p:nvPr/>
          </p:nvCxnSpPr>
          <p:spPr>
            <a:xfrm flipV="1">
              <a:off x="6287570" y="5585493"/>
              <a:ext cx="123039" cy="128747"/>
            </a:xfrm>
            <a:prstGeom prst="line">
              <a:avLst/>
            </a:prstGeom>
            <a:ln w="25400" cmpd="tri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1" name="直线连接符 890">
              <a:extLst>
                <a:ext uri="{FF2B5EF4-FFF2-40B4-BE49-F238E27FC236}">
                  <a16:creationId xmlns:a16="http://schemas.microsoft.com/office/drawing/2014/main" id="{5F72E304-63F2-FD4B-96DF-608E4198AE3E}"/>
                </a:ext>
              </a:extLst>
            </p:cNvPr>
            <p:cNvCxnSpPr>
              <a:cxnSpLocks/>
              <a:stCxn id="881" idx="6"/>
              <a:endCxn id="882" idx="2"/>
            </p:cNvCxnSpPr>
            <p:nvPr/>
          </p:nvCxnSpPr>
          <p:spPr>
            <a:xfrm>
              <a:off x="6311227" y="5764010"/>
              <a:ext cx="210474" cy="7967"/>
            </a:xfrm>
            <a:prstGeom prst="line">
              <a:avLst/>
            </a:prstGeom>
            <a:ln w="25400" cmpd="tri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直线连接符 891">
              <a:extLst>
                <a:ext uri="{FF2B5EF4-FFF2-40B4-BE49-F238E27FC236}">
                  <a16:creationId xmlns:a16="http://schemas.microsoft.com/office/drawing/2014/main" id="{1576548C-3136-6E4D-864A-EFE4397E3F97}"/>
                </a:ext>
              </a:extLst>
            </p:cNvPr>
            <p:cNvCxnSpPr>
              <a:cxnSpLocks/>
              <a:stCxn id="883" idx="5"/>
              <a:endCxn id="886" idx="0"/>
            </p:cNvCxnSpPr>
            <p:nvPr/>
          </p:nvCxnSpPr>
          <p:spPr>
            <a:xfrm>
              <a:off x="6941432" y="5534259"/>
              <a:ext cx="132448" cy="217377"/>
            </a:xfrm>
            <a:prstGeom prst="line">
              <a:avLst/>
            </a:prstGeom>
            <a:ln w="25400" cmpd="tri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3" name="直线连接符 892">
              <a:extLst>
                <a:ext uri="{FF2B5EF4-FFF2-40B4-BE49-F238E27FC236}">
                  <a16:creationId xmlns:a16="http://schemas.microsoft.com/office/drawing/2014/main" id="{4B4A40EC-AE8A-9749-A8C8-83892028254C}"/>
                </a:ext>
              </a:extLst>
            </p:cNvPr>
            <p:cNvCxnSpPr>
              <a:cxnSpLocks/>
              <a:stCxn id="887" idx="4"/>
              <a:endCxn id="883" idx="7"/>
            </p:cNvCxnSpPr>
            <p:nvPr/>
          </p:nvCxnSpPr>
          <p:spPr>
            <a:xfrm flipH="1">
              <a:off x="6941432" y="5256047"/>
              <a:ext cx="93088" cy="176388"/>
            </a:xfrm>
            <a:prstGeom prst="line">
              <a:avLst/>
            </a:prstGeom>
            <a:ln w="25400" cmpd="tri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直线连接符 893">
              <a:extLst>
                <a:ext uri="{FF2B5EF4-FFF2-40B4-BE49-F238E27FC236}">
                  <a16:creationId xmlns:a16="http://schemas.microsoft.com/office/drawing/2014/main" id="{6A221C6D-BADF-DC40-9C48-1181027C7103}"/>
                </a:ext>
              </a:extLst>
            </p:cNvPr>
            <p:cNvCxnSpPr>
              <a:cxnSpLocks/>
              <a:stCxn id="887" idx="2"/>
              <a:endCxn id="884" idx="7"/>
            </p:cNvCxnSpPr>
            <p:nvPr/>
          </p:nvCxnSpPr>
          <p:spPr>
            <a:xfrm flipH="1">
              <a:off x="6753888" y="5184047"/>
              <a:ext cx="208632" cy="80527"/>
            </a:xfrm>
            <a:prstGeom prst="line">
              <a:avLst/>
            </a:prstGeom>
            <a:ln w="25400" cmpd="tri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5" name="直线连接符 894">
              <a:extLst>
                <a:ext uri="{FF2B5EF4-FFF2-40B4-BE49-F238E27FC236}">
                  <a16:creationId xmlns:a16="http://schemas.microsoft.com/office/drawing/2014/main" id="{BBBAF67F-A845-8E4D-8413-A5D31C51F8A8}"/>
                </a:ext>
              </a:extLst>
            </p:cNvPr>
            <p:cNvCxnSpPr>
              <a:cxnSpLocks/>
              <a:endCxn id="885" idx="6"/>
            </p:cNvCxnSpPr>
            <p:nvPr/>
          </p:nvCxnSpPr>
          <p:spPr>
            <a:xfrm flipH="1">
              <a:off x="6533521" y="5483347"/>
              <a:ext cx="268428" cy="51234"/>
            </a:xfrm>
            <a:prstGeom prst="line">
              <a:avLst/>
            </a:prstGeom>
            <a:ln w="25400" cmpd="tri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6" name="直线连接符 895">
              <a:extLst>
                <a:ext uri="{FF2B5EF4-FFF2-40B4-BE49-F238E27FC236}">
                  <a16:creationId xmlns:a16="http://schemas.microsoft.com/office/drawing/2014/main" id="{2950D386-24C7-7F40-9136-AD2990930D58}"/>
                </a:ext>
              </a:extLst>
            </p:cNvPr>
            <p:cNvCxnSpPr>
              <a:cxnSpLocks/>
              <a:stCxn id="884" idx="3"/>
              <a:endCxn id="880" idx="6"/>
            </p:cNvCxnSpPr>
            <p:nvPr/>
          </p:nvCxnSpPr>
          <p:spPr>
            <a:xfrm flipH="1">
              <a:off x="6311321" y="5279408"/>
              <a:ext cx="299333" cy="1023"/>
            </a:xfrm>
            <a:prstGeom prst="line">
              <a:avLst/>
            </a:prstGeom>
            <a:ln w="25400" cmpd="tri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直线连接符 896">
              <a:extLst>
                <a:ext uri="{FF2B5EF4-FFF2-40B4-BE49-F238E27FC236}">
                  <a16:creationId xmlns:a16="http://schemas.microsoft.com/office/drawing/2014/main" id="{4EDA0AC2-F24F-C84A-9634-78A9558661DE}"/>
                </a:ext>
              </a:extLst>
            </p:cNvPr>
            <p:cNvCxnSpPr>
              <a:cxnSpLocks/>
              <a:stCxn id="880" idx="2"/>
              <a:endCxn id="878" idx="6"/>
            </p:cNvCxnSpPr>
            <p:nvPr/>
          </p:nvCxnSpPr>
          <p:spPr>
            <a:xfrm flipH="1">
              <a:off x="5896068" y="5280431"/>
              <a:ext cx="271253" cy="4291"/>
            </a:xfrm>
            <a:prstGeom prst="line">
              <a:avLst/>
            </a:prstGeom>
            <a:ln w="25400" cmpd="tri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8" name="组合 897">
              <a:extLst>
                <a:ext uri="{FF2B5EF4-FFF2-40B4-BE49-F238E27FC236}">
                  <a16:creationId xmlns:a16="http://schemas.microsoft.com/office/drawing/2014/main" id="{24AE67FB-5537-6E47-875C-D39856BEE36B}"/>
                </a:ext>
              </a:extLst>
            </p:cNvPr>
            <p:cNvGrpSpPr/>
            <p:nvPr/>
          </p:nvGrpSpPr>
          <p:grpSpPr>
            <a:xfrm>
              <a:off x="5023315" y="5083071"/>
              <a:ext cx="314204" cy="941832"/>
              <a:chOff x="6315910" y="143538"/>
              <a:chExt cx="314204" cy="941832"/>
            </a:xfrm>
          </p:grpSpPr>
          <p:sp>
            <p:nvSpPr>
              <p:cNvPr id="901" name="矩形 900">
                <a:extLst>
                  <a:ext uri="{FF2B5EF4-FFF2-40B4-BE49-F238E27FC236}">
                    <a16:creationId xmlns:a16="http://schemas.microsoft.com/office/drawing/2014/main" id="{2593F5E7-BB77-3544-BEA0-8E1B1CC57F3E}"/>
                  </a:ext>
                </a:extLst>
              </p:cNvPr>
              <p:cNvSpPr/>
              <p:nvPr/>
            </p:nvSpPr>
            <p:spPr>
              <a:xfrm rot="14532294">
                <a:off x="6340475" y="910635"/>
                <a:ext cx="111873" cy="29952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02" name="矩形 901">
                <a:extLst>
                  <a:ext uri="{FF2B5EF4-FFF2-40B4-BE49-F238E27FC236}">
                    <a16:creationId xmlns:a16="http://schemas.microsoft.com/office/drawing/2014/main" id="{10AF4DC5-9839-4940-A787-22079C62B591}"/>
                  </a:ext>
                </a:extLst>
              </p:cNvPr>
              <p:cNvSpPr/>
              <p:nvPr/>
            </p:nvSpPr>
            <p:spPr>
              <a:xfrm rot="7199749">
                <a:off x="6446810" y="998789"/>
                <a:ext cx="111873" cy="29952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03" name="矩形 902">
                <a:extLst>
                  <a:ext uri="{FF2B5EF4-FFF2-40B4-BE49-F238E27FC236}">
                    <a16:creationId xmlns:a16="http://schemas.microsoft.com/office/drawing/2014/main" id="{8CE58925-C69F-2342-8EE8-41569EE55844}"/>
                  </a:ext>
                </a:extLst>
              </p:cNvPr>
              <p:cNvSpPr/>
              <p:nvPr/>
            </p:nvSpPr>
            <p:spPr>
              <a:xfrm rot="16200000">
                <a:off x="6406688" y="362577"/>
                <a:ext cx="130796" cy="28855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04" name="矩形 903">
                <a:extLst>
                  <a:ext uri="{FF2B5EF4-FFF2-40B4-BE49-F238E27FC236}">
                    <a16:creationId xmlns:a16="http://schemas.microsoft.com/office/drawing/2014/main" id="{C44128DF-6667-8A4D-8D6C-749DDB5165B3}"/>
                  </a:ext>
                </a:extLst>
              </p:cNvPr>
              <p:cNvSpPr/>
              <p:nvPr/>
            </p:nvSpPr>
            <p:spPr>
              <a:xfrm rot="10800000">
                <a:off x="6370730" y="311114"/>
                <a:ext cx="205932" cy="28957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05" name="矩形 904">
                <a:extLst>
                  <a:ext uri="{FF2B5EF4-FFF2-40B4-BE49-F238E27FC236}">
                    <a16:creationId xmlns:a16="http://schemas.microsoft.com/office/drawing/2014/main" id="{A008A679-1B5B-3440-8ECE-9B16C5A4245C}"/>
                  </a:ext>
                </a:extLst>
              </p:cNvPr>
              <p:cNvSpPr>
                <a:spLocks/>
              </p:cNvSpPr>
              <p:nvPr/>
            </p:nvSpPr>
            <p:spPr>
              <a:xfrm rot="7105005">
                <a:off x="6344147" y="263577"/>
                <a:ext cx="111873" cy="29952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06" name="矩形 905">
                <a:extLst>
                  <a:ext uri="{FF2B5EF4-FFF2-40B4-BE49-F238E27FC236}">
                    <a16:creationId xmlns:a16="http://schemas.microsoft.com/office/drawing/2014/main" id="{B6D6707F-D6D8-AC44-96F1-79C78CD67887}"/>
                  </a:ext>
                </a:extLst>
              </p:cNvPr>
              <p:cNvSpPr/>
              <p:nvPr/>
            </p:nvSpPr>
            <p:spPr>
              <a:xfrm>
                <a:off x="6418888" y="220626"/>
                <a:ext cx="113111" cy="29624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07" name="任意形状 906">
                <a:extLst>
                  <a:ext uri="{FF2B5EF4-FFF2-40B4-BE49-F238E27FC236}">
                    <a16:creationId xmlns:a16="http://schemas.microsoft.com/office/drawing/2014/main" id="{9A7D9DC0-1424-E143-8DAF-B923C6C5DB78}"/>
                  </a:ext>
                </a:extLst>
              </p:cNvPr>
              <p:cNvSpPr/>
              <p:nvPr/>
            </p:nvSpPr>
            <p:spPr>
              <a:xfrm>
                <a:off x="6315910" y="143538"/>
                <a:ext cx="314204" cy="358503"/>
              </a:xfrm>
              <a:custGeom>
                <a:avLst/>
                <a:gdLst>
                  <a:gd name="connsiteX0" fmla="*/ 560173 w 1120346"/>
                  <a:gd name="connsiteY0" fmla="*/ 0 h 1292455"/>
                  <a:gd name="connsiteX1" fmla="*/ 1120346 w 1120346"/>
                  <a:gd name="connsiteY1" fmla="*/ 533012 h 1292455"/>
                  <a:gd name="connsiteX2" fmla="*/ 956275 w 1120346"/>
                  <a:gd name="connsiteY2" fmla="*/ 909908 h 1292455"/>
                  <a:gd name="connsiteX3" fmla="*/ 891730 w 1120346"/>
                  <a:gd name="connsiteY3" fmla="*/ 960581 h 1292455"/>
                  <a:gd name="connsiteX4" fmla="*/ 892010 w 1120346"/>
                  <a:gd name="connsiteY4" fmla="*/ 963335 h 1292455"/>
                  <a:gd name="connsiteX5" fmla="*/ 560173 w 1120346"/>
                  <a:gd name="connsiteY5" fmla="*/ 1292455 h 1292455"/>
                  <a:gd name="connsiteX6" fmla="*/ 228336 w 1120346"/>
                  <a:gd name="connsiteY6" fmla="*/ 963335 h 1292455"/>
                  <a:gd name="connsiteX7" fmla="*/ 228616 w 1120346"/>
                  <a:gd name="connsiteY7" fmla="*/ 960581 h 1292455"/>
                  <a:gd name="connsiteX8" fmla="*/ 164071 w 1120346"/>
                  <a:gd name="connsiteY8" fmla="*/ 909908 h 1292455"/>
                  <a:gd name="connsiteX9" fmla="*/ 0 w 1120346"/>
                  <a:gd name="connsiteY9" fmla="*/ 533012 h 1292455"/>
                  <a:gd name="connsiteX10" fmla="*/ 560173 w 1120346"/>
                  <a:gd name="connsiteY10" fmla="*/ 0 h 1292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0346" h="1292455">
                    <a:moveTo>
                      <a:pt x="560173" y="0"/>
                    </a:moveTo>
                    <a:cubicBezTo>
                      <a:pt x="869548" y="0"/>
                      <a:pt x="1120346" y="238638"/>
                      <a:pt x="1120346" y="533012"/>
                    </a:cubicBezTo>
                    <a:cubicBezTo>
                      <a:pt x="1120346" y="680199"/>
                      <a:pt x="1057647" y="813452"/>
                      <a:pt x="956275" y="909908"/>
                    </a:cubicBezTo>
                    <a:lnTo>
                      <a:pt x="891730" y="960581"/>
                    </a:lnTo>
                    <a:lnTo>
                      <a:pt x="892010" y="963335"/>
                    </a:lnTo>
                    <a:cubicBezTo>
                      <a:pt x="892010" y="1145103"/>
                      <a:pt x="743442" y="1292455"/>
                      <a:pt x="560173" y="1292455"/>
                    </a:cubicBezTo>
                    <a:cubicBezTo>
                      <a:pt x="376904" y="1292455"/>
                      <a:pt x="228336" y="1145103"/>
                      <a:pt x="228336" y="963335"/>
                    </a:cubicBezTo>
                    <a:lnTo>
                      <a:pt x="228616" y="960581"/>
                    </a:lnTo>
                    <a:lnTo>
                      <a:pt x="164071" y="909908"/>
                    </a:lnTo>
                    <a:cubicBezTo>
                      <a:pt x="62699" y="813452"/>
                      <a:pt x="0" y="680199"/>
                      <a:pt x="0" y="533012"/>
                    </a:cubicBezTo>
                    <a:cubicBezTo>
                      <a:pt x="0" y="238638"/>
                      <a:pt x="250798" y="0"/>
                      <a:pt x="560173" y="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08" name="任意形状 907">
                <a:extLst>
                  <a:ext uri="{FF2B5EF4-FFF2-40B4-BE49-F238E27FC236}">
                    <a16:creationId xmlns:a16="http://schemas.microsoft.com/office/drawing/2014/main" id="{ACA179D1-D1D0-BA44-8475-1E201EDFFF88}"/>
                  </a:ext>
                </a:extLst>
              </p:cNvPr>
              <p:cNvSpPr/>
              <p:nvPr/>
            </p:nvSpPr>
            <p:spPr>
              <a:xfrm rot="10800000">
                <a:off x="6315910" y="726867"/>
                <a:ext cx="314204" cy="358503"/>
              </a:xfrm>
              <a:custGeom>
                <a:avLst/>
                <a:gdLst>
                  <a:gd name="connsiteX0" fmla="*/ 560173 w 1120346"/>
                  <a:gd name="connsiteY0" fmla="*/ 0 h 1292455"/>
                  <a:gd name="connsiteX1" fmla="*/ 1120346 w 1120346"/>
                  <a:gd name="connsiteY1" fmla="*/ 533012 h 1292455"/>
                  <a:gd name="connsiteX2" fmla="*/ 956275 w 1120346"/>
                  <a:gd name="connsiteY2" fmla="*/ 909908 h 1292455"/>
                  <a:gd name="connsiteX3" fmla="*/ 891730 w 1120346"/>
                  <a:gd name="connsiteY3" fmla="*/ 960581 h 1292455"/>
                  <a:gd name="connsiteX4" fmla="*/ 892010 w 1120346"/>
                  <a:gd name="connsiteY4" fmla="*/ 963335 h 1292455"/>
                  <a:gd name="connsiteX5" fmla="*/ 560173 w 1120346"/>
                  <a:gd name="connsiteY5" fmla="*/ 1292455 h 1292455"/>
                  <a:gd name="connsiteX6" fmla="*/ 228336 w 1120346"/>
                  <a:gd name="connsiteY6" fmla="*/ 963335 h 1292455"/>
                  <a:gd name="connsiteX7" fmla="*/ 228616 w 1120346"/>
                  <a:gd name="connsiteY7" fmla="*/ 960581 h 1292455"/>
                  <a:gd name="connsiteX8" fmla="*/ 164071 w 1120346"/>
                  <a:gd name="connsiteY8" fmla="*/ 909908 h 1292455"/>
                  <a:gd name="connsiteX9" fmla="*/ 0 w 1120346"/>
                  <a:gd name="connsiteY9" fmla="*/ 533012 h 1292455"/>
                  <a:gd name="connsiteX10" fmla="*/ 560173 w 1120346"/>
                  <a:gd name="connsiteY10" fmla="*/ 0 h 1292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120346" h="1292455">
                    <a:moveTo>
                      <a:pt x="560173" y="0"/>
                    </a:moveTo>
                    <a:cubicBezTo>
                      <a:pt x="869548" y="0"/>
                      <a:pt x="1120346" y="238638"/>
                      <a:pt x="1120346" y="533012"/>
                    </a:cubicBezTo>
                    <a:cubicBezTo>
                      <a:pt x="1120346" y="680199"/>
                      <a:pt x="1057647" y="813452"/>
                      <a:pt x="956275" y="909908"/>
                    </a:cubicBezTo>
                    <a:lnTo>
                      <a:pt x="891730" y="960581"/>
                    </a:lnTo>
                    <a:lnTo>
                      <a:pt x="892010" y="963335"/>
                    </a:lnTo>
                    <a:cubicBezTo>
                      <a:pt x="892010" y="1145103"/>
                      <a:pt x="743442" y="1292455"/>
                      <a:pt x="560173" y="1292455"/>
                    </a:cubicBezTo>
                    <a:cubicBezTo>
                      <a:pt x="376904" y="1292455"/>
                      <a:pt x="228336" y="1145103"/>
                      <a:pt x="228336" y="963335"/>
                    </a:cubicBezTo>
                    <a:lnTo>
                      <a:pt x="228616" y="960581"/>
                    </a:lnTo>
                    <a:lnTo>
                      <a:pt x="164071" y="909908"/>
                    </a:lnTo>
                    <a:cubicBezTo>
                      <a:pt x="62699" y="813452"/>
                      <a:pt x="0" y="680199"/>
                      <a:pt x="0" y="533012"/>
                    </a:cubicBezTo>
                    <a:cubicBezTo>
                      <a:pt x="0" y="238638"/>
                      <a:pt x="250798" y="0"/>
                      <a:pt x="560173" y="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09" name="弧 908">
                <a:extLst>
                  <a:ext uri="{FF2B5EF4-FFF2-40B4-BE49-F238E27FC236}">
                    <a16:creationId xmlns:a16="http://schemas.microsoft.com/office/drawing/2014/main" id="{A95020A9-A3B5-3047-BB0E-2F5CDA6DF202}"/>
                  </a:ext>
                </a:extLst>
              </p:cNvPr>
              <p:cNvSpPr/>
              <p:nvPr/>
            </p:nvSpPr>
            <p:spPr>
              <a:xfrm rot="5400000" flipH="1">
                <a:off x="6357381" y="543646"/>
                <a:ext cx="224827" cy="141614"/>
              </a:xfrm>
              <a:prstGeom prst="arc">
                <a:avLst>
                  <a:gd name="adj1" fmla="val 10966037"/>
                  <a:gd name="adj2" fmla="val 0"/>
                </a:avLst>
              </a:prstGeom>
              <a:ln w="12700" cmpd="dbl">
                <a:solidFill>
                  <a:srgbClr val="FF0000"/>
                </a:solidFill>
                <a:headEnd type="triangle" w="sm" len="sm"/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10" name="弧 909">
                <a:extLst>
                  <a:ext uri="{FF2B5EF4-FFF2-40B4-BE49-F238E27FC236}">
                    <a16:creationId xmlns:a16="http://schemas.microsoft.com/office/drawing/2014/main" id="{58A8D590-F71F-4E44-80D9-531DB57D134F}"/>
                  </a:ext>
                </a:extLst>
              </p:cNvPr>
              <p:cNvSpPr/>
              <p:nvPr/>
            </p:nvSpPr>
            <p:spPr>
              <a:xfrm rot="16200000" flipH="1">
                <a:off x="6361284" y="543648"/>
                <a:ext cx="224827" cy="141613"/>
              </a:xfrm>
              <a:prstGeom prst="arc">
                <a:avLst>
                  <a:gd name="adj1" fmla="val 10966037"/>
                  <a:gd name="adj2" fmla="val 0"/>
                </a:avLst>
              </a:prstGeom>
              <a:ln w="12700" cmpd="dbl">
                <a:solidFill>
                  <a:srgbClr val="FF0000"/>
                </a:solidFill>
                <a:headEnd type="triangle" w="sm" len="sm"/>
                <a:tailEnd w="sm" len="sm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11" name="椭圆 910">
                <a:extLst>
                  <a:ext uri="{FF2B5EF4-FFF2-40B4-BE49-F238E27FC236}">
                    <a16:creationId xmlns:a16="http://schemas.microsoft.com/office/drawing/2014/main" id="{203C8B99-25C8-7C45-9BC3-AC99429362C5}"/>
                  </a:ext>
                </a:extLst>
              </p:cNvPr>
              <p:cNvSpPr/>
              <p:nvPr/>
            </p:nvSpPr>
            <p:spPr>
              <a:xfrm>
                <a:off x="6444393" y="413569"/>
                <a:ext cx="57239" cy="5732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12" name="椭圆 911">
                <a:extLst>
                  <a:ext uri="{FF2B5EF4-FFF2-40B4-BE49-F238E27FC236}">
                    <a16:creationId xmlns:a16="http://schemas.microsoft.com/office/drawing/2014/main" id="{89EF47E7-F7AC-1B42-BC9F-98146ACDFFA5}"/>
                  </a:ext>
                </a:extLst>
              </p:cNvPr>
              <p:cNvSpPr/>
              <p:nvPr/>
            </p:nvSpPr>
            <p:spPr>
              <a:xfrm>
                <a:off x="6391888" y="205655"/>
                <a:ext cx="57239" cy="5732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13" name="椭圆 912">
                <a:extLst>
                  <a:ext uri="{FF2B5EF4-FFF2-40B4-BE49-F238E27FC236}">
                    <a16:creationId xmlns:a16="http://schemas.microsoft.com/office/drawing/2014/main" id="{DC05C4CD-8FFB-2247-AC2F-2886B18FC8A9}"/>
                  </a:ext>
                </a:extLst>
              </p:cNvPr>
              <p:cNvSpPr/>
              <p:nvPr/>
            </p:nvSpPr>
            <p:spPr>
              <a:xfrm>
                <a:off x="6489757" y="205655"/>
                <a:ext cx="57239" cy="5732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14" name="椭圆 913">
                <a:extLst>
                  <a:ext uri="{FF2B5EF4-FFF2-40B4-BE49-F238E27FC236}">
                    <a16:creationId xmlns:a16="http://schemas.microsoft.com/office/drawing/2014/main" id="{610CF2DD-F225-D644-BDE3-E13603EF2B1D}"/>
                  </a:ext>
                </a:extLst>
              </p:cNvPr>
              <p:cNvSpPr/>
              <p:nvPr/>
            </p:nvSpPr>
            <p:spPr>
              <a:xfrm>
                <a:off x="6544505" y="294125"/>
                <a:ext cx="57239" cy="5732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15" name="椭圆 914">
                <a:extLst>
                  <a:ext uri="{FF2B5EF4-FFF2-40B4-BE49-F238E27FC236}">
                    <a16:creationId xmlns:a16="http://schemas.microsoft.com/office/drawing/2014/main" id="{48EFA1A0-BD79-044D-A914-0FE6201570ED}"/>
                  </a:ext>
                </a:extLst>
              </p:cNvPr>
              <p:cNvSpPr/>
              <p:nvPr/>
            </p:nvSpPr>
            <p:spPr>
              <a:xfrm>
                <a:off x="6346174" y="294125"/>
                <a:ext cx="57239" cy="5732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16" name="椭圆 915">
                <a:extLst>
                  <a:ext uri="{FF2B5EF4-FFF2-40B4-BE49-F238E27FC236}">
                    <a16:creationId xmlns:a16="http://schemas.microsoft.com/office/drawing/2014/main" id="{8A135868-1CE1-F949-86B4-38384721ED11}"/>
                  </a:ext>
                </a:extLst>
              </p:cNvPr>
              <p:cNvSpPr/>
              <p:nvPr/>
            </p:nvSpPr>
            <p:spPr>
              <a:xfrm>
                <a:off x="6443467" y="294125"/>
                <a:ext cx="57239" cy="5732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17" name="矩形 916">
                <a:extLst>
                  <a:ext uri="{FF2B5EF4-FFF2-40B4-BE49-F238E27FC236}">
                    <a16:creationId xmlns:a16="http://schemas.microsoft.com/office/drawing/2014/main" id="{B3CF8875-A2C7-D146-BAA2-415B1B4B7F8B}"/>
                  </a:ext>
                </a:extLst>
              </p:cNvPr>
              <p:cNvSpPr/>
              <p:nvPr/>
            </p:nvSpPr>
            <p:spPr>
              <a:xfrm rot="5400000">
                <a:off x="6406688" y="813108"/>
                <a:ext cx="130796" cy="28855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18" name="矩形 917">
                <a:extLst>
                  <a:ext uri="{FF2B5EF4-FFF2-40B4-BE49-F238E27FC236}">
                    <a16:creationId xmlns:a16="http://schemas.microsoft.com/office/drawing/2014/main" id="{4EB467EB-1149-004A-9817-F588190758E6}"/>
                  </a:ext>
                </a:extLst>
              </p:cNvPr>
              <p:cNvSpPr/>
              <p:nvPr/>
            </p:nvSpPr>
            <p:spPr>
              <a:xfrm>
                <a:off x="6370730" y="869572"/>
                <a:ext cx="205932" cy="28957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19" name="矩形 918">
                <a:extLst>
                  <a:ext uri="{FF2B5EF4-FFF2-40B4-BE49-F238E27FC236}">
                    <a16:creationId xmlns:a16="http://schemas.microsoft.com/office/drawing/2014/main" id="{0AFC14B4-3667-AA42-89EF-9177B8C039EF}"/>
                  </a:ext>
                </a:extLst>
              </p:cNvPr>
              <p:cNvSpPr/>
              <p:nvPr/>
            </p:nvSpPr>
            <p:spPr>
              <a:xfrm rot="17905005">
                <a:off x="6491375" y="916113"/>
                <a:ext cx="111873" cy="29952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20" name="矩形 919">
                <a:extLst>
                  <a:ext uri="{FF2B5EF4-FFF2-40B4-BE49-F238E27FC236}">
                    <a16:creationId xmlns:a16="http://schemas.microsoft.com/office/drawing/2014/main" id="{DE1AFE08-29C7-D349-BFD2-633649C20706}"/>
                  </a:ext>
                </a:extLst>
              </p:cNvPr>
              <p:cNvSpPr/>
              <p:nvPr/>
            </p:nvSpPr>
            <p:spPr>
              <a:xfrm rot="10800000">
                <a:off x="6417157" y="953560"/>
                <a:ext cx="113111" cy="29624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21" name="椭圆 920">
                <a:extLst>
                  <a:ext uri="{FF2B5EF4-FFF2-40B4-BE49-F238E27FC236}">
                    <a16:creationId xmlns:a16="http://schemas.microsoft.com/office/drawing/2014/main" id="{A98D719F-68CB-9844-B86F-1E76734E112A}"/>
                  </a:ext>
                </a:extLst>
              </p:cNvPr>
              <p:cNvSpPr/>
              <p:nvPr/>
            </p:nvSpPr>
            <p:spPr>
              <a:xfrm rot="10800000">
                <a:off x="6444393" y="755773"/>
                <a:ext cx="57239" cy="57326"/>
              </a:xfrm>
              <a:prstGeom prst="ellipse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22" name="椭圆 921">
                <a:extLst>
                  <a:ext uri="{FF2B5EF4-FFF2-40B4-BE49-F238E27FC236}">
                    <a16:creationId xmlns:a16="http://schemas.microsoft.com/office/drawing/2014/main" id="{2F4E3E88-17CE-D64A-8420-3663E72702B6}"/>
                  </a:ext>
                </a:extLst>
              </p:cNvPr>
              <p:cNvSpPr/>
              <p:nvPr/>
            </p:nvSpPr>
            <p:spPr>
              <a:xfrm rot="10800000">
                <a:off x="6498267" y="939708"/>
                <a:ext cx="57239" cy="5732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23" name="椭圆 922">
                <a:extLst>
                  <a:ext uri="{FF2B5EF4-FFF2-40B4-BE49-F238E27FC236}">
                    <a16:creationId xmlns:a16="http://schemas.microsoft.com/office/drawing/2014/main" id="{6CF9F905-1504-794A-AA75-118B1C89140A}"/>
                  </a:ext>
                </a:extLst>
              </p:cNvPr>
              <p:cNvSpPr/>
              <p:nvPr/>
            </p:nvSpPr>
            <p:spPr>
              <a:xfrm rot="10800000">
                <a:off x="6391919" y="939708"/>
                <a:ext cx="57239" cy="5732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24" name="椭圆 923">
                <a:extLst>
                  <a:ext uri="{FF2B5EF4-FFF2-40B4-BE49-F238E27FC236}">
                    <a16:creationId xmlns:a16="http://schemas.microsoft.com/office/drawing/2014/main" id="{32C690CE-6F73-2F48-8ADA-CD008256C9CD}"/>
                  </a:ext>
                </a:extLst>
              </p:cNvPr>
              <p:cNvSpPr/>
              <p:nvPr/>
            </p:nvSpPr>
            <p:spPr>
              <a:xfrm rot="10800000">
                <a:off x="6345651" y="858190"/>
                <a:ext cx="57239" cy="5732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25" name="椭圆 924">
                <a:extLst>
                  <a:ext uri="{FF2B5EF4-FFF2-40B4-BE49-F238E27FC236}">
                    <a16:creationId xmlns:a16="http://schemas.microsoft.com/office/drawing/2014/main" id="{51AF1FC8-A290-CA4E-9C53-2CDFDDFDA348}"/>
                  </a:ext>
                </a:extLst>
              </p:cNvPr>
              <p:cNvSpPr/>
              <p:nvPr/>
            </p:nvSpPr>
            <p:spPr>
              <a:xfrm rot="10800000">
                <a:off x="6543982" y="858190"/>
                <a:ext cx="57239" cy="5732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26" name="椭圆 925">
                <a:extLst>
                  <a:ext uri="{FF2B5EF4-FFF2-40B4-BE49-F238E27FC236}">
                    <a16:creationId xmlns:a16="http://schemas.microsoft.com/office/drawing/2014/main" id="{CA3E7C46-0FCA-4D4B-B24C-7833E6738CFF}"/>
                  </a:ext>
                </a:extLst>
              </p:cNvPr>
              <p:cNvSpPr/>
              <p:nvPr/>
            </p:nvSpPr>
            <p:spPr>
              <a:xfrm rot="10800000">
                <a:off x="6444393" y="858190"/>
                <a:ext cx="57239" cy="5732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27" name="椭圆 926">
                <a:extLst>
                  <a:ext uri="{FF2B5EF4-FFF2-40B4-BE49-F238E27FC236}">
                    <a16:creationId xmlns:a16="http://schemas.microsoft.com/office/drawing/2014/main" id="{D74ABBED-072E-9143-AB48-E800B524F22A}"/>
                  </a:ext>
                </a:extLst>
              </p:cNvPr>
              <p:cNvSpPr/>
              <p:nvPr/>
            </p:nvSpPr>
            <p:spPr>
              <a:xfrm rot="10800000">
                <a:off x="6444393" y="1024286"/>
                <a:ext cx="57239" cy="57326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28" name="任意形状 927">
                <a:extLst>
                  <a:ext uri="{FF2B5EF4-FFF2-40B4-BE49-F238E27FC236}">
                    <a16:creationId xmlns:a16="http://schemas.microsoft.com/office/drawing/2014/main" id="{EFC5FE6C-B591-924D-80BF-52E851D25238}"/>
                  </a:ext>
                </a:extLst>
              </p:cNvPr>
              <p:cNvSpPr/>
              <p:nvPr/>
            </p:nvSpPr>
            <p:spPr>
              <a:xfrm>
                <a:off x="6433466" y="407923"/>
                <a:ext cx="82090" cy="411674"/>
              </a:xfrm>
              <a:custGeom>
                <a:avLst/>
                <a:gdLst>
                  <a:gd name="connsiteX0" fmla="*/ 48102 w 288604"/>
                  <a:gd name="connsiteY0" fmla="*/ 0 h 1522618"/>
                  <a:gd name="connsiteX1" fmla="*/ 240502 w 288604"/>
                  <a:gd name="connsiteY1" fmla="*/ 0 h 1522618"/>
                  <a:gd name="connsiteX2" fmla="*/ 288604 w 288604"/>
                  <a:gd name="connsiteY2" fmla="*/ 48102 h 1522618"/>
                  <a:gd name="connsiteX3" fmla="*/ 288604 w 288604"/>
                  <a:gd name="connsiteY3" fmla="*/ 59305 h 1522618"/>
                  <a:gd name="connsiteX4" fmla="*/ 278309 w 288604"/>
                  <a:gd name="connsiteY4" fmla="*/ 111963 h 1522618"/>
                  <a:gd name="connsiteX5" fmla="*/ 240461 w 288604"/>
                  <a:gd name="connsiteY5" fmla="*/ 782765 h 1522618"/>
                  <a:gd name="connsiteX6" fmla="*/ 278309 w 288604"/>
                  <a:gd name="connsiteY6" fmla="*/ 1453567 h 1522618"/>
                  <a:gd name="connsiteX7" fmla="*/ 285455 w 288604"/>
                  <a:gd name="connsiteY7" fmla="*/ 1490116 h 1522618"/>
                  <a:gd name="connsiteX8" fmla="*/ 284824 w 288604"/>
                  <a:gd name="connsiteY8" fmla="*/ 1493239 h 1522618"/>
                  <a:gd name="connsiteX9" fmla="*/ 240502 w 288604"/>
                  <a:gd name="connsiteY9" fmla="*/ 1522618 h 1522618"/>
                  <a:gd name="connsiteX10" fmla="*/ 48102 w 288604"/>
                  <a:gd name="connsiteY10" fmla="*/ 1522618 h 1522618"/>
                  <a:gd name="connsiteX11" fmla="*/ 3780 w 288604"/>
                  <a:gd name="connsiteY11" fmla="*/ 1493239 h 1522618"/>
                  <a:gd name="connsiteX12" fmla="*/ 3742 w 288604"/>
                  <a:gd name="connsiteY12" fmla="*/ 1493051 h 1522618"/>
                  <a:gd name="connsiteX13" fmla="*/ 10295 w 288604"/>
                  <a:gd name="connsiteY13" fmla="*/ 1459533 h 1522618"/>
                  <a:gd name="connsiteX14" fmla="*/ 48143 w 288604"/>
                  <a:gd name="connsiteY14" fmla="*/ 788731 h 1522618"/>
                  <a:gd name="connsiteX15" fmla="*/ 10295 w 288604"/>
                  <a:gd name="connsiteY15" fmla="*/ 117929 h 1522618"/>
                  <a:gd name="connsiteX16" fmla="*/ 0 w 288604"/>
                  <a:gd name="connsiteY16" fmla="*/ 65271 h 1522618"/>
                  <a:gd name="connsiteX17" fmla="*/ 0 w 288604"/>
                  <a:gd name="connsiteY17" fmla="*/ 48102 h 1522618"/>
                  <a:gd name="connsiteX18" fmla="*/ 48102 w 288604"/>
                  <a:gd name="connsiteY18" fmla="*/ 0 h 152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88604" h="1522618">
                    <a:moveTo>
                      <a:pt x="48102" y="0"/>
                    </a:moveTo>
                    <a:lnTo>
                      <a:pt x="240502" y="0"/>
                    </a:lnTo>
                    <a:cubicBezTo>
                      <a:pt x="267068" y="0"/>
                      <a:pt x="288604" y="21536"/>
                      <a:pt x="288604" y="48102"/>
                    </a:cubicBezTo>
                    <a:lnTo>
                      <a:pt x="288604" y="59305"/>
                    </a:lnTo>
                    <a:lnTo>
                      <a:pt x="278309" y="111963"/>
                    </a:lnTo>
                    <a:cubicBezTo>
                      <a:pt x="255475" y="257339"/>
                      <a:pt x="240461" y="503530"/>
                      <a:pt x="240461" y="782765"/>
                    </a:cubicBezTo>
                    <a:cubicBezTo>
                      <a:pt x="240461" y="1062000"/>
                      <a:pt x="255475" y="1308191"/>
                      <a:pt x="278309" y="1453567"/>
                    </a:cubicBezTo>
                    <a:lnTo>
                      <a:pt x="285455" y="1490116"/>
                    </a:lnTo>
                    <a:lnTo>
                      <a:pt x="284824" y="1493239"/>
                    </a:lnTo>
                    <a:cubicBezTo>
                      <a:pt x="277522" y="1510504"/>
                      <a:pt x="260427" y="1522618"/>
                      <a:pt x="240502" y="1522618"/>
                    </a:cubicBezTo>
                    <a:lnTo>
                      <a:pt x="48102" y="1522618"/>
                    </a:lnTo>
                    <a:cubicBezTo>
                      <a:pt x="28178" y="1522618"/>
                      <a:pt x="11083" y="1510504"/>
                      <a:pt x="3780" y="1493239"/>
                    </a:cubicBezTo>
                    <a:lnTo>
                      <a:pt x="3742" y="1493051"/>
                    </a:lnTo>
                    <a:lnTo>
                      <a:pt x="10295" y="1459533"/>
                    </a:lnTo>
                    <a:cubicBezTo>
                      <a:pt x="33130" y="1314157"/>
                      <a:pt x="48143" y="1067966"/>
                      <a:pt x="48143" y="788731"/>
                    </a:cubicBezTo>
                    <a:cubicBezTo>
                      <a:pt x="48143" y="509496"/>
                      <a:pt x="33130" y="263305"/>
                      <a:pt x="10295" y="117929"/>
                    </a:cubicBezTo>
                    <a:lnTo>
                      <a:pt x="0" y="65271"/>
                    </a:lnTo>
                    <a:lnTo>
                      <a:pt x="0" y="48102"/>
                    </a:lnTo>
                    <a:cubicBezTo>
                      <a:pt x="0" y="21536"/>
                      <a:pt x="21536" y="0"/>
                      <a:pt x="48102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  <a:alpha val="24624"/>
                </a:schemeClr>
              </a:solidFill>
              <a:ln w="63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899" name="直线连接符 898">
              <a:extLst>
                <a:ext uri="{FF2B5EF4-FFF2-40B4-BE49-F238E27FC236}">
                  <a16:creationId xmlns:a16="http://schemas.microsoft.com/office/drawing/2014/main" id="{E4A45903-7737-4646-B85F-BC57F0B2A9D2}"/>
                </a:ext>
              </a:extLst>
            </p:cNvPr>
            <p:cNvCxnSpPr>
              <a:cxnSpLocks/>
              <a:stCxn id="907" idx="0"/>
              <a:endCxn id="878" idx="0"/>
            </p:cNvCxnSpPr>
            <p:nvPr/>
          </p:nvCxnSpPr>
          <p:spPr>
            <a:xfrm>
              <a:off x="5180417" y="5083071"/>
              <a:ext cx="643651" cy="129651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直线连接符 899">
              <a:extLst>
                <a:ext uri="{FF2B5EF4-FFF2-40B4-BE49-F238E27FC236}">
                  <a16:creationId xmlns:a16="http://schemas.microsoft.com/office/drawing/2014/main" id="{ECB2F463-4B2C-EC4F-8F50-2E520AB7642E}"/>
                </a:ext>
              </a:extLst>
            </p:cNvPr>
            <p:cNvCxnSpPr>
              <a:cxnSpLocks/>
              <a:endCxn id="879" idx="4"/>
            </p:cNvCxnSpPr>
            <p:nvPr/>
          </p:nvCxnSpPr>
          <p:spPr>
            <a:xfrm flipV="1">
              <a:off x="5289123" y="5734503"/>
              <a:ext cx="534945" cy="248785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0" name="直线箭头连接符 949">
            <a:extLst>
              <a:ext uri="{FF2B5EF4-FFF2-40B4-BE49-F238E27FC236}">
                <a16:creationId xmlns:a16="http://schemas.microsoft.com/office/drawing/2014/main" id="{1F830B47-4BF1-BB48-B406-3280F37EE5CA}"/>
              </a:ext>
            </a:extLst>
          </p:cNvPr>
          <p:cNvCxnSpPr>
            <a:cxnSpLocks/>
          </p:cNvCxnSpPr>
          <p:nvPr/>
        </p:nvCxnSpPr>
        <p:spPr>
          <a:xfrm flipH="1">
            <a:off x="3713942" y="4781874"/>
            <a:ext cx="1430700" cy="0"/>
          </a:xfrm>
          <a:prstGeom prst="straightConnector1">
            <a:avLst/>
          </a:prstGeom>
          <a:ln>
            <a:solidFill>
              <a:schemeClr val="accent5"/>
            </a:solidFill>
            <a:prstDash val="sysDash"/>
            <a:headEnd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1" name="直线箭头连接符 950">
            <a:extLst>
              <a:ext uri="{FF2B5EF4-FFF2-40B4-BE49-F238E27FC236}">
                <a16:creationId xmlns:a16="http://schemas.microsoft.com/office/drawing/2014/main" id="{A68E1059-9272-604C-ADC6-813E6D3942B3}"/>
              </a:ext>
            </a:extLst>
          </p:cNvPr>
          <p:cNvCxnSpPr>
            <a:cxnSpLocks/>
          </p:cNvCxnSpPr>
          <p:nvPr/>
        </p:nvCxnSpPr>
        <p:spPr>
          <a:xfrm flipV="1">
            <a:off x="5148000" y="4781550"/>
            <a:ext cx="0" cy="27010"/>
          </a:xfrm>
          <a:prstGeom prst="straightConnector1">
            <a:avLst/>
          </a:prstGeom>
          <a:ln>
            <a:solidFill>
              <a:schemeClr val="accent5"/>
            </a:solidFill>
            <a:prstDash val="sysDash"/>
            <a:headEnd w="sm" len="sm"/>
            <a:tailEnd type="non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2" name="任意形状 951">
            <a:extLst>
              <a:ext uri="{FF2B5EF4-FFF2-40B4-BE49-F238E27FC236}">
                <a16:creationId xmlns:a16="http://schemas.microsoft.com/office/drawing/2014/main" id="{8682DE92-7E78-C142-A70F-0D4BE5A48490}"/>
              </a:ext>
            </a:extLst>
          </p:cNvPr>
          <p:cNvSpPr/>
          <p:nvPr/>
        </p:nvSpPr>
        <p:spPr>
          <a:xfrm>
            <a:off x="1285390" y="5681758"/>
            <a:ext cx="57600" cy="72000"/>
          </a:xfrm>
          <a:custGeom>
            <a:avLst/>
            <a:gdLst>
              <a:gd name="connsiteX0" fmla="*/ 0 w 159178"/>
              <a:gd name="connsiteY0" fmla="*/ 0 h 374813"/>
              <a:gd name="connsiteX1" fmla="*/ 159179 w 159178"/>
              <a:gd name="connsiteY1" fmla="*/ 0 h 374813"/>
              <a:gd name="connsiteX2" fmla="*/ 159179 w 159178"/>
              <a:gd name="connsiteY2" fmla="*/ 374814 h 374813"/>
              <a:gd name="connsiteX3" fmla="*/ 0 w 159178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178" h="374813">
                <a:moveTo>
                  <a:pt x="0" y="0"/>
                </a:moveTo>
                <a:lnTo>
                  <a:pt x="159179" y="0"/>
                </a:lnTo>
                <a:lnTo>
                  <a:pt x="159179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53" name="文本框 952">
            <a:extLst>
              <a:ext uri="{FF2B5EF4-FFF2-40B4-BE49-F238E27FC236}">
                <a16:creationId xmlns:a16="http://schemas.microsoft.com/office/drawing/2014/main" id="{6F1667A4-1CF8-4E46-8301-A29B36798A03}"/>
              </a:ext>
            </a:extLst>
          </p:cNvPr>
          <p:cNvSpPr txBox="1"/>
          <p:nvPr/>
        </p:nvSpPr>
        <p:spPr>
          <a:xfrm>
            <a:off x="1078251" y="5104722"/>
            <a:ext cx="61704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Readout error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4" name="任意形状 953">
            <a:extLst>
              <a:ext uri="{FF2B5EF4-FFF2-40B4-BE49-F238E27FC236}">
                <a16:creationId xmlns:a16="http://schemas.microsoft.com/office/drawing/2014/main" id="{4F13F6E3-24F4-4F41-A001-E75CF99043BC}"/>
              </a:ext>
            </a:extLst>
          </p:cNvPr>
          <p:cNvSpPr/>
          <p:nvPr/>
        </p:nvSpPr>
        <p:spPr>
          <a:xfrm>
            <a:off x="1285390" y="5260914"/>
            <a:ext cx="143971" cy="72000"/>
          </a:xfrm>
          <a:custGeom>
            <a:avLst/>
            <a:gdLst>
              <a:gd name="connsiteX0" fmla="*/ 0 w 556027"/>
              <a:gd name="connsiteY0" fmla="*/ 0 h 374813"/>
              <a:gd name="connsiteX1" fmla="*/ 556028 w 556027"/>
              <a:gd name="connsiteY1" fmla="*/ 0 h 374813"/>
              <a:gd name="connsiteX2" fmla="*/ 556028 w 556027"/>
              <a:gd name="connsiteY2" fmla="*/ 374814 h 374813"/>
              <a:gd name="connsiteX3" fmla="*/ 0 w 556027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27" h="374813">
                <a:moveTo>
                  <a:pt x="0" y="0"/>
                </a:moveTo>
                <a:lnTo>
                  <a:pt x="556028" y="0"/>
                </a:lnTo>
                <a:lnTo>
                  <a:pt x="556028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55" name="任意形状 954">
            <a:extLst>
              <a:ext uri="{FF2B5EF4-FFF2-40B4-BE49-F238E27FC236}">
                <a16:creationId xmlns:a16="http://schemas.microsoft.com/office/drawing/2014/main" id="{5726CD12-84B8-C34C-83B9-D457171F56D6}"/>
              </a:ext>
            </a:extLst>
          </p:cNvPr>
          <p:cNvSpPr/>
          <p:nvPr/>
        </p:nvSpPr>
        <p:spPr>
          <a:xfrm>
            <a:off x="1285390" y="5366125"/>
            <a:ext cx="43134" cy="72000"/>
          </a:xfrm>
          <a:custGeom>
            <a:avLst/>
            <a:gdLst>
              <a:gd name="connsiteX0" fmla="*/ 0 w 166588"/>
              <a:gd name="connsiteY0" fmla="*/ 0 h 374813"/>
              <a:gd name="connsiteX1" fmla="*/ 166589 w 166588"/>
              <a:gd name="connsiteY1" fmla="*/ 0 h 374813"/>
              <a:gd name="connsiteX2" fmla="*/ 166589 w 166588"/>
              <a:gd name="connsiteY2" fmla="*/ 374814 h 374813"/>
              <a:gd name="connsiteX3" fmla="*/ 0 w 166588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588" h="374813">
                <a:moveTo>
                  <a:pt x="0" y="0"/>
                </a:moveTo>
                <a:lnTo>
                  <a:pt x="166589" y="0"/>
                </a:lnTo>
                <a:lnTo>
                  <a:pt x="166589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56" name="任意形状 955">
            <a:extLst>
              <a:ext uri="{FF2B5EF4-FFF2-40B4-BE49-F238E27FC236}">
                <a16:creationId xmlns:a16="http://schemas.microsoft.com/office/drawing/2014/main" id="{FE5DB6F6-AB1E-B940-B9BD-5BC7E5B6B032}"/>
              </a:ext>
            </a:extLst>
          </p:cNvPr>
          <p:cNvSpPr/>
          <p:nvPr/>
        </p:nvSpPr>
        <p:spPr>
          <a:xfrm>
            <a:off x="1285390" y="5471336"/>
            <a:ext cx="27989" cy="72000"/>
          </a:xfrm>
          <a:custGeom>
            <a:avLst/>
            <a:gdLst>
              <a:gd name="connsiteX0" fmla="*/ 0 w 108095"/>
              <a:gd name="connsiteY0" fmla="*/ 0 h 374813"/>
              <a:gd name="connsiteX1" fmla="*/ 108096 w 108095"/>
              <a:gd name="connsiteY1" fmla="*/ 0 h 374813"/>
              <a:gd name="connsiteX2" fmla="*/ 108096 w 108095"/>
              <a:gd name="connsiteY2" fmla="*/ 374814 h 374813"/>
              <a:gd name="connsiteX3" fmla="*/ 0 w 108095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095" h="374813">
                <a:moveTo>
                  <a:pt x="0" y="0"/>
                </a:moveTo>
                <a:lnTo>
                  <a:pt x="108096" y="0"/>
                </a:lnTo>
                <a:lnTo>
                  <a:pt x="108096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57" name="任意形状 956">
            <a:extLst>
              <a:ext uri="{FF2B5EF4-FFF2-40B4-BE49-F238E27FC236}">
                <a16:creationId xmlns:a16="http://schemas.microsoft.com/office/drawing/2014/main" id="{81434676-E315-BD40-AAAE-9A42C23B602A}"/>
              </a:ext>
            </a:extLst>
          </p:cNvPr>
          <p:cNvSpPr/>
          <p:nvPr/>
        </p:nvSpPr>
        <p:spPr>
          <a:xfrm>
            <a:off x="1285390" y="5576547"/>
            <a:ext cx="41216" cy="72000"/>
          </a:xfrm>
          <a:custGeom>
            <a:avLst/>
            <a:gdLst>
              <a:gd name="connsiteX0" fmla="*/ 0 w 159178"/>
              <a:gd name="connsiteY0" fmla="*/ 0 h 374813"/>
              <a:gd name="connsiteX1" fmla="*/ 159179 w 159178"/>
              <a:gd name="connsiteY1" fmla="*/ 0 h 374813"/>
              <a:gd name="connsiteX2" fmla="*/ 159179 w 159178"/>
              <a:gd name="connsiteY2" fmla="*/ 374814 h 374813"/>
              <a:gd name="connsiteX3" fmla="*/ 0 w 159178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178" h="374813">
                <a:moveTo>
                  <a:pt x="0" y="0"/>
                </a:moveTo>
                <a:lnTo>
                  <a:pt x="159179" y="0"/>
                </a:lnTo>
                <a:lnTo>
                  <a:pt x="159179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58" name="任意形状 957">
            <a:extLst>
              <a:ext uri="{FF2B5EF4-FFF2-40B4-BE49-F238E27FC236}">
                <a16:creationId xmlns:a16="http://schemas.microsoft.com/office/drawing/2014/main" id="{A069C85C-6DF8-0143-BC46-A65EB86DCAC8}"/>
              </a:ext>
            </a:extLst>
          </p:cNvPr>
          <p:cNvSpPr/>
          <p:nvPr/>
        </p:nvSpPr>
        <p:spPr>
          <a:xfrm>
            <a:off x="1285390" y="5786968"/>
            <a:ext cx="64800" cy="72000"/>
          </a:xfrm>
          <a:custGeom>
            <a:avLst/>
            <a:gdLst>
              <a:gd name="connsiteX0" fmla="*/ 0 w 246546"/>
              <a:gd name="connsiteY0" fmla="*/ 0 h 374813"/>
              <a:gd name="connsiteX1" fmla="*/ 246546 w 246546"/>
              <a:gd name="connsiteY1" fmla="*/ 0 h 374813"/>
              <a:gd name="connsiteX2" fmla="*/ 246546 w 246546"/>
              <a:gd name="connsiteY2" fmla="*/ 374813 h 374813"/>
              <a:gd name="connsiteX3" fmla="*/ 0 w 246546"/>
              <a:gd name="connsiteY3" fmla="*/ 374813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546" h="374813">
                <a:moveTo>
                  <a:pt x="0" y="0"/>
                </a:moveTo>
                <a:lnTo>
                  <a:pt x="246546" y="0"/>
                </a:lnTo>
                <a:lnTo>
                  <a:pt x="246546" y="374813"/>
                </a:lnTo>
                <a:lnTo>
                  <a:pt x="0" y="37481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959" name="任意形状 958">
            <a:extLst>
              <a:ext uri="{FF2B5EF4-FFF2-40B4-BE49-F238E27FC236}">
                <a16:creationId xmlns:a16="http://schemas.microsoft.com/office/drawing/2014/main" id="{C3F8A251-9436-6048-B00A-B71B30906EBF}"/>
              </a:ext>
            </a:extLst>
          </p:cNvPr>
          <p:cNvSpPr/>
          <p:nvPr/>
        </p:nvSpPr>
        <p:spPr>
          <a:xfrm>
            <a:off x="1349420" y="5268677"/>
            <a:ext cx="1870" cy="612000"/>
          </a:xfrm>
          <a:custGeom>
            <a:avLst/>
            <a:gdLst>
              <a:gd name="connsiteX0" fmla="*/ 0 w 7222"/>
              <a:gd name="connsiteY0" fmla="*/ 2473761 h 2473760"/>
              <a:gd name="connsiteX1" fmla="*/ 0 w 7222"/>
              <a:gd name="connsiteY1" fmla="*/ 0 h 2473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22" h="2473760">
                <a:moveTo>
                  <a:pt x="0" y="2473761"/>
                </a:moveTo>
                <a:lnTo>
                  <a:pt x="0" y="0"/>
                </a:lnTo>
              </a:path>
            </a:pathLst>
          </a:custGeom>
          <a:noFill/>
          <a:ln w="6350" cap="flat">
            <a:solidFill>
              <a:srgbClr val="212121"/>
            </a:solidFill>
            <a:custDash>
              <a:ds d="416250" sp="180000"/>
            </a:custDash>
            <a:round/>
          </a:ln>
        </p:spPr>
        <p:txBody>
          <a:bodyPr rtlCol="0" anchor="ctr"/>
          <a:lstStyle/>
          <a:p>
            <a:endParaRPr lang="zh-CN" altLang="en-US" dirty="0"/>
          </a:p>
        </p:txBody>
      </p:sp>
      <p:cxnSp>
        <p:nvCxnSpPr>
          <p:cNvPr id="960" name="直线连接符 959">
            <a:extLst>
              <a:ext uri="{FF2B5EF4-FFF2-40B4-BE49-F238E27FC236}">
                <a16:creationId xmlns:a16="http://schemas.microsoft.com/office/drawing/2014/main" id="{50AFCC0C-12CE-C64D-97BE-62F946A6DEDD}"/>
              </a:ext>
            </a:extLst>
          </p:cNvPr>
          <p:cNvCxnSpPr>
            <a:cxnSpLocks/>
          </p:cNvCxnSpPr>
          <p:nvPr/>
        </p:nvCxnSpPr>
        <p:spPr>
          <a:xfrm>
            <a:off x="1285390" y="5263727"/>
            <a:ext cx="0" cy="620009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1" name="直线连接符 960">
            <a:extLst>
              <a:ext uri="{FF2B5EF4-FFF2-40B4-BE49-F238E27FC236}">
                <a16:creationId xmlns:a16="http://schemas.microsoft.com/office/drawing/2014/main" id="{606F5967-6DAA-1C4C-BCDA-F38AF7B50963}"/>
              </a:ext>
            </a:extLst>
          </p:cNvPr>
          <p:cNvCxnSpPr>
            <a:cxnSpLocks/>
          </p:cNvCxnSpPr>
          <p:nvPr/>
        </p:nvCxnSpPr>
        <p:spPr>
          <a:xfrm>
            <a:off x="1285390" y="5883736"/>
            <a:ext cx="171595" cy="70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2" name="组合 961">
            <a:extLst>
              <a:ext uri="{FF2B5EF4-FFF2-40B4-BE49-F238E27FC236}">
                <a16:creationId xmlns:a16="http://schemas.microsoft.com/office/drawing/2014/main" id="{15ACA815-E3B5-7246-BF5D-0A79ADDEAF60}"/>
              </a:ext>
            </a:extLst>
          </p:cNvPr>
          <p:cNvGrpSpPr/>
          <p:nvPr/>
        </p:nvGrpSpPr>
        <p:grpSpPr>
          <a:xfrm>
            <a:off x="1349295" y="5883027"/>
            <a:ext cx="80807" cy="30073"/>
            <a:chOff x="1075598" y="6230342"/>
            <a:chExt cx="80807" cy="30073"/>
          </a:xfrm>
        </p:grpSpPr>
        <p:cxnSp>
          <p:nvCxnSpPr>
            <p:cNvPr id="963" name="直线连接符 962">
              <a:extLst>
                <a:ext uri="{FF2B5EF4-FFF2-40B4-BE49-F238E27FC236}">
                  <a16:creationId xmlns:a16="http://schemas.microsoft.com/office/drawing/2014/main" id="{016B91A8-8B2D-C24F-914D-D8F23B670A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5598" y="6230342"/>
              <a:ext cx="0" cy="300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直线连接符 963">
              <a:extLst>
                <a:ext uri="{FF2B5EF4-FFF2-40B4-BE49-F238E27FC236}">
                  <a16:creationId xmlns:a16="http://schemas.microsoft.com/office/drawing/2014/main" id="{F4BC5B00-00A3-1F4D-955E-72026D1021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05" y="6230343"/>
              <a:ext cx="0" cy="300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5" name="文本框 964">
            <a:extLst>
              <a:ext uri="{FF2B5EF4-FFF2-40B4-BE49-F238E27FC236}">
                <a16:creationId xmlns:a16="http://schemas.microsoft.com/office/drawing/2014/main" id="{F0A3EAF5-A470-7344-85C4-6920649DBBC1}"/>
              </a:ext>
            </a:extLst>
          </p:cNvPr>
          <p:cNvSpPr txBox="1"/>
          <p:nvPr/>
        </p:nvSpPr>
        <p:spPr>
          <a:xfrm>
            <a:off x="1210882" y="5884394"/>
            <a:ext cx="256818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3.34</a:t>
            </a:r>
            <a:endParaRPr kumimoji="1" lang="zh-CN" alt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6" name="文本框 965">
            <a:extLst>
              <a:ext uri="{FF2B5EF4-FFF2-40B4-BE49-F238E27FC236}">
                <a16:creationId xmlns:a16="http://schemas.microsoft.com/office/drawing/2014/main" id="{5DD01958-83AB-B447-A61A-CA02E8E0E617}"/>
              </a:ext>
            </a:extLst>
          </p:cNvPr>
          <p:cNvSpPr txBox="1"/>
          <p:nvPr/>
        </p:nvSpPr>
        <p:spPr>
          <a:xfrm>
            <a:off x="1307813" y="5884394"/>
            <a:ext cx="24975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7.51</a:t>
            </a:r>
            <a:endParaRPr kumimoji="1" lang="zh-CN" alt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7" name="文本框 966">
            <a:extLst>
              <a:ext uri="{FF2B5EF4-FFF2-40B4-BE49-F238E27FC236}">
                <a16:creationId xmlns:a16="http://schemas.microsoft.com/office/drawing/2014/main" id="{95BBB8A9-18D2-434F-A7FF-B10FCF2FF489}"/>
              </a:ext>
            </a:extLst>
          </p:cNvPr>
          <p:cNvSpPr txBox="1"/>
          <p:nvPr/>
        </p:nvSpPr>
        <p:spPr>
          <a:xfrm>
            <a:off x="1188459" y="5930573"/>
            <a:ext cx="734684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1q error rate(%)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68" name="组合 967">
            <a:extLst>
              <a:ext uri="{FF2B5EF4-FFF2-40B4-BE49-F238E27FC236}">
                <a16:creationId xmlns:a16="http://schemas.microsoft.com/office/drawing/2014/main" id="{C278B28A-E7E5-994E-BD1D-7AA5C526713D}"/>
              </a:ext>
            </a:extLst>
          </p:cNvPr>
          <p:cNvGrpSpPr/>
          <p:nvPr/>
        </p:nvGrpSpPr>
        <p:grpSpPr>
          <a:xfrm>
            <a:off x="1160512" y="6075744"/>
            <a:ext cx="762631" cy="164876"/>
            <a:chOff x="987441" y="6021623"/>
            <a:chExt cx="762631" cy="164876"/>
          </a:xfrm>
        </p:grpSpPr>
        <p:sp>
          <p:nvSpPr>
            <p:cNvPr id="969" name="矩形 968">
              <a:extLst>
                <a:ext uri="{FF2B5EF4-FFF2-40B4-BE49-F238E27FC236}">
                  <a16:creationId xmlns:a16="http://schemas.microsoft.com/office/drawing/2014/main" id="{FC5B6DE3-951D-3047-A16F-0B39CAF5A59B}"/>
                </a:ext>
              </a:extLst>
            </p:cNvPr>
            <p:cNvSpPr/>
            <p:nvPr/>
          </p:nvSpPr>
          <p:spPr>
            <a:xfrm>
              <a:off x="1016464" y="6021623"/>
              <a:ext cx="582791" cy="45719"/>
            </a:xfrm>
            <a:prstGeom prst="rect">
              <a:avLst/>
            </a:prstGeom>
            <a:gradFill>
              <a:gsLst>
                <a:gs pos="2000">
                  <a:schemeClr val="accent1">
                    <a:lumMod val="5000"/>
                    <a:lumOff val="95000"/>
                  </a:schemeClr>
                </a:gs>
                <a:gs pos="24000">
                  <a:schemeClr val="accent5">
                    <a:lumMod val="20000"/>
                    <a:lumOff val="8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75000">
                  <a:schemeClr val="accent5">
                    <a:lumMod val="75000"/>
                  </a:schemeClr>
                </a:gs>
                <a:gs pos="100000">
                  <a:schemeClr val="accent5">
                    <a:lumMod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970" name="组合 969">
              <a:extLst>
                <a:ext uri="{FF2B5EF4-FFF2-40B4-BE49-F238E27FC236}">
                  <a16:creationId xmlns:a16="http://schemas.microsoft.com/office/drawing/2014/main" id="{432B4EF8-73A6-EF4F-9F55-0FCB4898576E}"/>
                </a:ext>
              </a:extLst>
            </p:cNvPr>
            <p:cNvGrpSpPr/>
            <p:nvPr/>
          </p:nvGrpSpPr>
          <p:grpSpPr>
            <a:xfrm>
              <a:off x="987441" y="6048000"/>
              <a:ext cx="762631" cy="138499"/>
              <a:chOff x="987441" y="6327261"/>
              <a:chExt cx="762631" cy="138499"/>
            </a:xfrm>
          </p:grpSpPr>
          <p:grpSp>
            <p:nvGrpSpPr>
              <p:cNvPr id="971" name="组合 970">
                <a:extLst>
                  <a:ext uri="{FF2B5EF4-FFF2-40B4-BE49-F238E27FC236}">
                    <a16:creationId xmlns:a16="http://schemas.microsoft.com/office/drawing/2014/main" id="{F80BC9AA-5ACF-C446-9B91-011C50F4B89F}"/>
                  </a:ext>
                </a:extLst>
              </p:cNvPr>
              <p:cNvGrpSpPr/>
              <p:nvPr/>
            </p:nvGrpSpPr>
            <p:grpSpPr>
              <a:xfrm>
                <a:off x="1015386" y="6346446"/>
                <a:ext cx="582793" cy="27587"/>
                <a:chOff x="1045635" y="6354163"/>
                <a:chExt cx="582793" cy="27587"/>
              </a:xfrm>
            </p:grpSpPr>
            <p:cxnSp>
              <p:nvCxnSpPr>
                <p:cNvPr id="976" name="直线连接符 975">
                  <a:extLst>
                    <a:ext uri="{FF2B5EF4-FFF2-40B4-BE49-F238E27FC236}">
                      <a16:creationId xmlns:a16="http://schemas.microsoft.com/office/drawing/2014/main" id="{95308CF6-6E1C-554C-8512-42FB78EC93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67910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7" name="直线连接符 976">
                  <a:extLst>
                    <a:ext uri="{FF2B5EF4-FFF2-40B4-BE49-F238E27FC236}">
                      <a16:creationId xmlns:a16="http://schemas.microsoft.com/office/drawing/2014/main" id="{22FC0012-3A29-0D4D-9B4C-7AA16E0167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26509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8" name="直线连接符 977">
                  <a:extLst>
                    <a:ext uri="{FF2B5EF4-FFF2-40B4-BE49-F238E27FC236}">
                      <a16:creationId xmlns:a16="http://schemas.microsoft.com/office/drawing/2014/main" id="{69F652F6-200A-B447-BC37-2CBD6EB8EF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50710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9" name="直线连接符 978">
                  <a:extLst>
                    <a:ext uri="{FF2B5EF4-FFF2-40B4-BE49-F238E27FC236}">
                      <a16:creationId xmlns:a16="http://schemas.microsoft.com/office/drawing/2014/main" id="{A4A22DCA-8C48-7942-8BBC-27ED345846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5635" y="6354163"/>
                  <a:ext cx="582793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0" name="直线连接符 979">
                  <a:extLst>
                    <a:ext uri="{FF2B5EF4-FFF2-40B4-BE49-F238E27FC236}">
                      <a16:creationId xmlns:a16="http://schemas.microsoft.com/office/drawing/2014/main" id="{7791A04F-8326-0946-91DA-1059F25896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06135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72" name="文本框 971">
                <a:extLst>
                  <a:ext uri="{FF2B5EF4-FFF2-40B4-BE49-F238E27FC236}">
                    <a16:creationId xmlns:a16="http://schemas.microsoft.com/office/drawing/2014/main" id="{AA473082-6240-3841-AE70-2CD41D1B0605}"/>
                  </a:ext>
                </a:extLst>
              </p:cNvPr>
              <p:cNvSpPr txBox="1"/>
              <p:nvPr/>
            </p:nvSpPr>
            <p:spPr>
              <a:xfrm>
                <a:off x="987441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0.045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73" name="文本框 972">
                <a:extLst>
                  <a:ext uri="{FF2B5EF4-FFF2-40B4-BE49-F238E27FC236}">
                    <a16:creationId xmlns:a16="http://schemas.microsoft.com/office/drawing/2014/main" id="{45046427-F67A-104B-A800-B7BDBE2A4999}"/>
                  </a:ext>
                </a:extLst>
              </p:cNvPr>
              <p:cNvSpPr txBox="1"/>
              <p:nvPr/>
            </p:nvSpPr>
            <p:spPr>
              <a:xfrm>
                <a:off x="1141962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0.050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74" name="文本框 973">
                <a:extLst>
                  <a:ext uri="{FF2B5EF4-FFF2-40B4-BE49-F238E27FC236}">
                    <a16:creationId xmlns:a16="http://schemas.microsoft.com/office/drawing/2014/main" id="{ADB9A46B-F542-9E45-9278-1FA3AF8893AE}"/>
                  </a:ext>
                </a:extLst>
              </p:cNvPr>
              <p:cNvSpPr txBox="1"/>
              <p:nvPr/>
            </p:nvSpPr>
            <p:spPr>
              <a:xfrm>
                <a:off x="1299745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0.055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75" name="文本框 974">
                <a:extLst>
                  <a:ext uri="{FF2B5EF4-FFF2-40B4-BE49-F238E27FC236}">
                    <a16:creationId xmlns:a16="http://schemas.microsoft.com/office/drawing/2014/main" id="{2E658A9D-DE8D-7A4E-8714-206236B62B70}"/>
                  </a:ext>
                </a:extLst>
              </p:cNvPr>
              <p:cNvSpPr txBox="1"/>
              <p:nvPr/>
            </p:nvSpPr>
            <p:spPr>
              <a:xfrm>
                <a:off x="1451638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0.060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981" name="文本框 980">
            <a:extLst>
              <a:ext uri="{FF2B5EF4-FFF2-40B4-BE49-F238E27FC236}">
                <a16:creationId xmlns:a16="http://schemas.microsoft.com/office/drawing/2014/main" id="{74BAF43D-0DDF-8D43-A560-6D420E759BD4}"/>
              </a:ext>
            </a:extLst>
          </p:cNvPr>
          <p:cNvSpPr txBox="1"/>
          <p:nvPr/>
        </p:nvSpPr>
        <p:spPr>
          <a:xfrm>
            <a:off x="1820180" y="5930573"/>
            <a:ext cx="8262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CNOT error rate(%)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82" name="组合 981">
            <a:extLst>
              <a:ext uri="{FF2B5EF4-FFF2-40B4-BE49-F238E27FC236}">
                <a16:creationId xmlns:a16="http://schemas.microsoft.com/office/drawing/2014/main" id="{4BC92B06-5E70-D64E-95DA-64AD77124765}"/>
              </a:ext>
            </a:extLst>
          </p:cNvPr>
          <p:cNvGrpSpPr/>
          <p:nvPr/>
        </p:nvGrpSpPr>
        <p:grpSpPr>
          <a:xfrm>
            <a:off x="1902582" y="6075744"/>
            <a:ext cx="762631" cy="166699"/>
            <a:chOff x="1729511" y="6012667"/>
            <a:chExt cx="762631" cy="166699"/>
          </a:xfrm>
        </p:grpSpPr>
        <p:sp>
          <p:nvSpPr>
            <p:cNvPr id="983" name="矩形 982">
              <a:extLst>
                <a:ext uri="{FF2B5EF4-FFF2-40B4-BE49-F238E27FC236}">
                  <a16:creationId xmlns:a16="http://schemas.microsoft.com/office/drawing/2014/main" id="{C953802E-4316-604A-860B-7A2E57838386}"/>
                </a:ext>
              </a:extLst>
            </p:cNvPr>
            <p:cNvSpPr/>
            <p:nvPr/>
          </p:nvSpPr>
          <p:spPr>
            <a:xfrm>
              <a:off x="1757458" y="6012667"/>
              <a:ext cx="582791" cy="45719"/>
            </a:xfrm>
            <a:prstGeom prst="rect">
              <a:avLst/>
            </a:prstGeom>
            <a:gradFill>
              <a:gsLst>
                <a:gs pos="2000">
                  <a:schemeClr val="accent1">
                    <a:lumMod val="5000"/>
                    <a:lumOff val="95000"/>
                  </a:schemeClr>
                </a:gs>
                <a:gs pos="24000">
                  <a:schemeClr val="accent5">
                    <a:lumMod val="20000"/>
                    <a:lumOff val="8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75000">
                  <a:schemeClr val="accent5">
                    <a:lumMod val="75000"/>
                  </a:schemeClr>
                </a:gs>
                <a:gs pos="100000">
                  <a:schemeClr val="accent5">
                    <a:lumMod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984" name="组合 983">
              <a:extLst>
                <a:ext uri="{FF2B5EF4-FFF2-40B4-BE49-F238E27FC236}">
                  <a16:creationId xmlns:a16="http://schemas.microsoft.com/office/drawing/2014/main" id="{2653D3E4-A18D-0F44-BA13-2F0789A96363}"/>
                </a:ext>
              </a:extLst>
            </p:cNvPr>
            <p:cNvGrpSpPr/>
            <p:nvPr/>
          </p:nvGrpSpPr>
          <p:grpSpPr>
            <a:xfrm>
              <a:off x="1729511" y="6040867"/>
              <a:ext cx="762631" cy="138499"/>
              <a:chOff x="987441" y="6327261"/>
              <a:chExt cx="762631" cy="138499"/>
            </a:xfrm>
          </p:grpSpPr>
          <p:grpSp>
            <p:nvGrpSpPr>
              <p:cNvPr id="985" name="组合 984">
                <a:extLst>
                  <a:ext uri="{FF2B5EF4-FFF2-40B4-BE49-F238E27FC236}">
                    <a16:creationId xmlns:a16="http://schemas.microsoft.com/office/drawing/2014/main" id="{92824AAE-FA12-E143-9AAF-8A436F66751F}"/>
                  </a:ext>
                </a:extLst>
              </p:cNvPr>
              <p:cNvGrpSpPr/>
              <p:nvPr/>
            </p:nvGrpSpPr>
            <p:grpSpPr>
              <a:xfrm>
                <a:off x="1015386" y="6346446"/>
                <a:ext cx="582793" cy="27587"/>
                <a:chOff x="1045635" y="6354163"/>
                <a:chExt cx="582793" cy="27587"/>
              </a:xfrm>
            </p:grpSpPr>
            <p:cxnSp>
              <p:nvCxnSpPr>
                <p:cNvPr id="990" name="直线连接符 989">
                  <a:extLst>
                    <a:ext uri="{FF2B5EF4-FFF2-40B4-BE49-F238E27FC236}">
                      <a16:creationId xmlns:a16="http://schemas.microsoft.com/office/drawing/2014/main" id="{C4A70431-FFA4-2D4B-BDDF-31925C7703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67910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1" name="直线连接符 990">
                  <a:extLst>
                    <a:ext uri="{FF2B5EF4-FFF2-40B4-BE49-F238E27FC236}">
                      <a16:creationId xmlns:a16="http://schemas.microsoft.com/office/drawing/2014/main" id="{C5F21F27-6FFD-1B43-8227-E3DFAC703A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26509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2" name="直线连接符 991">
                  <a:extLst>
                    <a:ext uri="{FF2B5EF4-FFF2-40B4-BE49-F238E27FC236}">
                      <a16:creationId xmlns:a16="http://schemas.microsoft.com/office/drawing/2014/main" id="{937E6F68-A4C1-DB47-8CD5-244FF764BD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50710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3" name="直线连接符 992">
                  <a:extLst>
                    <a:ext uri="{FF2B5EF4-FFF2-40B4-BE49-F238E27FC236}">
                      <a16:creationId xmlns:a16="http://schemas.microsoft.com/office/drawing/2014/main" id="{AF805F4D-64FA-BC4D-9566-5C05692B8C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5635" y="6354163"/>
                  <a:ext cx="582793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4" name="直线连接符 993">
                  <a:extLst>
                    <a:ext uri="{FF2B5EF4-FFF2-40B4-BE49-F238E27FC236}">
                      <a16:creationId xmlns:a16="http://schemas.microsoft.com/office/drawing/2014/main" id="{73B0A6F5-47B3-ED43-A57D-261BE15CED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06135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86" name="文本框 985">
                <a:extLst>
                  <a:ext uri="{FF2B5EF4-FFF2-40B4-BE49-F238E27FC236}">
                    <a16:creationId xmlns:a16="http://schemas.microsoft.com/office/drawing/2014/main" id="{0A58ADF6-5FBB-054E-97BA-80575BF1AB78}"/>
                  </a:ext>
                </a:extLst>
              </p:cNvPr>
              <p:cNvSpPr txBox="1"/>
              <p:nvPr/>
            </p:nvSpPr>
            <p:spPr>
              <a:xfrm>
                <a:off x="987441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0.075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7" name="文本框 986">
                <a:extLst>
                  <a:ext uri="{FF2B5EF4-FFF2-40B4-BE49-F238E27FC236}">
                    <a16:creationId xmlns:a16="http://schemas.microsoft.com/office/drawing/2014/main" id="{E0081957-E630-9A4C-A885-432A488EE237}"/>
                  </a:ext>
                </a:extLst>
              </p:cNvPr>
              <p:cNvSpPr txBox="1"/>
              <p:nvPr/>
            </p:nvSpPr>
            <p:spPr>
              <a:xfrm>
                <a:off x="1141962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0.090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8" name="文本框 987">
                <a:extLst>
                  <a:ext uri="{FF2B5EF4-FFF2-40B4-BE49-F238E27FC236}">
                    <a16:creationId xmlns:a16="http://schemas.microsoft.com/office/drawing/2014/main" id="{AA8C5D0C-EA9B-5A45-9EC8-F4D40AF1A4F1}"/>
                  </a:ext>
                </a:extLst>
              </p:cNvPr>
              <p:cNvSpPr txBox="1"/>
              <p:nvPr/>
            </p:nvSpPr>
            <p:spPr>
              <a:xfrm>
                <a:off x="1299745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0.105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89" name="文本框 988">
                <a:extLst>
                  <a:ext uri="{FF2B5EF4-FFF2-40B4-BE49-F238E27FC236}">
                    <a16:creationId xmlns:a16="http://schemas.microsoft.com/office/drawing/2014/main" id="{A16727BE-CB5C-3F43-884F-C41B294D15C3}"/>
                  </a:ext>
                </a:extLst>
              </p:cNvPr>
              <p:cNvSpPr txBox="1"/>
              <p:nvPr/>
            </p:nvSpPr>
            <p:spPr>
              <a:xfrm>
                <a:off x="1451638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0.120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995" name="组合 994">
            <a:extLst>
              <a:ext uri="{FF2B5EF4-FFF2-40B4-BE49-F238E27FC236}">
                <a16:creationId xmlns:a16="http://schemas.microsoft.com/office/drawing/2014/main" id="{E18F369D-B4C9-F543-8EFF-E1238940A366}"/>
              </a:ext>
            </a:extLst>
          </p:cNvPr>
          <p:cNvGrpSpPr/>
          <p:nvPr/>
        </p:nvGrpSpPr>
        <p:grpSpPr>
          <a:xfrm>
            <a:off x="1473292" y="5107965"/>
            <a:ext cx="810480" cy="872637"/>
            <a:chOff x="1467668" y="5039599"/>
            <a:chExt cx="810480" cy="872637"/>
          </a:xfrm>
        </p:grpSpPr>
        <p:sp>
          <p:nvSpPr>
            <p:cNvPr id="996" name="任意形状 995">
              <a:extLst>
                <a:ext uri="{FF2B5EF4-FFF2-40B4-BE49-F238E27FC236}">
                  <a16:creationId xmlns:a16="http://schemas.microsoft.com/office/drawing/2014/main" id="{E4F184A5-7954-0541-90DD-559D8B8073E7}"/>
                </a:ext>
              </a:extLst>
            </p:cNvPr>
            <p:cNvSpPr/>
            <p:nvPr/>
          </p:nvSpPr>
          <p:spPr>
            <a:xfrm rot="18817775">
              <a:off x="1752609" y="5033398"/>
              <a:ext cx="241727" cy="254129"/>
            </a:xfrm>
            <a:custGeom>
              <a:avLst/>
              <a:gdLst>
                <a:gd name="connsiteX0" fmla="*/ 427558 w 427557"/>
                <a:gd name="connsiteY0" fmla="*/ 427558 h 427557"/>
                <a:gd name="connsiteX1" fmla="*/ 0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427558" y="427558"/>
                  </a:moveTo>
                  <a:lnTo>
                    <a:pt x="0" y="0"/>
                  </a:lnTo>
                </a:path>
              </a:pathLst>
            </a:custGeom>
            <a:noFill/>
            <a:ln w="36105" cap="sq">
              <a:solidFill>
                <a:schemeClr val="accent5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7" name="任意形状 996">
              <a:extLst>
                <a:ext uri="{FF2B5EF4-FFF2-40B4-BE49-F238E27FC236}">
                  <a16:creationId xmlns:a16="http://schemas.microsoft.com/office/drawing/2014/main" id="{4EBD2468-6427-4044-91C2-FACEB2641301}"/>
                </a:ext>
              </a:extLst>
            </p:cNvPr>
            <p:cNvSpPr/>
            <p:nvPr/>
          </p:nvSpPr>
          <p:spPr>
            <a:xfrm rot="18872136">
              <a:off x="1909607" y="5369727"/>
              <a:ext cx="241727" cy="254129"/>
            </a:xfrm>
            <a:custGeom>
              <a:avLst/>
              <a:gdLst>
                <a:gd name="connsiteX0" fmla="*/ 427558 w 427557"/>
                <a:gd name="connsiteY0" fmla="*/ 427558 h 427557"/>
                <a:gd name="connsiteX1" fmla="*/ 0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427558" y="427558"/>
                  </a:moveTo>
                  <a:lnTo>
                    <a:pt x="0" y="0"/>
                  </a:lnTo>
                </a:path>
              </a:pathLst>
            </a:custGeom>
            <a:noFill/>
            <a:ln w="36105" cap="sq">
              <a:solidFill>
                <a:schemeClr val="accent5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8" name="任意形状 997">
              <a:extLst>
                <a:ext uri="{FF2B5EF4-FFF2-40B4-BE49-F238E27FC236}">
                  <a16:creationId xmlns:a16="http://schemas.microsoft.com/office/drawing/2014/main" id="{C5CD4B23-4035-434B-B08C-8157DCD7BED3}"/>
                </a:ext>
              </a:extLst>
            </p:cNvPr>
            <p:cNvSpPr/>
            <p:nvPr/>
          </p:nvSpPr>
          <p:spPr>
            <a:xfrm rot="18817775">
              <a:off x="1595635" y="5369726"/>
              <a:ext cx="241727" cy="254129"/>
            </a:xfrm>
            <a:custGeom>
              <a:avLst/>
              <a:gdLst>
                <a:gd name="connsiteX0" fmla="*/ 427558 w 427557"/>
                <a:gd name="connsiteY0" fmla="*/ 427558 h 427557"/>
                <a:gd name="connsiteX1" fmla="*/ 0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427558" y="427558"/>
                  </a:moveTo>
                  <a:lnTo>
                    <a:pt x="0" y="0"/>
                  </a:lnTo>
                </a:path>
              </a:pathLst>
            </a:custGeom>
            <a:noFill/>
            <a:ln w="36105" cap="sq">
              <a:solidFill>
                <a:schemeClr val="accent5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99" name="任意形状 998">
              <a:extLst>
                <a:ext uri="{FF2B5EF4-FFF2-40B4-BE49-F238E27FC236}">
                  <a16:creationId xmlns:a16="http://schemas.microsoft.com/office/drawing/2014/main" id="{851E52B1-16A7-0743-80A4-4C2BEA87E7AC}"/>
                </a:ext>
              </a:extLst>
            </p:cNvPr>
            <p:cNvSpPr/>
            <p:nvPr/>
          </p:nvSpPr>
          <p:spPr>
            <a:xfrm>
              <a:off x="1521529" y="5169477"/>
              <a:ext cx="182580" cy="328761"/>
            </a:xfrm>
            <a:custGeom>
              <a:avLst/>
              <a:gdLst>
                <a:gd name="connsiteX0" fmla="*/ 0 w 427557"/>
                <a:gd name="connsiteY0" fmla="*/ 427558 h 427557"/>
                <a:gd name="connsiteX1" fmla="*/ 427558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0" y="427558"/>
                  </a:moveTo>
                  <a:lnTo>
                    <a:pt x="427558" y="0"/>
                  </a:lnTo>
                </a:path>
              </a:pathLst>
            </a:custGeom>
            <a:noFill/>
            <a:ln w="36105" cap="sq">
              <a:solidFill>
                <a:schemeClr val="accent5">
                  <a:lumMod val="75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0" name="任意形状 999">
              <a:extLst>
                <a:ext uri="{FF2B5EF4-FFF2-40B4-BE49-F238E27FC236}">
                  <a16:creationId xmlns:a16="http://schemas.microsoft.com/office/drawing/2014/main" id="{CBFF634D-D956-F248-AC27-8D3448B1405A}"/>
                </a:ext>
              </a:extLst>
            </p:cNvPr>
            <p:cNvSpPr/>
            <p:nvPr/>
          </p:nvSpPr>
          <p:spPr>
            <a:xfrm>
              <a:off x="1864149" y="5503057"/>
              <a:ext cx="357154" cy="337802"/>
            </a:xfrm>
            <a:custGeom>
              <a:avLst/>
              <a:gdLst>
                <a:gd name="connsiteX0" fmla="*/ 0 w 427557"/>
                <a:gd name="connsiteY0" fmla="*/ 427558 h 427557"/>
                <a:gd name="connsiteX1" fmla="*/ 427558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0" y="427558"/>
                  </a:moveTo>
                  <a:lnTo>
                    <a:pt x="427558" y="0"/>
                  </a:lnTo>
                </a:path>
              </a:pathLst>
            </a:custGeom>
            <a:noFill/>
            <a:ln w="36105" cap="sq">
              <a:solidFill>
                <a:schemeClr val="accent5">
                  <a:lumMod val="5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01" name="任意形状 1000">
              <a:extLst>
                <a:ext uri="{FF2B5EF4-FFF2-40B4-BE49-F238E27FC236}">
                  <a16:creationId xmlns:a16="http://schemas.microsoft.com/office/drawing/2014/main" id="{AB382159-D5E3-F344-988B-474A106B623E}"/>
                </a:ext>
              </a:extLst>
            </p:cNvPr>
            <p:cNvSpPr/>
            <p:nvPr/>
          </p:nvSpPr>
          <p:spPr>
            <a:xfrm>
              <a:off x="1467668" y="5429456"/>
              <a:ext cx="142759" cy="142758"/>
            </a:xfrm>
            <a:custGeom>
              <a:avLst/>
              <a:gdLst>
                <a:gd name="connsiteX0" fmla="*/ 178151 w 356302"/>
                <a:gd name="connsiteY0" fmla="*/ 356296 h 356295"/>
                <a:gd name="connsiteX1" fmla="*/ 304122 w 356302"/>
                <a:gd name="connsiteY1" fmla="*/ 304122 h 356295"/>
                <a:gd name="connsiteX2" fmla="*/ 356303 w 356302"/>
                <a:gd name="connsiteY2" fmla="*/ 178151 h 356295"/>
                <a:gd name="connsiteX3" fmla="*/ 304122 w 356302"/>
                <a:gd name="connsiteY3" fmla="*/ 52181 h 356295"/>
                <a:gd name="connsiteX4" fmla="*/ 178151 w 356302"/>
                <a:gd name="connsiteY4" fmla="*/ 0 h 356295"/>
                <a:gd name="connsiteX5" fmla="*/ 52181 w 356302"/>
                <a:gd name="connsiteY5" fmla="*/ 52181 h 356295"/>
                <a:gd name="connsiteX6" fmla="*/ 0 w 356302"/>
                <a:gd name="connsiteY6" fmla="*/ 178151 h 356295"/>
                <a:gd name="connsiteX7" fmla="*/ 52181 w 356302"/>
                <a:gd name="connsiteY7" fmla="*/ 304122 h 356295"/>
                <a:gd name="connsiteX8" fmla="*/ 178151 w 356302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2" h="356295">
                  <a:moveTo>
                    <a:pt x="178151" y="356296"/>
                  </a:moveTo>
                  <a:cubicBezTo>
                    <a:pt x="225399" y="356296"/>
                    <a:pt x="270712" y="337525"/>
                    <a:pt x="304122" y="304122"/>
                  </a:cubicBezTo>
                  <a:cubicBezTo>
                    <a:pt x="337532" y="270712"/>
                    <a:pt x="356303" y="225392"/>
                    <a:pt x="356303" y="178151"/>
                  </a:cubicBezTo>
                  <a:cubicBezTo>
                    <a:pt x="356303" y="130903"/>
                    <a:pt x="337532" y="85584"/>
                    <a:pt x="304122" y="52181"/>
                  </a:cubicBezTo>
                  <a:cubicBezTo>
                    <a:pt x="270712" y="18771"/>
                    <a:pt x="225399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8" y="85584"/>
                    <a:pt x="0" y="130903"/>
                    <a:pt x="0" y="178151"/>
                  </a:cubicBezTo>
                  <a:cubicBezTo>
                    <a:pt x="0" y="225392"/>
                    <a:pt x="18778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002" name="任意形状 1001">
              <a:extLst>
                <a:ext uri="{FF2B5EF4-FFF2-40B4-BE49-F238E27FC236}">
                  <a16:creationId xmlns:a16="http://schemas.microsoft.com/office/drawing/2014/main" id="{44143594-562D-2547-B457-8EF1B3F07319}"/>
                </a:ext>
              </a:extLst>
            </p:cNvPr>
            <p:cNvSpPr/>
            <p:nvPr/>
          </p:nvSpPr>
          <p:spPr>
            <a:xfrm>
              <a:off x="1634597" y="5089431"/>
              <a:ext cx="142761" cy="142761"/>
            </a:xfrm>
            <a:custGeom>
              <a:avLst/>
              <a:gdLst>
                <a:gd name="connsiteX0" fmla="*/ 178151 w 356303"/>
                <a:gd name="connsiteY0" fmla="*/ 356303 h 356302"/>
                <a:gd name="connsiteX1" fmla="*/ 304122 w 356303"/>
                <a:gd name="connsiteY1" fmla="*/ 304122 h 356302"/>
                <a:gd name="connsiteX2" fmla="*/ 356303 w 356303"/>
                <a:gd name="connsiteY2" fmla="*/ 178152 h 356302"/>
                <a:gd name="connsiteX3" fmla="*/ 304122 w 356303"/>
                <a:gd name="connsiteY3" fmla="*/ 52181 h 356302"/>
                <a:gd name="connsiteX4" fmla="*/ 178151 w 356303"/>
                <a:gd name="connsiteY4" fmla="*/ 0 h 356302"/>
                <a:gd name="connsiteX5" fmla="*/ 52181 w 356303"/>
                <a:gd name="connsiteY5" fmla="*/ 52181 h 356302"/>
                <a:gd name="connsiteX6" fmla="*/ 0 w 356303"/>
                <a:gd name="connsiteY6" fmla="*/ 178152 h 356302"/>
                <a:gd name="connsiteX7" fmla="*/ 52181 w 356303"/>
                <a:gd name="connsiteY7" fmla="*/ 304122 h 356302"/>
                <a:gd name="connsiteX8" fmla="*/ 178151 w 356303"/>
                <a:gd name="connsiteY8" fmla="*/ 356303 h 35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302">
                  <a:moveTo>
                    <a:pt x="178151" y="356303"/>
                  </a:moveTo>
                  <a:cubicBezTo>
                    <a:pt x="225400" y="356303"/>
                    <a:pt x="270712" y="337525"/>
                    <a:pt x="304122" y="304122"/>
                  </a:cubicBezTo>
                  <a:cubicBezTo>
                    <a:pt x="337533" y="270712"/>
                    <a:pt x="356303" y="225399"/>
                    <a:pt x="356303" y="178152"/>
                  </a:cubicBezTo>
                  <a:cubicBezTo>
                    <a:pt x="356303" y="130903"/>
                    <a:pt x="337533" y="85591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91"/>
                    <a:pt x="0" y="130903"/>
                    <a:pt x="0" y="178152"/>
                  </a:cubicBezTo>
                  <a:cubicBezTo>
                    <a:pt x="0" y="225399"/>
                    <a:pt x="18771" y="270712"/>
                    <a:pt x="52181" y="304122"/>
                  </a:cubicBezTo>
                  <a:cubicBezTo>
                    <a:pt x="85591" y="337525"/>
                    <a:pt x="130903" y="356303"/>
                    <a:pt x="178151" y="356303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003" name="任意形状 1002">
              <a:extLst>
                <a:ext uri="{FF2B5EF4-FFF2-40B4-BE49-F238E27FC236}">
                  <a16:creationId xmlns:a16="http://schemas.microsoft.com/office/drawing/2014/main" id="{95ACBB42-7F68-584E-B927-8DBBDE17B821}"/>
                </a:ext>
              </a:extLst>
            </p:cNvPr>
            <p:cNvSpPr/>
            <p:nvPr/>
          </p:nvSpPr>
          <p:spPr>
            <a:xfrm>
              <a:off x="1801528" y="5429456"/>
              <a:ext cx="142761" cy="142758"/>
            </a:xfrm>
            <a:custGeom>
              <a:avLst/>
              <a:gdLst>
                <a:gd name="connsiteX0" fmla="*/ 178151 w 356303"/>
                <a:gd name="connsiteY0" fmla="*/ 356296 h 356295"/>
                <a:gd name="connsiteX1" fmla="*/ 304122 w 356303"/>
                <a:gd name="connsiteY1" fmla="*/ 304122 h 356295"/>
                <a:gd name="connsiteX2" fmla="*/ 356303 w 356303"/>
                <a:gd name="connsiteY2" fmla="*/ 178151 h 356295"/>
                <a:gd name="connsiteX3" fmla="*/ 304122 w 356303"/>
                <a:gd name="connsiteY3" fmla="*/ 52181 h 356295"/>
                <a:gd name="connsiteX4" fmla="*/ 178151 w 356303"/>
                <a:gd name="connsiteY4" fmla="*/ 0 h 356295"/>
                <a:gd name="connsiteX5" fmla="*/ 52181 w 356303"/>
                <a:gd name="connsiteY5" fmla="*/ 52181 h 356295"/>
                <a:gd name="connsiteX6" fmla="*/ 0 w 356303"/>
                <a:gd name="connsiteY6" fmla="*/ 178151 h 356295"/>
                <a:gd name="connsiteX7" fmla="*/ 52181 w 356303"/>
                <a:gd name="connsiteY7" fmla="*/ 304122 h 356295"/>
                <a:gd name="connsiteX8" fmla="*/ 178151 w 356303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295">
                  <a:moveTo>
                    <a:pt x="178151" y="356296"/>
                  </a:moveTo>
                  <a:cubicBezTo>
                    <a:pt x="225400" y="356296"/>
                    <a:pt x="270712" y="337525"/>
                    <a:pt x="304122" y="304122"/>
                  </a:cubicBezTo>
                  <a:cubicBezTo>
                    <a:pt x="337533" y="270712"/>
                    <a:pt x="356303" y="225392"/>
                    <a:pt x="356303" y="178151"/>
                  </a:cubicBezTo>
                  <a:cubicBezTo>
                    <a:pt x="356303" y="130903"/>
                    <a:pt x="337533" y="85584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84"/>
                    <a:pt x="0" y="130903"/>
                    <a:pt x="0" y="178151"/>
                  </a:cubicBezTo>
                  <a:cubicBezTo>
                    <a:pt x="0" y="225392"/>
                    <a:pt x="18771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004" name="任意形状 1003">
              <a:extLst>
                <a:ext uri="{FF2B5EF4-FFF2-40B4-BE49-F238E27FC236}">
                  <a16:creationId xmlns:a16="http://schemas.microsoft.com/office/drawing/2014/main" id="{E7980D17-ECB0-644E-B355-78D863374652}"/>
                </a:ext>
              </a:extLst>
            </p:cNvPr>
            <p:cNvSpPr/>
            <p:nvPr/>
          </p:nvSpPr>
          <p:spPr>
            <a:xfrm>
              <a:off x="2135389" y="5429456"/>
              <a:ext cx="142759" cy="142758"/>
            </a:xfrm>
            <a:custGeom>
              <a:avLst/>
              <a:gdLst>
                <a:gd name="connsiteX0" fmla="*/ 178151 w 356302"/>
                <a:gd name="connsiteY0" fmla="*/ 356296 h 356295"/>
                <a:gd name="connsiteX1" fmla="*/ 304122 w 356302"/>
                <a:gd name="connsiteY1" fmla="*/ 304122 h 356295"/>
                <a:gd name="connsiteX2" fmla="*/ 356303 w 356302"/>
                <a:gd name="connsiteY2" fmla="*/ 178151 h 356295"/>
                <a:gd name="connsiteX3" fmla="*/ 304122 w 356302"/>
                <a:gd name="connsiteY3" fmla="*/ 52181 h 356295"/>
                <a:gd name="connsiteX4" fmla="*/ 178151 w 356302"/>
                <a:gd name="connsiteY4" fmla="*/ 0 h 356295"/>
                <a:gd name="connsiteX5" fmla="*/ 52181 w 356302"/>
                <a:gd name="connsiteY5" fmla="*/ 52181 h 356295"/>
                <a:gd name="connsiteX6" fmla="*/ 0 w 356302"/>
                <a:gd name="connsiteY6" fmla="*/ 178151 h 356295"/>
                <a:gd name="connsiteX7" fmla="*/ 52181 w 356302"/>
                <a:gd name="connsiteY7" fmla="*/ 304122 h 356295"/>
                <a:gd name="connsiteX8" fmla="*/ 178151 w 356302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2" h="356295">
                  <a:moveTo>
                    <a:pt x="178151" y="356296"/>
                  </a:moveTo>
                  <a:cubicBezTo>
                    <a:pt x="225399" y="356296"/>
                    <a:pt x="270712" y="337525"/>
                    <a:pt x="304122" y="304122"/>
                  </a:cubicBezTo>
                  <a:cubicBezTo>
                    <a:pt x="337525" y="270712"/>
                    <a:pt x="356303" y="225392"/>
                    <a:pt x="356303" y="178151"/>
                  </a:cubicBezTo>
                  <a:cubicBezTo>
                    <a:pt x="356303" y="130903"/>
                    <a:pt x="337525" y="85584"/>
                    <a:pt x="304122" y="52181"/>
                  </a:cubicBezTo>
                  <a:cubicBezTo>
                    <a:pt x="270712" y="18771"/>
                    <a:pt x="225399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84"/>
                    <a:pt x="0" y="130903"/>
                    <a:pt x="0" y="178151"/>
                  </a:cubicBezTo>
                  <a:cubicBezTo>
                    <a:pt x="0" y="225392"/>
                    <a:pt x="18771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5" name="任意形状 1004">
              <a:extLst>
                <a:ext uri="{FF2B5EF4-FFF2-40B4-BE49-F238E27FC236}">
                  <a16:creationId xmlns:a16="http://schemas.microsoft.com/office/drawing/2014/main" id="{170EFAAE-8855-D94D-845F-8681937C10ED}"/>
                </a:ext>
              </a:extLst>
            </p:cNvPr>
            <p:cNvSpPr/>
            <p:nvPr/>
          </p:nvSpPr>
          <p:spPr>
            <a:xfrm>
              <a:off x="1801528" y="5769478"/>
              <a:ext cx="142761" cy="142758"/>
            </a:xfrm>
            <a:custGeom>
              <a:avLst/>
              <a:gdLst>
                <a:gd name="connsiteX0" fmla="*/ 178151 w 356303"/>
                <a:gd name="connsiteY0" fmla="*/ 356296 h 356295"/>
                <a:gd name="connsiteX1" fmla="*/ 304122 w 356303"/>
                <a:gd name="connsiteY1" fmla="*/ 304122 h 356295"/>
                <a:gd name="connsiteX2" fmla="*/ 356303 w 356303"/>
                <a:gd name="connsiteY2" fmla="*/ 178151 h 356295"/>
                <a:gd name="connsiteX3" fmla="*/ 304122 w 356303"/>
                <a:gd name="connsiteY3" fmla="*/ 52181 h 356295"/>
                <a:gd name="connsiteX4" fmla="*/ 178151 w 356303"/>
                <a:gd name="connsiteY4" fmla="*/ 0 h 356295"/>
                <a:gd name="connsiteX5" fmla="*/ 52181 w 356303"/>
                <a:gd name="connsiteY5" fmla="*/ 52181 h 356295"/>
                <a:gd name="connsiteX6" fmla="*/ 0 w 356303"/>
                <a:gd name="connsiteY6" fmla="*/ 178151 h 356295"/>
                <a:gd name="connsiteX7" fmla="*/ 52181 w 356303"/>
                <a:gd name="connsiteY7" fmla="*/ 304122 h 356295"/>
                <a:gd name="connsiteX8" fmla="*/ 178151 w 356303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295">
                  <a:moveTo>
                    <a:pt x="178151" y="356296"/>
                  </a:moveTo>
                  <a:cubicBezTo>
                    <a:pt x="225400" y="356296"/>
                    <a:pt x="270712" y="337525"/>
                    <a:pt x="304122" y="304122"/>
                  </a:cubicBezTo>
                  <a:cubicBezTo>
                    <a:pt x="337533" y="270712"/>
                    <a:pt x="356303" y="225392"/>
                    <a:pt x="356303" y="178151"/>
                  </a:cubicBezTo>
                  <a:cubicBezTo>
                    <a:pt x="356303" y="130903"/>
                    <a:pt x="337533" y="85584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84"/>
                    <a:pt x="0" y="130903"/>
                    <a:pt x="0" y="178151"/>
                  </a:cubicBezTo>
                  <a:cubicBezTo>
                    <a:pt x="0" y="225392"/>
                    <a:pt x="18771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5"/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06" name="任意形状 1005">
              <a:extLst>
                <a:ext uri="{FF2B5EF4-FFF2-40B4-BE49-F238E27FC236}">
                  <a16:creationId xmlns:a16="http://schemas.microsoft.com/office/drawing/2014/main" id="{FC8C95FB-E0D7-C840-8FC4-0397849B5A29}"/>
                </a:ext>
              </a:extLst>
            </p:cNvPr>
            <p:cNvSpPr/>
            <p:nvPr/>
          </p:nvSpPr>
          <p:spPr>
            <a:xfrm>
              <a:off x="1968459" y="5089431"/>
              <a:ext cx="142761" cy="142761"/>
            </a:xfrm>
            <a:custGeom>
              <a:avLst/>
              <a:gdLst>
                <a:gd name="connsiteX0" fmla="*/ 178151 w 356303"/>
                <a:gd name="connsiteY0" fmla="*/ 356303 h 356302"/>
                <a:gd name="connsiteX1" fmla="*/ 304122 w 356303"/>
                <a:gd name="connsiteY1" fmla="*/ 304122 h 356302"/>
                <a:gd name="connsiteX2" fmla="*/ 356303 w 356303"/>
                <a:gd name="connsiteY2" fmla="*/ 178152 h 356302"/>
                <a:gd name="connsiteX3" fmla="*/ 304122 w 356303"/>
                <a:gd name="connsiteY3" fmla="*/ 52181 h 356302"/>
                <a:gd name="connsiteX4" fmla="*/ 178151 w 356303"/>
                <a:gd name="connsiteY4" fmla="*/ 0 h 356302"/>
                <a:gd name="connsiteX5" fmla="*/ 52181 w 356303"/>
                <a:gd name="connsiteY5" fmla="*/ 52181 h 356302"/>
                <a:gd name="connsiteX6" fmla="*/ 0 w 356303"/>
                <a:gd name="connsiteY6" fmla="*/ 178152 h 356302"/>
                <a:gd name="connsiteX7" fmla="*/ 52181 w 356303"/>
                <a:gd name="connsiteY7" fmla="*/ 304122 h 356302"/>
                <a:gd name="connsiteX8" fmla="*/ 178151 w 356303"/>
                <a:gd name="connsiteY8" fmla="*/ 356303 h 35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302">
                  <a:moveTo>
                    <a:pt x="178151" y="356303"/>
                  </a:moveTo>
                  <a:cubicBezTo>
                    <a:pt x="225400" y="356303"/>
                    <a:pt x="270712" y="337525"/>
                    <a:pt x="304122" y="304122"/>
                  </a:cubicBezTo>
                  <a:cubicBezTo>
                    <a:pt x="337533" y="270712"/>
                    <a:pt x="356303" y="225399"/>
                    <a:pt x="356303" y="178152"/>
                  </a:cubicBezTo>
                  <a:cubicBezTo>
                    <a:pt x="356303" y="130903"/>
                    <a:pt x="337533" y="85591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91"/>
                    <a:pt x="0" y="130903"/>
                    <a:pt x="0" y="178152"/>
                  </a:cubicBezTo>
                  <a:cubicBezTo>
                    <a:pt x="0" y="225399"/>
                    <a:pt x="18771" y="270712"/>
                    <a:pt x="52181" y="304122"/>
                  </a:cubicBezTo>
                  <a:cubicBezTo>
                    <a:pt x="85591" y="337525"/>
                    <a:pt x="130903" y="356303"/>
                    <a:pt x="178151" y="356303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</p:grpSp>
      <p:sp>
        <p:nvSpPr>
          <p:cNvPr id="1007" name="任意形状 1006">
            <a:extLst>
              <a:ext uri="{FF2B5EF4-FFF2-40B4-BE49-F238E27FC236}">
                <a16:creationId xmlns:a16="http://schemas.microsoft.com/office/drawing/2014/main" id="{AA74AF2A-5082-D144-9E43-C888E0FDBD2E}"/>
              </a:ext>
            </a:extLst>
          </p:cNvPr>
          <p:cNvSpPr/>
          <p:nvPr/>
        </p:nvSpPr>
        <p:spPr>
          <a:xfrm>
            <a:off x="2907397" y="5472529"/>
            <a:ext cx="54880" cy="72000"/>
          </a:xfrm>
          <a:custGeom>
            <a:avLst/>
            <a:gdLst>
              <a:gd name="connsiteX0" fmla="*/ 0 w 556027"/>
              <a:gd name="connsiteY0" fmla="*/ 0 h 374813"/>
              <a:gd name="connsiteX1" fmla="*/ 556028 w 556027"/>
              <a:gd name="connsiteY1" fmla="*/ 0 h 374813"/>
              <a:gd name="connsiteX2" fmla="*/ 556028 w 556027"/>
              <a:gd name="connsiteY2" fmla="*/ 374814 h 374813"/>
              <a:gd name="connsiteX3" fmla="*/ 0 w 556027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27" h="374813">
                <a:moveTo>
                  <a:pt x="0" y="0"/>
                </a:moveTo>
                <a:lnTo>
                  <a:pt x="556028" y="0"/>
                </a:lnTo>
                <a:lnTo>
                  <a:pt x="556028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08" name="文本框 1007">
            <a:extLst>
              <a:ext uri="{FF2B5EF4-FFF2-40B4-BE49-F238E27FC236}">
                <a16:creationId xmlns:a16="http://schemas.microsoft.com/office/drawing/2014/main" id="{FBCAAD91-D2FC-9546-B8E3-36B86A567291}"/>
              </a:ext>
            </a:extLst>
          </p:cNvPr>
          <p:cNvSpPr txBox="1"/>
          <p:nvPr/>
        </p:nvSpPr>
        <p:spPr>
          <a:xfrm>
            <a:off x="3143454" y="5884394"/>
            <a:ext cx="24975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242</a:t>
            </a:r>
            <a:endParaRPr kumimoji="1" lang="zh-CN" alt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09" name="直线连接符 1008">
            <a:extLst>
              <a:ext uri="{FF2B5EF4-FFF2-40B4-BE49-F238E27FC236}">
                <a16:creationId xmlns:a16="http://schemas.microsoft.com/office/drawing/2014/main" id="{B3393CE1-2046-EF4B-9DB8-48C0862D76C0}"/>
              </a:ext>
            </a:extLst>
          </p:cNvPr>
          <p:cNvCxnSpPr>
            <a:cxnSpLocks/>
          </p:cNvCxnSpPr>
          <p:nvPr/>
        </p:nvCxnSpPr>
        <p:spPr>
          <a:xfrm>
            <a:off x="3128617" y="5263681"/>
            <a:ext cx="0" cy="620009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0" name="任意形状 1009">
            <a:extLst>
              <a:ext uri="{FF2B5EF4-FFF2-40B4-BE49-F238E27FC236}">
                <a16:creationId xmlns:a16="http://schemas.microsoft.com/office/drawing/2014/main" id="{715FFA01-2FC1-3546-8563-C706F8C2E02F}"/>
              </a:ext>
            </a:extLst>
          </p:cNvPr>
          <p:cNvSpPr/>
          <p:nvPr/>
        </p:nvSpPr>
        <p:spPr>
          <a:xfrm>
            <a:off x="3131747" y="5264043"/>
            <a:ext cx="143971" cy="72000"/>
          </a:xfrm>
          <a:custGeom>
            <a:avLst/>
            <a:gdLst>
              <a:gd name="connsiteX0" fmla="*/ 0 w 556027"/>
              <a:gd name="connsiteY0" fmla="*/ 0 h 374813"/>
              <a:gd name="connsiteX1" fmla="*/ 556028 w 556027"/>
              <a:gd name="connsiteY1" fmla="*/ 0 h 374813"/>
              <a:gd name="connsiteX2" fmla="*/ 556028 w 556027"/>
              <a:gd name="connsiteY2" fmla="*/ 374814 h 374813"/>
              <a:gd name="connsiteX3" fmla="*/ 0 w 556027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27" h="374813">
                <a:moveTo>
                  <a:pt x="0" y="0"/>
                </a:moveTo>
                <a:lnTo>
                  <a:pt x="556028" y="0"/>
                </a:lnTo>
                <a:lnTo>
                  <a:pt x="556028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11" name="任意形状 1010">
            <a:extLst>
              <a:ext uri="{FF2B5EF4-FFF2-40B4-BE49-F238E27FC236}">
                <a16:creationId xmlns:a16="http://schemas.microsoft.com/office/drawing/2014/main" id="{525889FE-6D91-BD4A-A5DF-B930AF83D4A5}"/>
              </a:ext>
            </a:extLst>
          </p:cNvPr>
          <p:cNvSpPr/>
          <p:nvPr/>
        </p:nvSpPr>
        <p:spPr>
          <a:xfrm>
            <a:off x="3131747" y="5366608"/>
            <a:ext cx="54520" cy="72000"/>
          </a:xfrm>
          <a:custGeom>
            <a:avLst/>
            <a:gdLst>
              <a:gd name="connsiteX0" fmla="*/ 0 w 166588"/>
              <a:gd name="connsiteY0" fmla="*/ 0 h 374813"/>
              <a:gd name="connsiteX1" fmla="*/ 166589 w 166588"/>
              <a:gd name="connsiteY1" fmla="*/ 0 h 374813"/>
              <a:gd name="connsiteX2" fmla="*/ 166589 w 166588"/>
              <a:gd name="connsiteY2" fmla="*/ 374814 h 374813"/>
              <a:gd name="connsiteX3" fmla="*/ 0 w 166588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588" h="374813">
                <a:moveTo>
                  <a:pt x="0" y="0"/>
                </a:moveTo>
                <a:lnTo>
                  <a:pt x="166589" y="0"/>
                </a:lnTo>
                <a:lnTo>
                  <a:pt x="166589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 dirty="0"/>
          </a:p>
        </p:txBody>
      </p:sp>
      <p:sp>
        <p:nvSpPr>
          <p:cNvPr id="1012" name="任意形状 1011">
            <a:extLst>
              <a:ext uri="{FF2B5EF4-FFF2-40B4-BE49-F238E27FC236}">
                <a16:creationId xmlns:a16="http://schemas.microsoft.com/office/drawing/2014/main" id="{F69630CC-72F4-6549-97B5-468307BACEDC}"/>
              </a:ext>
            </a:extLst>
          </p:cNvPr>
          <p:cNvSpPr/>
          <p:nvPr/>
        </p:nvSpPr>
        <p:spPr>
          <a:xfrm>
            <a:off x="3131747" y="5571738"/>
            <a:ext cx="27989" cy="72000"/>
          </a:xfrm>
          <a:custGeom>
            <a:avLst/>
            <a:gdLst>
              <a:gd name="connsiteX0" fmla="*/ 0 w 108095"/>
              <a:gd name="connsiteY0" fmla="*/ 0 h 374813"/>
              <a:gd name="connsiteX1" fmla="*/ 108096 w 108095"/>
              <a:gd name="connsiteY1" fmla="*/ 0 h 374813"/>
              <a:gd name="connsiteX2" fmla="*/ 108096 w 108095"/>
              <a:gd name="connsiteY2" fmla="*/ 374814 h 374813"/>
              <a:gd name="connsiteX3" fmla="*/ 0 w 108095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095" h="374813">
                <a:moveTo>
                  <a:pt x="0" y="0"/>
                </a:moveTo>
                <a:lnTo>
                  <a:pt x="108096" y="0"/>
                </a:lnTo>
                <a:lnTo>
                  <a:pt x="108096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13" name="任意形状 1012">
            <a:extLst>
              <a:ext uri="{FF2B5EF4-FFF2-40B4-BE49-F238E27FC236}">
                <a16:creationId xmlns:a16="http://schemas.microsoft.com/office/drawing/2014/main" id="{1749C551-CCB8-B44B-AA55-0AE690FE2545}"/>
              </a:ext>
            </a:extLst>
          </p:cNvPr>
          <p:cNvSpPr/>
          <p:nvPr/>
        </p:nvSpPr>
        <p:spPr>
          <a:xfrm>
            <a:off x="3131747" y="5674303"/>
            <a:ext cx="41216" cy="72000"/>
          </a:xfrm>
          <a:custGeom>
            <a:avLst/>
            <a:gdLst>
              <a:gd name="connsiteX0" fmla="*/ 0 w 159178"/>
              <a:gd name="connsiteY0" fmla="*/ 0 h 374813"/>
              <a:gd name="connsiteX1" fmla="*/ 159179 w 159178"/>
              <a:gd name="connsiteY1" fmla="*/ 0 h 374813"/>
              <a:gd name="connsiteX2" fmla="*/ 159179 w 159178"/>
              <a:gd name="connsiteY2" fmla="*/ 374814 h 374813"/>
              <a:gd name="connsiteX3" fmla="*/ 0 w 159178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178" h="374813">
                <a:moveTo>
                  <a:pt x="0" y="0"/>
                </a:moveTo>
                <a:lnTo>
                  <a:pt x="159179" y="0"/>
                </a:lnTo>
                <a:lnTo>
                  <a:pt x="159179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14" name="任意形状 1013">
            <a:extLst>
              <a:ext uri="{FF2B5EF4-FFF2-40B4-BE49-F238E27FC236}">
                <a16:creationId xmlns:a16="http://schemas.microsoft.com/office/drawing/2014/main" id="{A84AF712-6266-BE46-B59C-3EC269E4AB9F}"/>
              </a:ext>
            </a:extLst>
          </p:cNvPr>
          <p:cNvSpPr/>
          <p:nvPr/>
        </p:nvSpPr>
        <p:spPr>
          <a:xfrm>
            <a:off x="3131747" y="5776866"/>
            <a:ext cx="45719" cy="72000"/>
          </a:xfrm>
          <a:custGeom>
            <a:avLst/>
            <a:gdLst>
              <a:gd name="connsiteX0" fmla="*/ 0 w 246546"/>
              <a:gd name="connsiteY0" fmla="*/ 0 h 374813"/>
              <a:gd name="connsiteX1" fmla="*/ 246546 w 246546"/>
              <a:gd name="connsiteY1" fmla="*/ 0 h 374813"/>
              <a:gd name="connsiteX2" fmla="*/ 246546 w 246546"/>
              <a:gd name="connsiteY2" fmla="*/ 374813 h 374813"/>
              <a:gd name="connsiteX3" fmla="*/ 0 w 246546"/>
              <a:gd name="connsiteY3" fmla="*/ 374813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546" h="374813">
                <a:moveTo>
                  <a:pt x="0" y="0"/>
                </a:moveTo>
                <a:lnTo>
                  <a:pt x="246546" y="0"/>
                </a:lnTo>
                <a:lnTo>
                  <a:pt x="246546" y="374813"/>
                </a:lnTo>
                <a:lnTo>
                  <a:pt x="0" y="37481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15" name="任意形状 1014">
            <a:extLst>
              <a:ext uri="{FF2B5EF4-FFF2-40B4-BE49-F238E27FC236}">
                <a16:creationId xmlns:a16="http://schemas.microsoft.com/office/drawing/2014/main" id="{880F0D45-7F64-824D-8BBB-AA73CEA66CD8}"/>
              </a:ext>
            </a:extLst>
          </p:cNvPr>
          <p:cNvSpPr/>
          <p:nvPr/>
        </p:nvSpPr>
        <p:spPr>
          <a:xfrm>
            <a:off x="3192602" y="5269666"/>
            <a:ext cx="1870" cy="612000"/>
          </a:xfrm>
          <a:custGeom>
            <a:avLst/>
            <a:gdLst>
              <a:gd name="connsiteX0" fmla="*/ 0 w 7222"/>
              <a:gd name="connsiteY0" fmla="*/ 2473761 h 2473760"/>
              <a:gd name="connsiteX1" fmla="*/ 0 w 7222"/>
              <a:gd name="connsiteY1" fmla="*/ 0 h 2473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22" h="2473760">
                <a:moveTo>
                  <a:pt x="0" y="2473761"/>
                </a:moveTo>
                <a:lnTo>
                  <a:pt x="0" y="0"/>
                </a:lnTo>
              </a:path>
            </a:pathLst>
          </a:custGeom>
          <a:noFill/>
          <a:ln w="6350" cap="flat">
            <a:solidFill>
              <a:srgbClr val="212121"/>
            </a:solidFill>
            <a:custDash>
              <a:ds d="416250" sp="180000"/>
            </a:custDash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cxnSp>
        <p:nvCxnSpPr>
          <p:cNvPr id="1016" name="直线连接符 1015">
            <a:extLst>
              <a:ext uri="{FF2B5EF4-FFF2-40B4-BE49-F238E27FC236}">
                <a16:creationId xmlns:a16="http://schemas.microsoft.com/office/drawing/2014/main" id="{530E8261-E377-6C4A-AA3B-7FBB2ED8EB48}"/>
              </a:ext>
            </a:extLst>
          </p:cNvPr>
          <p:cNvCxnSpPr>
            <a:cxnSpLocks/>
          </p:cNvCxnSpPr>
          <p:nvPr/>
        </p:nvCxnSpPr>
        <p:spPr>
          <a:xfrm>
            <a:off x="3128572" y="5883690"/>
            <a:ext cx="171595" cy="70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7" name="组合 1016">
            <a:extLst>
              <a:ext uri="{FF2B5EF4-FFF2-40B4-BE49-F238E27FC236}">
                <a16:creationId xmlns:a16="http://schemas.microsoft.com/office/drawing/2014/main" id="{9E6F06A4-5621-FC4E-A2EA-0CAA78165989}"/>
              </a:ext>
            </a:extLst>
          </p:cNvPr>
          <p:cNvGrpSpPr/>
          <p:nvPr/>
        </p:nvGrpSpPr>
        <p:grpSpPr>
          <a:xfrm>
            <a:off x="3193081" y="5884085"/>
            <a:ext cx="80807" cy="30073"/>
            <a:chOff x="1075598" y="6230342"/>
            <a:chExt cx="80807" cy="30073"/>
          </a:xfrm>
        </p:grpSpPr>
        <p:cxnSp>
          <p:nvCxnSpPr>
            <p:cNvPr id="1018" name="直线连接符 1017">
              <a:extLst>
                <a:ext uri="{FF2B5EF4-FFF2-40B4-BE49-F238E27FC236}">
                  <a16:creationId xmlns:a16="http://schemas.microsoft.com/office/drawing/2014/main" id="{0F05DEC2-63D5-E24D-9F85-4702C5ACA3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75598" y="6230342"/>
              <a:ext cx="0" cy="300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9" name="直线连接符 1018">
              <a:extLst>
                <a:ext uri="{FF2B5EF4-FFF2-40B4-BE49-F238E27FC236}">
                  <a16:creationId xmlns:a16="http://schemas.microsoft.com/office/drawing/2014/main" id="{0BED8A76-BAB6-0145-90C1-AFBEE3211B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6405" y="6230343"/>
              <a:ext cx="0" cy="300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20" name="文本框 1019">
            <a:extLst>
              <a:ext uri="{FF2B5EF4-FFF2-40B4-BE49-F238E27FC236}">
                <a16:creationId xmlns:a16="http://schemas.microsoft.com/office/drawing/2014/main" id="{C2A4C9BE-9529-2840-B06D-093AAD794D0B}"/>
              </a:ext>
            </a:extLst>
          </p:cNvPr>
          <p:cNvSpPr txBox="1"/>
          <p:nvPr/>
        </p:nvSpPr>
        <p:spPr>
          <a:xfrm>
            <a:off x="3064672" y="5884394"/>
            <a:ext cx="256818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149</a:t>
            </a:r>
            <a:endParaRPr kumimoji="1" lang="zh-CN" alt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1" name="文本框 1020">
            <a:extLst>
              <a:ext uri="{FF2B5EF4-FFF2-40B4-BE49-F238E27FC236}">
                <a16:creationId xmlns:a16="http://schemas.microsoft.com/office/drawing/2014/main" id="{5E81FFD5-3CD8-6249-A5D1-C396A6B76CEB}"/>
              </a:ext>
            </a:extLst>
          </p:cNvPr>
          <p:cNvSpPr txBox="1"/>
          <p:nvPr/>
        </p:nvSpPr>
        <p:spPr>
          <a:xfrm>
            <a:off x="2889263" y="5930573"/>
            <a:ext cx="75487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1q gate time(ns)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22" name="组合 1021">
            <a:extLst>
              <a:ext uri="{FF2B5EF4-FFF2-40B4-BE49-F238E27FC236}">
                <a16:creationId xmlns:a16="http://schemas.microsoft.com/office/drawing/2014/main" id="{E2C52F06-4E1F-B34D-BAB9-BB728FAA0A8A}"/>
              </a:ext>
            </a:extLst>
          </p:cNvPr>
          <p:cNvGrpSpPr/>
          <p:nvPr/>
        </p:nvGrpSpPr>
        <p:grpSpPr>
          <a:xfrm>
            <a:off x="2884740" y="6071644"/>
            <a:ext cx="762631" cy="166699"/>
            <a:chOff x="2477891" y="6036733"/>
            <a:chExt cx="762631" cy="166699"/>
          </a:xfrm>
        </p:grpSpPr>
        <p:sp>
          <p:nvSpPr>
            <p:cNvPr id="1023" name="矩形 1022">
              <a:extLst>
                <a:ext uri="{FF2B5EF4-FFF2-40B4-BE49-F238E27FC236}">
                  <a16:creationId xmlns:a16="http://schemas.microsoft.com/office/drawing/2014/main" id="{0D7BC1C6-A71D-EF48-BD9D-3DB2D4EE39A7}"/>
                </a:ext>
              </a:extLst>
            </p:cNvPr>
            <p:cNvSpPr/>
            <p:nvPr/>
          </p:nvSpPr>
          <p:spPr>
            <a:xfrm>
              <a:off x="2505838" y="6036733"/>
              <a:ext cx="582791" cy="45719"/>
            </a:xfrm>
            <a:prstGeom prst="rect">
              <a:avLst/>
            </a:prstGeom>
            <a:gradFill>
              <a:gsLst>
                <a:gs pos="2000">
                  <a:schemeClr val="accent1">
                    <a:lumMod val="5000"/>
                    <a:lumOff val="95000"/>
                  </a:schemeClr>
                </a:gs>
                <a:gs pos="24000">
                  <a:schemeClr val="accent5">
                    <a:lumMod val="20000"/>
                    <a:lumOff val="8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75000">
                  <a:schemeClr val="accent5">
                    <a:lumMod val="75000"/>
                  </a:schemeClr>
                </a:gs>
                <a:gs pos="100000">
                  <a:schemeClr val="accent5">
                    <a:lumMod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024" name="组合 1023">
              <a:extLst>
                <a:ext uri="{FF2B5EF4-FFF2-40B4-BE49-F238E27FC236}">
                  <a16:creationId xmlns:a16="http://schemas.microsoft.com/office/drawing/2014/main" id="{1E4AA731-2A3C-B144-8B2D-FF82DFFE4CB3}"/>
                </a:ext>
              </a:extLst>
            </p:cNvPr>
            <p:cNvGrpSpPr/>
            <p:nvPr/>
          </p:nvGrpSpPr>
          <p:grpSpPr>
            <a:xfrm>
              <a:off x="2477891" y="6064933"/>
              <a:ext cx="762631" cy="138499"/>
              <a:chOff x="987441" y="6327261"/>
              <a:chExt cx="762631" cy="138499"/>
            </a:xfrm>
          </p:grpSpPr>
          <p:grpSp>
            <p:nvGrpSpPr>
              <p:cNvPr id="1025" name="组合 1024">
                <a:extLst>
                  <a:ext uri="{FF2B5EF4-FFF2-40B4-BE49-F238E27FC236}">
                    <a16:creationId xmlns:a16="http://schemas.microsoft.com/office/drawing/2014/main" id="{1ECEAFAF-E139-064B-93EA-B8C8CEDB8EB1}"/>
                  </a:ext>
                </a:extLst>
              </p:cNvPr>
              <p:cNvGrpSpPr/>
              <p:nvPr/>
            </p:nvGrpSpPr>
            <p:grpSpPr>
              <a:xfrm>
                <a:off x="1015386" y="6346446"/>
                <a:ext cx="582793" cy="27587"/>
                <a:chOff x="1045635" y="6354163"/>
                <a:chExt cx="582793" cy="27587"/>
              </a:xfrm>
            </p:grpSpPr>
            <p:cxnSp>
              <p:nvCxnSpPr>
                <p:cNvPr id="1030" name="直线连接符 1029">
                  <a:extLst>
                    <a:ext uri="{FF2B5EF4-FFF2-40B4-BE49-F238E27FC236}">
                      <a16:creationId xmlns:a16="http://schemas.microsoft.com/office/drawing/2014/main" id="{EDB20F62-32C4-FE41-A017-861D8386CA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67910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1" name="直线连接符 1030">
                  <a:extLst>
                    <a:ext uri="{FF2B5EF4-FFF2-40B4-BE49-F238E27FC236}">
                      <a16:creationId xmlns:a16="http://schemas.microsoft.com/office/drawing/2014/main" id="{DA82FAF2-65E6-CF45-84DF-2BCCDC48E8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26509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2" name="直线连接符 1031">
                  <a:extLst>
                    <a:ext uri="{FF2B5EF4-FFF2-40B4-BE49-F238E27FC236}">
                      <a16:creationId xmlns:a16="http://schemas.microsoft.com/office/drawing/2014/main" id="{B38A80F1-CADD-A344-A134-2D89339C23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50710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3" name="直线连接符 1032">
                  <a:extLst>
                    <a:ext uri="{FF2B5EF4-FFF2-40B4-BE49-F238E27FC236}">
                      <a16:creationId xmlns:a16="http://schemas.microsoft.com/office/drawing/2014/main" id="{263C3F58-6F67-0645-8EB2-3F136881E6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5635" y="6354163"/>
                  <a:ext cx="582793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4" name="直线连接符 1033">
                  <a:extLst>
                    <a:ext uri="{FF2B5EF4-FFF2-40B4-BE49-F238E27FC236}">
                      <a16:creationId xmlns:a16="http://schemas.microsoft.com/office/drawing/2014/main" id="{5A634E6D-5764-8847-9FA7-0CC9EA2F16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06135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26" name="文本框 1025">
                <a:extLst>
                  <a:ext uri="{FF2B5EF4-FFF2-40B4-BE49-F238E27FC236}">
                    <a16:creationId xmlns:a16="http://schemas.microsoft.com/office/drawing/2014/main" id="{EC210BF6-8F88-1149-BA87-1475F8C264AE}"/>
                  </a:ext>
                </a:extLst>
              </p:cNvPr>
              <p:cNvSpPr txBox="1"/>
              <p:nvPr/>
            </p:nvSpPr>
            <p:spPr>
              <a:xfrm>
                <a:off x="987441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22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7" name="文本框 1026">
                <a:extLst>
                  <a:ext uri="{FF2B5EF4-FFF2-40B4-BE49-F238E27FC236}">
                    <a16:creationId xmlns:a16="http://schemas.microsoft.com/office/drawing/2014/main" id="{D4DA78AA-6B9E-D844-AD46-470FEFFDC74B}"/>
                  </a:ext>
                </a:extLst>
              </p:cNvPr>
              <p:cNvSpPr txBox="1"/>
              <p:nvPr/>
            </p:nvSpPr>
            <p:spPr>
              <a:xfrm>
                <a:off x="1163944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31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8" name="文本框 1027">
                <a:extLst>
                  <a:ext uri="{FF2B5EF4-FFF2-40B4-BE49-F238E27FC236}">
                    <a16:creationId xmlns:a16="http://schemas.microsoft.com/office/drawing/2014/main" id="{CAA6A5F9-2C56-E84D-A338-B5F8E0CB6F42}"/>
                  </a:ext>
                </a:extLst>
              </p:cNvPr>
              <p:cNvSpPr txBox="1"/>
              <p:nvPr/>
            </p:nvSpPr>
            <p:spPr>
              <a:xfrm>
                <a:off x="1299745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40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29" name="文本框 1028">
                <a:extLst>
                  <a:ext uri="{FF2B5EF4-FFF2-40B4-BE49-F238E27FC236}">
                    <a16:creationId xmlns:a16="http://schemas.microsoft.com/office/drawing/2014/main" id="{2A218314-0744-8843-81A6-0A6B0361C3DA}"/>
                  </a:ext>
                </a:extLst>
              </p:cNvPr>
              <p:cNvSpPr txBox="1"/>
              <p:nvPr/>
            </p:nvSpPr>
            <p:spPr>
              <a:xfrm>
                <a:off x="1451638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49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035" name="文本框 1034">
            <a:extLst>
              <a:ext uri="{FF2B5EF4-FFF2-40B4-BE49-F238E27FC236}">
                <a16:creationId xmlns:a16="http://schemas.microsoft.com/office/drawing/2014/main" id="{FD197C1A-426D-664C-89EF-1411296AFA79}"/>
              </a:ext>
            </a:extLst>
          </p:cNvPr>
          <p:cNvSpPr txBox="1"/>
          <p:nvPr/>
        </p:nvSpPr>
        <p:spPr>
          <a:xfrm>
            <a:off x="3702673" y="5930573"/>
            <a:ext cx="826208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CNOT gate time(ns)</a:t>
            </a:r>
            <a:endParaRPr kumimoji="1" lang="zh-CN" alt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36" name="组合 1035">
            <a:extLst>
              <a:ext uri="{FF2B5EF4-FFF2-40B4-BE49-F238E27FC236}">
                <a16:creationId xmlns:a16="http://schemas.microsoft.com/office/drawing/2014/main" id="{A61C8A96-651D-6B43-852E-A49464BFA50E}"/>
              </a:ext>
            </a:extLst>
          </p:cNvPr>
          <p:cNvGrpSpPr/>
          <p:nvPr/>
        </p:nvGrpSpPr>
        <p:grpSpPr>
          <a:xfrm>
            <a:off x="3779838" y="6075744"/>
            <a:ext cx="762631" cy="166699"/>
            <a:chOff x="3219961" y="6029600"/>
            <a:chExt cx="762631" cy="166699"/>
          </a:xfrm>
        </p:grpSpPr>
        <p:sp>
          <p:nvSpPr>
            <p:cNvPr id="1037" name="矩形 1036">
              <a:extLst>
                <a:ext uri="{FF2B5EF4-FFF2-40B4-BE49-F238E27FC236}">
                  <a16:creationId xmlns:a16="http://schemas.microsoft.com/office/drawing/2014/main" id="{5A1F209B-577A-6A45-825A-324AB8FC3E9A}"/>
                </a:ext>
              </a:extLst>
            </p:cNvPr>
            <p:cNvSpPr/>
            <p:nvPr/>
          </p:nvSpPr>
          <p:spPr>
            <a:xfrm>
              <a:off x="3247908" y="6029600"/>
              <a:ext cx="582791" cy="45719"/>
            </a:xfrm>
            <a:prstGeom prst="rect">
              <a:avLst/>
            </a:prstGeom>
            <a:gradFill>
              <a:gsLst>
                <a:gs pos="2000">
                  <a:schemeClr val="accent1">
                    <a:lumMod val="5000"/>
                    <a:lumOff val="95000"/>
                  </a:schemeClr>
                </a:gs>
                <a:gs pos="24000">
                  <a:schemeClr val="accent5">
                    <a:lumMod val="20000"/>
                    <a:lumOff val="80000"/>
                  </a:schemeClr>
                </a:gs>
                <a:gs pos="50000">
                  <a:schemeClr val="accent5">
                    <a:lumMod val="60000"/>
                    <a:lumOff val="40000"/>
                  </a:schemeClr>
                </a:gs>
                <a:gs pos="75000">
                  <a:schemeClr val="accent5">
                    <a:lumMod val="75000"/>
                  </a:schemeClr>
                </a:gs>
                <a:gs pos="100000">
                  <a:schemeClr val="accent5">
                    <a:lumMod val="5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038" name="组合 1037">
              <a:extLst>
                <a:ext uri="{FF2B5EF4-FFF2-40B4-BE49-F238E27FC236}">
                  <a16:creationId xmlns:a16="http://schemas.microsoft.com/office/drawing/2014/main" id="{F88F71A8-EA7F-9A42-AF0E-25B670F4EBA0}"/>
                </a:ext>
              </a:extLst>
            </p:cNvPr>
            <p:cNvGrpSpPr/>
            <p:nvPr/>
          </p:nvGrpSpPr>
          <p:grpSpPr>
            <a:xfrm>
              <a:off x="3219961" y="6057800"/>
              <a:ext cx="762631" cy="138499"/>
              <a:chOff x="987441" y="6327261"/>
              <a:chExt cx="762631" cy="138499"/>
            </a:xfrm>
          </p:grpSpPr>
          <p:grpSp>
            <p:nvGrpSpPr>
              <p:cNvPr id="1039" name="组合 1038">
                <a:extLst>
                  <a:ext uri="{FF2B5EF4-FFF2-40B4-BE49-F238E27FC236}">
                    <a16:creationId xmlns:a16="http://schemas.microsoft.com/office/drawing/2014/main" id="{73A96F6F-4EA1-824A-877A-DBDC1771D088}"/>
                  </a:ext>
                </a:extLst>
              </p:cNvPr>
              <p:cNvGrpSpPr/>
              <p:nvPr/>
            </p:nvGrpSpPr>
            <p:grpSpPr>
              <a:xfrm>
                <a:off x="1015386" y="6346446"/>
                <a:ext cx="582793" cy="27587"/>
                <a:chOff x="1045635" y="6354163"/>
                <a:chExt cx="582793" cy="27587"/>
              </a:xfrm>
            </p:grpSpPr>
            <p:cxnSp>
              <p:nvCxnSpPr>
                <p:cNvPr id="1044" name="直线连接符 1043">
                  <a:extLst>
                    <a:ext uri="{FF2B5EF4-FFF2-40B4-BE49-F238E27FC236}">
                      <a16:creationId xmlns:a16="http://schemas.microsoft.com/office/drawing/2014/main" id="{C12B0733-AE21-1E41-9531-08540C1B2A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467910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5" name="直线连接符 1044">
                  <a:extLst>
                    <a:ext uri="{FF2B5EF4-FFF2-40B4-BE49-F238E27FC236}">
                      <a16:creationId xmlns:a16="http://schemas.microsoft.com/office/drawing/2014/main" id="{34413F6D-6E46-294A-A657-8A48B34881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626509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6" name="直线连接符 1045">
                  <a:extLst>
                    <a:ext uri="{FF2B5EF4-FFF2-40B4-BE49-F238E27FC236}">
                      <a16:creationId xmlns:a16="http://schemas.microsoft.com/office/drawing/2014/main" id="{4A6E3AE2-9A53-E741-89E6-7F59639F84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150710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7" name="直线连接符 1046">
                  <a:extLst>
                    <a:ext uri="{FF2B5EF4-FFF2-40B4-BE49-F238E27FC236}">
                      <a16:creationId xmlns:a16="http://schemas.microsoft.com/office/drawing/2014/main" id="{05D43A05-E62E-D941-BD85-77CD7090ED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5635" y="6354163"/>
                  <a:ext cx="582793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8" name="直线连接符 1047">
                  <a:extLst>
                    <a:ext uri="{FF2B5EF4-FFF2-40B4-BE49-F238E27FC236}">
                      <a16:creationId xmlns:a16="http://schemas.microsoft.com/office/drawing/2014/main" id="{EBD992CB-9D3A-2247-96DC-E7ECAFFC72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306135" y="6355429"/>
                  <a:ext cx="0" cy="26321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40" name="文本框 1039">
                <a:extLst>
                  <a:ext uri="{FF2B5EF4-FFF2-40B4-BE49-F238E27FC236}">
                    <a16:creationId xmlns:a16="http://schemas.microsoft.com/office/drawing/2014/main" id="{CAA9BFC9-AE19-4C4E-BD18-21BD14338083}"/>
                  </a:ext>
                </a:extLst>
              </p:cNvPr>
              <p:cNvSpPr txBox="1"/>
              <p:nvPr/>
            </p:nvSpPr>
            <p:spPr>
              <a:xfrm>
                <a:off x="987441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270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1" name="文本框 1040">
                <a:extLst>
                  <a:ext uri="{FF2B5EF4-FFF2-40B4-BE49-F238E27FC236}">
                    <a16:creationId xmlns:a16="http://schemas.microsoft.com/office/drawing/2014/main" id="{7C59AEEB-8697-9D44-87FA-947BE2BBBF94}"/>
                  </a:ext>
                </a:extLst>
              </p:cNvPr>
              <p:cNvSpPr txBox="1"/>
              <p:nvPr/>
            </p:nvSpPr>
            <p:spPr>
              <a:xfrm>
                <a:off x="1141962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350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2" name="文本框 1041">
                <a:extLst>
                  <a:ext uri="{FF2B5EF4-FFF2-40B4-BE49-F238E27FC236}">
                    <a16:creationId xmlns:a16="http://schemas.microsoft.com/office/drawing/2014/main" id="{83A22FDA-C255-764C-A4F8-2D101981D9A9}"/>
                  </a:ext>
                </a:extLst>
              </p:cNvPr>
              <p:cNvSpPr txBox="1"/>
              <p:nvPr/>
            </p:nvSpPr>
            <p:spPr>
              <a:xfrm>
                <a:off x="1299745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430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43" name="文本框 1042">
                <a:extLst>
                  <a:ext uri="{FF2B5EF4-FFF2-40B4-BE49-F238E27FC236}">
                    <a16:creationId xmlns:a16="http://schemas.microsoft.com/office/drawing/2014/main" id="{D77DE093-8855-0440-976D-F1DA7A69BCC4}"/>
                  </a:ext>
                </a:extLst>
              </p:cNvPr>
              <p:cNvSpPr txBox="1"/>
              <p:nvPr/>
            </p:nvSpPr>
            <p:spPr>
              <a:xfrm>
                <a:off x="1451638" y="6327261"/>
                <a:ext cx="298434" cy="1384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3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510</a:t>
                </a:r>
                <a:endParaRPr kumimoji="1" lang="zh-CN" altLang="en-US" sz="3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49" name="文本框 1048">
                <a:extLst>
                  <a:ext uri="{FF2B5EF4-FFF2-40B4-BE49-F238E27FC236}">
                    <a16:creationId xmlns:a16="http://schemas.microsoft.com/office/drawing/2014/main" id="{807A058B-2AF1-DB4B-8D99-566C9C1285C7}"/>
                  </a:ext>
                </a:extLst>
              </p:cNvPr>
              <p:cNvSpPr txBox="1"/>
              <p:nvPr/>
            </p:nvSpPr>
            <p:spPr>
              <a:xfrm>
                <a:off x="3972201" y="5104722"/>
                <a:ext cx="773705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Measure 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60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μ</m:t>
                    </m:r>
                  </m:oMath>
                </a14:m>
                <a:r>
                  <a:rPr kumimoji="1"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s)</a:t>
                </a:r>
                <a:endParaRPr kumimoji="1" lang="zh-CN" alt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9" name="文本框 1048">
                <a:extLst>
                  <a:ext uri="{FF2B5EF4-FFF2-40B4-BE49-F238E27FC236}">
                    <a16:creationId xmlns:a16="http://schemas.microsoft.com/office/drawing/2014/main" id="{807A058B-2AF1-DB4B-8D99-566C9C128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201" y="5104722"/>
                <a:ext cx="773705" cy="184666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50" name="组合 1049">
            <a:extLst>
              <a:ext uri="{FF2B5EF4-FFF2-40B4-BE49-F238E27FC236}">
                <a16:creationId xmlns:a16="http://schemas.microsoft.com/office/drawing/2014/main" id="{69C280A0-20E0-EA44-A899-BED2625FDF00}"/>
              </a:ext>
            </a:extLst>
          </p:cNvPr>
          <p:cNvGrpSpPr/>
          <p:nvPr/>
        </p:nvGrpSpPr>
        <p:grpSpPr>
          <a:xfrm>
            <a:off x="4176000" y="5263681"/>
            <a:ext cx="249756" cy="754608"/>
            <a:chOff x="4075189" y="5205417"/>
            <a:chExt cx="249756" cy="754608"/>
          </a:xfrm>
        </p:grpSpPr>
        <p:sp>
          <p:nvSpPr>
            <p:cNvPr id="1051" name="任意形状 1050">
              <a:extLst>
                <a:ext uri="{FF2B5EF4-FFF2-40B4-BE49-F238E27FC236}">
                  <a16:creationId xmlns:a16="http://schemas.microsoft.com/office/drawing/2014/main" id="{CE064B18-9DD4-C34C-AF84-70B26C2718FD}"/>
                </a:ext>
              </a:extLst>
            </p:cNvPr>
            <p:cNvSpPr>
              <a:spLocks/>
            </p:cNvSpPr>
            <p:nvPr/>
          </p:nvSpPr>
          <p:spPr>
            <a:xfrm>
              <a:off x="4124605" y="5419629"/>
              <a:ext cx="68400" cy="72000"/>
            </a:xfrm>
            <a:custGeom>
              <a:avLst/>
              <a:gdLst>
                <a:gd name="connsiteX0" fmla="*/ 0 w 556027"/>
                <a:gd name="connsiteY0" fmla="*/ 0 h 374813"/>
                <a:gd name="connsiteX1" fmla="*/ 556028 w 556027"/>
                <a:gd name="connsiteY1" fmla="*/ 0 h 374813"/>
                <a:gd name="connsiteX2" fmla="*/ 556028 w 556027"/>
                <a:gd name="connsiteY2" fmla="*/ 374814 h 374813"/>
                <a:gd name="connsiteX3" fmla="*/ 0 w 556027"/>
                <a:gd name="connsiteY3" fmla="*/ 374814 h 3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027" h="374813">
                  <a:moveTo>
                    <a:pt x="0" y="0"/>
                  </a:moveTo>
                  <a:lnTo>
                    <a:pt x="556028" y="0"/>
                  </a:lnTo>
                  <a:lnTo>
                    <a:pt x="556028" y="374814"/>
                  </a:lnTo>
                  <a:lnTo>
                    <a:pt x="0" y="374814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7221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2" name="任意形状 1051">
              <a:extLst>
                <a:ext uri="{FF2B5EF4-FFF2-40B4-BE49-F238E27FC236}">
                  <a16:creationId xmlns:a16="http://schemas.microsoft.com/office/drawing/2014/main" id="{B2FDC0ED-4A6F-BC49-8577-9B5C166F6EF9}"/>
                </a:ext>
              </a:extLst>
            </p:cNvPr>
            <p:cNvSpPr>
              <a:spLocks/>
            </p:cNvSpPr>
            <p:nvPr/>
          </p:nvSpPr>
          <p:spPr>
            <a:xfrm>
              <a:off x="4124605" y="5220316"/>
              <a:ext cx="68400" cy="72000"/>
            </a:xfrm>
            <a:custGeom>
              <a:avLst/>
              <a:gdLst>
                <a:gd name="connsiteX0" fmla="*/ 0 w 556027"/>
                <a:gd name="connsiteY0" fmla="*/ 0 h 374813"/>
                <a:gd name="connsiteX1" fmla="*/ 556028 w 556027"/>
                <a:gd name="connsiteY1" fmla="*/ 0 h 374813"/>
                <a:gd name="connsiteX2" fmla="*/ 556028 w 556027"/>
                <a:gd name="connsiteY2" fmla="*/ 374814 h 374813"/>
                <a:gd name="connsiteX3" fmla="*/ 0 w 556027"/>
                <a:gd name="connsiteY3" fmla="*/ 374814 h 3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6027" h="374813">
                  <a:moveTo>
                    <a:pt x="0" y="0"/>
                  </a:moveTo>
                  <a:lnTo>
                    <a:pt x="556028" y="0"/>
                  </a:lnTo>
                  <a:lnTo>
                    <a:pt x="556028" y="374814"/>
                  </a:lnTo>
                  <a:lnTo>
                    <a:pt x="0" y="374814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7221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053" name="任意形状 1052">
              <a:extLst>
                <a:ext uri="{FF2B5EF4-FFF2-40B4-BE49-F238E27FC236}">
                  <a16:creationId xmlns:a16="http://schemas.microsoft.com/office/drawing/2014/main" id="{CE550FEE-9148-D945-A429-2685BD3BA7B1}"/>
                </a:ext>
              </a:extLst>
            </p:cNvPr>
            <p:cNvSpPr>
              <a:spLocks/>
            </p:cNvSpPr>
            <p:nvPr/>
          </p:nvSpPr>
          <p:spPr>
            <a:xfrm>
              <a:off x="4124605" y="5319973"/>
              <a:ext cx="68400" cy="72000"/>
            </a:xfrm>
            <a:custGeom>
              <a:avLst/>
              <a:gdLst>
                <a:gd name="connsiteX0" fmla="*/ 0 w 166588"/>
                <a:gd name="connsiteY0" fmla="*/ 0 h 374813"/>
                <a:gd name="connsiteX1" fmla="*/ 166589 w 166588"/>
                <a:gd name="connsiteY1" fmla="*/ 0 h 374813"/>
                <a:gd name="connsiteX2" fmla="*/ 166589 w 166588"/>
                <a:gd name="connsiteY2" fmla="*/ 374814 h 374813"/>
                <a:gd name="connsiteX3" fmla="*/ 0 w 166588"/>
                <a:gd name="connsiteY3" fmla="*/ 374814 h 3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6588" h="374813">
                  <a:moveTo>
                    <a:pt x="0" y="0"/>
                  </a:moveTo>
                  <a:lnTo>
                    <a:pt x="166589" y="0"/>
                  </a:lnTo>
                  <a:lnTo>
                    <a:pt x="166589" y="374814"/>
                  </a:lnTo>
                  <a:lnTo>
                    <a:pt x="0" y="374814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7221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4" name="任意形状 1053">
              <a:extLst>
                <a:ext uri="{FF2B5EF4-FFF2-40B4-BE49-F238E27FC236}">
                  <a16:creationId xmlns:a16="http://schemas.microsoft.com/office/drawing/2014/main" id="{03579DB3-CB67-1B43-8965-483623A8794E}"/>
                </a:ext>
              </a:extLst>
            </p:cNvPr>
            <p:cNvSpPr>
              <a:spLocks/>
            </p:cNvSpPr>
            <p:nvPr/>
          </p:nvSpPr>
          <p:spPr>
            <a:xfrm>
              <a:off x="4124605" y="5519287"/>
              <a:ext cx="68400" cy="72000"/>
            </a:xfrm>
            <a:custGeom>
              <a:avLst/>
              <a:gdLst>
                <a:gd name="connsiteX0" fmla="*/ 0 w 108095"/>
                <a:gd name="connsiteY0" fmla="*/ 0 h 374813"/>
                <a:gd name="connsiteX1" fmla="*/ 108096 w 108095"/>
                <a:gd name="connsiteY1" fmla="*/ 0 h 374813"/>
                <a:gd name="connsiteX2" fmla="*/ 108096 w 108095"/>
                <a:gd name="connsiteY2" fmla="*/ 374814 h 374813"/>
                <a:gd name="connsiteX3" fmla="*/ 0 w 108095"/>
                <a:gd name="connsiteY3" fmla="*/ 374814 h 3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8095" h="374813">
                  <a:moveTo>
                    <a:pt x="0" y="0"/>
                  </a:moveTo>
                  <a:lnTo>
                    <a:pt x="108096" y="0"/>
                  </a:lnTo>
                  <a:lnTo>
                    <a:pt x="108096" y="374814"/>
                  </a:lnTo>
                  <a:lnTo>
                    <a:pt x="0" y="374814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7221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5" name="任意形状 1054">
              <a:extLst>
                <a:ext uri="{FF2B5EF4-FFF2-40B4-BE49-F238E27FC236}">
                  <a16:creationId xmlns:a16="http://schemas.microsoft.com/office/drawing/2014/main" id="{D0E00936-7EAF-F643-9D77-88D4D8FC4B45}"/>
                </a:ext>
              </a:extLst>
            </p:cNvPr>
            <p:cNvSpPr>
              <a:spLocks/>
            </p:cNvSpPr>
            <p:nvPr/>
          </p:nvSpPr>
          <p:spPr>
            <a:xfrm>
              <a:off x="4124605" y="5618944"/>
              <a:ext cx="68400" cy="72000"/>
            </a:xfrm>
            <a:custGeom>
              <a:avLst/>
              <a:gdLst>
                <a:gd name="connsiteX0" fmla="*/ 0 w 159178"/>
                <a:gd name="connsiteY0" fmla="*/ 0 h 374813"/>
                <a:gd name="connsiteX1" fmla="*/ 159179 w 159178"/>
                <a:gd name="connsiteY1" fmla="*/ 0 h 374813"/>
                <a:gd name="connsiteX2" fmla="*/ 159179 w 159178"/>
                <a:gd name="connsiteY2" fmla="*/ 374814 h 374813"/>
                <a:gd name="connsiteX3" fmla="*/ 0 w 159178"/>
                <a:gd name="connsiteY3" fmla="*/ 374814 h 3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178" h="374813">
                  <a:moveTo>
                    <a:pt x="0" y="0"/>
                  </a:moveTo>
                  <a:lnTo>
                    <a:pt x="159179" y="0"/>
                  </a:lnTo>
                  <a:lnTo>
                    <a:pt x="159179" y="374814"/>
                  </a:lnTo>
                  <a:lnTo>
                    <a:pt x="0" y="374814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7221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6" name="任意形状 1055">
              <a:extLst>
                <a:ext uri="{FF2B5EF4-FFF2-40B4-BE49-F238E27FC236}">
                  <a16:creationId xmlns:a16="http://schemas.microsoft.com/office/drawing/2014/main" id="{E59E53B3-6F95-A949-A4BA-A4B531A55B85}"/>
                </a:ext>
              </a:extLst>
            </p:cNvPr>
            <p:cNvSpPr/>
            <p:nvPr/>
          </p:nvSpPr>
          <p:spPr>
            <a:xfrm>
              <a:off x="4124605" y="5718602"/>
              <a:ext cx="68400" cy="72000"/>
            </a:xfrm>
            <a:custGeom>
              <a:avLst/>
              <a:gdLst>
                <a:gd name="connsiteX0" fmla="*/ 0 w 246546"/>
                <a:gd name="connsiteY0" fmla="*/ 0 h 374813"/>
                <a:gd name="connsiteX1" fmla="*/ 246546 w 246546"/>
                <a:gd name="connsiteY1" fmla="*/ 0 h 374813"/>
                <a:gd name="connsiteX2" fmla="*/ 246546 w 246546"/>
                <a:gd name="connsiteY2" fmla="*/ 374813 h 374813"/>
                <a:gd name="connsiteX3" fmla="*/ 0 w 246546"/>
                <a:gd name="connsiteY3" fmla="*/ 374813 h 374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6546" h="374813">
                  <a:moveTo>
                    <a:pt x="0" y="0"/>
                  </a:moveTo>
                  <a:lnTo>
                    <a:pt x="246546" y="0"/>
                  </a:lnTo>
                  <a:lnTo>
                    <a:pt x="246546" y="374813"/>
                  </a:lnTo>
                  <a:lnTo>
                    <a:pt x="0" y="374813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7221" cap="flat">
              <a:noFill/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57" name="任意形状 1056">
              <a:extLst>
                <a:ext uri="{FF2B5EF4-FFF2-40B4-BE49-F238E27FC236}">
                  <a16:creationId xmlns:a16="http://schemas.microsoft.com/office/drawing/2014/main" id="{DFAE3037-C42D-1E46-A0FD-733D612B4A83}"/>
                </a:ext>
              </a:extLst>
            </p:cNvPr>
            <p:cNvSpPr>
              <a:spLocks/>
            </p:cNvSpPr>
            <p:nvPr/>
          </p:nvSpPr>
          <p:spPr>
            <a:xfrm>
              <a:off x="4188637" y="5211402"/>
              <a:ext cx="1870" cy="612000"/>
            </a:xfrm>
            <a:custGeom>
              <a:avLst/>
              <a:gdLst>
                <a:gd name="connsiteX0" fmla="*/ 0 w 7222"/>
                <a:gd name="connsiteY0" fmla="*/ 2473761 h 2473760"/>
                <a:gd name="connsiteX1" fmla="*/ 0 w 7222"/>
                <a:gd name="connsiteY1" fmla="*/ 0 h 2473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222" h="2473760">
                  <a:moveTo>
                    <a:pt x="0" y="2473761"/>
                  </a:moveTo>
                  <a:lnTo>
                    <a:pt x="0" y="0"/>
                  </a:lnTo>
                </a:path>
              </a:pathLst>
            </a:custGeom>
            <a:noFill/>
            <a:ln w="6350" cap="flat">
              <a:solidFill>
                <a:srgbClr val="212121"/>
              </a:solidFill>
              <a:custDash>
                <a:ds d="416250" sp="180000"/>
              </a:custDash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cxnSp>
          <p:nvCxnSpPr>
            <p:cNvPr id="1058" name="直线连接符 1057">
              <a:extLst>
                <a:ext uri="{FF2B5EF4-FFF2-40B4-BE49-F238E27FC236}">
                  <a16:creationId xmlns:a16="http://schemas.microsoft.com/office/drawing/2014/main" id="{5066B1EC-48F8-A74A-AAE2-A4F6743E9CB5}"/>
                </a:ext>
              </a:extLst>
            </p:cNvPr>
            <p:cNvCxnSpPr>
              <a:cxnSpLocks/>
            </p:cNvCxnSpPr>
            <p:nvPr/>
          </p:nvCxnSpPr>
          <p:spPr>
            <a:xfrm>
              <a:off x="4124605" y="5827263"/>
              <a:ext cx="171595" cy="704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直线连接符 1058">
              <a:extLst>
                <a:ext uri="{FF2B5EF4-FFF2-40B4-BE49-F238E27FC236}">
                  <a16:creationId xmlns:a16="http://schemas.microsoft.com/office/drawing/2014/main" id="{6B08EAC9-E3BC-8D49-8473-A2E4FA284B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8510" y="5826554"/>
              <a:ext cx="0" cy="30072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0" name="文本框 1059">
              <a:extLst>
                <a:ext uri="{FF2B5EF4-FFF2-40B4-BE49-F238E27FC236}">
                  <a16:creationId xmlns:a16="http://schemas.microsoft.com/office/drawing/2014/main" id="{0EBD6054-7600-4B46-BB9F-53D445C8A972}"/>
                </a:ext>
              </a:extLst>
            </p:cNvPr>
            <p:cNvSpPr txBox="1"/>
            <p:nvPr/>
          </p:nvSpPr>
          <p:spPr>
            <a:xfrm>
              <a:off x="4075189" y="5821526"/>
              <a:ext cx="249756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5.5</a:t>
              </a:r>
              <a:endParaRPr kumimoji="1" lang="zh-CN" altLang="en-US" sz="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061" name="直线连接符 1060">
              <a:extLst>
                <a:ext uri="{FF2B5EF4-FFF2-40B4-BE49-F238E27FC236}">
                  <a16:creationId xmlns:a16="http://schemas.microsoft.com/office/drawing/2014/main" id="{73363F21-8F84-B243-A9CA-3DEC72A4ED5E}"/>
                </a:ext>
              </a:extLst>
            </p:cNvPr>
            <p:cNvCxnSpPr>
              <a:cxnSpLocks/>
            </p:cNvCxnSpPr>
            <p:nvPr/>
          </p:nvCxnSpPr>
          <p:spPr>
            <a:xfrm>
              <a:off x="4126765" y="5205417"/>
              <a:ext cx="0" cy="620009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62" name="文本框 1061">
                <a:extLst>
                  <a:ext uri="{FF2B5EF4-FFF2-40B4-BE49-F238E27FC236}">
                    <a16:creationId xmlns:a16="http://schemas.microsoft.com/office/drawing/2014/main" id="{FBA30FA0-E21B-0F41-8546-145EBE9A0588}"/>
                  </a:ext>
                </a:extLst>
              </p:cNvPr>
              <p:cNvSpPr txBox="1"/>
              <p:nvPr/>
            </p:nvSpPr>
            <p:spPr>
              <a:xfrm>
                <a:off x="2812419" y="5104722"/>
                <a:ext cx="356334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en-US" altLang="zh-CN" sz="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kumimoji="1"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60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μ</m:t>
                    </m:r>
                  </m:oMath>
                </a14:m>
                <a:r>
                  <a:rPr kumimoji="1"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s)</a:t>
                </a:r>
                <a:endParaRPr kumimoji="1" lang="zh-CN" alt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62" name="文本框 1061">
                <a:extLst>
                  <a:ext uri="{FF2B5EF4-FFF2-40B4-BE49-F238E27FC236}">
                    <a16:creationId xmlns:a16="http://schemas.microsoft.com/office/drawing/2014/main" id="{FBA30FA0-E21B-0F41-8546-145EBE9A05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2419" y="5104722"/>
                <a:ext cx="356334" cy="184666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3" name="文本框 1062">
            <a:extLst>
              <a:ext uri="{FF2B5EF4-FFF2-40B4-BE49-F238E27FC236}">
                <a16:creationId xmlns:a16="http://schemas.microsoft.com/office/drawing/2014/main" id="{E25B8FDE-4D90-974B-9353-2FC854AA777A}"/>
              </a:ext>
            </a:extLst>
          </p:cNvPr>
          <p:cNvSpPr txBox="1"/>
          <p:nvPr/>
        </p:nvSpPr>
        <p:spPr>
          <a:xfrm>
            <a:off x="2909289" y="5884394"/>
            <a:ext cx="24975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</a:t>
            </a:r>
            <a:endParaRPr kumimoji="1" lang="zh-CN" alt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4" name="文本框 1063">
            <a:extLst>
              <a:ext uri="{FF2B5EF4-FFF2-40B4-BE49-F238E27FC236}">
                <a16:creationId xmlns:a16="http://schemas.microsoft.com/office/drawing/2014/main" id="{2714C3B7-19FD-CC49-AB58-45D3575E97B2}"/>
              </a:ext>
            </a:extLst>
          </p:cNvPr>
          <p:cNvSpPr txBox="1"/>
          <p:nvPr/>
        </p:nvSpPr>
        <p:spPr>
          <a:xfrm>
            <a:off x="2861479" y="5884394"/>
            <a:ext cx="24975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kumimoji="1" lang="zh-CN" altLang="en-US" sz="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5" name="任意形状 1064">
            <a:extLst>
              <a:ext uri="{FF2B5EF4-FFF2-40B4-BE49-F238E27FC236}">
                <a16:creationId xmlns:a16="http://schemas.microsoft.com/office/drawing/2014/main" id="{F5DBC71B-3841-5545-B5ED-F1FEACA2F859}"/>
              </a:ext>
            </a:extLst>
          </p:cNvPr>
          <p:cNvSpPr/>
          <p:nvPr/>
        </p:nvSpPr>
        <p:spPr>
          <a:xfrm>
            <a:off x="2907397" y="5269639"/>
            <a:ext cx="54880" cy="72000"/>
          </a:xfrm>
          <a:custGeom>
            <a:avLst/>
            <a:gdLst>
              <a:gd name="connsiteX0" fmla="*/ 0 w 556027"/>
              <a:gd name="connsiteY0" fmla="*/ 0 h 374813"/>
              <a:gd name="connsiteX1" fmla="*/ 556028 w 556027"/>
              <a:gd name="connsiteY1" fmla="*/ 0 h 374813"/>
              <a:gd name="connsiteX2" fmla="*/ 556028 w 556027"/>
              <a:gd name="connsiteY2" fmla="*/ 374814 h 374813"/>
              <a:gd name="connsiteX3" fmla="*/ 0 w 556027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27" h="374813">
                <a:moveTo>
                  <a:pt x="0" y="0"/>
                </a:moveTo>
                <a:lnTo>
                  <a:pt x="556028" y="0"/>
                </a:lnTo>
                <a:lnTo>
                  <a:pt x="556028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66" name="任意形状 1065">
            <a:extLst>
              <a:ext uri="{FF2B5EF4-FFF2-40B4-BE49-F238E27FC236}">
                <a16:creationId xmlns:a16="http://schemas.microsoft.com/office/drawing/2014/main" id="{555EA358-1D19-F740-957A-BFA15B1A7890}"/>
              </a:ext>
            </a:extLst>
          </p:cNvPr>
          <p:cNvSpPr/>
          <p:nvPr/>
        </p:nvSpPr>
        <p:spPr>
          <a:xfrm>
            <a:off x="2907397" y="5371084"/>
            <a:ext cx="45719" cy="72000"/>
          </a:xfrm>
          <a:custGeom>
            <a:avLst/>
            <a:gdLst>
              <a:gd name="connsiteX0" fmla="*/ 0 w 166588"/>
              <a:gd name="connsiteY0" fmla="*/ 0 h 374813"/>
              <a:gd name="connsiteX1" fmla="*/ 166589 w 166588"/>
              <a:gd name="connsiteY1" fmla="*/ 0 h 374813"/>
              <a:gd name="connsiteX2" fmla="*/ 166589 w 166588"/>
              <a:gd name="connsiteY2" fmla="*/ 374814 h 374813"/>
              <a:gd name="connsiteX3" fmla="*/ 0 w 166588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6588" h="374813">
                <a:moveTo>
                  <a:pt x="0" y="0"/>
                </a:moveTo>
                <a:lnTo>
                  <a:pt x="166589" y="0"/>
                </a:lnTo>
                <a:lnTo>
                  <a:pt x="166589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67" name="任意形状 1066">
            <a:extLst>
              <a:ext uri="{FF2B5EF4-FFF2-40B4-BE49-F238E27FC236}">
                <a16:creationId xmlns:a16="http://schemas.microsoft.com/office/drawing/2014/main" id="{2D16FEBF-5770-A144-996D-7DCEFC89FE17}"/>
              </a:ext>
            </a:extLst>
          </p:cNvPr>
          <p:cNvSpPr/>
          <p:nvPr/>
        </p:nvSpPr>
        <p:spPr>
          <a:xfrm>
            <a:off x="2907397" y="5573974"/>
            <a:ext cx="27989" cy="72000"/>
          </a:xfrm>
          <a:custGeom>
            <a:avLst/>
            <a:gdLst>
              <a:gd name="connsiteX0" fmla="*/ 0 w 108095"/>
              <a:gd name="connsiteY0" fmla="*/ 0 h 374813"/>
              <a:gd name="connsiteX1" fmla="*/ 108096 w 108095"/>
              <a:gd name="connsiteY1" fmla="*/ 0 h 374813"/>
              <a:gd name="connsiteX2" fmla="*/ 108096 w 108095"/>
              <a:gd name="connsiteY2" fmla="*/ 374814 h 374813"/>
              <a:gd name="connsiteX3" fmla="*/ 0 w 108095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8095" h="374813">
                <a:moveTo>
                  <a:pt x="0" y="0"/>
                </a:moveTo>
                <a:lnTo>
                  <a:pt x="108096" y="0"/>
                </a:lnTo>
                <a:lnTo>
                  <a:pt x="108096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68" name="任意形状 1067">
            <a:extLst>
              <a:ext uri="{FF2B5EF4-FFF2-40B4-BE49-F238E27FC236}">
                <a16:creationId xmlns:a16="http://schemas.microsoft.com/office/drawing/2014/main" id="{2D1D3987-3132-F74A-B767-4602AF5FC51E}"/>
              </a:ext>
            </a:extLst>
          </p:cNvPr>
          <p:cNvSpPr/>
          <p:nvPr/>
        </p:nvSpPr>
        <p:spPr>
          <a:xfrm>
            <a:off x="2907397" y="5675419"/>
            <a:ext cx="108756" cy="72000"/>
          </a:xfrm>
          <a:custGeom>
            <a:avLst/>
            <a:gdLst>
              <a:gd name="connsiteX0" fmla="*/ 0 w 159178"/>
              <a:gd name="connsiteY0" fmla="*/ 0 h 374813"/>
              <a:gd name="connsiteX1" fmla="*/ 159179 w 159178"/>
              <a:gd name="connsiteY1" fmla="*/ 0 h 374813"/>
              <a:gd name="connsiteX2" fmla="*/ 159179 w 159178"/>
              <a:gd name="connsiteY2" fmla="*/ 374814 h 374813"/>
              <a:gd name="connsiteX3" fmla="*/ 0 w 159178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178" h="374813">
                <a:moveTo>
                  <a:pt x="0" y="0"/>
                </a:moveTo>
                <a:lnTo>
                  <a:pt x="159179" y="0"/>
                </a:lnTo>
                <a:lnTo>
                  <a:pt x="159179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69" name="任意形状 1068">
            <a:extLst>
              <a:ext uri="{FF2B5EF4-FFF2-40B4-BE49-F238E27FC236}">
                <a16:creationId xmlns:a16="http://schemas.microsoft.com/office/drawing/2014/main" id="{F97AB74B-4D39-8343-85E3-81915B7E090E}"/>
              </a:ext>
            </a:extLst>
          </p:cNvPr>
          <p:cNvSpPr/>
          <p:nvPr/>
        </p:nvSpPr>
        <p:spPr>
          <a:xfrm>
            <a:off x="2907397" y="5776866"/>
            <a:ext cx="45719" cy="72000"/>
          </a:xfrm>
          <a:custGeom>
            <a:avLst/>
            <a:gdLst>
              <a:gd name="connsiteX0" fmla="*/ 0 w 246546"/>
              <a:gd name="connsiteY0" fmla="*/ 0 h 374813"/>
              <a:gd name="connsiteX1" fmla="*/ 246546 w 246546"/>
              <a:gd name="connsiteY1" fmla="*/ 0 h 374813"/>
              <a:gd name="connsiteX2" fmla="*/ 246546 w 246546"/>
              <a:gd name="connsiteY2" fmla="*/ 374813 h 374813"/>
              <a:gd name="connsiteX3" fmla="*/ 0 w 246546"/>
              <a:gd name="connsiteY3" fmla="*/ 374813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546" h="374813">
                <a:moveTo>
                  <a:pt x="0" y="0"/>
                </a:moveTo>
                <a:lnTo>
                  <a:pt x="246546" y="0"/>
                </a:lnTo>
                <a:lnTo>
                  <a:pt x="246546" y="374813"/>
                </a:lnTo>
                <a:lnTo>
                  <a:pt x="0" y="374813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1070" name="任意形状 1069">
            <a:extLst>
              <a:ext uri="{FF2B5EF4-FFF2-40B4-BE49-F238E27FC236}">
                <a16:creationId xmlns:a16="http://schemas.microsoft.com/office/drawing/2014/main" id="{4135D8F2-785C-9F43-A97B-28AC5E56329C}"/>
              </a:ext>
            </a:extLst>
          </p:cNvPr>
          <p:cNvSpPr/>
          <p:nvPr/>
        </p:nvSpPr>
        <p:spPr>
          <a:xfrm>
            <a:off x="2971428" y="5275262"/>
            <a:ext cx="1870" cy="612000"/>
          </a:xfrm>
          <a:custGeom>
            <a:avLst/>
            <a:gdLst>
              <a:gd name="connsiteX0" fmla="*/ 0 w 7222"/>
              <a:gd name="connsiteY0" fmla="*/ 2473761 h 2473760"/>
              <a:gd name="connsiteX1" fmla="*/ 0 w 7222"/>
              <a:gd name="connsiteY1" fmla="*/ 0 h 2473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222" h="2473760">
                <a:moveTo>
                  <a:pt x="0" y="2473761"/>
                </a:moveTo>
                <a:lnTo>
                  <a:pt x="0" y="0"/>
                </a:lnTo>
              </a:path>
            </a:pathLst>
          </a:custGeom>
          <a:noFill/>
          <a:ln w="6350" cap="flat">
            <a:solidFill>
              <a:srgbClr val="212121"/>
            </a:solidFill>
            <a:custDash>
              <a:ds d="416250" sp="180000"/>
            </a:custDash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cxnSp>
        <p:nvCxnSpPr>
          <p:cNvPr id="1071" name="直线连接符 1070">
            <a:extLst>
              <a:ext uri="{FF2B5EF4-FFF2-40B4-BE49-F238E27FC236}">
                <a16:creationId xmlns:a16="http://schemas.microsoft.com/office/drawing/2014/main" id="{3C25F224-8570-D048-9A75-ED8C9486F7D2}"/>
              </a:ext>
            </a:extLst>
          </p:cNvPr>
          <p:cNvCxnSpPr>
            <a:cxnSpLocks/>
          </p:cNvCxnSpPr>
          <p:nvPr/>
        </p:nvCxnSpPr>
        <p:spPr>
          <a:xfrm>
            <a:off x="2907398" y="5884820"/>
            <a:ext cx="171595" cy="70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2" name="直线连接符 1071">
            <a:extLst>
              <a:ext uri="{FF2B5EF4-FFF2-40B4-BE49-F238E27FC236}">
                <a16:creationId xmlns:a16="http://schemas.microsoft.com/office/drawing/2014/main" id="{C1A304D9-FA2A-8345-AB00-914A3E62FDB4}"/>
              </a:ext>
            </a:extLst>
          </p:cNvPr>
          <p:cNvCxnSpPr>
            <a:cxnSpLocks/>
          </p:cNvCxnSpPr>
          <p:nvPr/>
        </p:nvCxnSpPr>
        <p:spPr>
          <a:xfrm flipV="1">
            <a:off x="2971303" y="5884111"/>
            <a:ext cx="0" cy="3007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3" name="直线连接符 1072">
            <a:extLst>
              <a:ext uri="{FF2B5EF4-FFF2-40B4-BE49-F238E27FC236}">
                <a16:creationId xmlns:a16="http://schemas.microsoft.com/office/drawing/2014/main" id="{479EF9C7-51DE-C046-8AEE-B25DCDE3132C}"/>
              </a:ext>
            </a:extLst>
          </p:cNvPr>
          <p:cNvCxnSpPr>
            <a:cxnSpLocks/>
          </p:cNvCxnSpPr>
          <p:nvPr/>
        </p:nvCxnSpPr>
        <p:spPr>
          <a:xfrm flipV="1">
            <a:off x="3017556" y="5884112"/>
            <a:ext cx="0" cy="3007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4" name="直线连接符 1073">
            <a:extLst>
              <a:ext uri="{FF2B5EF4-FFF2-40B4-BE49-F238E27FC236}">
                <a16:creationId xmlns:a16="http://schemas.microsoft.com/office/drawing/2014/main" id="{0B0F02DE-A112-FB4F-B881-350D8C1F4CBD}"/>
              </a:ext>
            </a:extLst>
          </p:cNvPr>
          <p:cNvCxnSpPr>
            <a:cxnSpLocks/>
          </p:cNvCxnSpPr>
          <p:nvPr/>
        </p:nvCxnSpPr>
        <p:spPr>
          <a:xfrm>
            <a:off x="2906666" y="5267253"/>
            <a:ext cx="0" cy="620009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5" name="文本框 1074">
                <a:extLst>
                  <a:ext uri="{FF2B5EF4-FFF2-40B4-BE49-F238E27FC236}">
                    <a16:creationId xmlns:a16="http://schemas.microsoft.com/office/drawing/2014/main" id="{A1D25B86-D772-9541-ABDE-6B2BF0DBA4DE}"/>
                  </a:ext>
                </a:extLst>
              </p:cNvPr>
              <p:cNvSpPr txBox="1"/>
              <p:nvPr/>
            </p:nvSpPr>
            <p:spPr>
              <a:xfrm>
                <a:off x="3022949" y="5104722"/>
                <a:ext cx="379969" cy="1846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kumimoji="1" lang="en-US" altLang="zh-CN" sz="600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kumimoji="1"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altLang="zh-CN" sz="60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μ</m:t>
                    </m:r>
                  </m:oMath>
                </a14:m>
                <a:r>
                  <a:rPr kumimoji="1" lang="en-US" altLang="zh-CN" sz="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s)</a:t>
                </a:r>
                <a:endParaRPr kumimoji="1" lang="zh-CN" altLang="en-US" sz="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75" name="文本框 1074">
                <a:extLst>
                  <a:ext uri="{FF2B5EF4-FFF2-40B4-BE49-F238E27FC236}">
                    <a16:creationId xmlns:a16="http://schemas.microsoft.com/office/drawing/2014/main" id="{A1D25B86-D772-9541-ABDE-6B2BF0DBA4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2949" y="5104722"/>
                <a:ext cx="379969" cy="184666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6" name="任意形状 1075">
            <a:extLst>
              <a:ext uri="{FF2B5EF4-FFF2-40B4-BE49-F238E27FC236}">
                <a16:creationId xmlns:a16="http://schemas.microsoft.com/office/drawing/2014/main" id="{753BEF37-93BD-9C49-805B-B1AB5C389D1E}"/>
              </a:ext>
            </a:extLst>
          </p:cNvPr>
          <p:cNvSpPr/>
          <p:nvPr/>
        </p:nvSpPr>
        <p:spPr>
          <a:xfrm>
            <a:off x="3131747" y="5469173"/>
            <a:ext cx="54880" cy="72000"/>
          </a:xfrm>
          <a:custGeom>
            <a:avLst/>
            <a:gdLst>
              <a:gd name="connsiteX0" fmla="*/ 0 w 556027"/>
              <a:gd name="connsiteY0" fmla="*/ 0 h 374813"/>
              <a:gd name="connsiteX1" fmla="*/ 556028 w 556027"/>
              <a:gd name="connsiteY1" fmla="*/ 0 h 374813"/>
              <a:gd name="connsiteX2" fmla="*/ 556028 w 556027"/>
              <a:gd name="connsiteY2" fmla="*/ 374814 h 374813"/>
              <a:gd name="connsiteX3" fmla="*/ 0 w 556027"/>
              <a:gd name="connsiteY3" fmla="*/ 374814 h 374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27" h="374813">
                <a:moveTo>
                  <a:pt x="0" y="0"/>
                </a:moveTo>
                <a:lnTo>
                  <a:pt x="556028" y="0"/>
                </a:lnTo>
                <a:lnTo>
                  <a:pt x="556028" y="374814"/>
                </a:lnTo>
                <a:lnTo>
                  <a:pt x="0" y="37481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7221" cap="flat">
            <a:noFill/>
            <a:prstDash val="solid"/>
            <a:round/>
          </a:ln>
        </p:spPr>
        <p:txBody>
          <a:bodyPr rtlCol="0" anchor="ctr"/>
          <a:lstStyle/>
          <a:p>
            <a:endParaRPr lang="zh-CN" altLang="en-US"/>
          </a:p>
        </p:txBody>
      </p:sp>
      <p:grpSp>
        <p:nvGrpSpPr>
          <p:cNvPr id="1077" name="组合 1076">
            <a:extLst>
              <a:ext uri="{FF2B5EF4-FFF2-40B4-BE49-F238E27FC236}">
                <a16:creationId xmlns:a16="http://schemas.microsoft.com/office/drawing/2014/main" id="{8F1767FB-73CE-1544-AD25-94DEAB9F18FC}"/>
              </a:ext>
            </a:extLst>
          </p:cNvPr>
          <p:cNvGrpSpPr/>
          <p:nvPr/>
        </p:nvGrpSpPr>
        <p:grpSpPr>
          <a:xfrm>
            <a:off x="3290450" y="5097863"/>
            <a:ext cx="810480" cy="872637"/>
            <a:chOff x="1467668" y="5039599"/>
            <a:chExt cx="810480" cy="872637"/>
          </a:xfrm>
        </p:grpSpPr>
        <p:sp>
          <p:nvSpPr>
            <p:cNvPr id="1078" name="任意形状 1077">
              <a:extLst>
                <a:ext uri="{FF2B5EF4-FFF2-40B4-BE49-F238E27FC236}">
                  <a16:creationId xmlns:a16="http://schemas.microsoft.com/office/drawing/2014/main" id="{735838DA-7BDB-DE44-B88F-7B439DC1D214}"/>
                </a:ext>
              </a:extLst>
            </p:cNvPr>
            <p:cNvSpPr/>
            <p:nvPr/>
          </p:nvSpPr>
          <p:spPr>
            <a:xfrm rot="18817775">
              <a:off x="1752609" y="5033398"/>
              <a:ext cx="241727" cy="254129"/>
            </a:xfrm>
            <a:custGeom>
              <a:avLst/>
              <a:gdLst>
                <a:gd name="connsiteX0" fmla="*/ 427558 w 427557"/>
                <a:gd name="connsiteY0" fmla="*/ 427558 h 427557"/>
                <a:gd name="connsiteX1" fmla="*/ 0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427558" y="427558"/>
                  </a:moveTo>
                  <a:lnTo>
                    <a:pt x="0" y="0"/>
                  </a:lnTo>
                </a:path>
              </a:pathLst>
            </a:custGeom>
            <a:noFill/>
            <a:ln w="36105" cap="sq">
              <a:solidFill>
                <a:schemeClr val="accent5">
                  <a:lumMod val="40000"/>
                  <a:lumOff val="6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79" name="任意形状 1078">
              <a:extLst>
                <a:ext uri="{FF2B5EF4-FFF2-40B4-BE49-F238E27FC236}">
                  <a16:creationId xmlns:a16="http://schemas.microsoft.com/office/drawing/2014/main" id="{0DEC694A-CC97-744D-A51D-F1D1C16F21B2}"/>
                </a:ext>
              </a:extLst>
            </p:cNvPr>
            <p:cNvSpPr/>
            <p:nvPr/>
          </p:nvSpPr>
          <p:spPr>
            <a:xfrm rot="18872136">
              <a:off x="1909607" y="5369727"/>
              <a:ext cx="241727" cy="254129"/>
            </a:xfrm>
            <a:custGeom>
              <a:avLst/>
              <a:gdLst>
                <a:gd name="connsiteX0" fmla="*/ 427558 w 427557"/>
                <a:gd name="connsiteY0" fmla="*/ 427558 h 427557"/>
                <a:gd name="connsiteX1" fmla="*/ 0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427558" y="427558"/>
                  </a:moveTo>
                  <a:lnTo>
                    <a:pt x="0" y="0"/>
                  </a:lnTo>
                </a:path>
              </a:pathLst>
            </a:custGeom>
            <a:noFill/>
            <a:ln w="36105" cap="sq">
              <a:solidFill>
                <a:schemeClr val="accent5">
                  <a:lumMod val="5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080" name="任意形状 1079">
              <a:extLst>
                <a:ext uri="{FF2B5EF4-FFF2-40B4-BE49-F238E27FC236}">
                  <a16:creationId xmlns:a16="http://schemas.microsoft.com/office/drawing/2014/main" id="{67D9FA90-D273-9D4A-893D-18A4A73FF407}"/>
                </a:ext>
              </a:extLst>
            </p:cNvPr>
            <p:cNvSpPr/>
            <p:nvPr/>
          </p:nvSpPr>
          <p:spPr>
            <a:xfrm rot="18817775">
              <a:off x="1595635" y="5369726"/>
              <a:ext cx="241727" cy="254129"/>
            </a:xfrm>
            <a:custGeom>
              <a:avLst/>
              <a:gdLst>
                <a:gd name="connsiteX0" fmla="*/ 427558 w 427557"/>
                <a:gd name="connsiteY0" fmla="*/ 427558 h 427557"/>
                <a:gd name="connsiteX1" fmla="*/ 0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427558" y="427558"/>
                  </a:moveTo>
                  <a:lnTo>
                    <a:pt x="0" y="0"/>
                  </a:lnTo>
                </a:path>
              </a:pathLst>
            </a:custGeom>
            <a:noFill/>
            <a:ln w="36105" cap="sq">
              <a:solidFill>
                <a:schemeClr val="accent5">
                  <a:lumMod val="20000"/>
                  <a:lumOff val="8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1" name="任意形状 1080">
              <a:extLst>
                <a:ext uri="{FF2B5EF4-FFF2-40B4-BE49-F238E27FC236}">
                  <a16:creationId xmlns:a16="http://schemas.microsoft.com/office/drawing/2014/main" id="{9C8ADB23-5452-D34C-BB12-0369982CB3E1}"/>
                </a:ext>
              </a:extLst>
            </p:cNvPr>
            <p:cNvSpPr/>
            <p:nvPr/>
          </p:nvSpPr>
          <p:spPr>
            <a:xfrm>
              <a:off x="1521529" y="5169477"/>
              <a:ext cx="182580" cy="328761"/>
            </a:xfrm>
            <a:custGeom>
              <a:avLst/>
              <a:gdLst>
                <a:gd name="connsiteX0" fmla="*/ 0 w 427557"/>
                <a:gd name="connsiteY0" fmla="*/ 427558 h 427557"/>
                <a:gd name="connsiteX1" fmla="*/ 427558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0" y="427558"/>
                  </a:moveTo>
                  <a:lnTo>
                    <a:pt x="427558" y="0"/>
                  </a:lnTo>
                </a:path>
              </a:pathLst>
            </a:custGeom>
            <a:noFill/>
            <a:ln w="36105" cap="sq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2" name="任意形状 1081">
              <a:extLst>
                <a:ext uri="{FF2B5EF4-FFF2-40B4-BE49-F238E27FC236}">
                  <a16:creationId xmlns:a16="http://schemas.microsoft.com/office/drawing/2014/main" id="{81F58D8E-1C9B-FA44-91E4-A8CD3574A9C3}"/>
                </a:ext>
              </a:extLst>
            </p:cNvPr>
            <p:cNvSpPr/>
            <p:nvPr/>
          </p:nvSpPr>
          <p:spPr>
            <a:xfrm>
              <a:off x="1864149" y="5503057"/>
              <a:ext cx="357154" cy="337802"/>
            </a:xfrm>
            <a:custGeom>
              <a:avLst/>
              <a:gdLst>
                <a:gd name="connsiteX0" fmla="*/ 0 w 427557"/>
                <a:gd name="connsiteY0" fmla="*/ 427558 h 427557"/>
                <a:gd name="connsiteX1" fmla="*/ 427558 w 427557"/>
                <a:gd name="connsiteY1" fmla="*/ 0 h 427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27557" h="427557">
                  <a:moveTo>
                    <a:pt x="0" y="427558"/>
                  </a:moveTo>
                  <a:lnTo>
                    <a:pt x="427558" y="0"/>
                  </a:lnTo>
                </a:path>
              </a:pathLst>
            </a:custGeom>
            <a:noFill/>
            <a:ln w="36105" cap="sq">
              <a:solidFill>
                <a:schemeClr val="accent5">
                  <a:lumMod val="50000"/>
                </a:schemeClr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83" name="任意形状 1082">
              <a:extLst>
                <a:ext uri="{FF2B5EF4-FFF2-40B4-BE49-F238E27FC236}">
                  <a16:creationId xmlns:a16="http://schemas.microsoft.com/office/drawing/2014/main" id="{A15AEE7A-C4EF-E749-ADB8-7515446C2C6B}"/>
                </a:ext>
              </a:extLst>
            </p:cNvPr>
            <p:cNvSpPr/>
            <p:nvPr/>
          </p:nvSpPr>
          <p:spPr>
            <a:xfrm>
              <a:off x="1467668" y="5429456"/>
              <a:ext cx="142759" cy="142758"/>
            </a:xfrm>
            <a:custGeom>
              <a:avLst/>
              <a:gdLst>
                <a:gd name="connsiteX0" fmla="*/ 178151 w 356302"/>
                <a:gd name="connsiteY0" fmla="*/ 356296 h 356295"/>
                <a:gd name="connsiteX1" fmla="*/ 304122 w 356302"/>
                <a:gd name="connsiteY1" fmla="*/ 304122 h 356295"/>
                <a:gd name="connsiteX2" fmla="*/ 356303 w 356302"/>
                <a:gd name="connsiteY2" fmla="*/ 178151 h 356295"/>
                <a:gd name="connsiteX3" fmla="*/ 304122 w 356302"/>
                <a:gd name="connsiteY3" fmla="*/ 52181 h 356295"/>
                <a:gd name="connsiteX4" fmla="*/ 178151 w 356302"/>
                <a:gd name="connsiteY4" fmla="*/ 0 h 356295"/>
                <a:gd name="connsiteX5" fmla="*/ 52181 w 356302"/>
                <a:gd name="connsiteY5" fmla="*/ 52181 h 356295"/>
                <a:gd name="connsiteX6" fmla="*/ 0 w 356302"/>
                <a:gd name="connsiteY6" fmla="*/ 178151 h 356295"/>
                <a:gd name="connsiteX7" fmla="*/ 52181 w 356302"/>
                <a:gd name="connsiteY7" fmla="*/ 304122 h 356295"/>
                <a:gd name="connsiteX8" fmla="*/ 178151 w 356302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2" h="356295">
                  <a:moveTo>
                    <a:pt x="178151" y="356296"/>
                  </a:moveTo>
                  <a:cubicBezTo>
                    <a:pt x="225399" y="356296"/>
                    <a:pt x="270712" y="337525"/>
                    <a:pt x="304122" y="304122"/>
                  </a:cubicBezTo>
                  <a:cubicBezTo>
                    <a:pt x="337532" y="270712"/>
                    <a:pt x="356303" y="225392"/>
                    <a:pt x="356303" y="178151"/>
                  </a:cubicBezTo>
                  <a:cubicBezTo>
                    <a:pt x="356303" y="130903"/>
                    <a:pt x="337532" y="85584"/>
                    <a:pt x="304122" y="52181"/>
                  </a:cubicBezTo>
                  <a:cubicBezTo>
                    <a:pt x="270712" y="18771"/>
                    <a:pt x="225399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8" y="85584"/>
                    <a:pt x="0" y="130903"/>
                    <a:pt x="0" y="178151"/>
                  </a:cubicBezTo>
                  <a:cubicBezTo>
                    <a:pt x="0" y="225392"/>
                    <a:pt x="18778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5"/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084" name="任意形状 1083">
              <a:extLst>
                <a:ext uri="{FF2B5EF4-FFF2-40B4-BE49-F238E27FC236}">
                  <a16:creationId xmlns:a16="http://schemas.microsoft.com/office/drawing/2014/main" id="{1D0A8073-97F2-AD4D-8DC8-42CA0879E404}"/>
                </a:ext>
              </a:extLst>
            </p:cNvPr>
            <p:cNvSpPr/>
            <p:nvPr/>
          </p:nvSpPr>
          <p:spPr>
            <a:xfrm>
              <a:off x="1634597" y="5089431"/>
              <a:ext cx="142761" cy="142761"/>
            </a:xfrm>
            <a:custGeom>
              <a:avLst/>
              <a:gdLst>
                <a:gd name="connsiteX0" fmla="*/ 178151 w 356303"/>
                <a:gd name="connsiteY0" fmla="*/ 356303 h 356302"/>
                <a:gd name="connsiteX1" fmla="*/ 304122 w 356303"/>
                <a:gd name="connsiteY1" fmla="*/ 304122 h 356302"/>
                <a:gd name="connsiteX2" fmla="*/ 356303 w 356303"/>
                <a:gd name="connsiteY2" fmla="*/ 178152 h 356302"/>
                <a:gd name="connsiteX3" fmla="*/ 304122 w 356303"/>
                <a:gd name="connsiteY3" fmla="*/ 52181 h 356302"/>
                <a:gd name="connsiteX4" fmla="*/ 178151 w 356303"/>
                <a:gd name="connsiteY4" fmla="*/ 0 h 356302"/>
                <a:gd name="connsiteX5" fmla="*/ 52181 w 356303"/>
                <a:gd name="connsiteY5" fmla="*/ 52181 h 356302"/>
                <a:gd name="connsiteX6" fmla="*/ 0 w 356303"/>
                <a:gd name="connsiteY6" fmla="*/ 178152 h 356302"/>
                <a:gd name="connsiteX7" fmla="*/ 52181 w 356303"/>
                <a:gd name="connsiteY7" fmla="*/ 304122 h 356302"/>
                <a:gd name="connsiteX8" fmla="*/ 178151 w 356303"/>
                <a:gd name="connsiteY8" fmla="*/ 356303 h 35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302">
                  <a:moveTo>
                    <a:pt x="178151" y="356303"/>
                  </a:moveTo>
                  <a:cubicBezTo>
                    <a:pt x="225400" y="356303"/>
                    <a:pt x="270712" y="337525"/>
                    <a:pt x="304122" y="304122"/>
                  </a:cubicBezTo>
                  <a:cubicBezTo>
                    <a:pt x="337533" y="270712"/>
                    <a:pt x="356303" y="225399"/>
                    <a:pt x="356303" y="178152"/>
                  </a:cubicBezTo>
                  <a:cubicBezTo>
                    <a:pt x="356303" y="130903"/>
                    <a:pt x="337533" y="85591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91"/>
                    <a:pt x="0" y="130903"/>
                    <a:pt x="0" y="178152"/>
                  </a:cubicBezTo>
                  <a:cubicBezTo>
                    <a:pt x="0" y="225399"/>
                    <a:pt x="18771" y="270712"/>
                    <a:pt x="52181" y="304122"/>
                  </a:cubicBezTo>
                  <a:cubicBezTo>
                    <a:pt x="85591" y="337525"/>
                    <a:pt x="130903" y="356303"/>
                    <a:pt x="178151" y="356303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085" name="任意形状 1084">
              <a:extLst>
                <a:ext uri="{FF2B5EF4-FFF2-40B4-BE49-F238E27FC236}">
                  <a16:creationId xmlns:a16="http://schemas.microsoft.com/office/drawing/2014/main" id="{778E8B34-F1D1-5845-BC38-6567018B9854}"/>
                </a:ext>
              </a:extLst>
            </p:cNvPr>
            <p:cNvSpPr/>
            <p:nvPr/>
          </p:nvSpPr>
          <p:spPr>
            <a:xfrm>
              <a:off x="1801528" y="5429456"/>
              <a:ext cx="142761" cy="142758"/>
            </a:xfrm>
            <a:custGeom>
              <a:avLst/>
              <a:gdLst>
                <a:gd name="connsiteX0" fmla="*/ 178151 w 356303"/>
                <a:gd name="connsiteY0" fmla="*/ 356296 h 356295"/>
                <a:gd name="connsiteX1" fmla="*/ 304122 w 356303"/>
                <a:gd name="connsiteY1" fmla="*/ 304122 h 356295"/>
                <a:gd name="connsiteX2" fmla="*/ 356303 w 356303"/>
                <a:gd name="connsiteY2" fmla="*/ 178151 h 356295"/>
                <a:gd name="connsiteX3" fmla="*/ 304122 w 356303"/>
                <a:gd name="connsiteY3" fmla="*/ 52181 h 356295"/>
                <a:gd name="connsiteX4" fmla="*/ 178151 w 356303"/>
                <a:gd name="connsiteY4" fmla="*/ 0 h 356295"/>
                <a:gd name="connsiteX5" fmla="*/ 52181 w 356303"/>
                <a:gd name="connsiteY5" fmla="*/ 52181 h 356295"/>
                <a:gd name="connsiteX6" fmla="*/ 0 w 356303"/>
                <a:gd name="connsiteY6" fmla="*/ 178151 h 356295"/>
                <a:gd name="connsiteX7" fmla="*/ 52181 w 356303"/>
                <a:gd name="connsiteY7" fmla="*/ 304122 h 356295"/>
                <a:gd name="connsiteX8" fmla="*/ 178151 w 356303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295">
                  <a:moveTo>
                    <a:pt x="178151" y="356296"/>
                  </a:moveTo>
                  <a:cubicBezTo>
                    <a:pt x="225400" y="356296"/>
                    <a:pt x="270712" y="337525"/>
                    <a:pt x="304122" y="304122"/>
                  </a:cubicBezTo>
                  <a:cubicBezTo>
                    <a:pt x="337533" y="270712"/>
                    <a:pt x="356303" y="225392"/>
                    <a:pt x="356303" y="178151"/>
                  </a:cubicBezTo>
                  <a:cubicBezTo>
                    <a:pt x="356303" y="130903"/>
                    <a:pt x="337533" y="85584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84"/>
                    <a:pt x="0" y="130903"/>
                    <a:pt x="0" y="178151"/>
                  </a:cubicBezTo>
                  <a:cubicBezTo>
                    <a:pt x="0" y="225392"/>
                    <a:pt x="18771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086" name="任意形状 1085">
              <a:extLst>
                <a:ext uri="{FF2B5EF4-FFF2-40B4-BE49-F238E27FC236}">
                  <a16:creationId xmlns:a16="http://schemas.microsoft.com/office/drawing/2014/main" id="{6C024D0E-07A8-4948-A728-818369D7D596}"/>
                </a:ext>
              </a:extLst>
            </p:cNvPr>
            <p:cNvSpPr/>
            <p:nvPr/>
          </p:nvSpPr>
          <p:spPr>
            <a:xfrm>
              <a:off x="2135389" y="5429456"/>
              <a:ext cx="142759" cy="142758"/>
            </a:xfrm>
            <a:custGeom>
              <a:avLst/>
              <a:gdLst>
                <a:gd name="connsiteX0" fmla="*/ 178151 w 356302"/>
                <a:gd name="connsiteY0" fmla="*/ 356296 h 356295"/>
                <a:gd name="connsiteX1" fmla="*/ 304122 w 356302"/>
                <a:gd name="connsiteY1" fmla="*/ 304122 h 356295"/>
                <a:gd name="connsiteX2" fmla="*/ 356303 w 356302"/>
                <a:gd name="connsiteY2" fmla="*/ 178151 h 356295"/>
                <a:gd name="connsiteX3" fmla="*/ 304122 w 356302"/>
                <a:gd name="connsiteY3" fmla="*/ 52181 h 356295"/>
                <a:gd name="connsiteX4" fmla="*/ 178151 w 356302"/>
                <a:gd name="connsiteY4" fmla="*/ 0 h 356295"/>
                <a:gd name="connsiteX5" fmla="*/ 52181 w 356302"/>
                <a:gd name="connsiteY5" fmla="*/ 52181 h 356295"/>
                <a:gd name="connsiteX6" fmla="*/ 0 w 356302"/>
                <a:gd name="connsiteY6" fmla="*/ 178151 h 356295"/>
                <a:gd name="connsiteX7" fmla="*/ 52181 w 356302"/>
                <a:gd name="connsiteY7" fmla="*/ 304122 h 356295"/>
                <a:gd name="connsiteX8" fmla="*/ 178151 w 356302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2" h="356295">
                  <a:moveTo>
                    <a:pt x="178151" y="356296"/>
                  </a:moveTo>
                  <a:cubicBezTo>
                    <a:pt x="225399" y="356296"/>
                    <a:pt x="270712" y="337525"/>
                    <a:pt x="304122" y="304122"/>
                  </a:cubicBezTo>
                  <a:cubicBezTo>
                    <a:pt x="337525" y="270712"/>
                    <a:pt x="356303" y="225392"/>
                    <a:pt x="356303" y="178151"/>
                  </a:cubicBezTo>
                  <a:cubicBezTo>
                    <a:pt x="356303" y="130903"/>
                    <a:pt x="337525" y="85584"/>
                    <a:pt x="304122" y="52181"/>
                  </a:cubicBezTo>
                  <a:cubicBezTo>
                    <a:pt x="270712" y="18771"/>
                    <a:pt x="225399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84"/>
                    <a:pt x="0" y="130903"/>
                    <a:pt x="0" y="178151"/>
                  </a:cubicBezTo>
                  <a:cubicBezTo>
                    <a:pt x="0" y="225392"/>
                    <a:pt x="18771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7" name="任意形状 1086">
              <a:extLst>
                <a:ext uri="{FF2B5EF4-FFF2-40B4-BE49-F238E27FC236}">
                  <a16:creationId xmlns:a16="http://schemas.microsoft.com/office/drawing/2014/main" id="{420C5926-97F2-4044-9C07-6647497917EF}"/>
                </a:ext>
              </a:extLst>
            </p:cNvPr>
            <p:cNvSpPr/>
            <p:nvPr/>
          </p:nvSpPr>
          <p:spPr>
            <a:xfrm>
              <a:off x="1801528" y="5769478"/>
              <a:ext cx="142761" cy="142758"/>
            </a:xfrm>
            <a:custGeom>
              <a:avLst/>
              <a:gdLst>
                <a:gd name="connsiteX0" fmla="*/ 178151 w 356303"/>
                <a:gd name="connsiteY0" fmla="*/ 356296 h 356295"/>
                <a:gd name="connsiteX1" fmla="*/ 304122 w 356303"/>
                <a:gd name="connsiteY1" fmla="*/ 304122 h 356295"/>
                <a:gd name="connsiteX2" fmla="*/ 356303 w 356303"/>
                <a:gd name="connsiteY2" fmla="*/ 178151 h 356295"/>
                <a:gd name="connsiteX3" fmla="*/ 304122 w 356303"/>
                <a:gd name="connsiteY3" fmla="*/ 52181 h 356295"/>
                <a:gd name="connsiteX4" fmla="*/ 178151 w 356303"/>
                <a:gd name="connsiteY4" fmla="*/ 0 h 356295"/>
                <a:gd name="connsiteX5" fmla="*/ 52181 w 356303"/>
                <a:gd name="connsiteY5" fmla="*/ 52181 h 356295"/>
                <a:gd name="connsiteX6" fmla="*/ 0 w 356303"/>
                <a:gd name="connsiteY6" fmla="*/ 178151 h 356295"/>
                <a:gd name="connsiteX7" fmla="*/ 52181 w 356303"/>
                <a:gd name="connsiteY7" fmla="*/ 304122 h 356295"/>
                <a:gd name="connsiteX8" fmla="*/ 178151 w 356303"/>
                <a:gd name="connsiteY8" fmla="*/ 356296 h 3562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295">
                  <a:moveTo>
                    <a:pt x="178151" y="356296"/>
                  </a:moveTo>
                  <a:cubicBezTo>
                    <a:pt x="225400" y="356296"/>
                    <a:pt x="270712" y="337525"/>
                    <a:pt x="304122" y="304122"/>
                  </a:cubicBezTo>
                  <a:cubicBezTo>
                    <a:pt x="337533" y="270712"/>
                    <a:pt x="356303" y="225392"/>
                    <a:pt x="356303" y="178151"/>
                  </a:cubicBezTo>
                  <a:cubicBezTo>
                    <a:pt x="356303" y="130903"/>
                    <a:pt x="337533" y="85584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84"/>
                    <a:pt x="0" y="130903"/>
                    <a:pt x="0" y="178151"/>
                  </a:cubicBezTo>
                  <a:cubicBezTo>
                    <a:pt x="0" y="225392"/>
                    <a:pt x="18771" y="270712"/>
                    <a:pt x="52181" y="304122"/>
                  </a:cubicBezTo>
                  <a:cubicBezTo>
                    <a:pt x="85591" y="337525"/>
                    <a:pt x="130903" y="356296"/>
                    <a:pt x="178151" y="356296"/>
                  </a:cubicBezTo>
                  <a:close/>
                </a:path>
              </a:pathLst>
            </a:custGeom>
            <a:solidFill>
              <a:schemeClr val="accent5">
                <a:lumMod val="50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sz="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8" name="任意形状 1087">
              <a:extLst>
                <a:ext uri="{FF2B5EF4-FFF2-40B4-BE49-F238E27FC236}">
                  <a16:creationId xmlns:a16="http://schemas.microsoft.com/office/drawing/2014/main" id="{BFB3BB9A-D109-3E43-86C8-765C15BD6A7E}"/>
                </a:ext>
              </a:extLst>
            </p:cNvPr>
            <p:cNvSpPr/>
            <p:nvPr/>
          </p:nvSpPr>
          <p:spPr>
            <a:xfrm>
              <a:off x="1968459" y="5089431"/>
              <a:ext cx="142761" cy="142761"/>
            </a:xfrm>
            <a:custGeom>
              <a:avLst/>
              <a:gdLst>
                <a:gd name="connsiteX0" fmla="*/ 178151 w 356303"/>
                <a:gd name="connsiteY0" fmla="*/ 356303 h 356302"/>
                <a:gd name="connsiteX1" fmla="*/ 304122 w 356303"/>
                <a:gd name="connsiteY1" fmla="*/ 304122 h 356302"/>
                <a:gd name="connsiteX2" fmla="*/ 356303 w 356303"/>
                <a:gd name="connsiteY2" fmla="*/ 178152 h 356302"/>
                <a:gd name="connsiteX3" fmla="*/ 304122 w 356303"/>
                <a:gd name="connsiteY3" fmla="*/ 52181 h 356302"/>
                <a:gd name="connsiteX4" fmla="*/ 178151 w 356303"/>
                <a:gd name="connsiteY4" fmla="*/ 0 h 356302"/>
                <a:gd name="connsiteX5" fmla="*/ 52181 w 356303"/>
                <a:gd name="connsiteY5" fmla="*/ 52181 h 356302"/>
                <a:gd name="connsiteX6" fmla="*/ 0 w 356303"/>
                <a:gd name="connsiteY6" fmla="*/ 178152 h 356302"/>
                <a:gd name="connsiteX7" fmla="*/ 52181 w 356303"/>
                <a:gd name="connsiteY7" fmla="*/ 304122 h 356302"/>
                <a:gd name="connsiteX8" fmla="*/ 178151 w 356303"/>
                <a:gd name="connsiteY8" fmla="*/ 356303 h 356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6303" h="356302">
                  <a:moveTo>
                    <a:pt x="178151" y="356303"/>
                  </a:moveTo>
                  <a:cubicBezTo>
                    <a:pt x="225400" y="356303"/>
                    <a:pt x="270712" y="337525"/>
                    <a:pt x="304122" y="304122"/>
                  </a:cubicBezTo>
                  <a:cubicBezTo>
                    <a:pt x="337533" y="270712"/>
                    <a:pt x="356303" y="225399"/>
                    <a:pt x="356303" y="178152"/>
                  </a:cubicBezTo>
                  <a:cubicBezTo>
                    <a:pt x="356303" y="130903"/>
                    <a:pt x="337533" y="85591"/>
                    <a:pt x="304122" y="52181"/>
                  </a:cubicBezTo>
                  <a:cubicBezTo>
                    <a:pt x="270712" y="18771"/>
                    <a:pt x="225400" y="0"/>
                    <a:pt x="178151" y="0"/>
                  </a:cubicBezTo>
                  <a:cubicBezTo>
                    <a:pt x="130903" y="0"/>
                    <a:pt x="85591" y="18771"/>
                    <a:pt x="52181" y="52181"/>
                  </a:cubicBezTo>
                  <a:cubicBezTo>
                    <a:pt x="18771" y="85591"/>
                    <a:pt x="0" y="130903"/>
                    <a:pt x="0" y="178152"/>
                  </a:cubicBezTo>
                  <a:cubicBezTo>
                    <a:pt x="0" y="225399"/>
                    <a:pt x="18771" y="270712"/>
                    <a:pt x="52181" y="304122"/>
                  </a:cubicBezTo>
                  <a:cubicBezTo>
                    <a:pt x="85591" y="337525"/>
                    <a:pt x="130903" y="356303"/>
                    <a:pt x="178151" y="356303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722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</p:grpSp>
      <p:grpSp>
        <p:nvGrpSpPr>
          <p:cNvPr id="1089" name="组合 1088">
            <a:extLst>
              <a:ext uri="{FF2B5EF4-FFF2-40B4-BE49-F238E27FC236}">
                <a16:creationId xmlns:a16="http://schemas.microsoft.com/office/drawing/2014/main" id="{7BCA7A75-18F7-0441-8ECA-23B68CC694B9}"/>
              </a:ext>
            </a:extLst>
          </p:cNvPr>
          <p:cNvGrpSpPr>
            <a:grpSpLocks/>
          </p:cNvGrpSpPr>
          <p:nvPr/>
        </p:nvGrpSpPr>
        <p:grpSpPr>
          <a:xfrm>
            <a:off x="238983" y="3599656"/>
            <a:ext cx="366441" cy="542283"/>
            <a:chOff x="3815555" y="3662225"/>
            <a:chExt cx="916780" cy="863077"/>
          </a:xfrm>
        </p:grpSpPr>
        <p:sp>
          <p:nvSpPr>
            <p:cNvPr id="1090" name="任意形状 1089">
              <a:extLst>
                <a:ext uri="{FF2B5EF4-FFF2-40B4-BE49-F238E27FC236}">
                  <a16:creationId xmlns:a16="http://schemas.microsoft.com/office/drawing/2014/main" id="{EA49F38F-090E-C14D-A3B2-25E6236E7BD4}"/>
                </a:ext>
              </a:extLst>
            </p:cNvPr>
            <p:cNvSpPr/>
            <p:nvPr/>
          </p:nvSpPr>
          <p:spPr>
            <a:xfrm>
              <a:off x="3815555" y="3746870"/>
              <a:ext cx="323260" cy="157883"/>
            </a:xfrm>
            <a:custGeom>
              <a:avLst/>
              <a:gdLst>
                <a:gd name="connsiteX0" fmla="*/ 0 w 323260"/>
                <a:gd name="connsiteY0" fmla="*/ 0 h 157883"/>
                <a:gd name="connsiteX1" fmla="*/ 0 w 323260"/>
                <a:gd name="connsiteY1" fmla="*/ 157883 h 157883"/>
                <a:gd name="connsiteX2" fmla="*/ 323260 w 323260"/>
                <a:gd name="connsiteY2" fmla="*/ 157883 h 157883"/>
                <a:gd name="connsiteX3" fmla="*/ 323260 w 323260"/>
                <a:gd name="connsiteY3" fmla="*/ 0 h 157883"/>
                <a:gd name="connsiteX4" fmla="*/ 0 w 323260"/>
                <a:gd name="connsiteY4" fmla="*/ 0 h 157883"/>
                <a:gd name="connsiteX5" fmla="*/ 309226 w 323260"/>
                <a:gd name="connsiteY5" fmla="*/ 143847 h 157883"/>
                <a:gd name="connsiteX6" fmla="*/ 14035 w 323260"/>
                <a:gd name="connsiteY6" fmla="*/ 143847 h 157883"/>
                <a:gd name="connsiteX7" fmla="*/ 14035 w 323260"/>
                <a:gd name="connsiteY7" fmla="*/ 14036 h 157883"/>
                <a:gd name="connsiteX8" fmla="*/ 309224 w 323260"/>
                <a:gd name="connsiteY8" fmla="*/ 14036 h 157883"/>
                <a:gd name="connsiteX9" fmla="*/ 309224 w 323260"/>
                <a:gd name="connsiteY9" fmla="*/ 143847 h 157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3260" h="157883">
                  <a:moveTo>
                    <a:pt x="0" y="0"/>
                  </a:moveTo>
                  <a:lnTo>
                    <a:pt x="0" y="157883"/>
                  </a:lnTo>
                  <a:lnTo>
                    <a:pt x="323260" y="157883"/>
                  </a:lnTo>
                  <a:lnTo>
                    <a:pt x="323260" y="0"/>
                  </a:lnTo>
                  <a:lnTo>
                    <a:pt x="0" y="0"/>
                  </a:lnTo>
                  <a:close/>
                  <a:moveTo>
                    <a:pt x="309226" y="143847"/>
                  </a:moveTo>
                  <a:lnTo>
                    <a:pt x="14035" y="143847"/>
                  </a:lnTo>
                  <a:lnTo>
                    <a:pt x="14035" y="14036"/>
                  </a:lnTo>
                  <a:lnTo>
                    <a:pt x="309224" y="14036"/>
                  </a:lnTo>
                  <a:lnTo>
                    <a:pt x="309224" y="143847"/>
                  </a:lnTo>
                  <a:close/>
                </a:path>
              </a:pathLst>
            </a:custGeom>
            <a:solidFill>
              <a:srgbClr val="4A555F"/>
            </a:solidFill>
            <a:ln w="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1" name="任意形状 1090">
              <a:extLst>
                <a:ext uri="{FF2B5EF4-FFF2-40B4-BE49-F238E27FC236}">
                  <a16:creationId xmlns:a16="http://schemas.microsoft.com/office/drawing/2014/main" id="{31EA2EB1-7117-A94C-BED0-EECADFF1F102}"/>
                </a:ext>
              </a:extLst>
            </p:cNvPr>
            <p:cNvSpPr/>
            <p:nvPr/>
          </p:nvSpPr>
          <p:spPr>
            <a:xfrm>
              <a:off x="3845966" y="3777281"/>
              <a:ext cx="262439" cy="97062"/>
            </a:xfrm>
            <a:custGeom>
              <a:avLst/>
              <a:gdLst>
                <a:gd name="connsiteX0" fmla="*/ 0 w 262439"/>
                <a:gd name="connsiteY0" fmla="*/ 0 h 97062"/>
                <a:gd name="connsiteX1" fmla="*/ 262439 w 262439"/>
                <a:gd name="connsiteY1" fmla="*/ 0 h 97062"/>
                <a:gd name="connsiteX2" fmla="*/ 262439 w 262439"/>
                <a:gd name="connsiteY2" fmla="*/ 97062 h 97062"/>
                <a:gd name="connsiteX3" fmla="*/ 0 w 262439"/>
                <a:gd name="connsiteY3" fmla="*/ 97062 h 9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439" h="97062">
                  <a:moveTo>
                    <a:pt x="0" y="0"/>
                  </a:moveTo>
                  <a:lnTo>
                    <a:pt x="262439" y="0"/>
                  </a:lnTo>
                  <a:lnTo>
                    <a:pt x="262439" y="97062"/>
                  </a:lnTo>
                  <a:lnTo>
                    <a:pt x="0" y="97062"/>
                  </a:lnTo>
                  <a:close/>
                </a:path>
              </a:pathLst>
            </a:custGeom>
            <a:solidFill>
              <a:srgbClr val="F58E6F"/>
            </a:solidFill>
            <a:ln w="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2" name="任意形状 1091">
              <a:extLst>
                <a:ext uri="{FF2B5EF4-FFF2-40B4-BE49-F238E27FC236}">
                  <a16:creationId xmlns:a16="http://schemas.microsoft.com/office/drawing/2014/main" id="{0D8FDB08-49F5-8B42-A482-C9B55FF4E0B3}"/>
                </a:ext>
              </a:extLst>
            </p:cNvPr>
            <p:cNvSpPr/>
            <p:nvPr/>
          </p:nvSpPr>
          <p:spPr>
            <a:xfrm>
              <a:off x="3819120" y="4003126"/>
              <a:ext cx="323260" cy="157885"/>
            </a:xfrm>
            <a:custGeom>
              <a:avLst/>
              <a:gdLst>
                <a:gd name="connsiteX0" fmla="*/ 0 w 323260"/>
                <a:gd name="connsiteY0" fmla="*/ 0 h 157885"/>
                <a:gd name="connsiteX1" fmla="*/ 0 w 323260"/>
                <a:gd name="connsiteY1" fmla="*/ 157885 h 157885"/>
                <a:gd name="connsiteX2" fmla="*/ 323260 w 323260"/>
                <a:gd name="connsiteY2" fmla="*/ 157885 h 157885"/>
                <a:gd name="connsiteX3" fmla="*/ 323260 w 323260"/>
                <a:gd name="connsiteY3" fmla="*/ 0 h 157885"/>
                <a:gd name="connsiteX4" fmla="*/ 0 w 323260"/>
                <a:gd name="connsiteY4" fmla="*/ 0 h 157885"/>
                <a:gd name="connsiteX5" fmla="*/ 309226 w 323260"/>
                <a:gd name="connsiteY5" fmla="*/ 143850 h 157885"/>
                <a:gd name="connsiteX6" fmla="*/ 14036 w 323260"/>
                <a:gd name="connsiteY6" fmla="*/ 143850 h 157885"/>
                <a:gd name="connsiteX7" fmla="*/ 14036 w 323260"/>
                <a:gd name="connsiteY7" fmla="*/ 14036 h 157885"/>
                <a:gd name="connsiteX8" fmla="*/ 309226 w 323260"/>
                <a:gd name="connsiteY8" fmla="*/ 14036 h 157885"/>
                <a:gd name="connsiteX9" fmla="*/ 309226 w 323260"/>
                <a:gd name="connsiteY9" fmla="*/ 143850 h 15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3260" h="157885">
                  <a:moveTo>
                    <a:pt x="0" y="0"/>
                  </a:moveTo>
                  <a:lnTo>
                    <a:pt x="0" y="157885"/>
                  </a:lnTo>
                  <a:lnTo>
                    <a:pt x="323260" y="157885"/>
                  </a:lnTo>
                  <a:lnTo>
                    <a:pt x="323260" y="0"/>
                  </a:lnTo>
                  <a:lnTo>
                    <a:pt x="0" y="0"/>
                  </a:lnTo>
                  <a:close/>
                  <a:moveTo>
                    <a:pt x="309226" y="143850"/>
                  </a:moveTo>
                  <a:lnTo>
                    <a:pt x="14036" y="143850"/>
                  </a:lnTo>
                  <a:lnTo>
                    <a:pt x="14036" y="14036"/>
                  </a:lnTo>
                  <a:lnTo>
                    <a:pt x="309226" y="14036"/>
                  </a:lnTo>
                  <a:lnTo>
                    <a:pt x="309226" y="143850"/>
                  </a:lnTo>
                  <a:close/>
                </a:path>
              </a:pathLst>
            </a:custGeom>
            <a:solidFill>
              <a:srgbClr val="4A555F"/>
            </a:solidFill>
            <a:ln w="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3" name="任意形状 1092">
              <a:extLst>
                <a:ext uri="{FF2B5EF4-FFF2-40B4-BE49-F238E27FC236}">
                  <a16:creationId xmlns:a16="http://schemas.microsoft.com/office/drawing/2014/main" id="{3C2039F1-D5F9-2A48-B5B1-26DCD0243E1B}"/>
                </a:ext>
              </a:extLst>
            </p:cNvPr>
            <p:cNvSpPr/>
            <p:nvPr/>
          </p:nvSpPr>
          <p:spPr>
            <a:xfrm>
              <a:off x="3849529" y="4033538"/>
              <a:ext cx="262439" cy="97062"/>
            </a:xfrm>
            <a:custGeom>
              <a:avLst/>
              <a:gdLst>
                <a:gd name="connsiteX0" fmla="*/ 0 w 262439"/>
                <a:gd name="connsiteY0" fmla="*/ 0 h 97062"/>
                <a:gd name="connsiteX1" fmla="*/ 262439 w 262439"/>
                <a:gd name="connsiteY1" fmla="*/ 0 h 97062"/>
                <a:gd name="connsiteX2" fmla="*/ 262439 w 262439"/>
                <a:gd name="connsiteY2" fmla="*/ 97062 h 97062"/>
                <a:gd name="connsiteX3" fmla="*/ 0 w 262439"/>
                <a:gd name="connsiteY3" fmla="*/ 97062 h 9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439" h="97062">
                  <a:moveTo>
                    <a:pt x="0" y="0"/>
                  </a:moveTo>
                  <a:lnTo>
                    <a:pt x="262439" y="0"/>
                  </a:lnTo>
                  <a:lnTo>
                    <a:pt x="262439" y="97062"/>
                  </a:lnTo>
                  <a:lnTo>
                    <a:pt x="0" y="97062"/>
                  </a:lnTo>
                  <a:close/>
                </a:path>
              </a:pathLst>
            </a:custGeom>
            <a:solidFill>
              <a:srgbClr val="F58E6F"/>
            </a:solidFill>
            <a:ln w="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4" name="任意形状 1093">
              <a:extLst>
                <a:ext uri="{FF2B5EF4-FFF2-40B4-BE49-F238E27FC236}">
                  <a16:creationId xmlns:a16="http://schemas.microsoft.com/office/drawing/2014/main" id="{08D699F8-6A39-F54F-8A1F-3481396BB7D5}"/>
                </a:ext>
              </a:extLst>
            </p:cNvPr>
            <p:cNvSpPr/>
            <p:nvPr/>
          </p:nvSpPr>
          <p:spPr>
            <a:xfrm>
              <a:off x="3819120" y="4259383"/>
              <a:ext cx="323260" cy="157885"/>
            </a:xfrm>
            <a:custGeom>
              <a:avLst/>
              <a:gdLst>
                <a:gd name="connsiteX0" fmla="*/ 0 w 323260"/>
                <a:gd name="connsiteY0" fmla="*/ 0 h 157885"/>
                <a:gd name="connsiteX1" fmla="*/ 0 w 323260"/>
                <a:gd name="connsiteY1" fmla="*/ 157885 h 157885"/>
                <a:gd name="connsiteX2" fmla="*/ 323260 w 323260"/>
                <a:gd name="connsiteY2" fmla="*/ 157885 h 157885"/>
                <a:gd name="connsiteX3" fmla="*/ 323260 w 323260"/>
                <a:gd name="connsiteY3" fmla="*/ 0 h 157885"/>
                <a:gd name="connsiteX4" fmla="*/ 0 w 323260"/>
                <a:gd name="connsiteY4" fmla="*/ 0 h 157885"/>
                <a:gd name="connsiteX5" fmla="*/ 309226 w 323260"/>
                <a:gd name="connsiteY5" fmla="*/ 143850 h 157885"/>
                <a:gd name="connsiteX6" fmla="*/ 14036 w 323260"/>
                <a:gd name="connsiteY6" fmla="*/ 143850 h 157885"/>
                <a:gd name="connsiteX7" fmla="*/ 14036 w 323260"/>
                <a:gd name="connsiteY7" fmla="*/ 14036 h 157885"/>
                <a:gd name="connsiteX8" fmla="*/ 309226 w 323260"/>
                <a:gd name="connsiteY8" fmla="*/ 14036 h 157885"/>
                <a:gd name="connsiteX9" fmla="*/ 309226 w 323260"/>
                <a:gd name="connsiteY9" fmla="*/ 143850 h 15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3260" h="157885">
                  <a:moveTo>
                    <a:pt x="0" y="0"/>
                  </a:moveTo>
                  <a:lnTo>
                    <a:pt x="0" y="157885"/>
                  </a:lnTo>
                  <a:lnTo>
                    <a:pt x="323260" y="157885"/>
                  </a:lnTo>
                  <a:lnTo>
                    <a:pt x="323260" y="0"/>
                  </a:lnTo>
                  <a:lnTo>
                    <a:pt x="0" y="0"/>
                  </a:lnTo>
                  <a:close/>
                  <a:moveTo>
                    <a:pt x="309226" y="143850"/>
                  </a:moveTo>
                  <a:lnTo>
                    <a:pt x="14036" y="143850"/>
                  </a:lnTo>
                  <a:lnTo>
                    <a:pt x="14036" y="14036"/>
                  </a:lnTo>
                  <a:lnTo>
                    <a:pt x="309226" y="14036"/>
                  </a:lnTo>
                  <a:lnTo>
                    <a:pt x="309226" y="143850"/>
                  </a:lnTo>
                  <a:close/>
                </a:path>
              </a:pathLst>
            </a:custGeom>
            <a:solidFill>
              <a:srgbClr val="4A555F"/>
            </a:solidFill>
            <a:ln w="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5" name="任意形状 1094">
              <a:extLst>
                <a:ext uri="{FF2B5EF4-FFF2-40B4-BE49-F238E27FC236}">
                  <a16:creationId xmlns:a16="http://schemas.microsoft.com/office/drawing/2014/main" id="{18C30EBC-DB47-8F44-B5C7-1E8D2A2D8AC3}"/>
                </a:ext>
              </a:extLst>
            </p:cNvPr>
            <p:cNvSpPr/>
            <p:nvPr/>
          </p:nvSpPr>
          <p:spPr>
            <a:xfrm>
              <a:off x="3849529" y="4289794"/>
              <a:ext cx="262439" cy="97064"/>
            </a:xfrm>
            <a:custGeom>
              <a:avLst/>
              <a:gdLst>
                <a:gd name="connsiteX0" fmla="*/ 0 w 262439"/>
                <a:gd name="connsiteY0" fmla="*/ 0 h 97064"/>
                <a:gd name="connsiteX1" fmla="*/ 262439 w 262439"/>
                <a:gd name="connsiteY1" fmla="*/ 0 h 97064"/>
                <a:gd name="connsiteX2" fmla="*/ 262439 w 262439"/>
                <a:gd name="connsiteY2" fmla="*/ 97064 h 97064"/>
                <a:gd name="connsiteX3" fmla="*/ 0 w 262439"/>
                <a:gd name="connsiteY3" fmla="*/ 97064 h 97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439" h="97064">
                  <a:moveTo>
                    <a:pt x="0" y="0"/>
                  </a:moveTo>
                  <a:lnTo>
                    <a:pt x="262439" y="0"/>
                  </a:lnTo>
                  <a:lnTo>
                    <a:pt x="262439" y="97064"/>
                  </a:lnTo>
                  <a:lnTo>
                    <a:pt x="0" y="97064"/>
                  </a:lnTo>
                  <a:close/>
                </a:path>
              </a:pathLst>
            </a:custGeom>
            <a:solidFill>
              <a:srgbClr val="1296DB"/>
            </a:solidFill>
            <a:ln w="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6" name="任意形状 1095">
              <a:extLst>
                <a:ext uri="{FF2B5EF4-FFF2-40B4-BE49-F238E27FC236}">
                  <a16:creationId xmlns:a16="http://schemas.microsoft.com/office/drawing/2014/main" id="{E474F01A-5865-5A42-8FCA-630DCD209B16}"/>
                </a:ext>
              </a:extLst>
            </p:cNvPr>
            <p:cNvSpPr/>
            <p:nvPr/>
          </p:nvSpPr>
          <p:spPr>
            <a:xfrm>
              <a:off x="4409075" y="3876408"/>
              <a:ext cx="323260" cy="157885"/>
            </a:xfrm>
            <a:custGeom>
              <a:avLst/>
              <a:gdLst>
                <a:gd name="connsiteX0" fmla="*/ 0 w 323260"/>
                <a:gd name="connsiteY0" fmla="*/ 0 h 157885"/>
                <a:gd name="connsiteX1" fmla="*/ 0 w 323260"/>
                <a:gd name="connsiteY1" fmla="*/ 157885 h 157885"/>
                <a:gd name="connsiteX2" fmla="*/ 323260 w 323260"/>
                <a:gd name="connsiteY2" fmla="*/ 157885 h 157885"/>
                <a:gd name="connsiteX3" fmla="*/ 323260 w 323260"/>
                <a:gd name="connsiteY3" fmla="*/ 0 h 157885"/>
                <a:gd name="connsiteX4" fmla="*/ 0 w 323260"/>
                <a:gd name="connsiteY4" fmla="*/ 0 h 157885"/>
                <a:gd name="connsiteX5" fmla="*/ 309226 w 323260"/>
                <a:gd name="connsiteY5" fmla="*/ 143849 h 157885"/>
                <a:gd name="connsiteX6" fmla="*/ 14035 w 323260"/>
                <a:gd name="connsiteY6" fmla="*/ 143849 h 157885"/>
                <a:gd name="connsiteX7" fmla="*/ 14035 w 323260"/>
                <a:gd name="connsiteY7" fmla="*/ 14035 h 157885"/>
                <a:gd name="connsiteX8" fmla="*/ 309224 w 323260"/>
                <a:gd name="connsiteY8" fmla="*/ 14035 h 157885"/>
                <a:gd name="connsiteX9" fmla="*/ 309224 w 323260"/>
                <a:gd name="connsiteY9" fmla="*/ 143849 h 15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3260" h="157885">
                  <a:moveTo>
                    <a:pt x="0" y="0"/>
                  </a:moveTo>
                  <a:lnTo>
                    <a:pt x="0" y="157885"/>
                  </a:lnTo>
                  <a:lnTo>
                    <a:pt x="323260" y="157885"/>
                  </a:lnTo>
                  <a:lnTo>
                    <a:pt x="323260" y="0"/>
                  </a:lnTo>
                  <a:lnTo>
                    <a:pt x="0" y="0"/>
                  </a:lnTo>
                  <a:close/>
                  <a:moveTo>
                    <a:pt x="309226" y="143849"/>
                  </a:moveTo>
                  <a:lnTo>
                    <a:pt x="14035" y="143849"/>
                  </a:lnTo>
                  <a:lnTo>
                    <a:pt x="14035" y="14035"/>
                  </a:lnTo>
                  <a:lnTo>
                    <a:pt x="309224" y="14035"/>
                  </a:lnTo>
                  <a:lnTo>
                    <a:pt x="309224" y="143849"/>
                  </a:lnTo>
                  <a:close/>
                </a:path>
              </a:pathLst>
            </a:custGeom>
            <a:solidFill>
              <a:srgbClr val="4A555F"/>
            </a:solidFill>
            <a:ln w="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7" name="任意形状 1096">
              <a:extLst>
                <a:ext uri="{FF2B5EF4-FFF2-40B4-BE49-F238E27FC236}">
                  <a16:creationId xmlns:a16="http://schemas.microsoft.com/office/drawing/2014/main" id="{94E3811E-6C10-A34F-81DE-70957A5841E4}"/>
                </a:ext>
              </a:extLst>
            </p:cNvPr>
            <p:cNvSpPr/>
            <p:nvPr/>
          </p:nvSpPr>
          <p:spPr>
            <a:xfrm>
              <a:off x="4439487" y="3906819"/>
              <a:ext cx="262441" cy="97064"/>
            </a:xfrm>
            <a:custGeom>
              <a:avLst/>
              <a:gdLst>
                <a:gd name="connsiteX0" fmla="*/ 0 w 262441"/>
                <a:gd name="connsiteY0" fmla="*/ 0 h 97064"/>
                <a:gd name="connsiteX1" fmla="*/ 262441 w 262441"/>
                <a:gd name="connsiteY1" fmla="*/ 0 h 97064"/>
                <a:gd name="connsiteX2" fmla="*/ 262441 w 262441"/>
                <a:gd name="connsiteY2" fmla="*/ 97064 h 97064"/>
                <a:gd name="connsiteX3" fmla="*/ 0 w 262441"/>
                <a:gd name="connsiteY3" fmla="*/ 97064 h 97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441" h="97064">
                  <a:moveTo>
                    <a:pt x="0" y="0"/>
                  </a:moveTo>
                  <a:lnTo>
                    <a:pt x="262441" y="0"/>
                  </a:lnTo>
                  <a:lnTo>
                    <a:pt x="262441" y="97064"/>
                  </a:lnTo>
                  <a:lnTo>
                    <a:pt x="0" y="97064"/>
                  </a:lnTo>
                  <a:close/>
                </a:path>
              </a:pathLst>
            </a:custGeom>
            <a:solidFill>
              <a:srgbClr val="1296DB"/>
            </a:solidFill>
            <a:ln w="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8" name="任意形状 1097">
              <a:extLst>
                <a:ext uri="{FF2B5EF4-FFF2-40B4-BE49-F238E27FC236}">
                  <a16:creationId xmlns:a16="http://schemas.microsoft.com/office/drawing/2014/main" id="{02DF5CAD-3D71-8945-8FA2-8C9D054B1E33}"/>
                </a:ext>
              </a:extLst>
            </p:cNvPr>
            <p:cNvSpPr/>
            <p:nvPr/>
          </p:nvSpPr>
          <p:spPr>
            <a:xfrm>
              <a:off x="4409075" y="4129843"/>
              <a:ext cx="323260" cy="157885"/>
            </a:xfrm>
            <a:custGeom>
              <a:avLst/>
              <a:gdLst>
                <a:gd name="connsiteX0" fmla="*/ 0 w 323260"/>
                <a:gd name="connsiteY0" fmla="*/ 0 h 157885"/>
                <a:gd name="connsiteX1" fmla="*/ 0 w 323260"/>
                <a:gd name="connsiteY1" fmla="*/ 157885 h 157885"/>
                <a:gd name="connsiteX2" fmla="*/ 323260 w 323260"/>
                <a:gd name="connsiteY2" fmla="*/ 157885 h 157885"/>
                <a:gd name="connsiteX3" fmla="*/ 323260 w 323260"/>
                <a:gd name="connsiteY3" fmla="*/ 0 h 157885"/>
                <a:gd name="connsiteX4" fmla="*/ 0 w 323260"/>
                <a:gd name="connsiteY4" fmla="*/ 0 h 157885"/>
                <a:gd name="connsiteX5" fmla="*/ 309226 w 323260"/>
                <a:gd name="connsiteY5" fmla="*/ 143850 h 157885"/>
                <a:gd name="connsiteX6" fmla="*/ 14035 w 323260"/>
                <a:gd name="connsiteY6" fmla="*/ 143850 h 157885"/>
                <a:gd name="connsiteX7" fmla="*/ 14035 w 323260"/>
                <a:gd name="connsiteY7" fmla="*/ 14036 h 157885"/>
                <a:gd name="connsiteX8" fmla="*/ 309224 w 323260"/>
                <a:gd name="connsiteY8" fmla="*/ 14036 h 157885"/>
                <a:gd name="connsiteX9" fmla="*/ 309224 w 323260"/>
                <a:gd name="connsiteY9" fmla="*/ 143850 h 157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3260" h="157885">
                  <a:moveTo>
                    <a:pt x="0" y="0"/>
                  </a:moveTo>
                  <a:lnTo>
                    <a:pt x="0" y="157885"/>
                  </a:lnTo>
                  <a:lnTo>
                    <a:pt x="323260" y="157885"/>
                  </a:lnTo>
                  <a:lnTo>
                    <a:pt x="323260" y="0"/>
                  </a:lnTo>
                  <a:lnTo>
                    <a:pt x="0" y="0"/>
                  </a:lnTo>
                  <a:close/>
                  <a:moveTo>
                    <a:pt x="309226" y="143850"/>
                  </a:moveTo>
                  <a:lnTo>
                    <a:pt x="14035" y="143850"/>
                  </a:lnTo>
                  <a:lnTo>
                    <a:pt x="14035" y="14036"/>
                  </a:lnTo>
                  <a:lnTo>
                    <a:pt x="309224" y="14036"/>
                  </a:lnTo>
                  <a:lnTo>
                    <a:pt x="309224" y="143850"/>
                  </a:lnTo>
                  <a:close/>
                </a:path>
              </a:pathLst>
            </a:custGeom>
            <a:solidFill>
              <a:srgbClr val="4A555F"/>
            </a:solidFill>
            <a:ln w="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99" name="任意形状 1098">
              <a:extLst>
                <a:ext uri="{FF2B5EF4-FFF2-40B4-BE49-F238E27FC236}">
                  <a16:creationId xmlns:a16="http://schemas.microsoft.com/office/drawing/2014/main" id="{3F33456D-34D8-594F-AAB0-BFF9F2AE89A8}"/>
                </a:ext>
              </a:extLst>
            </p:cNvPr>
            <p:cNvSpPr/>
            <p:nvPr/>
          </p:nvSpPr>
          <p:spPr>
            <a:xfrm>
              <a:off x="4439487" y="4160254"/>
              <a:ext cx="262441" cy="97064"/>
            </a:xfrm>
            <a:custGeom>
              <a:avLst/>
              <a:gdLst>
                <a:gd name="connsiteX0" fmla="*/ 0 w 262441"/>
                <a:gd name="connsiteY0" fmla="*/ 0 h 97064"/>
                <a:gd name="connsiteX1" fmla="*/ 262441 w 262441"/>
                <a:gd name="connsiteY1" fmla="*/ 0 h 97064"/>
                <a:gd name="connsiteX2" fmla="*/ 262441 w 262441"/>
                <a:gd name="connsiteY2" fmla="*/ 97064 h 97064"/>
                <a:gd name="connsiteX3" fmla="*/ 0 w 262441"/>
                <a:gd name="connsiteY3" fmla="*/ 97064 h 97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2441" h="97064">
                  <a:moveTo>
                    <a:pt x="0" y="0"/>
                  </a:moveTo>
                  <a:lnTo>
                    <a:pt x="262441" y="0"/>
                  </a:lnTo>
                  <a:lnTo>
                    <a:pt x="262441" y="97064"/>
                  </a:lnTo>
                  <a:lnTo>
                    <a:pt x="0" y="97064"/>
                  </a:lnTo>
                  <a:close/>
                </a:path>
              </a:pathLst>
            </a:custGeom>
            <a:solidFill>
              <a:srgbClr val="DFDFDF"/>
            </a:solidFill>
            <a:ln w="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0" name="任意形状 1099">
              <a:extLst>
                <a:ext uri="{FF2B5EF4-FFF2-40B4-BE49-F238E27FC236}">
                  <a16:creationId xmlns:a16="http://schemas.microsoft.com/office/drawing/2014/main" id="{B27B6D1E-EB86-5C4B-9BFB-CFAC50CA4E5F}"/>
                </a:ext>
              </a:extLst>
            </p:cNvPr>
            <p:cNvSpPr/>
            <p:nvPr/>
          </p:nvSpPr>
          <p:spPr>
            <a:xfrm>
              <a:off x="3973731" y="3662225"/>
              <a:ext cx="603360" cy="184788"/>
            </a:xfrm>
            <a:custGeom>
              <a:avLst/>
              <a:gdLst>
                <a:gd name="connsiteX0" fmla="*/ 0 w 603360"/>
                <a:gd name="connsiteY0" fmla="*/ 0 h 184788"/>
                <a:gd name="connsiteX1" fmla="*/ 0 w 603360"/>
                <a:gd name="connsiteY1" fmla="*/ 91662 h 184788"/>
                <a:gd name="connsiteX2" fmla="*/ 14036 w 603360"/>
                <a:gd name="connsiteY2" fmla="*/ 91662 h 184788"/>
                <a:gd name="connsiteX3" fmla="*/ 14036 w 603360"/>
                <a:gd name="connsiteY3" fmla="*/ 14036 h 184788"/>
                <a:gd name="connsiteX4" fmla="*/ 589324 w 603360"/>
                <a:gd name="connsiteY4" fmla="*/ 14036 h 184788"/>
                <a:gd name="connsiteX5" fmla="*/ 589324 w 603360"/>
                <a:gd name="connsiteY5" fmla="*/ 184789 h 184788"/>
                <a:gd name="connsiteX6" fmla="*/ 603360 w 603360"/>
                <a:gd name="connsiteY6" fmla="*/ 184789 h 184788"/>
                <a:gd name="connsiteX7" fmla="*/ 603360 w 603360"/>
                <a:gd name="connsiteY7" fmla="*/ 0 h 184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03360" h="184788">
                  <a:moveTo>
                    <a:pt x="0" y="0"/>
                  </a:moveTo>
                  <a:lnTo>
                    <a:pt x="0" y="91662"/>
                  </a:lnTo>
                  <a:lnTo>
                    <a:pt x="14036" y="91662"/>
                  </a:lnTo>
                  <a:lnTo>
                    <a:pt x="14036" y="14036"/>
                  </a:lnTo>
                  <a:lnTo>
                    <a:pt x="589324" y="14036"/>
                  </a:lnTo>
                  <a:lnTo>
                    <a:pt x="589324" y="184789"/>
                  </a:lnTo>
                  <a:lnTo>
                    <a:pt x="603360" y="184789"/>
                  </a:lnTo>
                  <a:lnTo>
                    <a:pt x="603360" y="0"/>
                  </a:lnTo>
                  <a:close/>
                </a:path>
              </a:pathLst>
            </a:custGeom>
            <a:solidFill>
              <a:srgbClr val="4A555F"/>
            </a:solidFill>
            <a:ln w="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1" name="任意形状 1100">
              <a:extLst>
                <a:ext uri="{FF2B5EF4-FFF2-40B4-BE49-F238E27FC236}">
                  <a16:creationId xmlns:a16="http://schemas.microsoft.com/office/drawing/2014/main" id="{BF9B8467-50C5-824B-BDF7-C3F9F4DFE6BC}"/>
                </a:ext>
              </a:extLst>
            </p:cNvPr>
            <p:cNvSpPr/>
            <p:nvPr/>
          </p:nvSpPr>
          <p:spPr>
            <a:xfrm>
              <a:off x="3973731" y="3810185"/>
              <a:ext cx="631364" cy="715117"/>
            </a:xfrm>
            <a:custGeom>
              <a:avLst/>
              <a:gdLst>
                <a:gd name="connsiteX0" fmla="*/ 620980 w 631364"/>
                <a:gd name="connsiteY0" fmla="*/ 0 h 715117"/>
                <a:gd name="connsiteX1" fmla="*/ 596454 w 631364"/>
                <a:gd name="connsiteY1" fmla="*/ 26399 h 715117"/>
                <a:gd name="connsiteX2" fmla="*/ 573071 w 631364"/>
                <a:gd name="connsiteY2" fmla="*/ 111 h 715117"/>
                <a:gd name="connsiteX3" fmla="*/ 562585 w 631364"/>
                <a:gd name="connsiteY3" fmla="*/ 9442 h 715117"/>
                <a:gd name="connsiteX4" fmla="*/ 596230 w 631364"/>
                <a:gd name="connsiteY4" fmla="*/ 47259 h 715117"/>
                <a:gd name="connsiteX5" fmla="*/ 631265 w 631364"/>
                <a:gd name="connsiteY5" fmla="*/ 9553 h 715117"/>
                <a:gd name="connsiteX6" fmla="*/ 597716 w 631364"/>
                <a:gd name="connsiteY6" fmla="*/ 492813 h 715117"/>
                <a:gd name="connsiteX7" fmla="*/ 562685 w 631364"/>
                <a:gd name="connsiteY7" fmla="*/ 530515 h 715117"/>
                <a:gd name="connsiteX8" fmla="*/ 572970 w 631364"/>
                <a:gd name="connsiteY8" fmla="*/ 540070 h 715117"/>
                <a:gd name="connsiteX9" fmla="*/ 597494 w 631364"/>
                <a:gd name="connsiteY9" fmla="*/ 513673 h 715117"/>
                <a:gd name="connsiteX10" fmla="*/ 620879 w 631364"/>
                <a:gd name="connsiteY10" fmla="*/ 539957 h 715117"/>
                <a:gd name="connsiteX11" fmla="*/ 631365 w 631364"/>
                <a:gd name="connsiteY11" fmla="*/ 530628 h 715117"/>
                <a:gd name="connsiteX12" fmla="*/ 589958 w 631364"/>
                <a:gd name="connsiteY12" fmla="*/ 275971 h 715117"/>
                <a:gd name="connsiteX13" fmla="*/ 603992 w 631364"/>
                <a:gd name="connsiteY13" fmla="*/ 275971 h 715117"/>
                <a:gd name="connsiteX14" fmla="*/ 603992 w 631364"/>
                <a:gd name="connsiteY14" fmla="*/ 261936 h 715117"/>
                <a:gd name="connsiteX15" fmla="*/ 589958 w 631364"/>
                <a:gd name="connsiteY15" fmla="*/ 261936 h 715117"/>
                <a:gd name="connsiteX16" fmla="*/ 589958 w 631364"/>
                <a:gd name="connsiteY16" fmla="*/ 275971 h 715117"/>
                <a:gd name="connsiteX17" fmla="*/ 589958 w 631364"/>
                <a:gd name="connsiteY17" fmla="*/ 304042 h 715117"/>
                <a:gd name="connsiteX18" fmla="*/ 603992 w 631364"/>
                <a:gd name="connsiteY18" fmla="*/ 304042 h 715117"/>
                <a:gd name="connsiteX19" fmla="*/ 603992 w 631364"/>
                <a:gd name="connsiteY19" fmla="*/ 290005 h 715117"/>
                <a:gd name="connsiteX20" fmla="*/ 589958 w 631364"/>
                <a:gd name="connsiteY20" fmla="*/ 290005 h 715117"/>
                <a:gd name="connsiteX21" fmla="*/ 589958 w 631364"/>
                <a:gd name="connsiteY21" fmla="*/ 304042 h 715117"/>
                <a:gd name="connsiteX22" fmla="*/ 589958 w 631364"/>
                <a:gd name="connsiteY22" fmla="*/ 233865 h 715117"/>
                <a:gd name="connsiteX23" fmla="*/ 589958 w 631364"/>
                <a:gd name="connsiteY23" fmla="*/ 247902 h 715117"/>
                <a:gd name="connsiteX24" fmla="*/ 603992 w 631364"/>
                <a:gd name="connsiteY24" fmla="*/ 247902 h 715117"/>
                <a:gd name="connsiteX25" fmla="*/ 603992 w 631364"/>
                <a:gd name="connsiteY25" fmla="*/ 233865 h 715117"/>
                <a:gd name="connsiteX26" fmla="*/ 589958 w 631364"/>
                <a:gd name="connsiteY26" fmla="*/ 233865 h 715117"/>
                <a:gd name="connsiteX27" fmla="*/ 0 w 631364"/>
                <a:gd name="connsiteY27" fmla="*/ 686775 h 715117"/>
                <a:gd name="connsiteX28" fmla="*/ 14035 w 631364"/>
                <a:gd name="connsiteY28" fmla="*/ 686775 h 715117"/>
                <a:gd name="connsiteX29" fmla="*/ 14035 w 631364"/>
                <a:gd name="connsiteY29" fmla="*/ 672738 h 715117"/>
                <a:gd name="connsiteX30" fmla="*/ 0 w 631364"/>
                <a:gd name="connsiteY30" fmla="*/ 672738 h 715117"/>
                <a:gd name="connsiteX31" fmla="*/ 0 w 631364"/>
                <a:gd name="connsiteY31" fmla="*/ 686775 h 715117"/>
                <a:gd name="connsiteX32" fmla="*/ 0 w 631364"/>
                <a:gd name="connsiteY32" fmla="*/ 658704 h 715117"/>
                <a:gd name="connsiteX33" fmla="*/ 14035 w 631364"/>
                <a:gd name="connsiteY33" fmla="*/ 658704 h 715117"/>
                <a:gd name="connsiteX34" fmla="*/ 14035 w 631364"/>
                <a:gd name="connsiteY34" fmla="*/ 644669 h 715117"/>
                <a:gd name="connsiteX35" fmla="*/ 0 w 631364"/>
                <a:gd name="connsiteY35" fmla="*/ 644669 h 715117"/>
                <a:gd name="connsiteX36" fmla="*/ 0 w 631364"/>
                <a:gd name="connsiteY36" fmla="*/ 658704 h 715117"/>
                <a:gd name="connsiteX37" fmla="*/ 0 w 631364"/>
                <a:gd name="connsiteY37" fmla="*/ 616598 h 715117"/>
                <a:gd name="connsiteX38" fmla="*/ 0 w 631364"/>
                <a:gd name="connsiteY38" fmla="*/ 630634 h 715117"/>
                <a:gd name="connsiteX39" fmla="*/ 14035 w 631364"/>
                <a:gd name="connsiteY39" fmla="*/ 630634 h 715117"/>
                <a:gd name="connsiteX40" fmla="*/ 14035 w 631364"/>
                <a:gd name="connsiteY40" fmla="*/ 616598 h 715117"/>
                <a:gd name="connsiteX41" fmla="*/ 0 w 631364"/>
                <a:gd name="connsiteY41" fmla="*/ 616598 h 715117"/>
                <a:gd name="connsiteX42" fmla="*/ 280766 w 631364"/>
                <a:gd name="connsiteY42" fmla="*/ 715118 h 715117"/>
                <a:gd name="connsiteX43" fmla="*/ 294801 w 631364"/>
                <a:gd name="connsiteY43" fmla="*/ 715118 h 715117"/>
                <a:gd name="connsiteX44" fmla="*/ 294801 w 631364"/>
                <a:gd name="connsiteY44" fmla="*/ 701083 h 715117"/>
                <a:gd name="connsiteX45" fmla="*/ 280766 w 631364"/>
                <a:gd name="connsiteY45" fmla="*/ 701083 h 715117"/>
                <a:gd name="connsiteX46" fmla="*/ 280766 w 631364"/>
                <a:gd name="connsiteY46" fmla="*/ 715118 h 715117"/>
                <a:gd name="connsiteX47" fmla="*/ 252695 w 631364"/>
                <a:gd name="connsiteY47" fmla="*/ 715118 h 715117"/>
                <a:gd name="connsiteX48" fmla="*/ 266730 w 631364"/>
                <a:gd name="connsiteY48" fmla="*/ 715118 h 715117"/>
                <a:gd name="connsiteX49" fmla="*/ 266730 w 631364"/>
                <a:gd name="connsiteY49" fmla="*/ 701083 h 715117"/>
                <a:gd name="connsiteX50" fmla="*/ 252695 w 631364"/>
                <a:gd name="connsiteY50" fmla="*/ 701083 h 715117"/>
                <a:gd name="connsiteX51" fmla="*/ 252695 w 631364"/>
                <a:gd name="connsiteY51" fmla="*/ 715118 h 715117"/>
                <a:gd name="connsiteX52" fmla="*/ 140411 w 631364"/>
                <a:gd name="connsiteY52" fmla="*/ 715118 h 715117"/>
                <a:gd name="connsiteX53" fmla="*/ 154447 w 631364"/>
                <a:gd name="connsiteY53" fmla="*/ 715118 h 715117"/>
                <a:gd name="connsiteX54" fmla="*/ 154447 w 631364"/>
                <a:gd name="connsiteY54" fmla="*/ 701083 h 715117"/>
                <a:gd name="connsiteX55" fmla="*/ 140411 w 631364"/>
                <a:gd name="connsiteY55" fmla="*/ 701083 h 715117"/>
                <a:gd name="connsiteX56" fmla="*/ 140411 w 631364"/>
                <a:gd name="connsiteY56" fmla="*/ 715118 h 715117"/>
                <a:gd name="connsiteX57" fmla="*/ 224624 w 631364"/>
                <a:gd name="connsiteY57" fmla="*/ 715118 h 715117"/>
                <a:gd name="connsiteX58" fmla="*/ 238659 w 631364"/>
                <a:gd name="connsiteY58" fmla="*/ 715118 h 715117"/>
                <a:gd name="connsiteX59" fmla="*/ 238659 w 631364"/>
                <a:gd name="connsiteY59" fmla="*/ 701083 h 715117"/>
                <a:gd name="connsiteX60" fmla="*/ 224624 w 631364"/>
                <a:gd name="connsiteY60" fmla="*/ 701083 h 715117"/>
                <a:gd name="connsiteX61" fmla="*/ 224624 w 631364"/>
                <a:gd name="connsiteY61" fmla="*/ 715118 h 715117"/>
                <a:gd name="connsiteX62" fmla="*/ 168482 w 631364"/>
                <a:gd name="connsiteY62" fmla="*/ 715118 h 715117"/>
                <a:gd name="connsiteX63" fmla="*/ 182516 w 631364"/>
                <a:gd name="connsiteY63" fmla="*/ 715118 h 715117"/>
                <a:gd name="connsiteX64" fmla="*/ 182516 w 631364"/>
                <a:gd name="connsiteY64" fmla="*/ 701083 h 715117"/>
                <a:gd name="connsiteX65" fmla="*/ 168482 w 631364"/>
                <a:gd name="connsiteY65" fmla="*/ 701083 h 715117"/>
                <a:gd name="connsiteX66" fmla="*/ 168482 w 631364"/>
                <a:gd name="connsiteY66" fmla="*/ 715118 h 715117"/>
                <a:gd name="connsiteX67" fmla="*/ 57 w 631364"/>
                <a:gd name="connsiteY67" fmla="*/ 715118 h 715117"/>
                <a:gd name="connsiteX68" fmla="*/ 14094 w 631364"/>
                <a:gd name="connsiteY68" fmla="*/ 715118 h 715117"/>
                <a:gd name="connsiteX69" fmla="*/ 14094 w 631364"/>
                <a:gd name="connsiteY69" fmla="*/ 701083 h 715117"/>
                <a:gd name="connsiteX70" fmla="*/ 57 w 631364"/>
                <a:gd name="connsiteY70" fmla="*/ 701083 h 715117"/>
                <a:gd name="connsiteX71" fmla="*/ 57 w 631364"/>
                <a:gd name="connsiteY71" fmla="*/ 715118 h 715117"/>
                <a:gd name="connsiteX72" fmla="*/ 28128 w 631364"/>
                <a:gd name="connsiteY72" fmla="*/ 715118 h 715117"/>
                <a:gd name="connsiteX73" fmla="*/ 42163 w 631364"/>
                <a:gd name="connsiteY73" fmla="*/ 715118 h 715117"/>
                <a:gd name="connsiteX74" fmla="*/ 42163 w 631364"/>
                <a:gd name="connsiteY74" fmla="*/ 701083 h 715117"/>
                <a:gd name="connsiteX75" fmla="*/ 28128 w 631364"/>
                <a:gd name="connsiteY75" fmla="*/ 701083 h 715117"/>
                <a:gd name="connsiteX76" fmla="*/ 28128 w 631364"/>
                <a:gd name="connsiteY76" fmla="*/ 715118 h 715117"/>
                <a:gd name="connsiteX77" fmla="*/ 56199 w 631364"/>
                <a:gd name="connsiteY77" fmla="*/ 715118 h 715117"/>
                <a:gd name="connsiteX78" fmla="*/ 70236 w 631364"/>
                <a:gd name="connsiteY78" fmla="*/ 715118 h 715117"/>
                <a:gd name="connsiteX79" fmla="*/ 70236 w 631364"/>
                <a:gd name="connsiteY79" fmla="*/ 701083 h 715117"/>
                <a:gd name="connsiteX80" fmla="*/ 56199 w 631364"/>
                <a:gd name="connsiteY80" fmla="*/ 701083 h 715117"/>
                <a:gd name="connsiteX81" fmla="*/ 56199 w 631364"/>
                <a:gd name="connsiteY81" fmla="*/ 715118 h 715117"/>
                <a:gd name="connsiteX82" fmla="*/ 112341 w 631364"/>
                <a:gd name="connsiteY82" fmla="*/ 715118 h 715117"/>
                <a:gd name="connsiteX83" fmla="*/ 126376 w 631364"/>
                <a:gd name="connsiteY83" fmla="*/ 715118 h 715117"/>
                <a:gd name="connsiteX84" fmla="*/ 126376 w 631364"/>
                <a:gd name="connsiteY84" fmla="*/ 701083 h 715117"/>
                <a:gd name="connsiteX85" fmla="*/ 112341 w 631364"/>
                <a:gd name="connsiteY85" fmla="*/ 701083 h 715117"/>
                <a:gd name="connsiteX86" fmla="*/ 112341 w 631364"/>
                <a:gd name="connsiteY86" fmla="*/ 715118 h 715117"/>
                <a:gd name="connsiteX87" fmla="*/ 84270 w 631364"/>
                <a:gd name="connsiteY87" fmla="*/ 715118 h 715117"/>
                <a:gd name="connsiteX88" fmla="*/ 98307 w 631364"/>
                <a:gd name="connsiteY88" fmla="*/ 715118 h 715117"/>
                <a:gd name="connsiteX89" fmla="*/ 98307 w 631364"/>
                <a:gd name="connsiteY89" fmla="*/ 701083 h 715117"/>
                <a:gd name="connsiteX90" fmla="*/ 84270 w 631364"/>
                <a:gd name="connsiteY90" fmla="*/ 701083 h 715117"/>
                <a:gd name="connsiteX91" fmla="*/ 84270 w 631364"/>
                <a:gd name="connsiteY91" fmla="*/ 715118 h 715117"/>
                <a:gd name="connsiteX92" fmla="*/ 196553 w 631364"/>
                <a:gd name="connsiteY92" fmla="*/ 715118 h 715117"/>
                <a:gd name="connsiteX93" fmla="*/ 210587 w 631364"/>
                <a:gd name="connsiteY93" fmla="*/ 715118 h 715117"/>
                <a:gd name="connsiteX94" fmla="*/ 210587 w 631364"/>
                <a:gd name="connsiteY94" fmla="*/ 701083 h 715117"/>
                <a:gd name="connsiteX95" fmla="*/ 196553 w 631364"/>
                <a:gd name="connsiteY95" fmla="*/ 701083 h 715117"/>
                <a:gd name="connsiteX96" fmla="*/ 196553 w 631364"/>
                <a:gd name="connsiteY96" fmla="*/ 715118 h 715117"/>
                <a:gd name="connsiteX97" fmla="*/ 505333 w 631364"/>
                <a:gd name="connsiteY97" fmla="*/ 715118 h 715117"/>
                <a:gd name="connsiteX98" fmla="*/ 519369 w 631364"/>
                <a:gd name="connsiteY98" fmla="*/ 715118 h 715117"/>
                <a:gd name="connsiteX99" fmla="*/ 519369 w 631364"/>
                <a:gd name="connsiteY99" fmla="*/ 701083 h 715117"/>
                <a:gd name="connsiteX100" fmla="*/ 505333 w 631364"/>
                <a:gd name="connsiteY100" fmla="*/ 701083 h 715117"/>
                <a:gd name="connsiteX101" fmla="*/ 505333 w 631364"/>
                <a:gd name="connsiteY101" fmla="*/ 715118 h 715117"/>
                <a:gd name="connsiteX102" fmla="*/ 477262 w 631364"/>
                <a:gd name="connsiteY102" fmla="*/ 715118 h 715117"/>
                <a:gd name="connsiteX103" fmla="*/ 491296 w 631364"/>
                <a:gd name="connsiteY103" fmla="*/ 715118 h 715117"/>
                <a:gd name="connsiteX104" fmla="*/ 491296 w 631364"/>
                <a:gd name="connsiteY104" fmla="*/ 701083 h 715117"/>
                <a:gd name="connsiteX105" fmla="*/ 477262 w 631364"/>
                <a:gd name="connsiteY105" fmla="*/ 701083 h 715117"/>
                <a:gd name="connsiteX106" fmla="*/ 477262 w 631364"/>
                <a:gd name="connsiteY106" fmla="*/ 715118 h 715117"/>
                <a:gd name="connsiteX107" fmla="*/ 533404 w 631364"/>
                <a:gd name="connsiteY107" fmla="*/ 715118 h 715117"/>
                <a:gd name="connsiteX108" fmla="*/ 547438 w 631364"/>
                <a:gd name="connsiteY108" fmla="*/ 715118 h 715117"/>
                <a:gd name="connsiteX109" fmla="*/ 547438 w 631364"/>
                <a:gd name="connsiteY109" fmla="*/ 701083 h 715117"/>
                <a:gd name="connsiteX110" fmla="*/ 533404 w 631364"/>
                <a:gd name="connsiteY110" fmla="*/ 701083 h 715117"/>
                <a:gd name="connsiteX111" fmla="*/ 533404 w 631364"/>
                <a:gd name="connsiteY111" fmla="*/ 715118 h 715117"/>
                <a:gd name="connsiteX112" fmla="*/ 308837 w 631364"/>
                <a:gd name="connsiteY112" fmla="*/ 715118 h 715117"/>
                <a:gd name="connsiteX113" fmla="*/ 322872 w 631364"/>
                <a:gd name="connsiteY113" fmla="*/ 715118 h 715117"/>
                <a:gd name="connsiteX114" fmla="*/ 322872 w 631364"/>
                <a:gd name="connsiteY114" fmla="*/ 701083 h 715117"/>
                <a:gd name="connsiteX115" fmla="*/ 308837 w 631364"/>
                <a:gd name="connsiteY115" fmla="*/ 701083 h 715117"/>
                <a:gd name="connsiteX116" fmla="*/ 308837 w 631364"/>
                <a:gd name="connsiteY116" fmla="*/ 715118 h 715117"/>
                <a:gd name="connsiteX117" fmla="*/ 589546 w 631364"/>
                <a:gd name="connsiteY117" fmla="*/ 701081 h 715117"/>
                <a:gd name="connsiteX118" fmla="*/ 589546 w 631364"/>
                <a:gd name="connsiteY118" fmla="*/ 715116 h 715117"/>
                <a:gd name="connsiteX119" fmla="*/ 603580 w 631364"/>
                <a:gd name="connsiteY119" fmla="*/ 715116 h 715117"/>
                <a:gd name="connsiteX120" fmla="*/ 603580 w 631364"/>
                <a:gd name="connsiteY120" fmla="*/ 701081 h 715117"/>
                <a:gd name="connsiteX121" fmla="*/ 589546 w 631364"/>
                <a:gd name="connsiteY121" fmla="*/ 701081 h 715117"/>
                <a:gd name="connsiteX122" fmla="*/ 561475 w 631364"/>
                <a:gd name="connsiteY122" fmla="*/ 715118 h 715117"/>
                <a:gd name="connsiteX123" fmla="*/ 575509 w 631364"/>
                <a:gd name="connsiteY123" fmla="*/ 715118 h 715117"/>
                <a:gd name="connsiteX124" fmla="*/ 575509 w 631364"/>
                <a:gd name="connsiteY124" fmla="*/ 701083 h 715117"/>
                <a:gd name="connsiteX125" fmla="*/ 561475 w 631364"/>
                <a:gd name="connsiteY125" fmla="*/ 701083 h 715117"/>
                <a:gd name="connsiteX126" fmla="*/ 561475 w 631364"/>
                <a:gd name="connsiteY126" fmla="*/ 715118 h 715117"/>
                <a:gd name="connsiteX127" fmla="*/ 364979 w 631364"/>
                <a:gd name="connsiteY127" fmla="*/ 715118 h 715117"/>
                <a:gd name="connsiteX128" fmla="*/ 379016 w 631364"/>
                <a:gd name="connsiteY128" fmla="*/ 715118 h 715117"/>
                <a:gd name="connsiteX129" fmla="*/ 379016 w 631364"/>
                <a:gd name="connsiteY129" fmla="*/ 701083 h 715117"/>
                <a:gd name="connsiteX130" fmla="*/ 364979 w 631364"/>
                <a:gd name="connsiteY130" fmla="*/ 701083 h 715117"/>
                <a:gd name="connsiteX131" fmla="*/ 364979 w 631364"/>
                <a:gd name="connsiteY131" fmla="*/ 715118 h 715117"/>
                <a:gd name="connsiteX132" fmla="*/ 449191 w 631364"/>
                <a:gd name="connsiteY132" fmla="*/ 715118 h 715117"/>
                <a:gd name="connsiteX133" fmla="*/ 463227 w 631364"/>
                <a:gd name="connsiteY133" fmla="*/ 715118 h 715117"/>
                <a:gd name="connsiteX134" fmla="*/ 463227 w 631364"/>
                <a:gd name="connsiteY134" fmla="*/ 701083 h 715117"/>
                <a:gd name="connsiteX135" fmla="*/ 449191 w 631364"/>
                <a:gd name="connsiteY135" fmla="*/ 701083 h 715117"/>
                <a:gd name="connsiteX136" fmla="*/ 449191 w 631364"/>
                <a:gd name="connsiteY136" fmla="*/ 715118 h 715117"/>
                <a:gd name="connsiteX137" fmla="*/ 336908 w 631364"/>
                <a:gd name="connsiteY137" fmla="*/ 715118 h 715117"/>
                <a:gd name="connsiteX138" fmla="*/ 350943 w 631364"/>
                <a:gd name="connsiteY138" fmla="*/ 715118 h 715117"/>
                <a:gd name="connsiteX139" fmla="*/ 350943 w 631364"/>
                <a:gd name="connsiteY139" fmla="*/ 701083 h 715117"/>
                <a:gd name="connsiteX140" fmla="*/ 336908 w 631364"/>
                <a:gd name="connsiteY140" fmla="*/ 701083 h 715117"/>
                <a:gd name="connsiteX141" fmla="*/ 336908 w 631364"/>
                <a:gd name="connsiteY141" fmla="*/ 715118 h 715117"/>
                <a:gd name="connsiteX142" fmla="*/ 393050 w 631364"/>
                <a:gd name="connsiteY142" fmla="*/ 715118 h 715117"/>
                <a:gd name="connsiteX143" fmla="*/ 407085 w 631364"/>
                <a:gd name="connsiteY143" fmla="*/ 715118 h 715117"/>
                <a:gd name="connsiteX144" fmla="*/ 407085 w 631364"/>
                <a:gd name="connsiteY144" fmla="*/ 701083 h 715117"/>
                <a:gd name="connsiteX145" fmla="*/ 393050 w 631364"/>
                <a:gd name="connsiteY145" fmla="*/ 701083 h 715117"/>
                <a:gd name="connsiteX146" fmla="*/ 393050 w 631364"/>
                <a:gd name="connsiteY146" fmla="*/ 715118 h 715117"/>
                <a:gd name="connsiteX147" fmla="*/ 421119 w 631364"/>
                <a:gd name="connsiteY147" fmla="*/ 715118 h 715117"/>
                <a:gd name="connsiteX148" fmla="*/ 435156 w 631364"/>
                <a:gd name="connsiteY148" fmla="*/ 715118 h 715117"/>
                <a:gd name="connsiteX149" fmla="*/ 435156 w 631364"/>
                <a:gd name="connsiteY149" fmla="*/ 701083 h 715117"/>
                <a:gd name="connsiteX150" fmla="*/ 421119 w 631364"/>
                <a:gd name="connsiteY150" fmla="*/ 701083 h 715117"/>
                <a:gd name="connsiteX151" fmla="*/ 421119 w 631364"/>
                <a:gd name="connsiteY151" fmla="*/ 715118 h 715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631364" h="715117">
                  <a:moveTo>
                    <a:pt x="620980" y="0"/>
                  </a:moveTo>
                  <a:lnTo>
                    <a:pt x="596454" y="26399"/>
                  </a:lnTo>
                  <a:lnTo>
                    <a:pt x="573071" y="111"/>
                  </a:lnTo>
                  <a:lnTo>
                    <a:pt x="562585" y="9442"/>
                  </a:lnTo>
                  <a:lnTo>
                    <a:pt x="596230" y="47259"/>
                  </a:lnTo>
                  <a:lnTo>
                    <a:pt x="631265" y="9553"/>
                  </a:lnTo>
                  <a:close/>
                  <a:moveTo>
                    <a:pt x="597716" y="492813"/>
                  </a:moveTo>
                  <a:lnTo>
                    <a:pt x="562685" y="530515"/>
                  </a:lnTo>
                  <a:lnTo>
                    <a:pt x="572970" y="540070"/>
                  </a:lnTo>
                  <a:lnTo>
                    <a:pt x="597494" y="513673"/>
                  </a:lnTo>
                  <a:lnTo>
                    <a:pt x="620879" y="539957"/>
                  </a:lnTo>
                  <a:lnTo>
                    <a:pt x="631365" y="530628"/>
                  </a:lnTo>
                  <a:close/>
                  <a:moveTo>
                    <a:pt x="589958" y="275971"/>
                  </a:moveTo>
                  <a:lnTo>
                    <a:pt x="603992" y="275971"/>
                  </a:lnTo>
                  <a:lnTo>
                    <a:pt x="603992" y="261936"/>
                  </a:lnTo>
                  <a:lnTo>
                    <a:pt x="589958" y="261936"/>
                  </a:lnTo>
                  <a:lnTo>
                    <a:pt x="589958" y="275971"/>
                  </a:lnTo>
                  <a:close/>
                  <a:moveTo>
                    <a:pt x="589958" y="304042"/>
                  </a:moveTo>
                  <a:lnTo>
                    <a:pt x="603992" y="304042"/>
                  </a:lnTo>
                  <a:lnTo>
                    <a:pt x="603992" y="290005"/>
                  </a:lnTo>
                  <a:lnTo>
                    <a:pt x="589958" y="290005"/>
                  </a:lnTo>
                  <a:lnTo>
                    <a:pt x="589958" y="304042"/>
                  </a:lnTo>
                  <a:close/>
                  <a:moveTo>
                    <a:pt x="589958" y="233865"/>
                  </a:moveTo>
                  <a:lnTo>
                    <a:pt x="589958" y="247902"/>
                  </a:lnTo>
                  <a:lnTo>
                    <a:pt x="603992" y="247902"/>
                  </a:lnTo>
                  <a:lnTo>
                    <a:pt x="603992" y="233865"/>
                  </a:lnTo>
                  <a:lnTo>
                    <a:pt x="589958" y="233865"/>
                  </a:lnTo>
                  <a:close/>
                  <a:moveTo>
                    <a:pt x="0" y="686775"/>
                  </a:moveTo>
                  <a:lnTo>
                    <a:pt x="14035" y="686775"/>
                  </a:lnTo>
                  <a:lnTo>
                    <a:pt x="14035" y="672738"/>
                  </a:lnTo>
                  <a:lnTo>
                    <a:pt x="0" y="672738"/>
                  </a:lnTo>
                  <a:lnTo>
                    <a:pt x="0" y="686775"/>
                  </a:lnTo>
                  <a:close/>
                  <a:moveTo>
                    <a:pt x="0" y="658704"/>
                  </a:moveTo>
                  <a:lnTo>
                    <a:pt x="14035" y="658704"/>
                  </a:lnTo>
                  <a:lnTo>
                    <a:pt x="14035" y="644669"/>
                  </a:lnTo>
                  <a:lnTo>
                    <a:pt x="0" y="644669"/>
                  </a:lnTo>
                  <a:lnTo>
                    <a:pt x="0" y="658704"/>
                  </a:lnTo>
                  <a:close/>
                  <a:moveTo>
                    <a:pt x="0" y="616598"/>
                  </a:moveTo>
                  <a:lnTo>
                    <a:pt x="0" y="630634"/>
                  </a:lnTo>
                  <a:lnTo>
                    <a:pt x="14035" y="630634"/>
                  </a:lnTo>
                  <a:lnTo>
                    <a:pt x="14035" y="616598"/>
                  </a:lnTo>
                  <a:lnTo>
                    <a:pt x="0" y="616598"/>
                  </a:lnTo>
                  <a:close/>
                  <a:moveTo>
                    <a:pt x="280766" y="715118"/>
                  </a:moveTo>
                  <a:lnTo>
                    <a:pt x="294801" y="715118"/>
                  </a:lnTo>
                  <a:lnTo>
                    <a:pt x="294801" y="701083"/>
                  </a:lnTo>
                  <a:lnTo>
                    <a:pt x="280766" y="701083"/>
                  </a:lnTo>
                  <a:lnTo>
                    <a:pt x="280766" y="715118"/>
                  </a:lnTo>
                  <a:close/>
                  <a:moveTo>
                    <a:pt x="252695" y="715118"/>
                  </a:moveTo>
                  <a:lnTo>
                    <a:pt x="266730" y="715118"/>
                  </a:lnTo>
                  <a:lnTo>
                    <a:pt x="266730" y="701083"/>
                  </a:lnTo>
                  <a:lnTo>
                    <a:pt x="252695" y="701083"/>
                  </a:lnTo>
                  <a:lnTo>
                    <a:pt x="252695" y="715118"/>
                  </a:lnTo>
                  <a:close/>
                  <a:moveTo>
                    <a:pt x="140411" y="715118"/>
                  </a:moveTo>
                  <a:lnTo>
                    <a:pt x="154447" y="715118"/>
                  </a:lnTo>
                  <a:lnTo>
                    <a:pt x="154447" y="701083"/>
                  </a:lnTo>
                  <a:lnTo>
                    <a:pt x="140411" y="701083"/>
                  </a:lnTo>
                  <a:lnTo>
                    <a:pt x="140411" y="715118"/>
                  </a:lnTo>
                  <a:close/>
                  <a:moveTo>
                    <a:pt x="224624" y="715118"/>
                  </a:moveTo>
                  <a:lnTo>
                    <a:pt x="238659" y="715118"/>
                  </a:lnTo>
                  <a:lnTo>
                    <a:pt x="238659" y="701083"/>
                  </a:lnTo>
                  <a:lnTo>
                    <a:pt x="224624" y="701083"/>
                  </a:lnTo>
                  <a:lnTo>
                    <a:pt x="224624" y="715118"/>
                  </a:lnTo>
                  <a:close/>
                  <a:moveTo>
                    <a:pt x="168482" y="715118"/>
                  </a:moveTo>
                  <a:lnTo>
                    <a:pt x="182516" y="715118"/>
                  </a:lnTo>
                  <a:lnTo>
                    <a:pt x="182516" y="701083"/>
                  </a:lnTo>
                  <a:lnTo>
                    <a:pt x="168482" y="701083"/>
                  </a:lnTo>
                  <a:lnTo>
                    <a:pt x="168482" y="715118"/>
                  </a:lnTo>
                  <a:close/>
                  <a:moveTo>
                    <a:pt x="57" y="715118"/>
                  </a:moveTo>
                  <a:lnTo>
                    <a:pt x="14094" y="715118"/>
                  </a:lnTo>
                  <a:lnTo>
                    <a:pt x="14094" y="701083"/>
                  </a:lnTo>
                  <a:lnTo>
                    <a:pt x="57" y="701083"/>
                  </a:lnTo>
                  <a:lnTo>
                    <a:pt x="57" y="715118"/>
                  </a:lnTo>
                  <a:close/>
                  <a:moveTo>
                    <a:pt x="28128" y="715118"/>
                  </a:moveTo>
                  <a:lnTo>
                    <a:pt x="42163" y="715118"/>
                  </a:lnTo>
                  <a:lnTo>
                    <a:pt x="42163" y="701083"/>
                  </a:lnTo>
                  <a:lnTo>
                    <a:pt x="28128" y="701083"/>
                  </a:lnTo>
                  <a:lnTo>
                    <a:pt x="28128" y="715118"/>
                  </a:lnTo>
                  <a:close/>
                  <a:moveTo>
                    <a:pt x="56199" y="715118"/>
                  </a:moveTo>
                  <a:lnTo>
                    <a:pt x="70236" y="715118"/>
                  </a:lnTo>
                  <a:lnTo>
                    <a:pt x="70236" y="701083"/>
                  </a:lnTo>
                  <a:lnTo>
                    <a:pt x="56199" y="701083"/>
                  </a:lnTo>
                  <a:lnTo>
                    <a:pt x="56199" y="715118"/>
                  </a:lnTo>
                  <a:close/>
                  <a:moveTo>
                    <a:pt x="112341" y="715118"/>
                  </a:moveTo>
                  <a:lnTo>
                    <a:pt x="126376" y="715118"/>
                  </a:lnTo>
                  <a:lnTo>
                    <a:pt x="126376" y="701083"/>
                  </a:lnTo>
                  <a:lnTo>
                    <a:pt x="112341" y="701083"/>
                  </a:lnTo>
                  <a:lnTo>
                    <a:pt x="112341" y="715118"/>
                  </a:lnTo>
                  <a:close/>
                  <a:moveTo>
                    <a:pt x="84270" y="715118"/>
                  </a:moveTo>
                  <a:lnTo>
                    <a:pt x="98307" y="715118"/>
                  </a:lnTo>
                  <a:lnTo>
                    <a:pt x="98307" y="701083"/>
                  </a:lnTo>
                  <a:lnTo>
                    <a:pt x="84270" y="701083"/>
                  </a:lnTo>
                  <a:lnTo>
                    <a:pt x="84270" y="715118"/>
                  </a:lnTo>
                  <a:close/>
                  <a:moveTo>
                    <a:pt x="196553" y="715118"/>
                  </a:moveTo>
                  <a:lnTo>
                    <a:pt x="210587" y="715118"/>
                  </a:lnTo>
                  <a:lnTo>
                    <a:pt x="210587" y="701083"/>
                  </a:lnTo>
                  <a:lnTo>
                    <a:pt x="196553" y="701083"/>
                  </a:lnTo>
                  <a:lnTo>
                    <a:pt x="196553" y="715118"/>
                  </a:lnTo>
                  <a:close/>
                  <a:moveTo>
                    <a:pt x="505333" y="715118"/>
                  </a:moveTo>
                  <a:lnTo>
                    <a:pt x="519369" y="715118"/>
                  </a:lnTo>
                  <a:lnTo>
                    <a:pt x="519369" y="701083"/>
                  </a:lnTo>
                  <a:lnTo>
                    <a:pt x="505333" y="701083"/>
                  </a:lnTo>
                  <a:lnTo>
                    <a:pt x="505333" y="715118"/>
                  </a:lnTo>
                  <a:close/>
                  <a:moveTo>
                    <a:pt x="477262" y="715118"/>
                  </a:moveTo>
                  <a:lnTo>
                    <a:pt x="491296" y="715118"/>
                  </a:lnTo>
                  <a:lnTo>
                    <a:pt x="491296" y="701083"/>
                  </a:lnTo>
                  <a:lnTo>
                    <a:pt x="477262" y="701083"/>
                  </a:lnTo>
                  <a:lnTo>
                    <a:pt x="477262" y="715118"/>
                  </a:lnTo>
                  <a:close/>
                  <a:moveTo>
                    <a:pt x="533404" y="715118"/>
                  </a:moveTo>
                  <a:lnTo>
                    <a:pt x="547438" y="715118"/>
                  </a:lnTo>
                  <a:lnTo>
                    <a:pt x="547438" y="701083"/>
                  </a:lnTo>
                  <a:lnTo>
                    <a:pt x="533404" y="701083"/>
                  </a:lnTo>
                  <a:lnTo>
                    <a:pt x="533404" y="715118"/>
                  </a:lnTo>
                  <a:close/>
                  <a:moveTo>
                    <a:pt x="308837" y="715118"/>
                  </a:moveTo>
                  <a:lnTo>
                    <a:pt x="322872" y="715118"/>
                  </a:lnTo>
                  <a:lnTo>
                    <a:pt x="322872" y="701083"/>
                  </a:lnTo>
                  <a:lnTo>
                    <a:pt x="308837" y="701083"/>
                  </a:lnTo>
                  <a:lnTo>
                    <a:pt x="308837" y="715118"/>
                  </a:lnTo>
                  <a:close/>
                  <a:moveTo>
                    <a:pt x="589546" y="701081"/>
                  </a:moveTo>
                  <a:lnTo>
                    <a:pt x="589546" y="715116"/>
                  </a:lnTo>
                  <a:lnTo>
                    <a:pt x="603580" y="715116"/>
                  </a:lnTo>
                  <a:lnTo>
                    <a:pt x="603580" y="701081"/>
                  </a:lnTo>
                  <a:lnTo>
                    <a:pt x="589546" y="701081"/>
                  </a:lnTo>
                  <a:close/>
                  <a:moveTo>
                    <a:pt x="561475" y="715118"/>
                  </a:moveTo>
                  <a:lnTo>
                    <a:pt x="575509" y="715118"/>
                  </a:lnTo>
                  <a:lnTo>
                    <a:pt x="575509" y="701083"/>
                  </a:lnTo>
                  <a:lnTo>
                    <a:pt x="561475" y="701083"/>
                  </a:lnTo>
                  <a:lnTo>
                    <a:pt x="561475" y="715118"/>
                  </a:lnTo>
                  <a:close/>
                  <a:moveTo>
                    <a:pt x="364979" y="715118"/>
                  </a:moveTo>
                  <a:lnTo>
                    <a:pt x="379016" y="715118"/>
                  </a:lnTo>
                  <a:lnTo>
                    <a:pt x="379016" y="701083"/>
                  </a:lnTo>
                  <a:lnTo>
                    <a:pt x="364979" y="701083"/>
                  </a:lnTo>
                  <a:lnTo>
                    <a:pt x="364979" y="715118"/>
                  </a:lnTo>
                  <a:close/>
                  <a:moveTo>
                    <a:pt x="449191" y="715118"/>
                  </a:moveTo>
                  <a:lnTo>
                    <a:pt x="463227" y="715118"/>
                  </a:lnTo>
                  <a:lnTo>
                    <a:pt x="463227" y="701083"/>
                  </a:lnTo>
                  <a:lnTo>
                    <a:pt x="449191" y="701083"/>
                  </a:lnTo>
                  <a:lnTo>
                    <a:pt x="449191" y="715118"/>
                  </a:lnTo>
                  <a:close/>
                  <a:moveTo>
                    <a:pt x="336908" y="715118"/>
                  </a:moveTo>
                  <a:lnTo>
                    <a:pt x="350943" y="715118"/>
                  </a:lnTo>
                  <a:lnTo>
                    <a:pt x="350943" y="701083"/>
                  </a:lnTo>
                  <a:lnTo>
                    <a:pt x="336908" y="701083"/>
                  </a:lnTo>
                  <a:lnTo>
                    <a:pt x="336908" y="715118"/>
                  </a:lnTo>
                  <a:close/>
                  <a:moveTo>
                    <a:pt x="393050" y="715118"/>
                  </a:moveTo>
                  <a:lnTo>
                    <a:pt x="407085" y="715118"/>
                  </a:lnTo>
                  <a:lnTo>
                    <a:pt x="407085" y="701083"/>
                  </a:lnTo>
                  <a:lnTo>
                    <a:pt x="393050" y="701083"/>
                  </a:lnTo>
                  <a:lnTo>
                    <a:pt x="393050" y="715118"/>
                  </a:lnTo>
                  <a:close/>
                  <a:moveTo>
                    <a:pt x="421119" y="715118"/>
                  </a:moveTo>
                  <a:lnTo>
                    <a:pt x="435156" y="715118"/>
                  </a:lnTo>
                  <a:lnTo>
                    <a:pt x="435156" y="701083"/>
                  </a:lnTo>
                  <a:lnTo>
                    <a:pt x="421119" y="701083"/>
                  </a:lnTo>
                  <a:lnTo>
                    <a:pt x="421119" y="715118"/>
                  </a:lnTo>
                  <a:close/>
                </a:path>
              </a:pathLst>
            </a:custGeom>
            <a:solidFill>
              <a:srgbClr val="4A555F"/>
            </a:solidFill>
            <a:ln w="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02" name="任意形状 1101">
              <a:extLst>
                <a:ext uri="{FF2B5EF4-FFF2-40B4-BE49-F238E27FC236}">
                  <a16:creationId xmlns:a16="http://schemas.microsoft.com/office/drawing/2014/main" id="{2987B370-8D07-6A4E-AB3C-EA1CFA09FE39}"/>
                </a:ext>
              </a:extLst>
            </p:cNvPr>
            <p:cNvSpPr/>
            <p:nvPr/>
          </p:nvSpPr>
          <p:spPr>
            <a:xfrm>
              <a:off x="3973731" y="3897736"/>
              <a:ext cx="603992" cy="598153"/>
            </a:xfrm>
            <a:custGeom>
              <a:avLst/>
              <a:gdLst>
                <a:gd name="connsiteX0" fmla="*/ 589958 w 603992"/>
                <a:gd name="connsiteY0" fmla="*/ 570082 h 598153"/>
                <a:gd name="connsiteX1" fmla="*/ 603992 w 603992"/>
                <a:gd name="connsiteY1" fmla="*/ 570082 h 598153"/>
                <a:gd name="connsiteX2" fmla="*/ 603992 w 603992"/>
                <a:gd name="connsiteY2" fmla="*/ 556046 h 598153"/>
                <a:gd name="connsiteX3" fmla="*/ 589958 w 603992"/>
                <a:gd name="connsiteY3" fmla="*/ 556046 h 598153"/>
                <a:gd name="connsiteX4" fmla="*/ 589958 w 603992"/>
                <a:gd name="connsiteY4" fmla="*/ 570082 h 598153"/>
                <a:gd name="connsiteX5" fmla="*/ 589958 w 603992"/>
                <a:gd name="connsiteY5" fmla="*/ 598153 h 598153"/>
                <a:gd name="connsiteX6" fmla="*/ 603992 w 603992"/>
                <a:gd name="connsiteY6" fmla="*/ 598153 h 598153"/>
                <a:gd name="connsiteX7" fmla="*/ 603992 w 603992"/>
                <a:gd name="connsiteY7" fmla="*/ 584118 h 598153"/>
                <a:gd name="connsiteX8" fmla="*/ 589958 w 603992"/>
                <a:gd name="connsiteY8" fmla="*/ 584118 h 598153"/>
                <a:gd name="connsiteX9" fmla="*/ 589958 w 603992"/>
                <a:gd name="connsiteY9" fmla="*/ 598153 h 598153"/>
                <a:gd name="connsiteX10" fmla="*/ 589958 w 603992"/>
                <a:gd name="connsiteY10" fmla="*/ 542011 h 598153"/>
                <a:gd name="connsiteX11" fmla="*/ 603992 w 603992"/>
                <a:gd name="connsiteY11" fmla="*/ 542011 h 598153"/>
                <a:gd name="connsiteX12" fmla="*/ 603992 w 603992"/>
                <a:gd name="connsiteY12" fmla="*/ 527975 h 598153"/>
                <a:gd name="connsiteX13" fmla="*/ 589958 w 603992"/>
                <a:gd name="connsiteY13" fmla="*/ 527975 h 598153"/>
                <a:gd name="connsiteX14" fmla="*/ 589958 w 603992"/>
                <a:gd name="connsiteY14" fmla="*/ 542011 h 598153"/>
                <a:gd name="connsiteX15" fmla="*/ 589958 w 603992"/>
                <a:gd name="connsiteY15" fmla="*/ 415692 h 598153"/>
                <a:gd name="connsiteX16" fmla="*/ 589958 w 603992"/>
                <a:gd name="connsiteY16" fmla="*/ 429727 h 598153"/>
                <a:gd name="connsiteX17" fmla="*/ 603992 w 603992"/>
                <a:gd name="connsiteY17" fmla="*/ 429727 h 598153"/>
                <a:gd name="connsiteX18" fmla="*/ 603992 w 603992"/>
                <a:gd name="connsiteY18" fmla="*/ 415692 h 598153"/>
                <a:gd name="connsiteX19" fmla="*/ 589958 w 603992"/>
                <a:gd name="connsiteY19" fmla="*/ 415692 h 598153"/>
                <a:gd name="connsiteX20" fmla="*/ 589958 w 603992"/>
                <a:gd name="connsiteY20" fmla="*/ 513940 h 598153"/>
                <a:gd name="connsiteX21" fmla="*/ 603992 w 603992"/>
                <a:gd name="connsiteY21" fmla="*/ 513940 h 598153"/>
                <a:gd name="connsiteX22" fmla="*/ 603992 w 603992"/>
                <a:gd name="connsiteY22" fmla="*/ 499905 h 598153"/>
                <a:gd name="connsiteX23" fmla="*/ 589958 w 603992"/>
                <a:gd name="connsiteY23" fmla="*/ 499905 h 598153"/>
                <a:gd name="connsiteX24" fmla="*/ 589958 w 603992"/>
                <a:gd name="connsiteY24" fmla="*/ 513940 h 598153"/>
                <a:gd name="connsiteX25" fmla="*/ 589958 w 603992"/>
                <a:gd name="connsiteY25" fmla="*/ 457798 h 598153"/>
                <a:gd name="connsiteX26" fmla="*/ 603992 w 603992"/>
                <a:gd name="connsiteY26" fmla="*/ 457798 h 598153"/>
                <a:gd name="connsiteX27" fmla="*/ 603992 w 603992"/>
                <a:gd name="connsiteY27" fmla="*/ 443763 h 598153"/>
                <a:gd name="connsiteX28" fmla="*/ 589958 w 603992"/>
                <a:gd name="connsiteY28" fmla="*/ 443763 h 598153"/>
                <a:gd name="connsiteX29" fmla="*/ 589958 w 603992"/>
                <a:gd name="connsiteY29" fmla="*/ 457798 h 598153"/>
                <a:gd name="connsiteX30" fmla="*/ 589958 w 603992"/>
                <a:gd name="connsiteY30" fmla="*/ 485869 h 598153"/>
                <a:gd name="connsiteX31" fmla="*/ 603992 w 603992"/>
                <a:gd name="connsiteY31" fmla="*/ 485869 h 598153"/>
                <a:gd name="connsiteX32" fmla="*/ 603992 w 603992"/>
                <a:gd name="connsiteY32" fmla="*/ 471832 h 598153"/>
                <a:gd name="connsiteX33" fmla="*/ 589958 w 603992"/>
                <a:gd name="connsiteY33" fmla="*/ 471832 h 598153"/>
                <a:gd name="connsiteX34" fmla="*/ 589958 w 603992"/>
                <a:gd name="connsiteY34" fmla="*/ 485869 h 598153"/>
                <a:gd name="connsiteX35" fmla="*/ 0 w 603992"/>
                <a:gd name="connsiteY35" fmla="*/ 0 h 598153"/>
                <a:gd name="connsiteX36" fmla="*/ 14035 w 603992"/>
                <a:gd name="connsiteY36" fmla="*/ 0 h 598153"/>
                <a:gd name="connsiteX37" fmla="*/ 14035 w 603992"/>
                <a:gd name="connsiteY37" fmla="*/ 112410 h 598153"/>
                <a:gd name="connsiteX38" fmla="*/ 0 w 603992"/>
                <a:gd name="connsiteY38" fmla="*/ 112410 h 598153"/>
                <a:gd name="connsiteX39" fmla="*/ 0 w 603992"/>
                <a:gd name="connsiteY39" fmla="*/ 256117 h 598153"/>
                <a:gd name="connsiteX40" fmla="*/ 14035 w 603992"/>
                <a:gd name="connsiteY40" fmla="*/ 256117 h 598153"/>
                <a:gd name="connsiteX41" fmla="*/ 14035 w 603992"/>
                <a:gd name="connsiteY41" fmla="*/ 368526 h 598153"/>
                <a:gd name="connsiteX42" fmla="*/ 0 w 603992"/>
                <a:gd name="connsiteY42" fmla="*/ 368526 h 598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603992" h="598153">
                  <a:moveTo>
                    <a:pt x="589958" y="570082"/>
                  </a:moveTo>
                  <a:lnTo>
                    <a:pt x="603992" y="570082"/>
                  </a:lnTo>
                  <a:lnTo>
                    <a:pt x="603992" y="556046"/>
                  </a:lnTo>
                  <a:lnTo>
                    <a:pt x="589958" y="556046"/>
                  </a:lnTo>
                  <a:lnTo>
                    <a:pt x="589958" y="570082"/>
                  </a:lnTo>
                  <a:close/>
                  <a:moveTo>
                    <a:pt x="589958" y="598153"/>
                  </a:moveTo>
                  <a:lnTo>
                    <a:pt x="603992" y="598153"/>
                  </a:lnTo>
                  <a:lnTo>
                    <a:pt x="603992" y="584118"/>
                  </a:lnTo>
                  <a:lnTo>
                    <a:pt x="589958" y="584118"/>
                  </a:lnTo>
                  <a:lnTo>
                    <a:pt x="589958" y="598153"/>
                  </a:lnTo>
                  <a:close/>
                  <a:moveTo>
                    <a:pt x="589958" y="542011"/>
                  </a:moveTo>
                  <a:lnTo>
                    <a:pt x="603992" y="542011"/>
                  </a:lnTo>
                  <a:lnTo>
                    <a:pt x="603992" y="527975"/>
                  </a:lnTo>
                  <a:lnTo>
                    <a:pt x="589958" y="527975"/>
                  </a:lnTo>
                  <a:lnTo>
                    <a:pt x="589958" y="542011"/>
                  </a:lnTo>
                  <a:close/>
                  <a:moveTo>
                    <a:pt x="589958" y="415692"/>
                  </a:moveTo>
                  <a:lnTo>
                    <a:pt x="589958" y="429727"/>
                  </a:lnTo>
                  <a:lnTo>
                    <a:pt x="603992" y="429727"/>
                  </a:lnTo>
                  <a:lnTo>
                    <a:pt x="603992" y="415692"/>
                  </a:lnTo>
                  <a:lnTo>
                    <a:pt x="589958" y="415692"/>
                  </a:lnTo>
                  <a:close/>
                  <a:moveTo>
                    <a:pt x="589958" y="513940"/>
                  </a:moveTo>
                  <a:lnTo>
                    <a:pt x="603992" y="513940"/>
                  </a:lnTo>
                  <a:lnTo>
                    <a:pt x="603992" y="499905"/>
                  </a:lnTo>
                  <a:lnTo>
                    <a:pt x="589958" y="499905"/>
                  </a:lnTo>
                  <a:lnTo>
                    <a:pt x="589958" y="513940"/>
                  </a:lnTo>
                  <a:close/>
                  <a:moveTo>
                    <a:pt x="589958" y="457798"/>
                  </a:moveTo>
                  <a:lnTo>
                    <a:pt x="603992" y="457798"/>
                  </a:lnTo>
                  <a:lnTo>
                    <a:pt x="603992" y="443763"/>
                  </a:lnTo>
                  <a:lnTo>
                    <a:pt x="589958" y="443763"/>
                  </a:lnTo>
                  <a:lnTo>
                    <a:pt x="589958" y="457798"/>
                  </a:lnTo>
                  <a:close/>
                  <a:moveTo>
                    <a:pt x="589958" y="485869"/>
                  </a:moveTo>
                  <a:lnTo>
                    <a:pt x="603992" y="485869"/>
                  </a:lnTo>
                  <a:lnTo>
                    <a:pt x="603992" y="471832"/>
                  </a:lnTo>
                  <a:lnTo>
                    <a:pt x="589958" y="471832"/>
                  </a:lnTo>
                  <a:lnTo>
                    <a:pt x="589958" y="485869"/>
                  </a:lnTo>
                  <a:close/>
                  <a:moveTo>
                    <a:pt x="0" y="0"/>
                  </a:moveTo>
                  <a:lnTo>
                    <a:pt x="14035" y="0"/>
                  </a:lnTo>
                  <a:lnTo>
                    <a:pt x="14035" y="112410"/>
                  </a:lnTo>
                  <a:lnTo>
                    <a:pt x="0" y="112410"/>
                  </a:lnTo>
                  <a:close/>
                  <a:moveTo>
                    <a:pt x="0" y="256117"/>
                  </a:moveTo>
                  <a:lnTo>
                    <a:pt x="14035" y="256117"/>
                  </a:lnTo>
                  <a:lnTo>
                    <a:pt x="14035" y="368526"/>
                  </a:lnTo>
                  <a:lnTo>
                    <a:pt x="0" y="368526"/>
                  </a:lnTo>
                  <a:close/>
                </a:path>
              </a:pathLst>
            </a:custGeom>
            <a:solidFill>
              <a:srgbClr val="4A555F"/>
            </a:solidFill>
            <a:ln w="8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pic>
        <p:nvPicPr>
          <p:cNvPr id="1103" name="图片 1102">
            <a:extLst>
              <a:ext uri="{FF2B5EF4-FFF2-40B4-BE49-F238E27FC236}">
                <a16:creationId xmlns:a16="http://schemas.microsoft.com/office/drawing/2014/main" id="{7180D449-5E66-8F4F-8754-8636B08108AC}"/>
              </a:ext>
            </a:extLst>
          </p:cNvPr>
          <p:cNvPicPr>
            <a:picLocks/>
          </p:cNvPicPr>
          <p:nvPr/>
        </p:nvPicPr>
        <p:blipFill>
          <a:blip r:embed="rId16"/>
          <a:stretch>
            <a:fillRect/>
          </a:stretch>
        </p:blipFill>
        <p:spPr>
          <a:xfrm>
            <a:off x="244406" y="5330781"/>
            <a:ext cx="366441" cy="542283"/>
          </a:xfrm>
          <a:prstGeom prst="rect">
            <a:avLst/>
          </a:prstGeom>
        </p:spPr>
      </p:pic>
      <p:grpSp>
        <p:nvGrpSpPr>
          <p:cNvPr id="1104" name="组合 1103">
            <a:extLst>
              <a:ext uri="{FF2B5EF4-FFF2-40B4-BE49-F238E27FC236}">
                <a16:creationId xmlns:a16="http://schemas.microsoft.com/office/drawing/2014/main" id="{2F6CC03D-07B9-7A47-B829-F7D0E8560C1A}"/>
              </a:ext>
            </a:extLst>
          </p:cNvPr>
          <p:cNvGrpSpPr/>
          <p:nvPr/>
        </p:nvGrpSpPr>
        <p:grpSpPr>
          <a:xfrm>
            <a:off x="2944300" y="2584875"/>
            <a:ext cx="137482" cy="547733"/>
            <a:chOff x="4155040" y="2584875"/>
            <a:chExt cx="137482" cy="547733"/>
          </a:xfrm>
        </p:grpSpPr>
        <p:sp>
          <p:nvSpPr>
            <p:cNvPr id="1105" name="椭圆 1104">
              <a:extLst>
                <a:ext uri="{FF2B5EF4-FFF2-40B4-BE49-F238E27FC236}">
                  <a16:creationId xmlns:a16="http://schemas.microsoft.com/office/drawing/2014/main" id="{42448E71-AF11-2144-BA97-104ADC591A25}"/>
                </a:ext>
              </a:extLst>
            </p:cNvPr>
            <p:cNvSpPr/>
            <p:nvPr/>
          </p:nvSpPr>
          <p:spPr>
            <a:xfrm>
              <a:off x="4174035" y="2593805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6" name="椭圆 1105">
              <a:extLst>
                <a:ext uri="{FF2B5EF4-FFF2-40B4-BE49-F238E27FC236}">
                  <a16:creationId xmlns:a16="http://schemas.microsoft.com/office/drawing/2014/main" id="{8073AB2B-D80C-2D49-B044-9532F12B7A42}"/>
                </a:ext>
              </a:extLst>
            </p:cNvPr>
            <p:cNvSpPr/>
            <p:nvPr/>
          </p:nvSpPr>
          <p:spPr>
            <a:xfrm>
              <a:off x="4174035" y="2740393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7" name="椭圆 1106">
              <a:extLst>
                <a:ext uri="{FF2B5EF4-FFF2-40B4-BE49-F238E27FC236}">
                  <a16:creationId xmlns:a16="http://schemas.microsoft.com/office/drawing/2014/main" id="{39C134D9-4144-5D40-B77A-E03FBD9828AB}"/>
                </a:ext>
              </a:extLst>
            </p:cNvPr>
            <p:cNvSpPr/>
            <p:nvPr/>
          </p:nvSpPr>
          <p:spPr>
            <a:xfrm>
              <a:off x="4174035" y="2886981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74C75CD-4428-3743-A972-AB64898AC5B4}"/>
                </a:ext>
              </a:extLst>
            </p:cNvPr>
            <p:cNvSpPr/>
            <p:nvPr/>
          </p:nvSpPr>
          <p:spPr>
            <a:xfrm>
              <a:off x="4174035" y="3033569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9" name="圆角矩形 1108">
              <a:extLst>
                <a:ext uri="{FF2B5EF4-FFF2-40B4-BE49-F238E27FC236}">
                  <a16:creationId xmlns:a16="http://schemas.microsoft.com/office/drawing/2014/main" id="{A0A9414A-57E8-0C45-B20F-B28C2A3C0EEF}"/>
                </a:ext>
              </a:extLst>
            </p:cNvPr>
            <p:cNvSpPr/>
            <p:nvPr/>
          </p:nvSpPr>
          <p:spPr>
            <a:xfrm>
              <a:off x="4155040" y="2584875"/>
              <a:ext cx="137482" cy="254907"/>
            </a:xfrm>
            <a:prstGeom prst="roundRect">
              <a:avLst/>
            </a:prstGeom>
            <a:noFill/>
            <a:ln w="127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10" name="圆角矩形 1109">
              <a:extLst>
                <a:ext uri="{FF2B5EF4-FFF2-40B4-BE49-F238E27FC236}">
                  <a16:creationId xmlns:a16="http://schemas.microsoft.com/office/drawing/2014/main" id="{39081842-A229-0D4A-8B43-2E961ACB66CD}"/>
                </a:ext>
              </a:extLst>
            </p:cNvPr>
            <p:cNvSpPr/>
            <p:nvPr/>
          </p:nvSpPr>
          <p:spPr>
            <a:xfrm>
              <a:off x="4155040" y="2877701"/>
              <a:ext cx="137482" cy="254907"/>
            </a:xfrm>
            <a:prstGeom prst="roundRect">
              <a:avLst/>
            </a:prstGeom>
            <a:noFill/>
            <a:ln w="127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DF370F04-91A9-8744-A46A-AB080EE1ABC7}"/>
              </a:ext>
            </a:extLst>
          </p:cNvPr>
          <p:cNvGrpSpPr/>
          <p:nvPr/>
        </p:nvGrpSpPr>
        <p:grpSpPr>
          <a:xfrm>
            <a:off x="1152564" y="2593805"/>
            <a:ext cx="93505" cy="534171"/>
            <a:chOff x="4174035" y="2593805"/>
            <a:chExt cx="93505" cy="534171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881341A7-C298-984D-9092-E834AE9870EA}"/>
                </a:ext>
              </a:extLst>
            </p:cNvPr>
            <p:cNvSpPr/>
            <p:nvPr/>
          </p:nvSpPr>
          <p:spPr>
            <a:xfrm>
              <a:off x="4174035" y="2593805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3" name="椭圆 1112">
              <a:extLst>
                <a:ext uri="{FF2B5EF4-FFF2-40B4-BE49-F238E27FC236}">
                  <a16:creationId xmlns:a16="http://schemas.microsoft.com/office/drawing/2014/main" id="{A329C5EB-4BE8-594A-ACB9-2D218B6B4D06}"/>
                </a:ext>
              </a:extLst>
            </p:cNvPr>
            <p:cNvSpPr/>
            <p:nvPr/>
          </p:nvSpPr>
          <p:spPr>
            <a:xfrm>
              <a:off x="4174035" y="2740393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4" name="椭圆 1113">
              <a:extLst>
                <a:ext uri="{FF2B5EF4-FFF2-40B4-BE49-F238E27FC236}">
                  <a16:creationId xmlns:a16="http://schemas.microsoft.com/office/drawing/2014/main" id="{54CF0762-05B2-0040-97EF-6DFE96A5AAB9}"/>
                </a:ext>
              </a:extLst>
            </p:cNvPr>
            <p:cNvSpPr/>
            <p:nvPr/>
          </p:nvSpPr>
          <p:spPr>
            <a:xfrm>
              <a:off x="4174035" y="2886981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15" name="椭圆 1114">
              <a:extLst>
                <a:ext uri="{FF2B5EF4-FFF2-40B4-BE49-F238E27FC236}">
                  <a16:creationId xmlns:a16="http://schemas.microsoft.com/office/drawing/2014/main" id="{81EE146A-B27E-A344-9E9C-A94613E8BB78}"/>
                </a:ext>
              </a:extLst>
            </p:cNvPr>
            <p:cNvSpPr/>
            <p:nvPr/>
          </p:nvSpPr>
          <p:spPr>
            <a:xfrm>
              <a:off x="4174035" y="3033569"/>
              <a:ext cx="93505" cy="94407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6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kumimoji="1" lang="zh-CN" altLang="en-US" sz="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16" name="文本框 1115">
            <a:extLst>
              <a:ext uri="{FF2B5EF4-FFF2-40B4-BE49-F238E27FC236}">
                <a16:creationId xmlns:a16="http://schemas.microsoft.com/office/drawing/2014/main" id="{8BF7C15B-2D5C-FF4B-81C7-4C6CFDE3962C}"/>
              </a:ext>
            </a:extLst>
          </p:cNvPr>
          <p:cNvSpPr txBox="1"/>
          <p:nvPr/>
        </p:nvSpPr>
        <p:spPr>
          <a:xfrm>
            <a:off x="5063683" y="1221259"/>
            <a:ext cx="12809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dirty="0">
                <a:latin typeface="FangSong" panose="02010609060101010101" pitchFamily="49" charset="-122"/>
                <a:ea typeface="FangSong" panose="02010609060101010101" pitchFamily="49" charset="-122"/>
                <a:cs typeface="Times New Roman" panose="02020603050405020304" pitchFamily="18" charset="0"/>
              </a:rPr>
              <a:t>用户需求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4B5E1CD-3E44-9242-A0C2-B64AA444BB54}"/>
              </a:ext>
            </a:extLst>
          </p:cNvPr>
          <p:cNvSpPr/>
          <p:nvPr/>
        </p:nvSpPr>
        <p:spPr>
          <a:xfrm>
            <a:off x="7792278" y="1455192"/>
            <a:ext cx="3697357" cy="57320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适用于不同计算场景</a:t>
            </a:r>
          </a:p>
        </p:txBody>
      </p:sp>
      <p:sp>
        <p:nvSpPr>
          <p:cNvPr id="1117" name="圆角矩形 1116">
            <a:extLst>
              <a:ext uri="{FF2B5EF4-FFF2-40B4-BE49-F238E27FC236}">
                <a16:creationId xmlns:a16="http://schemas.microsoft.com/office/drawing/2014/main" id="{5A1E1467-E7F8-CA49-B4D5-066B0B6A809E}"/>
              </a:ext>
            </a:extLst>
          </p:cNvPr>
          <p:cNvSpPr/>
          <p:nvPr/>
        </p:nvSpPr>
        <p:spPr>
          <a:xfrm>
            <a:off x="7776439" y="2475881"/>
            <a:ext cx="3697357" cy="7653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协同优化设计，相比于单步优化，提高了系统优化上限</a:t>
            </a:r>
          </a:p>
        </p:txBody>
      </p:sp>
      <p:sp>
        <p:nvSpPr>
          <p:cNvPr id="1118" name="圆角矩形 1117">
            <a:extLst>
              <a:ext uri="{FF2B5EF4-FFF2-40B4-BE49-F238E27FC236}">
                <a16:creationId xmlns:a16="http://schemas.microsoft.com/office/drawing/2014/main" id="{86B3CCC1-6406-A545-A873-1598772E00FC}"/>
              </a:ext>
            </a:extLst>
          </p:cNvPr>
          <p:cNvSpPr>
            <a:spLocks/>
          </p:cNvSpPr>
          <p:nvPr/>
        </p:nvSpPr>
        <p:spPr>
          <a:xfrm>
            <a:off x="7779960" y="3370451"/>
            <a:ext cx="3697357" cy="7653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定量的评估模型，为系统的优化设计指明了方向</a:t>
            </a:r>
          </a:p>
        </p:txBody>
      </p:sp>
      <p:sp>
        <p:nvSpPr>
          <p:cNvPr id="1119" name="圆角矩形 1118">
            <a:extLst>
              <a:ext uri="{FF2B5EF4-FFF2-40B4-BE49-F238E27FC236}">
                <a16:creationId xmlns:a16="http://schemas.microsoft.com/office/drawing/2014/main" id="{6A72C182-3D9A-AB45-85E6-28BEB481F429}"/>
              </a:ext>
            </a:extLst>
          </p:cNvPr>
          <p:cNvSpPr>
            <a:spLocks/>
          </p:cNvSpPr>
          <p:nvPr/>
        </p:nvSpPr>
        <p:spPr>
          <a:xfrm>
            <a:off x="7770297" y="4281145"/>
            <a:ext cx="3697357" cy="7653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评估反馈，实现自适应的分布式计算优化</a:t>
            </a:r>
          </a:p>
        </p:txBody>
      </p:sp>
      <p:sp>
        <p:nvSpPr>
          <p:cNvPr id="1120" name="圆角矩形 1119">
            <a:extLst>
              <a:ext uri="{FF2B5EF4-FFF2-40B4-BE49-F238E27FC236}">
                <a16:creationId xmlns:a16="http://schemas.microsoft.com/office/drawing/2014/main" id="{2601275E-207D-EE48-8B08-C6E4D02C57A7}"/>
              </a:ext>
            </a:extLst>
          </p:cNvPr>
          <p:cNvSpPr/>
          <p:nvPr/>
        </p:nvSpPr>
        <p:spPr>
          <a:xfrm>
            <a:off x="7781732" y="5327047"/>
            <a:ext cx="3697357" cy="57320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>
                <a:solidFill>
                  <a:schemeClr val="tx1"/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利用底层硬件信息协同评估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5CF96673-D401-CB4C-9D6C-E74B57B4D47D}"/>
              </a:ext>
            </a:extLst>
          </p:cNvPr>
          <p:cNvCxnSpPr>
            <a:stCxn id="240" idx="3"/>
            <a:endCxn id="1118" idx="1"/>
          </p:cNvCxnSpPr>
          <p:nvPr/>
        </p:nvCxnSpPr>
        <p:spPr>
          <a:xfrm>
            <a:off x="6409392" y="3664403"/>
            <a:ext cx="1370568" cy="88705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1" name="直线箭头连接符 1120">
            <a:extLst>
              <a:ext uri="{FF2B5EF4-FFF2-40B4-BE49-F238E27FC236}">
                <a16:creationId xmlns:a16="http://schemas.microsoft.com/office/drawing/2014/main" id="{31C6CEAD-1612-3945-AF38-B7154DB0BB2D}"/>
              </a:ext>
            </a:extLst>
          </p:cNvPr>
          <p:cNvCxnSpPr>
            <a:cxnSpLocks/>
            <a:endCxn id="1120" idx="1"/>
          </p:cNvCxnSpPr>
          <p:nvPr/>
        </p:nvCxnSpPr>
        <p:spPr>
          <a:xfrm>
            <a:off x="6041499" y="4943544"/>
            <a:ext cx="1740233" cy="670105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2" name="直线箭头连接符 1121">
            <a:extLst>
              <a:ext uri="{FF2B5EF4-FFF2-40B4-BE49-F238E27FC236}">
                <a16:creationId xmlns:a16="http://schemas.microsoft.com/office/drawing/2014/main" id="{9254189B-D73A-184F-A384-E184CDB9B3AD}"/>
              </a:ext>
            </a:extLst>
          </p:cNvPr>
          <p:cNvCxnSpPr>
            <a:cxnSpLocks/>
            <a:stCxn id="139" idx="3"/>
            <a:endCxn id="1119" idx="1"/>
          </p:cNvCxnSpPr>
          <p:nvPr/>
        </p:nvCxnSpPr>
        <p:spPr>
          <a:xfrm>
            <a:off x="3019825" y="3301078"/>
            <a:ext cx="4750472" cy="1362724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3" name="直线箭头连接符 1122">
            <a:extLst>
              <a:ext uri="{FF2B5EF4-FFF2-40B4-BE49-F238E27FC236}">
                <a16:creationId xmlns:a16="http://schemas.microsoft.com/office/drawing/2014/main" id="{F37CECAA-8A41-2046-A6C4-3A4BE815BF23}"/>
              </a:ext>
            </a:extLst>
          </p:cNvPr>
          <p:cNvCxnSpPr>
            <a:cxnSpLocks/>
            <a:stCxn id="46" idx="3"/>
            <a:endCxn id="17" idx="1"/>
          </p:cNvCxnSpPr>
          <p:nvPr/>
        </p:nvCxnSpPr>
        <p:spPr>
          <a:xfrm>
            <a:off x="7386738" y="1735140"/>
            <a:ext cx="405540" cy="6654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8" name="直线箭头连接符 1127">
            <a:extLst>
              <a:ext uri="{FF2B5EF4-FFF2-40B4-BE49-F238E27FC236}">
                <a16:creationId xmlns:a16="http://schemas.microsoft.com/office/drawing/2014/main" id="{6AC2F42E-5208-D84F-A4B4-5F611AC8C0BB}"/>
              </a:ext>
            </a:extLst>
          </p:cNvPr>
          <p:cNvCxnSpPr>
            <a:cxnSpLocks/>
            <a:stCxn id="115" idx="3"/>
            <a:endCxn id="1117" idx="1"/>
          </p:cNvCxnSpPr>
          <p:nvPr/>
        </p:nvCxnSpPr>
        <p:spPr>
          <a:xfrm>
            <a:off x="2675542" y="2822286"/>
            <a:ext cx="5100897" cy="36252"/>
          </a:xfrm>
          <a:prstGeom prst="straightConnector1">
            <a:avLst/>
          </a:prstGeom>
          <a:ln w="12700">
            <a:solidFill>
              <a:schemeClr val="accent2"/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32" name="组合 1131">
            <a:extLst>
              <a:ext uri="{FF2B5EF4-FFF2-40B4-BE49-F238E27FC236}">
                <a16:creationId xmlns:a16="http://schemas.microsoft.com/office/drawing/2014/main" id="{935D62A5-CE3C-9740-B74F-4A9C11B4C61A}"/>
              </a:ext>
            </a:extLst>
          </p:cNvPr>
          <p:cNvGrpSpPr/>
          <p:nvPr/>
        </p:nvGrpSpPr>
        <p:grpSpPr>
          <a:xfrm>
            <a:off x="440604" y="267894"/>
            <a:ext cx="690049" cy="690049"/>
            <a:chOff x="440604" y="267894"/>
            <a:chExt cx="1470105" cy="1470105"/>
          </a:xfrm>
        </p:grpSpPr>
        <p:sp>
          <p:nvSpPr>
            <p:cNvPr id="1133" name="椭圆 1132">
              <a:extLst>
                <a:ext uri="{FF2B5EF4-FFF2-40B4-BE49-F238E27FC236}">
                  <a16:creationId xmlns:a16="http://schemas.microsoft.com/office/drawing/2014/main" id="{84917B62-A602-9841-84F8-9D9D54CEAE02}"/>
                </a:ext>
              </a:extLst>
            </p:cNvPr>
            <p:cNvSpPr/>
            <p:nvPr/>
          </p:nvSpPr>
          <p:spPr>
            <a:xfrm>
              <a:off x="440604" y="267894"/>
              <a:ext cx="1470105" cy="147010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/>
            </a:p>
          </p:txBody>
        </p:sp>
        <p:sp>
          <p:nvSpPr>
            <p:cNvPr id="1134" name="文本框 1133">
              <a:extLst>
                <a:ext uri="{FF2B5EF4-FFF2-40B4-BE49-F238E27FC236}">
                  <a16:creationId xmlns:a16="http://schemas.microsoft.com/office/drawing/2014/main" id="{81EEA1C5-FCDD-DE4D-ADB0-1F0DF1CC1D73}"/>
                </a:ext>
              </a:extLst>
            </p:cNvPr>
            <p:cNvSpPr txBox="1"/>
            <p:nvPr/>
          </p:nvSpPr>
          <p:spPr>
            <a:xfrm>
              <a:off x="596454" y="427295"/>
              <a:ext cx="1158401" cy="1114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FangSong" panose="02010609060101010101" pitchFamily="49" charset="-122"/>
                  <a:ea typeface="FangSong" panose="02010609060101010101" pitchFamily="49" charset="-122"/>
                </a:rPr>
                <a:t>04</a:t>
              </a:r>
              <a:endParaRPr lang="zh-CN" altLang="en-US" sz="28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2831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5DC90873-508C-EC40-66FD-3413FF799867}"/>
              </a:ext>
            </a:extLst>
          </p:cNvPr>
          <p:cNvSpPr/>
          <p:nvPr/>
        </p:nvSpPr>
        <p:spPr>
          <a:xfrm>
            <a:off x="3007733" y="2475714"/>
            <a:ext cx="6176530" cy="624100"/>
          </a:xfrm>
          <a:prstGeom prst="roundRect">
            <a:avLst>
              <a:gd name="adj" fmla="val 50000"/>
            </a:avLst>
          </a:prstGeom>
          <a:noFill/>
          <a:ln>
            <a:solidFill>
              <a:srgbClr val="55667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E3050EA2-1F98-F38D-9A1A-5E3FB1D07DC7}"/>
              </a:ext>
            </a:extLst>
          </p:cNvPr>
          <p:cNvSpPr/>
          <p:nvPr/>
        </p:nvSpPr>
        <p:spPr>
          <a:xfrm rot="10800000">
            <a:off x="0" y="5657467"/>
            <a:ext cx="12192000" cy="1200533"/>
          </a:xfrm>
          <a:custGeom>
            <a:avLst/>
            <a:gdLst>
              <a:gd name="connsiteX0" fmla="*/ 6092419 w 12192000"/>
              <a:gd name="connsiteY0" fmla="*/ 1200533 h 1200533"/>
              <a:gd name="connsiteX1" fmla="*/ 252509 w 12192000"/>
              <a:gd name="connsiteY1" fmla="*/ 647355 h 1200533"/>
              <a:gd name="connsiteX2" fmla="*/ 0 w 12192000"/>
              <a:gd name="connsiteY2" fmla="*/ 588332 h 1200533"/>
              <a:gd name="connsiteX3" fmla="*/ 0 w 12192000"/>
              <a:gd name="connsiteY3" fmla="*/ 0 h 1200533"/>
              <a:gd name="connsiteX4" fmla="*/ 12192000 w 12192000"/>
              <a:gd name="connsiteY4" fmla="*/ 0 h 1200533"/>
              <a:gd name="connsiteX5" fmla="*/ 12192000 w 12192000"/>
              <a:gd name="connsiteY5" fmla="*/ 586658 h 1200533"/>
              <a:gd name="connsiteX6" fmla="*/ 11932330 w 12192000"/>
              <a:gd name="connsiteY6" fmla="*/ 647355 h 1200533"/>
              <a:gd name="connsiteX7" fmla="*/ 6092419 w 12192000"/>
              <a:gd name="connsiteY7" fmla="*/ 1200533 h 1200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200533">
                <a:moveTo>
                  <a:pt x="6092419" y="1200533"/>
                </a:moveTo>
                <a:cubicBezTo>
                  <a:pt x="3843896" y="1200533"/>
                  <a:pt x="1794936" y="991054"/>
                  <a:pt x="252509" y="647355"/>
                </a:cubicBezTo>
                <a:lnTo>
                  <a:pt x="0" y="588332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586658"/>
                </a:lnTo>
                <a:lnTo>
                  <a:pt x="11932330" y="647355"/>
                </a:lnTo>
                <a:cubicBezTo>
                  <a:pt x="10389903" y="991054"/>
                  <a:pt x="8340943" y="1200533"/>
                  <a:pt x="6092419" y="120053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CD24AC10-E80A-93D3-BC61-6D1F3C45A1FB}"/>
              </a:ext>
            </a:extLst>
          </p:cNvPr>
          <p:cNvSpPr/>
          <p:nvPr/>
        </p:nvSpPr>
        <p:spPr>
          <a:xfrm>
            <a:off x="0" y="0"/>
            <a:ext cx="12192000" cy="1091379"/>
          </a:xfrm>
          <a:custGeom>
            <a:avLst/>
            <a:gdLst>
              <a:gd name="connsiteX0" fmla="*/ 0 w 12192000"/>
              <a:gd name="connsiteY0" fmla="*/ 0 h 1091379"/>
              <a:gd name="connsiteX1" fmla="*/ 12192000 w 12192000"/>
              <a:gd name="connsiteY1" fmla="*/ 0 h 1091379"/>
              <a:gd name="connsiteX2" fmla="*/ 12192000 w 12192000"/>
              <a:gd name="connsiteY2" fmla="*/ 477504 h 1091379"/>
              <a:gd name="connsiteX3" fmla="*/ 11932330 w 12192000"/>
              <a:gd name="connsiteY3" fmla="*/ 538201 h 1091379"/>
              <a:gd name="connsiteX4" fmla="*/ 6092419 w 12192000"/>
              <a:gd name="connsiteY4" fmla="*/ 1091379 h 1091379"/>
              <a:gd name="connsiteX5" fmla="*/ 252509 w 12192000"/>
              <a:gd name="connsiteY5" fmla="*/ 538201 h 1091379"/>
              <a:gd name="connsiteX6" fmla="*/ 0 w 12192000"/>
              <a:gd name="connsiteY6" fmla="*/ 479178 h 1091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091379">
                <a:moveTo>
                  <a:pt x="0" y="0"/>
                </a:moveTo>
                <a:lnTo>
                  <a:pt x="12192000" y="0"/>
                </a:lnTo>
                <a:lnTo>
                  <a:pt x="12192000" y="477504"/>
                </a:lnTo>
                <a:lnTo>
                  <a:pt x="11932330" y="538201"/>
                </a:lnTo>
                <a:cubicBezTo>
                  <a:pt x="10389903" y="881900"/>
                  <a:pt x="8340943" y="1091379"/>
                  <a:pt x="6092419" y="1091379"/>
                </a:cubicBezTo>
                <a:cubicBezTo>
                  <a:pt x="3843896" y="1091379"/>
                  <a:pt x="1794936" y="881900"/>
                  <a:pt x="252509" y="538201"/>
                </a:cubicBezTo>
                <a:lnTo>
                  <a:pt x="0" y="479178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8364EF49-0656-65FD-4430-89E8AF3C9069}"/>
              </a:ext>
            </a:extLst>
          </p:cNvPr>
          <p:cNvSpPr/>
          <p:nvPr/>
        </p:nvSpPr>
        <p:spPr>
          <a:xfrm>
            <a:off x="-8502342" y="6101472"/>
            <a:ext cx="24697848" cy="7138910"/>
          </a:xfrm>
          <a:prstGeom prst="ellipse">
            <a:avLst/>
          </a:prstGeom>
          <a:noFill/>
          <a:ln w="25400">
            <a:gradFill>
              <a:gsLst>
                <a:gs pos="0">
                  <a:schemeClr val="bg1"/>
                </a:gs>
                <a:gs pos="17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F6981AB-5289-C834-4552-893569830023}"/>
              </a:ext>
            </a:extLst>
          </p:cNvPr>
          <p:cNvSpPr txBox="1"/>
          <p:nvPr/>
        </p:nvSpPr>
        <p:spPr>
          <a:xfrm>
            <a:off x="3812461" y="2384619"/>
            <a:ext cx="4620340" cy="678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5">
                    <a:lumMod val="75000"/>
                  </a:schemeClr>
                </a:solidFill>
              </a:rPr>
              <a:t>实验结果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8326001F-0149-B855-5105-476AB4A5EAAE}"/>
              </a:ext>
            </a:extLst>
          </p:cNvPr>
          <p:cNvSpPr/>
          <p:nvPr/>
        </p:nvSpPr>
        <p:spPr>
          <a:xfrm>
            <a:off x="5360947" y="579923"/>
            <a:ext cx="1470105" cy="147010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3693C7-6196-5413-2E51-B5830C55AC6A}"/>
              </a:ext>
            </a:extLst>
          </p:cNvPr>
          <p:cNvSpPr txBox="1"/>
          <p:nvPr/>
        </p:nvSpPr>
        <p:spPr>
          <a:xfrm>
            <a:off x="5645577" y="815577"/>
            <a:ext cx="9541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>
                <a:latin typeface="FangSong" panose="02010609060101010101" pitchFamily="49" charset="-122"/>
                <a:ea typeface="FangSong" panose="02010609060101010101" pitchFamily="49" charset="-122"/>
              </a:rPr>
              <a:t>03</a:t>
            </a:r>
            <a:endParaRPr lang="zh-CN" altLang="en-US" sz="6000" dirty="0">
              <a:latin typeface="FangSong" panose="02010609060101010101" pitchFamily="49" charset="-122"/>
              <a:ea typeface="FangSong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5108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文本框 25">
            <a:extLst>
              <a:ext uri="{FF2B5EF4-FFF2-40B4-BE49-F238E27FC236}">
                <a16:creationId xmlns:a16="http://schemas.microsoft.com/office/drawing/2014/main" id="{0F6981AB-5289-C834-4552-893569830023}"/>
              </a:ext>
            </a:extLst>
          </p:cNvPr>
          <p:cNvSpPr txBox="1"/>
          <p:nvPr/>
        </p:nvSpPr>
        <p:spPr>
          <a:xfrm>
            <a:off x="1269406" y="187736"/>
            <a:ext cx="5982293" cy="637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编译语言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demo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演示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3E27B6B1-9351-CE4D-9A86-9355822C6221}"/>
              </a:ext>
            </a:extLst>
          </p:cNvPr>
          <p:cNvGrpSpPr/>
          <p:nvPr/>
        </p:nvGrpSpPr>
        <p:grpSpPr>
          <a:xfrm>
            <a:off x="440604" y="267894"/>
            <a:ext cx="690049" cy="690049"/>
            <a:chOff x="440604" y="267894"/>
            <a:chExt cx="1470105" cy="1470105"/>
          </a:xfrm>
        </p:grpSpPr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5DBC4BD2-3D94-D24F-B0F2-1B1026BE4806}"/>
                </a:ext>
              </a:extLst>
            </p:cNvPr>
            <p:cNvSpPr/>
            <p:nvPr/>
          </p:nvSpPr>
          <p:spPr>
            <a:xfrm>
              <a:off x="440604" y="267894"/>
              <a:ext cx="1470105" cy="147010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A1B5B25-26A5-C446-9A0A-BCA4973182D2}"/>
                </a:ext>
              </a:extLst>
            </p:cNvPr>
            <p:cNvSpPr txBox="1"/>
            <p:nvPr/>
          </p:nvSpPr>
          <p:spPr>
            <a:xfrm>
              <a:off x="596454" y="427295"/>
              <a:ext cx="1158401" cy="1114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FangSong" panose="02010609060101010101" pitchFamily="49" charset="-122"/>
                  <a:ea typeface="FangSong" panose="02010609060101010101" pitchFamily="49" charset="-122"/>
                </a:rPr>
                <a:t>01</a:t>
              </a:r>
              <a:endParaRPr lang="zh-CN" altLang="en-US" sz="28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endParaRPr>
            </a:p>
          </p:txBody>
        </p: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392423B4-CF31-005F-9895-A490AB7C0C39}"/>
              </a:ext>
            </a:extLst>
          </p:cNvPr>
          <p:cNvGrpSpPr/>
          <p:nvPr/>
        </p:nvGrpSpPr>
        <p:grpSpPr>
          <a:xfrm>
            <a:off x="298112" y="1289013"/>
            <a:ext cx="3429753" cy="2273900"/>
            <a:chOff x="-122893" y="1582108"/>
            <a:chExt cx="3429753" cy="2273900"/>
          </a:xfrm>
        </p:grpSpPr>
        <p:sp>
          <p:nvSpPr>
            <p:cNvPr id="2" name="矩形: 圆角 1">
              <a:extLst>
                <a:ext uri="{FF2B5EF4-FFF2-40B4-BE49-F238E27FC236}">
                  <a16:creationId xmlns:a16="http://schemas.microsoft.com/office/drawing/2014/main" id="{369B3BE6-143C-018D-9E52-070C43747D95}"/>
                </a:ext>
              </a:extLst>
            </p:cNvPr>
            <p:cNvSpPr/>
            <p:nvPr/>
          </p:nvSpPr>
          <p:spPr>
            <a:xfrm>
              <a:off x="-122893" y="1582108"/>
              <a:ext cx="3429753" cy="2273900"/>
            </a:xfrm>
            <a:prstGeom prst="roundRect">
              <a:avLst/>
            </a:prstGeom>
            <a:noFill/>
            <a:ln w="19050">
              <a:solidFill>
                <a:schemeClr val="accent1">
                  <a:lumMod val="60000"/>
                  <a:lumOff val="4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6" name="直线连接符 243">
              <a:extLst>
                <a:ext uri="{FF2B5EF4-FFF2-40B4-BE49-F238E27FC236}">
                  <a16:creationId xmlns:a16="http://schemas.microsoft.com/office/drawing/2014/main" id="{1552CB39-BCE2-39F0-E992-5FC4FBDD7DEB}"/>
                </a:ext>
              </a:extLst>
            </p:cNvPr>
            <p:cNvCxnSpPr>
              <a:cxnSpLocks/>
            </p:cNvCxnSpPr>
            <p:nvPr/>
          </p:nvCxnSpPr>
          <p:spPr>
            <a:xfrm>
              <a:off x="961246" y="1985486"/>
              <a:ext cx="1549964" cy="0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线连接符 242">
              <a:extLst>
                <a:ext uri="{FF2B5EF4-FFF2-40B4-BE49-F238E27FC236}">
                  <a16:creationId xmlns:a16="http://schemas.microsoft.com/office/drawing/2014/main" id="{7A8BAC71-EE9B-F26B-0169-1C129A69DB9E}"/>
                </a:ext>
              </a:extLst>
            </p:cNvPr>
            <p:cNvCxnSpPr>
              <a:cxnSpLocks/>
            </p:cNvCxnSpPr>
            <p:nvPr/>
          </p:nvCxnSpPr>
          <p:spPr>
            <a:xfrm>
              <a:off x="963480" y="2568461"/>
              <a:ext cx="1549964" cy="0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413660F5-1F6D-4EC8-31ED-797E0E07231B}"/>
                </a:ext>
              </a:extLst>
            </p:cNvPr>
            <p:cNvSpPr/>
            <p:nvPr/>
          </p:nvSpPr>
          <p:spPr>
            <a:xfrm>
              <a:off x="2040617" y="1883563"/>
              <a:ext cx="270406" cy="800023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4000">
                  <a:schemeClr val="bg1">
                    <a:lumMod val="95000"/>
                  </a:schemeClr>
                </a:gs>
                <a:gs pos="0">
                  <a:schemeClr val="bg1"/>
                </a:gs>
                <a:gs pos="100000">
                  <a:schemeClr val="bg1"/>
                </a:gs>
              </a:gsLst>
              <a:lin ang="5400000" scaled="0"/>
            </a:gradFill>
            <a:ln w="6350">
              <a:solidFill>
                <a:schemeClr val="dk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 dirty="0"/>
            </a:p>
          </p:txBody>
        </p:sp>
        <p:cxnSp>
          <p:nvCxnSpPr>
            <p:cNvPr id="49" name="直线连接符 244">
              <a:extLst>
                <a:ext uri="{FF2B5EF4-FFF2-40B4-BE49-F238E27FC236}">
                  <a16:creationId xmlns:a16="http://schemas.microsoft.com/office/drawing/2014/main" id="{05372EEE-4F59-EE11-665F-08A69140BA64}"/>
                </a:ext>
              </a:extLst>
            </p:cNvPr>
            <p:cNvCxnSpPr>
              <a:cxnSpLocks/>
            </p:cNvCxnSpPr>
            <p:nvPr/>
          </p:nvCxnSpPr>
          <p:spPr>
            <a:xfrm>
              <a:off x="961246" y="2276973"/>
              <a:ext cx="1549964" cy="0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88723455-A5D0-43D9-EA2F-B885565F11AF}"/>
                </a:ext>
              </a:extLst>
            </p:cNvPr>
            <p:cNvSpPr/>
            <p:nvPr/>
          </p:nvSpPr>
          <p:spPr>
            <a:xfrm>
              <a:off x="1587310" y="1889396"/>
              <a:ext cx="270404" cy="49722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/>
            </a:p>
          </p:txBody>
        </p:sp>
        <p:pic>
          <p:nvPicPr>
            <p:cNvPr id="51" name="图片 50">
              <a:extLst>
                <a:ext uri="{FF2B5EF4-FFF2-40B4-BE49-F238E27FC236}">
                  <a16:creationId xmlns:a16="http://schemas.microsoft.com/office/drawing/2014/main" id="{23CE889D-8A83-4CBA-F825-E0A8C2390A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7929" y="1911165"/>
              <a:ext cx="130901" cy="148640"/>
            </a:xfrm>
            <a:prstGeom prst="rect">
              <a:avLst/>
            </a:prstGeom>
          </p:spPr>
        </p:pic>
        <p:pic>
          <p:nvPicPr>
            <p:cNvPr id="52" name="图片 51">
              <a:extLst>
                <a:ext uri="{FF2B5EF4-FFF2-40B4-BE49-F238E27FC236}">
                  <a16:creationId xmlns:a16="http://schemas.microsoft.com/office/drawing/2014/main" id="{C7162DE3-1B5B-122F-D99F-99598C96A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6210" y="2190775"/>
              <a:ext cx="130901" cy="148640"/>
            </a:xfrm>
            <a:prstGeom prst="rect">
              <a:avLst/>
            </a:prstGeom>
          </p:spPr>
        </p:pic>
        <p:pic>
          <p:nvPicPr>
            <p:cNvPr id="53" name="图片 52">
              <a:extLst>
                <a:ext uri="{FF2B5EF4-FFF2-40B4-BE49-F238E27FC236}">
                  <a16:creationId xmlns:a16="http://schemas.microsoft.com/office/drawing/2014/main" id="{6E497AA4-96C7-79B0-73A5-D23A981CED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8445" y="2490265"/>
              <a:ext cx="130901" cy="148640"/>
            </a:xfrm>
            <a:prstGeom prst="rect">
              <a:avLst/>
            </a:prstGeom>
          </p:spPr>
        </p:pic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90081E65-433E-1D68-C5FF-46B86D807327}"/>
                </a:ext>
              </a:extLst>
            </p:cNvPr>
            <p:cNvSpPr/>
            <p:nvPr/>
          </p:nvSpPr>
          <p:spPr>
            <a:xfrm>
              <a:off x="1130653" y="2167855"/>
              <a:ext cx="270406" cy="49722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/>
            </a:p>
          </p:txBody>
        </p:sp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352F2804-D2F9-1A14-0D68-B00051F27D27}"/>
                </a:ext>
              </a:extLst>
            </p:cNvPr>
            <p:cNvSpPr/>
            <p:nvPr/>
          </p:nvSpPr>
          <p:spPr>
            <a:xfrm>
              <a:off x="1595358" y="2496400"/>
              <a:ext cx="268805" cy="19217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D864D7B5-F644-581E-BA28-B66DEF64CA4D}"/>
                </a:ext>
              </a:extLst>
            </p:cNvPr>
            <p:cNvSpPr txBox="1"/>
            <p:nvPr/>
          </p:nvSpPr>
          <p:spPr>
            <a:xfrm>
              <a:off x="1300696" y="2675282"/>
              <a:ext cx="997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…</a:t>
              </a:r>
              <a:endParaRPr lang="zh-CN" altLang="en-US" dirty="0"/>
            </a:p>
          </p:txBody>
        </p:sp>
        <p:cxnSp>
          <p:nvCxnSpPr>
            <p:cNvPr id="57" name="直线连接符 242">
              <a:extLst>
                <a:ext uri="{FF2B5EF4-FFF2-40B4-BE49-F238E27FC236}">
                  <a16:creationId xmlns:a16="http://schemas.microsoft.com/office/drawing/2014/main" id="{E0194FB0-2854-52DB-F638-E28D24B22D7F}"/>
                </a:ext>
              </a:extLst>
            </p:cNvPr>
            <p:cNvCxnSpPr>
              <a:cxnSpLocks/>
            </p:cNvCxnSpPr>
            <p:nvPr/>
          </p:nvCxnSpPr>
          <p:spPr>
            <a:xfrm>
              <a:off x="963480" y="3484234"/>
              <a:ext cx="1549964" cy="0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直线连接符 244">
              <a:extLst>
                <a:ext uri="{FF2B5EF4-FFF2-40B4-BE49-F238E27FC236}">
                  <a16:creationId xmlns:a16="http://schemas.microsoft.com/office/drawing/2014/main" id="{DAAB62BB-5170-3C3D-F4A1-3C9C9FF211AF}"/>
                </a:ext>
              </a:extLst>
            </p:cNvPr>
            <p:cNvCxnSpPr>
              <a:cxnSpLocks/>
            </p:cNvCxnSpPr>
            <p:nvPr/>
          </p:nvCxnSpPr>
          <p:spPr>
            <a:xfrm>
              <a:off x="961246" y="3192746"/>
              <a:ext cx="1549964" cy="0"/>
            </a:xfrm>
            <a:prstGeom prst="line">
              <a:avLst/>
            </a:prstGeom>
            <a:ln w="63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F2A1061E-C2B3-60DD-3A0B-C1569F126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6210" y="3106548"/>
              <a:ext cx="130901" cy="148640"/>
            </a:xfrm>
            <a:prstGeom prst="rect">
              <a:avLst/>
            </a:prstGeom>
          </p:spPr>
        </p:pic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D63B3772-9692-A3FA-6200-B1EE2FF610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8445" y="3406038"/>
              <a:ext cx="130901" cy="148640"/>
            </a:xfrm>
            <a:prstGeom prst="rect">
              <a:avLst/>
            </a:prstGeom>
          </p:spPr>
        </p:pic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BAA718FE-382F-897F-F106-3EF96E763499}"/>
                </a:ext>
              </a:extLst>
            </p:cNvPr>
            <p:cNvSpPr/>
            <p:nvPr/>
          </p:nvSpPr>
          <p:spPr>
            <a:xfrm>
              <a:off x="1130653" y="3083628"/>
              <a:ext cx="1180370" cy="497221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801"/>
            </a:p>
          </p:txBody>
        </p:sp>
      </p:grp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F1E4AB94-E62E-9406-D7D0-3B7A4F862E96}"/>
              </a:ext>
            </a:extLst>
          </p:cNvPr>
          <p:cNvSpPr/>
          <p:nvPr/>
        </p:nvSpPr>
        <p:spPr>
          <a:xfrm>
            <a:off x="298112" y="4455420"/>
            <a:ext cx="3429753" cy="2273900"/>
          </a:xfrm>
          <a:prstGeom prst="round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014986FE-4A54-6380-DF49-03E9E6AC134A}"/>
              </a:ext>
            </a:extLst>
          </p:cNvPr>
          <p:cNvSpPr txBox="1"/>
          <p:nvPr/>
        </p:nvSpPr>
        <p:spPr>
          <a:xfrm>
            <a:off x="1514817" y="860108"/>
            <a:ext cx="1217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用户电路</a:t>
            </a: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DFD1264-20B6-7131-DBE4-63E033E2A25A}"/>
              </a:ext>
            </a:extLst>
          </p:cNvPr>
          <p:cNvSpPr txBox="1"/>
          <p:nvPr/>
        </p:nvSpPr>
        <p:spPr>
          <a:xfrm>
            <a:off x="401723" y="4956733"/>
            <a:ext cx="350340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/>
              <a:t>circuit = Circuit(‘qft.qasm’)</a:t>
            </a:r>
          </a:p>
          <a:p>
            <a:r>
              <a:rPr lang="en-US" altLang="zh-CN"/>
              <a:t>analyzer = Analyze()</a:t>
            </a:r>
          </a:p>
          <a:p>
            <a:r>
              <a:rPr lang="en-US" altLang="zh-CN"/>
              <a:t>analyzer.configuration_from_file()</a:t>
            </a:r>
          </a:p>
          <a:p>
            <a:r>
              <a:rPr lang="en-US" altLang="zh-CN"/>
              <a:t>analyzer.run(circuit)</a:t>
            </a:r>
            <a:endParaRPr lang="zh-CN" altLang="en-US" dirty="0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CA31F3C4-FCBB-BE40-34FF-244E7BB6177E}"/>
              </a:ext>
            </a:extLst>
          </p:cNvPr>
          <p:cNvSpPr txBox="1"/>
          <p:nvPr/>
        </p:nvSpPr>
        <p:spPr>
          <a:xfrm>
            <a:off x="1168525" y="4026515"/>
            <a:ext cx="1969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电路导入及分析</a:t>
            </a:r>
            <a:endParaRPr lang="zh-CN" altLang="en-US" dirty="0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A2B2625B-573B-F388-6B0F-1E35A7675867}"/>
              </a:ext>
            </a:extLst>
          </p:cNvPr>
          <p:cNvSpPr/>
          <p:nvPr/>
        </p:nvSpPr>
        <p:spPr>
          <a:xfrm>
            <a:off x="4642265" y="1743812"/>
            <a:ext cx="3883944" cy="4351392"/>
          </a:xfrm>
          <a:prstGeom prst="round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255578CB-FDC2-C5CA-0815-2BC77D74D9B8}"/>
              </a:ext>
            </a:extLst>
          </p:cNvPr>
          <p:cNvSpPr txBox="1"/>
          <p:nvPr/>
        </p:nvSpPr>
        <p:spPr>
          <a:xfrm>
            <a:off x="4868066" y="1940220"/>
            <a:ext cx="404890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/>
              <a:t>// </a:t>
            </a:r>
            <a:r>
              <a:rPr lang="zh-CN" altLang="en-US" sz="1600" dirty="0"/>
              <a:t>声明节点</a:t>
            </a:r>
          </a:p>
          <a:p>
            <a:r>
              <a:rPr lang="en-US" altLang="zh-CN" sz="1600" dirty="0"/>
              <a:t>node_1, node_2, node_3 = </a:t>
            </a:r>
            <a:r>
              <a:rPr lang="en-US" altLang="zh-CN" sz="1600" dirty="0" err="1"/>
              <a:t>addNode</a:t>
            </a:r>
            <a:r>
              <a:rPr lang="en-US" altLang="zh-CN" sz="1600" dirty="0"/>
              <a:t>(3)</a:t>
            </a:r>
          </a:p>
          <a:p>
            <a:r>
              <a:rPr lang="en-US" altLang="zh-CN" sz="1600" dirty="0"/>
              <a:t>// </a:t>
            </a:r>
            <a:r>
              <a:rPr lang="zh-CN" altLang="en-US" sz="1600" dirty="0"/>
              <a:t>导入电路</a:t>
            </a:r>
          </a:p>
          <a:p>
            <a:r>
              <a:rPr lang="en-US" altLang="zh-CN" sz="1600" dirty="0"/>
              <a:t>circuit_c1 = circuit("qft1.qasm")</a:t>
            </a:r>
          </a:p>
          <a:p>
            <a:r>
              <a:rPr lang="en-US" altLang="zh-CN" sz="1600" dirty="0"/>
              <a:t>circuit_c2 = circuit("qft2.qasm")</a:t>
            </a:r>
          </a:p>
          <a:p>
            <a:r>
              <a:rPr lang="en-US" altLang="zh-CN" sz="1600" dirty="0"/>
              <a:t>circuit_c3 = circuit("qft3.qasm")</a:t>
            </a:r>
          </a:p>
          <a:p>
            <a:r>
              <a:rPr lang="en-US" altLang="zh-CN" sz="1600" dirty="0"/>
              <a:t>// </a:t>
            </a:r>
            <a:r>
              <a:rPr lang="zh-CN" altLang="en-US" sz="1600" dirty="0"/>
              <a:t>建立</a:t>
            </a:r>
            <a:r>
              <a:rPr lang="en-US" altLang="zh-CN" sz="1600" dirty="0" err="1"/>
              <a:t>epr</a:t>
            </a:r>
            <a:r>
              <a:rPr lang="zh-CN" altLang="en-US" sz="1600" dirty="0"/>
              <a:t>连接</a:t>
            </a:r>
          </a:p>
          <a:p>
            <a:r>
              <a:rPr lang="en-US" altLang="zh-CN" sz="1600" dirty="0" err="1"/>
              <a:t>eprLink</a:t>
            </a:r>
            <a:r>
              <a:rPr lang="en-US" altLang="zh-CN" sz="1600" dirty="0"/>
              <a:t>(circuit_c1, circuit_c2, 0, 0)</a:t>
            </a:r>
          </a:p>
          <a:p>
            <a:r>
              <a:rPr lang="en-US" altLang="zh-CN" sz="1600" dirty="0"/>
              <a:t>...</a:t>
            </a:r>
            <a:r>
              <a:rPr lang="en-US" altLang="zh-CN" sz="1600" dirty="0" err="1"/>
              <a:t>eprLink</a:t>
            </a:r>
            <a:endParaRPr lang="en-US" altLang="zh-CN" sz="1600" dirty="0"/>
          </a:p>
          <a:p>
            <a:r>
              <a:rPr lang="en-US" altLang="zh-CN" sz="1600" dirty="0" err="1"/>
              <a:t>eprLink</a:t>
            </a:r>
            <a:r>
              <a:rPr lang="en-US" altLang="zh-CN" sz="1600" dirty="0"/>
              <a:t>(circuit_c2, circuit_c3, 0, 0)</a:t>
            </a:r>
          </a:p>
          <a:p>
            <a:r>
              <a:rPr lang="en-US" altLang="zh-CN" sz="1600" dirty="0"/>
              <a:t>// </a:t>
            </a:r>
            <a:r>
              <a:rPr lang="zh-CN" altLang="en-US" sz="1600" dirty="0"/>
              <a:t>映射电路到节点上</a:t>
            </a:r>
          </a:p>
          <a:p>
            <a:r>
              <a:rPr lang="en-US" altLang="zh-CN" sz="1600" dirty="0"/>
              <a:t>map(circuit_c1, node_1)</a:t>
            </a:r>
          </a:p>
          <a:p>
            <a:r>
              <a:rPr lang="en-US" altLang="zh-CN" sz="1600" dirty="0"/>
              <a:t>map(circuit_c2, node_2)</a:t>
            </a:r>
          </a:p>
          <a:p>
            <a:r>
              <a:rPr lang="en-US" altLang="zh-CN" sz="1600" dirty="0"/>
              <a:t>map(circuit_c3, node_3)</a:t>
            </a:r>
          </a:p>
          <a:p>
            <a:r>
              <a:rPr lang="en-US" altLang="zh-CN" sz="1600" dirty="0"/>
              <a:t>// </a:t>
            </a:r>
            <a:r>
              <a:rPr lang="zh-CN" altLang="en-US" sz="1600" dirty="0"/>
              <a:t>并行运行</a:t>
            </a:r>
          </a:p>
          <a:p>
            <a:r>
              <a:rPr lang="en-US" altLang="zh-CN" sz="1600" dirty="0"/>
              <a:t>parallel(circuit_c1, circuit_c2, circuit_c3)</a:t>
            </a:r>
            <a:endParaRPr lang="zh-CN" altLang="en-US" sz="1600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58577F9F-34BF-C1BA-8DFF-0FBC8BE60F2A}"/>
              </a:ext>
            </a:extLst>
          </p:cNvPr>
          <p:cNvSpPr txBox="1"/>
          <p:nvPr/>
        </p:nvSpPr>
        <p:spPr>
          <a:xfrm>
            <a:off x="5770198" y="1323058"/>
            <a:ext cx="1628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中间表示</a:t>
            </a:r>
          </a:p>
        </p:txBody>
      </p:sp>
      <p:pic>
        <p:nvPicPr>
          <p:cNvPr id="77" name="图形 76" descr="文档">
            <a:extLst>
              <a:ext uri="{FF2B5EF4-FFF2-40B4-BE49-F238E27FC236}">
                <a16:creationId xmlns:a16="http://schemas.microsoft.com/office/drawing/2014/main" id="{676B3CA0-E614-2EF7-F3EC-F0E714A200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25942" y="3261583"/>
            <a:ext cx="914400" cy="914400"/>
          </a:xfrm>
          <a:prstGeom prst="rect">
            <a:avLst/>
          </a:prstGeom>
        </p:spPr>
      </p:pic>
      <p:pic>
        <p:nvPicPr>
          <p:cNvPr id="79" name="图形 78" descr="文档">
            <a:extLst>
              <a:ext uri="{FF2B5EF4-FFF2-40B4-BE49-F238E27FC236}">
                <a16:creationId xmlns:a16="http://schemas.microsoft.com/office/drawing/2014/main" id="{DCE09198-2C01-CE6C-4E2B-CBDE992E2B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79488" y="3261583"/>
            <a:ext cx="914400" cy="914400"/>
          </a:xfrm>
          <a:prstGeom prst="rect">
            <a:avLst/>
          </a:prstGeom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58181844-0276-460E-7FE4-5A3979332108}"/>
              </a:ext>
            </a:extLst>
          </p:cNvPr>
          <p:cNvSpPr txBox="1"/>
          <p:nvPr/>
        </p:nvSpPr>
        <p:spPr>
          <a:xfrm>
            <a:off x="10640342" y="3585872"/>
            <a:ext cx="508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3E0460E4-E142-48F4-B609-EB5D0A3D459B}"/>
              </a:ext>
            </a:extLst>
          </p:cNvPr>
          <p:cNvSpPr txBox="1"/>
          <p:nvPr/>
        </p:nvSpPr>
        <p:spPr>
          <a:xfrm>
            <a:off x="9725942" y="2759340"/>
            <a:ext cx="2025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编译为可执行文件</a:t>
            </a:r>
            <a:endParaRPr lang="zh-CN" altLang="en-US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EDF15BD5-CEE0-1519-F4BC-6A56B7943D4C}"/>
              </a:ext>
            </a:extLst>
          </p:cNvPr>
          <p:cNvSpPr txBox="1"/>
          <p:nvPr/>
        </p:nvSpPr>
        <p:spPr>
          <a:xfrm>
            <a:off x="8896721" y="4909982"/>
            <a:ext cx="2997167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400"/>
              <a:t>import qiskit</a:t>
            </a:r>
          </a:p>
          <a:p>
            <a:r>
              <a:rPr lang="en-US" altLang="zh-CN" sz="1400"/>
              <a:t>import dqc</a:t>
            </a:r>
          </a:p>
          <a:p>
            <a:r>
              <a:rPr lang="en-US" altLang="zh-CN" sz="1400"/>
              <a:t>with open('qft1.qasm', mode='r') as f:</a:t>
            </a:r>
          </a:p>
          <a:p>
            <a:r>
              <a:rPr lang="en-US" altLang="zh-CN" sz="1400"/>
              <a:t>    cir_qasm = f.read()</a:t>
            </a:r>
          </a:p>
          <a:p>
            <a:r>
              <a:rPr lang="en-US" altLang="zh-CN" sz="1400"/>
              <a:t>circuit = qiskit.QuantumCircuit.from_qasm_str(cir_qasm)</a:t>
            </a:r>
          </a:p>
          <a:p>
            <a:r>
              <a:rPr lang="en-US" altLang="zh-CN" sz="1400"/>
              <a:t>……</a:t>
            </a:r>
            <a:endParaRPr lang="zh-CN" altLang="en-US" sz="1400" dirty="0"/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9771C403-1DA9-1E75-B05F-7D710555535B}"/>
              </a:ext>
            </a:extLst>
          </p:cNvPr>
          <p:cNvCxnSpPr>
            <a:stCxn id="77" idx="2"/>
            <a:endCxn id="83" idx="0"/>
          </p:cNvCxnSpPr>
          <p:nvPr/>
        </p:nvCxnSpPr>
        <p:spPr>
          <a:xfrm>
            <a:off x="10183142" y="4175983"/>
            <a:ext cx="212163" cy="7339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箭头: 右 87">
            <a:extLst>
              <a:ext uri="{FF2B5EF4-FFF2-40B4-BE49-F238E27FC236}">
                <a16:creationId xmlns:a16="http://schemas.microsoft.com/office/drawing/2014/main" id="{94C8B688-CBAF-5DB6-2AAB-B70809139F8D}"/>
              </a:ext>
            </a:extLst>
          </p:cNvPr>
          <p:cNvSpPr/>
          <p:nvPr/>
        </p:nvSpPr>
        <p:spPr>
          <a:xfrm rot="5400000">
            <a:off x="1953302" y="3664758"/>
            <a:ext cx="394925" cy="30811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箭头: 右 88">
            <a:extLst>
              <a:ext uri="{FF2B5EF4-FFF2-40B4-BE49-F238E27FC236}">
                <a16:creationId xmlns:a16="http://schemas.microsoft.com/office/drawing/2014/main" id="{35238F84-BE87-92C3-A2CE-C2364EEB844B}"/>
              </a:ext>
            </a:extLst>
          </p:cNvPr>
          <p:cNvSpPr/>
          <p:nvPr/>
        </p:nvSpPr>
        <p:spPr>
          <a:xfrm rot="20699900">
            <a:off x="3943555" y="5563684"/>
            <a:ext cx="571959" cy="31497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箭头: 右 89">
            <a:extLst>
              <a:ext uri="{FF2B5EF4-FFF2-40B4-BE49-F238E27FC236}">
                <a16:creationId xmlns:a16="http://schemas.microsoft.com/office/drawing/2014/main" id="{5ECF628F-7CCA-D5D2-9A3E-FDE69B5A620F}"/>
              </a:ext>
            </a:extLst>
          </p:cNvPr>
          <p:cNvSpPr/>
          <p:nvPr/>
        </p:nvSpPr>
        <p:spPr>
          <a:xfrm>
            <a:off x="8752009" y="3562913"/>
            <a:ext cx="823311" cy="29309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332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圆角矩形 33">
            <a:extLst>
              <a:ext uri="{FF2B5EF4-FFF2-40B4-BE49-F238E27FC236}">
                <a16:creationId xmlns:a16="http://schemas.microsoft.com/office/drawing/2014/main" id="{80CB0918-0A72-DA4B-A8C2-2EEA357E85DF}"/>
              </a:ext>
            </a:extLst>
          </p:cNvPr>
          <p:cNvSpPr/>
          <p:nvPr/>
        </p:nvSpPr>
        <p:spPr>
          <a:xfrm>
            <a:off x="6134101" y="4884234"/>
            <a:ext cx="4336894" cy="4683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90DE763D-ACE7-5A49-96CC-14A074074FAB}"/>
              </a:ext>
            </a:extLst>
          </p:cNvPr>
          <p:cNvSpPr/>
          <p:nvPr/>
        </p:nvSpPr>
        <p:spPr>
          <a:xfrm>
            <a:off x="6134101" y="5426257"/>
            <a:ext cx="4336894" cy="46835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F6981AB-5289-C834-4552-893569830023}"/>
              </a:ext>
            </a:extLst>
          </p:cNvPr>
          <p:cNvSpPr txBox="1"/>
          <p:nvPr/>
        </p:nvSpPr>
        <p:spPr>
          <a:xfrm>
            <a:off x="1269406" y="187736"/>
            <a:ext cx="5982293" cy="637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适应性分布式量子计算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-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  <a:latin typeface="FangSong" panose="02010609060101010101" pitchFamily="49" charset="-122"/>
                <a:ea typeface="FangSong" panose="02010609060101010101" pitchFamily="49" charset="-122"/>
              </a:rPr>
              <a:t> 切边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AAD2F7-C4F6-EF41-9C7B-74C89C503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3392"/>
            <a:ext cx="10558463" cy="2832746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0AD20737-4B55-B047-9800-5BFC279E20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71900"/>
            <a:ext cx="6096000" cy="2314145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A159DE46-3C01-E64E-90A1-0CA9BFD67B4A}"/>
              </a:ext>
            </a:extLst>
          </p:cNvPr>
          <p:cNvSpPr txBox="1"/>
          <p:nvPr/>
        </p:nvSpPr>
        <p:spPr>
          <a:xfrm>
            <a:off x="1130653" y="1111170"/>
            <a:ext cx="348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电路执行时延约减少</a:t>
            </a:r>
            <a:r>
              <a:rPr kumimoji="1" lang="en-US" altLang="zh-CN" dirty="0"/>
              <a:t>51%</a:t>
            </a:r>
            <a:endParaRPr kumimoji="1"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7DD20F8-F2EF-2E4D-A42E-DB44BD4C5480}"/>
              </a:ext>
            </a:extLst>
          </p:cNvPr>
          <p:cNvSpPr txBox="1"/>
          <p:nvPr/>
        </p:nvSpPr>
        <p:spPr>
          <a:xfrm>
            <a:off x="1579174" y="4289010"/>
            <a:ext cx="348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通信代价平均降低</a:t>
            </a:r>
            <a:r>
              <a:rPr kumimoji="1" lang="en-US" altLang="zh-CN" dirty="0"/>
              <a:t>27%</a:t>
            </a:r>
            <a:endParaRPr kumimoji="1"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7DEB5F6-98A9-0B47-9993-F98FCA05489F}"/>
              </a:ext>
            </a:extLst>
          </p:cNvPr>
          <p:cNvSpPr txBox="1"/>
          <p:nvPr/>
        </p:nvSpPr>
        <p:spPr>
          <a:xfrm>
            <a:off x="6134101" y="3808172"/>
            <a:ext cx="605789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通过对一系列算法电路在量子电路的边分割计算框架中进行测试，我们的提出的聚类算法相比于最优秀的整数规划算法：</a:t>
            </a:r>
            <a:endParaRPr kumimoji="1"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endParaRPr kumimoji="1"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pPr marL="342900" indent="-342900">
              <a:buAutoNum type="arabicPeriod"/>
            </a:pPr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分布式芯片计算时间平均减少约</a:t>
            </a:r>
            <a:r>
              <a:rPr kumimoji="1"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51%</a:t>
            </a:r>
          </a:p>
          <a:p>
            <a:pPr marL="342900" indent="-342900">
              <a:buAutoNum type="arabicPeriod"/>
            </a:pPr>
            <a:endParaRPr kumimoji="1" lang="en-US" altLang="zh-CN" dirty="0">
              <a:latin typeface="FangSong" panose="02010609060101010101" pitchFamily="49" charset="-122"/>
              <a:ea typeface="FangSong" panose="02010609060101010101" pitchFamily="49" charset="-122"/>
            </a:endParaRPr>
          </a:p>
          <a:p>
            <a:r>
              <a:rPr kumimoji="1"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2.</a:t>
            </a:r>
            <a:r>
              <a:rPr kumimoji="1"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 分布式通信代价平均降低约</a:t>
            </a:r>
            <a:r>
              <a:rPr kumimoji="1" lang="en-US" altLang="zh-CN" dirty="0">
                <a:latin typeface="FangSong" panose="02010609060101010101" pitchFamily="49" charset="-122"/>
                <a:ea typeface="FangSong" panose="02010609060101010101" pitchFamily="49" charset="-122"/>
              </a:rPr>
              <a:t>27%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5D6CF69-2474-494D-B923-60E55577B189}"/>
              </a:ext>
            </a:extLst>
          </p:cNvPr>
          <p:cNvSpPr txBox="1"/>
          <p:nvPr/>
        </p:nvSpPr>
        <p:spPr>
          <a:xfrm>
            <a:off x="8926865" y="1480502"/>
            <a:ext cx="34876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误差率差别在</a:t>
            </a:r>
            <a:r>
              <a:rPr kumimoji="1" lang="en-US" altLang="zh-CN" dirty="0"/>
              <a:t>2%</a:t>
            </a:r>
            <a:r>
              <a:rPr kumimoji="1" lang="zh-CN" altLang="en-US" dirty="0"/>
              <a:t>以内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635DEA67-3BA4-4940-967A-03856CC78633}"/>
              </a:ext>
            </a:extLst>
          </p:cNvPr>
          <p:cNvGrpSpPr/>
          <p:nvPr/>
        </p:nvGrpSpPr>
        <p:grpSpPr>
          <a:xfrm>
            <a:off x="440604" y="267894"/>
            <a:ext cx="690049" cy="690049"/>
            <a:chOff x="440604" y="267894"/>
            <a:chExt cx="1470105" cy="1470105"/>
          </a:xfrm>
        </p:grpSpPr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835FBE2C-CD58-064B-B9AE-26714E405C2B}"/>
                </a:ext>
              </a:extLst>
            </p:cNvPr>
            <p:cNvSpPr/>
            <p:nvPr/>
          </p:nvSpPr>
          <p:spPr>
            <a:xfrm>
              <a:off x="440604" y="267894"/>
              <a:ext cx="1470105" cy="147010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E39AAFFD-D7F4-ED4E-B175-EA030C6065D1}"/>
                </a:ext>
              </a:extLst>
            </p:cNvPr>
            <p:cNvSpPr txBox="1"/>
            <p:nvPr/>
          </p:nvSpPr>
          <p:spPr>
            <a:xfrm>
              <a:off x="596454" y="427295"/>
              <a:ext cx="1158401" cy="1114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FangSong" panose="02010609060101010101" pitchFamily="49" charset="-122"/>
                  <a:ea typeface="FangSong" panose="02010609060101010101" pitchFamily="49" charset="-122"/>
                </a:rPr>
                <a:t>02</a:t>
              </a:r>
              <a:endParaRPr lang="zh-CN" altLang="en-US" sz="28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9620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07D8ACF-C3D0-094C-8927-C7937716401D}"/>
              </a:ext>
            </a:extLst>
          </p:cNvPr>
          <p:cNvSpPr txBox="1"/>
          <p:nvPr/>
        </p:nvSpPr>
        <p:spPr>
          <a:xfrm>
            <a:off x="1269407" y="187736"/>
            <a:ext cx="4620340" cy="675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</a:rPr>
              <a:t>适应性分布式量子计算</a:t>
            </a:r>
            <a:r>
              <a:rPr lang="en-US" altLang="zh-CN" sz="2800" b="1" dirty="0">
                <a:solidFill>
                  <a:schemeClr val="accent1">
                    <a:lumMod val="50000"/>
                  </a:schemeClr>
                </a:solidFill>
              </a:rPr>
              <a:t>-</a:t>
            </a:r>
            <a:r>
              <a:rPr lang="zh-CN" altLang="en-US" sz="2800" b="1" dirty="0">
                <a:solidFill>
                  <a:schemeClr val="accent1">
                    <a:lumMod val="50000"/>
                  </a:schemeClr>
                </a:solidFill>
              </a:rPr>
              <a:t>切门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A8BD49D-1820-9E42-AC44-1AF54F22008D}"/>
              </a:ext>
            </a:extLst>
          </p:cNvPr>
          <p:cNvGrpSpPr/>
          <p:nvPr/>
        </p:nvGrpSpPr>
        <p:grpSpPr>
          <a:xfrm>
            <a:off x="7430585" y="4229114"/>
            <a:ext cx="4095464" cy="1024380"/>
            <a:chOff x="461287" y="1743344"/>
            <a:chExt cx="4095464" cy="1024380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DAF0421-B3F0-1A4B-B319-4E6B50BE0248}"/>
                </a:ext>
              </a:extLst>
            </p:cNvPr>
            <p:cNvSpPr txBox="1"/>
            <p:nvPr/>
          </p:nvSpPr>
          <p:spPr>
            <a:xfrm>
              <a:off x="473986" y="2067148"/>
              <a:ext cx="4082765" cy="7005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FangSong" panose="02010609060101010101" pitchFamily="49" charset="-122"/>
                  <a:ea typeface="FangSong" panose="02010609060101010101" pitchFamily="49" charset="-122"/>
                  <a:cs typeface="阿里巴巴普惠体 2.0 55 Regular" panose="00020600040101010101" pitchFamily="18" charset="-122"/>
                  <a:sym typeface="HarmonyOS Sans SC Light" panose="00000400000000000000" pitchFamily="2" charset="-122"/>
                </a:rPr>
                <a:t>在通信，保真度，分布式执行时间，拓扑结构上都能做到比先进方案好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angSong" panose="02010609060101010101" pitchFamily="49" charset="-122"/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9EFB8948-4DF9-D943-B404-354EA74A94D4}"/>
                </a:ext>
              </a:extLst>
            </p:cNvPr>
            <p:cNvSpPr txBox="1"/>
            <p:nvPr/>
          </p:nvSpPr>
          <p:spPr>
            <a:xfrm>
              <a:off x="461287" y="1743344"/>
              <a:ext cx="25117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FangSong" panose="02010609060101010101" pitchFamily="49" charset="-122"/>
                  <a:ea typeface="FangSong" panose="02010609060101010101" pitchFamily="49" charset="-122"/>
                  <a:cs typeface="阿里巴巴普惠体 2.0 55 Regular" panose="00020600040101010101" pitchFamily="18" charset="-122"/>
                  <a:sym typeface="HarmonyOS Sans SC Light" panose="00000400000000000000" pitchFamily="2" charset="-122"/>
                </a:rPr>
                <a:t>多目标适应性优化方案</a:t>
              </a:r>
            </a:p>
          </p:txBody>
        </p:sp>
      </p:grpSp>
      <p:sp>
        <p:nvSpPr>
          <p:cNvPr id="9" name="矩形: 圆角 9">
            <a:extLst>
              <a:ext uri="{FF2B5EF4-FFF2-40B4-BE49-F238E27FC236}">
                <a16:creationId xmlns:a16="http://schemas.microsoft.com/office/drawing/2014/main" id="{B7180D14-471A-D84D-A9CD-E14F4AE7CBE4}"/>
              </a:ext>
            </a:extLst>
          </p:cNvPr>
          <p:cNvSpPr/>
          <p:nvPr/>
        </p:nvSpPr>
        <p:spPr>
          <a:xfrm>
            <a:off x="7165761" y="4192030"/>
            <a:ext cx="132669" cy="936625"/>
          </a:xfrm>
          <a:prstGeom prst="roundRect">
            <a:avLst>
              <a:gd name="adj" fmla="val 50000"/>
            </a:avLst>
          </a:prstGeom>
          <a:solidFill>
            <a:srgbClr val="5566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B92CB4CA-0CF3-C541-BBE3-946BE04905A3}"/>
              </a:ext>
            </a:extLst>
          </p:cNvPr>
          <p:cNvGrpSpPr/>
          <p:nvPr/>
        </p:nvGrpSpPr>
        <p:grpSpPr>
          <a:xfrm>
            <a:off x="7430585" y="5346800"/>
            <a:ext cx="4185010" cy="1024380"/>
            <a:chOff x="461287" y="1743344"/>
            <a:chExt cx="4185010" cy="1024380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654C2B0-D0FA-1842-9D61-AAB40122DB23}"/>
                </a:ext>
              </a:extLst>
            </p:cNvPr>
            <p:cNvSpPr txBox="1"/>
            <p:nvPr/>
          </p:nvSpPr>
          <p:spPr>
            <a:xfrm>
              <a:off x="473986" y="2067148"/>
              <a:ext cx="4172311" cy="7005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rtl="0">
                <a:lnSpc>
                  <a:spcPct val="150000"/>
                </a:lnSpc>
              </a:pPr>
              <a:r>
                <a:rPr lang="zh-CN" altLang="en-US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FangSong" panose="02010609060101010101" pitchFamily="49" charset="-122"/>
                  <a:ea typeface="FangSong" panose="02010609060101010101" pitchFamily="49" charset="-122"/>
                  <a:cs typeface="阿里巴巴普惠体 2.0 55 Regular" panose="00020600040101010101" pitchFamily="18" charset="-122"/>
                  <a:sym typeface="HarmonyOS Sans SC Light" panose="00000400000000000000" pitchFamily="2" charset="-122"/>
                </a:rPr>
                <a:t>之前的方案都未考虑到拓扑指标，但事实上拓扑结构的优化可以降低门数量，从而提升保真度</a:t>
              </a:r>
              <a:endPara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FangSong" panose="02010609060101010101" pitchFamily="49" charset="-122"/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1155014-52AA-D34D-A177-B3D0CCB55C35}"/>
                </a:ext>
              </a:extLst>
            </p:cNvPr>
            <p:cNvSpPr txBox="1"/>
            <p:nvPr/>
          </p:nvSpPr>
          <p:spPr>
            <a:xfrm>
              <a:off x="461287" y="1743344"/>
              <a:ext cx="31653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FangSong" panose="02010609060101010101" pitchFamily="49" charset="-122"/>
                  <a:ea typeface="FangSong" panose="02010609060101010101" pitchFamily="49" charset="-122"/>
                  <a:cs typeface="阿里巴巴普惠体 2.0 55 Regular" panose="00020600040101010101" pitchFamily="18" charset="-122"/>
                  <a:sym typeface="HarmonyOS Sans SC Light" panose="00000400000000000000" pitchFamily="2" charset="-122"/>
                </a:rPr>
                <a:t>提出分布式的拓扑映射指标</a:t>
              </a:r>
            </a:p>
          </p:txBody>
        </p:sp>
      </p:grpSp>
      <p:sp>
        <p:nvSpPr>
          <p:cNvPr id="17" name="矩形: 圆角 17">
            <a:extLst>
              <a:ext uri="{FF2B5EF4-FFF2-40B4-BE49-F238E27FC236}">
                <a16:creationId xmlns:a16="http://schemas.microsoft.com/office/drawing/2014/main" id="{5933B0A6-866D-C040-8F46-ACB4F61EB4D9}"/>
              </a:ext>
            </a:extLst>
          </p:cNvPr>
          <p:cNvSpPr/>
          <p:nvPr/>
        </p:nvSpPr>
        <p:spPr>
          <a:xfrm>
            <a:off x="7165761" y="5309716"/>
            <a:ext cx="132669" cy="936625"/>
          </a:xfrm>
          <a:prstGeom prst="roundRect">
            <a:avLst>
              <a:gd name="adj" fmla="val 50000"/>
            </a:avLst>
          </a:prstGeom>
          <a:solidFill>
            <a:srgbClr val="F9D1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F1B8FEFE-D063-D249-9A44-491FE8A22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9" y="1125086"/>
            <a:ext cx="6667500" cy="53975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CB480D9F-5CED-2149-823E-ABDACE83DF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9820" y="1141868"/>
            <a:ext cx="5660131" cy="2915015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6DA3F6F7-9DB7-5141-AE19-B277B3483303}"/>
              </a:ext>
            </a:extLst>
          </p:cNvPr>
          <p:cNvSpPr txBox="1"/>
          <p:nvPr/>
        </p:nvSpPr>
        <p:spPr>
          <a:xfrm>
            <a:off x="934720" y="1141868"/>
            <a:ext cx="19507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     通信优化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4118B849-FDD7-3A43-82E4-48228976E79B}"/>
              </a:ext>
            </a:extLst>
          </p:cNvPr>
          <p:cNvSpPr txBox="1"/>
          <p:nvPr/>
        </p:nvSpPr>
        <p:spPr>
          <a:xfrm>
            <a:off x="3990551" y="1125086"/>
            <a:ext cx="19507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    保真度优化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18E7615-7E45-EF4A-9C67-E2C390253CBE}"/>
              </a:ext>
            </a:extLst>
          </p:cNvPr>
          <p:cNvSpPr txBox="1"/>
          <p:nvPr/>
        </p:nvSpPr>
        <p:spPr>
          <a:xfrm rot="16200000">
            <a:off x="-560232" y="2086821"/>
            <a:ext cx="139746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000" dirty="0"/>
              <a:t>通信代价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D6B700E-671B-A044-8F4A-56853CB175F3}"/>
              </a:ext>
            </a:extLst>
          </p:cNvPr>
          <p:cNvSpPr txBox="1"/>
          <p:nvPr/>
        </p:nvSpPr>
        <p:spPr>
          <a:xfrm rot="16200000">
            <a:off x="-541139" y="3591937"/>
            <a:ext cx="139746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000" dirty="0"/>
              <a:t>          错误率（</a:t>
            </a:r>
            <a:r>
              <a:rPr kumimoji="1" lang="en-US" altLang="zh-CN" sz="1000" dirty="0"/>
              <a:t>%</a:t>
            </a:r>
            <a:r>
              <a:rPr kumimoji="1" lang="zh-CN" altLang="en-US" sz="1000" dirty="0"/>
              <a:t>）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1FB342D-6535-434F-8EB3-44C611BAD693}"/>
              </a:ext>
            </a:extLst>
          </p:cNvPr>
          <p:cNvSpPr txBox="1"/>
          <p:nvPr/>
        </p:nvSpPr>
        <p:spPr>
          <a:xfrm>
            <a:off x="8392159" y="709185"/>
            <a:ext cx="19507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拓扑结构优化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26C5CA3-E5AB-FB47-988F-4AF651CC16E5}"/>
              </a:ext>
            </a:extLst>
          </p:cNvPr>
          <p:cNvSpPr txBox="1"/>
          <p:nvPr/>
        </p:nvSpPr>
        <p:spPr>
          <a:xfrm rot="16200000">
            <a:off x="2751531" y="3370187"/>
            <a:ext cx="139746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000" dirty="0"/>
              <a:t>执行时间（微秒）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05F6186-E5C4-F045-8B43-F414CFCA3D74}"/>
              </a:ext>
            </a:extLst>
          </p:cNvPr>
          <p:cNvSpPr txBox="1"/>
          <p:nvPr/>
        </p:nvSpPr>
        <p:spPr>
          <a:xfrm rot="16200000">
            <a:off x="5797978" y="3162725"/>
            <a:ext cx="139746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000" dirty="0"/>
              <a:t>通信代价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E5621A2-1C2C-194F-9FA1-148A6AB895FF}"/>
              </a:ext>
            </a:extLst>
          </p:cNvPr>
          <p:cNvSpPr txBox="1"/>
          <p:nvPr/>
        </p:nvSpPr>
        <p:spPr>
          <a:xfrm rot="16200000">
            <a:off x="5797977" y="2391677"/>
            <a:ext cx="139746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000" dirty="0"/>
              <a:t>          错误率（</a:t>
            </a:r>
            <a:r>
              <a:rPr kumimoji="1" lang="en-US" altLang="zh-CN" sz="1000" dirty="0"/>
              <a:t>%</a:t>
            </a:r>
            <a:r>
              <a:rPr kumimoji="1" lang="zh-CN" altLang="en-US" sz="1000" dirty="0"/>
              <a:t>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EF6A66D-3D36-8641-A61C-AF2810423F38}"/>
              </a:ext>
            </a:extLst>
          </p:cNvPr>
          <p:cNvSpPr txBox="1"/>
          <p:nvPr/>
        </p:nvSpPr>
        <p:spPr>
          <a:xfrm rot="16200000">
            <a:off x="-560232" y="5345072"/>
            <a:ext cx="139746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000" dirty="0"/>
              <a:t>执行时间（微秒）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19C35F4-871D-0040-B404-CC8206416427}"/>
              </a:ext>
            </a:extLst>
          </p:cNvPr>
          <p:cNvSpPr txBox="1"/>
          <p:nvPr/>
        </p:nvSpPr>
        <p:spPr>
          <a:xfrm rot="16200000">
            <a:off x="5883152" y="5128539"/>
            <a:ext cx="1397464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000" dirty="0"/>
              <a:t>          错误率（</a:t>
            </a:r>
            <a:r>
              <a:rPr kumimoji="1" lang="en-US" altLang="zh-CN" sz="1000" dirty="0"/>
              <a:t>%</a:t>
            </a:r>
            <a:r>
              <a:rPr kumimoji="1" lang="zh-CN" altLang="en-US" sz="1000" dirty="0"/>
              <a:t>）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1D91EC1-D43B-504A-8405-4C2EF58C4849}"/>
              </a:ext>
            </a:extLst>
          </p:cNvPr>
          <p:cNvSpPr txBox="1"/>
          <p:nvPr/>
        </p:nvSpPr>
        <p:spPr>
          <a:xfrm rot="16200000">
            <a:off x="6189844" y="5788901"/>
            <a:ext cx="784082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sz="1000" dirty="0"/>
              <a:t>通信代价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88CA9F3-E8B2-0A4C-8486-B4C0107B6183}"/>
              </a:ext>
            </a:extLst>
          </p:cNvPr>
          <p:cNvSpPr txBox="1"/>
          <p:nvPr/>
        </p:nvSpPr>
        <p:spPr>
          <a:xfrm>
            <a:off x="2497722" y="4277638"/>
            <a:ext cx="195072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执行时间优化</a:t>
            </a:r>
          </a:p>
        </p:txBody>
      </p:sp>
      <p:sp>
        <p:nvSpPr>
          <p:cNvPr id="37" name="圆角矩形标注 36">
            <a:extLst>
              <a:ext uri="{FF2B5EF4-FFF2-40B4-BE49-F238E27FC236}">
                <a16:creationId xmlns:a16="http://schemas.microsoft.com/office/drawing/2014/main" id="{6DE3A8CB-2EA6-4847-B6BA-5C656B5BC856}"/>
              </a:ext>
            </a:extLst>
          </p:cNvPr>
          <p:cNvSpPr/>
          <p:nvPr/>
        </p:nvSpPr>
        <p:spPr>
          <a:xfrm>
            <a:off x="507833" y="1816055"/>
            <a:ext cx="2514041" cy="316012"/>
          </a:xfrm>
          <a:prstGeom prst="wedgeRoundRectCallout">
            <a:avLst/>
          </a:prstGeom>
          <a:solidFill>
            <a:srgbClr val="556679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</a:rPr>
              <a:t>通信代价最高降低</a:t>
            </a:r>
            <a:r>
              <a:rPr kumimoji="1" lang="en-US" altLang="zh-CN" sz="1400" dirty="0">
                <a:solidFill>
                  <a:schemeClr val="bg1"/>
                </a:solidFill>
              </a:rPr>
              <a:t>13%</a:t>
            </a:r>
            <a:endParaRPr kumimoji="1" lang="zh-CN" altLang="en-US" sz="1400" dirty="0">
              <a:solidFill>
                <a:schemeClr val="bg1"/>
              </a:solidFill>
            </a:endParaRPr>
          </a:p>
        </p:txBody>
      </p:sp>
      <p:sp>
        <p:nvSpPr>
          <p:cNvPr id="38" name="圆角矩形标注 37">
            <a:extLst>
              <a:ext uri="{FF2B5EF4-FFF2-40B4-BE49-F238E27FC236}">
                <a16:creationId xmlns:a16="http://schemas.microsoft.com/office/drawing/2014/main" id="{B509332E-7D5A-0146-9064-BE0870063AAA}"/>
              </a:ext>
            </a:extLst>
          </p:cNvPr>
          <p:cNvSpPr/>
          <p:nvPr/>
        </p:nvSpPr>
        <p:spPr>
          <a:xfrm>
            <a:off x="507832" y="3140001"/>
            <a:ext cx="2514041" cy="577997"/>
          </a:xfrm>
          <a:prstGeom prst="wedgeRoundRectCallout">
            <a:avLst/>
          </a:prstGeom>
          <a:solidFill>
            <a:srgbClr val="556679">
              <a:alpha val="4539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</a:rPr>
              <a:t>优化通信时其他指标也保持较优水平</a:t>
            </a:r>
          </a:p>
        </p:txBody>
      </p:sp>
      <p:sp>
        <p:nvSpPr>
          <p:cNvPr id="39" name="圆角矩形标注 38">
            <a:extLst>
              <a:ext uri="{FF2B5EF4-FFF2-40B4-BE49-F238E27FC236}">
                <a16:creationId xmlns:a16="http://schemas.microsoft.com/office/drawing/2014/main" id="{E03DD178-5ACB-8B4B-A319-51D4D851190A}"/>
              </a:ext>
            </a:extLst>
          </p:cNvPr>
          <p:cNvSpPr/>
          <p:nvPr/>
        </p:nvSpPr>
        <p:spPr>
          <a:xfrm>
            <a:off x="482704" y="5251649"/>
            <a:ext cx="2514041" cy="316012"/>
          </a:xfrm>
          <a:prstGeom prst="wedgeRoundRectCallout">
            <a:avLst/>
          </a:prstGeom>
          <a:solidFill>
            <a:srgbClr val="556679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</a:rPr>
              <a:t>计算加速达平均</a:t>
            </a:r>
            <a:r>
              <a:rPr kumimoji="1" lang="en-US" altLang="zh-CN" sz="1400" dirty="0">
                <a:solidFill>
                  <a:schemeClr val="bg1"/>
                </a:solidFill>
              </a:rPr>
              <a:t>2</a:t>
            </a:r>
            <a:r>
              <a:rPr kumimoji="1" lang="zh-CN" altLang="en-US" sz="1400" dirty="0">
                <a:solidFill>
                  <a:schemeClr val="bg1"/>
                </a:solidFill>
              </a:rPr>
              <a:t>倍</a:t>
            </a:r>
          </a:p>
        </p:txBody>
      </p:sp>
      <p:sp>
        <p:nvSpPr>
          <p:cNvPr id="40" name="圆角矩形标注 39">
            <a:extLst>
              <a:ext uri="{FF2B5EF4-FFF2-40B4-BE49-F238E27FC236}">
                <a16:creationId xmlns:a16="http://schemas.microsoft.com/office/drawing/2014/main" id="{AA1697A4-04FB-AC41-996E-6FCA31445045}"/>
              </a:ext>
            </a:extLst>
          </p:cNvPr>
          <p:cNvSpPr/>
          <p:nvPr/>
        </p:nvSpPr>
        <p:spPr>
          <a:xfrm>
            <a:off x="3605479" y="2116214"/>
            <a:ext cx="2514041" cy="316012"/>
          </a:xfrm>
          <a:prstGeom prst="wedgeRoundRectCallout">
            <a:avLst/>
          </a:prstGeom>
          <a:solidFill>
            <a:srgbClr val="556679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>
                <a:solidFill>
                  <a:schemeClr val="bg1"/>
                </a:solidFill>
              </a:rPr>
              <a:t>误差率平均降低</a:t>
            </a:r>
            <a:r>
              <a:rPr kumimoji="1" lang="en-US" altLang="zh-CN" sz="1400" dirty="0">
                <a:solidFill>
                  <a:schemeClr val="bg1"/>
                </a:solidFill>
              </a:rPr>
              <a:t>5%</a:t>
            </a:r>
            <a:endParaRPr kumimoji="1" lang="zh-CN" altLang="en-US" sz="1400" dirty="0">
              <a:solidFill>
                <a:schemeClr val="bg1"/>
              </a:solidFill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11AE8501-4ACF-834A-BCDE-BAB394BEE378}"/>
              </a:ext>
            </a:extLst>
          </p:cNvPr>
          <p:cNvGrpSpPr/>
          <p:nvPr/>
        </p:nvGrpSpPr>
        <p:grpSpPr>
          <a:xfrm>
            <a:off x="440604" y="267894"/>
            <a:ext cx="690049" cy="690049"/>
            <a:chOff x="440604" y="267894"/>
            <a:chExt cx="1470105" cy="1470105"/>
          </a:xfrm>
        </p:grpSpPr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82B550A2-CBC7-A44A-8D1C-AB511E84380B}"/>
                </a:ext>
              </a:extLst>
            </p:cNvPr>
            <p:cNvSpPr/>
            <p:nvPr/>
          </p:nvSpPr>
          <p:spPr>
            <a:xfrm>
              <a:off x="440604" y="267894"/>
              <a:ext cx="1470105" cy="1470105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  <a:effectLst>
              <a:outerShdw blurRad="76200" dist="38100" dir="5400000" algn="t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90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D5122A54-68D6-7B44-93E7-B7CA774934E9}"/>
                </a:ext>
              </a:extLst>
            </p:cNvPr>
            <p:cNvSpPr txBox="1"/>
            <p:nvPr/>
          </p:nvSpPr>
          <p:spPr>
            <a:xfrm>
              <a:off x="596454" y="427295"/>
              <a:ext cx="1158401" cy="11146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dirty="0">
                  <a:solidFill>
                    <a:schemeClr val="bg1"/>
                  </a:solidFill>
                  <a:latin typeface="FangSong" panose="02010609060101010101" pitchFamily="49" charset="-122"/>
                  <a:ea typeface="FangSong" panose="02010609060101010101" pitchFamily="49" charset="-122"/>
                </a:rPr>
                <a:t>03</a:t>
              </a:r>
              <a:endParaRPr lang="zh-CN" altLang="en-US" sz="2800" dirty="0">
                <a:solidFill>
                  <a:schemeClr val="bg1"/>
                </a:solidFill>
                <a:latin typeface="FangSong" panose="02010609060101010101" pitchFamily="49" charset="-122"/>
                <a:ea typeface="FangSong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99033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88AAF4B-8FFB-8B09-F1FC-4976DAC8839A}"/>
              </a:ext>
            </a:extLst>
          </p:cNvPr>
          <p:cNvSpPr/>
          <p:nvPr/>
        </p:nvSpPr>
        <p:spPr>
          <a:xfrm rot="10800000">
            <a:off x="0" y="4726430"/>
            <a:ext cx="12192000" cy="2146083"/>
          </a:xfrm>
          <a:custGeom>
            <a:avLst/>
            <a:gdLst>
              <a:gd name="connsiteX0" fmla="*/ 6092419 w 12192000"/>
              <a:gd name="connsiteY0" fmla="*/ 2146083 h 2146083"/>
              <a:gd name="connsiteX1" fmla="*/ 252509 w 12192000"/>
              <a:gd name="connsiteY1" fmla="*/ 1592905 h 2146083"/>
              <a:gd name="connsiteX2" fmla="*/ 0 w 12192000"/>
              <a:gd name="connsiteY2" fmla="*/ 1533882 h 2146083"/>
              <a:gd name="connsiteX3" fmla="*/ 0 w 12192000"/>
              <a:gd name="connsiteY3" fmla="*/ 792522 h 2146083"/>
              <a:gd name="connsiteX4" fmla="*/ 0 w 12192000"/>
              <a:gd name="connsiteY4" fmla="*/ 741360 h 2146083"/>
              <a:gd name="connsiteX5" fmla="*/ 0 w 12192000"/>
              <a:gd name="connsiteY5" fmla="*/ 0 h 2146083"/>
              <a:gd name="connsiteX6" fmla="*/ 12192000 w 12192000"/>
              <a:gd name="connsiteY6" fmla="*/ 0 h 2146083"/>
              <a:gd name="connsiteX7" fmla="*/ 12192000 w 12192000"/>
              <a:gd name="connsiteY7" fmla="*/ 741360 h 2146083"/>
              <a:gd name="connsiteX8" fmla="*/ 12192000 w 12192000"/>
              <a:gd name="connsiteY8" fmla="*/ 790848 h 2146083"/>
              <a:gd name="connsiteX9" fmla="*/ 12192000 w 12192000"/>
              <a:gd name="connsiteY9" fmla="*/ 1532208 h 2146083"/>
              <a:gd name="connsiteX10" fmla="*/ 11932330 w 12192000"/>
              <a:gd name="connsiteY10" fmla="*/ 1592905 h 2146083"/>
              <a:gd name="connsiteX11" fmla="*/ 6092419 w 12192000"/>
              <a:gd name="connsiteY11" fmla="*/ 2146083 h 21460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146083">
                <a:moveTo>
                  <a:pt x="6092419" y="2146083"/>
                </a:moveTo>
                <a:cubicBezTo>
                  <a:pt x="3843896" y="2146083"/>
                  <a:pt x="1794936" y="1936604"/>
                  <a:pt x="252509" y="1592905"/>
                </a:cubicBezTo>
                <a:lnTo>
                  <a:pt x="0" y="1533882"/>
                </a:lnTo>
                <a:lnTo>
                  <a:pt x="0" y="792522"/>
                </a:lnTo>
                <a:lnTo>
                  <a:pt x="0" y="741360"/>
                </a:lnTo>
                <a:lnTo>
                  <a:pt x="0" y="0"/>
                </a:lnTo>
                <a:lnTo>
                  <a:pt x="12192000" y="0"/>
                </a:lnTo>
                <a:lnTo>
                  <a:pt x="12192000" y="741360"/>
                </a:lnTo>
                <a:lnTo>
                  <a:pt x="12192000" y="790848"/>
                </a:lnTo>
                <a:lnTo>
                  <a:pt x="12192000" y="1532208"/>
                </a:lnTo>
                <a:lnTo>
                  <a:pt x="11932330" y="1592905"/>
                </a:lnTo>
                <a:cubicBezTo>
                  <a:pt x="10389903" y="1936604"/>
                  <a:pt x="8340943" y="2146083"/>
                  <a:pt x="6092419" y="2146083"/>
                </a:cubicBez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46DCB8CA-6E50-64FB-16B2-614CD729FEB7}"/>
              </a:ext>
            </a:extLst>
          </p:cNvPr>
          <p:cNvSpPr/>
          <p:nvPr/>
        </p:nvSpPr>
        <p:spPr>
          <a:xfrm>
            <a:off x="85725" y="1"/>
            <a:ext cx="12192000" cy="1404723"/>
          </a:xfrm>
          <a:custGeom>
            <a:avLst/>
            <a:gdLst>
              <a:gd name="connsiteX0" fmla="*/ 0 w 12192000"/>
              <a:gd name="connsiteY0" fmla="*/ 0 h 1404723"/>
              <a:gd name="connsiteX1" fmla="*/ 12192000 w 12192000"/>
              <a:gd name="connsiteY1" fmla="*/ 0 h 1404723"/>
              <a:gd name="connsiteX2" fmla="*/ 12192000 w 12192000"/>
              <a:gd name="connsiteY2" fmla="*/ 790848 h 1404723"/>
              <a:gd name="connsiteX3" fmla="*/ 11932330 w 12192000"/>
              <a:gd name="connsiteY3" fmla="*/ 851545 h 1404723"/>
              <a:gd name="connsiteX4" fmla="*/ 6092419 w 12192000"/>
              <a:gd name="connsiteY4" fmla="*/ 1404723 h 1404723"/>
              <a:gd name="connsiteX5" fmla="*/ 252509 w 12192000"/>
              <a:gd name="connsiteY5" fmla="*/ 851545 h 1404723"/>
              <a:gd name="connsiteX6" fmla="*/ 0 w 12192000"/>
              <a:gd name="connsiteY6" fmla="*/ 792522 h 14047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404723">
                <a:moveTo>
                  <a:pt x="0" y="0"/>
                </a:moveTo>
                <a:lnTo>
                  <a:pt x="12192000" y="0"/>
                </a:lnTo>
                <a:lnTo>
                  <a:pt x="12192000" y="790848"/>
                </a:lnTo>
                <a:lnTo>
                  <a:pt x="11932330" y="851545"/>
                </a:lnTo>
                <a:cubicBezTo>
                  <a:pt x="10389903" y="1195244"/>
                  <a:pt x="8340943" y="1404723"/>
                  <a:pt x="6092419" y="1404723"/>
                </a:cubicBezTo>
                <a:cubicBezTo>
                  <a:pt x="3843896" y="1404723"/>
                  <a:pt x="1794936" y="1195244"/>
                  <a:pt x="252509" y="851545"/>
                </a:cubicBezTo>
                <a:lnTo>
                  <a:pt x="0" y="792522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820CF85F-6DAD-A88C-187D-32131BF4DFA7}"/>
              </a:ext>
            </a:extLst>
          </p:cNvPr>
          <p:cNvSpPr/>
          <p:nvPr/>
        </p:nvSpPr>
        <p:spPr>
          <a:xfrm>
            <a:off x="4268416" y="4629406"/>
            <a:ext cx="3655168" cy="369332"/>
          </a:xfrm>
          <a:prstGeom prst="roundRect">
            <a:avLst>
              <a:gd name="adj" fmla="val 50000"/>
            </a:avLst>
          </a:prstGeom>
          <a:solidFill>
            <a:schemeClr val="accent5">
              <a:lumMod val="5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3B130AA5-5867-C585-202A-57811B5A8D45}"/>
              </a:ext>
            </a:extLst>
          </p:cNvPr>
          <p:cNvGrpSpPr/>
          <p:nvPr/>
        </p:nvGrpSpPr>
        <p:grpSpPr>
          <a:xfrm>
            <a:off x="4043771" y="5552816"/>
            <a:ext cx="4104457" cy="340155"/>
            <a:chOff x="4210628" y="5454939"/>
            <a:chExt cx="4104457" cy="340155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4CE72AB-7870-0D29-62C4-DEED49B4D739}"/>
                </a:ext>
              </a:extLst>
            </p:cNvPr>
            <p:cNvGrpSpPr/>
            <p:nvPr/>
          </p:nvGrpSpPr>
          <p:grpSpPr>
            <a:xfrm>
              <a:off x="4457939" y="5483467"/>
              <a:ext cx="3857146" cy="311627"/>
              <a:chOff x="4289813" y="5868701"/>
              <a:chExt cx="3360210" cy="322991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156221B-F4C7-A0F1-3181-3F4BB743EF2A}"/>
                  </a:ext>
                </a:extLst>
              </p:cNvPr>
              <p:cNvSpPr txBox="1"/>
              <p:nvPr/>
            </p:nvSpPr>
            <p:spPr>
              <a:xfrm>
                <a:off x="4289813" y="5868701"/>
                <a:ext cx="1930565" cy="319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1200" b="1">
                    <a:gradFill flip="none" rotWithShape="1">
                      <a:gsLst>
                        <a:gs pos="1000">
                          <a:srgbClr val="BB9F64"/>
                        </a:gs>
                        <a:gs pos="100000">
                          <a:srgbClr val="BB9F64"/>
                        </a:gs>
                        <a:gs pos="61000">
                          <a:srgbClr val="FFF0AE"/>
                        </a:gs>
                      </a:gsLst>
                      <a:lin ang="5400000" scaled="1"/>
                      <a:tileRect/>
                    </a:gradFill>
                    <a:latin typeface="+mn-ea"/>
                    <a:ea typeface="+mn-ea"/>
                    <a:cs typeface="+mn-ea"/>
                  </a:defRPr>
                </a:lvl1pPr>
              </a:lstStyle>
              <a:p>
                <a:pPr algn="l"/>
                <a:r>
                  <a:rPr lang="zh-CN" altLang="en-US" sz="1400" b="0" dirty="0">
                    <a:solidFill>
                      <a:schemeClr val="bg1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  <a:cs typeface="阿里巴巴普惠体 2.0 55 Regular" panose="00020600040101010101" pitchFamily="18" charset="-122"/>
                    <a:sym typeface="+mn-lt"/>
                  </a:rPr>
                  <a:t>向德彬，贾星辉，李诗宇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AFE5FE3-3344-E5E7-0063-FA2F29AE3D69}"/>
                  </a:ext>
                </a:extLst>
              </p:cNvPr>
              <p:cNvSpPr txBox="1"/>
              <p:nvPr/>
            </p:nvSpPr>
            <p:spPr>
              <a:xfrm>
                <a:off x="6536335" y="5872691"/>
                <a:ext cx="1113688" cy="3190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 algn="ctr">
                  <a:defRPr sz="1200" b="1">
                    <a:gradFill flip="none" rotWithShape="1">
                      <a:gsLst>
                        <a:gs pos="1000">
                          <a:srgbClr val="BB9F64"/>
                        </a:gs>
                        <a:gs pos="100000">
                          <a:srgbClr val="BB9F64"/>
                        </a:gs>
                        <a:gs pos="61000">
                          <a:srgbClr val="FFF0AE"/>
                        </a:gs>
                      </a:gsLst>
                      <a:lin ang="5400000" scaled="1"/>
                      <a:tileRect/>
                    </a:gradFill>
                    <a:latin typeface="+mn-ea"/>
                    <a:ea typeface="+mn-ea"/>
                    <a:cs typeface="+mn-ea"/>
                  </a:defRPr>
                </a:lvl1pPr>
              </a:lstStyle>
              <a:p>
                <a:pPr algn="l"/>
                <a:r>
                  <a:rPr lang="zh-CN" altLang="en-US" sz="1400" b="0" dirty="0">
                    <a:solidFill>
                      <a:schemeClr val="bg1"/>
                    </a:solidFill>
                    <a:latin typeface="FangSong" panose="02010609060101010101" pitchFamily="49" charset="-122"/>
                    <a:ea typeface="FangSong" panose="02010609060101010101" pitchFamily="49" charset="-122"/>
                    <a:cs typeface="阿里巴巴普惠体 2.0 55 Regular" panose="00020600040101010101" pitchFamily="18" charset="-122"/>
                    <a:sym typeface="+mn-lt"/>
                  </a:rPr>
                  <a:t>导师：卢丽强</a:t>
                </a:r>
              </a:p>
            </p:txBody>
          </p:sp>
        </p:grpSp>
        <p:sp>
          <p:nvSpPr>
            <p:cNvPr id="22" name="iconfont-10471-5111261">
              <a:extLst>
                <a:ext uri="{FF2B5EF4-FFF2-40B4-BE49-F238E27FC236}">
                  <a16:creationId xmlns:a16="http://schemas.microsoft.com/office/drawing/2014/main" id="{C38256CD-F063-C6CC-68F2-AE21C11D5BC0}"/>
                </a:ext>
              </a:extLst>
            </p:cNvPr>
            <p:cNvSpPr/>
            <p:nvPr/>
          </p:nvSpPr>
          <p:spPr>
            <a:xfrm>
              <a:off x="6664544" y="5459068"/>
              <a:ext cx="325857" cy="325857"/>
            </a:xfrm>
            <a:custGeom>
              <a:avLst/>
              <a:gdLst>
                <a:gd name="T0" fmla="*/ 4724 w 9448"/>
                <a:gd name="T1" fmla="*/ 0 h 9448"/>
                <a:gd name="T2" fmla="*/ 0 w 9448"/>
                <a:gd name="T3" fmla="*/ 4724 h 9448"/>
                <a:gd name="T4" fmla="*/ 4724 w 9448"/>
                <a:gd name="T5" fmla="*/ 9448 h 9448"/>
                <a:gd name="T6" fmla="*/ 9448 w 9448"/>
                <a:gd name="T7" fmla="*/ 4724 h 9448"/>
                <a:gd name="T8" fmla="*/ 4724 w 9448"/>
                <a:gd name="T9" fmla="*/ 0 h 9448"/>
                <a:gd name="T10" fmla="*/ 4724 w 9448"/>
                <a:gd name="T11" fmla="*/ 9055 h 9448"/>
                <a:gd name="T12" fmla="*/ 1406 w 9448"/>
                <a:gd name="T13" fmla="*/ 7504 h 9448"/>
                <a:gd name="T14" fmla="*/ 3457 w 9448"/>
                <a:gd name="T15" fmla="*/ 6779 h 9448"/>
                <a:gd name="T16" fmla="*/ 3516 w 9448"/>
                <a:gd name="T17" fmla="*/ 6536 h 9448"/>
                <a:gd name="T18" fmla="*/ 3429 w 9448"/>
                <a:gd name="T19" fmla="*/ 6000 h 9448"/>
                <a:gd name="T20" fmla="*/ 3221 w 9448"/>
                <a:gd name="T21" fmla="*/ 5283 h 9448"/>
                <a:gd name="T22" fmla="*/ 2912 w 9448"/>
                <a:gd name="T23" fmla="*/ 4536 h 9448"/>
                <a:gd name="T24" fmla="*/ 2921 w 9448"/>
                <a:gd name="T25" fmla="*/ 3909 h 9448"/>
                <a:gd name="T26" fmla="*/ 2934 w 9448"/>
                <a:gd name="T27" fmla="*/ 3868 h 9448"/>
                <a:gd name="T28" fmla="*/ 2864 w 9448"/>
                <a:gd name="T29" fmla="*/ 2987 h 9448"/>
                <a:gd name="T30" fmla="*/ 3205 w 9448"/>
                <a:gd name="T31" fmla="*/ 1822 h 9448"/>
                <a:gd name="T32" fmla="*/ 4522 w 9448"/>
                <a:gd name="T33" fmla="*/ 1186 h 9448"/>
                <a:gd name="T34" fmla="*/ 4919 w 9448"/>
                <a:gd name="T35" fmla="*/ 1186 h 9448"/>
                <a:gd name="T36" fmla="*/ 6248 w 9448"/>
                <a:gd name="T37" fmla="*/ 1822 h 9448"/>
                <a:gd name="T38" fmla="*/ 6586 w 9448"/>
                <a:gd name="T39" fmla="*/ 2987 h 9448"/>
                <a:gd name="T40" fmla="*/ 6516 w 9448"/>
                <a:gd name="T41" fmla="*/ 3868 h 9448"/>
                <a:gd name="T42" fmla="*/ 6530 w 9448"/>
                <a:gd name="T43" fmla="*/ 3906 h 9448"/>
                <a:gd name="T44" fmla="*/ 6539 w 9448"/>
                <a:gd name="T45" fmla="*/ 4533 h 9448"/>
                <a:gd name="T46" fmla="*/ 6230 w 9448"/>
                <a:gd name="T47" fmla="*/ 5280 h 9448"/>
                <a:gd name="T48" fmla="*/ 6021 w 9448"/>
                <a:gd name="T49" fmla="*/ 5998 h 9448"/>
                <a:gd name="T50" fmla="*/ 5871 w 9448"/>
                <a:gd name="T51" fmla="*/ 6527 h 9448"/>
                <a:gd name="T52" fmla="*/ 5932 w 9448"/>
                <a:gd name="T53" fmla="*/ 6770 h 9448"/>
                <a:gd name="T54" fmla="*/ 8044 w 9448"/>
                <a:gd name="T55" fmla="*/ 7499 h 9448"/>
                <a:gd name="T56" fmla="*/ 4724 w 9448"/>
                <a:gd name="T57" fmla="*/ 9055 h 94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448" h="9448">
                  <a:moveTo>
                    <a:pt x="4724" y="0"/>
                  </a:moveTo>
                  <a:cubicBezTo>
                    <a:pt x="2115" y="0"/>
                    <a:pt x="0" y="2115"/>
                    <a:pt x="0" y="4724"/>
                  </a:cubicBezTo>
                  <a:cubicBezTo>
                    <a:pt x="0" y="7333"/>
                    <a:pt x="2115" y="9448"/>
                    <a:pt x="4724" y="9448"/>
                  </a:cubicBezTo>
                  <a:cubicBezTo>
                    <a:pt x="7333" y="9448"/>
                    <a:pt x="9448" y="7333"/>
                    <a:pt x="9448" y="4724"/>
                  </a:cubicBezTo>
                  <a:cubicBezTo>
                    <a:pt x="9448" y="2115"/>
                    <a:pt x="7333" y="0"/>
                    <a:pt x="4724" y="0"/>
                  </a:cubicBezTo>
                  <a:close/>
                  <a:moveTo>
                    <a:pt x="4724" y="9055"/>
                  </a:moveTo>
                  <a:cubicBezTo>
                    <a:pt x="3393" y="9055"/>
                    <a:pt x="2201" y="8451"/>
                    <a:pt x="1406" y="7504"/>
                  </a:cubicBezTo>
                  <a:cubicBezTo>
                    <a:pt x="1810" y="7329"/>
                    <a:pt x="2819" y="6966"/>
                    <a:pt x="3457" y="6779"/>
                  </a:cubicBezTo>
                  <a:cubicBezTo>
                    <a:pt x="3507" y="6763"/>
                    <a:pt x="3516" y="6761"/>
                    <a:pt x="3516" y="6536"/>
                  </a:cubicBezTo>
                  <a:cubicBezTo>
                    <a:pt x="3516" y="6296"/>
                    <a:pt x="3489" y="6125"/>
                    <a:pt x="3429" y="6000"/>
                  </a:cubicBezTo>
                  <a:cubicBezTo>
                    <a:pt x="3350" y="5830"/>
                    <a:pt x="3255" y="5542"/>
                    <a:pt x="3221" y="5283"/>
                  </a:cubicBezTo>
                  <a:cubicBezTo>
                    <a:pt x="3125" y="5171"/>
                    <a:pt x="2996" y="4953"/>
                    <a:pt x="2912" y="4536"/>
                  </a:cubicBezTo>
                  <a:cubicBezTo>
                    <a:pt x="2839" y="4168"/>
                    <a:pt x="2873" y="4034"/>
                    <a:pt x="2921" y="3909"/>
                  </a:cubicBezTo>
                  <a:cubicBezTo>
                    <a:pt x="2925" y="3895"/>
                    <a:pt x="2932" y="3881"/>
                    <a:pt x="2934" y="3868"/>
                  </a:cubicBezTo>
                  <a:cubicBezTo>
                    <a:pt x="2953" y="3784"/>
                    <a:pt x="2928" y="3334"/>
                    <a:pt x="2864" y="2987"/>
                  </a:cubicBezTo>
                  <a:cubicBezTo>
                    <a:pt x="2821" y="2748"/>
                    <a:pt x="2875" y="2242"/>
                    <a:pt x="3205" y="1822"/>
                  </a:cubicBezTo>
                  <a:cubicBezTo>
                    <a:pt x="3411" y="1556"/>
                    <a:pt x="3809" y="1231"/>
                    <a:pt x="4522" y="1186"/>
                  </a:cubicBezTo>
                  <a:lnTo>
                    <a:pt x="4919" y="1186"/>
                  </a:lnTo>
                  <a:cubicBezTo>
                    <a:pt x="5644" y="1231"/>
                    <a:pt x="6041" y="1556"/>
                    <a:pt x="6248" y="1822"/>
                  </a:cubicBezTo>
                  <a:cubicBezTo>
                    <a:pt x="6577" y="2242"/>
                    <a:pt x="6632" y="2748"/>
                    <a:pt x="6586" y="2987"/>
                  </a:cubicBezTo>
                  <a:cubicBezTo>
                    <a:pt x="6523" y="3334"/>
                    <a:pt x="6498" y="3782"/>
                    <a:pt x="6516" y="3868"/>
                  </a:cubicBezTo>
                  <a:cubicBezTo>
                    <a:pt x="6518" y="3881"/>
                    <a:pt x="6525" y="3895"/>
                    <a:pt x="6530" y="3906"/>
                  </a:cubicBezTo>
                  <a:cubicBezTo>
                    <a:pt x="6577" y="4031"/>
                    <a:pt x="6614" y="4165"/>
                    <a:pt x="6539" y="4533"/>
                  </a:cubicBezTo>
                  <a:cubicBezTo>
                    <a:pt x="6455" y="4951"/>
                    <a:pt x="6325" y="5169"/>
                    <a:pt x="6230" y="5280"/>
                  </a:cubicBezTo>
                  <a:cubicBezTo>
                    <a:pt x="6196" y="5539"/>
                    <a:pt x="6100" y="5825"/>
                    <a:pt x="6021" y="5998"/>
                  </a:cubicBezTo>
                  <a:cubicBezTo>
                    <a:pt x="5946" y="6155"/>
                    <a:pt x="5871" y="6341"/>
                    <a:pt x="5871" y="6527"/>
                  </a:cubicBezTo>
                  <a:cubicBezTo>
                    <a:pt x="5871" y="6752"/>
                    <a:pt x="5880" y="6754"/>
                    <a:pt x="5932" y="6770"/>
                  </a:cubicBezTo>
                  <a:cubicBezTo>
                    <a:pt x="6539" y="6950"/>
                    <a:pt x="7583" y="7311"/>
                    <a:pt x="8044" y="7499"/>
                  </a:cubicBezTo>
                  <a:cubicBezTo>
                    <a:pt x="7249" y="8449"/>
                    <a:pt x="6057" y="9055"/>
                    <a:pt x="4724" y="90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graduate_57239">
              <a:extLst>
                <a:ext uri="{FF2B5EF4-FFF2-40B4-BE49-F238E27FC236}">
                  <a16:creationId xmlns:a16="http://schemas.microsoft.com/office/drawing/2014/main" id="{54A4395D-1133-3824-7E48-1EF62857260C}"/>
                </a:ext>
              </a:extLst>
            </p:cNvPr>
            <p:cNvSpPr/>
            <p:nvPr/>
          </p:nvSpPr>
          <p:spPr>
            <a:xfrm>
              <a:off x="4210628" y="5454939"/>
              <a:ext cx="226675" cy="329812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33" name="椭圆 32">
            <a:extLst>
              <a:ext uri="{FF2B5EF4-FFF2-40B4-BE49-F238E27FC236}">
                <a16:creationId xmlns:a16="http://schemas.microsoft.com/office/drawing/2014/main" id="{985C40E6-2FBF-5A7D-F581-E070321D4BDC}"/>
              </a:ext>
            </a:extLst>
          </p:cNvPr>
          <p:cNvSpPr/>
          <p:nvPr/>
        </p:nvSpPr>
        <p:spPr>
          <a:xfrm>
            <a:off x="5360947" y="579923"/>
            <a:ext cx="1470105" cy="1470105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762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iconfont-11253-5327384" descr="51PPT模板网，幻灯片演示模板及素材免费下载！&#10;51PPT模板网 唯一访问网址：www.51pptmoban.com">
            <a:extLst>
              <a:ext uri="{FF2B5EF4-FFF2-40B4-BE49-F238E27FC236}">
                <a16:creationId xmlns:a16="http://schemas.microsoft.com/office/drawing/2014/main" id="{DD4B9A41-92F5-495E-1AF7-064BED09B7A8}"/>
              </a:ext>
            </a:extLst>
          </p:cNvPr>
          <p:cNvSpPr/>
          <p:nvPr/>
        </p:nvSpPr>
        <p:spPr>
          <a:xfrm>
            <a:off x="5634342" y="988823"/>
            <a:ext cx="1030202" cy="686732"/>
          </a:xfrm>
          <a:custGeom>
            <a:avLst/>
            <a:gdLst>
              <a:gd name="T0" fmla="*/ 9997 w 9997"/>
              <a:gd name="T1" fmla="*/ 1668 h 6664"/>
              <a:gd name="T2" fmla="*/ 9902 w 9997"/>
              <a:gd name="T3" fmla="*/ 1803 h 6664"/>
              <a:gd name="T4" fmla="*/ 5041 w 9997"/>
              <a:gd name="T5" fmla="*/ 3331 h 6664"/>
              <a:gd name="T6" fmla="*/ 4997 w 9997"/>
              <a:gd name="T7" fmla="*/ 3336 h 6664"/>
              <a:gd name="T8" fmla="*/ 4953 w 9997"/>
              <a:gd name="T9" fmla="*/ 3331 h 6664"/>
              <a:gd name="T10" fmla="*/ 2123 w 9997"/>
              <a:gd name="T11" fmla="*/ 2436 h 6664"/>
              <a:gd name="T12" fmla="*/ 1816 w 9997"/>
              <a:gd name="T13" fmla="*/ 2919 h 6664"/>
              <a:gd name="T14" fmla="*/ 1668 w 9997"/>
              <a:gd name="T15" fmla="*/ 3694 h 6664"/>
              <a:gd name="T16" fmla="*/ 1941 w 9997"/>
              <a:gd name="T17" fmla="*/ 4167 h 6664"/>
              <a:gd name="T18" fmla="*/ 1690 w 9997"/>
              <a:gd name="T19" fmla="*/ 4631 h 6664"/>
              <a:gd name="T20" fmla="*/ 1941 w 9997"/>
              <a:gd name="T21" fmla="*/ 6509 h 6664"/>
              <a:gd name="T22" fmla="*/ 1906 w 9997"/>
              <a:gd name="T23" fmla="*/ 6617 h 6664"/>
              <a:gd name="T24" fmla="*/ 1802 w 9997"/>
              <a:gd name="T25" fmla="*/ 6664 h 6664"/>
              <a:gd name="T26" fmla="*/ 970 w 9997"/>
              <a:gd name="T27" fmla="*/ 6664 h 6664"/>
              <a:gd name="T28" fmla="*/ 866 w 9997"/>
              <a:gd name="T29" fmla="*/ 6617 h 6664"/>
              <a:gd name="T30" fmla="*/ 831 w 9997"/>
              <a:gd name="T31" fmla="*/ 6509 h 6664"/>
              <a:gd name="T32" fmla="*/ 1085 w 9997"/>
              <a:gd name="T33" fmla="*/ 4630 h 6664"/>
              <a:gd name="T34" fmla="*/ 833 w 9997"/>
              <a:gd name="T35" fmla="*/ 4167 h 6664"/>
              <a:gd name="T36" fmla="*/ 1116 w 9997"/>
              <a:gd name="T37" fmla="*/ 3685 h 6664"/>
              <a:gd name="T38" fmla="*/ 1542 w 9997"/>
              <a:gd name="T39" fmla="*/ 2253 h 6664"/>
              <a:gd name="T40" fmla="*/ 95 w 9997"/>
              <a:gd name="T41" fmla="*/ 1803 h 6664"/>
              <a:gd name="T42" fmla="*/ 0 w 9997"/>
              <a:gd name="T43" fmla="*/ 1668 h 6664"/>
              <a:gd name="T44" fmla="*/ 95 w 9997"/>
              <a:gd name="T45" fmla="*/ 1533 h 6664"/>
              <a:gd name="T46" fmla="*/ 4956 w 9997"/>
              <a:gd name="T47" fmla="*/ 5 h 6664"/>
              <a:gd name="T48" fmla="*/ 5000 w 9997"/>
              <a:gd name="T49" fmla="*/ 0 h 6664"/>
              <a:gd name="T50" fmla="*/ 5043 w 9997"/>
              <a:gd name="T51" fmla="*/ 5 h 6664"/>
              <a:gd name="T52" fmla="*/ 9902 w 9997"/>
              <a:gd name="T53" fmla="*/ 1533 h 6664"/>
              <a:gd name="T54" fmla="*/ 9997 w 9997"/>
              <a:gd name="T55" fmla="*/ 1668 h 6664"/>
              <a:gd name="T56" fmla="*/ 7697 w 9997"/>
              <a:gd name="T57" fmla="*/ 3074 h 6664"/>
              <a:gd name="T58" fmla="*/ 7776 w 9997"/>
              <a:gd name="T59" fmla="*/ 4446 h 6664"/>
              <a:gd name="T60" fmla="*/ 7420 w 9997"/>
              <a:gd name="T61" fmla="*/ 5002 h 6664"/>
              <a:gd name="T62" fmla="*/ 6399 w 9997"/>
              <a:gd name="T63" fmla="*/ 5408 h 6664"/>
              <a:gd name="T64" fmla="*/ 4998 w 9997"/>
              <a:gd name="T65" fmla="*/ 5558 h 6664"/>
              <a:gd name="T66" fmla="*/ 3597 w 9997"/>
              <a:gd name="T67" fmla="*/ 5408 h 6664"/>
              <a:gd name="T68" fmla="*/ 2577 w 9997"/>
              <a:gd name="T69" fmla="*/ 5002 h 6664"/>
              <a:gd name="T70" fmla="*/ 2221 w 9997"/>
              <a:gd name="T71" fmla="*/ 4446 h 6664"/>
              <a:gd name="T72" fmla="*/ 2299 w 9997"/>
              <a:gd name="T73" fmla="*/ 3074 h 6664"/>
              <a:gd name="T74" fmla="*/ 4791 w 9997"/>
              <a:gd name="T75" fmla="*/ 3861 h 6664"/>
              <a:gd name="T76" fmla="*/ 4999 w 9997"/>
              <a:gd name="T77" fmla="*/ 3891 h 6664"/>
              <a:gd name="T78" fmla="*/ 5208 w 9997"/>
              <a:gd name="T79" fmla="*/ 3861 h 6664"/>
              <a:gd name="T80" fmla="*/ 7697 w 9997"/>
              <a:gd name="T81" fmla="*/ 3074 h 66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9997" h="6664">
                <a:moveTo>
                  <a:pt x="9997" y="1668"/>
                </a:moveTo>
                <a:cubicBezTo>
                  <a:pt x="9997" y="1734"/>
                  <a:pt x="9966" y="1779"/>
                  <a:pt x="9902" y="1803"/>
                </a:cubicBezTo>
                <a:lnTo>
                  <a:pt x="5041" y="3331"/>
                </a:lnTo>
                <a:cubicBezTo>
                  <a:pt x="5030" y="3334"/>
                  <a:pt x="5015" y="3336"/>
                  <a:pt x="4997" y="3336"/>
                </a:cubicBezTo>
                <a:cubicBezTo>
                  <a:pt x="4980" y="3336"/>
                  <a:pt x="4966" y="3334"/>
                  <a:pt x="4953" y="3331"/>
                </a:cubicBezTo>
                <a:lnTo>
                  <a:pt x="2123" y="2436"/>
                </a:lnTo>
                <a:cubicBezTo>
                  <a:pt x="2000" y="2534"/>
                  <a:pt x="1896" y="2696"/>
                  <a:pt x="1816" y="2919"/>
                </a:cubicBezTo>
                <a:cubicBezTo>
                  <a:pt x="1735" y="3143"/>
                  <a:pt x="1686" y="3402"/>
                  <a:pt x="1668" y="3694"/>
                </a:cubicBezTo>
                <a:cubicBezTo>
                  <a:pt x="1851" y="3798"/>
                  <a:pt x="1941" y="3957"/>
                  <a:pt x="1941" y="4167"/>
                </a:cubicBezTo>
                <a:cubicBezTo>
                  <a:pt x="1941" y="4367"/>
                  <a:pt x="1857" y="4522"/>
                  <a:pt x="1690" y="4631"/>
                </a:cubicBezTo>
                <a:lnTo>
                  <a:pt x="1941" y="6509"/>
                </a:lnTo>
                <a:cubicBezTo>
                  <a:pt x="1947" y="6549"/>
                  <a:pt x="1935" y="6586"/>
                  <a:pt x="1906" y="6617"/>
                </a:cubicBezTo>
                <a:cubicBezTo>
                  <a:pt x="1879" y="6648"/>
                  <a:pt x="1845" y="6664"/>
                  <a:pt x="1802" y="6664"/>
                </a:cubicBezTo>
                <a:lnTo>
                  <a:pt x="970" y="6664"/>
                </a:lnTo>
                <a:cubicBezTo>
                  <a:pt x="926" y="6664"/>
                  <a:pt x="891" y="6648"/>
                  <a:pt x="866" y="6617"/>
                </a:cubicBezTo>
                <a:cubicBezTo>
                  <a:pt x="837" y="6586"/>
                  <a:pt x="826" y="6549"/>
                  <a:pt x="831" y="6509"/>
                </a:cubicBezTo>
                <a:lnTo>
                  <a:pt x="1085" y="4630"/>
                </a:lnTo>
                <a:cubicBezTo>
                  <a:pt x="916" y="4521"/>
                  <a:pt x="833" y="4364"/>
                  <a:pt x="833" y="4167"/>
                </a:cubicBezTo>
                <a:cubicBezTo>
                  <a:pt x="833" y="3955"/>
                  <a:pt x="927" y="3794"/>
                  <a:pt x="1116" y="3685"/>
                </a:cubicBezTo>
                <a:cubicBezTo>
                  <a:pt x="1147" y="3085"/>
                  <a:pt x="1290" y="2609"/>
                  <a:pt x="1542" y="2253"/>
                </a:cubicBezTo>
                <a:lnTo>
                  <a:pt x="95" y="1803"/>
                </a:lnTo>
                <a:cubicBezTo>
                  <a:pt x="31" y="1779"/>
                  <a:pt x="0" y="1735"/>
                  <a:pt x="0" y="1668"/>
                </a:cubicBezTo>
                <a:cubicBezTo>
                  <a:pt x="0" y="1602"/>
                  <a:pt x="31" y="1557"/>
                  <a:pt x="95" y="1533"/>
                </a:cubicBezTo>
                <a:lnTo>
                  <a:pt x="4956" y="5"/>
                </a:lnTo>
                <a:cubicBezTo>
                  <a:pt x="4967" y="2"/>
                  <a:pt x="4982" y="0"/>
                  <a:pt x="5000" y="0"/>
                </a:cubicBezTo>
                <a:cubicBezTo>
                  <a:pt x="5017" y="0"/>
                  <a:pt x="5031" y="2"/>
                  <a:pt x="5043" y="5"/>
                </a:cubicBezTo>
                <a:lnTo>
                  <a:pt x="9902" y="1533"/>
                </a:lnTo>
                <a:cubicBezTo>
                  <a:pt x="9966" y="1557"/>
                  <a:pt x="9997" y="1602"/>
                  <a:pt x="9997" y="1668"/>
                </a:cubicBezTo>
                <a:close/>
                <a:moveTo>
                  <a:pt x="7697" y="3074"/>
                </a:moveTo>
                <a:lnTo>
                  <a:pt x="7776" y="4446"/>
                </a:lnTo>
                <a:cubicBezTo>
                  <a:pt x="7787" y="4646"/>
                  <a:pt x="7670" y="4830"/>
                  <a:pt x="7420" y="5002"/>
                </a:cubicBezTo>
                <a:cubicBezTo>
                  <a:pt x="7170" y="5172"/>
                  <a:pt x="6831" y="5307"/>
                  <a:pt x="6399" y="5408"/>
                </a:cubicBezTo>
                <a:cubicBezTo>
                  <a:pt x="5968" y="5508"/>
                  <a:pt x="5502" y="5558"/>
                  <a:pt x="4998" y="5558"/>
                </a:cubicBezTo>
                <a:cubicBezTo>
                  <a:pt x="4494" y="5558"/>
                  <a:pt x="4027" y="5508"/>
                  <a:pt x="3597" y="5408"/>
                </a:cubicBezTo>
                <a:cubicBezTo>
                  <a:pt x="3166" y="5308"/>
                  <a:pt x="2827" y="5174"/>
                  <a:pt x="2577" y="5002"/>
                </a:cubicBezTo>
                <a:cubicBezTo>
                  <a:pt x="2327" y="4832"/>
                  <a:pt x="2209" y="4646"/>
                  <a:pt x="2221" y="4446"/>
                </a:cubicBezTo>
                <a:lnTo>
                  <a:pt x="2299" y="3074"/>
                </a:lnTo>
                <a:lnTo>
                  <a:pt x="4791" y="3861"/>
                </a:lnTo>
                <a:cubicBezTo>
                  <a:pt x="4854" y="3882"/>
                  <a:pt x="4924" y="3891"/>
                  <a:pt x="4999" y="3891"/>
                </a:cubicBezTo>
                <a:cubicBezTo>
                  <a:pt x="5075" y="3891"/>
                  <a:pt x="5144" y="3882"/>
                  <a:pt x="5208" y="3861"/>
                </a:cubicBezTo>
                <a:lnTo>
                  <a:pt x="7697" y="307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3F2287B-587A-9013-AF20-5F4105A0D694}"/>
              </a:ext>
            </a:extLst>
          </p:cNvPr>
          <p:cNvSpPr txBox="1"/>
          <p:nvPr/>
        </p:nvSpPr>
        <p:spPr>
          <a:xfrm>
            <a:off x="1771737" y="2149855"/>
            <a:ext cx="864852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dirty="0">
                <a:latin typeface="FangSong" panose="02010609060101010101" pitchFamily="49" charset="-122"/>
                <a:ea typeface="FangSong" panose="02010609060101010101" pitchFamily="49" charset="-122"/>
              </a:rPr>
              <a:t>感谢各位老师倾听指导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44C78F0-A4A8-14B6-BD8D-B94334FCCB91}"/>
              </a:ext>
            </a:extLst>
          </p:cNvPr>
          <p:cNvSpPr txBox="1"/>
          <p:nvPr/>
        </p:nvSpPr>
        <p:spPr>
          <a:xfrm>
            <a:off x="5644596" y="464852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bg1"/>
                </a:solidFill>
              </a:rPr>
              <a:t>浙江大学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0CA16E66-55BD-3106-7FAD-6C5D0EB8A645}"/>
              </a:ext>
            </a:extLst>
          </p:cNvPr>
          <p:cNvGrpSpPr/>
          <p:nvPr/>
        </p:nvGrpSpPr>
        <p:grpSpPr>
          <a:xfrm>
            <a:off x="2084321" y="3536897"/>
            <a:ext cx="8023357" cy="153756"/>
            <a:chOff x="2031445" y="3536897"/>
            <a:chExt cx="8023357" cy="153756"/>
          </a:xfrm>
        </p:grpSpPr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18A28497-2E84-4A9E-08C6-0EE3C6F50DE7}"/>
                </a:ext>
              </a:extLst>
            </p:cNvPr>
            <p:cNvGrpSpPr/>
            <p:nvPr/>
          </p:nvGrpSpPr>
          <p:grpSpPr>
            <a:xfrm>
              <a:off x="2031445" y="3536897"/>
              <a:ext cx="2125663" cy="153756"/>
              <a:chOff x="2155825" y="3515131"/>
              <a:chExt cx="2125663" cy="153756"/>
            </a:xfrm>
          </p:grpSpPr>
          <p:sp>
            <p:nvSpPr>
              <p:cNvPr id="46" name="矩形: 圆角 45">
                <a:extLst>
                  <a:ext uri="{FF2B5EF4-FFF2-40B4-BE49-F238E27FC236}">
                    <a16:creationId xmlns:a16="http://schemas.microsoft.com/office/drawing/2014/main" id="{C869160D-BEDF-1BD9-8A4A-FEC60CD44D54}"/>
                  </a:ext>
                </a:extLst>
              </p:cNvPr>
              <p:cNvSpPr/>
              <p:nvPr/>
            </p:nvSpPr>
            <p:spPr>
              <a:xfrm>
                <a:off x="2698750" y="3515131"/>
                <a:ext cx="1464492" cy="11179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556679">
                      <a:alpha val="67000"/>
                    </a:srgbClr>
                  </a:gs>
                  <a:gs pos="100000">
                    <a:srgbClr val="556679">
                      <a:alpha val="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矩形: 圆角 46">
                <a:extLst>
                  <a:ext uri="{FF2B5EF4-FFF2-40B4-BE49-F238E27FC236}">
                    <a16:creationId xmlns:a16="http://schemas.microsoft.com/office/drawing/2014/main" id="{5092D120-60D5-74E3-6029-47F04465CC97}"/>
                  </a:ext>
                </a:extLst>
              </p:cNvPr>
              <p:cNvSpPr/>
              <p:nvPr/>
            </p:nvSpPr>
            <p:spPr>
              <a:xfrm>
                <a:off x="2155825" y="3584960"/>
                <a:ext cx="2125663" cy="8392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556679">
                      <a:alpha val="34000"/>
                    </a:srgbClr>
                  </a:gs>
                  <a:gs pos="100000">
                    <a:srgbClr val="556679">
                      <a:alpha val="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0EAD82F3-3569-B913-3D27-32255CE820BC}"/>
                </a:ext>
              </a:extLst>
            </p:cNvPr>
            <p:cNvGrpSpPr/>
            <p:nvPr/>
          </p:nvGrpSpPr>
          <p:grpSpPr>
            <a:xfrm flipH="1">
              <a:off x="7923584" y="3536897"/>
              <a:ext cx="2131218" cy="153756"/>
              <a:chOff x="2155825" y="3515131"/>
              <a:chExt cx="2125663" cy="153756"/>
            </a:xfrm>
          </p:grpSpPr>
          <p:sp>
            <p:nvSpPr>
              <p:cNvPr id="53" name="矩形: 圆角 52">
                <a:extLst>
                  <a:ext uri="{FF2B5EF4-FFF2-40B4-BE49-F238E27FC236}">
                    <a16:creationId xmlns:a16="http://schemas.microsoft.com/office/drawing/2014/main" id="{B7D64C95-6FE0-729A-10DB-98434E5BB006}"/>
                  </a:ext>
                </a:extLst>
              </p:cNvPr>
              <p:cNvSpPr/>
              <p:nvPr/>
            </p:nvSpPr>
            <p:spPr>
              <a:xfrm>
                <a:off x="2698750" y="3515131"/>
                <a:ext cx="1464492" cy="111793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556679">
                      <a:alpha val="67000"/>
                    </a:srgbClr>
                  </a:gs>
                  <a:gs pos="100000">
                    <a:srgbClr val="556679">
                      <a:alpha val="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: 圆角 53">
                <a:extLst>
                  <a:ext uri="{FF2B5EF4-FFF2-40B4-BE49-F238E27FC236}">
                    <a16:creationId xmlns:a16="http://schemas.microsoft.com/office/drawing/2014/main" id="{E128B034-6F0C-B165-1298-F753F4B8C948}"/>
                  </a:ext>
                </a:extLst>
              </p:cNvPr>
              <p:cNvSpPr/>
              <p:nvPr/>
            </p:nvSpPr>
            <p:spPr>
              <a:xfrm>
                <a:off x="2155825" y="3584960"/>
                <a:ext cx="2125663" cy="83927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rgbClr val="556679">
                      <a:alpha val="34000"/>
                    </a:srgbClr>
                  </a:gs>
                  <a:gs pos="100000">
                    <a:srgbClr val="556679">
                      <a:alpha val="0"/>
                    </a:srgb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56" name="椭圆 55">
            <a:extLst>
              <a:ext uri="{FF2B5EF4-FFF2-40B4-BE49-F238E27FC236}">
                <a16:creationId xmlns:a16="http://schemas.microsoft.com/office/drawing/2014/main" id="{8364EF49-0656-65FD-4430-89E8AF3C9069}"/>
              </a:ext>
            </a:extLst>
          </p:cNvPr>
          <p:cNvSpPr/>
          <p:nvPr/>
        </p:nvSpPr>
        <p:spPr>
          <a:xfrm>
            <a:off x="-8502342" y="5158699"/>
            <a:ext cx="24697848" cy="7138910"/>
          </a:xfrm>
          <a:prstGeom prst="ellipse">
            <a:avLst/>
          </a:prstGeom>
          <a:noFill/>
          <a:ln w="25400">
            <a:gradFill>
              <a:gsLst>
                <a:gs pos="0">
                  <a:schemeClr val="bg1"/>
                </a:gs>
                <a:gs pos="17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F06DD936-59D3-51A8-E0A2-530079AEF564}"/>
              </a:ext>
            </a:extLst>
          </p:cNvPr>
          <p:cNvSpPr/>
          <p:nvPr/>
        </p:nvSpPr>
        <p:spPr>
          <a:xfrm>
            <a:off x="-12029611" y="6042844"/>
            <a:ext cx="24697848" cy="7138910"/>
          </a:xfrm>
          <a:prstGeom prst="ellipse">
            <a:avLst/>
          </a:prstGeom>
          <a:noFill/>
          <a:ln w="63500">
            <a:gradFill>
              <a:gsLst>
                <a:gs pos="0">
                  <a:schemeClr val="bg1"/>
                </a:gs>
                <a:gs pos="11000">
                  <a:schemeClr val="bg1">
                    <a:alpha val="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4D00073-0AB4-E041-9B72-7D9A93D7CC30}"/>
              </a:ext>
            </a:extLst>
          </p:cNvPr>
          <p:cNvSpPr txBox="1"/>
          <p:nvPr/>
        </p:nvSpPr>
        <p:spPr>
          <a:xfrm>
            <a:off x="5239258" y="3464023"/>
            <a:ext cx="1944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FangSong" panose="02010609060101010101" pitchFamily="49" charset="-122"/>
                <a:ea typeface="FangSong" panose="02010609060101010101" pitchFamily="49" charset="-122"/>
              </a:rPr>
              <a:t>分布式量子计算</a:t>
            </a:r>
          </a:p>
        </p:txBody>
      </p:sp>
    </p:spTree>
    <p:extLst>
      <p:ext uri="{BB962C8B-B14F-4D97-AF65-F5344CB8AC3E}">
        <p14:creationId xmlns:p14="http://schemas.microsoft.com/office/powerpoint/2010/main" val="24370749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季度工作总结计划PPT模板"/>
</p:tagLst>
</file>

<file path=ppt/theme/theme1.xml><?xml version="1.0" encoding="utf-8"?>
<a:theme xmlns:a="http://schemas.openxmlformats.org/drawingml/2006/main" name="51PPT模板网">
  <a:themeElements>
    <a:clrScheme name="520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375439"/>
      </a:accent1>
      <a:accent2>
        <a:srgbClr val="375439"/>
      </a:accent2>
      <a:accent3>
        <a:srgbClr val="375439"/>
      </a:accent3>
      <a:accent4>
        <a:srgbClr val="375439"/>
      </a:accent4>
      <a:accent5>
        <a:srgbClr val="375439"/>
      </a:accent5>
      <a:accent6>
        <a:srgbClr val="375439"/>
      </a:accent6>
      <a:hlink>
        <a:srgbClr val="325F0B"/>
      </a:hlink>
      <a:folHlink>
        <a:srgbClr val="79D02A"/>
      </a:folHlink>
    </a:clrScheme>
    <a:fontScheme name="w2m01t3m">
      <a:majorFont>
        <a:latin typeface="HarmonyOS Sans SC Light"/>
        <a:ea typeface="阿里巴巴普惠体 2.0 55 Regular"/>
        <a:cs typeface=""/>
      </a:majorFont>
      <a:minorFont>
        <a:latin typeface="HarmonyOS Sans SC Light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556679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10318</TotalTime>
  <Words>1640</Words>
  <Application>Microsoft Office PowerPoint</Application>
  <PresentationFormat>宽屏</PresentationFormat>
  <Paragraphs>597</Paragraphs>
  <Slides>17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仿宋</vt:lpstr>
      <vt:lpstr>仿宋</vt:lpstr>
      <vt:lpstr>Arial</vt:lpstr>
      <vt:lpstr>Calibri</vt:lpstr>
      <vt:lpstr>Cambria Math</vt:lpstr>
      <vt:lpstr>Times New Roman</vt:lpstr>
      <vt:lpstr>Tw Cen MT</vt:lpstr>
      <vt:lpstr>Wingdings</vt:lpstr>
      <vt:lpstr>51PPT模板网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庄严简约学术风毕业论文答辩ppt模板</dc:title>
  <dc:creator>51PPT模板网</dc:creator>
  <cp:keywords>www.51pptmoban.com（原创作品）</cp:keywords>
  <dc:description>51PPT模板网，幻灯片演示模板及素材免费下载！_x000d_
51PPT模板网 唯一访问网址：www.51pptmoban.com</dc:description>
  <cp:lastModifiedBy>Debin Xiang</cp:lastModifiedBy>
  <cp:revision>154</cp:revision>
  <dcterms:created xsi:type="dcterms:W3CDTF">2016-08-11T13:28:00Z</dcterms:created>
  <dcterms:modified xsi:type="dcterms:W3CDTF">2026-01-22T11:21:55Z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2052-10.1.0.6260</vt:lpwstr>
  </property>
</Properties>
</file>